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721c88775f4ee0" /><Relationship Type="http://schemas.openxmlformats.org/officeDocument/2006/relationships/extended-properties" Target="/docProps/app.xml" Id="R886c3e4e09b540cf" /><Relationship Type="http://schemas.openxmlformats.org/officeDocument/2006/relationships/officeDocument" Target="/ppt/presentation.xml" Id="R4413ee706d2f4c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a8da2938184408"/>
  </p:sldMasterIdLst>
  <p:notesMasterIdLst>
    <p:notesMasterId xmlns:r="http://schemas.openxmlformats.org/officeDocument/2006/relationships" r:id="R84a55b773c8145c9"/>
  </p:notesMasterIdLst>
  <p:sldIdLst>
    <p:sldId xmlns:r="http://schemas.openxmlformats.org/officeDocument/2006/relationships" id="256" r:id="Rfb9ede4c95e947d8"/>
  </p:sldIdLst>
  <p:sldSz cx="13030200" cy="3971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1efec9c414229" /><Relationship Type="http://schemas.openxmlformats.org/officeDocument/2006/relationships/slideMaster" Target="/ppt/slideMasters/slideMaster1.xml" Id="Rb9a8da2938184408" /><Relationship Type="http://schemas.openxmlformats.org/officeDocument/2006/relationships/notesMaster" Target="/ppt/notesMasters/notesMaster1.xml" Id="R84a55b773c8145c9" /><Relationship Type="http://schemas.openxmlformats.org/officeDocument/2006/relationships/presProps" Target="/ppt/presProps.xml" Id="Re2f9eb5ca7d34fe1" /><Relationship Type="http://schemas.openxmlformats.org/officeDocument/2006/relationships/tableStyles" Target="/ppt/tableStyles.xml" Id="Rc00fd3f2721143d7" /><Relationship Type="http://schemas.openxmlformats.org/officeDocument/2006/relationships/slide" Target="/ppt/slides/slide1.xml" Id="Rfb9ede4c95e947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ae1af19a11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2288a3851b4a62" /><Relationship Type="http://schemas.openxmlformats.org/officeDocument/2006/relationships/notesMaster" Target="/ppt/notesMasters/notesMaster1.xml" Id="R903ed08ea6d744d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素材ID：AI-072</ns1:t>
            </ns1:r>
          </ns1:p>
          <ns1:p>
            <ns1:r>
              <ns1:t>论文：Mind the Value-Action Gap: Do LLMs Act in Alignment with Their Values?</ns1:t>
            </ns1:r>
          </ns1:p>
          <ns1:p>
            <ns1:r>
              <ns1:t>会议：EMNLP 2025</ns1:t>
            </ns1:r>
          </ns1:p>
          <ns1:p>
            <ns1:r>
              <ns1:t>奖项：Outstanding Paper</ns1:t>
            </ns1:r>
          </ns1:p>
          <ns1:p>
            <ns1:r>
              <ns1:t>图号：Figure 2，PDF第2页</ns1:t>
            </ns1:r>
          </ns1:p>
          <ns1:p>
            <ns1:r>
              <ns1:t>类型：研究流程</ns1:t>
            </ns1:r>
          </ns1:p>
          <ns1:p>
            <ns1:r>
              <ns1:t>借鉴点：四栏连续呈现情境生成、价值偏好、行为选择及两矩阵之间的对齐指标。</ns1:t>
            </ns1:r>
          </ns1:p>
          <ns1:p>
            <ns1:r>
              <ns1:t>论文URL：https://aclanthology.org/2025.emnlp-main.154/</ns1:t>
            </ns1:r>
          </ns1:p>
          <ns1:p>
            <ns1:r>
              <ns1:t>官方获奖URL：https://2025.emnlp.org/program/awards/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e039c074d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3b99291544f01" /><Relationship Type="http://schemas.openxmlformats.org/officeDocument/2006/relationships/slideLayout" Target="/ppt/slideLayouts/slideLayout1.xml" Id="Rb84ef538ab8e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4ef538ab8e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ad01017e34dcb" /><Relationship Type="http://schemas.openxmlformats.org/officeDocument/2006/relationships/notesSlide" Target="/ppt/notesSlides/notesSlide1.xml" Id="Red86ae5159bc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3F897-F9D5-4876-B034-D9AD79D3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9" y="0"/>
            <a:ext cx="12960799" cy="3946504"/>
          </a:xfrm>
          <a:custGeom xmlns:a="http://schemas.openxmlformats.org/drawingml/2006/main">
            <a:pathLst>
              <a:path w="12960799" h="3946504">
                <a:moveTo>
                  <a:pt x="12960799" y="3946504"/>
                </a:moveTo>
                <a:lnTo>
                  <a:pt x="12960799" y="0"/>
                </a:lnTo>
                <a:lnTo>
                  <a:pt x="0" y="0"/>
                </a:lnTo>
                <a:lnTo>
                  <a:pt x="0" y="3946504"/>
                </a:lnTo>
                <a:lnTo>
                  <a:pt x="12960799" y="39465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AFB52-F07C-4515-87B2-1582074C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477" y="398591"/>
            <a:ext cx="3026254" cy="3498025"/>
          </a:xfrm>
          <a:custGeom xmlns:a="http://schemas.openxmlformats.org/drawingml/2006/main">
            <a:pathLst>
              <a:path w="3026254" h="3498025" fill="none">
                <a:moveTo>
                  <a:pt x="99299" y="0"/>
                </a:moveTo>
                <a:lnTo>
                  <a:pt x="2926955" y="0"/>
                </a:lnTo>
                <a:cubicBezTo>
                  <a:pt x="2956094" y="0"/>
                  <a:pt x="2973578" y="0"/>
                  <a:pt x="2985234" y="4866"/>
                </a:cubicBezTo>
                <a:cubicBezTo>
                  <a:pt x="3002036" y="10982"/>
                  <a:pt x="3015272" y="24218"/>
                  <a:pt x="3021388" y="41021"/>
                </a:cubicBezTo>
                <a:cubicBezTo>
                  <a:pt x="3026254" y="52676"/>
                  <a:pt x="3026254" y="70160"/>
                  <a:pt x="3026254" y="99299"/>
                </a:cubicBezTo>
                <a:lnTo>
                  <a:pt x="3026254" y="3398726"/>
                </a:lnTo>
                <a:cubicBezTo>
                  <a:pt x="3026254" y="3427865"/>
                  <a:pt x="3026254" y="3445349"/>
                  <a:pt x="3021388" y="3457005"/>
                </a:cubicBezTo>
                <a:cubicBezTo>
                  <a:pt x="3015272" y="3473807"/>
                  <a:pt x="3002036" y="3487043"/>
                  <a:pt x="2985234" y="3493159"/>
                </a:cubicBezTo>
                <a:cubicBezTo>
                  <a:pt x="2973578" y="3498025"/>
                  <a:pt x="2956094" y="3498025"/>
                  <a:pt x="2926955" y="3498025"/>
                </a:cubicBezTo>
                <a:lnTo>
                  <a:pt x="99299" y="3498025"/>
                </a:lnTo>
                <a:cubicBezTo>
                  <a:pt x="70160" y="3498025"/>
                  <a:pt x="52676" y="3498025"/>
                  <a:pt x="41021" y="3493159"/>
                </a:cubicBezTo>
                <a:cubicBezTo>
                  <a:pt x="24218" y="3487043"/>
                  <a:pt x="10982" y="3473807"/>
                  <a:pt x="4866" y="3457005"/>
                </a:cubicBezTo>
                <a:cubicBezTo>
                  <a:pt x="0" y="3445349"/>
                  <a:pt x="0" y="3427865"/>
                  <a:pt x="0" y="3398726"/>
                </a:cubicBezTo>
                <a:lnTo>
                  <a:pt x="0" y="99299"/>
                </a:lnTo>
                <a:cubicBezTo>
                  <a:pt x="0" y="70160"/>
                  <a:pt x="0" y="52676"/>
                  <a:pt x="4866" y="41021"/>
                </a:cubicBezTo>
                <a:cubicBezTo>
                  <a:pt x="10982" y="24218"/>
                  <a:pt x="24218" y="10982"/>
                  <a:pt x="41021" y="4866"/>
                </a:cubicBezTo>
                <a:cubicBezTo>
                  <a:pt x="52676" y="0"/>
                  <a:pt x="70160" y="0"/>
                  <a:pt x="99299" y="0"/>
                </a:cubicBezTo>
                <a:close/>
                <a:moveTo>
                  <a:pt x="9929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485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FBEAE-5DD0-4816-8F11-CA95B43A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509" y="661706"/>
            <a:ext cx="2592290" cy="1010822"/>
          </a:xfrm>
          <a:custGeom xmlns:a="http://schemas.openxmlformats.org/drawingml/2006/main">
            <a:pathLst>
              <a:path w="2592290" h="1010822">
                <a:moveTo>
                  <a:pt x="52596" y="0"/>
                </a:moveTo>
                <a:lnTo>
                  <a:pt x="2539694" y="0"/>
                </a:lnTo>
                <a:cubicBezTo>
                  <a:pt x="2555128" y="0"/>
                  <a:pt x="2564390" y="0"/>
                  <a:pt x="2570562" y="2579"/>
                </a:cubicBezTo>
                <a:cubicBezTo>
                  <a:pt x="2579463" y="5816"/>
                  <a:pt x="2586472" y="12827"/>
                  <a:pt x="2589711" y="21728"/>
                </a:cubicBezTo>
                <a:cubicBezTo>
                  <a:pt x="2592290" y="27901"/>
                  <a:pt x="2592290" y="37162"/>
                  <a:pt x="2592290" y="52596"/>
                </a:cubicBezTo>
                <a:lnTo>
                  <a:pt x="2592290" y="958228"/>
                </a:lnTo>
                <a:cubicBezTo>
                  <a:pt x="2592290" y="973662"/>
                  <a:pt x="2592290" y="982921"/>
                  <a:pt x="2589711" y="989096"/>
                </a:cubicBezTo>
                <a:cubicBezTo>
                  <a:pt x="2586472" y="997995"/>
                  <a:pt x="2579463" y="1005006"/>
                  <a:pt x="2570562" y="1008245"/>
                </a:cubicBezTo>
                <a:cubicBezTo>
                  <a:pt x="2564390" y="1010822"/>
                  <a:pt x="2555128" y="1010822"/>
                  <a:pt x="2539694" y="1010822"/>
                </a:cubicBezTo>
                <a:lnTo>
                  <a:pt x="52596" y="1010822"/>
                </a:lnTo>
                <a:cubicBezTo>
                  <a:pt x="37162" y="1010822"/>
                  <a:pt x="27901" y="1010822"/>
                  <a:pt x="21728" y="1008245"/>
                </a:cubicBezTo>
                <a:cubicBezTo>
                  <a:pt x="12827" y="1005006"/>
                  <a:pt x="5816" y="997995"/>
                  <a:pt x="2579" y="989096"/>
                </a:cubicBezTo>
                <a:cubicBezTo>
                  <a:pt x="0" y="982921"/>
                  <a:pt x="0" y="973662"/>
                  <a:pt x="0" y="958228"/>
                </a:cubicBezTo>
                <a:lnTo>
                  <a:pt x="0" y="52596"/>
                </a:lnTo>
                <a:cubicBezTo>
                  <a:pt x="0" y="37162"/>
                  <a:pt x="0" y="27901"/>
                  <a:pt x="2579" y="21728"/>
                </a:cubicBezTo>
                <a:cubicBezTo>
                  <a:pt x="5816" y="12827"/>
                  <a:pt x="12827" y="5816"/>
                  <a:pt x="21728" y="2579"/>
                </a:cubicBezTo>
                <a:cubicBezTo>
                  <a:pt x="27901" y="0"/>
                  <a:pt x="37162" y="0"/>
                  <a:pt x="52596" y="0"/>
                </a:cubicBezTo>
                <a:close/>
                <a:moveTo>
                  <a:pt x="52596" y="0"/>
                </a:moveTo>
              </a:path>
            </a:pathLst>
          </a:custGeom>
          <a:solidFill xmlns:a="http://schemas.openxmlformats.org/drawingml/2006/main">
            <a:srgbClr val="FAF3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D2B64-A89A-4960-8697-AD18AA57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" y="407467"/>
            <a:ext cx="3192099" cy="3498025"/>
          </a:xfrm>
          <a:custGeom xmlns:a="http://schemas.openxmlformats.org/drawingml/2006/main">
            <a:pathLst>
              <a:path w="3192099" h="3498025" fill="none">
                <a:moveTo>
                  <a:pt x="99299" y="0"/>
                </a:moveTo>
                <a:lnTo>
                  <a:pt x="3092800" y="0"/>
                </a:lnTo>
                <a:cubicBezTo>
                  <a:pt x="3121939" y="0"/>
                  <a:pt x="3139423" y="0"/>
                  <a:pt x="3151079" y="4866"/>
                </a:cubicBezTo>
                <a:cubicBezTo>
                  <a:pt x="3167881" y="10982"/>
                  <a:pt x="3181117" y="24218"/>
                  <a:pt x="3187233" y="41021"/>
                </a:cubicBezTo>
                <a:cubicBezTo>
                  <a:pt x="3192099" y="52676"/>
                  <a:pt x="3192099" y="70160"/>
                  <a:pt x="3192099" y="99299"/>
                </a:cubicBezTo>
                <a:lnTo>
                  <a:pt x="3192099" y="3398726"/>
                </a:lnTo>
                <a:cubicBezTo>
                  <a:pt x="3192099" y="3427865"/>
                  <a:pt x="3192099" y="3445349"/>
                  <a:pt x="3187233" y="3457005"/>
                </a:cubicBezTo>
                <a:cubicBezTo>
                  <a:pt x="3181117" y="3473807"/>
                  <a:pt x="3167881" y="3487043"/>
                  <a:pt x="3151079" y="3493159"/>
                </a:cubicBezTo>
                <a:cubicBezTo>
                  <a:pt x="3139423" y="3498025"/>
                  <a:pt x="3121939" y="3498025"/>
                  <a:pt x="3092800" y="3498025"/>
                </a:cubicBezTo>
                <a:lnTo>
                  <a:pt x="99299" y="3498025"/>
                </a:lnTo>
                <a:cubicBezTo>
                  <a:pt x="70160" y="3498025"/>
                  <a:pt x="52676" y="3498025"/>
                  <a:pt x="41021" y="3493159"/>
                </a:cubicBezTo>
                <a:cubicBezTo>
                  <a:pt x="24218" y="3487043"/>
                  <a:pt x="10982" y="3473807"/>
                  <a:pt x="4866" y="3457005"/>
                </a:cubicBezTo>
                <a:cubicBezTo>
                  <a:pt x="0" y="3445349"/>
                  <a:pt x="0" y="3427865"/>
                  <a:pt x="0" y="3398726"/>
                </a:cubicBezTo>
                <a:lnTo>
                  <a:pt x="0" y="99299"/>
                </a:lnTo>
                <a:cubicBezTo>
                  <a:pt x="0" y="70160"/>
                  <a:pt x="0" y="52676"/>
                  <a:pt x="4866" y="41021"/>
                </a:cubicBezTo>
                <a:cubicBezTo>
                  <a:pt x="10982" y="24218"/>
                  <a:pt x="24218" y="10982"/>
                  <a:pt x="41021" y="4866"/>
                </a:cubicBezTo>
                <a:cubicBezTo>
                  <a:pt x="52676" y="0"/>
                  <a:pt x="70160" y="0"/>
                  <a:pt x="99299" y="0"/>
                </a:cubicBezTo>
                <a:close/>
                <a:moveTo>
                  <a:pt x="9929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485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81728-C651-4608-BCC8-08298C61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806" y="2217793"/>
            <a:ext cx="1325817" cy="177916"/>
          </a:xfrm>
          <a:custGeom xmlns:a="http://schemas.openxmlformats.org/drawingml/2006/main">
            <a:pathLst>
              <a:path w="1325817" h="177916">
                <a:moveTo>
                  <a:pt x="0" y="0"/>
                </a:moveTo>
                <a:lnTo>
                  <a:pt x="1325817" y="0"/>
                </a:lnTo>
                <a:lnTo>
                  <a:pt x="1325817" y="177916"/>
                </a:lnTo>
                <a:lnTo>
                  <a:pt x="0" y="177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5C255-2C53-4311-A7E9-EA9C3AA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01" y="2395708"/>
            <a:ext cx="355908" cy="177916"/>
          </a:xfrm>
          <a:custGeom xmlns:a="http://schemas.openxmlformats.org/drawingml/2006/main">
            <a:pathLst>
              <a:path w="355908" h="177916">
                <a:moveTo>
                  <a:pt x="0" y="0"/>
                </a:moveTo>
                <a:lnTo>
                  <a:pt x="355908" y="0"/>
                </a:lnTo>
                <a:lnTo>
                  <a:pt x="355908" y="177916"/>
                </a:lnTo>
                <a:lnTo>
                  <a:pt x="0" y="177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F0711-91CA-48A2-8EF5-5EB7B63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24" y="2395708"/>
            <a:ext cx="1959031" cy="177916"/>
          </a:xfrm>
          <a:custGeom xmlns:a="http://schemas.openxmlformats.org/drawingml/2006/main">
            <a:pathLst>
              <a:path w="1959031" h="177916">
                <a:moveTo>
                  <a:pt x="0" y="0"/>
                </a:moveTo>
                <a:lnTo>
                  <a:pt x="1959031" y="0"/>
                </a:lnTo>
                <a:lnTo>
                  <a:pt x="1959031" y="177916"/>
                </a:lnTo>
                <a:lnTo>
                  <a:pt x="0" y="177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18106-30A8-4EA6-B5C2-0383FFE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01" y="2573624"/>
            <a:ext cx="2669912" cy="177916"/>
          </a:xfrm>
          <a:custGeom xmlns:a="http://schemas.openxmlformats.org/drawingml/2006/main">
            <a:pathLst>
              <a:path w="2669912" h="177916">
                <a:moveTo>
                  <a:pt x="0" y="0"/>
                </a:moveTo>
                <a:lnTo>
                  <a:pt x="2669912" y="0"/>
                </a:lnTo>
                <a:lnTo>
                  <a:pt x="2669912" y="177916"/>
                </a:lnTo>
                <a:lnTo>
                  <a:pt x="0" y="177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-Value-InformedAction:">
            <a:extLst xmlns:a="http://schemas.openxmlformats.org/drawingml/2006/main">
              <a:ext uri="{FF2B5EF4-FFF2-40B4-BE49-F238E27FC236}">
                <a16:creationId xmlns:a16="http://schemas.microsoft.com/office/drawing/2014/main" id="{BA81873C-9C0C-49FB-BB46-E5910CC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07" y="2239982"/>
            <a:ext cx="1420696" cy="102756"/>
          </a:xfrm>
          <a:custGeom xmlns:a="http://schemas.openxmlformats.org/drawingml/2006/main">
            <a:pathLst>
              <a:path w="1420696" h="102756">
                <a:moveTo>
                  <a:pt x="33228" y="64189"/>
                </a:moveTo>
                <a:lnTo>
                  <a:pt x="33228" y="78869"/>
                </a:lnTo>
                <a:lnTo>
                  <a:pt x="0" y="78869"/>
                </a:lnTo>
                <a:lnTo>
                  <a:pt x="0" y="64189"/>
                </a:lnTo>
                <a:lnTo>
                  <a:pt x="33228" y="64189"/>
                </a:lnTo>
                <a:close/>
                <a:moveTo>
                  <a:pt x="113964" y="76334"/>
                </a:moveTo>
                <a:cubicBezTo>
                  <a:pt x="118591" y="65035"/>
                  <a:pt x="123083" y="53670"/>
                  <a:pt x="127442" y="42238"/>
                </a:cubicBezTo>
                <a:cubicBezTo>
                  <a:pt x="131801" y="30805"/>
                  <a:pt x="135716" y="19840"/>
                  <a:pt x="139185" y="9342"/>
                </a:cubicBezTo>
                <a:cubicBezTo>
                  <a:pt x="141410" y="9788"/>
                  <a:pt x="143368" y="10010"/>
                  <a:pt x="145058" y="10010"/>
                </a:cubicBezTo>
                <a:cubicBezTo>
                  <a:pt x="146748" y="10010"/>
                  <a:pt x="148706" y="9788"/>
                  <a:pt x="150931" y="9342"/>
                </a:cubicBezTo>
                <a:cubicBezTo>
                  <a:pt x="148706" y="14591"/>
                  <a:pt x="146036" y="20907"/>
                  <a:pt x="142922" y="28292"/>
                </a:cubicBezTo>
                <a:cubicBezTo>
                  <a:pt x="139809" y="35675"/>
                  <a:pt x="136562" y="43504"/>
                  <a:pt x="133181" y="51778"/>
                </a:cubicBezTo>
                <a:cubicBezTo>
                  <a:pt x="129800" y="60052"/>
                  <a:pt x="126464" y="68460"/>
                  <a:pt x="123172" y="77002"/>
                </a:cubicBezTo>
                <a:cubicBezTo>
                  <a:pt x="119880" y="85542"/>
                  <a:pt x="116945" y="93548"/>
                  <a:pt x="114365" y="101021"/>
                </a:cubicBezTo>
                <a:cubicBezTo>
                  <a:pt x="112586" y="100844"/>
                  <a:pt x="110628" y="100755"/>
                  <a:pt x="108493" y="100755"/>
                </a:cubicBezTo>
                <a:cubicBezTo>
                  <a:pt x="106357" y="100755"/>
                  <a:pt x="104401" y="100844"/>
                  <a:pt x="102622" y="101021"/>
                </a:cubicBezTo>
                <a:cubicBezTo>
                  <a:pt x="101286" y="97463"/>
                  <a:pt x="99662" y="93149"/>
                  <a:pt x="97749" y="88079"/>
                </a:cubicBezTo>
                <a:cubicBezTo>
                  <a:pt x="95837" y="83007"/>
                  <a:pt x="93790" y="77625"/>
                  <a:pt x="91610" y="71931"/>
                </a:cubicBezTo>
                <a:cubicBezTo>
                  <a:pt x="89431" y="66236"/>
                  <a:pt x="87140" y="60409"/>
                  <a:pt x="84738" y="54448"/>
                </a:cubicBezTo>
                <a:cubicBezTo>
                  <a:pt x="82336" y="48487"/>
                  <a:pt x="80023" y="42726"/>
                  <a:pt x="77798" y="37166"/>
                </a:cubicBezTo>
                <a:cubicBezTo>
                  <a:pt x="75574" y="31606"/>
                  <a:pt x="73484" y="26423"/>
                  <a:pt x="71526" y="21619"/>
                </a:cubicBezTo>
                <a:cubicBezTo>
                  <a:pt x="69570" y="16815"/>
                  <a:pt x="67880" y="12723"/>
                  <a:pt x="66456" y="9342"/>
                </a:cubicBezTo>
                <a:cubicBezTo>
                  <a:pt x="68503" y="9520"/>
                  <a:pt x="70527" y="9676"/>
                  <a:pt x="72528" y="9811"/>
                </a:cubicBezTo>
                <a:cubicBezTo>
                  <a:pt x="74531" y="9944"/>
                  <a:pt x="76510" y="10010"/>
                  <a:pt x="78466" y="10010"/>
                </a:cubicBezTo>
                <a:cubicBezTo>
                  <a:pt x="80424" y="10010"/>
                  <a:pt x="82381" y="9944"/>
                  <a:pt x="84339" y="9811"/>
                </a:cubicBezTo>
                <a:cubicBezTo>
                  <a:pt x="86296" y="9676"/>
                  <a:pt x="88254" y="9520"/>
                  <a:pt x="90211" y="9342"/>
                </a:cubicBezTo>
                <a:cubicBezTo>
                  <a:pt x="91723" y="14324"/>
                  <a:pt x="93436" y="19573"/>
                  <a:pt x="95349" y="25089"/>
                </a:cubicBezTo>
                <a:cubicBezTo>
                  <a:pt x="97261" y="30604"/>
                  <a:pt x="99241" y="36231"/>
                  <a:pt x="101286" y="41970"/>
                </a:cubicBezTo>
                <a:cubicBezTo>
                  <a:pt x="103332" y="47708"/>
                  <a:pt x="105445" y="53468"/>
                  <a:pt x="107625" y="59251"/>
                </a:cubicBezTo>
                <a:cubicBezTo>
                  <a:pt x="109806" y="65034"/>
                  <a:pt x="111918" y="70728"/>
                  <a:pt x="113964" y="76334"/>
                </a:cubicBezTo>
                <a:close/>
                <a:moveTo>
                  <a:pt x="184692" y="80738"/>
                </a:moveTo>
                <a:cubicBezTo>
                  <a:pt x="184692" y="76913"/>
                  <a:pt x="184714" y="73999"/>
                  <a:pt x="184759" y="71996"/>
                </a:cubicBezTo>
                <a:cubicBezTo>
                  <a:pt x="184804" y="69994"/>
                  <a:pt x="184826" y="68237"/>
                  <a:pt x="184826" y="66724"/>
                </a:cubicBezTo>
                <a:cubicBezTo>
                  <a:pt x="182957" y="67793"/>
                  <a:pt x="180977" y="68661"/>
                  <a:pt x="178887" y="69329"/>
                </a:cubicBezTo>
                <a:cubicBezTo>
                  <a:pt x="176796" y="69995"/>
                  <a:pt x="174883" y="70840"/>
                  <a:pt x="173148" y="71864"/>
                </a:cubicBezTo>
                <a:cubicBezTo>
                  <a:pt x="171414" y="72886"/>
                  <a:pt x="169990" y="74287"/>
                  <a:pt x="168878" y="76067"/>
                </a:cubicBezTo>
                <a:cubicBezTo>
                  <a:pt x="167767" y="77847"/>
                  <a:pt x="167211" y="80427"/>
                  <a:pt x="167211" y="83807"/>
                </a:cubicBezTo>
                <a:cubicBezTo>
                  <a:pt x="167211" y="87099"/>
                  <a:pt x="167900" y="89612"/>
                  <a:pt x="169280" y="91347"/>
                </a:cubicBezTo>
                <a:cubicBezTo>
                  <a:pt x="170659" y="93082"/>
                  <a:pt x="172504" y="93949"/>
                  <a:pt x="174816" y="93949"/>
                </a:cubicBezTo>
                <a:cubicBezTo>
                  <a:pt x="177752" y="93949"/>
                  <a:pt x="180132" y="92838"/>
                  <a:pt x="181955" y="90614"/>
                </a:cubicBezTo>
                <a:cubicBezTo>
                  <a:pt x="183780" y="88389"/>
                  <a:pt x="184692" y="85097"/>
                  <a:pt x="184692" y="80738"/>
                </a:cubicBezTo>
                <a:moveTo>
                  <a:pt x="153065" y="44440"/>
                </a:moveTo>
                <a:cubicBezTo>
                  <a:pt x="156802" y="41415"/>
                  <a:pt x="160828" y="39102"/>
                  <a:pt x="165142" y="37500"/>
                </a:cubicBezTo>
                <a:cubicBezTo>
                  <a:pt x="169457" y="35898"/>
                  <a:pt x="173750" y="35097"/>
                  <a:pt x="178019" y="35097"/>
                </a:cubicBezTo>
                <a:cubicBezTo>
                  <a:pt x="181579" y="35097"/>
                  <a:pt x="184848" y="35498"/>
                  <a:pt x="187828" y="36299"/>
                </a:cubicBezTo>
                <a:cubicBezTo>
                  <a:pt x="190809" y="37099"/>
                  <a:pt x="193389" y="38367"/>
                  <a:pt x="195568" y="40102"/>
                </a:cubicBezTo>
                <a:cubicBezTo>
                  <a:pt x="197748" y="41837"/>
                  <a:pt x="199438" y="44084"/>
                  <a:pt x="200638" y="46842"/>
                </a:cubicBezTo>
                <a:cubicBezTo>
                  <a:pt x="201840" y="49599"/>
                  <a:pt x="202440" y="52936"/>
                  <a:pt x="202440" y="56851"/>
                </a:cubicBezTo>
                <a:cubicBezTo>
                  <a:pt x="202440" y="62544"/>
                  <a:pt x="202374" y="67815"/>
                  <a:pt x="202241" y="72664"/>
                </a:cubicBezTo>
                <a:cubicBezTo>
                  <a:pt x="202108" y="77512"/>
                  <a:pt x="202041" y="82338"/>
                  <a:pt x="202041" y="87142"/>
                </a:cubicBezTo>
                <a:cubicBezTo>
                  <a:pt x="202041" y="89278"/>
                  <a:pt x="202197" y="90946"/>
                  <a:pt x="202507" y="92147"/>
                </a:cubicBezTo>
                <a:cubicBezTo>
                  <a:pt x="202820" y="93349"/>
                  <a:pt x="203287" y="94261"/>
                  <a:pt x="203908" y="94884"/>
                </a:cubicBezTo>
                <a:cubicBezTo>
                  <a:pt x="204531" y="95506"/>
                  <a:pt x="205354" y="95906"/>
                  <a:pt x="206376" y="96083"/>
                </a:cubicBezTo>
                <a:cubicBezTo>
                  <a:pt x="207400" y="96261"/>
                  <a:pt x="208579" y="96350"/>
                  <a:pt x="209913" y="96350"/>
                </a:cubicBezTo>
                <a:lnTo>
                  <a:pt x="209913" y="99553"/>
                </a:lnTo>
                <a:cubicBezTo>
                  <a:pt x="207334" y="100622"/>
                  <a:pt x="205155" y="101423"/>
                  <a:pt x="203375" y="101956"/>
                </a:cubicBezTo>
                <a:cubicBezTo>
                  <a:pt x="201595" y="102490"/>
                  <a:pt x="199682" y="102756"/>
                  <a:pt x="197637" y="102756"/>
                </a:cubicBezTo>
                <a:cubicBezTo>
                  <a:pt x="194345" y="102756"/>
                  <a:pt x="191676" y="101956"/>
                  <a:pt x="189630" y="100356"/>
                </a:cubicBezTo>
                <a:cubicBezTo>
                  <a:pt x="187584" y="98754"/>
                  <a:pt x="186027" y="96440"/>
                  <a:pt x="184959" y="93416"/>
                </a:cubicBezTo>
                <a:cubicBezTo>
                  <a:pt x="182913" y="96263"/>
                  <a:pt x="180533" y="98531"/>
                  <a:pt x="177820" y="100221"/>
                </a:cubicBezTo>
                <a:cubicBezTo>
                  <a:pt x="175106" y="101911"/>
                  <a:pt x="171703" y="102756"/>
                  <a:pt x="167612" y="102756"/>
                </a:cubicBezTo>
                <a:cubicBezTo>
                  <a:pt x="164230" y="102756"/>
                  <a:pt x="161338" y="102311"/>
                  <a:pt x="158935" y="101420"/>
                </a:cubicBezTo>
                <a:cubicBezTo>
                  <a:pt x="156534" y="100531"/>
                  <a:pt x="154555" y="99264"/>
                  <a:pt x="152998" y="97619"/>
                </a:cubicBezTo>
                <a:cubicBezTo>
                  <a:pt x="151440" y="95972"/>
                  <a:pt x="150306" y="94103"/>
                  <a:pt x="149595" y="92013"/>
                </a:cubicBezTo>
                <a:cubicBezTo>
                  <a:pt x="148884" y="89922"/>
                  <a:pt x="148528" y="87809"/>
                  <a:pt x="148528" y="85674"/>
                </a:cubicBezTo>
                <a:cubicBezTo>
                  <a:pt x="148528" y="82739"/>
                  <a:pt x="148995" y="80204"/>
                  <a:pt x="149929" y="78069"/>
                </a:cubicBezTo>
                <a:cubicBezTo>
                  <a:pt x="150863" y="75933"/>
                  <a:pt x="152197" y="74109"/>
                  <a:pt x="153932" y="72597"/>
                </a:cubicBezTo>
                <a:cubicBezTo>
                  <a:pt x="155667" y="71085"/>
                  <a:pt x="157735" y="69817"/>
                  <a:pt x="160137" y="68793"/>
                </a:cubicBezTo>
                <a:cubicBezTo>
                  <a:pt x="162540" y="67770"/>
                  <a:pt x="165253" y="66902"/>
                  <a:pt x="168278" y="66191"/>
                </a:cubicBezTo>
                <a:cubicBezTo>
                  <a:pt x="172015" y="65302"/>
                  <a:pt x="174973" y="64524"/>
                  <a:pt x="177152" y="63857"/>
                </a:cubicBezTo>
                <a:cubicBezTo>
                  <a:pt x="179332" y="63190"/>
                  <a:pt x="180956" y="62522"/>
                  <a:pt x="182023" y="61856"/>
                </a:cubicBezTo>
                <a:cubicBezTo>
                  <a:pt x="183091" y="61188"/>
                  <a:pt x="183781" y="60453"/>
                  <a:pt x="184091" y="59653"/>
                </a:cubicBezTo>
                <a:cubicBezTo>
                  <a:pt x="184404" y="58852"/>
                  <a:pt x="184560" y="57873"/>
                  <a:pt x="184560" y="56716"/>
                </a:cubicBezTo>
                <a:cubicBezTo>
                  <a:pt x="184560" y="53514"/>
                  <a:pt x="183425" y="50778"/>
                  <a:pt x="181155" y="48510"/>
                </a:cubicBezTo>
                <a:cubicBezTo>
                  <a:pt x="178887" y="46240"/>
                  <a:pt x="175751" y="45105"/>
                  <a:pt x="171748" y="45105"/>
                </a:cubicBezTo>
                <a:cubicBezTo>
                  <a:pt x="170235" y="45105"/>
                  <a:pt x="168678" y="45306"/>
                  <a:pt x="167076" y="45706"/>
                </a:cubicBezTo>
                <a:cubicBezTo>
                  <a:pt x="165476" y="46107"/>
                  <a:pt x="163941" y="46663"/>
                  <a:pt x="162472" y="47376"/>
                </a:cubicBezTo>
                <a:cubicBezTo>
                  <a:pt x="161005" y="48087"/>
                  <a:pt x="159670" y="48866"/>
                  <a:pt x="158469" y="49711"/>
                </a:cubicBezTo>
                <a:cubicBezTo>
                  <a:pt x="157269" y="50556"/>
                  <a:pt x="156357" y="51467"/>
                  <a:pt x="155734" y="52446"/>
                </a:cubicBezTo>
                <a:lnTo>
                  <a:pt x="154800" y="52446"/>
                </a:lnTo>
                <a:lnTo>
                  <a:pt x="153065" y="44440"/>
                </a:lnTo>
                <a:close/>
                <a:moveTo>
                  <a:pt x="221659" y="46574"/>
                </a:moveTo>
                <a:cubicBezTo>
                  <a:pt x="221659" y="37856"/>
                  <a:pt x="221569" y="29849"/>
                  <a:pt x="221390" y="22554"/>
                </a:cubicBezTo>
                <a:cubicBezTo>
                  <a:pt x="221212" y="15258"/>
                  <a:pt x="220945" y="7874"/>
                  <a:pt x="220589" y="401"/>
                </a:cubicBezTo>
                <a:cubicBezTo>
                  <a:pt x="221746" y="579"/>
                  <a:pt x="223214" y="735"/>
                  <a:pt x="224994" y="869"/>
                </a:cubicBezTo>
                <a:cubicBezTo>
                  <a:pt x="226774" y="1003"/>
                  <a:pt x="228642" y="1069"/>
                  <a:pt x="230600" y="1069"/>
                </a:cubicBezTo>
                <a:cubicBezTo>
                  <a:pt x="232556" y="1069"/>
                  <a:pt x="234424" y="1003"/>
                  <a:pt x="236204" y="869"/>
                </a:cubicBezTo>
                <a:cubicBezTo>
                  <a:pt x="237983" y="735"/>
                  <a:pt x="239451" y="579"/>
                  <a:pt x="240608" y="401"/>
                </a:cubicBezTo>
                <a:cubicBezTo>
                  <a:pt x="240252" y="7874"/>
                  <a:pt x="239985" y="15258"/>
                  <a:pt x="239806" y="22554"/>
                </a:cubicBezTo>
                <a:cubicBezTo>
                  <a:pt x="239628" y="29849"/>
                  <a:pt x="239539" y="37856"/>
                  <a:pt x="239539" y="46574"/>
                </a:cubicBezTo>
                <a:lnTo>
                  <a:pt x="239539" y="55248"/>
                </a:lnTo>
                <a:cubicBezTo>
                  <a:pt x="239539" y="63967"/>
                  <a:pt x="239628" y="71975"/>
                  <a:pt x="239806" y="79270"/>
                </a:cubicBezTo>
                <a:cubicBezTo>
                  <a:pt x="239985" y="86565"/>
                  <a:pt x="240252" y="93816"/>
                  <a:pt x="240608" y="101021"/>
                </a:cubicBezTo>
                <a:cubicBezTo>
                  <a:pt x="239451" y="100844"/>
                  <a:pt x="237983" y="100755"/>
                  <a:pt x="236204" y="100755"/>
                </a:cubicBezTo>
                <a:cubicBezTo>
                  <a:pt x="234424" y="100755"/>
                  <a:pt x="232556" y="100755"/>
                  <a:pt x="230600" y="100755"/>
                </a:cubicBezTo>
                <a:cubicBezTo>
                  <a:pt x="228642" y="100755"/>
                  <a:pt x="226774" y="100755"/>
                  <a:pt x="224994" y="100755"/>
                </a:cubicBezTo>
                <a:cubicBezTo>
                  <a:pt x="223214" y="100755"/>
                  <a:pt x="221746" y="100844"/>
                  <a:pt x="220589" y="101021"/>
                </a:cubicBezTo>
                <a:cubicBezTo>
                  <a:pt x="220945" y="93816"/>
                  <a:pt x="221212" y="86565"/>
                  <a:pt x="221390" y="79270"/>
                </a:cubicBezTo>
                <a:cubicBezTo>
                  <a:pt x="221569" y="71975"/>
                  <a:pt x="221659" y="63967"/>
                  <a:pt x="221659" y="55248"/>
                </a:cubicBezTo>
                <a:lnTo>
                  <a:pt x="221659" y="46574"/>
                </a:lnTo>
                <a:close/>
                <a:moveTo>
                  <a:pt x="297322" y="91412"/>
                </a:moveTo>
                <a:cubicBezTo>
                  <a:pt x="294831" y="95149"/>
                  <a:pt x="291917" y="97974"/>
                  <a:pt x="288581" y="99887"/>
                </a:cubicBezTo>
                <a:cubicBezTo>
                  <a:pt x="285245" y="101800"/>
                  <a:pt x="281443" y="102756"/>
                  <a:pt x="277173" y="102756"/>
                </a:cubicBezTo>
                <a:cubicBezTo>
                  <a:pt x="270500" y="102756"/>
                  <a:pt x="265362" y="100888"/>
                  <a:pt x="261759" y="97152"/>
                </a:cubicBezTo>
                <a:cubicBezTo>
                  <a:pt x="258156" y="93415"/>
                  <a:pt x="256355" y="87232"/>
                  <a:pt x="256355" y="78602"/>
                </a:cubicBezTo>
                <a:cubicBezTo>
                  <a:pt x="256355" y="74065"/>
                  <a:pt x="256443" y="70062"/>
                  <a:pt x="256621" y="66592"/>
                </a:cubicBezTo>
                <a:cubicBezTo>
                  <a:pt x="256799" y="63122"/>
                  <a:pt x="256888" y="59653"/>
                  <a:pt x="256888" y="56183"/>
                </a:cubicBezTo>
                <a:cubicBezTo>
                  <a:pt x="256888" y="53336"/>
                  <a:pt x="256821" y="50245"/>
                  <a:pt x="256686" y="46910"/>
                </a:cubicBezTo>
                <a:cubicBezTo>
                  <a:pt x="256553" y="43573"/>
                  <a:pt x="256398" y="40214"/>
                  <a:pt x="256220" y="36832"/>
                </a:cubicBezTo>
                <a:cubicBezTo>
                  <a:pt x="257377" y="37010"/>
                  <a:pt x="258845" y="37166"/>
                  <a:pt x="260625" y="37300"/>
                </a:cubicBezTo>
                <a:cubicBezTo>
                  <a:pt x="262404" y="37433"/>
                  <a:pt x="264273" y="37500"/>
                  <a:pt x="266230" y="37500"/>
                </a:cubicBezTo>
                <a:cubicBezTo>
                  <a:pt x="268187" y="37500"/>
                  <a:pt x="270055" y="37433"/>
                  <a:pt x="271834" y="37300"/>
                </a:cubicBezTo>
                <a:cubicBezTo>
                  <a:pt x="273614" y="37166"/>
                  <a:pt x="275082" y="37010"/>
                  <a:pt x="276239" y="36832"/>
                </a:cubicBezTo>
                <a:cubicBezTo>
                  <a:pt x="275616" y="41636"/>
                  <a:pt x="275215" y="47197"/>
                  <a:pt x="275037" y="53513"/>
                </a:cubicBezTo>
                <a:cubicBezTo>
                  <a:pt x="274859" y="59830"/>
                  <a:pt x="274771" y="67036"/>
                  <a:pt x="274771" y="75132"/>
                </a:cubicBezTo>
                <a:cubicBezTo>
                  <a:pt x="274771" y="80737"/>
                  <a:pt x="275727" y="84852"/>
                  <a:pt x="277640" y="87476"/>
                </a:cubicBezTo>
                <a:cubicBezTo>
                  <a:pt x="279552" y="90100"/>
                  <a:pt x="282244" y="91412"/>
                  <a:pt x="285713" y="91412"/>
                </a:cubicBezTo>
                <a:cubicBezTo>
                  <a:pt x="289717" y="91412"/>
                  <a:pt x="292652" y="89678"/>
                  <a:pt x="294520" y="86210"/>
                </a:cubicBezTo>
                <a:cubicBezTo>
                  <a:pt x="296388" y="82740"/>
                  <a:pt x="297322" y="77935"/>
                  <a:pt x="297322" y="71797"/>
                </a:cubicBezTo>
                <a:lnTo>
                  <a:pt x="297322" y="66458"/>
                </a:lnTo>
                <a:cubicBezTo>
                  <a:pt x="297322" y="61032"/>
                  <a:pt x="297256" y="55939"/>
                  <a:pt x="297123" y="51180"/>
                </a:cubicBezTo>
                <a:cubicBezTo>
                  <a:pt x="296990" y="46419"/>
                  <a:pt x="296700" y="41636"/>
                  <a:pt x="296255" y="36832"/>
                </a:cubicBezTo>
                <a:cubicBezTo>
                  <a:pt x="298746" y="37277"/>
                  <a:pt x="302082" y="37500"/>
                  <a:pt x="306263" y="37500"/>
                </a:cubicBezTo>
                <a:cubicBezTo>
                  <a:pt x="308311" y="37500"/>
                  <a:pt x="310179" y="37433"/>
                  <a:pt x="311869" y="37300"/>
                </a:cubicBezTo>
                <a:cubicBezTo>
                  <a:pt x="313559" y="37166"/>
                  <a:pt x="315028" y="37010"/>
                  <a:pt x="316274" y="36832"/>
                </a:cubicBezTo>
                <a:cubicBezTo>
                  <a:pt x="315829" y="41636"/>
                  <a:pt x="315539" y="46419"/>
                  <a:pt x="315404" y="51180"/>
                </a:cubicBezTo>
                <a:cubicBezTo>
                  <a:pt x="315271" y="55939"/>
                  <a:pt x="315205" y="61032"/>
                  <a:pt x="315205" y="66458"/>
                </a:cubicBezTo>
                <a:lnTo>
                  <a:pt x="315205" y="71797"/>
                </a:lnTo>
                <a:cubicBezTo>
                  <a:pt x="315205" y="77223"/>
                  <a:pt x="315271" y="82338"/>
                  <a:pt x="315404" y="87142"/>
                </a:cubicBezTo>
                <a:cubicBezTo>
                  <a:pt x="315539" y="91946"/>
                  <a:pt x="315829" y="96573"/>
                  <a:pt x="316274" y="101021"/>
                </a:cubicBezTo>
                <a:cubicBezTo>
                  <a:pt x="314672" y="100844"/>
                  <a:pt x="313092" y="100755"/>
                  <a:pt x="311535" y="100755"/>
                </a:cubicBezTo>
                <a:cubicBezTo>
                  <a:pt x="309978" y="100755"/>
                  <a:pt x="308400" y="100755"/>
                  <a:pt x="306799" y="100755"/>
                </a:cubicBezTo>
                <a:cubicBezTo>
                  <a:pt x="305197" y="100755"/>
                  <a:pt x="303618" y="100755"/>
                  <a:pt x="302061" y="100755"/>
                </a:cubicBezTo>
                <a:cubicBezTo>
                  <a:pt x="300504" y="100755"/>
                  <a:pt x="298835" y="100844"/>
                  <a:pt x="297055" y="101021"/>
                </a:cubicBezTo>
                <a:lnTo>
                  <a:pt x="297591" y="91412"/>
                </a:lnTo>
                <a:lnTo>
                  <a:pt x="297322" y="91412"/>
                </a:lnTo>
                <a:close/>
                <a:moveTo>
                  <a:pt x="347500" y="69127"/>
                </a:moveTo>
                <a:cubicBezTo>
                  <a:pt x="347500" y="72685"/>
                  <a:pt x="347856" y="76021"/>
                  <a:pt x="348567" y="79136"/>
                </a:cubicBezTo>
                <a:cubicBezTo>
                  <a:pt x="349280" y="82250"/>
                  <a:pt x="350370" y="84941"/>
                  <a:pt x="351837" y="87209"/>
                </a:cubicBezTo>
                <a:cubicBezTo>
                  <a:pt x="353305" y="89478"/>
                  <a:pt x="355173" y="91257"/>
                  <a:pt x="357441" y="92548"/>
                </a:cubicBezTo>
                <a:cubicBezTo>
                  <a:pt x="359711" y="93838"/>
                  <a:pt x="362358" y="94483"/>
                  <a:pt x="365383" y="94483"/>
                </a:cubicBezTo>
                <a:cubicBezTo>
                  <a:pt x="371521" y="94483"/>
                  <a:pt x="376993" y="92481"/>
                  <a:pt x="381797" y="88478"/>
                </a:cubicBezTo>
                <a:lnTo>
                  <a:pt x="383397" y="89679"/>
                </a:lnTo>
                <a:lnTo>
                  <a:pt x="380461" y="97152"/>
                </a:lnTo>
                <a:cubicBezTo>
                  <a:pt x="378238" y="98843"/>
                  <a:pt x="375569" y="100199"/>
                  <a:pt x="372455" y="101221"/>
                </a:cubicBezTo>
                <a:cubicBezTo>
                  <a:pt x="369340" y="102244"/>
                  <a:pt x="365248" y="102756"/>
                  <a:pt x="360178" y="102756"/>
                </a:cubicBezTo>
                <a:cubicBezTo>
                  <a:pt x="355819" y="102756"/>
                  <a:pt x="351682" y="102156"/>
                  <a:pt x="347767" y="100954"/>
                </a:cubicBezTo>
                <a:cubicBezTo>
                  <a:pt x="343853" y="99754"/>
                  <a:pt x="340406" y="97775"/>
                  <a:pt x="337425" y="95016"/>
                </a:cubicBezTo>
                <a:cubicBezTo>
                  <a:pt x="334445" y="92258"/>
                  <a:pt x="332088" y="88766"/>
                  <a:pt x="330353" y="84540"/>
                </a:cubicBezTo>
                <a:cubicBezTo>
                  <a:pt x="328618" y="80314"/>
                  <a:pt x="327750" y="75265"/>
                  <a:pt x="327750" y="69394"/>
                </a:cubicBezTo>
                <a:cubicBezTo>
                  <a:pt x="327750" y="63611"/>
                  <a:pt x="328528" y="58585"/>
                  <a:pt x="330084" y="54315"/>
                </a:cubicBezTo>
                <a:cubicBezTo>
                  <a:pt x="331641" y="50045"/>
                  <a:pt x="333799" y="46486"/>
                  <a:pt x="336557" y="43639"/>
                </a:cubicBezTo>
                <a:cubicBezTo>
                  <a:pt x="339316" y="40791"/>
                  <a:pt x="342585" y="38656"/>
                  <a:pt x="346366" y="37233"/>
                </a:cubicBezTo>
                <a:cubicBezTo>
                  <a:pt x="350147" y="35809"/>
                  <a:pt x="354261" y="35097"/>
                  <a:pt x="358710" y="35097"/>
                </a:cubicBezTo>
                <a:cubicBezTo>
                  <a:pt x="367517" y="35097"/>
                  <a:pt x="374256" y="37677"/>
                  <a:pt x="378926" y="42837"/>
                </a:cubicBezTo>
                <a:cubicBezTo>
                  <a:pt x="383597" y="47997"/>
                  <a:pt x="385933" y="55292"/>
                  <a:pt x="385933" y="64723"/>
                </a:cubicBezTo>
                <a:lnTo>
                  <a:pt x="385933" y="67527"/>
                </a:lnTo>
                <a:cubicBezTo>
                  <a:pt x="385933" y="68326"/>
                  <a:pt x="385888" y="68860"/>
                  <a:pt x="385800" y="69127"/>
                </a:cubicBezTo>
                <a:lnTo>
                  <a:pt x="347500" y="69127"/>
                </a:lnTo>
                <a:moveTo>
                  <a:pt x="368052" y="63122"/>
                </a:moveTo>
                <a:cubicBezTo>
                  <a:pt x="367873" y="56450"/>
                  <a:pt x="367050" y="51112"/>
                  <a:pt x="365582" y="47109"/>
                </a:cubicBezTo>
                <a:cubicBezTo>
                  <a:pt x="364115" y="43104"/>
                  <a:pt x="361646" y="41102"/>
                  <a:pt x="358176" y="41102"/>
                </a:cubicBezTo>
                <a:cubicBezTo>
                  <a:pt x="356219" y="41102"/>
                  <a:pt x="354573" y="41769"/>
                  <a:pt x="353238" y="43104"/>
                </a:cubicBezTo>
                <a:cubicBezTo>
                  <a:pt x="351904" y="44438"/>
                  <a:pt x="350836" y="46151"/>
                  <a:pt x="350035" y="48243"/>
                </a:cubicBezTo>
                <a:cubicBezTo>
                  <a:pt x="349234" y="50334"/>
                  <a:pt x="348634" y="52691"/>
                  <a:pt x="348233" y="55315"/>
                </a:cubicBezTo>
                <a:cubicBezTo>
                  <a:pt x="347834" y="57939"/>
                  <a:pt x="347590" y="60542"/>
                  <a:pt x="347500" y="63122"/>
                </a:cubicBezTo>
                <a:lnTo>
                  <a:pt x="368052" y="63122"/>
                </a:lnTo>
                <a:close/>
                <a:moveTo>
                  <a:pt x="428904" y="64189"/>
                </a:moveTo>
                <a:lnTo>
                  <a:pt x="428904" y="78869"/>
                </a:lnTo>
                <a:lnTo>
                  <a:pt x="395676" y="78869"/>
                </a:lnTo>
                <a:lnTo>
                  <a:pt x="395676" y="64189"/>
                </a:lnTo>
                <a:lnTo>
                  <a:pt x="428904" y="64189"/>
                </a:lnTo>
                <a:close/>
                <a:moveTo>
                  <a:pt x="446920" y="46307"/>
                </a:moveTo>
                <a:cubicBezTo>
                  <a:pt x="446920" y="38923"/>
                  <a:pt x="446831" y="32362"/>
                  <a:pt x="446653" y="26624"/>
                </a:cubicBezTo>
                <a:cubicBezTo>
                  <a:pt x="446475" y="20886"/>
                  <a:pt x="446209" y="15125"/>
                  <a:pt x="445853" y="9342"/>
                </a:cubicBezTo>
                <a:cubicBezTo>
                  <a:pt x="447365" y="9520"/>
                  <a:pt x="449010" y="9676"/>
                  <a:pt x="450789" y="9811"/>
                </a:cubicBezTo>
                <a:cubicBezTo>
                  <a:pt x="452568" y="9944"/>
                  <a:pt x="454571" y="10010"/>
                  <a:pt x="456796" y="10010"/>
                </a:cubicBezTo>
                <a:cubicBezTo>
                  <a:pt x="459019" y="10010"/>
                  <a:pt x="461020" y="9944"/>
                  <a:pt x="462799" y="9811"/>
                </a:cubicBezTo>
                <a:cubicBezTo>
                  <a:pt x="464578" y="9676"/>
                  <a:pt x="466224" y="9520"/>
                  <a:pt x="467737" y="9342"/>
                </a:cubicBezTo>
                <a:cubicBezTo>
                  <a:pt x="467381" y="15125"/>
                  <a:pt x="467114" y="20886"/>
                  <a:pt x="466936" y="26624"/>
                </a:cubicBezTo>
                <a:cubicBezTo>
                  <a:pt x="466759" y="32362"/>
                  <a:pt x="466670" y="38923"/>
                  <a:pt x="466670" y="46307"/>
                </a:cubicBezTo>
                <a:lnTo>
                  <a:pt x="466670" y="64456"/>
                </a:lnTo>
                <a:cubicBezTo>
                  <a:pt x="466670" y="71841"/>
                  <a:pt x="466759" y="78402"/>
                  <a:pt x="466936" y="84141"/>
                </a:cubicBezTo>
                <a:cubicBezTo>
                  <a:pt x="467114" y="89879"/>
                  <a:pt x="467381" y="95506"/>
                  <a:pt x="467737" y="101021"/>
                </a:cubicBezTo>
                <a:cubicBezTo>
                  <a:pt x="466224" y="100844"/>
                  <a:pt x="464578" y="100755"/>
                  <a:pt x="462799" y="100755"/>
                </a:cubicBezTo>
                <a:cubicBezTo>
                  <a:pt x="461020" y="100755"/>
                  <a:pt x="459019" y="100755"/>
                  <a:pt x="456796" y="100755"/>
                </a:cubicBezTo>
                <a:cubicBezTo>
                  <a:pt x="454571" y="100755"/>
                  <a:pt x="452568" y="100755"/>
                  <a:pt x="450789" y="100755"/>
                </a:cubicBezTo>
                <a:cubicBezTo>
                  <a:pt x="449010" y="100755"/>
                  <a:pt x="447365" y="100844"/>
                  <a:pt x="445853" y="101021"/>
                </a:cubicBezTo>
                <a:cubicBezTo>
                  <a:pt x="446209" y="95506"/>
                  <a:pt x="446475" y="89879"/>
                  <a:pt x="446653" y="84141"/>
                </a:cubicBezTo>
                <a:cubicBezTo>
                  <a:pt x="446831" y="78402"/>
                  <a:pt x="446920" y="71841"/>
                  <a:pt x="446920" y="64456"/>
                </a:cubicBezTo>
                <a:lnTo>
                  <a:pt x="446920" y="46307"/>
                </a:lnTo>
                <a:close/>
                <a:moveTo>
                  <a:pt x="504971" y="46840"/>
                </a:moveTo>
                <a:cubicBezTo>
                  <a:pt x="507462" y="43104"/>
                  <a:pt x="510375" y="40214"/>
                  <a:pt x="513710" y="38168"/>
                </a:cubicBezTo>
                <a:cubicBezTo>
                  <a:pt x="517047" y="36121"/>
                  <a:pt x="520850" y="35097"/>
                  <a:pt x="525120" y="35097"/>
                </a:cubicBezTo>
                <a:cubicBezTo>
                  <a:pt x="531793" y="35097"/>
                  <a:pt x="536931" y="37032"/>
                  <a:pt x="540534" y="40903"/>
                </a:cubicBezTo>
                <a:cubicBezTo>
                  <a:pt x="544137" y="44773"/>
                  <a:pt x="545938" y="51023"/>
                  <a:pt x="545938" y="59653"/>
                </a:cubicBezTo>
                <a:cubicBezTo>
                  <a:pt x="545938" y="64189"/>
                  <a:pt x="545850" y="68193"/>
                  <a:pt x="545672" y="71662"/>
                </a:cubicBezTo>
                <a:cubicBezTo>
                  <a:pt x="545494" y="75132"/>
                  <a:pt x="545405" y="78602"/>
                  <a:pt x="545405" y="82072"/>
                </a:cubicBezTo>
                <a:cubicBezTo>
                  <a:pt x="545405" y="84919"/>
                  <a:pt x="545471" y="88010"/>
                  <a:pt x="545605" y="91347"/>
                </a:cubicBezTo>
                <a:cubicBezTo>
                  <a:pt x="545739" y="94682"/>
                  <a:pt x="545895" y="97907"/>
                  <a:pt x="546073" y="101021"/>
                </a:cubicBezTo>
                <a:cubicBezTo>
                  <a:pt x="544916" y="100844"/>
                  <a:pt x="543448" y="100755"/>
                  <a:pt x="541668" y="100755"/>
                </a:cubicBezTo>
                <a:cubicBezTo>
                  <a:pt x="539889" y="100755"/>
                  <a:pt x="538020" y="100755"/>
                  <a:pt x="536063" y="100755"/>
                </a:cubicBezTo>
                <a:cubicBezTo>
                  <a:pt x="534106" y="100755"/>
                  <a:pt x="532238" y="100755"/>
                  <a:pt x="530459" y="100755"/>
                </a:cubicBezTo>
                <a:cubicBezTo>
                  <a:pt x="528679" y="100755"/>
                  <a:pt x="527211" y="100844"/>
                  <a:pt x="526054" y="101021"/>
                </a:cubicBezTo>
                <a:cubicBezTo>
                  <a:pt x="526677" y="96395"/>
                  <a:pt x="527078" y="90946"/>
                  <a:pt x="527256" y="84674"/>
                </a:cubicBezTo>
                <a:cubicBezTo>
                  <a:pt x="527434" y="78402"/>
                  <a:pt x="527522" y="71219"/>
                  <a:pt x="527522" y="63122"/>
                </a:cubicBezTo>
                <a:cubicBezTo>
                  <a:pt x="527522" y="57517"/>
                  <a:pt x="526566" y="53403"/>
                  <a:pt x="524653" y="50778"/>
                </a:cubicBezTo>
                <a:cubicBezTo>
                  <a:pt x="522741" y="48153"/>
                  <a:pt x="520049" y="46840"/>
                  <a:pt x="516580" y="46840"/>
                </a:cubicBezTo>
                <a:cubicBezTo>
                  <a:pt x="512576" y="46840"/>
                  <a:pt x="509641" y="48575"/>
                  <a:pt x="507773" y="52045"/>
                </a:cubicBezTo>
                <a:cubicBezTo>
                  <a:pt x="505905" y="55515"/>
                  <a:pt x="504971" y="60319"/>
                  <a:pt x="504971" y="66458"/>
                </a:cubicBezTo>
                <a:lnTo>
                  <a:pt x="504971" y="71797"/>
                </a:lnTo>
                <a:cubicBezTo>
                  <a:pt x="504971" y="77223"/>
                  <a:pt x="505037" y="82338"/>
                  <a:pt x="505170" y="87142"/>
                </a:cubicBezTo>
                <a:cubicBezTo>
                  <a:pt x="505303" y="91946"/>
                  <a:pt x="505593" y="96573"/>
                  <a:pt x="506038" y="101021"/>
                </a:cubicBezTo>
                <a:cubicBezTo>
                  <a:pt x="504881" y="100844"/>
                  <a:pt x="503435" y="100755"/>
                  <a:pt x="501701" y="100755"/>
                </a:cubicBezTo>
                <a:cubicBezTo>
                  <a:pt x="499966" y="100755"/>
                  <a:pt x="498075" y="100755"/>
                  <a:pt x="496030" y="100755"/>
                </a:cubicBezTo>
                <a:cubicBezTo>
                  <a:pt x="493982" y="100755"/>
                  <a:pt x="492114" y="100755"/>
                  <a:pt x="490424" y="100755"/>
                </a:cubicBezTo>
                <a:cubicBezTo>
                  <a:pt x="488734" y="100755"/>
                  <a:pt x="487265" y="100844"/>
                  <a:pt x="486019" y="101021"/>
                </a:cubicBezTo>
                <a:cubicBezTo>
                  <a:pt x="486464" y="96573"/>
                  <a:pt x="486754" y="91946"/>
                  <a:pt x="486887" y="87142"/>
                </a:cubicBezTo>
                <a:cubicBezTo>
                  <a:pt x="487021" y="82338"/>
                  <a:pt x="487088" y="77223"/>
                  <a:pt x="487088" y="71797"/>
                </a:cubicBezTo>
                <a:lnTo>
                  <a:pt x="487088" y="66458"/>
                </a:lnTo>
                <a:cubicBezTo>
                  <a:pt x="487088" y="61032"/>
                  <a:pt x="487021" y="55939"/>
                  <a:pt x="486887" y="51180"/>
                </a:cubicBezTo>
                <a:cubicBezTo>
                  <a:pt x="486754" y="46419"/>
                  <a:pt x="486464" y="41636"/>
                  <a:pt x="486019" y="36832"/>
                </a:cubicBezTo>
                <a:cubicBezTo>
                  <a:pt x="487621" y="37010"/>
                  <a:pt x="489201" y="37166"/>
                  <a:pt x="490758" y="37300"/>
                </a:cubicBezTo>
                <a:cubicBezTo>
                  <a:pt x="492315" y="37433"/>
                  <a:pt x="493893" y="37500"/>
                  <a:pt x="495494" y="37500"/>
                </a:cubicBezTo>
                <a:cubicBezTo>
                  <a:pt x="497096" y="37500"/>
                  <a:pt x="498675" y="37433"/>
                  <a:pt x="500232" y="37300"/>
                </a:cubicBezTo>
                <a:cubicBezTo>
                  <a:pt x="501789" y="37166"/>
                  <a:pt x="503458" y="37010"/>
                  <a:pt x="505238" y="36832"/>
                </a:cubicBezTo>
                <a:lnTo>
                  <a:pt x="504702" y="46840"/>
                </a:lnTo>
                <a:lnTo>
                  <a:pt x="504971" y="46840"/>
                </a:lnTo>
                <a:close/>
                <a:moveTo>
                  <a:pt x="595314" y="37500"/>
                </a:moveTo>
                <a:cubicBezTo>
                  <a:pt x="595226" y="38211"/>
                  <a:pt x="595137" y="38834"/>
                  <a:pt x="595047" y="39369"/>
                </a:cubicBezTo>
                <a:cubicBezTo>
                  <a:pt x="594959" y="39903"/>
                  <a:pt x="594915" y="40480"/>
                  <a:pt x="594915" y="41102"/>
                </a:cubicBezTo>
                <a:cubicBezTo>
                  <a:pt x="594915" y="41637"/>
                  <a:pt x="594959" y="42194"/>
                  <a:pt x="595047" y="42772"/>
                </a:cubicBezTo>
                <a:cubicBezTo>
                  <a:pt x="595137" y="43350"/>
                  <a:pt x="595226" y="43906"/>
                  <a:pt x="595314" y="44440"/>
                </a:cubicBezTo>
                <a:lnTo>
                  <a:pt x="582771" y="44173"/>
                </a:lnTo>
                <a:lnTo>
                  <a:pt x="582771" y="55248"/>
                </a:lnTo>
                <a:cubicBezTo>
                  <a:pt x="582771" y="63967"/>
                  <a:pt x="582859" y="71975"/>
                  <a:pt x="583037" y="79270"/>
                </a:cubicBezTo>
                <a:cubicBezTo>
                  <a:pt x="583215" y="86565"/>
                  <a:pt x="583482" y="93816"/>
                  <a:pt x="583838" y="101021"/>
                </a:cubicBezTo>
                <a:cubicBezTo>
                  <a:pt x="582681" y="100844"/>
                  <a:pt x="581213" y="100755"/>
                  <a:pt x="579433" y="100755"/>
                </a:cubicBezTo>
                <a:cubicBezTo>
                  <a:pt x="577655" y="100755"/>
                  <a:pt x="575787" y="100755"/>
                  <a:pt x="573829" y="100755"/>
                </a:cubicBezTo>
                <a:cubicBezTo>
                  <a:pt x="571872" y="100755"/>
                  <a:pt x="570003" y="100755"/>
                  <a:pt x="568223" y="100755"/>
                </a:cubicBezTo>
                <a:cubicBezTo>
                  <a:pt x="566445" y="100755"/>
                  <a:pt x="564978" y="100844"/>
                  <a:pt x="563821" y="101021"/>
                </a:cubicBezTo>
                <a:cubicBezTo>
                  <a:pt x="564177" y="93816"/>
                  <a:pt x="564443" y="86565"/>
                  <a:pt x="564621" y="79270"/>
                </a:cubicBezTo>
                <a:cubicBezTo>
                  <a:pt x="564799" y="71975"/>
                  <a:pt x="564888" y="63967"/>
                  <a:pt x="564888" y="55248"/>
                </a:cubicBezTo>
                <a:lnTo>
                  <a:pt x="564888" y="44305"/>
                </a:lnTo>
                <a:lnTo>
                  <a:pt x="555548" y="44440"/>
                </a:lnTo>
                <a:cubicBezTo>
                  <a:pt x="555814" y="43371"/>
                  <a:pt x="555947" y="42259"/>
                  <a:pt x="555947" y="41102"/>
                </a:cubicBezTo>
                <a:cubicBezTo>
                  <a:pt x="555947" y="40035"/>
                  <a:pt x="555814" y="38834"/>
                  <a:pt x="555548" y="37500"/>
                </a:cubicBezTo>
                <a:lnTo>
                  <a:pt x="564888" y="37901"/>
                </a:lnTo>
                <a:cubicBezTo>
                  <a:pt x="565779" y="32474"/>
                  <a:pt x="566891" y="27447"/>
                  <a:pt x="568225" y="22820"/>
                </a:cubicBezTo>
                <a:cubicBezTo>
                  <a:pt x="569560" y="18194"/>
                  <a:pt x="571317" y="14191"/>
                  <a:pt x="573495" y="10811"/>
                </a:cubicBezTo>
                <a:cubicBezTo>
                  <a:pt x="575676" y="7429"/>
                  <a:pt x="578412" y="4782"/>
                  <a:pt x="581704" y="2869"/>
                </a:cubicBezTo>
                <a:cubicBezTo>
                  <a:pt x="584996" y="956"/>
                  <a:pt x="589043" y="0"/>
                  <a:pt x="593846" y="0"/>
                </a:cubicBezTo>
                <a:cubicBezTo>
                  <a:pt x="595359" y="0"/>
                  <a:pt x="597228" y="223"/>
                  <a:pt x="599452" y="668"/>
                </a:cubicBezTo>
                <a:cubicBezTo>
                  <a:pt x="599184" y="2092"/>
                  <a:pt x="599028" y="4027"/>
                  <a:pt x="598983" y="6473"/>
                </a:cubicBezTo>
                <a:cubicBezTo>
                  <a:pt x="598940" y="8920"/>
                  <a:pt x="598918" y="11299"/>
                  <a:pt x="598918" y="13612"/>
                </a:cubicBezTo>
                <a:lnTo>
                  <a:pt x="598918" y="18017"/>
                </a:lnTo>
                <a:lnTo>
                  <a:pt x="597316" y="18550"/>
                </a:lnTo>
                <a:cubicBezTo>
                  <a:pt x="595537" y="17572"/>
                  <a:pt x="593492" y="16682"/>
                  <a:pt x="591178" y="15881"/>
                </a:cubicBezTo>
                <a:cubicBezTo>
                  <a:pt x="588865" y="15080"/>
                  <a:pt x="586641" y="14679"/>
                  <a:pt x="584505" y="14679"/>
                </a:cubicBezTo>
                <a:cubicBezTo>
                  <a:pt x="581925" y="14679"/>
                  <a:pt x="579945" y="15102"/>
                  <a:pt x="578566" y="15948"/>
                </a:cubicBezTo>
                <a:cubicBezTo>
                  <a:pt x="577188" y="16792"/>
                  <a:pt x="576499" y="18282"/>
                  <a:pt x="576499" y="20418"/>
                </a:cubicBezTo>
                <a:cubicBezTo>
                  <a:pt x="576499" y="22465"/>
                  <a:pt x="577099" y="25090"/>
                  <a:pt x="578299" y="28292"/>
                </a:cubicBezTo>
                <a:cubicBezTo>
                  <a:pt x="579500" y="31494"/>
                  <a:pt x="580991" y="34653"/>
                  <a:pt x="582771" y="37767"/>
                </a:cubicBezTo>
                <a:lnTo>
                  <a:pt x="595314" y="37500"/>
                </a:lnTo>
                <a:close/>
                <a:moveTo>
                  <a:pt x="645225" y="65792"/>
                </a:moveTo>
                <a:cubicBezTo>
                  <a:pt x="645225" y="57962"/>
                  <a:pt x="644246" y="51890"/>
                  <a:pt x="642288" y="47575"/>
                </a:cubicBezTo>
                <a:cubicBezTo>
                  <a:pt x="640331" y="43260"/>
                  <a:pt x="637084" y="41102"/>
                  <a:pt x="632547" y="41102"/>
                </a:cubicBezTo>
                <a:cubicBezTo>
                  <a:pt x="628454" y="41102"/>
                  <a:pt x="625229" y="43504"/>
                  <a:pt x="622871" y="48308"/>
                </a:cubicBezTo>
                <a:cubicBezTo>
                  <a:pt x="620514" y="53113"/>
                  <a:pt x="619336" y="60631"/>
                  <a:pt x="619336" y="70862"/>
                </a:cubicBezTo>
                <a:cubicBezTo>
                  <a:pt x="619336" y="74598"/>
                  <a:pt x="619558" y="78068"/>
                  <a:pt x="620001" y="81272"/>
                </a:cubicBezTo>
                <a:cubicBezTo>
                  <a:pt x="620447" y="84474"/>
                  <a:pt x="621181" y="87254"/>
                  <a:pt x="622205" y="89612"/>
                </a:cubicBezTo>
                <a:cubicBezTo>
                  <a:pt x="623228" y="91969"/>
                  <a:pt x="624563" y="93815"/>
                  <a:pt x="626208" y="95151"/>
                </a:cubicBezTo>
                <a:cubicBezTo>
                  <a:pt x="627855" y="96485"/>
                  <a:pt x="629923" y="97152"/>
                  <a:pt x="632415" y="97152"/>
                </a:cubicBezTo>
                <a:cubicBezTo>
                  <a:pt x="640955" y="97152"/>
                  <a:pt x="645225" y="86699"/>
                  <a:pt x="645225" y="65792"/>
                </a:cubicBezTo>
                <a:moveTo>
                  <a:pt x="599586" y="70728"/>
                </a:moveTo>
                <a:cubicBezTo>
                  <a:pt x="599586" y="64767"/>
                  <a:pt x="600497" y="59563"/>
                  <a:pt x="602320" y="55116"/>
                </a:cubicBezTo>
                <a:cubicBezTo>
                  <a:pt x="604145" y="50667"/>
                  <a:pt x="606570" y="46953"/>
                  <a:pt x="609594" y="43973"/>
                </a:cubicBezTo>
                <a:cubicBezTo>
                  <a:pt x="612619" y="40992"/>
                  <a:pt x="616110" y="38768"/>
                  <a:pt x="620069" y="37300"/>
                </a:cubicBezTo>
                <a:cubicBezTo>
                  <a:pt x="624028" y="35832"/>
                  <a:pt x="628099" y="35097"/>
                  <a:pt x="632280" y="35097"/>
                </a:cubicBezTo>
                <a:cubicBezTo>
                  <a:pt x="642690" y="35097"/>
                  <a:pt x="650741" y="38033"/>
                  <a:pt x="656434" y="43906"/>
                </a:cubicBezTo>
                <a:cubicBezTo>
                  <a:pt x="662128" y="49777"/>
                  <a:pt x="664974" y="57740"/>
                  <a:pt x="664974" y="67794"/>
                </a:cubicBezTo>
                <a:cubicBezTo>
                  <a:pt x="664974" y="73219"/>
                  <a:pt x="664174" y="78113"/>
                  <a:pt x="662572" y="82473"/>
                </a:cubicBezTo>
                <a:cubicBezTo>
                  <a:pt x="660971" y="86832"/>
                  <a:pt x="658725" y="90546"/>
                  <a:pt x="655834" y="93615"/>
                </a:cubicBezTo>
                <a:cubicBezTo>
                  <a:pt x="652942" y="96685"/>
                  <a:pt x="649495" y="98976"/>
                  <a:pt x="645491" y="100488"/>
                </a:cubicBezTo>
                <a:cubicBezTo>
                  <a:pt x="641488" y="102000"/>
                  <a:pt x="637084" y="102756"/>
                  <a:pt x="632280" y="102756"/>
                </a:cubicBezTo>
                <a:cubicBezTo>
                  <a:pt x="628277" y="102756"/>
                  <a:pt x="624340" y="102222"/>
                  <a:pt x="620470" y="101154"/>
                </a:cubicBezTo>
                <a:cubicBezTo>
                  <a:pt x="616599" y="100087"/>
                  <a:pt x="613107" y="98286"/>
                  <a:pt x="609993" y="95751"/>
                </a:cubicBezTo>
                <a:cubicBezTo>
                  <a:pt x="606880" y="93216"/>
                  <a:pt x="604368" y="89901"/>
                  <a:pt x="602455" y="85808"/>
                </a:cubicBezTo>
                <a:cubicBezTo>
                  <a:pt x="600542" y="81715"/>
                  <a:pt x="599586" y="76689"/>
                  <a:pt x="599586" y="70728"/>
                </a:cubicBezTo>
                <a:close/>
                <a:moveTo>
                  <a:pt x="695669" y="53381"/>
                </a:moveTo>
                <a:cubicBezTo>
                  <a:pt x="697982" y="47242"/>
                  <a:pt x="700784" y="42727"/>
                  <a:pt x="704075" y="39836"/>
                </a:cubicBezTo>
                <a:cubicBezTo>
                  <a:pt x="707367" y="36944"/>
                  <a:pt x="711282" y="35498"/>
                  <a:pt x="715820" y="35498"/>
                </a:cubicBezTo>
                <a:cubicBezTo>
                  <a:pt x="716264" y="35498"/>
                  <a:pt x="716641" y="35521"/>
                  <a:pt x="716952" y="35565"/>
                </a:cubicBezTo>
                <a:cubicBezTo>
                  <a:pt x="717265" y="35609"/>
                  <a:pt x="717599" y="35631"/>
                  <a:pt x="717954" y="35631"/>
                </a:cubicBezTo>
                <a:cubicBezTo>
                  <a:pt x="717687" y="36965"/>
                  <a:pt x="717487" y="38389"/>
                  <a:pt x="717353" y="39903"/>
                </a:cubicBezTo>
                <a:cubicBezTo>
                  <a:pt x="717220" y="41415"/>
                  <a:pt x="717154" y="43194"/>
                  <a:pt x="717154" y="45240"/>
                </a:cubicBezTo>
                <a:lnTo>
                  <a:pt x="717154" y="49510"/>
                </a:lnTo>
                <a:cubicBezTo>
                  <a:pt x="717154" y="50221"/>
                  <a:pt x="717154" y="50977"/>
                  <a:pt x="717154" y="51778"/>
                </a:cubicBezTo>
                <a:cubicBezTo>
                  <a:pt x="717154" y="52579"/>
                  <a:pt x="717198" y="53335"/>
                  <a:pt x="717286" y="54047"/>
                </a:cubicBezTo>
                <a:lnTo>
                  <a:pt x="716087" y="55116"/>
                </a:lnTo>
                <a:cubicBezTo>
                  <a:pt x="715196" y="54581"/>
                  <a:pt x="714195" y="54136"/>
                  <a:pt x="713083" y="53780"/>
                </a:cubicBezTo>
                <a:cubicBezTo>
                  <a:pt x="711972" y="53424"/>
                  <a:pt x="710704" y="53246"/>
                  <a:pt x="709280" y="53246"/>
                </a:cubicBezTo>
                <a:cubicBezTo>
                  <a:pt x="705276" y="53246"/>
                  <a:pt x="702118" y="54559"/>
                  <a:pt x="699805" y="57185"/>
                </a:cubicBezTo>
                <a:cubicBezTo>
                  <a:pt x="697492" y="59809"/>
                  <a:pt x="696335" y="62900"/>
                  <a:pt x="696335" y="66458"/>
                </a:cubicBezTo>
                <a:lnTo>
                  <a:pt x="696335" y="71797"/>
                </a:lnTo>
                <a:cubicBezTo>
                  <a:pt x="696335" y="77223"/>
                  <a:pt x="696402" y="82338"/>
                  <a:pt x="696535" y="87142"/>
                </a:cubicBezTo>
                <a:cubicBezTo>
                  <a:pt x="696669" y="91946"/>
                  <a:pt x="696959" y="96573"/>
                  <a:pt x="697404" y="101021"/>
                </a:cubicBezTo>
                <a:cubicBezTo>
                  <a:pt x="696248" y="100844"/>
                  <a:pt x="694802" y="100755"/>
                  <a:pt x="693067" y="100755"/>
                </a:cubicBezTo>
                <a:cubicBezTo>
                  <a:pt x="691332" y="100755"/>
                  <a:pt x="689441" y="100755"/>
                  <a:pt x="687394" y="100755"/>
                </a:cubicBezTo>
                <a:cubicBezTo>
                  <a:pt x="685348" y="100755"/>
                  <a:pt x="683480" y="100755"/>
                  <a:pt x="681790" y="100755"/>
                </a:cubicBezTo>
                <a:cubicBezTo>
                  <a:pt x="680100" y="100755"/>
                  <a:pt x="678632" y="100844"/>
                  <a:pt x="677386" y="101021"/>
                </a:cubicBezTo>
                <a:cubicBezTo>
                  <a:pt x="677831" y="96573"/>
                  <a:pt x="678120" y="91946"/>
                  <a:pt x="678253" y="87142"/>
                </a:cubicBezTo>
                <a:cubicBezTo>
                  <a:pt x="678386" y="82338"/>
                  <a:pt x="678453" y="77223"/>
                  <a:pt x="678453" y="71797"/>
                </a:cubicBezTo>
                <a:lnTo>
                  <a:pt x="678453" y="66458"/>
                </a:lnTo>
                <a:cubicBezTo>
                  <a:pt x="678453" y="61032"/>
                  <a:pt x="678386" y="55939"/>
                  <a:pt x="678253" y="51180"/>
                </a:cubicBezTo>
                <a:cubicBezTo>
                  <a:pt x="678120" y="46419"/>
                  <a:pt x="677831" y="41636"/>
                  <a:pt x="677386" y="36832"/>
                </a:cubicBezTo>
                <a:cubicBezTo>
                  <a:pt x="678898" y="37010"/>
                  <a:pt x="680433" y="37166"/>
                  <a:pt x="681990" y="37300"/>
                </a:cubicBezTo>
                <a:cubicBezTo>
                  <a:pt x="683547" y="37433"/>
                  <a:pt x="685081" y="37500"/>
                  <a:pt x="686594" y="37500"/>
                </a:cubicBezTo>
                <a:cubicBezTo>
                  <a:pt x="688106" y="37500"/>
                  <a:pt x="689641" y="37433"/>
                  <a:pt x="691198" y="37300"/>
                </a:cubicBezTo>
                <a:cubicBezTo>
                  <a:pt x="692755" y="37166"/>
                  <a:pt x="694289" y="37010"/>
                  <a:pt x="695802" y="36832"/>
                </a:cubicBezTo>
                <a:lnTo>
                  <a:pt x="695402" y="53114"/>
                </a:lnTo>
                <a:lnTo>
                  <a:pt x="695669" y="53381"/>
                </a:lnTo>
                <a:close/>
                <a:moveTo>
                  <a:pt x="746913" y="46840"/>
                </a:moveTo>
                <a:cubicBezTo>
                  <a:pt x="749404" y="43104"/>
                  <a:pt x="752317" y="40214"/>
                  <a:pt x="755653" y="38168"/>
                </a:cubicBezTo>
                <a:cubicBezTo>
                  <a:pt x="758989" y="36121"/>
                  <a:pt x="762793" y="35097"/>
                  <a:pt x="767064" y="35097"/>
                </a:cubicBezTo>
                <a:cubicBezTo>
                  <a:pt x="771067" y="35097"/>
                  <a:pt x="774515" y="36187"/>
                  <a:pt x="777406" y="38367"/>
                </a:cubicBezTo>
                <a:cubicBezTo>
                  <a:pt x="780298" y="40548"/>
                  <a:pt x="782544" y="43683"/>
                  <a:pt x="784144" y="47775"/>
                </a:cubicBezTo>
                <a:cubicBezTo>
                  <a:pt x="786814" y="43683"/>
                  <a:pt x="789929" y="40548"/>
                  <a:pt x="793487" y="38367"/>
                </a:cubicBezTo>
                <a:cubicBezTo>
                  <a:pt x="797045" y="36187"/>
                  <a:pt x="800826" y="35097"/>
                  <a:pt x="804831" y="35097"/>
                </a:cubicBezTo>
                <a:cubicBezTo>
                  <a:pt x="811503" y="35097"/>
                  <a:pt x="816640" y="37032"/>
                  <a:pt x="820243" y="40903"/>
                </a:cubicBezTo>
                <a:cubicBezTo>
                  <a:pt x="823846" y="44773"/>
                  <a:pt x="825647" y="51023"/>
                  <a:pt x="825647" y="59653"/>
                </a:cubicBezTo>
                <a:cubicBezTo>
                  <a:pt x="825647" y="64189"/>
                  <a:pt x="825558" y="68193"/>
                  <a:pt x="825381" y="71662"/>
                </a:cubicBezTo>
                <a:cubicBezTo>
                  <a:pt x="825203" y="75132"/>
                  <a:pt x="825114" y="78602"/>
                  <a:pt x="825114" y="82072"/>
                </a:cubicBezTo>
                <a:cubicBezTo>
                  <a:pt x="825114" y="84919"/>
                  <a:pt x="825180" y="88010"/>
                  <a:pt x="825313" y="91347"/>
                </a:cubicBezTo>
                <a:cubicBezTo>
                  <a:pt x="825448" y="94682"/>
                  <a:pt x="825604" y="97907"/>
                  <a:pt x="825782" y="101021"/>
                </a:cubicBezTo>
                <a:cubicBezTo>
                  <a:pt x="824625" y="100844"/>
                  <a:pt x="823157" y="100755"/>
                  <a:pt x="821377" y="100755"/>
                </a:cubicBezTo>
                <a:cubicBezTo>
                  <a:pt x="819598" y="100755"/>
                  <a:pt x="817729" y="100755"/>
                  <a:pt x="815771" y="100755"/>
                </a:cubicBezTo>
                <a:cubicBezTo>
                  <a:pt x="813815" y="100755"/>
                  <a:pt x="811947" y="100755"/>
                  <a:pt x="810168" y="100755"/>
                </a:cubicBezTo>
                <a:cubicBezTo>
                  <a:pt x="808388" y="100755"/>
                  <a:pt x="806920" y="100844"/>
                  <a:pt x="805763" y="101021"/>
                </a:cubicBezTo>
                <a:cubicBezTo>
                  <a:pt x="806386" y="96395"/>
                  <a:pt x="806787" y="90946"/>
                  <a:pt x="806965" y="84674"/>
                </a:cubicBezTo>
                <a:cubicBezTo>
                  <a:pt x="807142" y="78402"/>
                  <a:pt x="807231" y="71219"/>
                  <a:pt x="807231" y="63122"/>
                </a:cubicBezTo>
                <a:cubicBezTo>
                  <a:pt x="807231" y="57517"/>
                  <a:pt x="806297" y="53403"/>
                  <a:pt x="804429" y="50778"/>
                </a:cubicBezTo>
                <a:cubicBezTo>
                  <a:pt x="802562" y="48153"/>
                  <a:pt x="799937" y="46840"/>
                  <a:pt x="796555" y="46840"/>
                </a:cubicBezTo>
                <a:cubicBezTo>
                  <a:pt x="794420" y="46840"/>
                  <a:pt x="792663" y="47330"/>
                  <a:pt x="791283" y="48308"/>
                </a:cubicBezTo>
                <a:cubicBezTo>
                  <a:pt x="789905" y="49287"/>
                  <a:pt x="788816" y="50555"/>
                  <a:pt x="788015" y="52112"/>
                </a:cubicBezTo>
                <a:cubicBezTo>
                  <a:pt x="787214" y="53669"/>
                  <a:pt x="786680" y="55338"/>
                  <a:pt x="786413" y="57117"/>
                </a:cubicBezTo>
                <a:cubicBezTo>
                  <a:pt x="786146" y="58896"/>
                  <a:pt x="786013" y="60586"/>
                  <a:pt x="786013" y="62188"/>
                </a:cubicBezTo>
                <a:lnTo>
                  <a:pt x="786013" y="71797"/>
                </a:lnTo>
                <a:cubicBezTo>
                  <a:pt x="786013" y="77223"/>
                  <a:pt x="786080" y="82338"/>
                  <a:pt x="786213" y="87142"/>
                </a:cubicBezTo>
                <a:cubicBezTo>
                  <a:pt x="786347" y="91946"/>
                  <a:pt x="786637" y="96573"/>
                  <a:pt x="787080" y="101021"/>
                </a:cubicBezTo>
                <a:cubicBezTo>
                  <a:pt x="785924" y="100844"/>
                  <a:pt x="784478" y="100755"/>
                  <a:pt x="782743" y="100755"/>
                </a:cubicBezTo>
                <a:cubicBezTo>
                  <a:pt x="781008" y="100755"/>
                  <a:pt x="779118" y="100755"/>
                  <a:pt x="777072" y="100755"/>
                </a:cubicBezTo>
                <a:cubicBezTo>
                  <a:pt x="775026" y="100755"/>
                  <a:pt x="773158" y="100755"/>
                  <a:pt x="771466" y="100755"/>
                </a:cubicBezTo>
                <a:cubicBezTo>
                  <a:pt x="769776" y="100755"/>
                  <a:pt x="768309" y="100844"/>
                  <a:pt x="767064" y="101021"/>
                </a:cubicBezTo>
                <a:cubicBezTo>
                  <a:pt x="767509" y="96573"/>
                  <a:pt x="767798" y="91946"/>
                  <a:pt x="767931" y="87142"/>
                </a:cubicBezTo>
                <a:cubicBezTo>
                  <a:pt x="768064" y="82338"/>
                  <a:pt x="768131" y="77223"/>
                  <a:pt x="768131" y="71797"/>
                </a:cubicBezTo>
                <a:lnTo>
                  <a:pt x="768131" y="63656"/>
                </a:lnTo>
                <a:cubicBezTo>
                  <a:pt x="768131" y="58318"/>
                  <a:pt x="767464" y="54181"/>
                  <a:pt x="766129" y="51245"/>
                </a:cubicBezTo>
                <a:cubicBezTo>
                  <a:pt x="764795" y="48308"/>
                  <a:pt x="762260" y="46840"/>
                  <a:pt x="758524" y="46840"/>
                </a:cubicBezTo>
                <a:cubicBezTo>
                  <a:pt x="754519" y="46840"/>
                  <a:pt x="751583" y="48575"/>
                  <a:pt x="749715" y="52045"/>
                </a:cubicBezTo>
                <a:cubicBezTo>
                  <a:pt x="747847" y="55515"/>
                  <a:pt x="746913" y="60319"/>
                  <a:pt x="746913" y="66458"/>
                </a:cubicBezTo>
                <a:lnTo>
                  <a:pt x="746913" y="71797"/>
                </a:lnTo>
                <a:cubicBezTo>
                  <a:pt x="746913" y="77223"/>
                  <a:pt x="746980" y="82338"/>
                  <a:pt x="747113" y="87142"/>
                </a:cubicBezTo>
                <a:cubicBezTo>
                  <a:pt x="747247" y="91946"/>
                  <a:pt x="747536" y="96573"/>
                  <a:pt x="747980" y="101021"/>
                </a:cubicBezTo>
                <a:cubicBezTo>
                  <a:pt x="746823" y="100844"/>
                  <a:pt x="745378" y="100755"/>
                  <a:pt x="743643" y="100755"/>
                </a:cubicBezTo>
                <a:cubicBezTo>
                  <a:pt x="741908" y="100755"/>
                  <a:pt x="740018" y="100755"/>
                  <a:pt x="737972" y="100755"/>
                </a:cubicBezTo>
                <a:cubicBezTo>
                  <a:pt x="735926" y="100755"/>
                  <a:pt x="734057" y="100755"/>
                  <a:pt x="732366" y="100755"/>
                </a:cubicBezTo>
                <a:cubicBezTo>
                  <a:pt x="730676" y="100755"/>
                  <a:pt x="729208" y="100844"/>
                  <a:pt x="727963" y="101021"/>
                </a:cubicBezTo>
                <a:cubicBezTo>
                  <a:pt x="728407" y="96573"/>
                  <a:pt x="728696" y="91946"/>
                  <a:pt x="728829" y="87142"/>
                </a:cubicBezTo>
                <a:cubicBezTo>
                  <a:pt x="728963" y="82338"/>
                  <a:pt x="729030" y="77223"/>
                  <a:pt x="729030" y="71797"/>
                </a:cubicBezTo>
                <a:lnTo>
                  <a:pt x="729030" y="66458"/>
                </a:lnTo>
                <a:cubicBezTo>
                  <a:pt x="729030" y="61032"/>
                  <a:pt x="728963" y="55939"/>
                  <a:pt x="728829" y="51180"/>
                </a:cubicBezTo>
                <a:cubicBezTo>
                  <a:pt x="728696" y="46419"/>
                  <a:pt x="728407" y="41636"/>
                  <a:pt x="727963" y="36832"/>
                </a:cubicBezTo>
                <a:cubicBezTo>
                  <a:pt x="729564" y="37010"/>
                  <a:pt x="731143" y="37166"/>
                  <a:pt x="732700" y="37300"/>
                </a:cubicBezTo>
                <a:cubicBezTo>
                  <a:pt x="734257" y="37433"/>
                  <a:pt x="735836" y="37500"/>
                  <a:pt x="737438" y="37500"/>
                </a:cubicBezTo>
                <a:cubicBezTo>
                  <a:pt x="739040" y="37500"/>
                  <a:pt x="740619" y="37433"/>
                  <a:pt x="742175" y="37300"/>
                </a:cubicBezTo>
                <a:cubicBezTo>
                  <a:pt x="743732" y="37166"/>
                  <a:pt x="745400" y="37010"/>
                  <a:pt x="747180" y="36832"/>
                </a:cubicBezTo>
                <a:lnTo>
                  <a:pt x="746646" y="46840"/>
                </a:lnTo>
                <a:lnTo>
                  <a:pt x="746913" y="46840"/>
                </a:lnTo>
                <a:close/>
                <a:moveTo>
                  <a:pt x="856608" y="69127"/>
                </a:moveTo>
                <a:cubicBezTo>
                  <a:pt x="856608" y="72685"/>
                  <a:pt x="856963" y="76021"/>
                  <a:pt x="857675" y="79136"/>
                </a:cubicBezTo>
                <a:cubicBezTo>
                  <a:pt x="858387" y="82250"/>
                  <a:pt x="859478" y="84941"/>
                  <a:pt x="860945" y="87209"/>
                </a:cubicBezTo>
                <a:cubicBezTo>
                  <a:pt x="862413" y="89478"/>
                  <a:pt x="864280" y="91257"/>
                  <a:pt x="866549" y="92548"/>
                </a:cubicBezTo>
                <a:cubicBezTo>
                  <a:pt x="868819" y="93838"/>
                  <a:pt x="871466" y="94483"/>
                  <a:pt x="874490" y="94483"/>
                </a:cubicBezTo>
                <a:cubicBezTo>
                  <a:pt x="880629" y="94483"/>
                  <a:pt x="886100" y="92481"/>
                  <a:pt x="890905" y="88478"/>
                </a:cubicBezTo>
                <a:lnTo>
                  <a:pt x="892505" y="89679"/>
                </a:lnTo>
                <a:lnTo>
                  <a:pt x="889569" y="97152"/>
                </a:lnTo>
                <a:cubicBezTo>
                  <a:pt x="887345" y="98843"/>
                  <a:pt x="884676" y="100199"/>
                  <a:pt x="881562" y="101221"/>
                </a:cubicBezTo>
                <a:cubicBezTo>
                  <a:pt x="878448" y="102244"/>
                  <a:pt x="874356" y="102756"/>
                  <a:pt x="869286" y="102756"/>
                </a:cubicBezTo>
                <a:cubicBezTo>
                  <a:pt x="864927" y="102756"/>
                  <a:pt x="860790" y="102156"/>
                  <a:pt x="856875" y="100954"/>
                </a:cubicBezTo>
                <a:cubicBezTo>
                  <a:pt x="852961" y="99754"/>
                  <a:pt x="849513" y="97775"/>
                  <a:pt x="846532" y="95016"/>
                </a:cubicBezTo>
                <a:cubicBezTo>
                  <a:pt x="843553" y="92258"/>
                  <a:pt x="841195" y="88766"/>
                  <a:pt x="839460" y="84540"/>
                </a:cubicBezTo>
                <a:cubicBezTo>
                  <a:pt x="837725" y="80314"/>
                  <a:pt x="836858" y="75265"/>
                  <a:pt x="836858" y="69394"/>
                </a:cubicBezTo>
                <a:cubicBezTo>
                  <a:pt x="836858" y="63611"/>
                  <a:pt x="837636" y="58585"/>
                  <a:pt x="839192" y="54315"/>
                </a:cubicBezTo>
                <a:cubicBezTo>
                  <a:pt x="840749" y="50045"/>
                  <a:pt x="842906" y="46486"/>
                  <a:pt x="845665" y="43639"/>
                </a:cubicBezTo>
                <a:cubicBezTo>
                  <a:pt x="848423" y="40791"/>
                  <a:pt x="851693" y="38656"/>
                  <a:pt x="855474" y="37233"/>
                </a:cubicBezTo>
                <a:cubicBezTo>
                  <a:pt x="859254" y="35809"/>
                  <a:pt x="863369" y="35097"/>
                  <a:pt x="867817" y="35097"/>
                </a:cubicBezTo>
                <a:cubicBezTo>
                  <a:pt x="876625" y="35097"/>
                  <a:pt x="883364" y="37677"/>
                  <a:pt x="888034" y="42837"/>
                </a:cubicBezTo>
                <a:cubicBezTo>
                  <a:pt x="892705" y="47997"/>
                  <a:pt x="895040" y="55292"/>
                  <a:pt x="895040" y="64723"/>
                </a:cubicBezTo>
                <a:lnTo>
                  <a:pt x="895040" y="67527"/>
                </a:lnTo>
                <a:cubicBezTo>
                  <a:pt x="895040" y="68326"/>
                  <a:pt x="894996" y="68860"/>
                  <a:pt x="894908" y="69127"/>
                </a:cubicBezTo>
                <a:lnTo>
                  <a:pt x="856608" y="69127"/>
                </a:lnTo>
                <a:moveTo>
                  <a:pt x="877160" y="63122"/>
                </a:moveTo>
                <a:cubicBezTo>
                  <a:pt x="876981" y="56450"/>
                  <a:pt x="876157" y="51112"/>
                  <a:pt x="874690" y="47109"/>
                </a:cubicBezTo>
                <a:cubicBezTo>
                  <a:pt x="873222" y="43104"/>
                  <a:pt x="870754" y="41102"/>
                  <a:pt x="867284" y="41102"/>
                </a:cubicBezTo>
                <a:cubicBezTo>
                  <a:pt x="865326" y="41102"/>
                  <a:pt x="863680" y="41769"/>
                  <a:pt x="862346" y="43104"/>
                </a:cubicBezTo>
                <a:cubicBezTo>
                  <a:pt x="861012" y="44438"/>
                  <a:pt x="859944" y="46151"/>
                  <a:pt x="859143" y="48243"/>
                </a:cubicBezTo>
                <a:cubicBezTo>
                  <a:pt x="858342" y="50334"/>
                  <a:pt x="857741" y="52691"/>
                  <a:pt x="857341" y="55315"/>
                </a:cubicBezTo>
                <a:cubicBezTo>
                  <a:pt x="856942" y="57939"/>
                  <a:pt x="856697" y="60542"/>
                  <a:pt x="856608" y="63122"/>
                </a:cubicBezTo>
                <a:lnTo>
                  <a:pt x="877160" y="63122"/>
                </a:lnTo>
                <a:close/>
                <a:moveTo>
                  <a:pt x="923332" y="70461"/>
                </a:moveTo>
                <a:cubicBezTo>
                  <a:pt x="923332" y="74999"/>
                  <a:pt x="923644" y="78825"/>
                  <a:pt x="924267" y="81939"/>
                </a:cubicBezTo>
                <a:cubicBezTo>
                  <a:pt x="924890" y="85052"/>
                  <a:pt x="925735" y="87565"/>
                  <a:pt x="926802" y="89478"/>
                </a:cubicBezTo>
                <a:cubicBezTo>
                  <a:pt x="927869" y="91390"/>
                  <a:pt x="929092" y="92770"/>
                  <a:pt x="930471" y="93615"/>
                </a:cubicBezTo>
                <a:cubicBezTo>
                  <a:pt x="931851" y="94460"/>
                  <a:pt x="933296" y="94882"/>
                  <a:pt x="934809" y="94882"/>
                </a:cubicBezTo>
                <a:cubicBezTo>
                  <a:pt x="938456" y="94882"/>
                  <a:pt x="941459" y="92814"/>
                  <a:pt x="943815" y="88677"/>
                </a:cubicBezTo>
                <a:cubicBezTo>
                  <a:pt x="946173" y="84541"/>
                  <a:pt x="947352" y="77669"/>
                  <a:pt x="947352" y="68060"/>
                </a:cubicBezTo>
                <a:cubicBezTo>
                  <a:pt x="947352" y="59786"/>
                  <a:pt x="946240" y="53759"/>
                  <a:pt x="944017" y="49978"/>
                </a:cubicBezTo>
                <a:cubicBezTo>
                  <a:pt x="941793" y="46196"/>
                  <a:pt x="938946" y="44305"/>
                  <a:pt x="935477" y="44305"/>
                </a:cubicBezTo>
                <a:cubicBezTo>
                  <a:pt x="934053" y="44305"/>
                  <a:pt x="932629" y="44706"/>
                  <a:pt x="931205" y="45507"/>
                </a:cubicBezTo>
                <a:cubicBezTo>
                  <a:pt x="929782" y="46307"/>
                  <a:pt x="928492" y="47709"/>
                  <a:pt x="927336" y="49711"/>
                </a:cubicBezTo>
                <a:cubicBezTo>
                  <a:pt x="926179" y="51712"/>
                  <a:pt x="925223" y="54404"/>
                  <a:pt x="924467" y="57785"/>
                </a:cubicBezTo>
                <a:cubicBezTo>
                  <a:pt x="923710" y="61165"/>
                  <a:pt x="923332" y="65391"/>
                  <a:pt x="923332" y="70461"/>
                </a:cubicBezTo>
                <a:moveTo>
                  <a:pt x="965235" y="55248"/>
                </a:moveTo>
                <a:cubicBezTo>
                  <a:pt x="965235" y="63967"/>
                  <a:pt x="965324" y="71975"/>
                  <a:pt x="965501" y="79270"/>
                </a:cubicBezTo>
                <a:cubicBezTo>
                  <a:pt x="965679" y="86565"/>
                  <a:pt x="965947" y="93816"/>
                  <a:pt x="966304" y="101021"/>
                </a:cubicBezTo>
                <a:cubicBezTo>
                  <a:pt x="965147" y="100844"/>
                  <a:pt x="963679" y="100755"/>
                  <a:pt x="961899" y="100755"/>
                </a:cubicBezTo>
                <a:cubicBezTo>
                  <a:pt x="960120" y="100755"/>
                  <a:pt x="958251" y="100755"/>
                  <a:pt x="956293" y="100755"/>
                </a:cubicBezTo>
                <a:cubicBezTo>
                  <a:pt x="954515" y="100755"/>
                  <a:pt x="952803" y="100755"/>
                  <a:pt x="951156" y="100755"/>
                </a:cubicBezTo>
                <a:cubicBezTo>
                  <a:pt x="949511" y="100755"/>
                  <a:pt x="948243" y="100844"/>
                  <a:pt x="947352" y="101021"/>
                </a:cubicBezTo>
                <a:cubicBezTo>
                  <a:pt x="947442" y="100844"/>
                  <a:pt x="947531" y="100265"/>
                  <a:pt x="947619" y="99286"/>
                </a:cubicBezTo>
                <a:cubicBezTo>
                  <a:pt x="947709" y="98308"/>
                  <a:pt x="947820" y="97196"/>
                  <a:pt x="947953" y="95951"/>
                </a:cubicBezTo>
                <a:cubicBezTo>
                  <a:pt x="948087" y="94705"/>
                  <a:pt x="948199" y="93548"/>
                  <a:pt x="948287" y="92481"/>
                </a:cubicBezTo>
                <a:cubicBezTo>
                  <a:pt x="948376" y="91413"/>
                  <a:pt x="948421" y="90746"/>
                  <a:pt x="948421" y="90480"/>
                </a:cubicBezTo>
                <a:lnTo>
                  <a:pt x="948154" y="90213"/>
                </a:lnTo>
                <a:cubicBezTo>
                  <a:pt x="946464" y="94216"/>
                  <a:pt x="944151" y="97308"/>
                  <a:pt x="941215" y="99488"/>
                </a:cubicBezTo>
                <a:cubicBezTo>
                  <a:pt x="938279" y="101667"/>
                  <a:pt x="934230" y="102756"/>
                  <a:pt x="929071" y="102756"/>
                </a:cubicBezTo>
                <a:cubicBezTo>
                  <a:pt x="924534" y="102756"/>
                  <a:pt x="920663" y="101889"/>
                  <a:pt x="917460" y="100154"/>
                </a:cubicBezTo>
                <a:cubicBezTo>
                  <a:pt x="914257" y="98419"/>
                  <a:pt x="911633" y="95995"/>
                  <a:pt x="909585" y="92882"/>
                </a:cubicBezTo>
                <a:cubicBezTo>
                  <a:pt x="907540" y="89768"/>
                  <a:pt x="906027" y="86121"/>
                  <a:pt x="905049" y="81939"/>
                </a:cubicBezTo>
                <a:cubicBezTo>
                  <a:pt x="904071" y="77757"/>
                  <a:pt x="903583" y="73264"/>
                  <a:pt x="903583" y="68459"/>
                </a:cubicBezTo>
                <a:cubicBezTo>
                  <a:pt x="903583" y="63655"/>
                  <a:pt x="904250" y="59230"/>
                  <a:pt x="905584" y="55183"/>
                </a:cubicBezTo>
                <a:cubicBezTo>
                  <a:pt x="906919" y="51135"/>
                  <a:pt x="908742" y="47621"/>
                  <a:pt x="911056" y="44641"/>
                </a:cubicBezTo>
                <a:cubicBezTo>
                  <a:pt x="913369" y="41660"/>
                  <a:pt x="916104" y="39324"/>
                  <a:pt x="919262" y="37634"/>
                </a:cubicBezTo>
                <a:cubicBezTo>
                  <a:pt x="922421" y="35943"/>
                  <a:pt x="925779" y="35097"/>
                  <a:pt x="929337" y="35097"/>
                </a:cubicBezTo>
                <a:cubicBezTo>
                  <a:pt x="933341" y="35097"/>
                  <a:pt x="936921" y="36032"/>
                  <a:pt x="940079" y="37901"/>
                </a:cubicBezTo>
                <a:cubicBezTo>
                  <a:pt x="943238" y="39769"/>
                  <a:pt x="945573" y="42126"/>
                  <a:pt x="947085" y="44973"/>
                </a:cubicBezTo>
                <a:lnTo>
                  <a:pt x="947352" y="44973"/>
                </a:lnTo>
                <a:cubicBezTo>
                  <a:pt x="947352" y="36966"/>
                  <a:pt x="947263" y="29427"/>
                  <a:pt x="947085" y="22354"/>
                </a:cubicBezTo>
                <a:cubicBezTo>
                  <a:pt x="946908" y="15280"/>
                  <a:pt x="946641" y="7962"/>
                  <a:pt x="946285" y="401"/>
                </a:cubicBezTo>
                <a:cubicBezTo>
                  <a:pt x="947442" y="579"/>
                  <a:pt x="948910" y="735"/>
                  <a:pt x="950690" y="869"/>
                </a:cubicBezTo>
                <a:cubicBezTo>
                  <a:pt x="952469" y="1003"/>
                  <a:pt x="954337" y="1069"/>
                  <a:pt x="956293" y="1069"/>
                </a:cubicBezTo>
                <a:cubicBezTo>
                  <a:pt x="958251" y="1069"/>
                  <a:pt x="960120" y="1003"/>
                  <a:pt x="961899" y="869"/>
                </a:cubicBezTo>
                <a:cubicBezTo>
                  <a:pt x="963679" y="735"/>
                  <a:pt x="965147" y="579"/>
                  <a:pt x="966304" y="401"/>
                </a:cubicBezTo>
                <a:cubicBezTo>
                  <a:pt x="965947" y="7874"/>
                  <a:pt x="965679" y="15258"/>
                  <a:pt x="965501" y="22554"/>
                </a:cubicBezTo>
                <a:cubicBezTo>
                  <a:pt x="965324" y="29849"/>
                  <a:pt x="965235" y="37856"/>
                  <a:pt x="965235" y="46574"/>
                </a:cubicBezTo>
                <a:lnTo>
                  <a:pt x="965235" y="55248"/>
                </a:lnTo>
                <a:close/>
                <a:moveTo>
                  <a:pt x="1045438" y="34431"/>
                </a:moveTo>
                <a:cubicBezTo>
                  <a:pt x="1043124" y="39769"/>
                  <a:pt x="1040945" y="45040"/>
                  <a:pt x="1038899" y="50245"/>
                </a:cubicBezTo>
                <a:cubicBezTo>
                  <a:pt x="1036853" y="55448"/>
                  <a:pt x="1034852" y="60764"/>
                  <a:pt x="1032894" y="66191"/>
                </a:cubicBezTo>
                <a:lnTo>
                  <a:pt x="1057315" y="66191"/>
                </a:lnTo>
                <a:cubicBezTo>
                  <a:pt x="1055358" y="60764"/>
                  <a:pt x="1053422" y="55448"/>
                  <a:pt x="1051510" y="50245"/>
                </a:cubicBezTo>
                <a:cubicBezTo>
                  <a:pt x="1049597" y="45040"/>
                  <a:pt x="1047573" y="39769"/>
                  <a:pt x="1045438" y="34431"/>
                </a:cubicBezTo>
                <a:moveTo>
                  <a:pt x="1092679" y="101021"/>
                </a:moveTo>
                <a:cubicBezTo>
                  <a:pt x="1090544" y="100844"/>
                  <a:pt x="1088520" y="100755"/>
                  <a:pt x="1086607" y="100755"/>
                </a:cubicBezTo>
                <a:cubicBezTo>
                  <a:pt x="1084694" y="100755"/>
                  <a:pt x="1082804" y="100755"/>
                  <a:pt x="1080936" y="100755"/>
                </a:cubicBezTo>
                <a:cubicBezTo>
                  <a:pt x="1079068" y="100755"/>
                  <a:pt x="1077178" y="100755"/>
                  <a:pt x="1075265" y="100755"/>
                </a:cubicBezTo>
                <a:cubicBezTo>
                  <a:pt x="1073352" y="100755"/>
                  <a:pt x="1071461" y="100844"/>
                  <a:pt x="1069592" y="101021"/>
                </a:cubicBezTo>
                <a:cubicBezTo>
                  <a:pt x="1068169" y="96662"/>
                  <a:pt x="1066701" y="92214"/>
                  <a:pt x="1065187" y="87678"/>
                </a:cubicBezTo>
                <a:cubicBezTo>
                  <a:pt x="1063675" y="83140"/>
                  <a:pt x="1062074" y="78602"/>
                  <a:pt x="1060384" y="74065"/>
                </a:cubicBezTo>
                <a:cubicBezTo>
                  <a:pt x="1057537" y="73976"/>
                  <a:pt x="1054690" y="73909"/>
                  <a:pt x="1051844" y="73866"/>
                </a:cubicBezTo>
                <a:cubicBezTo>
                  <a:pt x="1048997" y="73821"/>
                  <a:pt x="1046150" y="73798"/>
                  <a:pt x="1043304" y="73798"/>
                </a:cubicBezTo>
                <a:cubicBezTo>
                  <a:pt x="1040990" y="73798"/>
                  <a:pt x="1038677" y="73821"/>
                  <a:pt x="1036364" y="73866"/>
                </a:cubicBezTo>
                <a:cubicBezTo>
                  <a:pt x="1034051" y="73909"/>
                  <a:pt x="1031738" y="73976"/>
                  <a:pt x="1029424" y="74065"/>
                </a:cubicBezTo>
                <a:cubicBezTo>
                  <a:pt x="1027645" y="78602"/>
                  <a:pt x="1025999" y="83140"/>
                  <a:pt x="1024486" y="87678"/>
                </a:cubicBezTo>
                <a:cubicBezTo>
                  <a:pt x="1022974" y="92214"/>
                  <a:pt x="1021595" y="96662"/>
                  <a:pt x="1020349" y="101021"/>
                </a:cubicBezTo>
                <a:cubicBezTo>
                  <a:pt x="1019282" y="100844"/>
                  <a:pt x="1018236" y="100755"/>
                  <a:pt x="1017213" y="100755"/>
                </a:cubicBezTo>
                <a:cubicBezTo>
                  <a:pt x="1016191" y="100755"/>
                  <a:pt x="1015145" y="100755"/>
                  <a:pt x="1014077" y="100755"/>
                </a:cubicBezTo>
                <a:cubicBezTo>
                  <a:pt x="1013010" y="100755"/>
                  <a:pt x="1011942" y="100755"/>
                  <a:pt x="1010874" y="100755"/>
                </a:cubicBezTo>
                <a:cubicBezTo>
                  <a:pt x="1009807" y="100755"/>
                  <a:pt x="1008651" y="100844"/>
                  <a:pt x="1007406" y="101021"/>
                </a:cubicBezTo>
                <a:cubicBezTo>
                  <a:pt x="1008473" y="98708"/>
                  <a:pt x="1009896" y="95506"/>
                  <a:pt x="1011674" y="91414"/>
                </a:cubicBezTo>
                <a:cubicBezTo>
                  <a:pt x="1013454" y="87321"/>
                  <a:pt x="1015411" y="82695"/>
                  <a:pt x="1017547" y="77535"/>
                </a:cubicBezTo>
                <a:cubicBezTo>
                  <a:pt x="1019682" y="72375"/>
                  <a:pt x="1021973" y="66837"/>
                  <a:pt x="1024419" y="60921"/>
                </a:cubicBezTo>
                <a:cubicBezTo>
                  <a:pt x="1026867" y="55004"/>
                  <a:pt x="1029314" y="49020"/>
                  <a:pt x="1031760" y="42971"/>
                </a:cubicBezTo>
                <a:cubicBezTo>
                  <a:pt x="1034206" y="36921"/>
                  <a:pt x="1036608" y="30960"/>
                  <a:pt x="1038964" y="25089"/>
                </a:cubicBezTo>
                <a:cubicBezTo>
                  <a:pt x="1041322" y="19218"/>
                  <a:pt x="1043480" y="13746"/>
                  <a:pt x="1045438" y="8675"/>
                </a:cubicBezTo>
                <a:cubicBezTo>
                  <a:pt x="1046328" y="8852"/>
                  <a:pt x="1047173" y="9008"/>
                  <a:pt x="1047973" y="9143"/>
                </a:cubicBezTo>
                <a:cubicBezTo>
                  <a:pt x="1048774" y="9276"/>
                  <a:pt x="1049619" y="9342"/>
                  <a:pt x="1050510" y="9342"/>
                </a:cubicBezTo>
                <a:cubicBezTo>
                  <a:pt x="1051399" y="9342"/>
                  <a:pt x="1052244" y="9276"/>
                  <a:pt x="1053045" y="9143"/>
                </a:cubicBezTo>
                <a:cubicBezTo>
                  <a:pt x="1053846" y="9008"/>
                  <a:pt x="1054691" y="8852"/>
                  <a:pt x="1055580" y="8675"/>
                </a:cubicBezTo>
                <a:cubicBezTo>
                  <a:pt x="1058427" y="16237"/>
                  <a:pt x="1061474" y="24333"/>
                  <a:pt x="1064721" y="32963"/>
                </a:cubicBezTo>
                <a:cubicBezTo>
                  <a:pt x="1067968" y="41593"/>
                  <a:pt x="1071238" y="50067"/>
                  <a:pt x="1074530" y="58386"/>
                </a:cubicBezTo>
                <a:cubicBezTo>
                  <a:pt x="1077822" y="66703"/>
                  <a:pt x="1081024" y="74599"/>
                  <a:pt x="1084137" y="82072"/>
                </a:cubicBezTo>
                <a:cubicBezTo>
                  <a:pt x="1087251" y="89545"/>
                  <a:pt x="1090098" y="95861"/>
                  <a:pt x="1092679" y="101021"/>
                </a:cubicBezTo>
                <a:close/>
                <a:moveTo>
                  <a:pt x="1150196" y="55248"/>
                </a:moveTo>
                <a:cubicBezTo>
                  <a:pt x="1149484" y="51245"/>
                  <a:pt x="1148082" y="48020"/>
                  <a:pt x="1145992" y="45574"/>
                </a:cubicBezTo>
                <a:cubicBezTo>
                  <a:pt x="1143901" y="43128"/>
                  <a:pt x="1140809" y="41904"/>
                  <a:pt x="1136716" y="41904"/>
                </a:cubicBezTo>
                <a:cubicBezTo>
                  <a:pt x="1131379" y="41904"/>
                  <a:pt x="1127375" y="44329"/>
                  <a:pt x="1124706" y="49178"/>
                </a:cubicBezTo>
                <a:cubicBezTo>
                  <a:pt x="1122038" y="54026"/>
                  <a:pt x="1120703" y="60764"/>
                  <a:pt x="1120703" y="69394"/>
                </a:cubicBezTo>
                <a:cubicBezTo>
                  <a:pt x="1120703" y="77490"/>
                  <a:pt x="1122393" y="83696"/>
                  <a:pt x="1125773" y="88012"/>
                </a:cubicBezTo>
                <a:cubicBezTo>
                  <a:pt x="1129155" y="92326"/>
                  <a:pt x="1134093" y="94483"/>
                  <a:pt x="1140587" y="94483"/>
                </a:cubicBezTo>
                <a:cubicBezTo>
                  <a:pt x="1143346" y="94483"/>
                  <a:pt x="1146015" y="93838"/>
                  <a:pt x="1148594" y="92548"/>
                </a:cubicBezTo>
                <a:cubicBezTo>
                  <a:pt x="1151175" y="91257"/>
                  <a:pt x="1153087" y="89812"/>
                  <a:pt x="1154332" y="88211"/>
                </a:cubicBezTo>
                <a:lnTo>
                  <a:pt x="1155935" y="89545"/>
                </a:lnTo>
                <a:cubicBezTo>
                  <a:pt x="1155312" y="90790"/>
                  <a:pt x="1154777" y="92080"/>
                  <a:pt x="1154332" y="93416"/>
                </a:cubicBezTo>
                <a:cubicBezTo>
                  <a:pt x="1153887" y="94750"/>
                  <a:pt x="1153442" y="96085"/>
                  <a:pt x="1152998" y="97419"/>
                </a:cubicBezTo>
                <a:cubicBezTo>
                  <a:pt x="1151041" y="98931"/>
                  <a:pt x="1148572" y="100199"/>
                  <a:pt x="1145590" y="101221"/>
                </a:cubicBezTo>
                <a:cubicBezTo>
                  <a:pt x="1142611" y="102244"/>
                  <a:pt x="1139074" y="102756"/>
                  <a:pt x="1134981" y="102756"/>
                </a:cubicBezTo>
                <a:cubicBezTo>
                  <a:pt x="1128487" y="102756"/>
                  <a:pt x="1123016" y="101822"/>
                  <a:pt x="1118567" y="99954"/>
                </a:cubicBezTo>
                <a:cubicBezTo>
                  <a:pt x="1114120" y="98086"/>
                  <a:pt x="1110539" y="95551"/>
                  <a:pt x="1107826" y="92349"/>
                </a:cubicBezTo>
                <a:cubicBezTo>
                  <a:pt x="1105112" y="89145"/>
                  <a:pt x="1103177" y="85519"/>
                  <a:pt x="1102020" y="81471"/>
                </a:cubicBezTo>
                <a:cubicBezTo>
                  <a:pt x="1100864" y="77423"/>
                  <a:pt x="1100285" y="73353"/>
                  <a:pt x="1100285" y="69262"/>
                </a:cubicBezTo>
                <a:cubicBezTo>
                  <a:pt x="1100285" y="64368"/>
                  <a:pt x="1101108" y="59830"/>
                  <a:pt x="1102753" y="55649"/>
                </a:cubicBezTo>
                <a:cubicBezTo>
                  <a:pt x="1104400" y="51468"/>
                  <a:pt x="1106758" y="47865"/>
                  <a:pt x="1109827" y="44841"/>
                </a:cubicBezTo>
                <a:cubicBezTo>
                  <a:pt x="1112897" y="41815"/>
                  <a:pt x="1116611" y="39434"/>
                  <a:pt x="1120970" y="37699"/>
                </a:cubicBezTo>
                <a:cubicBezTo>
                  <a:pt x="1125329" y="35965"/>
                  <a:pt x="1130178" y="35097"/>
                  <a:pt x="1135517" y="35097"/>
                </a:cubicBezTo>
                <a:cubicBezTo>
                  <a:pt x="1140587" y="35097"/>
                  <a:pt x="1144879" y="35675"/>
                  <a:pt x="1148392" y="36832"/>
                </a:cubicBezTo>
                <a:cubicBezTo>
                  <a:pt x="1151907" y="37989"/>
                  <a:pt x="1155266" y="39501"/>
                  <a:pt x="1158470" y="41369"/>
                </a:cubicBezTo>
                <a:cubicBezTo>
                  <a:pt x="1157401" y="43149"/>
                  <a:pt x="1156400" y="45329"/>
                  <a:pt x="1155466" y="47909"/>
                </a:cubicBezTo>
                <a:cubicBezTo>
                  <a:pt x="1154532" y="50489"/>
                  <a:pt x="1153843" y="52935"/>
                  <a:pt x="1153398" y="55248"/>
                </a:cubicBezTo>
                <a:lnTo>
                  <a:pt x="1150196" y="55248"/>
                </a:lnTo>
                <a:close/>
                <a:moveTo>
                  <a:pt x="1203441" y="37500"/>
                </a:moveTo>
                <a:cubicBezTo>
                  <a:pt x="1203175" y="38834"/>
                  <a:pt x="1203042" y="40035"/>
                  <a:pt x="1203042" y="41102"/>
                </a:cubicBezTo>
                <a:cubicBezTo>
                  <a:pt x="1203042" y="42259"/>
                  <a:pt x="1203175" y="43371"/>
                  <a:pt x="1203441" y="44440"/>
                </a:cubicBezTo>
                <a:lnTo>
                  <a:pt x="1191698" y="44173"/>
                </a:lnTo>
                <a:cubicBezTo>
                  <a:pt x="1191520" y="46219"/>
                  <a:pt x="1191364" y="48576"/>
                  <a:pt x="1191231" y="51245"/>
                </a:cubicBezTo>
                <a:cubicBezTo>
                  <a:pt x="1191098" y="53914"/>
                  <a:pt x="1191009" y="56627"/>
                  <a:pt x="1190965" y="59386"/>
                </a:cubicBezTo>
                <a:cubicBezTo>
                  <a:pt x="1190920" y="62143"/>
                  <a:pt x="1190875" y="64812"/>
                  <a:pt x="1190830" y="67392"/>
                </a:cubicBezTo>
                <a:cubicBezTo>
                  <a:pt x="1190785" y="69973"/>
                  <a:pt x="1190763" y="72152"/>
                  <a:pt x="1190763" y="73931"/>
                </a:cubicBezTo>
                <a:cubicBezTo>
                  <a:pt x="1190763" y="78557"/>
                  <a:pt x="1190874" y="82294"/>
                  <a:pt x="1191097" y="85140"/>
                </a:cubicBezTo>
                <a:cubicBezTo>
                  <a:pt x="1191320" y="87987"/>
                  <a:pt x="1191698" y="90167"/>
                  <a:pt x="1192231" y="91681"/>
                </a:cubicBezTo>
                <a:cubicBezTo>
                  <a:pt x="1192766" y="93193"/>
                  <a:pt x="1193522" y="94216"/>
                  <a:pt x="1194500" y="94750"/>
                </a:cubicBezTo>
                <a:cubicBezTo>
                  <a:pt x="1195478" y="95283"/>
                  <a:pt x="1196724" y="95550"/>
                  <a:pt x="1198236" y="95550"/>
                </a:cubicBezTo>
                <a:cubicBezTo>
                  <a:pt x="1199928" y="95550"/>
                  <a:pt x="1201173" y="95439"/>
                  <a:pt x="1201973" y="95216"/>
                </a:cubicBezTo>
                <a:cubicBezTo>
                  <a:pt x="1202774" y="94993"/>
                  <a:pt x="1203575" y="94660"/>
                  <a:pt x="1204376" y="94216"/>
                </a:cubicBezTo>
                <a:lnTo>
                  <a:pt x="1204376" y="99688"/>
                </a:lnTo>
                <a:cubicBezTo>
                  <a:pt x="1202596" y="100489"/>
                  <a:pt x="1200372" y="101200"/>
                  <a:pt x="1197703" y="101822"/>
                </a:cubicBezTo>
                <a:cubicBezTo>
                  <a:pt x="1195034" y="102445"/>
                  <a:pt x="1192410" y="102756"/>
                  <a:pt x="1189830" y="102756"/>
                </a:cubicBezTo>
                <a:cubicBezTo>
                  <a:pt x="1178532" y="102756"/>
                  <a:pt x="1172883" y="95995"/>
                  <a:pt x="1172883" y="82473"/>
                </a:cubicBezTo>
                <a:cubicBezTo>
                  <a:pt x="1172883" y="79892"/>
                  <a:pt x="1172927" y="76978"/>
                  <a:pt x="1173015" y="73731"/>
                </a:cubicBezTo>
                <a:cubicBezTo>
                  <a:pt x="1173105" y="70484"/>
                  <a:pt x="1173216" y="67148"/>
                  <a:pt x="1173349" y="63723"/>
                </a:cubicBezTo>
                <a:cubicBezTo>
                  <a:pt x="1173482" y="60298"/>
                  <a:pt x="1173593" y="56917"/>
                  <a:pt x="1173681" y="53580"/>
                </a:cubicBezTo>
                <a:cubicBezTo>
                  <a:pt x="1173770" y="50244"/>
                  <a:pt x="1173815" y="47152"/>
                  <a:pt x="1173815" y="44305"/>
                </a:cubicBezTo>
                <a:lnTo>
                  <a:pt x="1164475" y="44440"/>
                </a:lnTo>
                <a:cubicBezTo>
                  <a:pt x="1164741" y="43371"/>
                  <a:pt x="1164874" y="42259"/>
                  <a:pt x="1164874" y="41102"/>
                </a:cubicBezTo>
                <a:cubicBezTo>
                  <a:pt x="1164874" y="40035"/>
                  <a:pt x="1164741" y="38834"/>
                  <a:pt x="1164475" y="37500"/>
                </a:cubicBezTo>
                <a:lnTo>
                  <a:pt x="1173815" y="37901"/>
                </a:lnTo>
                <a:cubicBezTo>
                  <a:pt x="1173815" y="35143"/>
                  <a:pt x="1173770" y="32563"/>
                  <a:pt x="1173681" y="30161"/>
                </a:cubicBezTo>
                <a:cubicBezTo>
                  <a:pt x="1173593" y="27758"/>
                  <a:pt x="1173460" y="24867"/>
                  <a:pt x="1173282" y="21487"/>
                </a:cubicBezTo>
                <a:cubicBezTo>
                  <a:pt x="1176396" y="20241"/>
                  <a:pt x="1179465" y="18928"/>
                  <a:pt x="1182490" y="17549"/>
                </a:cubicBezTo>
                <a:cubicBezTo>
                  <a:pt x="1185514" y="16169"/>
                  <a:pt x="1188539" y="14724"/>
                  <a:pt x="1191565" y="13211"/>
                </a:cubicBezTo>
                <a:lnTo>
                  <a:pt x="1192899" y="14146"/>
                </a:lnTo>
                <a:cubicBezTo>
                  <a:pt x="1192721" y="15570"/>
                  <a:pt x="1192565" y="17238"/>
                  <a:pt x="1192431" y="19151"/>
                </a:cubicBezTo>
                <a:cubicBezTo>
                  <a:pt x="1192298" y="21064"/>
                  <a:pt x="1192165" y="23066"/>
                  <a:pt x="1192032" y="25156"/>
                </a:cubicBezTo>
                <a:cubicBezTo>
                  <a:pt x="1191899" y="27247"/>
                  <a:pt x="1191810" y="29382"/>
                  <a:pt x="1191765" y="31562"/>
                </a:cubicBezTo>
                <a:cubicBezTo>
                  <a:pt x="1191720" y="33741"/>
                  <a:pt x="1191698" y="35809"/>
                  <a:pt x="1191698" y="37767"/>
                </a:cubicBezTo>
                <a:lnTo>
                  <a:pt x="1203441" y="37500"/>
                </a:lnTo>
                <a:close/>
                <a:moveTo>
                  <a:pt x="1213717" y="11611"/>
                </a:moveTo>
                <a:cubicBezTo>
                  <a:pt x="1213717" y="8675"/>
                  <a:pt x="1214740" y="6183"/>
                  <a:pt x="1216786" y="4138"/>
                </a:cubicBezTo>
                <a:cubicBezTo>
                  <a:pt x="1218833" y="2092"/>
                  <a:pt x="1221324" y="1069"/>
                  <a:pt x="1224261" y="1069"/>
                </a:cubicBezTo>
                <a:cubicBezTo>
                  <a:pt x="1227196" y="1069"/>
                  <a:pt x="1229686" y="2092"/>
                  <a:pt x="1231732" y="4138"/>
                </a:cubicBezTo>
                <a:cubicBezTo>
                  <a:pt x="1233779" y="6183"/>
                  <a:pt x="1234802" y="8675"/>
                  <a:pt x="1234802" y="11611"/>
                </a:cubicBezTo>
                <a:cubicBezTo>
                  <a:pt x="1234802" y="14547"/>
                  <a:pt x="1233779" y="17038"/>
                  <a:pt x="1231732" y="19084"/>
                </a:cubicBezTo>
                <a:cubicBezTo>
                  <a:pt x="1229686" y="21130"/>
                  <a:pt x="1227196" y="22153"/>
                  <a:pt x="1224261" y="22153"/>
                </a:cubicBezTo>
                <a:cubicBezTo>
                  <a:pt x="1221324" y="22153"/>
                  <a:pt x="1218833" y="21130"/>
                  <a:pt x="1216786" y="19084"/>
                </a:cubicBezTo>
                <a:cubicBezTo>
                  <a:pt x="1214740" y="17038"/>
                  <a:pt x="1213717" y="14547"/>
                  <a:pt x="1213717" y="11611"/>
                </a:cubicBezTo>
                <a:moveTo>
                  <a:pt x="1215319" y="66458"/>
                </a:moveTo>
                <a:cubicBezTo>
                  <a:pt x="1215319" y="61032"/>
                  <a:pt x="1215252" y="55939"/>
                  <a:pt x="1215118" y="51180"/>
                </a:cubicBezTo>
                <a:cubicBezTo>
                  <a:pt x="1214985" y="46419"/>
                  <a:pt x="1214696" y="41636"/>
                  <a:pt x="1214250" y="36832"/>
                </a:cubicBezTo>
                <a:cubicBezTo>
                  <a:pt x="1215497" y="37010"/>
                  <a:pt x="1216965" y="37166"/>
                  <a:pt x="1218655" y="37300"/>
                </a:cubicBezTo>
                <a:cubicBezTo>
                  <a:pt x="1220345" y="37433"/>
                  <a:pt x="1222214" y="37500"/>
                  <a:pt x="1224261" y="37500"/>
                </a:cubicBezTo>
                <a:cubicBezTo>
                  <a:pt x="1228442" y="37500"/>
                  <a:pt x="1231778" y="37277"/>
                  <a:pt x="1234269" y="36832"/>
                </a:cubicBezTo>
                <a:cubicBezTo>
                  <a:pt x="1233824" y="41636"/>
                  <a:pt x="1233534" y="46419"/>
                  <a:pt x="1233400" y="51180"/>
                </a:cubicBezTo>
                <a:cubicBezTo>
                  <a:pt x="1233266" y="55939"/>
                  <a:pt x="1233200" y="61032"/>
                  <a:pt x="1233200" y="66458"/>
                </a:cubicBezTo>
                <a:lnTo>
                  <a:pt x="1233200" y="71797"/>
                </a:lnTo>
                <a:cubicBezTo>
                  <a:pt x="1233200" y="77223"/>
                  <a:pt x="1233266" y="82338"/>
                  <a:pt x="1233400" y="87142"/>
                </a:cubicBezTo>
                <a:cubicBezTo>
                  <a:pt x="1233534" y="91946"/>
                  <a:pt x="1233824" y="96573"/>
                  <a:pt x="1234269" y="101021"/>
                </a:cubicBezTo>
                <a:cubicBezTo>
                  <a:pt x="1233112" y="100844"/>
                  <a:pt x="1231667" y="100755"/>
                  <a:pt x="1229932" y="100755"/>
                </a:cubicBezTo>
                <a:cubicBezTo>
                  <a:pt x="1228197" y="100755"/>
                  <a:pt x="1226307" y="100755"/>
                  <a:pt x="1224261" y="100755"/>
                </a:cubicBezTo>
                <a:cubicBezTo>
                  <a:pt x="1222214" y="100755"/>
                  <a:pt x="1220345" y="100755"/>
                  <a:pt x="1218655" y="100755"/>
                </a:cubicBezTo>
                <a:cubicBezTo>
                  <a:pt x="1216965" y="100755"/>
                  <a:pt x="1215497" y="100844"/>
                  <a:pt x="1214250" y="101021"/>
                </a:cubicBezTo>
                <a:cubicBezTo>
                  <a:pt x="1214696" y="96573"/>
                  <a:pt x="1214985" y="91946"/>
                  <a:pt x="1215118" y="87142"/>
                </a:cubicBezTo>
                <a:cubicBezTo>
                  <a:pt x="1215252" y="82338"/>
                  <a:pt x="1215319" y="77223"/>
                  <a:pt x="1215319" y="71797"/>
                </a:cubicBezTo>
                <a:lnTo>
                  <a:pt x="1215319" y="66458"/>
                </a:lnTo>
                <a:close/>
                <a:moveTo>
                  <a:pt x="1292852" y="65792"/>
                </a:moveTo>
                <a:cubicBezTo>
                  <a:pt x="1292852" y="57962"/>
                  <a:pt x="1291874" y="51890"/>
                  <a:pt x="1289916" y="47575"/>
                </a:cubicBezTo>
                <a:cubicBezTo>
                  <a:pt x="1287959" y="43260"/>
                  <a:pt x="1284711" y="41102"/>
                  <a:pt x="1280175" y="41102"/>
                </a:cubicBezTo>
                <a:cubicBezTo>
                  <a:pt x="1276082" y="41102"/>
                  <a:pt x="1272856" y="43504"/>
                  <a:pt x="1270498" y="48308"/>
                </a:cubicBezTo>
                <a:cubicBezTo>
                  <a:pt x="1268142" y="53113"/>
                  <a:pt x="1266963" y="60631"/>
                  <a:pt x="1266963" y="70862"/>
                </a:cubicBezTo>
                <a:cubicBezTo>
                  <a:pt x="1266963" y="74598"/>
                  <a:pt x="1267185" y="78068"/>
                  <a:pt x="1267629" y="81272"/>
                </a:cubicBezTo>
                <a:cubicBezTo>
                  <a:pt x="1268074" y="84474"/>
                  <a:pt x="1268809" y="87254"/>
                  <a:pt x="1269832" y="89612"/>
                </a:cubicBezTo>
                <a:cubicBezTo>
                  <a:pt x="1270856" y="91969"/>
                  <a:pt x="1272190" y="93815"/>
                  <a:pt x="1273836" y="95151"/>
                </a:cubicBezTo>
                <a:cubicBezTo>
                  <a:pt x="1275482" y="96485"/>
                  <a:pt x="1277551" y="97152"/>
                  <a:pt x="1280042" y="97152"/>
                </a:cubicBezTo>
                <a:cubicBezTo>
                  <a:pt x="1288582" y="97152"/>
                  <a:pt x="1292852" y="86699"/>
                  <a:pt x="1292852" y="65792"/>
                </a:cubicBezTo>
                <a:moveTo>
                  <a:pt x="1247214" y="70728"/>
                </a:moveTo>
                <a:cubicBezTo>
                  <a:pt x="1247214" y="64767"/>
                  <a:pt x="1248125" y="59563"/>
                  <a:pt x="1249948" y="55116"/>
                </a:cubicBezTo>
                <a:cubicBezTo>
                  <a:pt x="1251773" y="50667"/>
                  <a:pt x="1254197" y="46953"/>
                  <a:pt x="1257222" y="43973"/>
                </a:cubicBezTo>
                <a:cubicBezTo>
                  <a:pt x="1260246" y="40992"/>
                  <a:pt x="1263738" y="38768"/>
                  <a:pt x="1267696" y="37300"/>
                </a:cubicBezTo>
                <a:cubicBezTo>
                  <a:pt x="1271656" y="35832"/>
                  <a:pt x="1275727" y="35097"/>
                  <a:pt x="1279908" y="35097"/>
                </a:cubicBezTo>
                <a:cubicBezTo>
                  <a:pt x="1290317" y="35097"/>
                  <a:pt x="1298369" y="38033"/>
                  <a:pt x="1304062" y="43906"/>
                </a:cubicBezTo>
                <a:cubicBezTo>
                  <a:pt x="1309755" y="49777"/>
                  <a:pt x="1312602" y="57740"/>
                  <a:pt x="1312602" y="67794"/>
                </a:cubicBezTo>
                <a:cubicBezTo>
                  <a:pt x="1312602" y="73219"/>
                  <a:pt x="1311801" y="78113"/>
                  <a:pt x="1310199" y="82473"/>
                </a:cubicBezTo>
                <a:cubicBezTo>
                  <a:pt x="1308599" y="86832"/>
                  <a:pt x="1306353" y="90546"/>
                  <a:pt x="1303461" y="93615"/>
                </a:cubicBezTo>
                <a:cubicBezTo>
                  <a:pt x="1300570" y="96685"/>
                  <a:pt x="1297122" y="98976"/>
                  <a:pt x="1293119" y="100488"/>
                </a:cubicBezTo>
                <a:cubicBezTo>
                  <a:pt x="1289116" y="102000"/>
                  <a:pt x="1284712" y="102756"/>
                  <a:pt x="1279908" y="102756"/>
                </a:cubicBezTo>
                <a:cubicBezTo>
                  <a:pt x="1275905" y="102756"/>
                  <a:pt x="1271968" y="102222"/>
                  <a:pt x="1268097" y="101154"/>
                </a:cubicBezTo>
                <a:cubicBezTo>
                  <a:pt x="1264227" y="100087"/>
                  <a:pt x="1260735" y="98286"/>
                  <a:pt x="1257621" y="95751"/>
                </a:cubicBezTo>
                <a:cubicBezTo>
                  <a:pt x="1254508" y="93216"/>
                  <a:pt x="1251995" y="89901"/>
                  <a:pt x="1250083" y="85808"/>
                </a:cubicBezTo>
                <a:cubicBezTo>
                  <a:pt x="1248170" y="81715"/>
                  <a:pt x="1247214" y="76689"/>
                  <a:pt x="1247214" y="70728"/>
                </a:cubicBezTo>
                <a:close/>
                <a:moveTo>
                  <a:pt x="1343030" y="46840"/>
                </a:moveTo>
                <a:cubicBezTo>
                  <a:pt x="1345521" y="43104"/>
                  <a:pt x="1348434" y="40214"/>
                  <a:pt x="1351770" y="38168"/>
                </a:cubicBezTo>
                <a:cubicBezTo>
                  <a:pt x="1355107" y="36121"/>
                  <a:pt x="1358910" y="35097"/>
                  <a:pt x="1363179" y="35097"/>
                </a:cubicBezTo>
                <a:cubicBezTo>
                  <a:pt x="1369853" y="35097"/>
                  <a:pt x="1374991" y="37032"/>
                  <a:pt x="1378594" y="40903"/>
                </a:cubicBezTo>
                <a:cubicBezTo>
                  <a:pt x="1382196" y="44773"/>
                  <a:pt x="1383998" y="51023"/>
                  <a:pt x="1383998" y="59653"/>
                </a:cubicBezTo>
                <a:cubicBezTo>
                  <a:pt x="1383998" y="64189"/>
                  <a:pt x="1383909" y="68193"/>
                  <a:pt x="1383731" y="71662"/>
                </a:cubicBezTo>
                <a:cubicBezTo>
                  <a:pt x="1383553" y="75132"/>
                  <a:pt x="1383464" y="78602"/>
                  <a:pt x="1383464" y="82072"/>
                </a:cubicBezTo>
                <a:cubicBezTo>
                  <a:pt x="1383464" y="84919"/>
                  <a:pt x="1383531" y="88010"/>
                  <a:pt x="1383664" y="91347"/>
                </a:cubicBezTo>
                <a:cubicBezTo>
                  <a:pt x="1383798" y="94682"/>
                  <a:pt x="1383954" y="97907"/>
                  <a:pt x="1384132" y="101021"/>
                </a:cubicBezTo>
                <a:cubicBezTo>
                  <a:pt x="1382976" y="100844"/>
                  <a:pt x="1381508" y="100755"/>
                  <a:pt x="1379728" y="100755"/>
                </a:cubicBezTo>
                <a:cubicBezTo>
                  <a:pt x="1377948" y="100755"/>
                  <a:pt x="1376080" y="100755"/>
                  <a:pt x="1374122" y="100755"/>
                </a:cubicBezTo>
                <a:cubicBezTo>
                  <a:pt x="1372166" y="100755"/>
                  <a:pt x="1370298" y="100755"/>
                  <a:pt x="1368518" y="100755"/>
                </a:cubicBezTo>
                <a:cubicBezTo>
                  <a:pt x="1366738" y="100755"/>
                  <a:pt x="1365270" y="100844"/>
                  <a:pt x="1364114" y="101021"/>
                </a:cubicBezTo>
                <a:cubicBezTo>
                  <a:pt x="1364737" y="96395"/>
                  <a:pt x="1365137" y="90946"/>
                  <a:pt x="1365315" y="84674"/>
                </a:cubicBezTo>
                <a:cubicBezTo>
                  <a:pt x="1365493" y="78402"/>
                  <a:pt x="1365582" y="71219"/>
                  <a:pt x="1365582" y="63122"/>
                </a:cubicBezTo>
                <a:cubicBezTo>
                  <a:pt x="1365582" y="57517"/>
                  <a:pt x="1364626" y="53403"/>
                  <a:pt x="1362713" y="50778"/>
                </a:cubicBezTo>
                <a:cubicBezTo>
                  <a:pt x="1360800" y="48153"/>
                  <a:pt x="1358109" y="46840"/>
                  <a:pt x="1354639" y="46840"/>
                </a:cubicBezTo>
                <a:cubicBezTo>
                  <a:pt x="1350636" y="46840"/>
                  <a:pt x="1347700" y="48575"/>
                  <a:pt x="1345832" y="52045"/>
                </a:cubicBezTo>
                <a:cubicBezTo>
                  <a:pt x="1343964" y="55515"/>
                  <a:pt x="1343030" y="60319"/>
                  <a:pt x="1343030" y="66458"/>
                </a:cubicBezTo>
                <a:lnTo>
                  <a:pt x="1343030" y="71797"/>
                </a:lnTo>
                <a:cubicBezTo>
                  <a:pt x="1343030" y="77223"/>
                  <a:pt x="1343097" y="82338"/>
                  <a:pt x="1343230" y="87142"/>
                </a:cubicBezTo>
                <a:cubicBezTo>
                  <a:pt x="1343363" y="91946"/>
                  <a:pt x="1343652" y="96573"/>
                  <a:pt x="1344097" y="101021"/>
                </a:cubicBezTo>
                <a:cubicBezTo>
                  <a:pt x="1342941" y="100844"/>
                  <a:pt x="1341495" y="100755"/>
                  <a:pt x="1339760" y="100755"/>
                </a:cubicBezTo>
                <a:cubicBezTo>
                  <a:pt x="1338025" y="100755"/>
                  <a:pt x="1336135" y="100755"/>
                  <a:pt x="1334089" y="100755"/>
                </a:cubicBezTo>
                <a:cubicBezTo>
                  <a:pt x="1332042" y="100755"/>
                  <a:pt x="1330173" y="100755"/>
                  <a:pt x="1328483" y="100755"/>
                </a:cubicBezTo>
                <a:cubicBezTo>
                  <a:pt x="1326793" y="100755"/>
                  <a:pt x="1325325" y="100844"/>
                  <a:pt x="1324079" y="101021"/>
                </a:cubicBezTo>
                <a:cubicBezTo>
                  <a:pt x="1324524" y="96573"/>
                  <a:pt x="1324813" y="91946"/>
                  <a:pt x="1324946" y="87142"/>
                </a:cubicBezTo>
                <a:cubicBezTo>
                  <a:pt x="1325080" y="82338"/>
                  <a:pt x="1325148" y="77223"/>
                  <a:pt x="1325148" y="71797"/>
                </a:cubicBezTo>
                <a:lnTo>
                  <a:pt x="1325148" y="66458"/>
                </a:lnTo>
                <a:cubicBezTo>
                  <a:pt x="1325148" y="61032"/>
                  <a:pt x="1325080" y="55939"/>
                  <a:pt x="1324946" y="51180"/>
                </a:cubicBezTo>
                <a:cubicBezTo>
                  <a:pt x="1324813" y="46419"/>
                  <a:pt x="1324524" y="41636"/>
                  <a:pt x="1324079" y="36832"/>
                </a:cubicBezTo>
                <a:cubicBezTo>
                  <a:pt x="1325681" y="37010"/>
                  <a:pt x="1327260" y="37166"/>
                  <a:pt x="1328817" y="37300"/>
                </a:cubicBezTo>
                <a:cubicBezTo>
                  <a:pt x="1330374" y="37433"/>
                  <a:pt x="1331953" y="37500"/>
                  <a:pt x="1333553" y="37500"/>
                </a:cubicBezTo>
                <a:cubicBezTo>
                  <a:pt x="1335155" y="37500"/>
                  <a:pt x="1336735" y="37433"/>
                  <a:pt x="1338292" y="37300"/>
                </a:cubicBezTo>
                <a:cubicBezTo>
                  <a:pt x="1339849" y="37166"/>
                  <a:pt x="1341517" y="37010"/>
                  <a:pt x="1343297" y="36832"/>
                </a:cubicBezTo>
                <a:lnTo>
                  <a:pt x="1342761" y="46840"/>
                </a:lnTo>
                <a:lnTo>
                  <a:pt x="1343030" y="46840"/>
                </a:lnTo>
                <a:close/>
                <a:moveTo>
                  <a:pt x="1398812" y="48443"/>
                </a:moveTo>
                <a:cubicBezTo>
                  <a:pt x="1398812" y="45418"/>
                  <a:pt x="1399879" y="42838"/>
                  <a:pt x="1402013" y="40703"/>
                </a:cubicBezTo>
                <a:cubicBezTo>
                  <a:pt x="1404148" y="38568"/>
                  <a:pt x="1406729" y="37500"/>
                  <a:pt x="1409755" y="37500"/>
                </a:cubicBezTo>
                <a:cubicBezTo>
                  <a:pt x="1412779" y="37500"/>
                  <a:pt x="1415358" y="38568"/>
                  <a:pt x="1417492" y="40703"/>
                </a:cubicBezTo>
                <a:cubicBezTo>
                  <a:pt x="1419628" y="42838"/>
                  <a:pt x="1420696" y="45418"/>
                  <a:pt x="1420696" y="48443"/>
                </a:cubicBezTo>
                <a:cubicBezTo>
                  <a:pt x="1420696" y="51467"/>
                  <a:pt x="1419628" y="54047"/>
                  <a:pt x="1417492" y="56183"/>
                </a:cubicBezTo>
                <a:cubicBezTo>
                  <a:pt x="1415358" y="58318"/>
                  <a:pt x="1412779" y="59386"/>
                  <a:pt x="1409755" y="59386"/>
                </a:cubicBezTo>
                <a:cubicBezTo>
                  <a:pt x="1406729" y="59386"/>
                  <a:pt x="1404148" y="58318"/>
                  <a:pt x="1402013" y="56183"/>
                </a:cubicBezTo>
                <a:cubicBezTo>
                  <a:pt x="1399879" y="54047"/>
                  <a:pt x="1398812" y="51467"/>
                  <a:pt x="1398812" y="48443"/>
                </a:cubicBezTo>
                <a:moveTo>
                  <a:pt x="1398812" y="92214"/>
                </a:moveTo>
                <a:cubicBezTo>
                  <a:pt x="1398812" y="89189"/>
                  <a:pt x="1399879" y="86609"/>
                  <a:pt x="1402013" y="84475"/>
                </a:cubicBezTo>
                <a:cubicBezTo>
                  <a:pt x="1404148" y="82339"/>
                  <a:pt x="1406729" y="81272"/>
                  <a:pt x="1409755" y="81272"/>
                </a:cubicBezTo>
                <a:cubicBezTo>
                  <a:pt x="1412779" y="81272"/>
                  <a:pt x="1415358" y="82339"/>
                  <a:pt x="1417492" y="84475"/>
                </a:cubicBezTo>
                <a:cubicBezTo>
                  <a:pt x="1419628" y="86609"/>
                  <a:pt x="1420696" y="89189"/>
                  <a:pt x="1420696" y="92214"/>
                </a:cubicBezTo>
                <a:cubicBezTo>
                  <a:pt x="1420696" y="95239"/>
                  <a:pt x="1419628" y="97752"/>
                  <a:pt x="1417492" y="99755"/>
                </a:cubicBezTo>
                <a:cubicBezTo>
                  <a:pt x="1415358" y="101756"/>
                  <a:pt x="1412779" y="102756"/>
                  <a:pt x="1409755" y="102756"/>
                </a:cubicBezTo>
                <a:cubicBezTo>
                  <a:pt x="1406729" y="102756"/>
                  <a:pt x="1404148" y="101756"/>
                  <a:pt x="1402013" y="99755"/>
                </a:cubicBezTo>
                <a:cubicBezTo>
                  <a:pt x="1399879" y="97752"/>
                  <a:pt x="1398812" y="95239"/>
                  <a:pt x="1398812" y="92214"/>
                </a:cubicBezTo>
                <a:close/>
              </a:path>
            </a:pathLst>
          </a:custGeom>
          <a:solidFill xmlns:a="http://schemas.openxmlformats.org/drawingml/2006/main">
            <a:srgbClr val="2F7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Imakedecisionsformy">
            <a:extLst xmlns:a="http://schemas.openxmlformats.org/drawingml/2006/main">
              <a:ext uri="{FF2B5EF4-FFF2-40B4-BE49-F238E27FC236}">
                <a16:creationId xmlns:a16="http://schemas.microsoft.com/office/drawing/2014/main" id="{9492045A-487B-44BE-BBE6-5E403C5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619" y="2239982"/>
            <a:ext cx="1347968" cy="136119"/>
          </a:xfrm>
          <a:custGeom xmlns:a="http://schemas.openxmlformats.org/drawingml/2006/main">
            <a:pathLst>
              <a:path w="1347968" h="136119">
                <a:moveTo>
                  <a:pt x="1069" y="43906"/>
                </a:moveTo>
                <a:cubicBezTo>
                  <a:pt x="1069" y="38033"/>
                  <a:pt x="958" y="32273"/>
                  <a:pt x="735" y="26624"/>
                </a:cubicBezTo>
                <a:cubicBezTo>
                  <a:pt x="512" y="20974"/>
                  <a:pt x="267" y="15214"/>
                  <a:pt x="0" y="9342"/>
                </a:cubicBezTo>
                <a:cubicBezTo>
                  <a:pt x="1157" y="9520"/>
                  <a:pt x="2268" y="9676"/>
                  <a:pt x="3335" y="9811"/>
                </a:cubicBezTo>
                <a:cubicBezTo>
                  <a:pt x="4404" y="9944"/>
                  <a:pt x="5472" y="10010"/>
                  <a:pt x="6540" y="10010"/>
                </a:cubicBezTo>
                <a:cubicBezTo>
                  <a:pt x="7608" y="10010"/>
                  <a:pt x="8675" y="9944"/>
                  <a:pt x="9742" y="9811"/>
                </a:cubicBezTo>
                <a:cubicBezTo>
                  <a:pt x="10810" y="9676"/>
                  <a:pt x="11922" y="9520"/>
                  <a:pt x="13079" y="9342"/>
                </a:cubicBezTo>
                <a:cubicBezTo>
                  <a:pt x="12812" y="15214"/>
                  <a:pt x="12566" y="20974"/>
                  <a:pt x="12344" y="26624"/>
                </a:cubicBezTo>
                <a:cubicBezTo>
                  <a:pt x="12121" y="32273"/>
                  <a:pt x="12010" y="38033"/>
                  <a:pt x="12010" y="43906"/>
                </a:cubicBezTo>
                <a:lnTo>
                  <a:pt x="12010" y="66859"/>
                </a:lnTo>
                <a:cubicBezTo>
                  <a:pt x="12010" y="72730"/>
                  <a:pt x="12121" y="78513"/>
                  <a:pt x="12344" y="84208"/>
                </a:cubicBezTo>
                <a:cubicBezTo>
                  <a:pt x="12566" y="89901"/>
                  <a:pt x="12812" y="95506"/>
                  <a:pt x="13079" y="101021"/>
                </a:cubicBezTo>
                <a:cubicBezTo>
                  <a:pt x="11032" y="100844"/>
                  <a:pt x="8852" y="100755"/>
                  <a:pt x="6540" y="100755"/>
                </a:cubicBezTo>
                <a:cubicBezTo>
                  <a:pt x="4227" y="100755"/>
                  <a:pt x="2047" y="100844"/>
                  <a:pt x="0" y="101021"/>
                </a:cubicBezTo>
                <a:cubicBezTo>
                  <a:pt x="267" y="95506"/>
                  <a:pt x="512" y="89901"/>
                  <a:pt x="735" y="84208"/>
                </a:cubicBezTo>
                <a:cubicBezTo>
                  <a:pt x="958" y="78513"/>
                  <a:pt x="1069" y="72730"/>
                  <a:pt x="1069" y="66859"/>
                </a:cubicBezTo>
                <a:lnTo>
                  <a:pt x="1069" y="43906"/>
                </a:lnTo>
                <a:close/>
                <a:moveTo>
                  <a:pt x="72597" y="62589"/>
                </a:moveTo>
                <a:cubicBezTo>
                  <a:pt x="72597" y="58586"/>
                  <a:pt x="72530" y="54382"/>
                  <a:pt x="72395" y="49978"/>
                </a:cubicBezTo>
                <a:cubicBezTo>
                  <a:pt x="72262" y="45574"/>
                  <a:pt x="71974" y="41459"/>
                  <a:pt x="71530" y="37632"/>
                </a:cubicBezTo>
                <a:cubicBezTo>
                  <a:pt x="74021" y="38078"/>
                  <a:pt x="76023" y="38300"/>
                  <a:pt x="77535" y="38300"/>
                </a:cubicBezTo>
                <a:cubicBezTo>
                  <a:pt x="78246" y="38300"/>
                  <a:pt x="79024" y="38234"/>
                  <a:pt x="79869" y="38101"/>
                </a:cubicBezTo>
                <a:cubicBezTo>
                  <a:pt x="80714" y="37968"/>
                  <a:pt x="81715" y="37811"/>
                  <a:pt x="82872" y="37632"/>
                </a:cubicBezTo>
                <a:cubicBezTo>
                  <a:pt x="82605" y="41192"/>
                  <a:pt x="82471" y="44750"/>
                  <a:pt x="82471" y="48308"/>
                </a:cubicBezTo>
                <a:lnTo>
                  <a:pt x="82740" y="48308"/>
                </a:lnTo>
                <a:cubicBezTo>
                  <a:pt x="87454" y="40302"/>
                  <a:pt x="94082" y="36299"/>
                  <a:pt x="102622" y="36299"/>
                </a:cubicBezTo>
                <a:cubicBezTo>
                  <a:pt x="104847" y="36299"/>
                  <a:pt x="107027" y="36632"/>
                  <a:pt x="109162" y="37300"/>
                </a:cubicBezTo>
                <a:cubicBezTo>
                  <a:pt x="111298" y="37967"/>
                  <a:pt x="113232" y="38878"/>
                  <a:pt x="114966" y="40035"/>
                </a:cubicBezTo>
                <a:cubicBezTo>
                  <a:pt x="116701" y="41192"/>
                  <a:pt x="118190" y="42593"/>
                  <a:pt x="119435" y="44240"/>
                </a:cubicBezTo>
                <a:cubicBezTo>
                  <a:pt x="120681" y="45885"/>
                  <a:pt x="121527" y="47642"/>
                  <a:pt x="121972" y="49510"/>
                </a:cubicBezTo>
                <a:lnTo>
                  <a:pt x="122239" y="49510"/>
                </a:lnTo>
                <a:cubicBezTo>
                  <a:pt x="124375" y="45239"/>
                  <a:pt x="127288" y="41970"/>
                  <a:pt x="130981" y="39701"/>
                </a:cubicBezTo>
                <a:cubicBezTo>
                  <a:pt x="134673" y="37433"/>
                  <a:pt x="138921" y="36299"/>
                  <a:pt x="143724" y="36299"/>
                </a:cubicBezTo>
                <a:cubicBezTo>
                  <a:pt x="146660" y="36299"/>
                  <a:pt x="149374" y="36699"/>
                  <a:pt x="151865" y="37500"/>
                </a:cubicBezTo>
                <a:cubicBezTo>
                  <a:pt x="154356" y="38301"/>
                  <a:pt x="156513" y="39546"/>
                  <a:pt x="158336" y="41236"/>
                </a:cubicBezTo>
                <a:cubicBezTo>
                  <a:pt x="160161" y="42927"/>
                  <a:pt x="161585" y="45106"/>
                  <a:pt x="162608" y="47775"/>
                </a:cubicBezTo>
                <a:cubicBezTo>
                  <a:pt x="163632" y="50444"/>
                  <a:pt x="164144" y="53647"/>
                  <a:pt x="164144" y="57384"/>
                </a:cubicBezTo>
                <a:cubicBezTo>
                  <a:pt x="164144" y="58896"/>
                  <a:pt x="164099" y="60542"/>
                  <a:pt x="164009" y="62322"/>
                </a:cubicBezTo>
                <a:cubicBezTo>
                  <a:pt x="163920" y="64100"/>
                  <a:pt x="163830" y="66169"/>
                  <a:pt x="163740" y="68527"/>
                </a:cubicBezTo>
                <a:cubicBezTo>
                  <a:pt x="163652" y="70885"/>
                  <a:pt x="163563" y="73554"/>
                  <a:pt x="163474" y="76535"/>
                </a:cubicBezTo>
                <a:cubicBezTo>
                  <a:pt x="163385" y="79515"/>
                  <a:pt x="163341" y="82962"/>
                  <a:pt x="163341" y="86875"/>
                </a:cubicBezTo>
                <a:cubicBezTo>
                  <a:pt x="163341" y="89278"/>
                  <a:pt x="163364" y="91592"/>
                  <a:pt x="163409" y="93817"/>
                </a:cubicBezTo>
                <a:cubicBezTo>
                  <a:pt x="163453" y="96041"/>
                  <a:pt x="163565" y="98442"/>
                  <a:pt x="163742" y="101021"/>
                </a:cubicBezTo>
                <a:cubicBezTo>
                  <a:pt x="162764" y="100844"/>
                  <a:pt x="161785" y="100755"/>
                  <a:pt x="160806" y="100755"/>
                </a:cubicBezTo>
                <a:cubicBezTo>
                  <a:pt x="159827" y="100755"/>
                  <a:pt x="158893" y="100755"/>
                  <a:pt x="158004" y="100755"/>
                </a:cubicBezTo>
                <a:cubicBezTo>
                  <a:pt x="157025" y="100755"/>
                  <a:pt x="156047" y="100755"/>
                  <a:pt x="155068" y="100755"/>
                </a:cubicBezTo>
                <a:cubicBezTo>
                  <a:pt x="154089" y="100755"/>
                  <a:pt x="153110" y="100844"/>
                  <a:pt x="152132" y="101021"/>
                </a:cubicBezTo>
                <a:cubicBezTo>
                  <a:pt x="152399" y="98798"/>
                  <a:pt x="152688" y="94305"/>
                  <a:pt x="152999" y="87543"/>
                </a:cubicBezTo>
                <a:cubicBezTo>
                  <a:pt x="153311" y="80782"/>
                  <a:pt x="153467" y="71351"/>
                  <a:pt x="153467" y="59251"/>
                </a:cubicBezTo>
                <a:cubicBezTo>
                  <a:pt x="153467" y="57028"/>
                  <a:pt x="153222" y="54937"/>
                  <a:pt x="152732" y="52980"/>
                </a:cubicBezTo>
                <a:cubicBezTo>
                  <a:pt x="152244" y="51022"/>
                  <a:pt x="151465" y="49332"/>
                  <a:pt x="150397" y="47909"/>
                </a:cubicBezTo>
                <a:cubicBezTo>
                  <a:pt x="149330" y="46485"/>
                  <a:pt x="147906" y="45351"/>
                  <a:pt x="146127" y="44507"/>
                </a:cubicBezTo>
                <a:cubicBezTo>
                  <a:pt x="144347" y="43661"/>
                  <a:pt x="142123" y="43238"/>
                  <a:pt x="139454" y="43238"/>
                </a:cubicBezTo>
                <a:cubicBezTo>
                  <a:pt x="136251" y="43238"/>
                  <a:pt x="133538" y="43861"/>
                  <a:pt x="131313" y="45107"/>
                </a:cubicBezTo>
                <a:cubicBezTo>
                  <a:pt x="129089" y="46352"/>
                  <a:pt x="127355" y="47820"/>
                  <a:pt x="126110" y="49510"/>
                </a:cubicBezTo>
                <a:cubicBezTo>
                  <a:pt x="125397" y="50489"/>
                  <a:pt x="124841" y="51467"/>
                  <a:pt x="124440" y="52446"/>
                </a:cubicBezTo>
                <a:cubicBezTo>
                  <a:pt x="124041" y="53425"/>
                  <a:pt x="123730" y="54915"/>
                  <a:pt x="123508" y="56918"/>
                </a:cubicBezTo>
                <a:cubicBezTo>
                  <a:pt x="123285" y="58919"/>
                  <a:pt x="123129" y="61721"/>
                  <a:pt x="123039" y="65324"/>
                </a:cubicBezTo>
                <a:cubicBezTo>
                  <a:pt x="122951" y="68926"/>
                  <a:pt x="122907" y="73886"/>
                  <a:pt x="122907" y="80203"/>
                </a:cubicBezTo>
                <a:cubicBezTo>
                  <a:pt x="122907" y="84029"/>
                  <a:pt x="122974" y="87522"/>
                  <a:pt x="123107" y="90681"/>
                </a:cubicBezTo>
                <a:cubicBezTo>
                  <a:pt x="123240" y="93839"/>
                  <a:pt x="123396" y="97285"/>
                  <a:pt x="123575" y="101021"/>
                </a:cubicBezTo>
                <a:cubicBezTo>
                  <a:pt x="121528" y="100844"/>
                  <a:pt x="119570" y="100755"/>
                  <a:pt x="117702" y="100755"/>
                </a:cubicBezTo>
                <a:cubicBezTo>
                  <a:pt x="115834" y="100755"/>
                  <a:pt x="113877" y="100844"/>
                  <a:pt x="111830" y="101021"/>
                </a:cubicBezTo>
                <a:cubicBezTo>
                  <a:pt x="112275" y="96129"/>
                  <a:pt x="112587" y="91147"/>
                  <a:pt x="112764" y="86075"/>
                </a:cubicBezTo>
                <a:cubicBezTo>
                  <a:pt x="112942" y="81003"/>
                  <a:pt x="113031" y="76021"/>
                  <a:pt x="113031" y="71129"/>
                </a:cubicBezTo>
                <a:cubicBezTo>
                  <a:pt x="113031" y="66948"/>
                  <a:pt x="113009" y="63678"/>
                  <a:pt x="112964" y="61320"/>
                </a:cubicBezTo>
                <a:cubicBezTo>
                  <a:pt x="112921" y="58962"/>
                  <a:pt x="112810" y="57094"/>
                  <a:pt x="112632" y="55716"/>
                </a:cubicBezTo>
                <a:cubicBezTo>
                  <a:pt x="112454" y="54337"/>
                  <a:pt x="112209" y="53203"/>
                  <a:pt x="111897" y="52314"/>
                </a:cubicBezTo>
                <a:cubicBezTo>
                  <a:pt x="111586" y="51423"/>
                  <a:pt x="111164" y="50445"/>
                  <a:pt x="110630" y="49377"/>
                </a:cubicBezTo>
                <a:cubicBezTo>
                  <a:pt x="109652" y="47686"/>
                  <a:pt x="108116" y="46240"/>
                  <a:pt x="106024" y="45040"/>
                </a:cubicBezTo>
                <a:cubicBezTo>
                  <a:pt x="103934" y="43839"/>
                  <a:pt x="101777" y="43238"/>
                  <a:pt x="99553" y="43238"/>
                </a:cubicBezTo>
                <a:cubicBezTo>
                  <a:pt x="93682" y="43238"/>
                  <a:pt x="89367" y="45151"/>
                  <a:pt x="86609" y="48976"/>
                </a:cubicBezTo>
                <a:cubicBezTo>
                  <a:pt x="83850" y="52802"/>
                  <a:pt x="82471" y="58184"/>
                  <a:pt x="82471" y="65124"/>
                </a:cubicBezTo>
                <a:lnTo>
                  <a:pt x="82471" y="76466"/>
                </a:lnTo>
                <a:cubicBezTo>
                  <a:pt x="82471" y="80471"/>
                  <a:pt x="82537" y="84675"/>
                  <a:pt x="82670" y="89079"/>
                </a:cubicBezTo>
                <a:cubicBezTo>
                  <a:pt x="82805" y="93482"/>
                  <a:pt x="83095" y="97463"/>
                  <a:pt x="83540" y="101021"/>
                </a:cubicBezTo>
                <a:cubicBezTo>
                  <a:pt x="81493" y="100844"/>
                  <a:pt x="79491" y="100755"/>
                  <a:pt x="77535" y="100755"/>
                </a:cubicBezTo>
                <a:cubicBezTo>
                  <a:pt x="75577" y="100755"/>
                  <a:pt x="73576" y="100844"/>
                  <a:pt x="71530" y="101021"/>
                </a:cubicBezTo>
                <a:cubicBezTo>
                  <a:pt x="71974" y="97463"/>
                  <a:pt x="72262" y="93482"/>
                  <a:pt x="72395" y="89079"/>
                </a:cubicBezTo>
                <a:cubicBezTo>
                  <a:pt x="72530" y="84675"/>
                  <a:pt x="72597" y="80471"/>
                  <a:pt x="72597" y="76466"/>
                </a:cubicBezTo>
                <a:lnTo>
                  <a:pt x="72597" y="62589"/>
                </a:lnTo>
                <a:close/>
                <a:moveTo>
                  <a:pt x="217788" y="67794"/>
                </a:moveTo>
                <a:cubicBezTo>
                  <a:pt x="216276" y="68327"/>
                  <a:pt x="214519" y="68772"/>
                  <a:pt x="212516" y="69127"/>
                </a:cubicBezTo>
                <a:cubicBezTo>
                  <a:pt x="210515" y="69483"/>
                  <a:pt x="208492" y="69861"/>
                  <a:pt x="206446" y="70261"/>
                </a:cubicBezTo>
                <a:cubicBezTo>
                  <a:pt x="204400" y="70662"/>
                  <a:pt x="202376" y="71174"/>
                  <a:pt x="200374" y="71797"/>
                </a:cubicBezTo>
                <a:cubicBezTo>
                  <a:pt x="198372" y="72419"/>
                  <a:pt x="196592" y="73264"/>
                  <a:pt x="195035" y="74332"/>
                </a:cubicBezTo>
                <a:cubicBezTo>
                  <a:pt x="193479" y="75399"/>
                  <a:pt x="192234" y="76733"/>
                  <a:pt x="191298" y="78335"/>
                </a:cubicBezTo>
                <a:cubicBezTo>
                  <a:pt x="190364" y="79937"/>
                  <a:pt x="189897" y="81984"/>
                  <a:pt x="189897" y="84475"/>
                </a:cubicBezTo>
                <a:cubicBezTo>
                  <a:pt x="189897" y="88656"/>
                  <a:pt x="191098" y="91814"/>
                  <a:pt x="193500" y="93949"/>
                </a:cubicBezTo>
                <a:cubicBezTo>
                  <a:pt x="195902" y="96085"/>
                  <a:pt x="198572" y="97152"/>
                  <a:pt x="201508" y="97152"/>
                </a:cubicBezTo>
                <a:cubicBezTo>
                  <a:pt x="204888" y="97152"/>
                  <a:pt x="207980" y="96218"/>
                  <a:pt x="210781" y="94351"/>
                </a:cubicBezTo>
                <a:cubicBezTo>
                  <a:pt x="213585" y="92481"/>
                  <a:pt x="215742" y="90301"/>
                  <a:pt x="217255" y="87810"/>
                </a:cubicBezTo>
                <a:lnTo>
                  <a:pt x="217788" y="67794"/>
                </a:lnTo>
                <a:moveTo>
                  <a:pt x="184827" y="44038"/>
                </a:moveTo>
                <a:cubicBezTo>
                  <a:pt x="188830" y="41014"/>
                  <a:pt x="192522" y="38968"/>
                  <a:pt x="195902" y="37901"/>
                </a:cubicBezTo>
                <a:cubicBezTo>
                  <a:pt x="199284" y="36833"/>
                  <a:pt x="202754" y="36299"/>
                  <a:pt x="206312" y="36299"/>
                </a:cubicBezTo>
                <a:cubicBezTo>
                  <a:pt x="209516" y="36299"/>
                  <a:pt x="212452" y="36766"/>
                  <a:pt x="215121" y="37699"/>
                </a:cubicBezTo>
                <a:cubicBezTo>
                  <a:pt x="217790" y="38633"/>
                  <a:pt x="220058" y="39968"/>
                  <a:pt x="221926" y="41703"/>
                </a:cubicBezTo>
                <a:cubicBezTo>
                  <a:pt x="223794" y="43438"/>
                  <a:pt x="225261" y="45529"/>
                  <a:pt x="226328" y="47977"/>
                </a:cubicBezTo>
                <a:cubicBezTo>
                  <a:pt x="227397" y="50423"/>
                  <a:pt x="227931" y="53113"/>
                  <a:pt x="227931" y="56048"/>
                </a:cubicBezTo>
                <a:cubicBezTo>
                  <a:pt x="227931" y="61120"/>
                  <a:pt x="227842" y="66169"/>
                  <a:pt x="227664" y="71196"/>
                </a:cubicBezTo>
                <a:cubicBezTo>
                  <a:pt x="227486" y="76223"/>
                  <a:pt x="227397" y="81538"/>
                  <a:pt x="227397" y="87142"/>
                </a:cubicBezTo>
                <a:cubicBezTo>
                  <a:pt x="227397" y="88211"/>
                  <a:pt x="227420" y="89345"/>
                  <a:pt x="227465" y="90547"/>
                </a:cubicBezTo>
                <a:cubicBezTo>
                  <a:pt x="227509" y="91747"/>
                  <a:pt x="227710" y="92814"/>
                  <a:pt x="228065" y="93748"/>
                </a:cubicBezTo>
                <a:cubicBezTo>
                  <a:pt x="228421" y="94682"/>
                  <a:pt x="228932" y="95460"/>
                  <a:pt x="229599" y="96083"/>
                </a:cubicBezTo>
                <a:cubicBezTo>
                  <a:pt x="230266" y="96707"/>
                  <a:pt x="231268" y="97018"/>
                  <a:pt x="232602" y="97018"/>
                </a:cubicBezTo>
                <a:cubicBezTo>
                  <a:pt x="233047" y="97018"/>
                  <a:pt x="233514" y="96996"/>
                  <a:pt x="234003" y="96951"/>
                </a:cubicBezTo>
                <a:cubicBezTo>
                  <a:pt x="234493" y="96906"/>
                  <a:pt x="234960" y="96751"/>
                  <a:pt x="235404" y="96485"/>
                </a:cubicBezTo>
                <a:lnTo>
                  <a:pt x="235404" y="99421"/>
                </a:lnTo>
                <a:cubicBezTo>
                  <a:pt x="234425" y="99865"/>
                  <a:pt x="233202" y="100220"/>
                  <a:pt x="231735" y="100488"/>
                </a:cubicBezTo>
                <a:cubicBezTo>
                  <a:pt x="230267" y="100755"/>
                  <a:pt x="228644" y="100889"/>
                  <a:pt x="226864" y="100889"/>
                </a:cubicBezTo>
                <a:cubicBezTo>
                  <a:pt x="224017" y="100889"/>
                  <a:pt x="221838" y="100155"/>
                  <a:pt x="220325" y="98688"/>
                </a:cubicBezTo>
                <a:cubicBezTo>
                  <a:pt x="218813" y="97219"/>
                  <a:pt x="217923" y="95328"/>
                  <a:pt x="217656" y="93015"/>
                </a:cubicBezTo>
                <a:cubicBezTo>
                  <a:pt x="214454" y="96217"/>
                  <a:pt x="211295" y="98574"/>
                  <a:pt x="208181" y="100087"/>
                </a:cubicBezTo>
                <a:cubicBezTo>
                  <a:pt x="205067" y="101599"/>
                  <a:pt x="201242" y="102355"/>
                  <a:pt x="196705" y="102355"/>
                </a:cubicBezTo>
                <a:cubicBezTo>
                  <a:pt x="194480" y="102355"/>
                  <a:pt x="192300" y="102044"/>
                  <a:pt x="190164" y="101420"/>
                </a:cubicBezTo>
                <a:cubicBezTo>
                  <a:pt x="188030" y="100799"/>
                  <a:pt x="186140" y="99777"/>
                  <a:pt x="184493" y="98354"/>
                </a:cubicBezTo>
                <a:cubicBezTo>
                  <a:pt x="182848" y="96930"/>
                  <a:pt x="181513" y="95217"/>
                  <a:pt x="180490" y="93216"/>
                </a:cubicBezTo>
                <a:cubicBezTo>
                  <a:pt x="179468" y="91214"/>
                  <a:pt x="178957" y="88923"/>
                  <a:pt x="178957" y="86342"/>
                </a:cubicBezTo>
                <a:cubicBezTo>
                  <a:pt x="178957" y="81004"/>
                  <a:pt x="180624" y="76868"/>
                  <a:pt x="183960" y="73933"/>
                </a:cubicBezTo>
                <a:cubicBezTo>
                  <a:pt x="187296" y="70997"/>
                  <a:pt x="191900" y="69039"/>
                  <a:pt x="197772" y="68060"/>
                </a:cubicBezTo>
                <a:cubicBezTo>
                  <a:pt x="202576" y="67259"/>
                  <a:pt x="206335" y="66570"/>
                  <a:pt x="209049" y="65991"/>
                </a:cubicBezTo>
                <a:cubicBezTo>
                  <a:pt x="211762" y="65413"/>
                  <a:pt x="213764" y="64812"/>
                  <a:pt x="215054" y="64189"/>
                </a:cubicBezTo>
                <a:cubicBezTo>
                  <a:pt x="216343" y="63566"/>
                  <a:pt x="217121" y="62832"/>
                  <a:pt x="217387" y="61988"/>
                </a:cubicBezTo>
                <a:cubicBezTo>
                  <a:pt x="217655" y="61142"/>
                  <a:pt x="217788" y="60052"/>
                  <a:pt x="217788" y="58718"/>
                </a:cubicBezTo>
                <a:cubicBezTo>
                  <a:pt x="217788" y="56494"/>
                  <a:pt x="217521" y="54360"/>
                  <a:pt x="216988" y="52314"/>
                </a:cubicBezTo>
                <a:cubicBezTo>
                  <a:pt x="216454" y="50267"/>
                  <a:pt x="215609" y="48487"/>
                  <a:pt x="214453" y="46975"/>
                </a:cubicBezTo>
                <a:cubicBezTo>
                  <a:pt x="213296" y="45462"/>
                  <a:pt x="211784" y="44239"/>
                  <a:pt x="209916" y="43305"/>
                </a:cubicBezTo>
                <a:cubicBezTo>
                  <a:pt x="208048" y="42371"/>
                  <a:pt x="205780" y="41904"/>
                  <a:pt x="203111" y="41904"/>
                </a:cubicBezTo>
                <a:cubicBezTo>
                  <a:pt x="199551" y="41904"/>
                  <a:pt x="196237" y="42705"/>
                  <a:pt x="193168" y="44307"/>
                </a:cubicBezTo>
                <a:cubicBezTo>
                  <a:pt x="190098" y="45908"/>
                  <a:pt x="187808" y="48131"/>
                  <a:pt x="186295" y="50978"/>
                </a:cubicBezTo>
                <a:lnTo>
                  <a:pt x="184827" y="50978"/>
                </a:lnTo>
                <a:lnTo>
                  <a:pt x="184827" y="44038"/>
                </a:lnTo>
                <a:close/>
                <a:moveTo>
                  <a:pt x="251285" y="38834"/>
                </a:moveTo>
                <a:cubicBezTo>
                  <a:pt x="251285" y="35809"/>
                  <a:pt x="251262" y="32518"/>
                  <a:pt x="251218" y="28960"/>
                </a:cubicBezTo>
                <a:cubicBezTo>
                  <a:pt x="251173" y="25400"/>
                  <a:pt x="251106" y="21886"/>
                  <a:pt x="251016" y="18416"/>
                </a:cubicBezTo>
                <a:cubicBezTo>
                  <a:pt x="250928" y="14946"/>
                  <a:pt x="250817" y="11633"/>
                  <a:pt x="250684" y="8475"/>
                </a:cubicBezTo>
                <a:cubicBezTo>
                  <a:pt x="250551" y="5316"/>
                  <a:pt x="250396" y="2625"/>
                  <a:pt x="250218" y="401"/>
                </a:cubicBezTo>
                <a:cubicBezTo>
                  <a:pt x="252709" y="846"/>
                  <a:pt x="254710" y="1069"/>
                  <a:pt x="256223" y="1069"/>
                </a:cubicBezTo>
                <a:cubicBezTo>
                  <a:pt x="257735" y="1069"/>
                  <a:pt x="259737" y="846"/>
                  <a:pt x="262228" y="401"/>
                </a:cubicBezTo>
                <a:cubicBezTo>
                  <a:pt x="262050" y="2625"/>
                  <a:pt x="261894" y="5316"/>
                  <a:pt x="261759" y="8475"/>
                </a:cubicBezTo>
                <a:cubicBezTo>
                  <a:pt x="261626" y="11633"/>
                  <a:pt x="261515" y="14946"/>
                  <a:pt x="261425" y="18416"/>
                </a:cubicBezTo>
                <a:cubicBezTo>
                  <a:pt x="261337" y="21886"/>
                  <a:pt x="261271" y="25400"/>
                  <a:pt x="261226" y="28960"/>
                </a:cubicBezTo>
                <a:cubicBezTo>
                  <a:pt x="261182" y="32518"/>
                  <a:pt x="261161" y="35809"/>
                  <a:pt x="261161" y="38834"/>
                </a:cubicBezTo>
                <a:lnTo>
                  <a:pt x="261161" y="63122"/>
                </a:lnTo>
                <a:cubicBezTo>
                  <a:pt x="261161" y="64812"/>
                  <a:pt x="261694" y="65657"/>
                  <a:pt x="262761" y="65657"/>
                </a:cubicBezTo>
                <a:cubicBezTo>
                  <a:pt x="263472" y="65657"/>
                  <a:pt x="264251" y="65347"/>
                  <a:pt x="265097" y="64725"/>
                </a:cubicBezTo>
                <a:cubicBezTo>
                  <a:pt x="265942" y="64102"/>
                  <a:pt x="266899" y="63390"/>
                  <a:pt x="267966" y="62589"/>
                </a:cubicBezTo>
                <a:cubicBezTo>
                  <a:pt x="268767" y="61966"/>
                  <a:pt x="270124" y="60765"/>
                  <a:pt x="272036" y="58987"/>
                </a:cubicBezTo>
                <a:cubicBezTo>
                  <a:pt x="273949" y="57207"/>
                  <a:pt x="276084" y="55138"/>
                  <a:pt x="278440" y="52780"/>
                </a:cubicBezTo>
                <a:cubicBezTo>
                  <a:pt x="280798" y="50422"/>
                  <a:pt x="283223" y="47909"/>
                  <a:pt x="285714" y="45240"/>
                </a:cubicBezTo>
                <a:cubicBezTo>
                  <a:pt x="288205" y="42571"/>
                  <a:pt x="290474" y="40035"/>
                  <a:pt x="292521" y="37632"/>
                </a:cubicBezTo>
                <a:cubicBezTo>
                  <a:pt x="294300" y="38078"/>
                  <a:pt x="295990" y="38300"/>
                  <a:pt x="297592" y="38300"/>
                </a:cubicBezTo>
                <a:cubicBezTo>
                  <a:pt x="298570" y="38300"/>
                  <a:pt x="299549" y="38234"/>
                  <a:pt x="300528" y="38101"/>
                </a:cubicBezTo>
                <a:cubicBezTo>
                  <a:pt x="301507" y="37968"/>
                  <a:pt x="302752" y="37811"/>
                  <a:pt x="304264" y="37632"/>
                </a:cubicBezTo>
                <a:cubicBezTo>
                  <a:pt x="298659" y="42170"/>
                  <a:pt x="293298" y="46641"/>
                  <a:pt x="288182" y="51045"/>
                </a:cubicBezTo>
                <a:cubicBezTo>
                  <a:pt x="283067" y="55449"/>
                  <a:pt x="278197" y="59919"/>
                  <a:pt x="273572" y="64456"/>
                </a:cubicBezTo>
                <a:cubicBezTo>
                  <a:pt x="278642" y="70595"/>
                  <a:pt x="283868" y="76733"/>
                  <a:pt x="289251" y="82872"/>
                </a:cubicBezTo>
                <a:cubicBezTo>
                  <a:pt x="294634" y="89011"/>
                  <a:pt x="300127" y="95061"/>
                  <a:pt x="305733" y="101021"/>
                </a:cubicBezTo>
                <a:cubicBezTo>
                  <a:pt x="304220" y="100844"/>
                  <a:pt x="302863" y="100755"/>
                  <a:pt x="301662" y="100755"/>
                </a:cubicBezTo>
                <a:cubicBezTo>
                  <a:pt x="300461" y="100755"/>
                  <a:pt x="299282" y="100755"/>
                  <a:pt x="298125" y="100755"/>
                </a:cubicBezTo>
                <a:cubicBezTo>
                  <a:pt x="297146" y="100755"/>
                  <a:pt x="296079" y="100755"/>
                  <a:pt x="294922" y="100755"/>
                </a:cubicBezTo>
                <a:cubicBezTo>
                  <a:pt x="293765" y="100755"/>
                  <a:pt x="292565" y="100844"/>
                  <a:pt x="291320" y="101021"/>
                </a:cubicBezTo>
                <a:cubicBezTo>
                  <a:pt x="289362" y="98798"/>
                  <a:pt x="287138" y="96196"/>
                  <a:pt x="284647" y="93216"/>
                </a:cubicBezTo>
                <a:cubicBezTo>
                  <a:pt x="282156" y="90235"/>
                  <a:pt x="279687" y="87277"/>
                  <a:pt x="277241" y="84340"/>
                </a:cubicBezTo>
                <a:cubicBezTo>
                  <a:pt x="274795" y="81404"/>
                  <a:pt x="272459" y="78646"/>
                  <a:pt x="270234" y="76067"/>
                </a:cubicBezTo>
                <a:cubicBezTo>
                  <a:pt x="268011" y="73486"/>
                  <a:pt x="266098" y="71351"/>
                  <a:pt x="264496" y="69661"/>
                </a:cubicBezTo>
                <a:cubicBezTo>
                  <a:pt x="264229" y="69305"/>
                  <a:pt x="263917" y="68994"/>
                  <a:pt x="263561" y="68728"/>
                </a:cubicBezTo>
                <a:cubicBezTo>
                  <a:pt x="263206" y="68461"/>
                  <a:pt x="262850" y="68327"/>
                  <a:pt x="262494" y="68327"/>
                </a:cubicBezTo>
                <a:cubicBezTo>
                  <a:pt x="261605" y="68327"/>
                  <a:pt x="261161" y="68861"/>
                  <a:pt x="261161" y="69928"/>
                </a:cubicBezTo>
                <a:lnTo>
                  <a:pt x="261161" y="77934"/>
                </a:lnTo>
                <a:cubicBezTo>
                  <a:pt x="261161" y="81937"/>
                  <a:pt x="261227" y="85830"/>
                  <a:pt x="261360" y="89612"/>
                </a:cubicBezTo>
                <a:cubicBezTo>
                  <a:pt x="261493" y="93393"/>
                  <a:pt x="261782" y="97196"/>
                  <a:pt x="262228" y="101021"/>
                </a:cubicBezTo>
                <a:cubicBezTo>
                  <a:pt x="260182" y="100844"/>
                  <a:pt x="258180" y="100755"/>
                  <a:pt x="256223" y="100755"/>
                </a:cubicBezTo>
                <a:cubicBezTo>
                  <a:pt x="254265" y="100755"/>
                  <a:pt x="252264" y="100844"/>
                  <a:pt x="250218" y="101021"/>
                </a:cubicBezTo>
                <a:cubicBezTo>
                  <a:pt x="250396" y="98976"/>
                  <a:pt x="250551" y="96396"/>
                  <a:pt x="250684" y="93282"/>
                </a:cubicBezTo>
                <a:cubicBezTo>
                  <a:pt x="250817" y="90167"/>
                  <a:pt x="250928" y="86875"/>
                  <a:pt x="251016" y="83406"/>
                </a:cubicBezTo>
                <a:cubicBezTo>
                  <a:pt x="251106" y="79936"/>
                  <a:pt x="251173" y="76422"/>
                  <a:pt x="251218" y="72864"/>
                </a:cubicBezTo>
                <a:cubicBezTo>
                  <a:pt x="251262" y="69306"/>
                  <a:pt x="251285" y="66014"/>
                  <a:pt x="251285" y="62988"/>
                </a:cubicBezTo>
                <a:lnTo>
                  <a:pt x="251285" y="38834"/>
                </a:lnTo>
                <a:close/>
                <a:moveTo>
                  <a:pt x="342298" y="40569"/>
                </a:moveTo>
                <a:cubicBezTo>
                  <a:pt x="339006" y="40569"/>
                  <a:pt x="336225" y="41325"/>
                  <a:pt x="333955" y="42837"/>
                </a:cubicBezTo>
                <a:cubicBezTo>
                  <a:pt x="331687" y="44349"/>
                  <a:pt x="329819" y="46240"/>
                  <a:pt x="328351" y="48510"/>
                </a:cubicBezTo>
                <a:cubicBezTo>
                  <a:pt x="326884" y="50778"/>
                  <a:pt x="325772" y="53269"/>
                  <a:pt x="325016" y="55983"/>
                </a:cubicBezTo>
                <a:cubicBezTo>
                  <a:pt x="324260" y="58697"/>
                  <a:pt x="323793" y="61254"/>
                  <a:pt x="323615" y="63656"/>
                </a:cubicBezTo>
                <a:cubicBezTo>
                  <a:pt x="326372" y="63745"/>
                  <a:pt x="329240" y="63835"/>
                  <a:pt x="332220" y="63925"/>
                </a:cubicBezTo>
                <a:cubicBezTo>
                  <a:pt x="335201" y="64013"/>
                  <a:pt x="338115" y="64057"/>
                  <a:pt x="340962" y="64057"/>
                </a:cubicBezTo>
                <a:cubicBezTo>
                  <a:pt x="343898" y="64057"/>
                  <a:pt x="346879" y="64013"/>
                  <a:pt x="349903" y="63925"/>
                </a:cubicBezTo>
                <a:cubicBezTo>
                  <a:pt x="352928" y="63835"/>
                  <a:pt x="355864" y="63745"/>
                  <a:pt x="358712" y="63656"/>
                </a:cubicBezTo>
                <a:cubicBezTo>
                  <a:pt x="358712" y="61254"/>
                  <a:pt x="358512" y="58719"/>
                  <a:pt x="358111" y="56050"/>
                </a:cubicBezTo>
                <a:cubicBezTo>
                  <a:pt x="357711" y="53380"/>
                  <a:pt x="356910" y="50888"/>
                  <a:pt x="355709" y="48575"/>
                </a:cubicBezTo>
                <a:cubicBezTo>
                  <a:pt x="354507" y="46262"/>
                  <a:pt x="352839" y="44349"/>
                  <a:pt x="350703" y="42837"/>
                </a:cubicBezTo>
                <a:cubicBezTo>
                  <a:pt x="348568" y="41325"/>
                  <a:pt x="345766" y="40569"/>
                  <a:pt x="342298" y="40569"/>
                </a:cubicBezTo>
                <a:moveTo>
                  <a:pt x="311471" y="71396"/>
                </a:moveTo>
                <a:cubicBezTo>
                  <a:pt x="311471" y="60453"/>
                  <a:pt x="314072" y="51868"/>
                  <a:pt x="319276" y="45641"/>
                </a:cubicBezTo>
                <a:cubicBezTo>
                  <a:pt x="324480" y="39413"/>
                  <a:pt x="332065" y="36299"/>
                  <a:pt x="342031" y="36299"/>
                </a:cubicBezTo>
                <a:cubicBezTo>
                  <a:pt x="346746" y="36299"/>
                  <a:pt x="350815" y="37033"/>
                  <a:pt x="354240" y="38502"/>
                </a:cubicBezTo>
                <a:cubicBezTo>
                  <a:pt x="357665" y="39969"/>
                  <a:pt x="360535" y="41926"/>
                  <a:pt x="362848" y="44372"/>
                </a:cubicBezTo>
                <a:cubicBezTo>
                  <a:pt x="365161" y="46819"/>
                  <a:pt x="366873" y="49688"/>
                  <a:pt x="367985" y="52980"/>
                </a:cubicBezTo>
                <a:cubicBezTo>
                  <a:pt x="369097" y="56272"/>
                  <a:pt x="369653" y="59786"/>
                  <a:pt x="369653" y="63521"/>
                </a:cubicBezTo>
                <a:cubicBezTo>
                  <a:pt x="369653" y="64412"/>
                  <a:pt x="369631" y="65280"/>
                  <a:pt x="369586" y="66126"/>
                </a:cubicBezTo>
                <a:cubicBezTo>
                  <a:pt x="369542" y="66970"/>
                  <a:pt x="369476" y="67837"/>
                  <a:pt x="369386" y="68726"/>
                </a:cubicBezTo>
                <a:cubicBezTo>
                  <a:pt x="364582" y="68638"/>
                  <a:pt x="359823" y="68550"/>
                  <a:pt x="355108" y="68461"/>
                </a:cubicBezTo>
                <a:cubicBezTo>
                  <a:pt x="350393" y="68372"/>
                  <a:pt x="345634" y="68327"/>
                  <a:pt x="340830" y="68327"/>
                </a:cubicBezTo>
                <a:cubicBezTo>
                  <a:pt x="337893" y="68327"/>
                  <a:pt x="334979" y="68372"/>
                  <a:pt x="332088" y="68461"/>
                </a:cubicBezTo>
                <a:cubicBezTo>
                  <a:pt x="329196" y="68550"/>
                  <a:pt x="326282" y="68638"/>
                  <a:pt x="323346" y="68726"/>
                </a:cubicBezTo>
                <a:cubicBezTo>
                  <a:pt x="323258" y="69171"/>
                  <a:pt x="323214" y="69839"/>
                  <a:pt x="323214" y="70728"/>
                </a:cubicBezTo>
                <a:lnTo>
                  <a:pt x="323214" y="72463"/>
                </a:lnTo>
                <a:cubicBezTo>
                  <a:pt x="323214" y="75932"/>
                  <a:pt x="323725" y="79180"/>
                  <a:pt x="324747" y="82206"/>
                </a:cubicBezTo>
                <a:cubicBezTo>
                  <a:pt x="325771" y="85231"/>
                  <a:pt x="327261" y="87833"/>
                  <a:pt x="329219" y="90013"/>
                </a:cubicBezTo>
                <a:cubicBezTo>
                  <a:pt x="331176" y="92192"/>
                  <a:pt x="333578" y="93927"/>
                  <a:pt x="336425" y="95218"/>
                </a:cubicBezTo>
                <a:cubicBezTo>
                  <a:pt x="339272" y="96508"/>
                  <a:pt x="342564" y="97152"/>
                  <a:pt x="346301" y="97152"/>
                </a:cubicBezTo>
                <a:cubicBezTo>
                  <a:pt x="348079" y="97152"/>
                  <a:pt x="349902" y="96908"/>
                  <a:pt x="351770" y="96419"/>
                </a:cubicBezTo>
                <a:cubicBezTo>
                  <a:pt x="353640" y="95929"/>
                  <a:pt x="355464" y="95261"/>
                  <a:pt x="357242" y="94416"/>
                </a:cubicBezTo>
                <a:cubicBezTo>
                  <a:pt x="359022" y="93570"/>
                  <a:pt x="360690" y="92569"/>
                  <a:pt x="362247" y="91414"/>
                </a:cubicBezTo>
                <a:cubicBezTo>
                  <a:pt x="363804" y="90258"/>
                  <a:pt x="365161" y="89011"/>
                  <a:pt x="366318" y="87676"/>
                </a:cubicBezTo>
                <a:lnTo>
                  <a:pt x="366985" y="88077"/>
                </a:lnTo>
                <a:lnTo>
                  <a:pt x="366185" y="94615"/>
                </a:lnTo>
                <a:cubicBezTo>
                  <a:pt x="363515" y="96751"/>
                  <a:pt x="360201" y="98574"/>
                  <a:pt x="356242" y="100087"/>
                </a:cubicBezTo>
                <a:cubicBezTo>
                  <a:pt x="352284" y="101599"/>
                  <a:pt x="348169" y="102355"/>
                  <a:pt x="343898" y="102355"/>
                </a:cubicBezTo>
                <a:cubicBezTo>
                  <a:pt x="339094" y="102355"/>
                  <a:pt x="334712" y="101621"/>
                  <a:pt x="330752" y="100154"/>
                </a:cubicBezTo>
                <a:cubicBezTo>
                  <a:pt x="326794" y="98686"/>
                  <a:pt x="323369" y="96552"/>
                  <a:pt x="320477" y="93750"/>
                </a:cubicBezTo>
                <a:cubicBezTo>
                  <a:pt x="317587" y="90947"/>
                  <a:pt x="315363" y="87632"/>
                  <a:pt x="313806" y="83807"/>
                </a:cubicBezTo>
                <a:cubicBezTo>
                  <a:pt x="312249" y="79981"/>
                  <a:pt x="311471" y="75844"/>
                  <a:pt x="311471" y="71396"/>
                </a:cubicBezTo>
                <a:close/>
                <a:moveTo>
                  <a:pt x="427972" y="70728"/>
                </a:moveTo>
                <a:cubicBezTo>
                  <a:pt x="427972" y="76067"/>
                  <a:pt x="428528" y="80471"/>
                  <a:pt x="429639" y="83941"/>
                </a:cubicBezTo>
                <a:cubicBezTo>
                  <a:pt x="430751" y="87410"/>
                  <a:pt x="432175" y="90190"/>
                  <a:pt x="433909" y="92282"/>
                </a:cubicBezTo>
                <a:cubicBezTo>
                  <a:pt x="435644" y="94372"/>
                  <a:pt x="437624" y="95818"/>
                  <a:pt x="439847" y="96619"/>
                </a:cubicBezTo>
                <a:cubicBezTo>
                  <a:pt x="442072" y="97419"/>
                  <a:pt x="444252" y="97818"/>
                  <a:pt x="446388" y="97818"/>
                </a:cubicBezTo>
                <a:cubicBezTo>
                  <a:pt x="449858" y="97818"/>
                  <a:pt x="452838" y="96951"/>
                  <a:pt x="455329" y="95216"/>
                </a:cubicBezTo>
                <a:cubicBezTo>
                  <a:pt x="457820" y="93481"/>
                  <a:pt x="459888" y="91213"/>
                  <a:pt x="461533" y="88411"/>
                </a:cubicBezTo>
                <a:cubicBezTo>
                  <a:pt x="463179" y="85609"/>
                  <a:pt x="464380" y="82429"/>
                  <a:pt x="465136" y="78871"/>
                </a:cubicBezTo>
                <a:cubicBezTo>
                  <a:pt x="465893" y="75311"/>
                  <a:pt x="466272" y="71752"/>
                  <a:pt x="466272" y="68193"/>
                </a:cubicBezTo>
                <a:cubicBezTo>
                  <a:pt x="466272" y="59653"/>
                  <a:pt x="464626" y="53136"/>
                  <a:pt x="461334" y="48644"/>
                </a:cubicBezTo>
                <a:cubicBezTo>
                  <a:pt x="458042" y="44151"/>
                  <a:pt x="453193" y="41904"/>
                  <a:pt x="446787" y="41904"/>
                </a:cubicBezTo>
                <a:cubicBezTo>
                  <a:pt x="443584" y="41904"/>
                  <a:pt x="440804" y="42638"/>
                  <a:pt x="438446" y="44106"/>
                </a:cubicBezTo>
                <a:cubicBezTo>
                  <a:pt x="436090" y="45573"/>
                  <a:pt x="434133" y="47620"/>
                  <a:pt x="432576" y="50245"/>
                </a:cubicBezTo>
                <a:cubicBezTo>
                  <a:pt x="431019" y="52869"/>
                  <a:pt x="429862" y="55938"/>
                  <a:pt x="429106" y="59453"/>
                </a:cubicBezTo>
                <a:cubicBezTo>
                  <a:pt x="428350" y="62966"/>
                  <a:pt x="427972" y="66724"/>
                  <a:pt x="427972" y="70728"/>
                </a:cubicBezTo>
                <a:moveTo>
                  <a:pt x="465871" y="88344"/>
                </a:moveTo>
                <a:cubicBezTo>
                  <a:pt x="465159" y="89768"/>
                  <a:pt x="464203" y="91303"/>
                  <a:pt x="463002" y="92950"/>
                </a:cubicBezTo>
                <a:cubicBezTo>
                  <a:pt x="461800" y="94595"/>
                  <a:pt x="460287" y="96130"/>
                  <a:pt x="458463" y="97554"/>
                </a:cubicBezTo>
                <a:cubicBezTo>
                  <a:pt x="456640" y="98976"/>
                  <a:pt x="454483" y="100132"/>
                  <a:pt x="451992" y="101021"/>
                </a:cubicBezTo>
                <a:cubicBezTo>
                  <a:pt x="449500" y="101911"/>
                  <a:pt x="446609" y="102355"/>
                  <a:pt x="443317" y="102355"/>
                </a:cubicBezTo>
                <a:cubicBezTo>
                  <a:pt x="439937" y="102355"/>
                  <a:pt x="436623" y="101777"/>
                  <a:pt x="433376" y="100620"/>
                </a:cubicBezTo>
                <a:cubicBezTo>
                  <a:pt x="430129" y="99464"/>
                  <a:pt x="427237" y="97573"/>
                  <a:pt x="424701" y="94949"/>
                </a:cubicBezTo>
                <a:cubicBezTo>
                  <a:pt x="422166" y="92325"/>
                  <a:pt x="420119" y="88945"/>
                  <a:pt x="418562" y="84809"/>
                </a:cubicBezTo>
                <a:cubicBezTo>
                  <a:pt x="417006" y="80671"/>
                  <a:pt x="416229" y="75711"/>
                  <a:pt x="416229" y="69928"/>
                </a:cubicBezTo>
                <a:cubicBezTo>
                  <a:pt x="416229" y="64234"/>
                  <a:pt x="417074" y="59297"/>
                  <a:pt x="418764" y="55116"/>
                </a:cubicBezTo>
                <a:cubicBezTo>
                  <a:pt x="420454" y="50933"/>
                  <a:pt x="422656" y="47441"/>
                  <a:pt x="425369" y="44639"/>
                </a:cubicBezTo>
                <a:cubicBezTo>
                  <a:pt x="428083" y="41837"/>
                  <a:pt x="431152" y="39747"/>
                  <a:pt x="434577" y="38367"/>
                </a:cubicBezTo>
                <a:cubicBezTo>
                  <a:pt x="438002" y="36988"/>
                  <a:pt x="441450" y="36299"/>
                  <a:pt x="444920" y="36299"/>
                </a:cubicBezTo>
                <a:cubicBezTo>
                  <a:pt x="454794" y="36299"/>
                  <a:pt x="461644" y="40747"/>
                  <a:pt x="465470" y="49644"/>
                </a:cubicBezTo>
                <a:lnTo>
                  <a:pt x="465736" y="49644"/>
                </a:lnTo>
                <a:lnTo>
                  <a:pt x="465736" y="36565"/>
                </a:lnTo>
                <a:cubicBezTo>
                  <a:pt x="465736" y="33185"/>
                  <a:pt x="465714" y="29782"/>
                  <a:pt x="465669" y="26357"/>
                </a:cubicBezTo>
                <a:cubicBezTo>
                  <a:pt x="465626" y="22932"/>
                  <a:pt x="465582" y="19663"/>
                  <a:pt x="465537" y="16549"/>
                </a:cubicBezTo>
                <a:cubicBezTo>
                  <a:pt x="465492" y="13435"/>
                  <a:pt x="465447" y="10499"/>
                  <a:pt x="465402" y="7742"/>
                </a:cubicBezTo>
                <a:cubicBezTo>
                  <a:pt x="465359" y="4983"/>
                  <a:pt x="465292" y="2537"/>
                  <a:pt x="465203" y="401"/>
                </a:cubicBezTo>
                <a:cubicBezTo>
                  <a:pt x="466271" y="579"/>
                  <a:pt x="467294" y="735"/>
                  <a:pt x="468272" y="869"/>
                </a:cubicBezTo>
                <a:cubicBezTo>
                  <a:pt x="469250" y="1003"/>
                  <a:pt x="470229" y="1069"/>
                  <a:pt x="471208" y="1069"/>
                </a:cubicBezTo>
                <a:cubicBezTo>
                  <a:pt x="472187" y="1069"/>
                  <a:pt x="473143" y="1003"/>
                  <a:pt x="474077" y="869"/>
                </a:cubicBezTo>
                <a:cubicBezTo>
                  <a:pt x="475011" y="735"/>
                  <a:pt x="476056" y="579"/>
                  <a:pt x="477213" y="401"/>
                </a:cubicBezTo>
                <a:cubicBezTo>
                  <a:pt x="476947" y="3248"/>
                  <a:pt x="476725" y="7362"/>
                  <a:pt x="476547" y="12745"/>
                </a:cubicBezTo>
                <a:cubicBezTo>
                  <a:pt x="476369" y="18128"/>
                  <a:pt x="476213" y="24066"/>
                  <a:pt x="476079" y="30560"/>
                </a:cubicBezTo>
                <a:cubicBezTo>
                  <a:pt x="475946" y="37055"/>
                  <a:pt x="475834" y="43728"/>
                  <a:pt x="475745" y="50579"/>
                </a:cubicBezTo>
                <a:cubicBezTo>
                  <a:pt x="475656" y="57429"/>
                  <a:pt x="475612" y="63701"/>
                  <a:pt x="475612" y="69394"/>
                </a:cubicBezTo>
                <a:cubicBezTo>
                  <a:pt x="475612" y="75533"/>
                  <a:pt x="475656" y="81049"/>
                  <a:pt x="475745" y="85943"/>
                </a:cubicBezTo>
                <a:cubicBezTo>
                  <a:pt x="475834" y="90835"/>
                  <a:pt x="475924" y="95861"/>
                  <a:pt x="476013" y="101021"/>
                </a:cubicBezTo>
                <a:cubicBezTo>
                  <a:pt x="474234" y="100844"/>
                  <a:pt x="472499" y="100755"/>
                  <a:pt x="470809" y="100755"/>
                </a:cubicBezTo>
                <a:cubicBezTo>
                  <a:pt x="469207" y="100755"/>
                  <a:pt x="467516" y="100844"/>
                  <a:pt x="465736" y="101021"/>
                </a:cubicBezTo>
                <a:lnTo>
                  <a:pt x="466137" y="88344"/>
                </a:lnTo>
                <a:lnTo>
                  <a:pt x="465871" y="88344"/>
                </a:lnTo>
                <a:close/>
                <a:moveTo>
                  <a:pt x="520319" y="40569"/>
                </a:moveTo>
                <a:cubicBezTo>
                  <a:pt x="517027" y="40569"/>
                  <a:pt x="514246" y="41325"/>
                  <a:pt x="511976" y="42837"/>
                </a:cubicBezTo>
                <a:cubicBezTo>
                  <a:pt x="509708" y="44349"/>
                  <a:pt x="507840" y="46240"/>
                  <a:pt x="506372" y="48510"/>
                </a:cubicBezTo>
                <a:cubicBezTo>
                  <a:pt x="504905" y="50778"/>
                  <a:pt x="503793" y="53269"/>
                  <a:pt x="503037" y="55983"/>
                </a:cubicBezTo>
                <a:cubicBezTo>
                  <a:pt x="502281" y="58697"/>
                  <a:pt x="501814" y="61254"/>
                  <a:pt x="501636" y="63656"/>
                </a:cubicBezTo>
                <a:cubicBezTo>
                  <a:pt x="504393" y="63745"/>
                  <a:pt x="507262" y="63835"/>
                  <a:pt x="510241" y="63925"/>
                </a:cubicBezTo>
                <a:cubicBezTo>
                  <a:pt x="513222" y="64013"/>
                  <a:pt x="516136" y="64057"/>
                  <a:pt x="518983" y="64057"/>
                </a:cubicBezTo>
                <a:cubicBezTo>
                  <a:pt x="521919" y="64057"/>
                  <a:pt x="524900" y="64013"/>
                  <a:pt x="527924" y="63925"/>
                </a:cubicBezTo>
                <a:cubicBezTo>
                  <a:pt x="530949" y="63835"/>
                  <a:pt x="533885" y="63745"/>
                  <a:pt x="536733" y="63656"/>
                </a:cubicBezTo>
                <a:cubicBezTo>
                  <a:pt x="536733" y="61254"/>
                  <a:pt x="536533" y="58719"/>
                  <a:pt x="536132" y="56050"/>
                </a:cubicBezTo>
                <a:cubicBezTo>
                  <a:pt x="535732" y="53380"/>
                  <a:pt x="534931" y="50888"/>
                  <a:pt x="533730" y="48575"/>
                </a:cubicBezTo>
                <a:cubicBezTo>
                  <a:pt x="532528" y="46262"/>
                  <a:pt x="530860" y="44349"/>
                  <a:pt x="528725" y="42837"/>
                </a:cubicBezTo>
                <a:cubicBezTo>
                  <a:pt x="526589" y="41325"/>
                  <a:pt x="523787" y="40569"/>
                  <a:pt x="520319" y="40569"/>
                </a:cubicBezTo>
                <a:moveTo>
                  <a:pt x="489492" y="71396"/>
                </a:moveTo>
                <a:cubicBezTo>
                  <a:pt x="489492" y="60453"/>
                  <a:pt x="492093" y="51868"/>
                  <a:pt x="497297" y="45641"/>
                </a:cubicBezTo>
                <a:cubicBezTo>
                  <a:pt x="502501" y="39413"/>
                  <a:pt x="510087" y="36299"/>
                  <a:pt x="520052" y="36299"/>
                </a:cubicBezTo>
                <a:cubicBezTo>
                  <a:pt x="524767" y="36299"/>
                  <a:pt x="528837" y="37033"/>
                  <a:pt x="532262" y="38502"/>
                </a:cubicBezTo>
                <a:cubicBezTo>
                  <a:pt x="535687" y="39969"/>
                  <a:pt x="538556" y="41926"/>
                  <a:pt x="540869" y="44372"/>
                </a:cubicBezTo>
                <a:cubicBezTo>
                  <a:pt x="543182" y="46819"/>
                  <a:pt x="544895" y="49688"/>
                  <a:pt x="546006" y="52980"/>
                </a:cubicBezTo>
                <a:cubicBezTo>
                  <a:pt x="547118" y="56272"/>
                  <a:pt x="547674" y="59786"/>
                  <a:pt x="547674" y="63521"/>
                </a:cubicBezTo>
                <a:cubicBezTo>
                  <a:pt x="547674" y="64412"/>
                  <a:pt x="547652" y="65280"/>
                  <a:pt x="547607" y="66126"/>
                </a:cubicBezTo>
                <a:cubicBezTo>
                  <a:pt x="547563" y="66970"/>
                  <a:pt x="547497" y="67837"/>
                  <a:pt x="547407" y="68726"/>
                </a:cubicBezTo>
                <a:cubicBezTo>
                  <a:pt x="542603" y="68638"/>
                  <a:pt x="537844" y="68550"/>
                  <a:pt x="533129" y="68461"/>
                </a:cubicBezTo>
                <a:cubicBezTo>
                  <a:pt x="528414" y="68372"/>
                  <a:pt x="523655" y="68327"/>
                  <a:pt x="518851" y="68327"/>
                </a:cubicBezTo>
                <a:cubicBezTo>
                  <a:pt x="515914" y="68327"/>
                  <a:pt x="513000" y="68372"/>
                  <a:pt x="510109" y="68461"/>
                </a:cubicBezTo>
                <a:cubicBezTo>
                  <a:pt x="507217" y="68550"/>
                  <a:pt x="504304" y="68638"/>
                  <a:pt x="501367" y="68726"/>
                </a:cubicBezTo>
                <a:cubicBezTo>
                  <a:pt x="501279" y="69171"/>
                  <a:pt x="501235" y="69839"/>
                  <a:pt x="501235" y="70728"/>
                </a:cubicBezTo>
                <a:lnTo>
                  <a:pt x="501235" y="72463"/>
                </a:lnTo>
                <a:cubicBezTo>
                  <a:pt x="501235" y="75932"/>
                  <a:pt x="501746" y="79180"/>
                  <a:pt x="502768" y="82206"/>
                </a:cubicBezTo>
                <a:cubicBezTo>
                  <a:pt x="503792" y="85231"/>
                  <a:pt x="505282" y="87833"/>
                  <a:pt x="507240" y="90013"/>
                </a:cubicBezTo>
                <a:cubicBezTo>
                  <a:pt x="509197" y="92192"/>
                  <a:pt x="511600" y="93927"/>
                  <a:pt x="514446" y="95218"/>
                </a:cubicBezTo>
                <a:cubicBezTo>
                  <a:pt x="517293" y="96508"/>
                  <a:pt x="520585" y="97152"/>
                  <a:pt x="524322" y="97152"/>
                </a:cubicBezTo>
                <a:cubicBezTo>
                  <a:pt x="526100" y="97152"/>
                  <a:pt x="527924" y="96908"/>
                  <a:pt x="529792" y="96419"/>
                </a:cubicBezTo>
                <a:cubicBezTo>
                  <a:pt x="531661" y="95929"/>
                  <a:pt x="533485" y="95261"/>
                  <a:pt x="535263" y="94416"/>
                </a:cubicBezTo>
                <a:cubicBezTo>
                  <a:pt x="537043" y="93570"/>
                  <a:pt x="538711" y="92569"/>
                  <a:pt x="540268" y="91414"/>
                </a:cubicBezTo>
                <a:cubicBezTo>
                  <a:pt x="541825" y="90258"/>
                  <a:pt x="543182" y="89011"/>
                  <a:pt x="544339" y="87676"/>
                </a:cubicBezTo>
                <a:lnTo>
                  <a:pt x="545007" y="88077"/>
                </a:lnTo>
                <a:lnTo>
                  <a:pt x="544206" y="94615"/>
                </a:lnTo>
                <a:cubicBezTo>
                  <a:pt x="541536" y="96751"/>
                  <a:pt x="538222" y="98574"/>
                  <a:pt x="534263" y="100087"/>
                </a:cubicBezTo>
                <a:cubicBezTo>
                  <a:pt x="530305" y="101599"/>
                  <a:pt x="526190" y="102355"/>
                  <a:pt x="521919" y="102355"/>
                </a:cubicBezTo>
                <a:cubicBezTo>
                  <a:pt x="517115" y="102355"/>
                  <a:pt x="512733" y="101621"/>
                  <a:pt x="508773" y="100154"/>
                </a:cubicBezTo>
                <a:cubicBezTo>
                  <a:pt x="504815" y="98686"/>
                  <a:pt x="501390" y="96552"/>
                  <a:pt x="498498" y="93750"/>
                </a:cubicBezTo>
                <a:cubicBezTo>
                  <a:pt x="495608" y="90947"/>
                  <a:pt x="493384" y="87632"/>
                  <a:pt x="491827" y="83807"/>
                </a:cubicBezTo>
                <a:cubicBezTo>
                  <a:pt x="490270" y="79981"/>
                  <a:pt x="489492" y="75844"/>
                  <a:pt x="489492" y="71396"/>
                </a:cubicBezTo>
                <a:close/>
                <a:moveTo>
                  <a:pt x="557151" y="69528"/>
                </a:moveTo>
                <a:cubicBezTo>
                  <a:pt x="557151" y="63745"/>
                  <a:pt x="558129" y="58763"/>
                  <a:pt x="560085" y="54582"/>
                </a:cubicBezTo>
                <a:cubicBezTo>
                  <a:pt x="562043" y="50400"/>
                  <a:pt x="564600" y="46952"/>
                  <a:pt x="567758" y="44240"/>
                </a:cubicBezTo>
                <a:cubicBezTo>
                  <a:pt x="570917" y="41526"/>
                  <a:pt x="574542" y="39525"/>
                  <a:pt x="578633" y="38235"/>
                </a:cubicBezTo>
                <a:cubicBezTo>
                  <a:pt x="582726" y="36944"/>
                  <a:pt x="586908" y="36299"/>
                  <a:pt x="591179" y="36299"/>
                </a:cubicBezTo>
                <a:cubicBezTo>
                  <a:pt x="596073" y="36299"/>
                  <a:pt x="600454" y="36899"/>
                  <a:pt x="604323" y="38101"/>
                </a:cubicBezTo>
                <a:cubicBezTo>
                  <a:pt x="608193" y="39302"/>
                  <a:pt x="610973" y="40659"/>
                  <a:pt x="612663" y="42171"/>
                </a:cubicBezTo>
                <a:cubicBezTo>
                  <a:pt x="612042" y="43506"/>
                  <a:pt x="611486" y="44907"/>
                  <a:pt x="610996" y="46374"/>
                </a:cubicBezTo>
                <a:cubicBezTo>
                  <a:pt x="610507" y="47841"/>
                  <a:pt x="610085" y="49376"/>
                  <a:pt x="609729" y="50978"/>
                </a:cubicBezTo>
                <a:lnTo>
                  <a:pt x="608660" y="50978"/>
                </a:lnTo>
                <a:cubicBezTo>
                  <a:pt x="608038" y="49821"/>
                  <a:pt x="607193" y="48643"/>
                  <a:pt x="606125" y="47443"/>
                </a:cubicBezTo>
                <a:cubicBezTo>
                  <a:pt x="605058" y="46242"/>
                  <a:pt x="603790" y="45129"/>
                  <a:pt x="602321" y="44106"/>
                </a:cubicBezTo>
                <a:cubicBezTo>
                  <a:pt x="600854" y="43082"/>
                  <a:pt x="599230" y="42237"/>
                  <a:pt x="597451" y="41570"/>
                </a:cubicBezTo>
                <a:cubicBezTo>
                  <a:pt x="595672" y="40903"/>
                  <a:pt x="593715" y="40569"/>
                  <a:pt x="591580" y="40569"/>
                </a:cubicBezTo>
                <a:cubicBezTo>
                  <a:pt x="587577" y="40569"/>
                  <a:pt x="584129" y="41303"/>
                  <a:pt x="581238" y="42772"/>
                </a:cubicBezTo>
                <a:cubicBezTo>
                  <a:pt x="578346" y="44239"/>
                  <a:pt x="575988" y="46263"/>
                  <a:pt x="574164" y="48844"/>
                </a:cubicBezTo>
                <a:cubicBezTo>
                  <a:pt x="572341" y="51423"/>
                  <a:pt x="571006" y="54470"/>
                  <a:pt x="570160" y="57985"/>
                </a:cubicBezTo>
                <a:cubicBezTo>
                  <a:pt x="569316" y="61498"/>
                  <a:pt x="568894" y="65301"/>
                  <a:pt x="568894" y="69394"/>
                </a:cubicBezTo>
                <a:cubicBezTo>
                  <a:pt x="568894" y="78557"/>
                  <a:pt x="570851" y="85474"/>
                  <a:pt x="574764" y="90146"/>
                </a:cubicBezTo>
                <a:cubicBezTo>
                  <a:pt x="578680" y="94817"/>
                  <a:pt x="584418" y="97152"/>
                  <a:pt x="591979" y="97152"/>
                </a:cubicBezTo>
                <a:cubicBezTo>
                  <a:pt x="593759" y="97152"/>
                  <a:pt x="595583" y="96908"/>
                  <a:pt x="597451" y="96419"/>
                </a:cubicBezTo>
                <a:cubicBezTo>
                  <a:pt x="599320" y="95929"/>
                  <a:pt x="601144" y="95261"/>
                  <a:pt x="602922" y="94416"/>
                </a:cubicBezTo>
                <a:cubicBezTo>
                  <a:pt x="604702" y="93570"/>
                  <a:pt x="606370" y="92569"/>
                  <a:pt x="607927" y="91414"/>
                </a:cubicBezTo>
                <a:cubicBezTo>
                  <a:pt x="609484" y="90258"/>
                  <a:pt x="610841" y="89011"/>
                  <a:pt x="611998" y="87676"/>
                </a:cubicBezTo>
                <a:lnTo>
                  <a:pt x="612663" y="88077"/>
                </a:lnTo>
                <a:cubicBezTo>
                  <a:pt x="612220" y="90212"/>
                  <a:pt x="611953" y="92392"/>
                  <a:pt x="611863" y="94615"/>
                </a:cubicBezTo>
                <a:cubicBezTo>
                  <a:pt x="609194" y="96751"/>
                  <a:pt x="605880" y="98574"/>
                  <a:pt x="601920" y="100087"/>
                </a:cubicBezTo>
                <a:cubicBezTo>
                  <a:pt x="597962" y="101599"/>
                  <a:pt x="593848" y="102355"/>
                  <a:pt x="589578" y="102355"/>
                </a:cubicBezTo>
                <a:cubicBezTo>
                  <a:pt x="585753" y="102355"/>
                  <a:pt x="581905" y="101799"/>
                  <a:pt x="578035" y="100687"/>
                </a:cubicBezTo>
                <a:cubicBezTo>
                  <a:pt x="574164" y="99576"/>
                  <a:pt x="570672" y="97708"/>
                  <a:pt x="567558" y="95084"/>
                </a:cubicBezTo>
                <a:cubicBezTo>
                  <a:pt x="564445" y="92458"/>
                  <a:pt x="561933" y="89055"/>
                  <a:pt x="560020" y="84874"/>
                </a:cubicBezTo>
                <a:cubicBezTo>
                  <a:pt x="558107" y="80693"/>
                  <a:pt x="557151" y="75577"/>
                  <a:pt x="557151" y="69528"/>
                </a:cubicBezTo>
                <a:close/>
                <a:moveTo>
                  <a:pt x="630013" y="14413"/>
                </a:moveTo>
                <a:cubicBezTo>
                  <a:pt x="630013" y="12545"/>
                  <a:pt x="630680" y="10944"/>
                  <a:pt x="632014" y="9609"/>
                </a:cubicBezTo>
                <a:cubicBezTo>
                  <a:pt x="633349" y="8275"/>
                  <a:pt x="634951" y="7608"/>
                  <a:pt x="636820" y="7608"/>
                </a:cubicBezTo>
                <a:cubicBezTo>
                  <a:pt x="638688" y="7608"/>
                  <a:pt x="640289" y="8275"/>
                  <a:pt x="641623" y="9609"/>
                </a:cubicBezTo>
                <a:cubicBezTo>
                  <a:pt x="642958" y="10944"/>
                  <a:pt x="643625" y="12545"/>
                  <a:pt x="643625" y="14413"/>
                </a:cubicBezTo>
                <a:cubicBezTo>
                  <a:pt x="643625" y="16281"/>
                  <a:pt x="642958" y="17883"/>
                  <a:pt x="641623" y="19218"/>
                </a:cubicBezTo>
                <a:cubicBezTo>
                  <a:pt x="640289" y="20553"/>
                  <a:pt x="638688" y="21220"/>
                  <a:pt x="636820" y="21220"/>
                </a:cubicBezTo>
                <a:cubicBezTo>
                  <a:pt x="634951" y="21220"/>
                  <a:pt x="633349" y="20553"/>
                  <a:pt x="632014" y="19218"/>
                </a:cubicBezTo>
                <a:cubicBezTo>
                  <a:pt x="630680" y="17883"/>
                  <a:pt x="630013" y="16281"/>
                  <a:pt x="630013" y="14413"/>
                </a:cubicBezTo>
                <a:moveTo>
                  <a:pt x="631882" y="62589"/>
                </a:moveTo>
                <a:cubicBezTo>
                  <a:pt x="631882" y="58586"/>
                  <a:pt x="631815" y="54382"/>
                  <a:pt x="631680" y="49978"/>
                </a:cubicBezTo>
                <a:cubicBezTo>
                  <a:pt x="631547" y="45574"/>
                  <a:pt x="631258" y="41459"/>
                  <a:pt x="630813" y="37632"/>
                </a:cubicBezTo>
                <a:cubicBezTo>
                  <a:pt x="633304" y="38078"/>
                  <a:pt x="635306" y="38300"/>
                  <a:pt x="636820" y="38300"/>
                </a:cubicBezTo>
                <a:cubicBezTo>
                  <a:pt x="638332" y="38300"/>
                  <a:pt x="640334" y="38078"/>
                  <a:pt x="642825" y="37632"/>
                </a:cubicBezTo>
                <a:cubicBezTo>
                  <a:pt x="642380" y="41459"/>
                  <a:pt x="642090" y="45574"/>
                  <a:pt x="641955" y="49978"/>
                </a:cubicBezTo>
                <a:cubicBezTo>
                  <a:pt x="641822" y="54382"/>
                  <a:pt x="641756" y="58586"/>
                  <a:pt x="641756" y="62589"/>
                </a:cubicBezTo>
                <a:lnTo>
                  <a:pt x="641756" y="76466"/>
                </a:lnTo>
                <a:cubicBezTo>
                  <a:pt x="641756" y="80471"/>
                  <a:pt x="641822" y="84675"/>
                  <a:pt x="641955" y="89079"/>
                </a:cubicBezTo>
                <a:cubicBezTo>
                  <a:pt x="642090" y="93482"/>
                  <a:pt x="642380" y="97463"/>
                  <a:pt x="642825" y="101021"/>
                </a:cubicBezTo>
                <a:cubicBezTo>
                  <a:pt x="640778" y="100844"/>
                  <a:pt x="638776" y="100755"/>
                  <a:pt x="636820" y="100755"/>
                </a:cubicBezTo>
                <a:cubicBezTo>
                  <a:pt x="634862" y="100755"/>
                  <a:pt x="632860" y="100844"/>
                  <a:pt x="630813" y="101021"/>
                </a:cubicBezTo>
                <a:cubicBezTo>
                  <a:pt x="631258" y="97463"/>
                  <a:pt x="631547" y="93482"/>
                  <a:pt x="631680" y="89079"/>
                </a:cubicBezTo>
                <a:cubicBezTo>
                  <a:pt x="631815" y="84675"/>
                  <a:pt x="631882" y="80471"/>
                  <a:pt x="631882" y="76466"/>
                </a:cubicBezTo>
                <a:lnTo>
                  <a:pt x="631882" y="62589"/>
                </a:lnTo>
                <a:close/>
                <a:moveTo>
                  <a:pt x="664843" y="88610"/>
                </a:moveTo>
                <a:cubicBezTo>
                  <a:pt x="665288" y="89501"/>
                  <a:pt x="665978" y="90480"/>
                  <a:pt x="666912" y="91547"/>
                </a:cubicBezTo>
                <a:cubicBezTo>
                  <a:pt x="667846" y="92614"/>
                  <a:pt x="668958" y="93615"/>
                  <a:pt x="670247" y="94550"/>
                </a:cubicBezTo>
                <a:cubicBezTo>
                  <a:pt x="671538" y="95484"/>
                  <a:pt x="673006" y="96263"/>
                  <a:pt x="674652" y="96886"/>
                </a:cubicBezTo>
                <a:cubicBezTo>
                  <a:pt x="676297" y="97507"/>
                  <a:pt x="678054" y="97818"/>
                  <a:pt x="679923" y="97818"/>
                </a:cubicBezTo>
                <a:cubicBezTo>
                  <a:pt x="681614" y="97818"/>
                  <a:pt x="683237" y="97552"/>
                  <a:pt x="684794" y="97018"/>
                </a:cubicBezTo>
                <a:cubicBezTo>
                  <a:pt x="686351" y="96485"/>
                  <a:pt x="687730" y="95728"/>
                  <a:pt x="688930" y="94750"/>
                </a:cubicBezTo>
                <a:cubicBezTo>
                  <a:pt x="690131" y="93771"/>
                  <a:pt x="691088" y="92525"/>
                  <a:pt x="691799" y="91013"/>
                </a:cubicBezTo>
                <a:cubicBezTo>
                  <a:pt x="692512" y="89501"/>
                  <a:pt x="692868" y="87766"/>
                  <a:pt x="692868" y="85808"/>
                </a:cubicBezTo>
                <a:cubicBezTo>
                  <a:pt x="692868" y="83050"/>
                  <a:pt x="692090" y="80937"/>
                  <a:pt x="690532" y="79469"/>
                </a:cubicBezTo>
                <a:cubicBezTo>
                  <a:pt x="688975" y="78002"/>
                  <a:pt x="687040" y="76801"/>
                  <a:pt x="684727" y="75867"/>
                </a:cubicBezTo>
                <a:cubicBezTo>
                  <a:pt x="682414" y="74932"/>
                  <a:pt x="679878" y="74109"/>
                  <a:pt x="677120" y="73397"/>
                </a:cubicBezTo>
                <a:cubicBezTo>
                  <a:pt x="674362" y="72686"/>
                  <a:pt x="671827" y="71686"/>
                  <a:pt x="669514" y="70396"/>
                </a:cubicBezTo>
                <a:cubicBezTo>
                  <a:pt x="667201" y="69105"/>
                  <a:pt x="665266" y="67392"/>
                  <a:pt x="663709" y="65258"/>
                </a:cubicBezTo>
                <a:cubicBezTo>
                  <a:pt x="662152" y="63123"/>
                  <a:pt x="661373" y="60187"/>
                  <a:pt x="661373" y="56449"/>
                </a:cubicBezTo>
                <a:cubicBezTo>
                  <a:pt x="661373" y="53513"/>
                  <a:pt x="661862" y="50822"/>
                  <a:pt x="662841" y="48376"/>
                </a:cubicBezTo>
                <a:cubicBezTo>
                  <a:pt x="663820" y="45929"/>
                  <a:pt x="665243" y="43816"/>
                  <a:pt x="667111" y="42037"/>
                </a:cubicBezTo>
                <a:cubicBezTo>
                  <a:pt x="668979" y="40257"/>
                  <a:pt x="671292" y="38856"/>
                  <a:pt x="674051" y="37834"/>
                </a:cubicBezTo>
                <a:cubicBezTo>
                  <a:pt x="676809" y="36810"/>
                  <a:pt x="679968" y="36299"/>
                  <a:pt x="683526" y="36299"/>
                </a:cubicBezTo>
                <a:cubicBezTo>
                  <a:pt x="686818" y="36299"/>
                  <a:pt x="689598" y="36744"/>
                  <a:pt x="691866" y="37634"/>
                </a:cubicBezTo>
                <a:cubicBezTo>
                  <a:pt x="694135" y="38524"/>
                  <a:pt x="696292" y="39324"/>
                  <a:pt x="698340" y="40035"/>
                </a:cubicBezTo>
                <a:cubicBezTo>
                  <a:pt x="697627" y="41370"/>
                  <a:pt x="696959" y="43016"/>
                  <a:pt x="696336" y="44973"/>
                </a:cubicBezTo>
                <a:cubicBezTo>
                  <a:pt x="695714" y="46931"/>
                  <a:pt x="695314" y="48443"/>
                  <a:pt x="695136" y="49510"/>
                </a:cubicBezTo>
                <a:lnTo>
                  <a:pt x="693534" y="49510"/>
                </a:lnTo>
                <a:cubicBezTo>
                  <a:pt x="692823" y="47374"/>
                  <a:pt x="691443" y="45462"/>
                  <a:pt x="689396" y="43772"/>
                </a:cubicBezTo>
                <a:cubicBezTo>
                  <a:pt x="687350" y="42082"/>
                  <a:pt x="684815" y="41236"/>
                  <a:pt x="681791" y="41236"/>
                </a:cubicBezTo>
                <a:cubicBezTo>
                  <a:pt x="680456" y="41236"/>
                  <a:pt x="679122" y="41459"/>
                  <a:pt x="677787" y="41904"/>
                </a:cubicBezTo>
                <a:cubicBezTo>
                  <a:pt x="676453" y="42348"/>
                  <a:pt x="675252" y="43016"/>
                  <a:pt x="674183" y="43906"/>
                </a:cubicBezTo>
                <a:cubicBezTo>
                  <a:pt x="673116" y="44795"/>
                  <a:pt x="672227" y="45952"/>
                  <a:pt x="671516" y="47376"/>
                </a:cubicBezTo>
                <a:cubicBezTo>
                  <a:pt x="670804" y="48799"/>
                  <a:pt x="670449" y="50489"/>
                  <a:pt x="670449" y="52446"/>
                </a:cubicBezTo>
                <a:cubicBezTo>
                  <a:pt x="670449" y="55293"/>
                  <a:pt x="671227" y="57495"/>
                  <a:pt x="672782" y="59052"/>
                </a:cubicBezTo>
                <a:cubicBezTo>
                  <a:pt x="674339" y="60609"/>
                  <a:pt x="676275" y="61833"/>
                  <a:pt x="678588" y="62723"/>
                </a:cubicBezTo>
                <a:cubicBezTo>
                  <a:pt x="680901" y="63612"/>
                  <a:pt x="683436" y="64391"/>
                  <a:pt x="686193" y="65059"/>
                </a:cubicBezTo>
                <a:cubicBezTo>
                  <a:pt x="688952" y="65725"/>
                  <a:pt x="691487" y="66659"/>
                  <a:pt x="693801" y="67861"/>
                </a:cubicBezTo>
                <a:cubicBezTo>
                  <a:pt x="696114" y="69061"/>
                  <a:pt x="698049" y="70728"/>
                  <a:pt x="699606" y="72864"/>
                </a:cubicBezTo>
                <a:cubicBezTo>
                  <a:pt x="701163" y="74999"/>
                  <a:pt x="701942" y="77935"/>
                  <a:pt x="701942" y="81671"/>
                </a:cubicBezTo>
                <a:cubicBezTo>
                  <a:pt x="701942" y="84251"/>
                  <a:pt x="701386" y="86787"/>
                  <a:pt x="700274" y="89278"/>
                </a:cubicBezTo>
                <a:cubicBezTo>
                  <a:pt x="699162" y="91769"/>
                  <a:pt x="697560" y="94016"/>
                  <a:pt x="695468" y="96018"/>
                </a:cubicBezTo>
                <a:cubicBezTo>
                  <a:pt x="693378" y="98019"/>
                  <a:pt x="690864" y="99576"/>
                  <a:pt x="687928" y="100687"/>
                </a:cubicBezTo>
                <a:cubicBezTo>
                  <a:pt x="684993" y="101799"/>
                  <a:pt x="681658" y="102355"/>
                  <a:pt x="677922" y="102355"/>
                </a:cubicBezTo>
                <a:cubicBezTo>
                  <a:pt x="673829" y="102355"/>
                  <a:pt x="670403" y="101955"/>
                  <a:pt x="667645" y="101154"/>
                </a:cubicBezTo>
                <a:cubicBezTo>
                  <a:pt x="664888" y="100354"/>
                  <a:pt x="662574" y="99420"/>
                  <a:pt x="660705" y="98352"/>
                </a:cubicBezTo>
                <a:cubicBezTo>
                  <a:pt x="661240" y="97195"/>
                  <a:pt x="661797" y="95616"/>
                  <a:pt x="662375" y="93615"/>
                </a:cubicBezTo>
                <a:cubicBezTo>
                  <a:pt x="662953" y="91613"/>
                  <a:pt x="663242" y="89945"/>
                  <a:pt x="663242" y="88610"/>
                </a:cubicBezTo>
                <a:lnTo>
                  <a:pt x="664843" y="88610"/>
                </a:lnTo>
                <a:close/>
                <a:moveTo>
                  <a:pt x="719023" y="14413"/>
                </a:moveTo>
                <a:cubicBezTo>
                  <a:pt x="719023" y="12545"/>
                  <a:pt x="719690" y="10944"/>
                  <a:pt x="721025" y="9609"/>
                </a:cubicBezTo>
                <a:cubicBezTo>
                  <a:pt x="722359" y="8275"/>
                  <a:pt x="723961" y="7608"/>
                  <a:pt x="725830" y="7608"/>
                </a:cubicBezTo>
                <a:cubicBezTo>
                  <a:pt x="727698" y="7608"/>
                  <a:pt x="729299" y="8275"/>
                  <a:pt x="730634" y="9609"/>
                </a:cubicBezTo>
                <a:cubicBezTo>
                  <a:pt x="731968" y="10944"/>
                  <a:pt x="732635" y="12545"/>
                  <a:pt x="732635" y="14413"/>
                </a:cubicBezTo>
                <a:cubicBezTo>
                  <a:pt x="732635" y="16281"/>
                  <a:pt x="731968" y="17883"/>
                  <a:pt x="730634" y="19218"/>
                </a:cubicBezTo>
                <a:cubicBezTo>
                  <a:pt x="729299" y="20553"/>
                  <a:pt x="727698" y="21220"/>
                  <a:pt x="725830" y="21220"/>
                </a:cubicBezTo>
                <a:cubicBezTo>
                  <a:pt x="723961" y="21220"/>
                  <a:pt x="722359" y="20553"/>
                  <a:pt x="721025" y="19218"/>
                </a:cubicBezTo>
                <a:cubicBezTo>
                  <a:pt x="719690" y="17883"/>
                  <a:pt x="719023" y="16281"/>
                  <a:pt x="719023" y="14413"/>
                </a:cubicBezTo>
                <a:moveTo>
                  <a:pt x="720892" y="62589"/>
                </a:moveTo>
                <a:cubicBezTo>
                  <a:pt x="720892" y="58586"/>
                  <a:pt x="720825" y="54382"/>
                  <a:pt x="720691" y="49978"/>
                </a:cubicBezTo>
                <a:cubicBezTo>
                  <a:pt x="720558" y="45574"/>
                  <a:pt x="720268" y="41459"/>
                  <a:pt x="719823" y="37632"/>
                </a:cubicBezTo>
                <a:cubicBezTo>
                  <a:pt x="722314" y="38078"/>
                  <a:pt x="724317" y="38300"/>
                  <a:pt x="725830" y="38300"/>
                </a:cubicBezTo>
                <a:cubicBezTo>
                  <a:pt x="727342" y="38300"/>
                  <a:pt x="729344" y="38078"/>
                  <a:pt x="731835" y="37632"/>
                </a:cubicBezTo>
                <a:cubicBezTo>
                  <a:pt x="731390" y="41459"/>
                  <a:pt x="731100" y="45574"/>
                  <a:pt x="730966" y="49978"/>
                </a:cubicBezTo>
                <a:cubicBezTo>
                  <a:pt x="730833" y="54382"/>
                  <a:pt x="730766" y="58586"/>
                  <a:pt x="730766" y="62589"/>
                </a:cubicBezTo>
                <a:lnTo>
                  <a:pt x="730766" y="76466"/>
                </a:lnTo>
                <a:cubicBezTo>
                  <a:pt x="730766" y="80471"/>
                  <a:pt x="730833" y="84675"/>
                  <a:pt x="730966" y="89079"/>
                </a:cubicBezTo>
                <a:cubicBezTo>
                  <a:pt x="731100" y="93482"/>
                  <a:pt x="731390" y="97463"/>
                  <a:pt x="731835" y="101021"/>
                </a:cubicBezTo>
                <a:cubicBezTo>
                  <a:pt x="729788" y="100844"/>
                  <a:pt x="727786" y="100755"/>
                  <a:pt x="725830" y="100755"/>
                </a:cubicBezTo>
                <a:cubicBezTo>
                  <a:pt x="723873" y="100755"/>
                  <a:pt x="721870" y="100844"/>
                  <a:pt x="719823" y="101021"/>
                </a:cubicBezTo>
                <a:cubicBezTo>
                  <a:pt x="720268" y="97463"/>
                  <a:pt x="720558" y="93482"/>
                  <a:pt x="720691" y="89079"/>
                </a:cubicBezTo>
                <a:cubicBezTo>
                  <a:pt x="720825" y="84675"/>
                  <a:pt x="720892" y="80471"/>
                  <a:pt x="720892" y="76466"/>
                </a:cubicBezTo>
                <a:lnTo>
                  <a:pt x="720892" y="62589"/>
                </a:lnTo>
                <a:close/>
                <a:moveTo>
                  <a:pt x="760793" y="69528"/>
                </a:moveTo>
                <a:cubicBezTo>
                  <a:pt x="760793" y="73264"/>
                  <a:pt x="761126" y="76867"/>
                  <a:pt x="761793" y="80337"/>
                </a:cubicBezTo>
                <a:cubicBezTo>
                  <a:pt x="762461" y="83807"/>
                  <a:pt x="763595" y="86898"/>
                  <a:pt x="765195" y="89612"/>
                </a:cubicBezTo>
                <a:cubicBezTo>
                  <a:pt x="766797" y="92326"/>
                  <a:pt x="768933" y="94484"/>
                  <a:pt x="771601" y="96085"/>
                </a:cubicBezTo>
                <a:cubicBezTo>
                  <a:pt x="774270" y="97686"/>
                  <a:pt x="777562" y="98486"/>
                  <a:pt x="781477" y="98486"/>
                </a:cubicBezTo>
                <a:cubicBezTo>
                  <a:pt x="785392" y="98486"/>
                  <a:pt x="788684" y="97686"/>
                  <a:pt x="791353" y="96085"/>
                </a:cubicBezTo>
                <a:cubicBezTo>
                  <a:pt x="794022" y="94484"/>
                  <a:pt x="796157" y="92326"/>
                  <a:pt x="797757" y="89612"/>
                </a:cubicBezTo>
                <a:cubicBezTo>
                  <a:pt x="799359" y="86898"/>
                  <a:pt x="800493" y="83807"/>
                  <a:pt x="801160" y="80337"/>
                </a:cubicBezTo>
                <a:cubicBezTo>
                  <a:pt x="801828" y="76867"/>
                  <a:pt x="802162" y="73264"/>
                  <a:pt x="802162" y="69528"/>
                </a:cubicBezTo>
                <a:cubicBezTo>
                  <a:pt x="802162" y="65791"/>
                  <a:pt x="801828" y="62188"/>
                  <a:pt x="801160" y="58718"/>
                </a:cubicBezTo>
                <a:cubicBezTo>
                  <a:pt x="800493" y="55248"/>
                  <a:pt x="799359" y="52157"/>
                  <a:pt x="797757" y="49445"/>
                </a:cubicBezTo>
                <a:cubicBezTo>
                  <a:pt x="796157" y="46731"/>
                  <a:pt x="794022" y="44573"/>
                  <a:pt x="791353" y="42971"/>
                </a:cubicBezTo>
                <a:cubicBezTo>
                  <a:pt x="788684" y="41370"/>
                  <a:pt x="785392" y="40569"/>
                  <a:pt x="781477" y="40569"/>
                </a:cubicBezTo>
                <a:cubicBezTo>
                  <a:pt x="777562" y="40569"/>
                  <a:pt x="774270" y="41370"/>
                  <a:pt x="771601" y="42971"/>
                </a:cubicBezTo>
                <a:cubicBezTo>
                  <a:pt x="768933" y="44573"/>
                  <a:pt x="766797" y="46731"/>
                  <a:pt x="765195" y="49445"/>
                </a:cubicBezTo>
                <a:cubicBezTo>
                  <a:pt x="763595" y="52157"/>
                  <a:pt x="762461" y="55248"/>
                  <a:pt x="761793" y="58718"/>
                </a:cubicBezTo>
                <a:cubicBezTo>
                  <a:pt x="761126" y="62188"/>
                  <a:pt x="760793" y="65791"/>
                  <a:pt x="760793" y="69528"/>
                </a:cubicBezTo>
                <a:moveTo>
                  <a:pt x="749050" y="69528"/>
                </a:moveTo>
                <a:cubicBezTo>
                  <a:pt x="749050" y="63478"/>
                  <a:pt x="750006" y="58340"/>
                  <a:pt x="751919" y="54114"/>
                </a:cubicBezTo>
                <a:cubicBezTo>
                  <a:pt x="753832" y="49888"/>
                  <a:pt x="756344" y="46463"/>
                  <a:pt x="759457" y="43839"/>
                </a:cubicBezTo>
                <a:cubicBezTo>
                  <a:pt x="762571" y="41215"/>
                  <a:pt x="766064" y="39302"/>
                  <a:pt x="769934" y="38101"/>
                </a:cubicBezTo>
                <a:cubicBezTo>
                  <a:pt x="773804" y="36899"/>
                  <a:pt x="777652" y="36299"/>
                  <a:pt x="781477" y="36299"/>
                </a:cubicBezTo>
                <a:cubicBezTo>
                  <a:pt x="785392" y="36299"/>
                  <a:pt x="789263" y="36899"/>
                  <a:pt x="793088" y="38101"/>
                </a:cubicBezTo>
                <a:cubicBezTo>
                  <a:pt x="796914" y="39302"/>
                  <a:pt x="800383" y="41215"/>
                  <a:pt x="803496" y="43839"/>
                </a:cubicBezTo>
                <a:cubicBezTo>
                  <a:pt x="806610" y="46463"/>
                  <a:pt x="809123" y="49888"/>
                  <a:pt x="811036" y="54114"/>
                </a:cubicBezTo>
                <a:cubicBezTo>
                  <a:pt x="812949" y="58340"/>
                  <a:pt x="813905" y="63478"/>
                  <a:pt x="813905" y="69528"/>
                </a:cubicBezTo>
                <a:cubicBezTo>
                  <a:pt x="813905" y="75577"/>
                  <a:pt x="812949" y="80715"/>
                  <a:pt x="811036" y="84941"/>
                </a:cubicBezTo>
                <a:cubicBezTo>
                  <a:pt x="809123" y="89167"/>
                  <a:pt x="806610" y="92593"/>
                  <a:pt x="803496" y="95218"/>
                </a:cubicBezTo>
                <a:cubicBezTo>
                  <a:pt x="800383" y="97842"/>
                  <a:pt x="796914" y="99688"/>
                  <a:pt x="793088" y="100755"/>
                </a:cubicBezTo>
                <a:cubicBezTo>
                  <a:pt x="789263" y="101822"/>
                  <a:pt x="785392" y="102355"/>
                  <a:pt x="781477" y="102355"/>
                </a:cubicBezTo>
                <a:cubicBezTo>
                  <a:pt x="777652" y="102355"/>
                  <a:pt x="773804" y="101822"/>
                  <a:pt x="769934" y="100755"/>
                </a:cubicBezTo>
                <a:cubicBezTo>
                  <a:pt x="766064" y="99688"/>
                  <a:pt x="762571" y="97842"/>
                  <a:pt x="759457" y="95218"/>
                </a:cubicBezTo>
                <a:cubicBezTo>
                  <a:pt x="756344" y="92593"/>
                  <a:pt x="753832" y="89167"/>
                  <a:pt x="751919" y="84941"/>
                </a:cubicBezTo>
                <a:cubicBezTo>
                  <a:pt x="750006" y="80715"/>
                  <a:pt x="749050" y="75577"/>
                  <a:pt x="749050" y="69528"/>
                </a:cubicBezTo>
                <a:close/>
                <a:moveTo>
                  <a:pt x="872222" y="63521"/>
                </a:moveTo>
                <a:cubicBezTo>
                  <a:pt x="872222" y="56849"/>
                  <a:pt x="870931" y="51801"/>
                  <a:pt x="868351" y="48376"/>
                </a:cubicBezTo>
                <a:cubicBezTo>
                  <a:pt x="865772" y="44951"/>
                  <a:pt x="862213" y="43238"/>
                  <a:pt x="857677" y="43238"/>
                </a:cubicBezTo>
                <a:cubicBezTo>
                  <a:pt x="851450" y="43238"/>
                  <a:pt x="846891" y="45151"/>
                  <a:pt x="843999" y="48976"/>
                </a:cubicBezTo>
                <a:cubicBezTo>
                  <a:pt x="841108" y="52802"/>
                  <a:pt x="839662" y="58184"/>
                  <a:pt x="839662" y="65124"/>
                </a:cubicBezTo>
                <a:lnTo>
                  <a:pt x="839662" y="76466"/>
                </a:lnTo>
                <a:cubicBezTo>
                  <a:pt x="839662" y="80471"/>
                  <a:pt x="839728" y="84675"/>
                  <a:pt x="839861" y="89079"/>
                </a:cubicBezTo>
                <a:cubicBezTo>
                  <a:pt x="839994" y="93482"/>
                  <a:pt x="840284" y="97463"/>
                  <a:pt x="840729" y="101021"/>
                </a:cubicBezTo>
                <a:cubicBezTo>
                  <a:pt x="838683" y="100844"/>
                  <a:pt x="836681" y="100755"/>
                  <a:pt x="834724" y="100755"/>
                </a:cubicBezTo>
                <a:cubicBezTo>
                  <a:pt x="832766" y="100755"/>
                  <a:pt x="830765" y="100844"/>
                  <a:pt x="828719" y="101021"/>
                </a:cubicBezTo>
                <a:cubicBezTo>
                  <a:pt x="829163" y="97463"/>
                  <a:pt x="829451" y="93482"/>
                  <a:pt x="829584" y="89079"/>
                </a:cubicBezTo>
                <a:cubicBezTo>
                  <a:pt x="829719" y="84675"/>
                  <a:pt x="829786" y="80471"/>
                  <a:pt x="829786" y="76466"/>
                </a:cubicBezTo>
                <a:lnTo>
                  <a:pt x="829786" y="62589"/>
                </a:lnTo>
                <a:cubicBezTo>
                  <a:pt x="829786" y="58586"/>
                  <a:pt x="829719" y="54382"/>
                  <a:pt x="829584" y="49978"/>
                </a:cubicBezTo>
                <a:cubicBezTo>
                  <a:pt x="829451" y="45574"/>
                  <a:pt x="829163" y="41459"/>
                  <a:pt x="828719" y="37632"/>
                </a:cubicBezTo>
                <a:cubicBezTo>
                  <a:pt x="831210" y="38078"/>
                  <a:pt x="833212" y="38300"/>
                  <a:pt x="834724" y="38300"/>
                </a:cubicBezTo>
                <a:cubicBezTo>
                  <a:pt x="835435" y="38300"/>
                  <a:pt x="836213" y="38234"/>
                  <a:pt x="837057" y="38101"/>
                </a:cubicBezTo>
                <a:cubicBezTo>
                  <a:pt x="837903" y="37968"/>
                  <a:pt x="838904" y="37811"/>
                  <a:pt x="840061" y="37632"/>
                </a:cubicBezTo>
                <a:cubicBezTo>
                  <a:pt x="839795" y="41192"/>
                  <a:pt x="839662" y="44750"/>
                  <a:pt x="839662" y="48308"/>
                </a:cubicBezTo>
                <a:lnTo>
                  <a:pt x="839929" y="48308"/>
                </a:lnTo>
                <a:cubicBezTo>
                  <a:pt x="842420" y="44483"/>
                  <a:pt x="845400" y="41525"/>
                  <a:pt x="848870" y="39434"/>
                </a:cubicBezTo>
                <a:cubicBezTo>
                  <a:pt x="852340" y="37344"/>
                  <a:pt x="856477" y="36299"/>
                  <a:pt x="861281" y="36299"/>
                </a:cubicBezTo>
                <a:cubicBezTo>
                  <a:pt x="863772" y="36299"/>
                  <a:pt x="866285" y="36655"/>
                  <a:pt x="868819" y="37368"/>
                </a:cubicBezTo>
                <a:cubicBezTo>
                  <a:pt x="871355" y="38079"/>
                  <a:pt x="873646" y="39302"/>
                  <a:pt x="875692" y="41037"/>
                </a:cubicBezTo>
                <a:cubicBezTo>
                  <a:pt x="877739" y="42772"/>
                  <a:pt x="879407" y="45130"/>
                  <a:pt x="880697" y="48111"/>
                </a:cubicBezTo>
                <a:cubicBezTo>
                  <a:pt x="881986" y="51091"/>
                  <a:pt x="882631" y="54893"/>
                  <a:pt x="882631" y="59518"/>
                </a:cubicBezTo>
                <a:cubicBezTo>
                  <a:pt x="882631" y="63344"/>
                  <a:pt x="882542" y="67280"/>
                  <a:pt x="882364" y="71328"/>
                </a:cubicBezTo>
                <a:cubicBezTo>
                  <a:pt x="882187" y="75377"/>
                  <a:pt x="882098" y="79670"/>
                  <a:pt x="882098" y="84208"/>
                </a:cubicBezTo>
                <a:lnTo>
                  <a:pt x="882098" y="92880"/>
                </a:lnTo>
                <a:cubicBezTo>
                  <a:pt x="882098" y="94304"/>
                  <a:pt x="882120" y="95706"/>
                  <a:pt x="882165" y="97085"/>
                </a:cubicBezTo>
                <a:cubicBezTo>
                  <a:pt x="882210" y="98464"/>
                  <a:pt x="882276" y="99777"/>
                  <a:pt x="882364" y="101021"/>
                </a:cubicBezTo>
                <a:cubicBezTo>
                  <a:pt x="880585" y="100844"/>
                  <a:pt x="878717" y="100755"/>
                  <a:pt x="876761" y="100755"/>
                </a:cubicBezTo>
                <a:cubicBezTo>
                  <a:pt x="874891" y="100755"/>
                  <a:pt x="873067" y="100844"/>
                  <a:pt x="871289" y="101021"/>
                </a:cubicBezTo>
                <a:cubicBezTo>
                  <a:pt x="871467" y="96395"/>
                  <a:pt x="871667" y="91636"/>
                  <a:pt x="871888" y="86743"/>
                </a:cubicBezTo>
                <a:cubicBezTo>
                  <a:pt x="872110" y="81849"/>
                  <a:pt x="872222" y="76822"/>
                  <a:pt x="872222" y="71662"/>
                </a:cubicBezTo>
                <a:lnTo>
                  <a:pt x="872222" y="63521"/>
                </a:lnTo>
                <a:close/>
                <a:moveTo>
                  <a:pt x="902249" y="88610"/>
                </a:moveTo>
                <a:cubicBezTo>
                  <a:pt x="902694" y="89501"/>
                  <a:pt x="903383" y="90480"/>
                  <a:pt x="904317" y="91547"/>
                </a:cubicBezTo>
                <a:cubicBezTo>
                  <a:pt x="905251" y="92614"/>
                  <a:pt x="906363" y="93615"/>
                  <a:pt x="907653" y="94550"/>
                </a:cubicBezTo>
                <a:cubicBezTo>
                  <a:pt x="908944" y="95484"/>
                  <a:pt x="910412" y="96263"/>
                  <a:pt x="912057" y="96886"/>
                </a:cubicBezTo>
                <a:cubicBezTo>
                  <a:pt x="913703" y="97507"/>
                  <a:pt x="915460" y="97818"/>
                  <a:pt x="917329" y="97818"/>
                </a:cubicBezTo>
                <a:cubicBezTo>
                  <a:pt x="919019" y="97818"/>
                  <a:pt x="920643" y="97552"/>
                  <a:pt x="922200" y="97018"/>
                </a:cubicBezTo>
                <a:cubicBezTo>
                  <a:pt x="923757" y="96485"/>
                  <a:pt x="925136" y="95728"/>
                  <a:pt x="926336" y="94750"/>
                </a:cubicBezTo>
                <a:cubicBezTo>
                  <a:pt x="927537" y="93771"/>
                  <a:pt x="928493" y="92525"/>
                  <a:pt x="929205" y="91013"/>
                </a:cubicBezTo>
                <a:cubicBezTo>
                  <a:pt x="929917" y="89501"/>
                  <a:pt x="930274" y="87766"/>
                  <a:pt x="930274" y="85808"/>
                </a:cubicBezTo>
                <a:cubicBezTo>
                  <a:pt x="930274" y="83050"/>
                  <a:pt x="929495" y="80937"/>
                  <a:pt x="927938" y="79469"/>
                </a:cubicBezTo>
                <a:cubicBezTo>
                  <a:pt x="926381" y="78002"/>
                  <a:pt x="924446" y="76801"/>
                  <a:pt x="922133" y="75867"/>
                </a:cubicBezTo>
                <a:cubicBezTo>
                  <a:pt x="919820" y="74932"/>
                  <a:pt x="917284" y="74109"/>
                  <a:pt x="914525" y="73397"/>
                </a:cubicBezTo>
                <a:cubicBezTo>
                  <a:pt x="911768" y="72686"/>
                  <a:pt x="909233" y="71686"/>
                  <a:pt x="906920" y="70396"/>
                </a:cubicBezTo>
                <a:cubicBezTo>
                  <a:pt x="904607" y="69105"/>
                  <a:pt x="902671" y="67392"/>
                  <a:pt x="901114" y="65258"/>
                </a:cubicBezTo>
                <a:cubicBezTo>
                  <a:pt x="899557" y="63123"/>
                  <a:pt x="898779" y="60187"/>
                  <a:pt x="898779" y="56449"/>
                </a:cubicBezTo>
                <a:cubicBezTo>
                  <a:pt x="898779" y="53513"/>
                  <a:pt x="899268" y="50822"/>
                  <a:pt x="900247" y="48376"/>
                </a:cubicBezTo>
                <a:cubicBezTo>
                  <a:pt x="901226" y="45929"/>
                  <a:pt x="902649" y="43816"/>
                  <a:pt x="904517" y="42037"/>
                </a:cubicBezTo>
                <a:cubicBezTo>
                  <a:pt x="906385" y="40257"/>
                  <a:pt x="908698" y="38856"/>
                  <a:pt x="911457" y="37834"/>
                </a:cubicBezTo>
                <a:cubicBezTo>
                  <a:pt x="914215" y="36810"/>
                  <a:pt x="917373" y="36299"/>
                  <a:pt x="920931" y="36299"/>
                </a:cubicBezTo>
                <a:cubicBezTo>
                  <a:pt x="924223" y="36299"/>
                  <a:pt x="927003" y="36744"/>
                  <a:pt x="929272" y="37634"/>
                </a:cubicBezTo>
                <a:cubicBezTo>
                  <a:pt x="931540" y="38524"/>
                  <a:pt x="933698" y="39324"/>
                  <a:pt x="935745" y="40035"/>
                </a:cubicBezTo>
                <a:cubicBezTo>
                  <a:pt x="935032" y="41370"/>
                  <a:pt x="934365" y="43016"/>
                  <a:pt x="933742" y="44973"/>
                </a:cubicBezTo>
                <a:cubicBezTo>
                  <a:pt x="933120" y="46931"/>
                  <a:pt x="932720" y="48443"/>
                  <a:pt x="932542" y="49510"/>
                </a:cubicBezTo>
                <a:lnTo>
                  <a:pt x="930940" y="49510"/>
                </a:lnTo>
                <a:cubicBezTo>
                  <a:pt x="930228" y="47374"/>
                  <a:pt x="928849" y="45462"/>
                  <a:pt x="926802" y="43772"/>
                </a:cubicBezTo>
                <a:cubicBezTo>
                  <a:pt x="924756" y="42082"/>
                  <a:pt x="922221" y="41236"/>
                  <a:pt x="919196" y="41236"/>
                </a:cubicBezTo>
                <a:cubicBezTo>
                  <a:pt x="917862" y="41236"/>
                  <a:pt x="916528" y="41459"/>
                  <a:pt x="915193" y="41904"/>
                </a:cubicBezTo>
                <a:cubicBezTo>
                  <a:pt x="913859" y="42348"/>
                  <a:pt x="912657" y="43016"/>
                  <a:pt x="911589" y="43906"/>
                </a:cubicBezTo>
                <a:cubicBezTo>
                  <a:pt x="910522" y="44795"/>
                  <a:pt x="909633" y="45952"/>
                  <a:pt x="908921" y="47376"/>
                </a:cubicBezTo>
                <a:cubicBezTo>
                  <a:pt x="908210" y="48799"/>
                  <a:pt x="907854" y="50489"/>
                  <a:pt x="907854" y="52446"/>
                </a:cubicBezTo>
                <a:cubicBezTo>
                  <a:pt x="907854" y="55293"/>
                  <a:pt x="908632" y="57495"/>
                  <a:pt x="910188" y="59052"/>
                </a:cubicBezTo>
                <a:cubicBezTo>
                  <a:pt x="911745" y="60609"/>
                  <a:pt x="913680" y="61833"/>
                  <a:pt x="915993" y="62723"/>
                </a:cubicBezTo>
                <a:cubicBezTo>
                  <a:pt x="918307" y="63612"/>
                  <a:pt x="920842" y="64391"/>
                  <a:pt x="923599" y="65059"/>
                </a:cubicBezTo>
                <a:cubicBezTo>
                  <a:pt x="926357" y="65725"/>
                  <a:pt x="928893" y="66659"/>
                  <a:pt x="931206" y="67861"/>
                </a:cubicBezTo>
                <a:cubicBezTo>
                  <a:pt x="933520" y="69061"/>
                  <a:pt x="935455" y="70728"/>
                  <a:pt x="937012" y="72864"/>
                </a:cubicBezTo>
                <a:cubicBezTo>
                  <a:pt x="938569" y="74999"/>
                  <a:pt x="939347" y="77935"/>
                  <a:pt x="939347" y="81671"/>
                </a:cubicBezTo>
                <a:cubicBezTo>
                  <a:pt x="939347" y="84251"/>
                  <a:pt x="938791" y="86787"/>
                  <a:pt x="937680" y="89278"/>
                </a:cubicBezTo>
                <a:cubicBezTo>
                  <a:pt x="936568" y="91769"/>
                  <a:pt x="934966" y="94016"/>
                  <a:pt x="932874" y="96018"/>
                </a:cubicBezTo>
                <a:cubicBezTo>
                  <a:pt x="930783" y="98019"/>
                  <a:pt x="928270" y="99576"/>
                  <a:pt x="925334" y="100687"/>
                </a:cubicBezTo>
                <a:cubicBezTo>
                  <a:pt x="922399" y="101799"/>
                  <a:pt x="919063" y="102355"/>
                  <a:pt x="915328" y="102355"/>
                </a:cubicBezTo>
                <a:cubicBezTo>
                  <a:pt x="911235" y="102355"/>
                  <a:pt x="907809" y="101955"/>
                  <a:pt x="905050" y="101154"/>
                </a:cubicBezTo>
                <a:cubicBezTo>
                  <a:pt x="902293" y="100354"/>
                  <a:pt x="899980" y="99420"/>
                  <a:pt x="898111" y="98352"/>
                </a:cubicBezTo>
                <a:cubicBezTo>
                  <a:pt x="898646" y="97195"/>
                  <a:pt x="899202" y="95616"/>
                  <a:pt x="899781" y="93615"/>
                </a:cubicBezTo>
                <a:cubicBezTo>
                  <a:pt x="900359" y="91613"/>
                  <a:pt x="900648" y="89945"/>
                  <a:pt x="900648" y="88610"/>
                </a:cubicBezTo>
                <a:lnTo>
                  <a:pt x="902249" y="88610"/>
                </a:lnTo>
                <a:close/>
                <a:moveTo>
                  <a:pt x="1020217" y="11476"/>
                </a:moveTo>
                <a:cubicBezTo>
                  <a:pt x="1018083" y="10142"/>
                  <a:pt x="1015636" y="9475"/>
                  <a:pt x="1012878" y="9475"/>
                </a:cubicBezTo>
                <a:cubicBezTo>
                  <a:pt x="1010920" y="9475"/>
                  <a:pt x="1009252" y="9853"/>
                  <a:pt x="1007873" y="10609"/>
                </a:cubicBezTo>
                <a:cubicBezTo>
                  <a:pt x="1006494" y="11365"/>
                  <a:pt x="1005359" y="12344"/>
                  <a:pt x="1004470" y="13545"/>
                </a:cubicBezTo>
                <a:cubicBezTo>
                  <a:pt x="1003581" y="14747"/>
                  <a:pt x="1002936" y="16148"/>
                  <a:pt x="1002536" y="17750"/>
                </a:cubicBezTo>
                <a:cubicBezTo>
                  <a:pt x="1002135" y="19351"/>
                  <a:pt x="1001935" y="21041"/>
                  <a:pt x="1001935" y="22820"/>
                </a:cubicBezTo>
                <a:cubicBezTo>
                  <a:pt x="1001935" y="24422"/>
                  <a:pt x="1002090" y="26736"/>
                  <a:pt x="1002401" y="29760"/>
                </a:cubicBezTo>
                <a:cubicBezTo>
                  <a:pt x="1002714" y="32785"/>
                  <a:pt x="1003092" y="35676"/>
                  <a:pt x="1003535" y="38435"/>
                </a:cubicBezTo>
                <a:cubicBezTo>
                  <a:pt x="1005849" y="38435"/>
                  <a:pt x="1008139" y="38412"/>
                  <a:pt x="1010408" y="38367"/>
                </a:cubicBezTo>
                <a:cubicBezTo>
                  <a:pt x="1012678" y="38323"/>
                  <a:pt x="1014969" y="38300"/>
                  <a:pt x="1017282" y="38300"/>
                </a:cubicBezTo>
                <a:cubicBezTo>
                  <a:pt x="1017193" y="38745"/>
                  <a:pt x="1017126" y="39191"/>
                  <a:pt x="1017081" y="39636"/>
                </a:cubicBezTo>
                <a:cubicBezTo>
                  <a:pt x="1017037" y="40080"/>
                  <a:pt x="1017016" y="40524"/>
                  <a:pt x="1017016" y="40970"/>
                </a:cubicBezTo>
                <a:cubicBezTo>
                  <a:pt x="1017016" y="41415"/>
                  <a:pt x="1017037" y="41860"/>
                  <a:pt x="1017081" y="42306"/>
                </a:cubicBezTo>
                <a:cubicBezTo>
                  <a:pt x="1017126" y="42749"/>
                  <a:pt x="1017193" y="43194"/>
                  <a:pt x="1017282" y="43639"/>
                </a:cubicBezTo>
                <a:cubicBezTo>
                  <a:pt x="1014969" y="43550"/>
                  <a:pt x="1012678" y="43461"/>
                  <a:pt x="1010408" y="43373"/>
                </a:cubicBezTo>
                <a:cubicBezTo>
                  <a:pt x="1008139" y="43283"/>
                  <a:pt x="1005849" y="43238"/>
                  <a:pt x="1003535" y="43238"/>
                </a:cubicBezTo>
                <a:cubicBezTo>
                  <a:pt x="1003535" y="52935"/>
                  <a:pt x="1003558" y="62566"/>
                  <a:pt x="1003603" y="72131"/>
                </a:cubicBezTo>
                <a:cubicBezTo>
                  <a:pt x="1003647" y="81694"/>
                  <a:pt x="1003804" y="91325"/>
                  <a:pt x="1004071" y="101021"/>
                </a:cubicBezTo>
                <a:cubicBezTo>
                  <a:pt x="1003092" y="100844"/>
                  <a:pt x="1002113" y="100755"/>
                  <a:pt x="1001135" y="100755"/>
                </a:cubicBezTo>
                <a:cubicBezTo>
                  <a:pt x="1000156" y="100755"/>
                  <a:pt x="999221" y="100755"/>
                  <a:pt x="998331" y="100755"/>
                </a:cubicBezTo>
                <a:cubicBezTo>
                  <a:pt x="996463" y="100755"/>
                  <a:pt x="994506" y="100844"/>
                  <a:pt x="992460" y="101021"/>
                </a:cubicBezTo>
                <a:cubicBezTo>
                  <a:pt x="993083" y="91325"/>
                  <a:pt x="993439" y="81739"/>
                  <a:pt x="993527" y="72263"/>
                </a:cubicBezTo>
                <a:cubicBezTo>
                  <a:pt x="993617" y="62788"/>
                  <a:pt x="993662" y="53113"/>
                  <a:pt x="993662" y="43238"/>
                </a:cubicBezTo>
                <a:cubicBezTo>
                  <a:pt x="992060" y="43238"/>
                  <a:pt x="990458" y="43283"/>
                  <a:pt x="988856" y="43373"/>
                </a:cubicBezTo>
                <a:cubicBezTo>
                  <a:pt x="987256" y="43461"/>
                  <a:pt x="985654" y="43550"/>
                  <a:pt x="984052" y="43639"/>
                </a:cubicBezTo>
                <a:cubicBezTo>
                  <a:pt x="984142" y="43194"/>
                  <a:pt x="984209" y="42749"/>
                  <a:pt x="984252" y="42306"/>
                </a:cubicBezTo>
                <a:cubicBezTo>
                  <a:pt x="984297" y="41860"/>
                  <a:pt x="984319" y="41415"/>
                  <a:pt x="984319" y="40970"/>
                </a:cubicBezTo>
                <a:cubicBezTo>
                  <a:pt x="984319" y="40524"/>
                  <a:pt x="984297" y="40080"/>
                  <a:pt x="984252" y="39636"/>
                </a:cubicBezTo>
                <a:cubicBezTo>
                  <a:pt x="984209" y="39191"/>
                  <a:pt x="984142" y="38745"/>
                  <a:pt x="984052" y="38300"/>
                </a:cubicBezTo>
                <a:cubicBezTo>
                  <a:pt x="985654" y="38300"/>
                  <a:pt x="987278" y="38323"/>
                  <a:pt x="988923" y="38367"/>
                </a:cubicBezTo>
                <a:cubicBezTo>
                  <a:pt x="990570" y="38412"/>
                  <a:pt x="992149" y="38435"/>
                  <a:pt x="993662" y="38435"/>
                </a:cubicBezTo>
                <a:cubicBezTo>
                  <a:pt x="993662" y="35854"/>
                  <a:pt x="993928" y="33051"/>
                  <a:pt x="994462" y="30027"/>
                </a:cubicBezTo>
                <a:cubicBezTo>
                  <a:pt x="994995" y="27002"/>
                  <a:pt x="995773" y="24022"/>
                  <a:pt x="996795" y="21086"/>
                </a:cubicBezTo>
                <a:cubicBezTo>
                  <a:pt x="997819" y="18149"/>
                  <a:pt x="999043" y="15369"/>
                  <a:pt x="1000467" y="12745"/>
                </a:cubicBezTo>
                <a:cubicBezTo>
                  <a:pt x="1001891" y="10121"/>
                  <a:pt x="1003492" y="7919"/>
                  <a:pt x="1005270" y="6139"/>
                </a:cubicBezTo>
                <a:cubicBezTo>
                  <a:pt x="1006872" y="4537"/>
                  <a:pt x="1008896" y="3114"/>
                  <a:pt x="1011343" y="1869"/>
                </a:cubicBezTo>
                <a:cubicBezTo>
                  <a:pt x="1013789" y="623"/>
                  <a:pt x="1016302" y="0"/>
                  <a:pt x="1018883" y="0"/>
                </a:cubicBezTo>
                <a:cubicBezTo>
                  <a:pt x="1019862" y="0"/>
                  <a:pt x="1020751" y="134"/>
                  <a:pt x="1021552" y="401"/>
                </a:cubicBezTo>
                <a:cubicBezTo>
                  <a:pt x="1021463" y="2181"/>
                  <a:pt x="1021351" y="3961"/>
                  <a:pt x="1021218" y="5740"/>
                </a:cubicBezTo>
                <a:cubicBezTo>
                  <a:pt x="1021085" y="7519"/>
                  <a:pt x="1021019" y="9298"/>
                  <a:pt x="1021019" y="11077"/>
                </a:cubicBezTo>
                <a:lnTo>
                  <a:pt x="1020217" y="11476"/>
                </a:lnTo>
                <a:close/>
                <a:moveTo>
                  <a:pt x="1035297" y="69528"/>
                </a:moveTo>
                <a:cubicBezTo>
                  <a:pt x="1035297" y="73264"/>
                  <a:pt x="1035631" y="76867"/>
                  <a:pt x="1036297" y="80337"/>
                </a:cubicBezTo>
                <a:cubicBezTo>
                  <a:pt x="1036965" y="83807"/>
                  <a:pt x="1038099" y="86898"/>
                  <a:pt x="1039700" y="89612"/>
                </a:cubicBezTo>
                <a:cubicBezTo>
                  <a:pt x="1041302" y="92326"/>
                  <a:pt x="1043437" y="94484"/>
                  <a:pt x="1046106" y="96085"/>
                </a:cubicBezTo>
                <a:cubicBezTo>
                  <a:pt x="1048775" y="97686"/>
                  <a:pt x="1052067" y="98486"/>
                  <a:pt x="1055982" y="98486"/>
                </a:cubicBezTo>
                <a:cubicBezTo>
                  <a:pt x="1059897" y="98486"/>
                  <a:pt x="1063189" y="97686"/>
                  <a:pt x="1065858" y="96085"/>
                </a:cubicBezTo>
                <a:cubicBezTo>
                  <a:pt x="1068527" y="94484"/>
                  <a:pt x="1070661" y="92326"/>
                  <a:pt x="1072262" y="89612"/>
                </a:cubicBezTo>
                <a:cubicBezTo>
                  <a:pt x="1073864" y="86898"/>
                  <a:pt x="1074998" y="83807"/>
                  <a:pt x="1075664" y="80337"/>
                </a:cubicBezTo>
                <a:cubicBezTo>
                  <a:pt x="1076332" y="76867"/>
                  <a:pt x="1076666" y="73264"/>
                  <a:pt x="1076666" y="69528"/>
                </a:cubicBezTo>
                <a:cubicBezTo>
                  <a:pt x="1076666" y="65791"/>
                  <a:pt x="1076332" y="62188"/>
                  <a:pt x="1075664" y="58718"/>
                </a:cubicBezTo>
                <a:cubicBezTo>
                  <a:pt x="1074998" y="55248"/>
                  <a:pt x="1073864" y="52157"/>
                  <a:pt x="1072262" y="49445"/>
                </a:cubicBezTo>
                <a:cubicBezTo>
                  <a:pt x="1070661" y="46731"/>
                  <a:pt x="1068527" y="44573"/>
                  <a:pt x="1065858" y="42971"/>
                </a:cubicBezTo>
                <a:cubicBezTo>
                  <a:pt x="1063189" y="41370"/>
                  <a:pt x="1059897" y="40569"/>
                  <a:pt x="1055982" y="40569"/>
                </a:cubicBezTo>
                <a:cubicBezTo>
                  <a:pt x="1052067" y="40569"/>
                  <a:pt x="1048775" y="41370"/>
                  <a:pt x="1046106" y="42971"/>
                </a:cubicBezTo>
                <a:cubicBezTo>
                  <a:pt x="1043437" y="44573"/>
                  <a:pt x="1041302" y="46731"/>
                  <a:pt x="1039700" y="49445"/>
                </a:cubicBezTo>
                <a:cubicBezTo>
                  <a:pt x="1038099" y="52157"/>
                  <a:pt x="1036965" y="55248"/>
                  <a:pt x="1036297" y="58718"/>
                </a:cubicBezTo>
                <a:cubicBezTo>
                  <a:pt x="1035631" y="62188"/>
                  <a:pt x="1035297" y="65791"/>
                  <a:pt x="1035297" y="69528"/>
                </a:cubicBezTo>
                <a:moveTo>
                  <a:pt x="1023554" y="69528"/>
                </a:moveTo>
                <a:cubicBezTo>
                  <a:pt x="1023554" y="63478"/>
                  <a:pt x="1024511" y="58340"/>
                  <a:pt x="1026423" y="54114"/>
                </a:cubicBezTo>
                <a:cubicBezTo>
                  <a:pt x="1028336" y="49888"/>
                  <a:pt x="1030849" y="46463"/>
                  <a:pt x="1033962" y="43839"/>
                </a:cubicBezTo>
                <a:cubicBezTo>
                  <a:pt x="1037076" y="41215"/>
                  <a:pt x="1040568" y="39302"/>
                  <a:pt x="1044438" y="38101"/>
                </a:cubicBezTo>
                <a:cubicBezTo>
                  <a:pt x="1048308" y="36899"/>
                  <a:pt x="1052156" y="36299"/>
                  <a:pt x="1055982" y="36299"/>
                </a:cubicBezTo>
                <a:cubicBezTo>
                  <a:pt x="1059897" y="36299"/>
                  <a:pt x="1063767" y="36899"/>
                  <a:pt x="1067593" y="38101"/>
                </a:cubicBezTo>
                <a:cubicBezTo>
                  <a:pt x="1071418" y="39302"/>
                  <a:pt x="1074887" y="41215"/>
                  <a:pt x="1078000" y="43839"/>
                </a:cubicBezTo>
                <a:cubicBezTo>
                  <a:pt x="1081114" y="46463"/>
                  <a:pt x="1083628" y="49888"/>
                  <a:pt x="1085540" y="54114"/>
                </a:cubicBezTo>
                <a:cubicBezTo>
                  <a:pt x="1087453" y="58340"/>
                  <a:pt x="1088409" y="63478"/>
                  <a:pt x="1088409" y="69528"/>
                </a:cubicBezTo>
                <a:cubicBezTo>
                  <a:pt x="1088409" y="75577"/>
                  <a:pt x="1087453" y="80715"/>
                  <a:pt x="1085540" y="84941"/>
                </a:cubicBezTo>
                <a:cubicBezTo>
                  <a:pt x="1083628" y="89167"/>
                  <a:pt x="1081114" y="92593"/>
                  <a:pt x="1078000" y="95218"/>
                </a:cubicBezTo>
                <a:cubicBezTo>
                  <a:pt x="1074887" y="97842"/>
                  <a:pt x="1071418" y="99688"/>
                  <a:pt x="1067593" y="100755"/>
                </a:cubicBezTo>
                <a:cubicBezTo>
                  <a:pt x="1063767" y="101822"/>
                  <a:pt x="1059897" y="102355"/>
                  <a:pt x="1055982" y="102355"/>
                </a:cubicBezTo>
                <a:cubicBezTo>
                  <a:pt x="1052156" y="102355"/>
                  <a:pt x="1048308" y="101822"/>
                  <a:pt x="1044438" y="100755"/>
                </a:cubicBezTo>
                <a:cubicBezTo>
                  <a:pt x="1040568" y="99688"/>
                  <a:pt x="1037076" y="97842"/>
                  <a:pt x="1033962" y="95218"/>
                </a:cubicBezTo>
                <a:cubicBezTo>
                  <a:pt x="1030849" y="92593"/>
                  <a:pt x="1028336" y="89167"/>
                  <a:pt x="1026423" y="84941"/>
                </a:cubicBezTo>
                <a:cubicBezTo>
                  <a:pt x="1024511" y="80715"/>
                  <a:pt x="1023554" y="75577"/>
                  <a:pt x="1023554" y="69528"/>
                </a:cubicBezTo>
                <a:close/>
                <a:moveTo>
                  <a:pt x="1133781" y="48575"/>
                </a:moveTo>
                <a:cubicBezTo>
                  <a:pt x="1133338" y="48042"/>
                  <a:pt x="1132470" y="47553"/>
                  <a:pt x="1131179" y="47109"/>
                </a:cubicBezTo>
                <a:cubicBezTo>
                  <a:pt x="1129890" y="46664"/>
                  <a:pt x="1128577" y="46441"/>
                  <a:pt x="1127243" y="46441"/>
                </a:cubicBezTo>
                <a:cubicBezTo>
                  <a:pt x="1125108" y="46441"/>
                  <a:pt x="1123195" y="46931"/>
                  <a:pt x="1121505" y="47909"/>
                </a:cubicBezTo>
                <a:cubicBezTo>
                  <a:pt x="1119815" y="48888"/>
                  <a:pt x="1118391" y="50200"/>
                  <a:pt x="1117235" y="51845"/>
                </a:cubicBezTo>
                <a:cubicBezTo>
                  <a:pt x="1116078" y="53491"/>
                  <a:pt x="1115188" y="55448"/>
                  <a:pt x="1114565" y="57718"/>
                </a:cubicBezTo>
                <a:cubicBezTo>
                  <a:pt x="1113943" y="59986"/>
                  <a:pt x="1113633" y="62410"/>
                  <a:pt x="1113633" y="64990"/>
                </a:cubicBezTo>
                <a:lnTo>
                  <a:pt x="1113633" y="79669"/>
                </a:lnTo>
                <a:cubicBezTo>
                  <a:pt x="1113633" y="85630"/>
                  <a:pt x="1113654" y="90190"/>
                  <a:pt x="1113698" y="93349"/>
                </a:cubicBezTo>
                <a:cubicBezTo>
                  <a:pt x="1113743" y="96506"/>
                  <a:pt x="1113899" y="99064"/>
                  <a:pt x="1114166" y="101021"/>
                </a:cubicBezTo>
                <a:cubicBezTo>
                  <a:pt x="1112386" y="100844"/>
                  <a:pt x="1110607" y="100755"/>
                  <a:pt x="1108827" y="100755"/>
                </a:cubicBezTo>
                <a:cubicBezTo>
                  <a:pt x="1106869" y="100755"/>
                  <a:pt x="1105002" y="100844"/>
                  <a:pt x="1103223" y="101021"/>
                </a:cubicBezTo>
                <a:cubicBezTo>
                  <a:pt x="1103489" y="97997"/>
                  <a:pt x="1103645" y="93882"/>
                  <a:pt x="1103690" y="88677"/>
                </a:cubicBezTo>
                <a:cubicBezTo>
                  <a:pt x="1103734" y="83473"/>
                  <a:pt x="1103757" y="77090"/>
                  <a:pt x="1103757" y="69528"/>
                </a:cubicBezTo>
                <a:lnTo>
                  <a:pt x="1103757" y="65256"/>
                </a:lnTo>
                <a:cubicBezTo>
                  <a:pt x="1103757" y="61788"/>
                  <a:pt x="1103734" y="57785"/>
                  <a:pt x="1103690" y="53248"/>
                </a:cubicBezTo>
                <a:cubicBezTo>
                  <a:pt x="1103645" y="48710"/>
                  <a:pt x="1103489" y="43505"/>
                  <a:pt x="1103223" y="37632"/>
                </a:cubicBezTo>
                <a:cubicBezTo>
                  <a:pt x="1104202" y="37811"/>
                  <a:pt x="1105136" y="37968"/>
                  <a:pt x="1106025" y="38101"/>
                </a:cubicBezTo>
                <a:cubicBezTo>
                  <a:pt x="1106914" y="38234"/>
                  <a:pt x="1107848" y="38300"/>
                  <a:pt x="1108827" y="38300"/>
                </a:cubicBezTo>
                <a:cubicBezTo>
                  <a:pt x="1109628" y="38300"/>
                  <a:pt x="1110473" y="38234"/>
                  <a:pt x="1111362" y="38101"/>
                </a:cubicBezTo>
                <a:cubicBezTo>
                  <a:pt x="1112253" y="37968"/>
                  <a:pt x="1113187" y="37811"/>
                  <a:pt x="1114166" y="37632"/>
                </a:cubicBezTo>
                <a:cubicBezTo>
                  <a:pt x="1113810" y="40836"/>
                  <a:pt x="1113610" y="43372"/>
                  <a:pt x="1113565" y="45240"/>
                </a:cubicBezTo>
                <a:cubicBezTo>
                  <a:pt x="1113521" y="47108"/>
                  <a:pt x="1113498" y="48887"/>
                  <a:pt x="1113498" y="50577"/>
                </a:cubicBezTo>
                <a:lnTo>
                  <a:pt x="1113765" y="50711"/>
                </a:lnTo>
                <a:cubicBezTo>
                  <a:pt x="1119014" y="41103"/>
                  <a:pt x="1124886" y="36299"/>
                  <a:pt x="1131381" y="36299"/>
                </a:cubicBezTo>
                <a:cubicBezTo>
                  <a:pt x="1132182" y="36299"/>
                  <a:pt x="1132871" y="36343"/>
                  <a:pt x="1133450" y="36433"/>
                </a:cubicBezTo>
                <a:cubicBezTo>
                  <a:pt x="1134028" y="36521"/>
                  <a:pt x="1134762" y="36743"/>
                  <a:pt x="1135651" y="37099"/>
                </a:cubicBezTo>
                <a:cubicBezTo>
                  <a:pt x="1135206" y="38167"/>
                  <a:pt x="1134938" y="39791"/>
                  <a:pt x="1134849" y="41972"/>
                </a:cubicBezTo>
                <a:cubicBezTo>
                  <a:pt x="1134760" y="44150"/>
                  <a:pt x="1134716" y="46130"/>
                  <a:pt x="1134716" y="47909"/>
                </a:cubicBezTo>
                <a:lnTo>
                  <a:pt x="1133781" y="48575"/>
                </a:lnTo>
                <a:close/>
                <a:moveTo>
                  <a:pt x="1185027" y="62589"/>
                </a:moveTo>
                <a:cubicBezTo>
                  <a:pt x="1185027" y="58586"/>
                  <a:pt x="1184960" y="54382"/>
                  <a:pt x="1184826" y="49978"/>
                </a:cubicBezTo>
                <a:cubicBezTo>
                  <a:pt x="1184693" y="45574"/>
                  <a:pt x="1184404" y="41459"/>
                  <a:pt x="1183960" y="37632"/>
                </a:cubicBezTo>
                <a:cubicBezTo>
                  <a:pt x="1186451" y="38078"/>
                  <a:pt x="1188453" y="38300"/>
                  <a:pt x="1189965" y="38300"/>
                </a:cubicBezTo>
                <a:cubicBezTo>
                  <a:pt x="1190677" y="38300"/>
                  <a:pt x="1191454" y="38234"/>
                  <a:pt x="1192299" y="38101"/>
                </a:cubicBezTo>
                <a:cubicBezTo>
                  <a:pt x="1193145" y="37968"/>
                  <a:pt x="1194146" y="37811"/>
                  <a:pt x="1195302" y="37632"/>
                </a:cubicBezTo>
                <a:cubicBezTo>
                  <a:pt x="1195035" y="41192"/>
                  <a:pt x="1194901" y="44750"/>
                  <a:pt x="1194901" y="48308"/>
                </a:cubicBezTo>
                <a:lnTo>
                  <a:pt x="1195170" y="48308"/>
                </a:lnTo>
                <a:cubicBezTo>
                  <a:pt x="1199885" y="40302"/>
                  <a:pt x="1206512" y="36299"/>
                  <a:pt x="1215052" y="36299"/>
                </a:cubicBezTo>
                <a:cubicBezTo>
                  <a:pt x="1217277" y="36299"/>
                  <a:pt x="1219457" y="36632"/>
                  <a:pt x="1221593" y="37300"/>
                </a:cubicBezTo>
                <a:cubicBezTo>
                  <a:pt x="1223728" y="37967"/>
                  <a:pt x="1225662" y="38878"/>
                  <a:pt x="1227396" y="40035"/>
                </a:cubicBezTo>
                <a:cubicBezTo>
                  <a:pt x="1229131" y="41192"/>
                  <a:pt x="1230621" y="42593"/>
                  <a:pt x="1231866" y="44240"/>
                </a:cubicBezTo>
                <a:cubicBezTo>
                  <a:pt x="1233112" y="45885"/>
                  <a:pt x="1233957" y="47642"/>
                  <a:pt x="1234403" y="49510"/>
                </a:cubicBezTo>
                <a:lnTo>
                  <a:pt x="1234670" y="49510"/>
                </a:lnTo>
                <a:cubicBezTo>
                  <a:pt x="1236805" y="45239"/>
                  <a:pt x="1239719" y="41970"/>
                  <a:pt x="1243411" y="39701"/>
                </a:cubicBezTo>
                <a:cubicBezTo>
                  <a:pt x="1247104" y="37433"/>
                  <a:pt x="1251351" y="36299"/>
                  <a:pt x="1256154" y="36299"/>
                </a:cubicBezTo>
                <a:cubicBezTo>
                  <a:pt x="1259090" y="36299"/>
                  <a:pt x="1261804" y="36699"/>
                  <a:pt x="1264295" y="37500"/>
                </a:cubicBezTo>
                <a:cubicBezTo>
                  <a:pt x="1266786" y="38301"/>
                  <a:pt x="1268943" y="39546"/>
                  <a:pt x="1270766" y="41236"/>
                </a:cubicBezTo>
                <a:cubicBezTo>
                  <a:pt x="1272591" y="42927"/>
                  <a:pt x="1274015" y="45106"/>
                  <a:pt x="1275039" y="47775"/>
                </a:cubicBezTo>
                <a:cubicBezTo>
                  <a:pt x="1276062" y="50444"/>
                  <a:pt x="1276574" y="53647"/>
                  <a:pt x="1276574" y="57384"/>
                </a:cubicBezTo>
                <a:cubicBezTo>
                  <a:pt x="1276574" y="58896"/>
                  <a:pt x="1276529" y="60542"/>
                  <a:pt x="1276439" y="62322"/>
                </a:cubicBezTo>
                <a:cubicBezTo>
                  <a:pt x="1276350" y="64100"/>
                  <a:pt x="1276260" y="66169"/>
                  <a:pt x="1276171" y="68527"/>
                </a:cubicBezTo>
                <a:cubicBezTo>
                  <a:pt x="1276082" y="70885"/>
                  <a:pt x="1275994" y="73554"/>
                  <a:pt x="1275904" y="76535"/>
                </a:cubicBezTo>
                <a:cubicBezTo>
                  <a:pt x="1275816" y="79515"/>
                  <a:pt x="1275772" y="82962"/>
                  <a:pt x="1275772" y="86875"/>
                </a:cubicBezTo>
                <a:cubicBezTo>
                  <a:pt x="1275772" y="89278"/>
                  <a:pt x="1275794" y="91592"/>
                  <a:pt x="1275839" y="93817"/>
                </a:cubicBezTo>
                <a:cubicBezTo>
                  <a:pt x="1275884" y="96041"/>
                  <a:pt x="1275995" y="98442"/>
                  <a:pt x="1276173" y="101021"/>
                </a:cubicBezTo>
                <a:cubicBezTo>
                  <a:pt x="1275194" y="100844"/>
                  <a:pt x="1274215" y="100755"/>
                  <a:pt x="1273236" y="100755"/>
                </a:cubicBezTo>
                <a:cubicBezTo>
                  <a:pt x="1272258" y="100755"/>
                  <a:pt x="1271324" y="100755"/>
                  <a:pt x="1270435" y="100755"/>
                </a:cubicBezTo>
                <a:cubicBezTo>
                  <a:pt x="1269456" y="100755"/>
                  <a:pt x="1268477" y="100755"/>
                  <a:pt x="1267498" y="100755"/>
                </a:cubicBezTo>
                <a:cubicBezTo>
                  <a:pt x="1266519" y="100755"/>
                  <a:pt x="1265541" y="100844"/>
                  <a:pt x="1264562" y="101021"/>
                </a:cubicBezTo>
                <a:cubicBezTo>
                  <a:pt x="1264829" y="98798"/>
                  <a:pt x="1265119" y="94305"/>
                  <a:pt x="1265429" y="87543"/>
                </a:cubicBezTo>
                <a:cubicBezTo>
                  <a:pt x="1265742" y="80782"/>
                  <a:pt x="1265898" y="71351"/>
                  <a:pt x="1265898" y="59251"/>
                </a:cubicBezTo>
                <a:cubicBezTo>
                  <a:pt x="1265898" y="57028"/>
                  <a:pt x="1265653" y="54937"/>
                  <a:pt x="1265163" y="52980"/>
                </a:cubicBezTo>
                <a:cubicBezTo>
                  <a:pt x="1264674" y="51022"/>
                  <a:pt x="1263895" y="49332"/>
                  <a:pt x="1262827" y="47909"/>
                </a:cubicBezTo>
                <a:cubicBezTo>
                  <a:pt x="1261760" y="46485"/>
                  <a:pt x="1260337" y="45351"/>
                  <a:pt x="1258557" y="44507"/>
                </a:cubicBezTo>
                <a:cubicBezTo>
                  <a:pt x="1256777" y="43661"/>
                  <a:pt x="1254553" y="43238"/>
                  <a:pt x="1251884" y="43238"/>
                </a:cubicBezTo>
                <a:cubicBezTo>
                  <a:pt x="1248682" y="43238"/>
                  <a:pt x="1245968" y="43861"/>
                  <a:pt x="1243743" y="45107"/>
                </a:cubicBezTo>
                <a:cubicBezTo>
                  <a:pt x="1241520" y="46352"/>
                  <a:pt x="1239785" y="47820"/>
                  <a:pt x="1238540" y="49510"/>
                </a:cubicBezTo>
                <a:cubicBezTo>
                  <a:pt x="1237828" y="50489"/>
                  <a:pt x="1237271" y="51467"/>
                  <a:pt x="1236871" y="52446"/>
                </a:cubicBezTo>
                <a:cubicBezTo>
                  <a:pt x="1236472" y="53425"/>
                  <a:pt x="1236161" y="54915"/>
                  <a:pt x="1235938" y="56918"/>
                </a:cubicBezTo>
                <a:cubicBezTo>
                  <a:pt x="1235715" y="58919"/>
                  <a:pt x="1235559" y="61721"/>
                  <a:pt x="1235470" y="65324"/>
                </a:cubicBezTo>
                <a:cubicBezTo>
                  <a:pt x="1235382" y="68926"/>
                  <a:pt x="1235337" y="73886"/>
                  <a:pt x="1235337" y="80203"/>
                </a:cubicBezTo>
                <a:cubicBezTo>
                  <a:pt x="1235337" y="84029"/>
                  <a:pt x="1235404" y="87522"/>
                  <a:pt x="1235537" y="90681"/>
                </a:cubicBezTo>
                <a:cubicBezTo>
                  <a:pt x="1235670" y="93839"/>
                  <a:pt x="1235826" y="97285"/>
                  <a:pt x="1236005" y="101021"/>
                </a:cubicBezTo>
                <a:cubicBezTo>
                  <a:pt x="1233958" y="100844"/>
                  <a:pt x="1232001" y="100755"/>
                  <a:pt x="1230133" y="100755"/>
                </a:cubicBezTo>
                <a:cubicBezTo>
                  <a:pt x="1228265" y="100755"/>
                  <a:pt x="1226307" y="100844"/>
                  <a:pt x="1224260" y="101021"/>
                </a:cubicBezTo>
                <a:cubicBezTo>
                  <a:pt x="1224705" y="96129"/>
                  <a:pt x="1225017" y="91147"/>
                  <a:pt x="1225195" y="86075"/>
                </a:cubicBezTo>
                <a:cubicBezTo>
                  <a:pt x="1225373" y="81003"/>
                  <a:pt x="1225461" y="76021"/>
                  <a:pt x="1225461" y="71129"/>
                </a:cubicBezTo>
                <a:cubicBezTo>
                  <a:pt x="1225461" y="66948"/>
                  <a:pt x="1225439" y="63678"/>
                  <a:pt x="1225394" y="61320"/>
                </a:cubicBezTo>
                <a:cubicBezTo>
                  <a:pt x="1225351" y="58962"/>
                  <a:pt x="1225240" y="57094"/>
                  <a:pt x="1225062" y="55716"/>
                </a:cubicBezTo>
                <a:cubicBezTo>
                  <a:pt x="1224885" y="54337"/>
                  <a:pt x="1224640" y="53203"/>
                  <a:pt x="1224327" y="52314"/>
                </a:cubicBezTo>
                <a:cubicBezTo>
                  <a:pt x="1224016" y="51423"/>
                  <a:pt x="1223594" y="50445"/>
                  <a:pt x="1223061" y="49377"/>
                </a:cubicBezTo>
                <a:cubicBezTo>
                  <a:pt x="1222082" y="47686"/>
                  <a:pt x="1220547" y="46240"/>
                  <a:pt x="1218455" y="45040"/>
                </a:cubicBezTo>
                <a:cubicBezTo>
                  <a:pt x="1216364" y="43839"/>
                  <a:pt x="1214207" y="43238"/>
                  <a:pt x="1211983" y="43238"/>
                </a:cubicBezTo>
                <a:cubicBezTo>
                  <a:pt x="1206112" y="43238"/>
                  <a:pt x="1201797" y="45151"/>
                  <a:pt x="1199039" y="48976"/>
                </a:cubicBezTo>
                <a:cubicBezTo>
                  <a:pt x="1196280" y="52802"/>
                  <a:pt x="1194901" y="58184"/>
                  <a:pt x="1194901" y="65124"/>
                </a:cubicBezTo>
                <a:lnTo>
                  <a:pt x="1194901" y="76466"/>
                </a:lnTo>
                <a:cubicBezTo>
                  <a:pt x="1194901" y="80471"/>
                  <a:pt x="1194968" y="84675"/>
                  <a:pt x="1195101" y="89079"/>
                </a:cubicBezTo>
                <a:cubicBezTo>
                  <a:pt x="1195235" y="93482"/>
                  <a:pt x="1195525" y="97463"/>
                  <a:pt x="1195970" y="101021"/>
                </a:cubicBezTo>
                <a:cubicBezTo>
                  <a:pt x="1193923" y="100844"/>
                  <a:pt x="1191921" y="100755"/>
                  <a:pt x="1189965" y="100755"/>
                </a:cubicBezTo>
                <a:cubicBezTo>
                  <a:pt x="1188008" y="100755"/>
                  <a:pt x="1186006" y="100844"/>
                  <a:pt x="1183960" y="101021"/>
                </a:cubicBezTo>
                <a:cubicBezTo>
                  <a:pt x="1184404" y="97463"/>
                  <a:pt x="1184693" y="93482"/>
                  <a:pt x="1184826" y="89079"/>
                </a:cubicBezTo>
                <a:cubicBezTo>
                  <a:pt x="1184960" y="84675"/>
                  <a:pt x="1185027" y="80471"/>
                  <a:pt x="1185027" y="76466"/>
                </a:cubicBezTo>
                <a:lnTo>
                  <a:pt x="1185027" y="62589"/>
                </a:lnTo>
                <a:close/>
                <a:moveTo>
                  <a:pt x="1313805" y="101156"/>
                </a:moveTo>
                <a:cubicBezTo>
                  <a:pt x="1312826" y="98753"/>
                  <a:pt x="1311559" y="95639"/>
                  <a:pt x="1310001" y="91813"/>
                </a:cubicBezTo>
                <a:cubicBezTo>
                  <a:pt x="1308444" y="87988"/>
                  <a:pt x="1306776" y="83962"/>
                  <a:pt x="1304996" y="79736"/>
                </a:cubicBezTo>
                <a:cubicBezTo>
                  <a:pt x="1303218" y="75510"/>
                  <a:pt x="1301394" y="71195"/>
                  <a:pt x="1299525" y="66792"/>
                </a:cubicBezTo>
                <a:cubicBezTo>
                  <a:pt x="1297657" y="62388"/>
                  <a:pt x="1295900" y="58251"/>
                  <a:pt x="1294255" y="54381"/>
                </a:cubicBezTo>
                <a:cubicBezTo>
                  <a:pt x="1292610" y="50510"/>
                  <a:pt x="1291164" y="47108"/>
                  <a:pt x="1289918" y="44173"/>
                </a:cubicBezTo>
                <a:cubicBezTo>
                  <a:pt x="1288673" y="41236"/>
                  <a:pt x="1287739" y="39056"/>
                  <a:pt x="1287116" y="37632"/>
                </a:cubicBezTo>
                <a:cubicBezTo>
                  <a:pt x="1288272" y="37811"/>
                  <a:pt x="1289340" y="37968"/>
                  <a:pt x="1290319" y="38101"/>
                </a:cubicBezTo>
                <a:cubicBezTo>
                  <a:pt x="1291298" y="38234"/>
                  <a:pt x="1292276" y="38300"/>
                  <a:pt x="1293253" y="38300"/>
                </a:cubicBezTo>
                <a:cubicBezTo>
                  <a:pt x="1294232" y="38300"/>
                  <a:pt x="1295211" y="38234"/>
                  <a:pt x="1296189" y="38101"/>
                </a:cubicBezTo>
                <a:cubicBezTo>
                  <a:pt x="1297168" y="37968"/>
                  <a:pt x="1298236" y="37811"/>
                  <a:pt x="1299392" y="37632"/>
                </a:cubicBezTo>
                <a:cubicBezTo>
                  <a:pt x="1302151" y="46174"/>
                  <a:pt x="1305220" y="54626"/>
                  <a:pt x="1308600" y="62990"/>
                </a:cubicBezTo>
                <a:cubicBezTo>
                  <a:pt x="1311981" y="71352"/>
                  <a:pt x="1315539" y="79981"/>
                  <a:pt x="1319277" y="88877"/>
                </a:cubicBezTo>
                <a:cubicBezTo>
                  <a:pt x="1323013" y="81048"/>
                  <a:pt x="1326593" y="72686"/>
                  <a:pt x="1330018" y="63790"/>
                </a:cubicBezTo>
                <a:cubicBezTo>
                  <a:pt x="1333444" y="54893"/>
                  <a:pt x="1336492" y="46174"/>
                  <a:pt x="1339161" y="37632"/>
                </a:cubicBezTo>
                <a:cubicBezTo>
                  <a:pt x="1340941" y="38078"/>
                  <a:pt x="1342409" y="38300"/>
                  <a:pt x="1343565" y="38300"/>
                </a:cubicBezTo>
                <a:cubicBezTo>
                  <a:pt x="1344721" y="38300"/>
                  <a:pt x="1346188" y="38078"/>
                  <a:pt x="1347968" y="37632"/>
                </a:cubicBezTo>
                <a:cubicBezTo>
                  <a:pt x="1347345" y="38878"/>
                  <a:pt x="1346343" y="40992"/>
                  <a:pt x="1344964" y="43973"/>
                </a:cubicBezTo>
                <a:cubicBezTo>
                  <a:pt x="1343586" y="46953"/>
                  <a:pt x="1341941" y="50512"/>
                  <a:pt x="1340028" y="54649"/>
                </a:cubicBezTo>
                <a:cubicBezTo>
                  <a:pt x="1338116" y="58786"/>
                  <a:pt x="1336024" y="63367"/>
                  <a:pt x="1333755" y="68394"/>
                </a:cubicBezTo>
                <a:cubicBezTo>
                  <a:pt x="1331486" y="73420"/>
                  <a:pt x="1329173" y="78580"/>
                  <a:pt x="1326815" y="83874"/>
                </a:cubicBezTo>
                <a:cubicBezTo>
                  <a:pt x="1324458" y="89167"/>
                  <a:pt x="1322123" y="94416"/>
                  <a:pt x="1319810" y="99620"/>
                </a:cubicBezTo>
                <a:cubicBezTo>
                  <a:pt x="1317497" y="104825"/>
                  <a:pt x="1315362" y="109762"/>
                  <a:pt x="1313404" y="114432"/>
                </a:cubicBezTo>
                <a:cubicBezTo>
                  <a:pt x="1311448" y="119103"/>
                  <a:pt x="1309735" y="123329"/>
                  <a:pt x="1308267" y="127110"/>
                </a:cubicBezTo>
                <a:cubicBezTo>
                  <a:pt x="1306799" y="130892"/>
                  <a:pt x="1305710" y="133895"/>
                  <a:pt x="1304998" y="136119"/>
                </a:cubicBezTo>
                <a:cubicBezTo>
                  <a:pt x="1303219" y="135673"/>
                  <a:pt x="1301706" y="135451"/>
                  <a:pt x="1300459" y="135451"/>
                </a:cubicBezTo>
                <a:cubicBezTo>
                  <a:pt x="1299215" y="135451"/>
                  <a:pt x="1297702" y="135673"/>
                  <a:pt x="1295923" y="136119"/>
                </a:cubicBezTo>
                <a:cubicBezTo>
                  <a:pt x="1302952" y="124464"/>
                  <a:pt x="1308913" y="112810"/>
                  <a:pt x="1313805" y="1011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familyaboutwhichhealthcareprovidertovisitand">
            <a:extLst xmlns:a="http://schemas.openxmlformats.org/drawingml/2006/main">
              <a:ext uri="{FF2B5EF4-FFF2-40B4-BE49-F238E27FC236}">
                <a16:creationId xmlns:a16="http://schemas.microsoft.com/office/drawing/2014/main" id="{FFD51FBE-AA84-42B2-BFD4-6508888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70" y="2417898"/>
            <a:ext cx="2957895" cy="136119"/>
          </a:xfrm>
          <a:custGeom xmlns:a="http://schemas.openxmlformats.org/drawingml/2006/main">
            <a:pathLst>
              <a:path w="2957895" h="136119">
                <a:moveTo>
                  <a:pt x="36164" y="11476"/>
                </a:moveTo>
                <a:cubicBezTo>
                  <a:pt x="34030" y="10142"/>
                  <a:pt x="31584" y="9475"/>
                  <a:pt x="28825" y="9475"/>
                </a:cubicBezTo>
                <a:cubicBezTo>
                  <a:pt x="26868" y="9475"/>
                  <a:pt x="25200" y="9853"/>
                  <a:pt x="23820" y="10609"/>
                </a:cubicBezTo>
                <a:cubicBezTo>
                  <a:pt x="22441" y="11365"/>
                  <a:pt x="21307" y="12344"/>
                  <a:pt x="20418" y="13545"/>
                </a:cubicBezTo>
                <a:cubicBezTo>
                  <a:pt x="19529" y="14747"/>
                  <a:pt x="18884" y="16148"/>
                  <a:pt x="18483" y="17750"/>
                </a:cubicBezTo>
                <a:cubicBezTo>
                  <a:pt x="18083" y="19351"/>
                  <a:pt x="17883" y="21041"/>
                  <a:pt x="17883" y="22820"/>
                </a:cubicBezTo>
                <a:cubicBezTo>
                  <a:pt x="17883" y="24422"/>
                  <a:pt x="18038" y="26736"/>
                  <a:pt x="18349" y="29760"/>
                </a:cubicBezTo>
                <a:cubicBezTo>
                  <a:pt x="18661" y="32785"/>
                  <a:pt x="19039" y="35676"/>
                  <a:pt x="19483" y="38435"/>
                </a:cubicBezTo>
                <a:cubicBezTo>
                  <a:pt x="21796" y="38435"/>
                  <a:pt x="24087" y="38412"/>
                  <a:pt x="26355" y="38367"/>
                </a:cubicBezTo>
                <a:cubicBezTo>
                  <a:pt x="28625" y="38323"/>
                  <a:pt x="30917" y="38300"/>
                  <a:pt x="33230" y="38300"/>
                </a:cubicBezTo>
                <a:cubicBezTo>
                  <a:pt x="33140" y="38745"/>
                  <a:pt x="33073" y="39191"/>
                  <a:pt x="33028" y="39636"/>
                </a:cubicBezTo>
                <a:cubicBezTo>
                  <a:pt x="32985" y="40080"/>
                  <a:pt x="32963" y="40524"/>
                  <a:pt x="32963" y="40970"/>
                </a:cubicBezTo>
                <a:cubicBezTo>
                  <a:pt x="32963" y="41415"/>
                  <a:pt x="32985" y="41860"/>
                  <a:pt x="33028" y="42306"/>
                </a:cubicBezTo>
                <a:cubicBezTo>
                  <a:pt x="33073" y="42749"/>
                  <a:pt x="33140" y="43194"/>
                  <a:pt x="33230" y="43639"/>
                </a:cubicBezTo>
                <a:cubicBezTo>
                  <a:pt x="30917" y="43550"/>
                  <a:pt x="28625" y="43461"/>
                  <a:pt x="26355" y="43373"/>
                </a:cubicBezTo>
                <a:cubicBezTo>
                  <a:pt x="24087" y="43283"/>
                  <a:pt x="21796" y="43238"/>
                  <a:pt x="19483" y="43238"/>
                </a:cubicBezTo>
                <a:cubicBezTo>
                  <a:pt x="19483" y="52935"/>
                  <a:pt x="19505" y="62566"/>
                  <a:pt x="19550" y="72131"/>
                </a:cubicBezTo>
                <a:cubicBezTo>
                  <a:pt x="19595" y="81694"/>
                  <a:pt x="19751" y="91325"/>
                  <a:pt x="20019" y="101021"/>
                </a:cubicBezTo>
                <a:cubicBezTo>
                  <a:pt x="19040" y="100844"/>
                  <a:pt x="18061" y="100755"/>
                  <a:pt x="17082" y="100755"/>
                </a:cubicBezTo>
                <a:cubicBezTo>
                  <a:pt x="16103" y="100755"/>
                  <a:pt x="15169" y="100755"/>
                  <a:pt x="14278" y="100755"/>
                </a:cubicBezTo>
                <a:cubicBezTo>
                  <a:pt x="12410" y="100755"/>
                  <a:pt x="10454" y="100844"/>
                  <a:pt x="8408" y="101021"/>
                </a:cubicBezTo>
                <a:cubicBezTo>
                  <a:pt x="9031" y="91325"/>
                  <a:pt x="9387" y="81739"/>
                  <a:pt x="9475" y="72263"/>
                </a:cubicBezTo>
                <a:cubicBezTo>
                  <a:pt x="9564" y="62788"/>
                  <a:pt x="9609" y="53113"/>
                  <a:pt x="9609" y="43238"/>
                </a:cubicBezTo>
                <a:cubicBezTo>
                  <a:pt x="8007" y="43238"/>
                  <a:pt x="6405" y="43283"/>
                  <a:pt x="4804" y="43373"/>
                </a:cubicBezTo>
                <a:cubicBezTo>
                  <a:pt x="3203" y="43461"/>
                  <a:pt x="1602" y="43550"/>
                  <a:pt x="0" y="43639"/>
                </a:cubicBezTo>
                <a:cubicBezTo>
                  <a:pt x="90" y="43194"/>
                  <a:pt x="156" y="42749"/>
                  <a:pt x="200" y="42306"/>
                </a:cubicBezTo>
                <a:cubicBezTo>
                  <a:pt x="244" y="41860"/>
                  <a:pt x="267" y="41415"/>
                  <a:pt x="267" y="40970"/>
                </a:cubicBezTo>
                <a:cubicBezTo>
                  <a:pt x="267" y="40524"/>
                  <a:pt x="244" y="40080"/>
                  <a:pt x="200" y="39636"/>
                </a:cubicBezTo>
                <a:cubicBezTo>
                  <a:pt x="156" y="39191"/>
                  <a:pt x="90" y="38745"/>
                  <a:pt x="0" y="38300"/>
                </a:cubicBezTo>
                <a:cubicBezTo>
                  <a:pt x="1602" y="38300"/>
                  <a:pt x="3225" y="38323"/>
                  <a:pt x="4871" y="38367"/>
                </a:cubicBezTo>
                <a:cubicBezTo>
                  <a:pt x="6517" y="38412"/>
                  <a:pt x="8097" y="38435"/>
                  <a:pt x="9609" y="38435"/>
                </a:cubicBezTo>
                <a:cubicBezTo>
                  <a:pt x="9609" y="35854"/>
                  <a:pt x="9876" y="33051"/>
                  <a:pt x="10409" y="30027"/>
                </a:cubicBezTo>
                <a:cubicBezTo>
                  <a:pt x="10943" y="27002"/>
                  <a:pt x="11721" y="24022"/>
                  <a:pt x="12743" y="21086"/>
                </a:cubicBezTo>
                <a:cubicBezTo>
                  <a:pt x="13767" y="18149"/>
                  <a:pt x="14990" y="15369"/>
                  <a:pt x="16414" y="12745"/>
                </a:cubicBezTo>
                <a:cubicBezTo>
                  <a:pt x="17838" y="10121"/>
                  <a:pt x="19440" y="7919"/>
                  <a:pt x="21218" y="6139"/>
                </a:cubicBezTo>
                <a:cubicBezTo>
                  <a:pt x="22820" y="4537"/>
                  <a:pt x="24844" y="3114"/>
                  <a:pt x="27290" y="1869"/>
                </a:cubicBezTo>
                <a:cubicBezTo>
                  <a:pt x="29736" y="623"/>
                  <a:pt x="32250" y="0"/>
                  <a:pt x="34830" y="0"/>
                </a:cubicBezTo>
                <a:cubicBezTo>
                  <a:pt x="35809" y="0"/>
                  <a:pt x="36699" y="134"/>
                  <a:pt x="37500" y="401"/>
                </a:cubicBezTo>
                <a:cubicBezTo>
                  <a:pt x="37410" y="2181"/>
                  <a:pt x="37299" y="3961"/>
                  <a:pt x="37166" y="5740"/>
                </a:cubicBezTo>
                <a:cubicBezTo>
                  <a:pt x="37033" y="7519"/>
                  <a:pt x="36966" y="9298"/>
                  <a:pt x="36966" y="11077"/>
                </a:cubicBezTo>
                <a:lnTo>
                  <a:pt x="36164" y="11476"/>
                </a:lnTo>
                <a:close/>
                <a:moveTo>
                  <a:pt x="79268" y="67794"/>
                </a:moveTo>
                <a:cubicBezTo>
                  <a:pt x="77756" y="68327"/>
                  <a:pt x="75998" y="68772"/>
                  <a:pt x="73996" y="69127"/>
                </a:cubicBezTo>
                <a:cubicBezTo>
                  <a:pt x="71995" y="69483"/>
                  <a:pt x="69972" y="69861"/>
                  <a:pt x="67926" y="70261"/>
                </a:cubicBezTo>
                <a:cubicBezTo>
                  <a:pt x="65880" y="70662"/>
                  <a:pt x="63856" y="71174"/>
                  <a:pt x="61854" y="71797"/>
                </a:cubicBezTo>
                <a:cubicBezTo>
                  <a:pt x="59851" y="72419"/>
                  <a:pt x="58072" y="73264"/>
                  <a:pt x="56515" y="74332"/>
                </a:cubicBezTo>
                <a:cubicBezTo>
                  <a:pt x="54959" y="75399"/>
                  <a:pt x="53713" y="76733"/>
                  <a:pt x="52778" y="78335"/>
                </a:cubicBezTo>
                <a:cubicBezTo>
                  <a:pt x="51844" y="79937"/>
                  <a:pt x="51377" y="81984"/>
                  <a:pt x="51377" y="84475"/>
                </a:cubicBezTo>
                <a:cubicBezTo>
                  <a:pt x="51377" y="88656"/>
                  <a:pt x="52578" y="91814"/>
                  <a:pt x="54979" y="93949"/>
                </a:cubicBezTo>
                <a:cubicBezTo>
                  <a:pt x="57382" y="96085"/>
                  <a:pt x="60052" y="97152"/>
                  <a:pt x="62988" y="97152"/>
                </a:cubicBezTo>
                <a:cubicBezTo>
                  <a:pt x="66368" y="97152"/>
                  <a:pt x="69459" y="96218"/>
                  <a:pt x="72261" y="94351"/>
                </a:cubicBezTo>
                <a:cubicBezTo>
                  <a:pt x="75064" y="92481"/>
                  <a:pt x="77222" y="90301"/>
                  <a:pt x="78734" y="87810"/>
                </a:cubicBezTo>
                <a:lnTo>
                  <a:pt x="79268" y="67794"/>
                </a:lnTo>
                <a:moveTo>
                  <a:pt x="46307" y="44038"/>
                </a:moveTo>
                <a:cubicBezTo>
                  <a:pt x="50310" y="41014"/>
                  <a:pt x="54002" y="38968"/>
                  <a:pt x="57382" y="37901"/>
                </a:cubicBezTo>
                <a:cubicBezTo>
                  <a:pt x="60764" y="36833"/>
                  <a:pt x="64233" y="36299"/>
                  <a:pt x="67791" y="36299"/>
                </a:cubicBezTo>
                <a:cubicBezTo>
                  <a:pt x="70995" y="36299"/>
                  <a:pt x="73932" y="36766"/>
                  <a:pt x="76600" y="37699"/>
                </a:cubicBezTo>
                <a:cubicBezTo>
                  <a:pt x="79269" y="38633"/>
                  <a:pt x="81538" y="39968"/>
                  <a:pt x="83406" y="41703"/>
                </a:cubicBezTo>
                <a:cubicBezTo>
                  <a:pt x="85274" y="43438"/>
                  <a:pt x="86741" y="45529"/>
                  <a:pt x="87808" y="47977"/>
                </a:cubicBezTo>
                <a:cubicBezTo>
                  <a:pt x="88876" y="50423"/>
                  <a:pt x="89411" y="53113"/>
                  <a:pt x="89411" y="56048"/>
                </a:cubicBezTo>
                <a:cubicBezTo>
                  <a:pt x="89411" y="61120"/>
                  <a:pt x="89322" y="66169"/>
                  <a:pt x="89144" y="71196"/>
                </a:cubicBezTo>
                <a:cubicBezTo>
                  <a:pt x="88966" y="76223"/>
                  <a:pt x="88877" y="81538"/>
                  <a:pt x="88877" y="87142"/>
                </a:cubicBezTo>
                <a:cubicBezTo>
                  <a:pt x="88877" y="88211"/>
                  <a:pt x="88899" y="89345"/>
                  <a:pt x="88944" y="90547"/>
                </a:cubicBezTo>
                <a:cubicBezTo>
                  <a:pt x="88989" y="91747"/>
                  <a:pt x="89189" y="92814"/>
                  <a:pt x="89545" y="93748"/>
                </a:cubicBezTo>
                <a:cubicBezTo>
                  <a:pt x="89901" y="94682"/>
                  <a:pt x="90412" y="95460"/>
                  <a:pt x="91078" y="96083"/>
                </a:cubicBezTo>
                <a:cubicBezTo>
                  <a:pt x="91746" y="96707"/>
                  <a:pt x="92747" y="97018"/>
                  <a:pt x="94082" y="97018"/>
                </a:cubicBezTo>
                <a:cubicBezTo>
                  <a:pt x="94527" y="97018"/>
                  <a:pt x="94994" y="96996"/>
                  <a:pt x="95483" y="96951"/>
                </a:cubicBezTo>
                <a:cubicBezTo>
                  <a:pt x="95973" y="96906"/>
                  <a:pt x="96440" y="96751"/>
                  <a:pt x="96884" y="96485"/>
                </a:cubicBezTo>
                <a:lnTo>
                  <a:pt x="96884" y="99421"/>
                </a:lnTo>
                <a:cubicBezTo>
                  <a:pt x="95905" y="99865"/>
                  <a:pt x="94682" y="100220"/>
                  <a:pt x="93214" y="100488"/>
                </a:cubicBezTo>
                <a:cubicBezTo>
                  <a:pt x="91747" y="100755"/>
                  <a:pt x="90123" y="100889"/>
                  <a:pt x="88344" y="100889"/>
                </a:cubicBezTo>
                <a:cubicBezTo>
                  <a:pt x="85497" y="100889"/>
                  <a:pt x="83317" y="100155"/>
                  <a:pt x="81805" y="98688"/>
                </a:cubicBezTo>
                <a:cubicBezTo>
                  <a:pt x="80293" y="97219"/>
                  <a:pt x="79403" y="95328"/>
                  <a:pt x="79136" y="93015"/>
                </a:cubicBezTo>
                <a:cubicBezTo>
                  <a:pt x="75933" y="96217"/>
                  <a:pt x="72775" y="98574"/>
                  <a:pt x="69661" y="100087"/>
                </a:cubicBezTo>
                <a:cubicBezTo>
                  <a:pt x="66547" y="101599"/>
                  <a:pt x="62721" y="102355"/>
                  <a:pt x="58184" y="102355"/>
                </a:cubicBezTo>
                <a:cubicBezTo>
                  <a:pt x="55959" y="102355"/>
                  <a:pt x="53779" y="102044"/>
                  <a:pt x="51644" y="101420"/>
                </a:cubicBezTo>
                <a:cubicBezTo>
                  <a:pt x="49510" y="100799"/>
                  <a:pt x="47620" y="99777"/>
                  <a:pt x="45973" y="98354"/>
                </a:cubicBezTo>
                <a:cubicBezTo>
                  <a:pt x="44328" y="96930"/>
                  <a:pt x="42993" y="95217"/>
                  <a:pt x="41970" y="93216"/>
                </a:cubicBezTo>
                <a:cubicBezTo>
                  <a:pt x="40947" y="91214"/>
                  <a:pt x="40436" y="88923"/>
                  <a:pt x="40436" y="86342"/>
                </a:cubicBezTo>
                <a:cubicBezTo>
                  <a:pt x="40436" y="81004"/>
                  <a:pt x="42104" y="76868"/>
                  <a:pt x="45439" y="73933"/>
                </a:cubicBezTo>
                <a:cubicBezTo>
                  <a:pt x="48776" y="70997"/>
                  <a:pt x="53380" y="69039"/>
                  <a:pt x="59251" y="68060"/>
                </a:cubicBezTo>
                <a:cubicBezTo>
                  <a:pt x="64056" y="67259"/>
                  <a:pt x="67815" y="66570"/>
                  <a:pt x="70528" y="65991"/>
                </a:cubicBezTo>
                <a:cubicBezTo>
                  <a:pt x="73242" y="65413"/>
                  <a:pt x="75244" y="64812"/>
                  <a:pt x="76533" y="64189"/>
                </a:cubicBezTo>
                <a:cubicBezTo>
                  <a:pt x="77823" y="63566"/>
                  <a:pt x="78601" y="62832"/>
                  <a:pt x="78867" y="61988"/>
                </a:cubicBezTo>
                <a:cubicBezTo>
                  <a:pt x="79134" y="61142"/>
                  <a:pt x="79268" y="60052"/>
                  <a:pt x="79268" y="58718"/>
                </a:cubicBezTo>
                <a:cubicBezTo>
                  <a:pt x="79268" y="56494"/>
                  <a:pt x="79001" y="54360"/>
                  <a:pt x="78468" y="52314"/>
                </a:cubicBezTo>
                <a:cubicBezTo>
                  <a:pt x="77934" y="50267"/>
                  <a:pt x="77089" y="48487"/>
                  <a:pt x="75933" y="46975"/>
                </a:cubicBezTo>
                <a:cubicBezTo>
                  <a:pt x="74776" y="45462"/>
                  <a:pt x="73264" y="44239"/>
                  <a:pt x="71396" y="43305"/>
                </a:cubicBezTo>
                <a:cubicBezTo>
                  <a:pt x="69528" y="42371"/>
                  <a:pt x="67259" y="41904"/>
                  <a:pt x="64590" y="41904"/>
                </a:cubicBezTo>
                <a:cubicBezTo>
                  <a:pt x="61031" y="41904"/>
                  <a:pt x="57717" y="42705"/>
                  <a:pt x="54647" y="44307"/>
                </a:cubicBezTo>
                <a:cubicBezTo>
                  <a:pt x="51578" y="45908"/>
                  <a:pt x="49287" y="48131"/>
                  <a:pt x="47775" y="50978"/>
                </a:cubicBezTo>
                <a:lnTo>
                  <a:pt x="46307" y="50978"/>
                </a:lnTo>
                <a:lnTo>
                  <a:pt x="46307" y="44038"/>
                </a:lnTo>
                <a:close/>
                <a:moveTo>
                  <a:pt x="111964" y="62589"/>
                </a:moveTo>
                <a:cubicBezTo>
                  <a:pt x="111964" y="58586"/>
                  <a:pt x="111897" y="54382"/>
                  <a:pt x="111763" y="49978"/>
                </a:cubicBezTo>
                <a:cubicBezTo>
                  <a:pt x="111630" y="45574"/>
                  <a:pt x="111341" y="41459"/>
                  <a:pt x="110897" y="37632"/>
                </a:cubicBezTo>
                <a:cubicBezTo>
                  <a:pt x="113388" y="38078"/>
                  <a:pt x="115390" y="38300"/>
                  <a:pt x="116902" y="38300"/>
                </a:cubicBezTo>
                <a:cubicBezTo>
                  <a:pt x="117614" y="38300"/>
                  <a:pt x="118391" y="38234"/>
                  <a:pt x="119236" y="38101"/>
                </a:cubicBezTo>
                <a:cubicBezTo>
                  <a:pt x="120082" y="37968"/>
                  <a:pt x="121083" y="37811"/>
                  <a:pt x="122239" y="37632"/>
                </a:cubicBezTo>
                <a:cubicBezTo>
                  <a:pt x="121972" y="41192"/>
                  <a:pt x="121838" y="44750"/>
                  <a:pt x="121838" y="48308"/>
                </a:cubicBezTo>
                <a:lnTo>
                  <a:pt x="122107" y="48308"/>
                </a:lnTo>
                <a:cubicBezTo>
                  <a:pt x="126822" y="40302"/>
                  <a:pt x="133449" y="36299"/>
                  <a:pt x="141989" y="36299"/>
                </a:cubicBezTo>
                <a:cubicBezTo>
                  <a:pt x="144214" y="36299"/>
                  <a:pt x="146394" y="36632"/>
                  <a:pt x="148530" y="37300"/>
                </a:cubicBezTo>
                <a:cubicBezTo>
                  <a:pt x="150665" y="37967"/>
                  <a:pt x="152599" y="38878"/>
                  <a:pt x="154333" y="40035"/>
                </a:cubicBezTo>
                <a:cubicBezTo>
                  <a:pt x="156068" y="41192"/>
                  <a:pt x="157558" y="42593"/>
                  <a:pt x="158803" y="44240"/>
                </a:cubicBezTo>
                <a:cubicBezTo>
                  <a:pt x="160049" y="45885"/>
                  <a:pt x="160894" y="47642"/>
                  <a:pt x="161340" y="49510"/>
                </a:cubicBezTo>
                <a:lnTo>
                  <a:pt x="161607" y="49510"/>
                </a:lnTo>
                <a:cubicBezTo>
                  <a:pt x="163742" y="45239"/>
                  <a:pt x="166656" y="41970"/>
                  <a:pt x="170348" y="39701"/>
                </a:cubicBezTo>
                <a:cubicBezTo>
                  <a:pt x="174041" y="37433"/>
                  <a:pt x="178288" y="36299"/>
                  <a:pt x="183091" y="36299"/>
                </a:cubicBezTo>
                <a:cubicBezTo>
                  <a:pt x="186027" y="36299"/>
                  <a:pt x="188741" y="36699"/>
                  <a:pt x="191232" y="37500"/>
                </a:cubicBezTo>
                <a:cubicBezTo>
                  <a:pt x="193723" y="38301"/>
                  <a:pt x="195880" y="39546"/>
                  <a:pt x="197703" y="41236"/>
                </a:cubicBezTo>
                <a:cubicBezTo>
                  <a:pt x="199528" y="42927"/>
                  <a:pt x="200952" y="45106"/>
                  <a:pt x="201976" y="47775"/>
                </a:cubicBezTo>
                <a:cubicBezTo>
                  <a:pt x="202999" y="50444"/>
                  <a:pt x="203511" y="53647"/>
                  <a:pt x="203511" y="57384"/>
                </a:cubicBezTo>
                <a:cubicBezTo>
                  <a:pt x="203511" y="58896"/>
                  <a:pt x="203466" y="60542"/>
                  <a:pt x="203377" y="62322"/>
                </a:cubicBezTo>
                <a:cubicBezTo>
                  <a:pt x="203287" y="64100"/>
                  <a:pt x="203197" y="66169"/>
                  <a:pt x="203108" y="68527"/>
                </a:cubicBezTo>
                <a:cubicBezTo>
                  <a:pt x="203019" y="70885"/>
                  <a:pt x="202931" y="73554"/>
                  <a:pt x="202841" y="76535"/>
                </a:cubicBezTo>
                <a:cubicBezTo>
                  <a:pt x="202753" y="79515"/>
                  <a:pt x="202709" y="82962"/>
                  <a:pt x="202709" y="86875"/>
                </a:cubicBezTo>
                <a:cubicBezTo>
                  <a:pt x="202709" y="89278"/>
                  <a:pt x="202731" y="91592"/>
                  <a:pt x="202776" y="93817"/>
                </a:cubicBezTo>
                <a:cubicBezTo>
                  <a:pt x="202821" y="96041"/>
                  <a:pt x="202932" y="98442"/>
                  <a:pt x="203110" y="101021"/>
                </a:cubicBezTo>
                <a:cubicBezTo>
                  <a:pt x="202131" y="100844"/>
                  <a:pt x="201152" y="100755"/>
                  <a:pt x="200173" y="100755"/>
                </a:cubicBezTo>
                <a:cubicBezTo>
                  <a:pt x="199195" y="100755"/>
                  <a:pt x="198261" y="100755"/>
                  <a:pt x="197372" y="100755"/>
                </a:cubicBezTo>
                <a:cubicBezTo>
                  <a:pt x="196393" y="100755"/>
                  <a:pt x="195414" y="100755"/>
                  <a:pt x="194435" y="100755"/>
                </a:cubicBezTo>
                <a:cubicBezTo>
                  <a:pt x="193456" y="100755"/>
                  <a:pt x="192478" y="100844"/>
                  <a:pt x="191499" y="101021"/>
                </a:cubicBezTo>
                <a:cubicBezTo>
                  <a:pt x="191766" y="98798"/>
                  <a:pt x="192056" y="94305"/>
                  <a:pt x="192366" y="87543"/>
                </a:cubicBezTo>
                <a:cubicBezTo>
                  <a:pt x="192679" y="80782"/>
                  <a:pt x="192835" y="71351"/>
                  <a:pt x="192835" y="59251"/>
                </a:cubicBezTo>
                <a:cubicBezTo>
                  <a:pt x="192835" y="57028"/>
                  <a:pt x="192590" y="54937"/>
                  <a:pt x="192100" y="52980"/>
                </a:cubicBezTo>
                <a:cubicBezTo>
                  <a:pt x="191611" y="51022"/>
                  <a:pt x="190832" y="49332"/>
                  <a:pt x="189764" y="47909"/>
                </a:cubicBezTo>
                <a:cubicBezTo>
                  <a:pt x="188697" y="46485"/>
                  <a:pt x="187274" y="45351"/>
                  <a:pt x="185494" y="44507"/>
                </a:cubicBezTo>
                <a:cubicBezTo>
                  <a:pt x="183714" y="43661"/>
                  <a:pt x="181490" y="43238"/>
                  <a:pt x="178821" y="43238"/>
                </a:cubicBezTo>
                <a:cubicBezTo>
                  <a:pt x="175619" y="43238"/>
                  <a:pt x="172905" y="43861"/>
                  <a:pt x="170680" y="45107"/>
                </a:cubicBezTo>
                <a:cubicBezTo>
                  <a:pt x="168457" y="46352"/>
                  <a:pt x="166722" y="47820"/>
                  <a:pt x="165477" y="49510"/>
                </a:cubicBezTo>
                <a:cubicBezTo>
                  <a:pt x="164765" y="50489"/>
                  <a:pt x="164208" y="51467"/>
                  <a:pt x="163808" y="52446"/>
                </a:cubicBezTo>
                <a:cubicBezTo>
                  <a:pt x="163409" y="53425"/>
                  <a:pt x="163098" y="54915"/>
                  <a:pt x="162875" y="56918"/>
                </a:cubicBezTo>
                <a:cubicBezTo>
                  <a:pt x="162652" y="58919"/>
                  <a:pt x="162496" y="61721"/>
                  <a:pt x="162407" y="65324"/>
                </a:cubicBezTo>
                <a:cubicBezTo>
                  <a:pt x="162319" y="68926"/>
                  <a:pt x="162274" y="73886"/>
                  <a:pt x="162274" y="80203"/>
                </a:cubicBezTo>
                <a:cubicBezTo>
                  <a:pt x="162274" y="84029"/>
                  <a:pt x="162341" y="87522"/>
                  <a:pt x="162474" y="90681"/>
                </a:cubicBezTo>
                <a:cubicBezTo>
                  <a:pt x="162607" y="93839"/>
                  <a:pt x="162763" y="97285"/>
                  <a:pt x="162942" y="101021"/>
                </a:cubicBezTo>
                <a:cubicBezTo>
                  <a:pt x="160895" y="100844"/>
                  <a:pt x="158938" y="100755"/>
                  <a:pt x="157070" y="100755"/>
                </a:cubicBezTo>
                <a:cubicBezTo>
                  <a:pt x="155202" y="100755"/>
                  <a:pt x="153244" y="100844"/>
                  <a:pt x="151197" y="101021"/>
                </a:cubicBezTo>
                <a:cubicBezTo>
                  <a:pt x="151642" y="96129"/>
                  <a:pt x="151954" y="91147"/>
                  <a:pt x="152132" y="86075"/>
                </a:cubicBezTo>
                <a:cubicBezTo>
                  <a:pt x="152310" y="81003"/>
                  <a:pt x="152398" y="76021"/>
                  <a:pt x="152398" y="71129"/>
                </a:cubicBezTo>
                <a:cubicBezTo>
                  <a:pt x="152398" y="66948"/>
                  <a:pt x="152376" y="63678"/>
                  <a:pt x="152331" y="61320"/>
                </a:cubicBezTo>
                <a:cubicBezTo>
                  <a:pt x="152288" y="58962"/>
                  <a:pt x="152177" y="57094"/>
                  <a:pt x="151999" y="55716"/>
                </a:cubicBezTo>
                <a:cubicBezTo>
                  <a:pt x="151822" y="54337"/>
                  <a:pt x="151577" y="53203"/>
                  <a:pt x="151264" y="52314"/>
                </a:cubicBezTo>
                <a:cubicBezTo>
                  <a:pt x="150953" y="51423"/>
                  <a:pt x="150531" y="50445"/>
                  <a:pt x="149998" y="49377"/>
                </a:cubicBezTo>
                <a:cubicBezTo>
                  <a:pt x="149019" y="47686"/>
                  <a:pt x="147484" y="46240"/>
                  <a:pt x="145392" y="45040"/>
                </a:cubicBezTo>
                <a:cubicBezTo>
                  <a:pt x="143301" y="43839"/>
                  <a:pt x="141144" y="43238"/>
                  <a:pt x="138920" y="43238"/>
                </a:cubicBezTo>
                <a:cubicBezTo>
                  <a:pt x="133049" y="43238"/>
                  <a:pt x="128734" y="45151"/>
                  <a:pt x="125976" y="48976"/>
                </a:cubicBezTo>
                <a:cubicBezTo>
                  <a:pt x="123217" y="52802"/>
                  <a:pt x="121838" y="58184"/>
                  <a:pt x="121838" y="65124"/>
                </a:cubicBezTo>
                <a:lnTo>
                  <a:pt x="121838" y="76466"/>
                </a:lnTo>
                <a:cubicBezTo>
                  <a:pt x="121838" y="80471"/>
                  <a:pt x="121905" y="84675"/>
                  <a:pt x="122038" y="89079"/>
                </a:cubicBezTo>
                <a:cubicBezTo>
                  <a:pt x="122172" y="93482"/>
                  <a:pt x="122462" y="97463"/>
                  <a:pt x="122907" y="101021"/>
                </a:cubicBezTo>
                <a:cubicBezTo>
                  <a:pt x="120860" y="100844"/>
                  <a:pt x="118858" y="100755"/>
                  <a:pt x="116902" y="100755"/>
                </a:cubicBezTo>
                <a:cubicBezTo>
                  <a:pt x="114945" y="100755"/>
                  <a:pt x="112943" y="100844"/>
                  <a:pt x="110897" y="101021"/>
                </a:cubicBezTo>
                <a:cubicBezTo>
                  <a:pt x="111341" y="97463"/>
                  <a:pt x="111630" y="93482"/>
                  <a:pt x="111763" y="89079"/>
                </a:cubicBezTo>
                <a:cubicBezTo>
                  <a:pt x="111897" y="84675"/>
                  <a:pt x="111964" y="80471"/>
                  <a:pt x="111964" y="76466"/>
                </a:cubicBezTo>
                <a:lnTo>
                  <a:pt x="111964" y="62589"/>
                </a:lnTo>
                <a:close/>
                <a:moveTo>
                  <a:pt x="224461" y="14413"/>
                </a:moveTo>
                <a:cubicBezTo>
                  <a:pt x="224461" y="12545"/>
                  <a:pt x="225128" y="10944"/>
                  <a:pt x="226463" y="9609"/>
                </a:cubicBezTo>
                <a:cubicBezTo>
                  <a:pt x="227797" y="8275"/>
                  <a:pt x="229399" y="7608"/>
                  <a:pt x="231268" y="7608"/>
                </a:cubicBezTo>
                <a:cubicBezTo>
                  <a:pt x="233136" y="7608"/>
                  <a:pt x="234737" y="8275"/>
                  <a:pt x="236072" y="9609"/>
                </a:cubicBezTo>
                <a:cubicBezTo>
                  <a:pt x="237406" y="10944"/>
                  <a:pt x="238073" y="12545"/>
                  <a:pt x="238073" y="14413"/>
                </a:cubicBezTo>
                <a:cubicBezTo>
                  <a:pt x="238073" y="16281"/>
                  <a:pt x="237406" y="17883"/>
                  <a:pt x="236072" y="19218"/>
                </a:cubicBezTo>
                <a:cubicBezTo>
                  <a:pt x="234737" y="20553"/>
                  <a:pt x="233136" y="21220"/>
                  <a:pt x="231268" y="21220"/>
                </a:cubicBezTo>
                <a:cubicBezTo>
                  <a:pt x="229399" y="21220"/>
                  <a:pt x="227797" y="20553"/>
                  <a:pt x="226463" y="19218"/>
                </a:cubicBezTo>
                <a:cubicBezTo>
                  <a:pt x="225128" y="17883"/>
                  <a:pt x="224461" y="16281"/>
                  <a:pt x="224461" y="14413"/>
                </a:cubicBezTo>
                <a:moveTo>
                  <a:pt x="226330" y="62589"/>
                </a:moveTo>
                <a:cubicBezTo>
                  <a:pt x="226330" y="58586"/>
                  <a:pt x="226263" y="54382"/>
                  <a:pt x="226129" y="49978"/>
                </a:cubicBezTo>
                <a:cubicBezTo>
                  <a:pt x="225996" y="45574"/>
                  <a:pt x="225707" y="41459"/>
                  <a:pt x="225261" y="37632"/>
                </a:cubicBezTo>
                <a:cubicBezTo>
                  <a:pt x="227752" y="38078"/>
                  <a:pt x="229755" y="38300"/>
                  <a:pt x="231268" y="38300"/>
                </a:cubicBezTo>
                <a:cubicBezTo>
                  <a:pt x="232781" y="38300"/>
                  <a:pt x="234782" y="38078"/>
                  <a:pt x="237273" y="37632"/>
                </a:cubicBezTo>
                <a:cubicBezTo>
                  <a:pt x="236828" y="41459"/>
                  <a:pt x="236538" y="45574"/>
                  <a:pt x="236404" y="49978"/>
                </a:cubicBezTo>
                <a:cubicBezTo>
                  <a:pt x="236271" y="54382"/>
                  <a:pt x="236204" y="58586"/>
                  <a:pt x="236204" y="62589"/>
                </a:cubicBezTo>
                <a:lnTo>
                  <a:pt x="236204" y="76466"/>
                </a:lnTo>
                <a:cubicBezTo>
                  <a:pt x="236204" y="80471"/>
                  <a:pt x="236271" y="84675"/>
                  <a:pt x="236404" y="89079"/>
                </a:cubicBezTo>
                <a:cubicBezTo>
                  <a:pt x="236538" y="93482"/>
                  <a:pt x="236828" y="97463"/>
                  <a:pt x="237273" y="101021"/>
                </a:cubicBezTo>
                <a:cubicBezTo>
                  <a:pt x="235226" y="100844"/>
                  <a:pt x="233224" y="100755"/>
                  <a:pt x="231268" y="100755"/>
                </a:cubicBezTo>
                <a:cubicBezTo>
                  <a:pt x="229311" y="100755"/>
                  <a:pt x="227308" y="100844"/>
                  <a:pt x="225261" y="101021"/>
                </a:cubicBezTo>
                <a:cubicBezTo>
                  <a:pt x="225707" y="97463"/>
                  <a:pt x="225996" y="93482"/>
                  <a:pt x="226129" y="89079"/>
                </a:cubicBezTo>
                <a:cubicBezTo>
                  <a:pt x="226263" y="84675"/>
                  <a:pt x="226330" y="80471"/>
                  <a:pt x="226330" y="76466"/>
                </a:cubicBezTo>
                <a:lnTo>
                  <a:pt x="226330" y="62589"/>
                </a:lnTo>
                <a:close/>
                <a:moveTo>
                  <a:pt x="263429" y="38834"/>
                </a:moveTo>
                <a:cubicBezTo>
                  <a:pt x="263429" y="35809"/>
                  <a:pt x="263407" y="32518"/>
                  <a:pt x="263362" y="28960"/>
                </a:cubicBezTo>
                <a:cubicBezTo>
                  <a:pt x="263317" y="25400"/>
                  <a:pt x="263250" y="21886"/>
                  <a:pt x="263160" y="18416"/>
                </a:cubicBezTo>
                <a:cubicBezTo>
                  <a:pt x="263072" y="14946"/>
                  <a:pt x="262961" y="11633"/>
                  <a:pt x="262826" y="8475"/>
                </a:cubicBezTo>
                <a:cubicBezTo>
                  <a:pt x="262693" y="5316"/>
                  <a:pt x="262538" y="2625"/>
                  <a:pt x="262360" y="401"/>
                </a:cubicBezTo>
                <a:cubicBezTo>
                  <a:pt x="264851" y="846"/>
                  <a:pt x="266853" y="1069"/>
                  <a:pt x="268367" y="1069"/>
                </a:cubicBezTo>
                <a:cubicBezTo>
                  <a:pt x="269879" y="1069"/>
                  <a:pt x="271881" y="846"/>
                  <a:pt x="274372" y="401"/>
                </a:cubicBezTo>
                <a:cubicBezTo>
                  <a:pt x="274194" y="2625"/>
                  <a:pt x="274038" y="5316"/>
                  <a:pt x="273904" y="8475"/>
                </a:cubicBezTo>
                <a:cubicBezTo>
                  <a:pt x="273771" y="11633"/>
                  <a:pt x="273659" y="14946"/>
                  <a:pt x="273570" y="18416"/>
                </a:cubicBezTo>
                <a:cubicBezTo>
                  <a:pt x="273482" y="21886"/>
                  <a:pt x="273415" y="25400"/>
                  <a:pt x="273370" y="28960"/>
                </a:cubicBezTo>
                <a:cubicBezTo>
                  <a:pt x="273325" y="32518"/>
                  <a:pt x="273303" y="35809"/>
                  <a:pt x="273303" y="38834"/>
                </a:cubicBezTo>
                <a:lnTo>
                  <a:pt x="273303" y="62988"/>
                </a:lnTo>
                <a:cubicBezTo>
                  <a:pt x="273303" y="66014"/>
                  <a:pt x="273325" y="69306"/>
                  <a:pt x="273370" y="72864"/>
                </a:cubicBezTo>
                <a:cubicBezTo>
                  <a:pt x="273415" y="76422"/>
                  <a:pt x="273482" y="79936"/>
                  <a:pt x="273570" y="83406"/>
                </a:cubicBezTo>
                <a:cubicBezTo>
                  <a:pt x="273659" y="86875"/>
                  <a:pt x="273771" y="90167"/>
                  <a:pt x="273904" y="93282"/>
                </a:cubicBezTo>
                <a:cubicBezTo>
                  <a:pt x="274038" y="96396"/>
                  <a:pt x="274194" y="98976"/>
                  <a:pt x="274372" y="101021"/>
                </a:cubicBezTo>
                <a:cubicBezTo>
                  <a:pt x="272325" y="100844"/>
                  <a:pt x="270323" y="100755"/>
                  <a:pt x="268367" y="100755"/>
                </a:cubicBezTo>
                <a:cubicBezTo>
                  <a:pt x="266410" y="100755"/>
                  <a:pt x="264407" y="100844"/>
                  <a:pt x="262360" y="101021"/>
                </a:cubicBezTo>
                <a:cubicBezTo>
                  <a:pt x="262538" y="98976"/>
                  <a:pt x="262693" y="96396"/>
                  <a:pt x="262826" y="93282"/>
                </a:cubicBezTo>
                <a:cubicBezTo>
                  <a:pt x="262961" y="90167"/>
                  <a:pt x="263072" y="86875"/>
                  <a:pt x="263160" y="83406"/>
                </a:cubicBezTo>
                <a:cubicBezTo>
                  <a:pt x="263250" y="79936"/>
                  <a:pt x="263317" y="76422"/>
                  <a:pt x="263362" y="72864"/>
                </a:cubicBezTo>
                <a:cubicBezTo>
                  <a:pt x="263407" y="69306"/>
                  <a:pt x="263429" y="66014"/>
                  <a:pt x="263429" y="62988"/>
                </a:cubicBezTo>
                <a:lnTo>
                  <a:pt x="263429" y="38834"/>
                </a:lnTo>
                <a:close/>
                <a:moveTo>
                  <a:pt x="316541" y="101156"/>
                </a:moveTo>
                <a:cubicBezTo>
                  <a:pt x="315562" y="98753"/>
                  <a:pt x="314294" y="95639"/>
                  <a:pt x="312737" y="91813"/>
                </a:cubicBezTo>
                <a:cubicBezTo>
                  <a:pt x="311180" y="87988"/>
                  <a:pt x="309512" y="83962"/>
                  <a:pt x="307732" y="79736"/>
                </a:cubicBezTo>
                <a:cubicBezTo>
                  <a:pt x="305954" y="75510"/>
                  <a:pt x="304130" y="71195"/>
                  <a:pt x="302261" y="66792"/>
                </a:cubicBezTo>
                <a:cubicBezTo>
                  <a:pt x="300393" y="62388"/>
                  <a:pt x="298636" y="58251"/>
                  <a:pt x="296991" y="54381"/>
                </a:cubicBezTo>
                <a:cubicBezTo>
                  <a:pt x="295346" y="50510"/>
                  <a:pt x="293900" y="47108"/>
                  <a:pt x="292654" y="44173"/>
                </a:cubicBezTo>
                <a:cubicBezTo>
                  <a:pt x="291409" y="41236"/>
                  <a:pt x="290475" y="39056"/>
                  <a:pt x="289852" y="37632"/>
                </a:cubicBezTo>
                <a:cubicBezTo>
                  <a:pt x="291008" y="37811"/>
                  <a:pt x="292076" y="37968"/>
                  <a:pt x="293055" y="38101"/>
                </a:cubicBezTo>
                <a:cubicBezTo>
                  <a:pt x="294034" y="38234"/>
                  <a:pt x="295012" y="38300"/>
                  <a:pt x="295989" y="38300"/>
                </a:cubicBezTo>
                <a:cubicBezTo>
                  <a:pt x="296968" y="38300"/>
                  <a:pt x="297947" y="38234"/>
                  <a:pt x="298925" y="38101"/>
                </a:cubicBezTo>
                <a:cubicBezTo>
                  <a:pt x="299904" y="37968"/>
                  <a:pt x="300972" y="37811"/>
                  <a:pt x="302128" y="37632"/>
                </a:cubicBezTo>
                <a:cubicBezTo>
                  <a:pt x="304887" y="46174"/>
                  <a:pt x="307956" y="54626"/>
                  <a:pt x="311336" y="62990"/>
                </a:cubicBezTo>
                <a:cubicBezTo>
                  <a:pt x="314717" y="71352"/>
                  <a:pt x="318275" y="79981"/>
                  <a:pt x="322013" y="88877"/>
                </a:cubicBezTo>
                <a:cubicBezTo>
                  <a:pt x="325748" y="81048"/>
                  <a:pt x="329329" y="72686"/>
                  <a:pt x="332754" y="63790"/>
                </a:cubicBezTo>
                <a:cubicBezTo>
                  <a:pt x="336180" y="54893"/>
                  <a:pt x="339228" y="46174"/>
                  <a:pt x="341897" y="37632"/>
                </a:cubicBezTo>
                <a:cubicBezTo>
                  <a:pt x="343676" y="38078"/>
                  <a:pt x="345145" y="38300"/>
                  <a:pt x="346301" y="38300"/>
                </a:cubicBezTo>
                <a:cubicBezTo>
                  <a:pt x="347456" y="38300"/>
                  <a:pt x="348924" y="38078"/>
                  <a:pt x="350704" y="37632"/>
                </a:cubicBezTo>
                <a:cubicBezTo>
                  <a:pt x="350081" y="38878"/>
                  <a:pt x="349079" y="40992"/>
                  <a:pt x="347700" y="43973"/>
                </a:cubicBezTo>
                <a:cubicBezTo>
                  <a:pt x="346322" y="46953"/>
                  <a:pt x="344677" y="50512"/>
                  <a:pt x="342764" y="54649"/>
                </a:cubicBezTo>
                <a:cubicBezTo>
                  <a:pt x="340852" y="58786"/>
                  <a:pt x="338760" y="63367"/>
                  <a:pt x="336490" y="68394"/>
                </a:cubicBezTo>
                <a:cubicBezTo>
                  <a:pt x="334222" y="73420"/>
                  <a:pt x="331909" y="78580"/>
                  <a:pt x="329551" y="83874"/>
                </a:cubicBezTo>
                <a:cubicBezTo>
                  <a:pt x="327194" y="89167"/>
                  <a:pt x="324859" y="94416"/>
                  <a:pt x="322546" y="99620"/>
                </a:cubicBezTo>
                <a:cubicBezTo>
                  <a:pt x="320233" y="104825"/>
                  <a:pt x="318098" y="109762"/>
                  <a:pt x="316140" y="114432"/>
                </a:cubicBezTo>
                <a:cubicBezTo>
                  <a:pt x="314184" y="119103"/>
                  <a:pt x="312471" y="123329"/>
                  <a:pt x="311003" y="127110"/>
                </a:cubicBezTo>
                <a:cubicBezTo>
                  <a:pt x="309535" y="130892"/>
                  <a:pt x="308446" y="133895"/>
                  <a:pt x="307734" y="136119"/>
                </a:cubicBezTo>
                <a:cubicBezTo>
                  <a:pt x="305955" y="135673"/>
                  <a:pt x="304442" y="135451"/>
                  <a:pt x="303195" y="135451"/>
                </a:cubicBezTo>
                <a:cubicBezTo>
                  <a:pt x="301951" y="135451"/>
                  <a:pt x="300438" y="135673"/>
                  <a:pt x="298659" y="136119"/>
                </a:cubicBezTo>
                <a:cubicBezTo>
                  <a:pt x="305688" y="124464"/>
                  <a:pt x="311649" y="112810"/>
                  <a:pt x="316541" y="101156"/>
                </a:cubicBezTo>
                <a:close/>
                <a:moveTo>
                  <a:pt x="435176" y="67794"/>
                </a:moveTo>
                <a:cubicBezTo>
                  <a:pt x="433664" y="68327"/>
                  <a:pt x="431907" y="68772"/>
                  <a:pt x="429904" y="69127"/>
                </a:cubicBezTo>
                <a:cubicBezTo>
                  <a:pt x="427903" y="69483"/>
                  <a:pt x="425880" y="69861"/>
                  <a:pt x="423834" y="70261"/>
                </a:cubicBezTo>
                <a:cubicBezTo>
                  <a:pt x="421789" y="70662"/>
                  <a:pt x="419764" y="71174"/>
                  <a:pt x="417762" y="71797"/>
                </a:cubicBezTo>
                <a:cubicBezTo>
                  <a:pt x="415760" y="72419"/>
                  <a:pt x="413980" y="73264"/>
                  <a:pt x="412423" y="74332"/>
                </a:cubicBezTo>
                <a:cubicBezTo>
                  <a:pt x="410867" y="75399"/>
                  <a:pt x="409622" y="76733"/>
                  <a:pt x="408686" y="78335"/>
                </a:cubicBezTo>
                <a:cubicBezTo>
                  <a:pt x="407753" y="79937"/>
                  <a:pt x="407286" y="81984"/>
                  <a:pt x="407286" y="84475"/>
                </a:cubicBezTo>
                <a:cubicBezTo>
                  <a:pt x="407286" y="88656"/>
                  <a:pt x="408486" y="91814"/>
                  <a:pt x="410888" y="93949"/>
                </a:cubicBezTo>
                <a:cubicBezTo>
                  <a:pt x="413290" y="96085"/>
                  <a:pt x="415960" y="97152"/>
                  <a:pt x="418896" y="97152"/>
                </a:cubicBezTo>
                <a:cubicBezTo>
                  <a:pt x="422277" y="97152"/>
                  <a:pt x="425368" y="96218"/>
                  <a:pt x="428170" y="94351"/>
                </a:cubicBezTo>
                <a:cubicBezTo>
                  <a:pt x="430973" y="92481"/>
                  <a:pt x="433131" y="90301"/>
                  <a:pt x="434643" y="87810"/>
                </a:cubicBezTo>
                <a:lnTo>
                  <a:pt x="435176" y="67794"/>
                </a:lnTo>
                <a:moveTo>
                  <a:pt x="402215" y="44038"/>
                </a:moveTo>
                <a:cubicBezTo>
                  <a:pt x="406219" y="41014"/>
                  <a:pt x="409910" y="38968"/>
                  <a:pt x="413290" y="37901"/>
                </a:cubicBezTo>
                <a:cubicBezTo>
                  <a:pt x="416672" y="36833"/>
                  <a:pt x="420142" y="36299"/>
                  <a:pt x="423700" y="36299"/>
                </a:cubicBezTo>
                <a:cubicBezTo>
                  <a:pt x="426904" y="36299"/>
                  <a:pt x="429840" y="36766"/>
                  <a:pt x="432509" y="37699"/>
                </a:cubicBezTo>
                <a:cubicBezTo>
                  <a:pt x="435178" y="38633"/>
                  <a:pt x="437446" y="39968"/>
                  <a:pt x="439314" y="41703"/>
                </a:cubicBezTo>
                <a:cubicBezTo>
                  <a:pt x="441182" y="43438"/>
                  <a:pt x="442649" y="45529"/>
                  <a:pt x="443716" y="47977"/>
                </a:cubicBezTo>
                <a:cubicBezTo>
                  <a:pt x="444785" y="50423"/>
                  <a:pt x="445319" y="53113"/>
                  <a:pt x="445319" y="56048"/>
                </a:cubicBezTo>
                <a:cubicBezTo>
                  <a:pt x="445319" y="61120"/>
                  <a:pt x="445230" y="66169"/>
                  <a:pt x="445052" y="71196"/>
                </a:cubicBezTo>
                <a:cubicBezTo>
                  <a:pt x="444874" y="76223"/>
                  <a:pt x="444785" y="81538"/>
                  <a:pt x="444785" y="87142"/>
                </a:cubicBezTo>
                <a:cubicBezTo>
                  <a:pt x="444785" y="88211"/>
                  <a:pt x="444808" y="89345"/>
                  <a:pt x="444853" y="90547"/>
                </a:cubicBezTo>
                <a:cubicBezTo>
                  <a:pt x="444897" y="91747"/>
                  <a:pt x="445098" y="92814"/>
                  <a:pt x="445453" y="93748"/>
                </a:cubicBezTo>
                <a:cubicBezTo>
                  <a:pt x="445809" y="94682"/>
                  <a:pt x="446320" y="95460"/>
                  <a:pt x="446987" y="96083"/>
                </a:cubicBezTo>
                <a:cubicBezTo>
                  <a:pt x="447655" y="96707"/>
                  <a:pt x="448656" y="97018"/>
                  <a:pt x="449990" y="97018"/>
                </a:cubicBezTo>
                <a:cubicBezTo>
                  <a:pt x="450435" y="97018"/>
                  <a:pt x="450902" y="96996"/>
                  <a:pt x="451391" y="96951"/>
                </a:cubicBezTo>
                <a:cubicBezTo>
                  <a:pt x="451881" y="96906"/>
                  <a:pt x="452348" y="96751"/>
                  <a:pt x="452792" y="96485"/>
                </a:cubicBezTo>
                <a:lnTo>
                  <a:pt x="452792" y="99421"/>
                </a:lnTo>
                <a:cubicBezTo>
                  <a:pt x="451813" y="99865"/>
                  <a:pt x="450590" y="100220"/>
                  <a:pt x="449123" y="100488"/>
                </a:cubicBezTo>
                <a:cubicBezTo>
                  <a:pt x="447655" y="100755"/>
                  <a:pt x="446032" y="100889"/>
                  <a:pt x="444252" y="100889"/>
                </a:cubicBezTo>
                <a:cubicBezTo>
                  <a:pt x="441405" y="100889"/>
                  <a:pt x="439226" y="100155"/>
                  <a:pt x="437713" y="98688"/>
                </a:cubicBezTo>
                <a:cubicBezTo>
                  <a:pt x="436201" y="97219"/>
                  <a:pt x="435311" y="95328"/>
                  <a:pt x="435044" y="93015"/>
                </a:cubicBezTo>
                <a:cubicBezTo>
                  <a:pt x="431842" y="96217"/>
                  <a:pt x="428683" y="98574"/>
                  <a:pt x="425569" y="100087"/>
                </a:cubicBezTo>
                <a:cubicBezTo>
                  <a:pt x="422455" y="101599"/>
                  <a:pt x="418630" y="102355"/>
                  <a:pt x="414093" y="102355"/>
                </a:cubicBezTo>
                <a:cubicBezTo>
                  <a:pt x="411868" y="102355"/>
                  <a:pt x="409688" y="102044"/>
                  <a:pt x="407552" y="101420"/>
                </a:cubicBezTo>
                <a:cubicBezTo>
                  <a:pt x="405418" y="100799"/>
                  <a:pt x="403528" y="99777"/>
                  <a:pt x="401881" y="98354"/>
                </a:cubicBezTo>
                <a:cubicBezTo>
                  <a:pt x="400236" y="96930"/>
                  <a:pt x="398902" y="95217"/>
                  <a:pt x="397878" y="93216"/>
                </a:cubicBezTo>
                <a:cubicBezTo>
                  <a:pt x="396856" y="91214"/>
                  <a:pt x="396345" y="88923"/>
                  <a:pt x="396345" y="86342"/>
                </a:cubicBezTo>
                <a:cubicBezTo>
                  <a:pt x="396345" y="81004"/>
                  <a:pt x="398012" y="76868"/>
                  <a:pt x="401348" y="73933"/>
                </a:cubicBezTo>
                <a:cubicBezTo>
                  <a:pt x="404685" y="70997"/>
                  <a:pt x="409289" y="69039"/>
                  <a:pt x="415160" y="68060"/>
                </a:cubicBezTo>
                <a:cubicBezTo>
                  <a:pt x="419964" y="67259"/>
                  <a:pt x="423723" y="66570"/>
                  <a:pt x="426437" y="65991"/>
                </a:cubicBezTo>
                <a:cubicBezTo>
                  <a:pt x="429150" y="65413"/>
                  <a:pt x="431152" y="64812"/>
                  <a:pt x="432442" y="64189"/>
                </a:cubicBezTo>
                <a:cubicBezTo>
                  <a:pt x="433731" y="63566"/>
                  <a:pt x="434509" y="62832"/>
                  <a:pt x="434775" y="61988"/>
                </a:cubicBezTo>
                <a:cubicBezTo>
                  <a:pt x="435043" y="61142"/>
                  <a:pt x="435176" y="60052"/>
                  <a:pt x="435176" y="58718"/>
                </a:cubicBezTo>
                <a:cubicBezTo>
                  <a:pt x="435176" y="56494"/>
                  <a:pt x="434910" y="54360"/>
                  <a:pt x="434376" y="52314"/>
                </a:cubicBezTo>
                <a:cubicBezTo>
                  <a:pt x="433843" y="50267"/>
                  <a:pt x="432998" y="48487"/>
                  <a:pt x="431841" y="46975"/>
                </a:cubicBezTo>
                <a:cubicBezTo>
                  <a:pt x="430684" y="45462"/>
                  <a:pt x="429172" y="44239"/>
                  <a:pt x="427304" y="43305"/>
                </a:cubicBezTo>
                <a:cubicBezTo>
                  <a:pt x="425436" y="42371"/>
                  <a:pt x="423168" y="41904"/>
                  <a:pt x="420499" y="41904"/>
                </a:cubicBezTo>
                <a:cubicBezTo>
                  <a:pt x="416939" y="41904"/>
                  <a:pt x="413625" y="42705"/>
                  <a:pt x="410556" y="44307"/>
                </a:cubicBezTo>
                <a:cubicBezTo>
                  <a:pt x="407486" y="45908"/>
                  <a:pt x="405196" y="48131"/>
                  <a:pt x="403683" y="50978"/>
                </a:cubicBezTo>
                <a:lnTo>
                  <a:pt x="402215" y="50978"/>
                </a:lnTo>
                <a:lnTo>
                  <a:pt x="402215" y="44038"/>
                </a:lnTo>
                <a:close/>
                <a:moveTo>
                  <a:pt x="514312" y="67258"/>
                </a:moveTo>
                <a:cubicBezTo>
                  <a:pt x="514312" y="63166"/>
                  <a:pt x="513800" y="59542"/>
                  <a:pt x="512776" y="56384"/>
                </a:cubicBezTo>
                <a:cubicBezTo>
                  <a:pt x="511754" y="53225"/>
                  <a:pt x="510420" y="50578"/>
                  <a:pt x="508773" y="48443"/>
                </a:cubicBezTo>
                <a:cubicBezTo>
                  <a:pt x="507128" y="46307"/>
                  <a:pt x="505215" y="44684"/>
                  <a:pt x="503035" y="43572"/>
                </a:cubicBezTo>
                <a:cubicBezTo>
                  <a:pt x="500856" y="42460"/>
                  <a:pt x="498610" y="41904"/>
                  <a:pt x="496297" y="41904"/>
                </a:cubicBezTo>
                <a:cubicBezTo>
                  <a:pt x="493538" y="41904"/>
                  <a:pt x="490891" y="42416"/>
                  <a:pt x="488355" y="43440"/>
                </a:cubicBezTo>
                <a:cubicBezTo>
                  <a:pt x="485821" y="44462"/>
                  <a:pt x="483619" y="46152"/>
                  <a:pt x="481750" y="48510"/>
                </a:cubicBezTo>
                <a:cubicBezTo>
                  <a:pt x="479882" y="50867"/>
                  <a:pt x="478392" y="53936"/>
                  <a:pt x="477280" y="57718"/>
                </a:cubicBezTo>
                <a:cubicBezTo>
                  <a:pt x="476168" y="61499"/>
                  <a:pt x="475613" y="66147"/>
                  <a:pt x="475613" y="71662"/>
                </a:cubicBezTo>
                <a:cubicBezTo>
                  <a:pt x="475613" y="89545"/>
                  <a:pt x="482107" y="98486"/>
                  <a:pt x="495096" y="98486"/>
                </a:cubicBezTo>
                <a:cubicBezTo>
                  <a:pt x="497854" y="98486"/>
                  <a:pt x="500390" y="97752"/>
                  <a:pt x="502703" y="96285"/>
                </a:cubicBezTo>
                <a:cubicBezTo>
                  <a:pt x="505016" y="94816"/>
                  <a:pt x="507040" y="92703"/>
                  <a:pt x="508775" y="89946"/>
                </a:cubicBezTo>
                <a:cubicBezTo>
                  <a:pt x="510510" y="87188"/>
                  <a:pt x="511866" y="83896"/>
                  <a:pt x="512844" y="80070"/>
                </a:cubicBezTo>
                <a:cubicBezTo>
                  <a:pt x="513822" y="76245"/>
                  <a:pt x="514312" y="71974"/>
                  <a:pt x="514312" y="67258"/>
                </a:cubicBezTo>
                <a:moveTo>
                  <a:pt x="526057" y="67659"/>
                </a:moveTo>
                <a:cubicBezTo>
                  <a:pt x="526057" y="72819"/>
                  <a:pt x="525278" y="77534"/>
                  <a:pt x="523721" y="81805"/>
                </a:cubicBezTo>
                <a:cubicBezTo>
                  <a:pt x="522164" y="86076"/>
                  <a:pt x="520029" y="89746"/>
                  <a:pt x="517315" y="92815"/>
                </a:cubicBezTo>
                <a:cubicBezTo>
                  <a:pt x="514602" y="95885"/>
                  <a:pt x="511399" y="98242"/>
                  <a:pt x="507706" y="99887"/>
                </a:cubicBezTo>
                <a:cubicBezTo>
                  <a:pt x="504015" y="101532"/>
                  <a:pt x="500034" y="102355"/>
                  <a:pt x="495763" y="102355"/>
                </a:cubicBezTo>
                <a:cubicBezTo>
                  <a:pt x="491493" y="102355"/>
                  <a:pt x="487645" y="101444"/>
                  <a:pt x="484220" y="99620"/>
                </a:cubicBezTo>
                <a:cubicBezTo>
                  <a:pt x="480795" y="97796"/>
                  <a:pt x="478192" y="95594"/>
                  <a:pt x="476413" y="93015"/>
                </a:cubicBezTo>
                <a:cubicBezTo>
                  <a:pt x="473210" y="95594"/>
                  <a:pt x="470230" y="98174"/>
                  <a:pt x="467472" y="100755"/>
                </a:cubicBezTo>
                <a:lnTo>
                  <a:pt x="465071" y="100755"/>
                </a:lnTo>
                <a:cubicBezTo>
                  <a:pt x="465249" y="98619"/>
                  <a:pt x="465404" y="96039"/>
                  <a:pt x="465537" y="93015"/>
                </a:cubicBezTo>
                <a:cubicBezTo>
                  <a:pt x="465670" y="89990"/>
                  <a:pt x="465781" y="86765"/>
                  <a:pt x="465869" y="83340"/>
                </a:cubicBezTo>
                <a:cubicBezTo>
                  <a:pt x="465959" y="79914"/>
                  <a:pt x="466026" y="76422"/>
                  <a:pt x="466071" y="72864"/>
                </a:cubicBezTo>
                <a:cubicBezTo>
                  <a:pt x="466115" y="69306"/>
                  <a:pt x="466138" y="66014"/>
                  <a:pt x="466138" y="62988"/>
                </a:cubicBezTo>
                <a:lnTo>
                  <a:pt x="466138" y="38834"/>
                </a:lnTo>
                <a:cubicBezTo>
                  <a:pt x="466138" y="35809"/>
                  <a:pt x="466115" y="32518"/>
                  <a:pt x="466071" y="28960"/>
                </a:cubicBezTo>
                <a:cubicBezTo>
                  <a:pt x="466026" y="25400"/>
                  <a:pt x="465959" y="21886"/>
                  <a:pt x="465869" y="18416"/>
                </a:cubicBezTo>
                <a:cubicBezTo>
                  <a:pt x="465781" y="14946"/>
                  <a:pt x="465670" y="11633"/>
                  <a:pt x="465537" y="8475"/>
                </a:cubicBezTo>
                <a:cubicBezTo>
                  <a:pt x="465404" y="5316"/>
                  <a:pt x="465249" y="2625"/>
                  <a:pt x="465071" y="401"/>
                </a:cubicBezTo>
                <a:cubicBezTo>
                  <a:pt x="467562" y="846"/>
                  <a:pt x="469563" y="1069"/>
                  <a:pt x="471076" y="1069"/>
                </a:cubicBezTo>
                <a:cubicBezTo>
                  <a:pt x="472054" y="1069"/>
                  <a:pt x="473077" y="1003"/>
                  <a:pt x="474144" y="869"/>
                </a:cubicBezTo>
                <a:cubicBezTo>
                  <a:pt x="475211" y="735"/>
                  <a:pt x="476368" y="579"/>
                  <a:pt x="477614" y="401"/>
                </a:cubicBezTo>
                <a:cubicBezTo>
                  <a:pt x="477347" y="2181"/>
                  <a:pt x="477124" y="5006"/>
                  <a:pt x="476946" y="8876"/>
                </a:cubicBezTo>
                <a:cubicBezTo>
                  <a:pt x="476768" y="12745"/>
                  <a:pt x="476635" y="17060"/>
                  <a:pt x="476545" y="21821"/>
                </a:cubicBezTo>
                <a:cubicBezTo>
                  <a:pt x="476457" y="26580"/>
                  <a:pt x="476368" y="31473"/>
                  <a:pt x="476278" y="36500"/>
                </a:cubicBezTo>
                <a:cubicBezTo>
                  <a:pt x="476190" y="41526"/>
                  <a:pt x="476102" y="46085"/>
                  <a:pt x="476014" y="50178"/>
                </a:cubicBezTo>
                <a:lnTo>
                  <a:pt x="476280" y="50178"/>
                </a:lnTo>
                <a:cubicBezTo>
                  <a:pt x="479305" y="45374"/>
                  <a:pt x="482641" y="41860"/>
                  <a:pt x="486289" y="39636"/>
                </a:cubicBezTo>
                <a:cubicBezTo>
                  <a:pt x="489936" y="37411"/>
                  <a:pt x="494162" y="36299"/>
                  <a:pt x="498966" y="36299"/>
                </a:cubicBezTo>
                <a:cubicBezTo>
                  <a:pt x="503593" y="36299"/>
                  <a:pt x="507596" y="37166"/>
                  <a:pt x="510976" y="38901"/>
                </a:cubicBezTo>
                <a:cubicBezTo>
                  <a:pt x="514357" y="40636"/>
                  <a:pt x="517159" y="42927"/>
                  <a:pt x="519382" y="45773"/>
                </a:cubicBezTo>
                <a:cubicBezTo>
                  <a:pt x="521607" y="48620"/>
                  <a:pt x="523275" y="51934"/>
                  <a:pt x="524387" y="55716"/>
                </a:cubicBezTo>
                <a:cubicBezTo>
                  <a:pt x="525500" y="59497"/>
                  <a:pt x="526057" y="63478"/>
                  <a:pt x="526057" y="67659"/>
                </a:cubicBezTo>
                <a:close/>
                <a:moveTo>
                  <a:pt x="548075" y="69528"/>
                </a:moveTo>
                <a:cubicBezTo>
                  <a:pt x="548075" y="73264"/>
                  <a:pt x="548409" y="76867"/>
                  <a:pt x="549075" y="80337"/>
                </a:cubicBezTo>
                <a:cubicBezTo>
                  <a:pt x="549743" y="83807"/>
                  <a:pt x="550877" y="86898"/>
                  <a:pt x="552478" y="89612"/>
                </a:cubicBezTo>
                <a:cubicBezTo>
                  <a:pt x="554080" y="92326"/>
                  <a:pt x="556215" y="94484"/>
                  <a:pt x="558884" y="96085"/>
                </a:cubicBezTo>
                <a:cubicBezTo>
                  <a:pt x="561553" y="97686"/>
                  <a:pt x="564845" y="98486"/>
                  <a:pt x="568760" y="98486"/>
                </a:cubicBezTo>
                <a:cubicBezTo>
                  <a:pt x="572675" y="98486"/>
                  <a:pt x="575967" y="97686"/>
                  <a:pt x="578636" y="96085"/>
                </a:cubicBezTo>
                <a:cubicBezTo>
                  <a:pt x="581304" y="94484"/>
                  <a:pt x="583439" y="92326"/>
                  <a:pt x="585040" y="89612"/>
                </a:cubicBezTo>
                <a:cubicBezTo>
                  <a:pt x="586642" y="86898"/>
                  <a:pt x="587776" y="83807"/>
                  <a:pt x="588442" y="80337"/>
                </a:cubicBezTo>
                <a:cubicBezTo>
                  <a:pt x="589110" y="76867"/>
                  <a:pt x="589444" y="73264"/>
                  <a:pt x="589444" y="69528"/>
                </a:cubicBezTo>
                <a:cubicBezTo>
                  <a:pt x="589444" y="65791"/>
                  <a:pt x="589110" y="62188"/>
                  <a:pt x="588442" y="58718"/>
                </a:cubicBezTo>
                <a:cubicBezTo>
                  <a:pt x="587776" y="55248"/>
                  <a:pt x="586642" y="52157"/>
                  <a:pt x="585040" y="49445"/>
                </a:cubicBezTo>
                <a:cubicBezTo>
                  <a:pt x="583439" y="46731"/>
                  <a:pt x="581304" y="44573"/>
                  <a:pt x="578636" y="42971"/>
                </a:cubicBezTo>
                <a:cubicBezTo>
                  <a:pt x="575967" y="41370"/>
                  <a:pt x="572675" y="40569"/>
                  <a:pt x="568760" y="40569"/>
                </a:cubicBezTo>
                <a:cubicBezTo>
                  <a:pt x="564845" y="40569"/>
                  <a:pt x="561553" y="41370"/>
                  <a:pt x="558884" y="42971"/>
                </a:cubicBezTo>
                <a:cubicBezTo>
                  <a:pt x="556215" y="44573"/>
                  <a:pt x="554080" y="46731"/>
                  <a:pt x="552478" y="49445"/>
                </a:cubicBezTo>
                <a:cubicBezTo>
                  <a:pt x="550877" y="52157"/>
                  <a:pt x="549743" y="55248"/>
                  <a:pt x="549075" y="58718"/>
                </a:cubicBezTo>
                <a:cubicBezTo>
                  <a:pt x="548409" y="62188"/>
                  <a:pt x="548075" y="65791"/>
                  <a:pt x="548075" y="69528"/>
                </a:cubicBezTo>
                <a:moveTo>
                  <a:pt x="536332" y="69528"/>
                </a:moveTo>
                <a:cubicBezTo>
                  <a:pt x="536332" y="63478"/>
                  <a:pt x="537288" y="58340"/>
                  <a:pt x="539201" y="54114"/>
                </a:cubicBezTo>
                <a:cubicBezTo>
                  <a:pt x="541114" y="49888"/>
                  <a:pt x="543627" y="46463"/>
                  <a:pt x="546739" y="43839"/>
                </a:cubicBezTo>
                <a:cubicBezTo>
                  <a:pt x="549854" y="41215"/>
                  <a:pt x="553346" y="39302"/>
                  <a:pt x="557216" y="38101"/>
                </a:cubicBezTo>
                <a:cubicBezTo>
                  <a:pt x="561086" y="36899"/>
                  <a:pt x="564934" y="36299"/>
                  <a:pt x="568760" y="36299"/>
                </a:cubicBezTo>
                <a:cubicBezTo>
                  <a:pt x="572675" y="36299"/>
                  <a:pt x="576545" y="36899"/>
                  <a:pt x="580370" y="38101"/>
                </a:cubicBezTo>
                <a:cubicBezTo>
                  <a:pt x="584196" y="39302"/>
                  <a:pt x="587665" y="41215"/>
                  <a:pt x="590778" y="43839"/>
                </a:cubicBezTo>
                <a:cubicBezTo>
                  <a:pt x="593892" y="46463"/>
                  <a:pt x="596405" y="49888"/>
                  <a:pt x="598318" y="54114"/>
                </a:cubicBezTo>
                <a:cubicBezTo>
                  <a:pt x="600231" y="58340"/>
                  <a:pt x="601187" y="63478"/>
                  <a:pt x="601187" y="69528"/>
                </a:cubicBezTo>
                <a:cubicBezTo>
                  <a:pt x="601187" y="75577"/>
                  <a:pt x="600231" y="80715"/>
                  <a:pt x="598318" y="84941"/>
                </a:cubicBezTo>
                <a:cubicBezTo>
                  <a:pt x="596405" y="89167"/>
                  <a:pt x="593892" y="92593"/>
                  <a:pt x="590778" y="95218"/>
                </a:cubicBezTo>
                <a:cubicBezTo>
                  <a:pt x="587665" y="97842"/>
                  <a:pt x="584196" y="99688"/>
                  <a:pt x="580370" y="100755"/>
                </a:cubicBezTo>
                <a:cubicBezTo>
                  <a:pt x="576545" y="101822"/>
                  <a:pt x="572675" y="102355"/>
                  <a:pt x="568760" y="102355"/>
                </a:cubicBezTo>
                <a:cubicBezTo>
                  <a:pt x="564934" y="102355"/>
                  <a:pt x="561086" y="101822"/>
                  <a:pt x="557216" y="100755"/>
                </a:cubicBezTo>
                <a:cubicBezTo>
                  <a:pt x="553346" y="99688"/>
                  <a:pt x="549854" y="97842"/>
                  <a:pt x="546739" y="95218"/>
                </a:cubicBezTo>
                <a:cubicBezTo>
                  <a:pt x="543627" y="92593"/>
                  <a:pt x="541114" y="89167"/>
                  <a:pt x="539201" y="84941"/>
                </a:cubicBezTo>
                <a:cubicBezTo>
                  <a:pt x="537288" y="80715"/>
                  <a:pt x="536332" y="75577"/>
                  <a:pt x="536332" y="69528"/>
                </a:cubicBezTo>
                <a:close/>
                <a:moveTo>
                  <a:pt x="616001" y="80870"/>
                </a:moveTo>
                <a:cubicBezTo>
                  <a:pt x="616001" y="76156"/>
                  <a:pt x="616068" y="72131"/>
                  <a:pt x="616201" y="68795"/>
                </a:cubicBezTo>
                <a:cubicBezTo>
                  <a:pt x="616334" y="65459"/>
                  <a:pt x="616400" y="62144"/>
                  <a:pt x="616400" y="58852"/>
                </a:cubicBezTo>
                <a:cubicBezTo>
                  <a:pt x="616400" y="55738"/>
                  <a:pt x="616378" y="52357"/>
                  <a:pt x="616333" y="48710"/>
                </a:cubicBezTo>
                <a:cubicBezTo>
                  <a:pt x="616290" y="45062"/>
                  <a:pt x="616223" y="41370"/>
                  <a:pt x="616134" y="37632"/>
                </a:cubicBezTo>
                <a:cubicBezTo>
                  <a:pt x="618358" y="38078"/>
                  <a:pt x="620227" y="38300"/>
                  <a:pt x="621739" y="38300"/>
                </a:cubicBezTo>
                <a:cubicBezTo>
                  <a:pt x="623162" y="38300"/>
                  <a:pt x="624986" y="38078"/>
                  <a:pt x="627211" y="37632"/>
                </a:cubicBezTo>
                <a:cubicBezTo>
                  <a:pt x="626766" y="42971"/>
                  <a:pt x="626432" y="48822"/>
                  <a:pt x="626209" y="55183"/>
                </a:cubicBezTo>
                <a:cubicBezTo>
                  <a:pt x="625986" y="61543"/>
                  <a:pt x="625875" y="68059"/>
                  <a:pt x="625875" y="74731"/>
                </a:cubicBezTo>
                <a:cubicBezTo>
                  <a:pt x="625875" y="79357"/>
                  <a:pt x="626275" y="82894"/>
                  <a:pt x="627076" y="85342"/>
                </a:cubicBezTo>
                <a:cubicBezTo>
                  <a:pt x="627877" y="87788"/>
                  <a:pt x="628856" y="89634"/>
                  <a:pt x="630013" y="90879"/>
                </a:cubicBezTo>
                <a:cubicBezTo>
                  <a:pt x="631259" y="92303"/>
                  <a:pt x="632838" y="93482"/>
                  <a:pt x="634751" y="94416"/>
                </a:cubicBezTo>
                <a:cubicBezTo>
                  <a:pt x="636664" y="95350"/>
                  <a:pt x="638910" y="95817"/>
                  <a:pt x="641489" y="95817"/>
                </a:cubicBezTo>
                <a:cubicBezTo>
                  <a:pt x="645226" y="95817"/>
                  <a:pt x="648340" y="94994"/>
                  <a:pt x="650832" y="93349"/>
                </a:cubicBezTo>
                <a:cubicBezTo>
                  <a:pt x="653323" y="91702"/>
                  <a:pt x="655146" y="89678"/>
                  <a:pt x="656303" y="87277"/>
                </a:cubicBezTo>
                <a:cubicBezTo>
                  <a:pt x="656925" y="85764"/>
                  <a:pt x="657413" y="84475"/>
                  <a:pt x="657769" y="83408"/>
                </a:cubicBezTo>
                <a:cubicBezTo>
                  <a:pt x="658126" y="82339"/>
                  <a:pt x="658415" y="80915"/>
                  <a:pt x="658637" y="79136"/>
                </a:cubicBezTo>
                <a:cubicBezTo>
                  <a:pt x="658859" y="77356"/>
                  <a:pt x="658993" y="74954"/>
                  <a:pt x="659038" y="71929"/>
                </a:cubicBezTo>
                <a:cubicBezTo>
                  <a:pt x="659082" y="68905"/>
                  <a:pt x="659105" y="64768"/>
                  <a:pt x="659105" y="59518"/>
                </a:cubicBezTo>
                <a:lnTo>
                  <a:pt x="659105" y="48308"/>
                </a:lnTo>
                <a:cubicBezTo>
                  <a:pt x="659105" y="46352"/>
                  <a:pt x="659082" y="44484"/>
                  <a:pt x="659038" y="42705"/>
                </a:cubicBezTo>
                <a:cubicBezTo>
                  <a:pt x="658993" y="40925"/>
                  <a:pt x="658926" y="39234"/>
                  <a:pt x="658838" y="37632"/>
                </a:cubicBezTo>
                <a:cubicBezTo>
                  <a:pt x="659817" y="37811"/>
                  <a:pt x="660751" y="37968"/>
                  <a:pt x="661640" y="38101"/>
                </a:cubicBezTo>
                <a:cubicBezTo>
                  <a:pt x="662529" y="38234"/>
                  <a:pt x="663463" y="38300"/>
                  <a:pt x="664442" y="38300"/>
                </a:cubicBezTo>
                <a:cubicBezTo>
                  <a:pt x="665421" y="38300"/>
                  <a:pt x="666355" y="38234"/>
                  <a:pt x="667244" y="38101"/>
                </a:cubicBezTo>
                <a:cubicBezTo>
                  <a:pt x="668134" y="37968"/>
                  <a:pt x="669024" y="37811"/>
                  <a:pt x="669913" y="37632"/>
                </a:cubicBezTo>
                <a:cubicBezTo>
                  <a:pt x="669470" y="44572"/>
                  <a:pt x="669203" y="51267"/>
                  <a:pt x="669113" y="57718"/>
                </a:cubicBezTo>
                <a:cubicBezTo>
                  <a:pt x="669025" y="64168"/>
                  <a:pt x="668981" y="70995"/>
                  <a:pt x="668981" y="78201"/>
                </a:cubicBezTo>
                <a:cubicBezTo>
                  <a:pt x="668981" y="82206"/>
                  <a:pt x="669025" y="86121"/>
                  <a:pt x="669113" y="89946"/>
                </a:cubicBezTo>
                <a:cubicBezTo>
                  <a:pt x="669203" y="93772"/>
                  <a:pt x="669336" y="97463"/>
                  <a:pt x="669514" y="101021"/>
                </a:cubicBezTo>
                <a:cubicBezTo>
                  <a:pt x="667735" y="100844"/>
                  <a:pt x="666000" y="100755"/>
                  <a:pt x="664310" y="100755"/>
                </a:cubicBezTo>
                <a:cubicBezTo>
                  <a:pt x="662619" y="100755"/>
                  <a:pt x="660885" y="100844"/>
                  <a:pt x="659105" y="101021"/>
                </a:cubicBezTo>
                <a:cubicBezTo>
                  <a:pt x="659193" y="100220"/>
                  <a:pt x="659260" y="99375"/>
                  <a:pt x="659304" y="98486"/>
                </a:cubicBezTo>
                <a:cubicBezTo>
                  <a:pt x="659349" y="97597"/>
                  <a:pt x="659372" y="96663"/>
                  <a:pt x="659372" y="95684"/>
                </a:cubicBezTo>
                <a:lnTo>
                  <a:pt x="659372" y="89946"/>
                </a:lnTo>
                <a:lnTo>
                  <a:pt x="659105" y="89946"/>
                </a:lnTo>
                <a:cubicBezTo>
                  <a:pt x="656792" y="94215"/>
                  <a:pt x="653811" y="97351"/>
                  <a:pt x="650164" y="99354"/>
                </a:cubicBezTo>
                <a:cubicBezTo>
                  <a:pt x="646516" y="101355"/>
                  <a:pt x="642557" y="102355"/>
                  <a:pt x="638286" y="102355"/>
                </a:cubicBezTo>
                <a:cubicBezTo>
                  <a:pt x="631346" y="102355"/>
                  <a:pt x="625897" y="100510"/>
                  <a:pt x="621939" y="96819"/>
                </a:cubicBezTo>
                <a:cubicBezTo>
                  <a:pt x="617980" y="93126"/>
                  <a:pt x="616001" y="87810"/>
                  <a:pt x="616001" y="80870"/>
                </a:cubicBezTo>
                <a:close/>
                <a:moveTo>
                  <a:pt x="702343" y="19752"/>
                </a:moveTo>
                <a:cubicBezTo>
                  <a:pt x="702076" y="23132"/>
                  <a:pt x="701875" y="26446"/>
                  <a:pt x="701740" y="29693"/>
                </a:cubicBezTo>
                <a:cubicBezTo>
                  <a:pt x="701607" y="32940"/>
                  <a:pt x="701452" y="36210"/>
                  <a:pt x="701274" y="39502"/>
                </a:cubicBezTo>
                <a:cubicBezTo>
                  <a:pt x="702253" y="39502"/>
                  <a:pt x="704077" y="39479"/>
                  <a:pt x="706745" y="39434"/>
                </a:cubicBezTo>
                <a:cubicBezTo>
                  <a:pt x="709414" y="39390"/>
                  <a:pt x="712306" y="39278"/>
                  <a:pt x="715420" y="39100"/>
                </a:cubicBezTo>
                <a:cubicBezTo>
                  <a:pt x="715332" y="39368"/>
                  <a:pt x="715288" y="39857"/>
                  <a:pt x="715288" y="40569"/>
                </a:cubicBezTo>
                <a:lnTo>
                  <a:pt x="715288" y="41904"/>
                </a:lnTo>
                <a:lnTo>
                  <a:pt x="715288" y="43373"/>
                </a:lnTo>
                <a:cubicBezTo>
                  <a:pt x="715288" y="43994"/>
                  <a:pt x="715332" y="44439"/>
                  <a:pt x="715420" y="44706"/>
                </a:cubicBezTo>
                <a:cubicBezTo>
                  <a:pt x="714263" y="44617"/>
                  <a:pt x="713062" y="44550"/>
                  <a:pt x="711816" y="44507"/>
                </a:cubicBezTo>
                <a:cubicBezTo>
                  <a:pt x="710571" y="44462"/>
                  <a:pt x="709237" y="44440"/>
                  <a:pt x="707812" y="44440"/>
                </a:cubicBezTo>
                <a:lnTo>
                  <a:pt x="701274" y="44440"/>
                </a:lnTo>
                <a:cubicBezTo>
                  <a:pt x="701186" y="44795"/>
                  <a:pt x="701074" y="46219"/>
                  <a:pt x="700940" y="48710"/>
                </a:cubicBezTo>
                <a:cubicBezTo>
                  <a:pt x="700807" y="51201"/>
                  <a:pt x="700696" y="54159"/>
                  <a:pt x="700606" y="57584"/>
                </a:cubicBezTo>
                <a:cubicBezTo>
                  <a:pt x="700518" y="61009"/>
                  <a:pt x="700451" y="64590"/>
                  <a:pt x="700407" y="68327"/>
                </a:cubicBezTo>
                <a:cubicBezTo>
                  <a:pt x="700362" y="72063"/>
                  <a:pt x="700339" y="75399"/>
                  <a:pt x="700339" y="78335"/>
                </a:cubicBezTo>
                <a:cubicBezTo>
                  <a:pt x="700339" y="80826"/>
                  <a:pt x="700406" y="83273"/>
                  <a:pt x="700539" y="85676"/>
                </a:cubicBezTo>
                <a:cubicBezTo>
                  <a:pt x="700673" y="88077"/>
                  <a:pt x="701096" y="90235"/>
                  <a:pt x="701808" y="92147"/>
                </a:cubicBezTo>
                <a:cubicBezTo>
                  <a:pt x="702520" y="94060"/>
                  <a:pt x="703588" y="95595"/>
                  <a:pt x="705011" y="96751"/>
                </a:cubicBezTo>
                <a:cubicBezTo>
                  <a:pt x="706435" y="97908"/>
                  <a:pt x="708481" y="98486"/>
                  <a:pt x="711150" y="98486"/>
                </a:cubicBezTo>
                <a:cubicBezTo>
                  <a:pt x="711861" y="98486"/>
                  <a:pt x="712818" y="98397"/>
                  <a:pt x="714019" y="98219"/>
                </a:cubicBezTo>
                <a:cubicBezTo>
                  <a:pt x="715220" y="98042"/>
                  <a:pt x="716266" y="97819"/>
                  <a:pt x="717155" y="97552"/>
                </a:cubicBezTo>
                <a:lnTo>
                  <a:pt x="717155" y="100755"/>
                </a:lnTo>
                <a:cubicBezTo>
                  <a:pt x="715643" y="101022"/>
                  <a:pt x="713974" y="101355"/>
                  <a:pt x="712150" y="101754"/>
                </a:cubicBezTo>
                <a:cubicBezTo>
                  <a:pt x="710327" y="102155"/>
                  <a:pt x="708570" y="102355"/>
                  <a:pt x="706880" y="102355"/>
                </a:cubicBezTo>
                <a:cubicBezTo>
                  <a:pt x="701275" y="102355"/>
                  <a:pt x="697138" y="100977"/>
                  <a:pt x="694469" y="98219"/>
                </a:cubicBezTo>
                <a:cubicBezTo>
                  <a:pt x="691800" y="95461"/>
                  <a:pt x="690466" y="91413"/>
                  <a:pt x="690466" y="86075"/>
                </a:cubicBezTo>
                <a:cubicBezTo>
                  <a:pt x="690466" y="83674"/>
                  <a:pt x="690510" y="81072"/>
                  <a:pt x="690598" y="78270"/>
                </a:cubicBezTo>
                <a:cubicBezTo>
                  <a:pt x="690687" y="75467"/>
                  <a:pt x="690799" y="72398"/>
                  <a:pt x="690932" y="69062"/>
                </a:cubicBezTo>
                <a:cubicBezTo>
                  <a:pt x="691065" y="65725"/>
                  <a:pt x="691176" y="62033"/>
                  <a:pt x="691266" y="57985"/>
                </a:cubicBezTo>
                <a:cubicBezTo>
                  <a:pt x="691355" y="53937"/>
                  <a:pt x="691400" y="49422"/>
                  <a:pt x="691400" y="44440"/>
                </a:cubicBezTo>
                <a:lnTo>
                  <a:pt x="687128" y="44440"/>
                </a:lnTo>
                <a:cubicBezTo>
                  <a:pt x="686417" y="44440"/>
                  <a:pt x="685661" y="44462"/>
                  <a:pt x="684860" y="44507"/>
                </a:cubicBezTo>
                <a:cubicBezTo>
                  <a:pt x="684059" y="44550"/>
                  <a:pt x="683214" y="44617"/>
                  <a:pt x="682325" y="44706"/>
                </a:cubicBezTo>
                <a:cubicBezTo>
                  <a:pt x="682414" y="44173"/>
                  <a:pt x="682481" y="43662"/>
                  <a:pt x="682524" y="43173"/>
                </a:cubicBezTo>
                <a:cubicBezTo>
                  <a:pt x="682569" y="42683"/>
                  <a:pt x="682591" y="42171"/>
                  <a:pt x="682591" y="41638"/>
                </a:cubicBezTo>
                <a:cubicBezTo>
                  <a:pt x="682591" y="41192"/>
                  <a:pt x="682569" y="40748"/>
                  <a:pt x="682524" y="40304"/>
                </a:cubicBezTo>
                <a:cubicBezTo>
                  <a:pt x="682481" y="39859"/>
                  <a:pt x="682414" y="39413"/>
                  <a:pt x="682325" y="38968"/>
                </a:cubicBezTo>
                <a:cubicBezTo>
                  <a:pt x="686328" y="39234"/>
                  <a:pt x="689263" y="39367"/>
                  <a:pt x="691131" y="39367"/>
                </a:cubicBezTo>
                <a:cubicBezTo>
                  <a:pt x="691043" y="37589"/>
                  <a:pt x="690977" y="35365"/>
                  <a:pt x="690932" y="32696"/>
                </a:cubicBezTo>
                <a:cubicBezTo>
                  <a:pt x="690887" y="30028"/>
                  <a:pt x="690776" y="27269"/>
                  <a:pt x="690598" y="24421"/>
                </a:cubicBezTo>
                <a:lnTo>
                  <a:pt x="701675" y="19752"/>
                </a:lnTo>
                <a:lnTo>
                  <a:pt x="702343" y="19752"/>
                </a:lnTo>
                <a:close/>
                <a:moveTo>
                  <a:pt x="780008" y="101021"/>
                </a:moveTo>
                <a:cubicBezTo>
                  <a:pt x="778941" y="97729"/>
                  <a:pt x="777518" y="93548"/>
                  <a:pt x="775738" y="88478"/>
                </a:cubicBezTo>
                <a:cubicBezTo>
                  <a:pt x="773960" y="83406"/>
                  <a:pt x="772025" y="78001"/>
                  <a:pt x="769933" y="72263"/>
                </a:cubicBezTo>
                <a:cubicBezTo>
                  <a:pt x="767842" y="66525"/>
                  <a:pt x="765663" y="60654"/>
                  <a:pt x="763394" y="54649"/>
                </a:cubicBezTo>
                <a:cubicBezTo>
                  <a:pt x="761126" y="48644"/>
                  <a:pt x="758880" y="42971"/>
                  <a:pt x="756656" y="37632"/>
                </a:cubicBezTo>
                <a:cubicBezTo>
                  <a:pt x="757723" y="37811"/>
                  <a:pt x="758768" y="37968"/>
                  <a:pt x="759790" y="38101"/>
                </a:cubicBezTo>
                <a:cubicBezTo>
                  <a:pt x="760814" y="38234"/>
                  <a:pt x="761860" y="38300"/>
                  <a:pt x="762928" y="38300"/>
                </a:cubicBezTo>
                <a:cubicBezTo>
                  <a:pt x="763907" y="38300"/>
                  <a:pt x="764886" y="38234"/>
                  <a:pt x="765864" y="38101"/>
                </a:cubicBezTo>
                <a:cubicBezTo>
                  <a:pt x="766843" y="37968"/>
                  <a:pt x="767910" y="37811"/>
                  <a:pt x="769065" y="37632"/>
                </a:cubicBezTo>
                <a:cubicBezTo>
                  <a:pt x="771379" y="45996"/>
                  <a:pt x="773936" y="54381"/>
                  <a:pt x="776738" y="62788"/>
                </a:cubicBezTo>
                <a:cubicBezTo>
                  <a:pt x="779541" y="71195"/>
                  <a:pt x="782678" y="79848"/>
                  <a:pt x="786148" y="88745"/>
                </a:cubicBezTo>
                <a:cubicBezTo>
                  <a:pt x="787216" y="86254"/>
                  <a:pt x="788506" y="82962"/>
                  <a:pt x="790019" y="78869"/>
                </a:cubicBezTo>
                <a:cubicBezTo>
                  <a:pt x="791531" y="74776"/>
                  <a:pt x="793087" y="70372"/>
                  <a:pt x="794688" y="65657"/>
                </a:cubicBezTo>
                <a:cubicBezTo>
                  <a:pt x="796290" y="60943"/>
                  <a:pt x="797891" y="56139"/>
                  <a:pt x="799491" y="51247"/>
                </a:cubicBezTo>
                <a:cubicBezTo>
                  <a:pt x="801093" y="46353"/>
                  <a:pt x="802517" y="41815"/>
                  <a:pt x="803763" y="37632"/>
                </a:cubicBezTo>
                <a:cubicBezTo>
                  <a:pt x="805365" y="38078"/>
                  <a:pt x="806700" y="38300"/>
                  <a:pt x="807767" y="38300"/>
                </a:cubicBezTo>
                <a:cubicBezTo>
                  <a:pt x="808478" y="38300"/>
                  <a:pt x="809101" y="38234"/>
                  <a:pt x="809634" y="38101"/>
                </a:cubicBezTo>
                <a:cubicBezTo>
                  <a:pt x="810169" y="37968"/>
                  <a:pt x="810792" y="37811"/>
                  <a:pt x="811503" y="37632"/>
                </a:cubicBezTo>
                <a:cubicBezTo>
                  <a:pt x="813727" y="46174"/>
                  <a:pt x="816307" y="54604"/>
                  <a:pt x="819243" y="62923"/>
                </a:cubicBezTo>
                <a:cubicBezTo>
                  <a:pt x="822180" y="71240"/>
                  <a:pt x="825249" y="79848"/>
                  <a:pt x="828451" y="88745"/>
                </a:cubicBezTo>
                <a:cubicBezTo>
                  <a:pt x="829608" y="85898"/>
                  <a:pt x="830965" y="82406"/>
                  <a:pt x="832522" y="78270"/>
                </a:cubicBezTo>
                <a:cubicBezTo>
                  <a:pt x="834079" y="74132"/>
                  <a:pt x="835702" y="69773"/>
                  <a:pt x="837392" y="65191"/>
                </a:cubicBezTo>
                <a:cubicBezTo>
                  <a:pt x="839083" y="60610"/>
                  <a:pt x="840795" y="55917"/>
                  <a:pt x="842530" y="51112"/>
                </a:cubicBezTo>
                <a:cubicBezTo>
                  <a:pt x="844265" y="46308"/>
                  <a:pt x="845888" y="41815"/>
                  <a:pt x="847401" y="37632"/>
                </a:cubicBezTo>
                <a:cubicBezTo>
                  <a:pt x="849180" y="38078"/>
                  <a:pt x="850604" y="38300"/>
                  <a:pt x="851671" y="38300"/>
                </a:cubicBezTo>
                <a:cubicBezTo>
                  <a:pt x="852827" y="38300"/>
                  <a:pt x="854162" y="38078"/>
                  <a:pt x="855674" y="37632"/>
                </a:cubicBezTo>
                <a:cubicBezTo>
                  <a:pt x="850604" y="48397"/>
                  <a:pt x="845867" y="59029"/>
                  <a:pt x="841463" y="69528"/>
                </a:cubicBezTo>
                <a:cubicBezTo>
                  <a:pt x="837059" y="80026"/>
                  <a:pt x="832945" y="90524"/>
                  <a:pt x="829119" y="101021"/>
                </a:cubicBezTo>
                <a:cubicBezTo>
                  <a:pt x="828140" y="100844"/>
                  <a:pt x="826984" y="100755"/>
                  <a:pt x="825649" y="100755"/>
                </a:cubicBezTo>
                <a:cubicBezTo>
                  <a:pt x="825026" y="100755"/>
                  <a:pt x="824403" y="100755"/>
                  <a:pt x="823780" y="100755"/>
                </a:cubicBezTo>
                <a:cubicBezTo>
                  <a:pt x="823158" y="100755"/>
                  <a:pt x="822625" y="100844"/>
                  <a:pt x="822180" y="101021"/>
                </a:cubicBezTo>
                <a:cubicBezTo>
                  <a:pt x="819866" y="93103"/>
                  <a:pt x="817330" y="85140"/>
                  <a:pt x="814572" y="77134"/>
                </a:cubicBezTo>
                <a:cubicBezTo>
                  <a:pt x="811815" y="69127"/>
                  <a:pt x="808657" y="60720"/>
                  <a:pt x="805097" y="51913"/>
                </a:cubicBezTo>
                <a:cubicBezTo>
                  <a:pt x="804030" y="54582"/>
                  <a:pt x="802741" y="57896"/>
                  <a:pt x="801228" y="61856"/>
                </a:cubicBezTo>
                <a:cubicBezTo>
                  <a:pt x="799716" y="65814"/>
                  <a:pt x="798159" y="70062"/>
                  <a:pt x="796557" y="74599"/>
                </a:cubicBezTo>
                <a:cubicBezTo>
                  <a:pt x="794955" y="79136"/>
                  <a:pt x="793353" y="83740"/>
                  <a:pt x="791752" y="88411"/>
                </a:cubicBezTo>
                <a:cubicBezTo>
                  <a:pt x="790151" y="93082"/>
                  <a:pt x="788728" y="97285"/>
                  <a:pt x="787481" y="101021"/>
                </a:cubicBezTo>
                <a:cubicBezTo>
                  <a:pt x="786414" y="100844"/>
                  <a:pt x="785169" y="100755"/>
                  <a:pt x="783745" y="100755"/>
                </a:cubicBezTo>
                <a:cubicBezTo>
                  <a:pt x="782322" y="100755"/>
                  <a:pt x="781077" y="100844"/>
                  <a:pt x="780008" y="101021"/>
                </a:cubicBezTo>
                <a:close/>
                <a:moveTo>
                  <a:pt x="866885" y="38834"/>
                </a:moveTo>
                <a:cubicBezTo>
                  <a:pt x="866885" y="35809"/>
                  <a:pt x="866862" y="32518"/>
                  <a:pt x="866817" y="28960"/>
                </a:cubicBezTo>
                <a:cubicBezTo>
                  <a:pt x="866773" y="25400"/>
                  <a:pt x="866705" y="21886"/>
                  <a:pt x="866616" y="18416"/>
                </a:cubicBezTo>
                <a:cubicBezTo>
                  <a:pt x="866528" y="14946"/>
                  <a:pt x="866417" y="11633"/>
                  <a:pt x="866284" y="8475"/>
                </a:cubicBezTo>
                <a:cubicBezTo>
                  <a:pt x="866151" y="5316"/>
                  <a:pt x="865995" y="2625"/>
                  <a:pt x="865818" y="401"/>
                </a:cubicBezTo>
                <a:cubicBezTo>
                  <a:pt x="868309" y="846"/>
                  <a:pt x="870310" y="1069"/>
                  <a:pt x="871823" y="1069"/>
                </a:cubicBezTo>
                <a:cubicBezTo>
                  <a:pt x="873335" y="1069"/>
                  <a:pt x="875336" y="846"/>
                  <a:pt x="877827" y="401"/>
                </a:cubicBezTo>
                <a:cubicBezTo>
                  <a:pt x="877650" y="2625"/>
                  <a:pt x="877494" y="5294"/>
                  <a:pt x="877359" y="8408"/>
                </a:cubicBezTo>
                <a:cubicBezTo>
                  <a:pt x="877226" y="11522"/>
                  <a:pt x="877115" y="14791"/>
                  <a:pt x="877025" y="18216"/>
                </a:cubicBezTo>
                <a:cubicBezTo>
                  <a:pt x="876937" y="21641"/>
                  <a:pt x="876870" y="25089"/>
                  <a:pt x="876826" y="28559"/>
                </a:cubicBezTo>
                <a:cubicBezTo>
                  <a:pt x="876782" y="32028"/>
                  <a:pt x="876760" y="35232"/>
                  <a:pt x="876760" y="38168"/>
                </a:cubicBezTo>
                <a:lnTo>
                  <a:pt x="876760" y="48308"/>
                </a:lnTo>
                <a:lnTo>
                  <a:pt x="877027" y="48308"/>
                </a:lnTo>
                <a:cubicBezTo>
                  <a:pt x="879518" y="44483"/>
                  <a:pt x="882499" y="41525"/>
                  <a:pt x="885968" y="39434"/>
                </a:cubicBezTo>
                <a:cubicBezTo>
                  <a:pt x="889438" y="37344"/>
                  <a:pt x="893575" y="36299"/>
                  <a:pt x="898380" y="36299"/>
                </a:cubicBezTo>
                <a:cubicBezTo>
                  <a:pt x="900871" y="36299"/>
                  <a:pt x="903383" y="36655"/>
                  <a:pt x="905918" y="37368"/>
                </a:cubicBezTo>
                <a:cubicBezTo>
                  <a:pt x="908454" y="38079"/>
                  <a:pt x="910744" y="39302"/>
                  <a:pt x="912790" y="41037"/>
                </a:cubicBezTo>
                <a:cubicBezTo>
                  <a:pt x="914837" y="42772"/>
                  <a:pt x="916506" y="45130"/>
                  <a:pt x="917795" y="48111"/>
                </a:cubicBezTo>
                <a:cubicBezTo>
                  <a:pt x="919085" y="51091"/>
                  <a:pt x="919730" y="54893"/>
                  <a:pt x="919730" y="59518"/>
                </a:cubicBezTo>
                <a:cubicBezTo>
                  <a:pt x="919730" y="63344"/>
                  <a:pt x="919641" y="67280"/>
                  <a:pt x="919463" y="71328"/>
                </a:cubicBezTo>
                <a:cubicBezTo>
                  <a:pt x="919285" y="75377"/>
                  <a:pt x="919196" y="79670"/>
                  <a:pt x="919196" y="84208"/>
                </a:cubicBezTo>
                <a:lnTo>
                  <a:pt x="919196" y="92880"/>
                </a:lnTo>
                <a:cubicBezTo>
                  <a:pt x="919196" y="94304"/>
                  <a:pt x="919219" y="95706"/>
                  <a:pt x="919264" y="97085"/>
                </a:cubicBezTo>
                <a:cubicBezTo>
                  <a:pt x="919308" y="98464"/>
                  <a:pt x="919375" y="99777"/>
                  <a:pt x="919463" y="101021"/>
                </a:cubicBezTo>
                <a:cubicBezTo>
                  <a:pt x="917683" y="100844"/>
                  <a:pt x="915815" y="100755"/>
                  <a:pt x="913859" y="100755"/>
                </a:cubicBezTo>
                <a:cubicBezTo>
                  <a:pt x="911990" y="100755"/>
                  <a:pt x="910166" y="100844"/>
                  <a:pt x="908388" y="101021"/>
                </a:cubicBezTo>
                <a:cubicBezTo>
                  <a:pt x="908566" y="96395"/>
                  <a:pt x="908765" y="91636"/>
                  <a:pt x="908986" y="86743"/>
                </a:cubicBezTo>
                <a:cubicBezTo>
                  <a:pt x="909209" y="81849"/>
                  <a:pt x="909320" y="76822"/>
                  <a:pt x="909320" y="71662"/>
                </a:cubicBezTo>
                <a:lnTo>
                  <a:pt x="909320" y="63521"/>
                </a:lnTo>
                <a:cubicBezTo>
                  <a:pt x="909320" y="56849"/>
                  <a:pt x="908030" y="51801"/>
                  <a:pt x="905449" y="48376"/>
                </a:cubicBezTo>
                <a:cubicBezTo>
                  <a:pt x="902870" y="44951"/>
                  <a:pt x="899312" y="43238"/>
                  <a:pt x="894775" y="43238"/>
                </a:cubicBezTo>
                <a:cubicBezTo>
                  <a:pt x="888548" y="43238"/>
                  <a:pt x="883989" y="45151"/>
                  <a:pt x="881098" y="48976"/>
                </a:cubicBezTo>
                <a:cubicBezTo>
                  <a:pt x="878206" y="52802"/>
                  <a:pt x="876760" y="58184"/>
                  <a:pt x="876760" y="65124"/>
                </a:cubicBezTo>
                <a:cubicBezTo>
                  <a:pt x="876760" y="67615"/>
                  <a:pt x="876782" y="70507"/>
                  <a:pt x="876826" y="73798"/>
                </a:cubicBezTo>
                <a:cubicBezTo>
                  <a:pt x="876870" y="77090"/>
                  <a:pt x="876937" y="80405"/>
                  <a:pt x="877025" y="83742"/>
                </a:cubicBezTo>
                <a:cubicBezTo>
                  <a:pt x="877115" y="87077"/>
                  <a:pt x="877226" y="90302"/>
                  <a:pt x="877359" y="93416"/>
                </a:cubicBezTo>
                <a:cubicBezTo>
                  <a:pt x="877494" y="96529"/>
                  <a:pt x="877650" y="99064"/>
                  <a:pt x="877827" y="101021"/>
                </a:cubicBezTo>
                <a:cubicBezTo>
                  <a:pt x="875782" y="100844"/>
                  <a:pt x="873780" y="100755"/>
                  <a:pt x="871823" y="100755"/>
                </a:cubicBezTo>
                <a:cubicBezTo>
                  <a:pt x="869865" y="100755"/>
                  <a:pt x="867863" y="100844"/>
                  <a:pt x="865818" y="101021"/>
                </a:cubicBezTo>
                <a:cubicBezTo>
                  <a:pt x="865995" y="98976"/>
                  <a:pt x="866151" y="96396"/>
                  <a:pt x="866284" y="93282"/>
                </a:cubicBezTo>
                <a:cubicBezTo>
                  <a:pt x="866417" y="90167"/>
                  <a:pt x="866528" y="86875"/>
                  <a:pt x="866616" y="83406"/>
                </a:cubicBezTo>
                <a:cubicBezTo>
                  <a:pt x="866705" y="79936"/>
                  <a:pt x="866773" y="76422"/>
                  <a:pt x="866817" y="72864"/>
                </a:cubicBezTo>
                <a:cubicBezTo>
                  <a:pt x="866862" y="69306"/>
                  <a:pt x="866885" y="66014"/>
                  <a:pt x="866885" y="62988"/>
                </a:cubicBezTo>
                <a:lnTo>
                  <a:pt x="866885" y="38834"/>
                </a:lnTo>
                <a:close/>
                <a:moveTo>
                  <a:pt x="941616" y="14413"/>
                </a:moveTo>
                <a:cubicBezTo>
                  <a:pt x="941616" y="12545"/>
                  <a:pt x="942283" y="10944"/>
                  <a:pt x="943617" y="9609"/>
                </a:cubicBezTo>
                <a:cubicBezTo>
                  <a:pt x="944952" y="8275"/>
                  <a:pt x="946554" y="7608"/>
                  <a:pt x="948423" y="7608"/>
                </a:cubicBezTo>
                <a:cubicBezTo>
                  <a:pt x="950291" y="7608"/>
                  <a:pt x="951892" y="8275"/>
                  <a:pt x="953226" y="9609"/>
                </a:cubicBezTo>
                <a:cubicBezTo>
                  <a:pt x="954561" y="10944"/>
                  <a:pt x="955228" y="12545"/>
                  <a:pt x="955228" y="14413"/>
                </a:cubicBezTo>
                <a:cubicBezTo>
                  <a:pt x="955228" y="16281"/>
                  <a:pt x="954561" y="17883"/>
                  <a:pt x="953226" y="19218"/>
                </a:cubicBezTo>
                <a:cubicBezTo>
                  <a:pt x="951892" y="20553"/>
                  <a:pt x="950291" y="21220"/>
                  <a:pt x="948423" y="21220"/>
                </a:cubicBezTo>
                <a:cubicBezTo>
                  <a:pt x="946554" y="21220"/>
                  <a:pt x="944952" y="20553"/>
                  <a:pt x="943617" y="19218"/>
                </a:cubicBezTo>
                <a:cubicBezTo>
                  <a:pt x="942283" y="17883"/>
                  <a:pt x="941616" y="16281"/>
                  <a:pt x="941616" y="14413"/>
                </a:cubicBezTo>
                <a:moveTo>
                  <a:pt x="943485" y="62589"/>
                </a:moveTo>
                <a:cubicBezTo>
                  <a:pt x="943485" y="58586"/>
                  <a:pt x="943418" y="54382"/>
                  <a:pt x="943283" y="49978"/>
                </a:cubicBezTo>
                <a:cubicBezTo>
                  <a:pt x="943150" y="45574"/>
                  <a:pt x="942861" y="41459"/>
                  <a:pt x="942416" y="37632"/>
                </a:cubicBezTo>
                <a:cubicBezTo>
                  <a:pt x="944907" y="38078"/>
                  <a:pt x="946909" y="38300"/>
                  <a:pt x="948423" y="38300"/>
                </a:cubicBezTo>
                <a:cubicBezTo>
                  <a:pt x="949935" y="38300"/>
                  <a:pt x="951937" y="38078"/>
                  <a:pt x="954428" y="37632"/>
                </a:cubicBezTo>
                <a:cubicBezTo>
                  <a:pt x="953983" y="41459"/>
                  <a:pt x="953693" y="45574"/>
                  <a:pt x="953558" y="49978"/>
                </a:cubicBezTo>
                <a:cubicBezTo>
                  <a:pt x="953425" y="54382"/>
                  <a:pt x="953359" y="58586"/>
                  <a:pt x="953359" y="62589"/>
                </a:cubicBezTo>
                <a:lnTo>
                  <a:pt x="953359" y="76466"/>
                </a:lnTo>
                <a:cubicBezTo>
                  <a:pt x="953359" y="80471"/>
                  <a:pt x="953425" y="84675"/>
                  <a:pt x="953558" y="89079"/>
                </a:cubicBezTo>
                <a:cubicBezTo>
                  <a:pt x="953693" y="93482"/>
                  <a:pt x="953983" y="97463"/>
                  <a:pt x="954428" y="101021"/>
                </a:cubicBezTo>
                <a:cubicBezTo>
                  <a:pt x="952381" y="100844"/>
                  <a:pt x="950379" y="100755"/>
                  <a:pt x="948423" y="100755"/>
                </a:cubicBezTo>
                <a:cubicBezTo>
                  <a:pt x="946465" y="100755"/>
                  <a:pt x="944463" y="100844"/>
                  <a:pt x="942416" y="101021"/>
                </a:cubicBezTo>
                <a:cubicBezTo>
                  <a:pt x="942861" y="97463"/>
                  <a:pt x="943150" y="93482"/>
                  <a:pt x="943283" y="89079"/>
                </a:cubicBezTo>
                <a:cubicBezTo>
                  <a:pt x="943418" y="84675"/>
                  <a:pt x="943485" y="80471"/>
                  <a:pt x="943485" y="76466"/>
                </a:cubicBezTo>
                <a:lnTo>
                  <a:pt x="943485" y="62589"/>
                </a:lnTo>
                <a:close/>
                <a:moveTo>
                  <a:pt x="972577" y="69528"/>
                </a:moveTo>
                <a:cubicBezTo>
                  <a:pt x="972577" y="63745"/>
                  <a:pt x="973555" y="58763"/>
                  <a:pt x="975512" y="54582"/>
                </a:cubicBezTo>
                <a:cubicBezTo>
                  <a:pt x="977469" y="50400"/>
                  <a:pt x="980027" y="46952"/>
                  <a:pt x="983184" y="44240"/>
                </a:cubicBezTo>
                <a:cubicBezTo>
                  <a:pt x="986343" y="41526"/>
                  <a:pt x="989968" y="39525"/>
                  <a:pt x="994060" y="38235"/>
                </a:cubicBezTo>
                <a:cubicBezTo>
                  <a:pt x="998153" y="36944"/>
                  <a:pt x="1002335" y="36299"/>
                  <a:pt x="1006605" y="36299"/>
                </a:cubicBezTo>
                <a:cubicBezTo>
                  <a:pt x="1011499" y="36299"/>
                  <a:pt x="1015881" y="36899"/>
                  <a:pt x="1019749" y="38101"/>
                </a:cubicBezTo>
                <a:cubicBezTo>
                  <a:pt x="1023620" y="39302"/>
                  <a:pt x="1026400" y="40659"/>
                  <a:pt x="1028090" y="42171"/>
                </a:cubicBezTo>
                <a:cubicBezTo>
                  <a:pt x="1027468" y="43506"/>
                  <a:pt x="1026912" y="44907"/>
                  <a:pt x="1026422" y="46374"/>
                </a:cubicBezTo>
                <a:cubicBezTo>
                  <a:pt x="1025934" y="47841"/>
                  <a:pt x="1025511" y="49376"/>
                  <a:pt x="1025156" y="50978"/>
                </a:cubicBezTo>
                <a:lnTo>
                  <a:pt x="1024087" y="50978"/>
                </a:lnTo>
                <a:cubicBezTo>
                  <a:pt x="1023465" y="49821"/>
                  <a:pt x="1022620" y="48643"/>
                  <a:pt x="1021552" y="47443"/>
                </a:cubicBezTo>
                <a:cubicBezTo>
                  <a:pt x="1020485" y="46242"/>
                  <a:pt x="1019217" y="45129"/>
                  <a:pt x="1017748" y="44106"/>
                </a:cubicBezTo>
                <a:cubicBezTo>
                  <a:pt x="1016280" y="43082"/>
                  <a:pt x="1014657" y="42237"/>
                  <a:pt x="1012877" y="41570"/>
                </a:cubicBezTo>
                <a:cubicBezTo>
                  <a:pt x="1011099" y="40903"/>
                  <a:pt x="1009142" y="40569"/>
                  <a:pt x="1007006" y="40569"/>
                </a:cubicBezTo>
                <a:cubicBezTo>
                  <a:pt x="1003003" y="40569"/>
                  <a:pt x="999556" y="41303"/>
                  <a:pt x="996664" y="42772"/>
                </a:cubicBezTo>
                <a:cubicBezTo>
                  <a:pt x="993773" y="44239"/>
                  <a:pt x="991415" y="46263"/>
                  <a:pt x="989590" y="48844"/>
                </a:cubicBezTo>
                <a:cubicBezTo>
                  <a:pt x="987767" y="51423"/>
                  <a:pt x="986433" y="54470"/>
                  <a:pt x="985587" y="57985"/>
                </a:cubicBezTo>
                <a:cubicBezTo>
                  <a:pt x="984743" y="61498"/>
                  <a:pt x="984320" y="65301"/>
                  <a:pt x="984320" y="69394"/>
                </a:cubicBezTo>
                <a:cubicBezTo>
                  <a:pt x="984320" y="78557"/>
                  <a:pt x="986277" y="85474"/>
                  <a:pt x="990191" y="90146"/>
                </a:cubicBezTo>
                <a:cubicBezTo>
                  <a:pt x="994106" y="94817"/>
                  <a:pt x="999844" y="97152"/>
                  <a:pt x="1007406" y="97152"/>
                </a:cubicBezTo>
                <a:cubicBezTo>
                  <a:pt x="1009185" y="97152"/>
                  <a:pt x="1011009" y="96908"/>
                  <a:pt x="1012877" y="96419"/>
                </a:cubicBezTo>
                <a:cubicBezTo>
                  <a:pt x="1014746" y="95929"/>
                  <a:pt x="1016570" y="95261"/>
                  <a:pt x="1018349" y="94416"/>
                </a:cubicBezTo>
                <a:cubicBezTo>
                  <a:pt x="1020128" y="93570"/>
                  <a:pt x="1021797" y="92569"/>
                  <a:pt x="1023354" y="91414"/>
                </a:cubicBezTo>
                <a:cubicBezTo>
                  <a:pt x="1024911" y="90258"/>
                  <a:pt x="1026268" y="89011"/>
                  <a:pt x="1027424" y="87676"/>
                </a:cubicBezTo>
                <a:lnTo>
                  <a:pt x="1028090" y="88077"/>
                </a:lnTo>
                <a:cubicBezTo>
                  <a:pt x="1027646" y="90212"/>
                  <a:pt x="1027379" y="92392"/>
                  <a:pt x="1027290" y="94615"/>
                </a:cubicBezTo>
                <a:cubicBezTo>
                  <a:pt x="1024621" y="96751"/>
                  <a:pt x="1021307" y="98574"/>
                  <a:pt x="1017347" y="100087"/>
                </a:cubicBezTo>
                <a:cubicBezTo>
                  <a:pt x="1013388" y="101599"/>
                  <a:pt x="1009274" y="102355"/>
                  <a:pt x="1005005" y="102355"/>
                </a:cubicBezTo>
                <a:cubicBezTo>
                  <a:pt x="1001179" y="102355"/>
                  <a:pt x="997331" y="101799"/>
                  <a:pt x="993461" y="100687"/>
                </a:cubicBezTo>
                <a:cubicBezTo>
                  <a:pt x="989591" y="99576"/>
                  <a:pt x="986099" y="97708"/>
                  <a:pt x="982985" y="95084"/>
                </a:cubicBezTo>
                <a:cubicBezTo>
                  <a:pt x="979872" y="92458"/>
                  <a:pt x="977359" y="89055"/>
                  <a:pt x="975446" y="84874"/>
                </a:cubicBezTo>
                <a:cubicBezTo>
                  <a:pt x="973534" y="80693"/>
                  <a:pt x="972577" y="75577"/>
                  <a:pt x="972577" y="69528"/>
                </a:cubicBezTo>
                <a:close/>
                <a:moveTo>
                  <a:pt x="1042503" y="38834"/>
                </a:moveTo>
                <a:cubicBezTo>
                  <a:pt x="1042503" y="35809"/>
                  <a:pt x="1042481" y="32518"/>
                  <a:pt x="1042436" y="28960"/>
                </a:cubicBezTo>
                <a:cubicBezTo>
                  <a:pt x="1042391" y="25400"/>
                  <a:pt x="1042324" y="21886"/>
                  <a:pt x="1042235" y="18416"/>
                </a:cubicBezTo>
                <a:cubicBezTo>
                  <a:pt x="1042146" y="14946"/>
                  <a:pt x="1042036" y="11633"/>
                  <a:pt x="1041903" y="8475"/>
                </a:cubicBezTo>
                <a:cubicBezTo>
                  <a:pt x="1041770" y="5316"/>
                  <a:pt x="1041614" y="2625"/>
                  <a:pt x="1041436" y="401"/>
                </a:cubicBezTo>
                <a:cubicBezTo>
                  <a:pt x="1043927" y="846"/>
                  <a:pt x="1045929" y="1069"/>
                  <a:pt x="1047441" y="1069"/>
                </a:cubicBezTo>
                <a:cubicBezTo>
                  <a:pt x="1048954" y="1069"/>
                  <a:pt x="1050955" y="846"/>
                  <a:pt x="1053446" y="401"/>
                </a:cubicBezTo>
                <a:cubicBezTo>
                  <a:pt x="1053268" y="2625"/>
                  <a:pt x="1053112" y="5294"/>
                  <a:pt x="1052978" y="8408"/>
                </a:cubicBezTo>
                <a:cubicBezTo>
                  <a:pt x="1052845" y="11522"/>
                  <a:pt x="1052734" y="14791"/>
                  <a:pt x="1052644" y="18216"/>
                </a:cubicBezTo>
                <a:cubicBezTo>
                  <a:pt x="1052556" y="21641"/>
                  <a:pt x="1052489" y="25089"/>
                  <a:pt x="1052444" y="28559"/>
                </a:cubicBezTo>
                <a:cubicBezTo>
                  <a:pt x="1052401" y="32028"/>
                  <a:pt x="1052379" y="35232"/>
                  <a:pt x="1052379" y="38168"/>
                </a:cubicBezTo>
                <a:lnTo>
                  <a:pt x="1052379" y="48308"/>
                </a:lnTo>
                <a:lnTo>
                  <a:pt x="1052646" y="48308"/>
                </a:lnTo>
                <a:cubicBezTo>
                  <a:pt x="1055137" y="44483"/>
                  <a:pt x="1058117" y="41525"/>
                  <a:pt x="1061587" y="39434"/>
                </a:cubicBezTo>
                <a:cubicBezTo>
                  <a:pt x="1065057" y="37344"/>
                  <a:pt x="1069194" y="36299"/>
                  <a:pt x="1073998" y="36299"/>
                </a:cubicBezTo>
                <a:cubicBezTo>
                  <a:pt x="1076489" y="36299"/>
                  <a:pt x="1079002" y="36655"/>
                  <a:pt x="1081537" y="37368"/>
                </a:cubicBezTo>
                <a:cubicBezTo>
                  <a:pt x="1084072" y="38079"/>
                  <a:pt x="1086363" y="39302"/>
                  <a:pt x="1088409" y="41037"/>
                </a:cubicBezTo>
                <a:cubicBezTo>
                  <a:pt x="1090456" y="42772"/>
                  <a:pt x="1092125" y="45130"/>
                  <a:pt x="1093414" y="48111"/>
                </a:cubicBezTo>
                <a:cubicBezTo>
                  <a:pt x="1094704" y="51091"/>
                  <a:pt x="1095349" y="54893"/>
                  <a:pt x="1095349" y="59518"/>
                </a:cubicBezTo>
                <a:cubicBezTo>
                  <a:pt x="1095349" y="63344"/>
                  <a:pt x="1095260" y="67280"/>
                  <a:pt x="1095082" y="71328"/>
                </a:cubicBezTo>
                <a:cubicBezTo>
                  <a:pt x="1094904" y="75377"/>
                  <a:pt x="1094815" y="79670"/>
                  <a:pt x="1094815" y="84208"/>
                </a:cubicBezTo>
                <a:lnTo>
                  <a:pt x="1094815" y="92880"/>
                </a:lnTo>
                <a:cubicBezTo>
                  <a:pt x="1094815" y="94304"/>
                  <a:pt x="1094838" y="95706"/>
                  <a:pt x="1094882" y="97085"/>
                </a:cubicBezTo>
                <a:cubicBezTo>
                  <a:pt x="1094927" y="98464"/>
                  <a:pt x="1094994" y="99777"/>
                  <a:pt x="1095082" y="101021"/>
                </a:cubicBezTo>
                <a:cubicBezTo>
                  <a:pt x="1093302" y="100844"/>
                  <a:pt x="1091434" y="100755"/>
                  <a:pt x="1089478" y="100755"/>
                </a:cubicBezTo>
                <a:cubicBezTo>
                  <a:pt x="1087609" y="100755"/>
                  <a:pt x="1085785" y="100844"/>
                  <a:pt x="1084007" y="101021"/>
                </a:cubicBezTo>
                <a:cubicBezTo>
                  <a:pt x="1084184" y="96395"/>
                  <a:pt x="1084384" y="91636"/>
                  <a:pt x="1084605" y="86743"/>
                </a:cubicBezTo>
                <a:cubicBezTo>
                  <a:pt x="1084828" y="81849"/>
                  <a:pt x="1084939" y="76822"/>
                  <a:pt x="1084939" y="71662"/>
                </a:cubicBezTo>
                <a:lnTo>
                  <a:pt x="1084939" y="63521"/>
                </a:lnTo>
                <a:cubicBezTo>
                  <a:pt x="1084939" y="56849"/>
                  <a:pt x="1083649" y="51801"/>
                  <a:pt x="1081068" y="48376"/>
                </a:cubicBezTo>
                <a:cubicBezTo>
                  <a:pt x="1078489" y="44951"/>
                  <a:pt x="1074931" y="43238"/>
                  <a:pt x="1070394" y="43238"/>
                </a:cubicBezTo>
                <a:cubicBezTo>
                  <a:pt x="1064167" y="43238"/>
                  <a:pt x="1059608" y="45151"/>
                  <a:pt x="1056717" y="48976"/>
                </a:cubicBezTo>
                <a:cubicBezTo>
                  <a:pt x="1053825" y="52802"/>
                  <a:pt x="1052379" y="58184"/>
                  <a:pt x="1052379" y="65124"/>
                </a:cubicBezTo>
                <a:cubicBezTo>
                  <a:pt x="1052379" y="67615"/>
                  <a:pt x="1052401" y="70507"/>
                  <a:pt x="1052444" y="73798"/>
                </a:cubicBezTo>
                <a:cubicBezTo>
                  <a:pt x="1052489" y="77090"/>
                  <a:pt x="1052556" y="80405"/>
                  <a:pt x="1052644" y="83742"/>
                </a:cubicBezTo>
                <a:cubicBezTo>
                  <a:pt x="1052734" y="87077"/>
                  <a:pt x="1052845" y="90302"/>
                  <a:pt x="1052978" y="93416"/>
                </a:cubicBezTo>
                <a:cubicBezTo>
                  <a:pt x="1053112" y="96529"/>
                  <a:pt x="1053268" y="99064"/>
                  <a:pt x="1053446" y="101021"/>
                </a:cubicBezTo>
                <a:cubicBezTo>
                  <a:pt x="1051400" y="100844"/>
                  <a:pt x="1049399" y="100755"/>
                  <a:pt x="1047441" y="100755"/>
                </a:cubicBezTo>
                <a:cubicBezTo>
                  <a:pt x="1045484" y="100755"/>
                  <a:pt x="1043482" y="100844"/>
                  <a:pt x="1041436" y="101021"/>
                </a:cubicBezTo>
                <a:cubicBezTo>
                  <a:pt x="1041614" y="98976"/>
                  <a:pt x="1041770" y="96396"/>
                  <a:pt x="1041903" y="93282"/>
                </a:cubicBezTo>
                <a:cubicBezTo>
                  <a:pt x="1042036" y="90167"/>
                  <a:pt x="1042146" y="86875"/>
                  <a:pt x="1042235" y="83406"/>
                </a:cubicBezTo>
                <a:cubicBezTo>
                  <a:pt x="1042324" y="79936"/>
                  <a:pt x="1042391" y="76422"/>
                  <a:pt x="1042436" y="72864"/>
                </a:cubicBezTo>
                <a:cubicBezTo>
                  <a:pt x="1042481" y="69306"/>
                  <a:pt x="1042503" y="66014"/>
                  <a:pt x="1042503" y="62988"/>
                </a:cubicBezTo>
                <a:lnTo>
                  <a:pt x="1042503" y="38834"/>
                </a:lnTo>
                <a:close/>
                <a:moveTo>
                  <a:pt x="1153800" y="38834"/>
                </a:moveTo>
                <a:cubicBezTo>
                  <a:pt x="1153800" y="35809"/>
                  <a:pt x="1153777" y="32518"/>
                  <a:pt x="1153733" y="28960"/>
                </a:cubicBezTo>
                <a:cubicBezTo>
                  <a:pt x="1153688" y="25400"/>
                  <a:pt x="1153621" y="21886"/>
                  <a:pt x="1153531" y="18416"/>
                </a:cubicBezTo>
                <a:cubicBezTo>
                  <a:pt x="1153443" y="14946"/>
                  <a:pt x="1153332" y="11633"/>
                  <a:pt x="1153199" y="8475"/>
                </a:cubicBezTo>
                <a:cubicBezTo>
                  <a:pt x="1153066" y="5316"/>
                  <a:pt x="1152911" y="2625"/>
                  <a:pt x="1152733" y="401"/>
                </a:cubicBezTo>
                <a:cubicBezTo>
                  <a:pt x="1155224" y="846"/>
                  <a:pt x="1157226" y="1069"/>
                  <a:pt x="1158738" y="1069"/>
                </a:cubicBezTo>
                <a:cubicBezTo>
                  <a:pt x="1160250" y="1069"/>
                  <a:pt x="1162252" y="846"/>
                  <a:pt x="1164743" y="401"/>
                </a:cubicBezTo>
                <a:cubicBezTo>
                  <a:pt x="1164565" y="2625"/>
                  <a:pt x="1164409" y="5294"/>
                  <a:pt x="1164274" y="8408"/>
                </a:cubicBezTo>
                <a:cubicBezTo>
                  <a:pt x="1164141" y="11522"/>
                  <a:pt x="1164030" y="14791"/>
                  <a:pt x="1163940" y="18216"/>
                </a:cubicBezTo>
                <a:cubicBezTo>
                  <a:pt x="1163852" y="21641"/>
                  <a:pt x="1163786" y="25089"/>
                  <a:pt x="1163741" y="28559"/>
                </a:cubicBezTo>
                <a:cubicBezTo>
                  <a:pt x="1163697" y="32028"/>
                  <a:pt x="1163676" y="35232"/>
                  <a:pt x="1163676" y="38168"/>
                </a:cubicBezTo>
                <a:lnTo>
                  <a:pt x="1163676" y="48308"/>
                </a:lnTo>
                <a:lnTo>
                  <a:pt x="1163942" y="48308"/>
                </a:lnTo>
                <a:cubicBezTo>
                  <a:pt x="1166434" y="44483"/>
                  <a:pt x="1169414" y="41525"/>
                  <a:pt x="1172884" y="39434"/>
                </a:cubicBezTo>
                <a:cubicBezTo>
                  <a:pt x="1176354" y="37344"/>
                  <a:pt x="1180491" y="36299"/>
                  <a:pt x="1185295" y="36299"/>
                </a:cubicBezTo>
                <a:cubicBezTo>
                  <a:pt x="1187786" y="36299"/>
                  <a:pt x="1190299" y="36655"/>
                  <a:pt x="1192833" y="37368"/>
                </a:cubicBezTo>
                <a:cubicBezTo>
                  <a:pt x="1195369" y="38079"/>
                  <a:pt x="1197660" y="39302"/>
                  <a:pt x="1199705" y="41037"/>
                </a:cubicBezTo>
                <a:cubicBezTo>
                  <a:pt x="1201753" y="42772"/>
                  <a:pt x="1203421" y="45130"/>
                  <a:pt x="1204711" y="48111"/>
                </a:cubicBezTo>
                <a:cubicBezTo>
                  <a:pt x="1206000" y="51091"/>
                  <a:pt x="1206645" y="54893"/>
                  <a:pt x="1206645" y="59518"/>
                </a:cubicBezTo>
                <a:cubicBezTo>
                  <a:pt x="1206645" y="63344"/>
                  <a:pt x="1206556" y="67280"/>
                  <a:pt x="1206378" y="71328"/>
                </a:cubicBezTo>
                <a:cubicBezTo>
                  <a:pt x="1206201" y="75377"/>
                  <a:pt x="1206112" y="79670"/>
                  <a:pt x="1206112" y="84208"/>
                </a:cubicBezTo>
                <a:lnTo>
                  <a:pt x="1206112" y="92880"/>
                </a:lnTo>
                <a:cubicBezTo>
                  <a:pt x="1206112" y="94304"/>
                  <a:pt x="1206134" y="95706"/>
                  <a:pt x="1206179" y="97085"/>
                </a:cubicBezTo>
                <a:cubicBezTo>
                  <a:pt x="1206224" y="98464"/>
                  <a:pt x="1206290" y="99777"/>
                  <a:pt x="1206378" y="101021"/>
                </a:cubicBezTo>
                <a:cubicBezTo>
                  <a:pt x="1204599" y="100844"/>
                  <a:pt x="1202731" y="100755"/>
                  <a:pt x="1200775" y="100755"/>
                </a:cubicBezTo>
                <a:cubicBezTo>
                  <a:pt x="1198905" y="100755"/>
                  <a:pt x="1197081" y="100844"/>
                  <a:pt x="1195303" y="101021"/>
                </a:cubicBezTo>
                <a:cubicBezTo>
                  <a:pt x="1195481" y="96395"/>
                  <a:pt x="1195680" y="91636"/>
                  <a:pt x="1195902" y="86743"/>
                </a:cubicBezTo>
                <a:cubicBezTo>
                  <a:pt x="1196124" y="81849"/>
                  <a:pt x="1196236" y="76822"/>
                  <a:pt x="1196236" y="71662"/>
                </a:cubicBezTo>
                <a:lnTo>
                  <a:pt x="1196236" y="63521"/>
                </a:lnTo>
                <a:cubicBezTo>
                  <a:pt x="1196236" y="56849"/>
                  <a:pt x="1194945" y="51801"/>
                  <a:pt x="1192365" y="48376"/>
                </a:cubicBezTo>
                <a:cubicBezTo>
                  <a:pt x="1189785" y="44951"/>
                  <a:pt x="1186227" y="43238"/>
                  <a:pt x="1181691" y="43238"/>
                </a:cubicBezTo>
                <a:cubicBezTo>
                  <a:pt x="1175464" y="43238"/>
                  <a:pt x="1170904" y="45151"/>
                  <a:pt x="1168013" y="48976"/>
                </a:cubicBezTo>
                <a:cubicBezTo>
                  <a:pt x="1165121" y="52802"/>
                  <a:pt x="1163676" y="58184"/>
                  <a:pt x="1163676" y="65124"/>
                </a:cubicBezTo>
                <a:cubicBezTo>
                  <a:pt x="1163676" y="67615"/>
                  <a:pt x="1163697" y="70507"/>
                  <a:pt x="1163741" y="73798"/>
                </a:cubicBezTo>
                <a:cubicBezTo>
                  <a:pt x="1163786" y="77090"/>
                  <a:pt x="1163852" y="80405"/>
                  <a:pt x="1163940" y="83742"/>
                </a:cubicBezTo>
                <a:cubicBezTo>
                  <a:pt x="1164030" y="87077"/>
                  <a:pt x="1164141" y="90302"/>
                  <a:pt x="1164274" y="93416"/>
                </a:cubicBezTo>
                <a:cubicBezTo>
                  <a:pt x="1164409" y="96529"/>
                  <a:pt x="1164565" y="99064"/>
                  <a:pt x="1164743" y="101021"/>
                </a:cubicBezTo>
                <a:cubicBezTo>
                  <a:pt x="1162697" y="100844"/>
                  <a:pt x="1160695" y="100755"/>
                  <a:pt x="1158738" y="100755"/>
                </a:cubicBezTo>
                <a:cubicBezTo>
                  <a:pt x="1156780" y="100755"/>
                  <a:pt x="1154779" y="100844"/>
                  <a:pt x="1152733" y="101021"/>
                </a:cubicBezTo>
                <a:cubicBezTo>
                  <a:pt x="1152911" y="98976"/>
                  <a:pt x="1153066" y="96396"/>
                  <a:pt x="1153199" y="93282"/>
                </a:cubicBezTo>
                <a:cubicBezTo>
                  <a:pt x="1153332" y="90167"/>
                  <a:pt x="1153443" y="86875"/>
                  <a:pt x="1153531" y="83406"/>
                </a:cubicBezTo>
                <a:cubicBezTo>
                  <a:pt x="1153621" y="79936"/>
                  <a:pt x="1153688" y="76422"/>
                  <a:pt x="1153733" y="72864"/>
                </a:cubicBezTo>
                <a:cubicBezTo>
                  <a:pt x="1153777" y="69306"/>
                  <a:pt x="1153800" y="66014"/>
                  <a:pt x="1153800" y="62988"/>
                </a:cubicBezTo>
                <a:lnTo>
                  <a:pt x="1153800" y="38834"/>
                </a:lnTo>
                <a:close/>
                <a:moveTo>
                  <a:pt x="1252286" y="40569"/>
                </a:moveTo>
                <a:cubicBezTo>
                  <a:pt x="1248994" y="40569"/>
                  <a:pt x="1246213" y="41325"/>
                  <a:pt x="1243944" y="42837"/>
                </a:cubicBezTo>
                <a:cubicBezTo>
                  <a:pt x="1241675" y="44349"/>
                  <a:pt x="1239807" y="46240"/>
                  <a:pt x="1238340" y="48510"/>
                </a:cubicBezTo>
                <a:cubicBezTo>
                  <a:pt x="1236872" y="50778"/>
                  <a:pt x="1235761" y="53269"/>
                  <a:pt x="1235004" y="55983"/>
                </a:cubicBezTo>
                <a:cubicBezTo>
                  <a:pt x="1234248" y="58697"/>
                  <a:pt x="1233781" y="61254"/>
                  <a:pt x="1233603" y="63656"/>
                </a:cubicBezTo>
                <a:cubicBezTo>
                  <a:pt x="1236361" y="63745"/>
                  <a:pt x="1239229" y="63835"/>
                  <a:pt x="1242209" y="63925"/>
                </a:cubicBezTo>
                <a:cubicBezTo>
                  <a:pt x="1245190" y="64013"/>
                  <a:pt x="1248104" y="64057"/>
                  <a:pt x="1250950" y="64057"/>
                </a:cubicBezTo>
                <a:cubicBezTo>
                  <a:pt x="1253887" y="64057"/>
                  <a:pt x="1256867" y="64013"/>
                  <a:pt x="1259892" y="63925"/>
                </a:cubicBezTo>
                <a:cubicBezTo>
                  <a:pt x="1262916" y="63835"/>
                  <a:pt x="1265852" y="63745"/>
                  <a:pt x="1268701" y="63656"/>
                </a:cubicBezTo>
                <a:cubicBezTo>
                  <a:pt x="1268701" y="61254"/>
                  <a:pt x="1268500" y="58719"/>
                  <a:pt x="1268100" y="56050"/>
                </a:cubicBezTo>
                <a:cubicBezTo>
                  <a:pt x="1267699" y="53380"/>
                  <a:pt x="1266898" y="50888"/>
                  <a:pt x="1265697" y="48575"/>
                </a:cubicBezTo>
                <a:cubicBezTo>
                  <a:pt x="1264496" y="46262"/>
                  <a:pt x="1262827" y="44349"/>
                  <a:pt x="1260692" y="42837"/>
                </a:cubicBezTo>
                <a:cubicBezTo>
                  <a:pt x="1258557" y="41325"/>
                  <a:pt x="1255755" y="40569"/>
                  <a:pt x="1252286" y="40569"/>
                </a:cubicBezTo>
                <a:moveTo>
                  <a:pt x="1221459" y="71396"/>
                </a:moveTo>
                <a:cubicBezTo>
                  <a:pt x="1221459" y="60453"/>
                  <a:pt x="1224061" y="51868"/>
                  <a:pt x="1229264" y="45641"/>
                </a:cubicBezTo>
                <a:cubicBezTo>
                  <a:pt x="1234469" y="39413"/>
                  <a:pt x="1242054" y="36299"/>
                  <a:pt x="1252019" y="36299"/>
                </a:cubicBezTo>
                <a:cubicBezTo>
                  <a:pt x="1256734" y="36299"/>
                  <a:pt x="1260804" y="37033"/>
                  <a:pt x="1264229" y="38502"/>
                </a:cubicBezTo>
                <a:cubicBezTo>
                  <a:pt x="1267654" y="39969"/>
                  <a:pt x="1270523" y="41926"/>
                  <a:pt x="1272836" y="44372"/>
                </a:cubicBezTo>
                <a:cubicBezTo>
                  <a:pt x="1275149" y="46819"/>
                  <a:pt x="1276862" y="49688"/>
                  <a:pt x="1277974" y="52980"/>
                </a:cubicBezTo>
                <a:cubicBezTo>
                  <a:pt x="1279086" y="56272"/>
                  <a:pt x="1279641" y="59786"/>
                  <a:pt x="1279641" y="63521"/>
                </a:cubicBezTo>
                <a:cubicBezTo>
                  <a:pt x="1279641" y="64412"/>
                  <a:pt x="1279619" y="65280"/>
                  <a:pt x="1279574" y="66126"/>
                </a:cubicBezTo>
                <a:cubicBezTo>
                  <a:pt x="1279531" y="66970"/>
                  <a:pt x="1279464" y="67837"/>
                  <a:pt x="1279375" y="68726"/>
                </a:cubicBezTo>
                <a:cubicBezTo>
                  <a:pt x="1274570" y="68638"/>
                  <a:pt x="1269811" y="68550"/>
                  <a:pt x="1265096" y="68461"/>
                </a:cubicBezTo>
                <a:cubicBezTo>
                  <a:pt x="1260382" y="68372"/>
                  <a:pt x="1255622" y="68327"/>
                  <a:pt x="1250818" y="68327"/>
                </a:cubicBezTo>
                <a:cubicBezTo>
                  <a:pt x="1247882" y="68327"/>
                  <a:pt x="1244968" y="68372"/>
                  <a:pt x="1242076" y="68461"/>
                </a:cubicBezTo>
                <a:cubicBezTo>
                  <a:pt x="1239185" y="68550"/>
                  <a:pt x="1236271" y="68638"/>
                  <a:pt x="1233335" y="68726"/>
                </a:cubicBezTo>
                <a:cubicBezTo>
                  <a:pt x="1233246" y="69171"/>
                  <a:pt x="1233202" y="69839"/>
                  <a:pt x="1233202" y="70728"/>
                </a:cubicBezTo>
                <a:lnTo>
                  <a:pt x="1233202" y="72463"/>
                </a:lnTo>
                <a:cubicBezTo>
                  <a:pt x="1233202" y="75932"/>
                  <a:pt x="1233713" y="79180"/>
                  <a:pt x="1234736" y="82206"/>
                </a:cubicBezTo>
                <a:cubicBezTo>
                  <a:pt x="1235759" y="85231"/>
                  <a:pt x="1237250" y="87833"/>
                  <a:pt x="1239207" y="90013"/>
                </a:cubicBezTo>
                <a:cubicBezTo>
                  <a:pt x="1241165" y="92192"/>
                  <a:pt x="1243567" y="93927"/>
                  <a:pt x="1246414" y="95218"/>
                </a:cubicBezTo>
                <a:cubicBezTo>
                  <a:pt x="1249260" y="96508"/>
                  <a:pt x="1252552" y="97152"/>
                  <a:pt x="1256289" y="97152"/>
                </a:cubicBezTo>
                <a:cubicBezTo>
                  <a:pt x="1258068" y="97152"/>
                  <a:pt x="1259891" y="96908"/>
                  <a:pt x="1261759" y="96419"/>
                </a:cubicBezTo>
                <a:cubicBezTo>
                  <a:pt x="1263628" y="95929"/>
                  <a:pt x="1265452" y="95261"/>
                  <a:pt x="1267230" y="94416"/>
                </a:cubicBezTo>
                <a:cubicBezTo>
                  <a:pt x="1269010" y="93570"/>
                  <a:pt x="1270678" y="92569"/>
                  <a:pt x="1272236" y="91414"/>
                </a:cubicBezTo>
                <a:cubicBezTo>
                  <a:pt x="1273793" y="90258"/>
                  <a:pt x="1275149" y="89011"/>
                  <a:pt x="1276306" y="87676"/>
                </a:cubicBezTo>
                <a:lnTo>
                  <a:pt x="1276974" y="88077"/>
                </a:lnTo>
                <a:lnTo>
                  <a:pt x="1276174" y="94615"/>
                </a:lnTo>
                <a:cubicBezTo>
                  <a:pt x="1273503" y="96751"/>
                  <a:pt x="1270189" y="98574"/>
                  <a:pt x="1266231" y="100087"/>
                </a:cubicBezTo>
                <a:cubicBezTo>
                  <a:pt x="1262272" y="101599"/>
                  <a:pt x="1258157" y="102355"/>
                  <a:pt x="1253887" y="102355"/>
                </a:cubicBezTo>
                <a:cubicBezTo>
                  <a:pt x="1249082" y="102355"/>
                  <a:pt x="1244700" y="101621"/>
                  <a:pt x="1240741" y="100154"/>
                </a:cubicBezTo>
                <a:cubicBezTo>
                  <a:pt x="1236782" y="98686"/>
                  <a:pt x="1233357" y="96552"/>
                  <a:pt x="1230466" y="93750"/>
                </a:cubicBezTo>
                <a:cubicBezTo>
                  <a:pt x="1227575" y="90947"/>
                  <a:pt x="1225352" y="87632"/>
                  <a:pt x="1223795" y="83807"/>
                </a:cubicBezTo>
                <a:cubicBezTo>
                  <a:pt x="1222238" y="79981"/>
                  <a:pt x="1221459" y="75844"/>
                  <a:pt x="1221459" y="71396"/>
                </a:cubicBezTo>
                <a:close/>
                <a:moveTo>
                  <a:pt x="1327950" y="67794"/>
                </a:moveTo>
                <a:cubicBezTo>
                  <a:pt x="1326438" y="68327"/>
                  <a:pt x="1324680" y="68772"/>
                  <a:pt x="1322678" y="69127"/>
                </a:cubicBezTo>
                <a:cubicBezTo>
                  <a:pt x="1320677" y="69483"/>
                  <a:pt x="1318654" y="69861"/>
                  <a:pt x="1316608" y="70261"/>
                </a:cubicBezTo>
                <a:cubicBezTo>
                  <a:pt x="1314562" y="70662"/>
                  <a:pt x="1312538" y="71174"/>
                  <a:pt x="1310536" y="71797"/>
                </a:cubicBezTo>
                <a:cubicBezTo>
                  <a:pt x="1308533" y="72419"/>
                  <a:pt x="1306754" y="73264"/>
                  <a:pt x="1305197" y="74332"/>
                </a:cubicBezTo>
                <a:cubicBezTo>
                  <a:pt x="1303641" y="75399"/>
                  <a:pt x="1302395" y="76733"/>
                  <a:pt x="1301460" y="78335"/>
                </a:cubicBezTo>
                <a:cubicBezTo>
                  <a:pt x="1300526" y="79937"/>
                  <a:pt x="1300059" y="81984"/>
                  <a:pt x="1300059" y="84475"/>
                </a:cubicBezTo>
                <a:cubicBezTo>
                  <a:pt x="1300059" y="88656"/>
                  <a:pt x="1301260" y="91814"/>
                  <a:pt x="1303661" y="93949"/>
                </a:cubicBezTo>
                <a:cubicBezTo>
                  <a:pt x="1306064" y="96085"/>
                  <a:pt x="1308734" y="97152"/>
                  <a:pt x="1311670" y="97152"/>
                </a:cubicBezTo>
                <a:cubicBezTo>
                  <a:pt x="1315050" y="97152"/>
                  <a:pt x="1318141" y="96218"/>
                  <a:pt x="1320943" y="94351"/>
                </a:cubicBezTo>
                <a:cubicBezTo>
                  <a:pt x="1323746" y="92481"/>
                  <a:pt x="1325904" y="90301"/>
                  <a:pt x="1327416" y="87810"/>
                </a:cubicBezTo>
                <a:lnTo>
                  <a:pt x="1327950" y="67794"/>
                </a:lnTo>
                <a:moveTo>
                  <a:pt x="1294989" y="44038"/>
                </a:moveTo>
                <a:cubicBezTo>
                  <a:pt x="1298992" y="41014"/>
                  <a:pt x="1302684" y="38968"/>
                  <a:pt x="1306064" y="37901"/>
                </a:cubicBezTo>
                <a:cubicBezTo>
                  <a:pt x="1309446" y="36833"/>
                  <a:pt x="1312915" y="36299"/>
                  <a:pt x="1316473" y="36299"/>
                </a:cubicBezTo>
                <a:cubicBezTo>
                  <a:pt x="1319677" y="36299"/>
                  <a:pt x="1322613" y="36766"/>
                  <a:pt x="1325282" y="37699"/>
                </a:cubicBezTo>
                <a:cubicBezTo>
                  <a:pt x="1327951" y="38633"/>
                  <a:pt x="1330220" y="39968"/>
                  <a:pt x="1332088" y="41703"/>
                </a:cubicBezTo>
                <a:cubicBezTo>
                  <a:pt x="1333956" y="43438"/>
                  <a:pt x="1335423" y="45529"/>
                  <a:pt x="1336490" y="47977"/>
                </a:cubicBezTo>
                <a:cubicBezTo>
                  <a:pt x="1337558" y="50423"/>
                  <a:pt x="1338093" y="53113"/>
                  <a:pt x="1338093" y="56048"/>
                </a:cubicBezTo>
                <a:cubicBezTo>
                  <a:pt x="1338093" y="61120"/>
                  <a:pt x="1338004" y="66169"/>
                  <a:pt x="1337826" y="71196"/>
                </a:cubicBezTo>
                <a:cubicBezTo>
                  <a:pt x="1337648" y="76223"/>
                  <a:pt x="1337559" y="81538"/>
                  <a:pt x="1337559" y="87142"/>
                </a:cubicBezTo>
                <a:cubicBezTo>
                  <a:pt x="1337559" y="88211"/>
                  <a:pt x="1337581" y="89345"/>
                  <a:pt x="1337626" y="90547"/>
                </a:cubicBezTo>
                <a:cubicBezTo>
                  <a:pt x="1337671" y="91747"/>
                  <a:pt x="1337871" y="92814"/>
                  <a:pt x="1338227" y="93748"/>
                </a:cubicBezTo>
                <a:cubicBezTo>
                  <a:pt x="1338583" y="94682"/>
                  <a:pt x="1339094" y="95460"/>
                  <a:pt x="1339760" y="96083"/>
                </a:cubicBezTo>
                <a:cubicBezTo>
                  <a:pt x="1340428" y="96707"/>
                  <a:pt x="1341429" y="97018"/>
                  <a:pt x="1342764" y="97018"/>
                </a:cubicBezTo>
                <a:cubicBezTo>
                  <a:pt x="1343209" y="97018"/>
                  <a:pt x="1343676" y="96996"/>
                  <a:pt x="1344165" y="96951"/>
                </a:cubicBezTo>
                <a:cubicBezTo>
                  <a:pt x="1344655" y="96906"/>
                  <a:pt x="1345122" y="96751"/>
                  <a:pt x="1345566" y="96485"/>
                </a:cubicBezTo>
                <a:lnTo>
                  <a:pt x="1345566" y="99421"/>
                </a:lnTo>
                <a:cubicBezTo>
                  <a:pt x="1344587" y="99865"/>
                  <a:pt x="1343364" y="100220"/>
                  <a:pt x="1341896" y="100488"/>
                </a:cubicBezTo>
                <a:cubicBezTo>
                  <a:pt x="1340429" y="100755"/>
                  <a:pt x="1338805" y="100889"/>
                  <a:pt x="1337026" y="100889"/>
                </a:cubicBezTo>
                <a:cubicBezTo>
                  <a:pt x="1334179" y="100889"/>
                  <a:pt x="1331999" y="100155"/>
                  <a:pt x="1330487" y="98688"/>
                </a:cubicBezTo>
                <a:cubicBezTo>
                  <a:pt x="1328975" y="97219"/>
                  <a:pt x="1328085" y="95328"/>
                  <a:pt x="1327818" y="93015"/>
                </a:cubicBezTo>
                <a:cubicBezTo>
                  <a:pt x="1324615" y="96217"/>
                  <a:pt x="1321457" y="98574"/>
                  <a:pt x="1318343" y="100087"/>
                </a:cubicBezTo>
                <a:cubicBezTo>
                  <a:pt x="1315229" y="101599"/>
                  <a:pt x="1311403" y="102355"/>
                  <a:pt x="1306866" y="102355"/>
                </a:cubicBezTo>
                <a:cubicBezTo>
                  <a:pt x="1304641" y="102355"/>
                  <a:pt x="1302461" y="102044"/>
                  <a:pt x="1300326" y="101420"/>
                </a:cubicBezTo>
                <a:cubicBezTo>
                  <a:pt x="1298192" y="100799"/>
                  <a:pt x="1296301" y="99777"/>
                  <a:pt x="1294655" y="98354"/>
                </a:cubicBezTo>
                <a:cubicBezTo>
                  <a:pt x="1293010" y="96930"/>
                  <a:pt x="1291675" y="95217"/>
                  <a:pt x="1290652" y="93216"/>
                </a:cubicBezTo>
                <a:cubicBezTo>
                  <a:pt x="1289629" y="91214"/>
                  <a:pt x="1289118" y="88923"/>
                  <a:pt x="1289118" y="86342"/>
                </a:cubicBezTo>
                <a:cubicBezTo>
                  <a:pt x="1289118" y="81004"/>
                  <a:pt x="1290786" y="76868"/>
                  <a:pt x="1294121" y="73933"/>
                </a:cubicBezTo>
                <a:cubicBezTo>
                  <a:pt x="1297458" y="70997"/>
                  <a:pt x="1302062" y="69039"/>
                  <a:pt x="1307933" y="68060"/>
                </a:cubicBezTo>
                <a:cubicBezTo>
                  <a:pt x="1312738" y="67259"/>
                  <a:pt x="1316497" y="66570"/>
                  <a:pt x="1319210" y="65991"/>
                </a:cubicBezTo>
                <a:cubicBezTo>
                  <a:pt x="1321924" y="65413"/>
                  <a:pt x="1323926" y="64812"/>
                  <a:pt x="1325215" y="64189"/>
                </a:cubicBezTo>
                <a:cubicBezTo>
                  <a:pt x="1326505" y="63566"/>
                  <a:pt x="1327283" y="62832"/>
                  <a:pt x="1327549" y="61988"/>
                </a:cubicBezTo>
                <a:cubicBezTo>
                  <a:pt x="1327816" y="61142"/>
                  <a:pt x="1327950" y="60052"/>
                  <a:pt x="1327950" y="58718"/>
                </a:cubicBezTo>
                <a:cubicBezTo>
                  <a:pt x="1327950" y="56494"/>
                  <a:pt x="1327683" y="54360"/>
                  <a:pt x="1327150" y="52314"/>
                </a:cubicBezTo>
                <a:cubicBezTo>
                  <a:pt x="1326616" y="50267"/>
                  <a:pt x="1325771" y="48487"/>
                  <a:pt x="1324614" y="46975"/>
                </a:cubicBezTo>
                <a:cubicBezTo>
                  <a:pt x="1323458" y="45462"/>
                  <a:pt x="1321946" y="44239"/>
                  <a:pt x="1320078" y="43305"/>
                </a:cubicBezTo>
                <a:cubicBezTo>
                  <a:pt x="1318210" y="42371"/>
                  <a:pt x="1315941" y="41904"/>
                  <a:pt x="1313272" y="41904"/>
                </a:cubicBezTo>
                <a:cubicBezTo>
                  <a:pt x="1309713" y="41904"/>
                  <a:pt x="1306399" y="42705"/>
                  <a:pt x="1303329" y="44307"/>
                </a:cubicBezTo>
                <a:cubicBezTo>
                  <a:pt x="1300260" y="45908"/>
                  <a:pt x="1297969" y="48131"/>
                  <a:pt x="1296457" y="50978"/>
                </a:cubicBezTo>
                <a:lnTo>
                  <a:pt x="1294989" y="50978"/>
                </a:lnTo>
                <a:lnTo>
                  <a:pt x="1294989" y="44038"/>
                </a:lnTo>
                <a:close/>
                <a:moveTo>
                  <a:pt x="1363849" y="38834"/>
                </a:moveTo>
                <a:cubicBezTo>
                  <a:pt x="1363849" y="35809"/>
                  <a:pt x="1363827" y="32518"/>
                  <a:pt x="1363782" y="28960"/>
                </a:cubicBezTo>
                <a:cubicBezTo>
                  <a:pt x="1363737" y="25400"/>
                  <a:pt x="1363670" y="21886"/>
                  <a:pt x="1363581" y="18416"/>
                </a:cubicBezTo>
                <a:cubicBezTo>
                  <a:pt x="1363492" y="14946"/>
                  <a:pt x="1363381" y="11633"/>
                  <a:pt x="1363247" y="8475"/>
                </a:cubicBezTo>
                <a:cubicBezTo>
                  <a:pt x="1363114" y="5316"/>
                  <a:pt x="1362958" y="2625"/>
                  <a:pt x="1362780" y="401"/>
                </a:cubicBezTo>
                <a:cubicBezTo>
                  <a:pt x="1365271" y="846"/>
                  <a:pt x="1367274" y="1069"/>
                  <a:pt x="1368787" y="1069"/>
                </a:cubicBezTo>
                <a:cubicBezTo>
                  <a:pt x="1370300" y="1069"/>
                  <a:pt x="1372301" y="846"/>
                  <a:pt x="1374792" y="401"/>
                </a:cubicBezTo>
                <a:cubicBezTo>
                  <a:pt x="1374614" y="2625"/>
                  <a:pt x="1374458" y="5316"/>
                  <a:pt x="1374324" y="8475"/>
                </a:cubicBezTo>
                <a:cubicBezTo>
                  <a:pt x="1374191" y="11633"/>
                  <a:pt x="1374080" y="14946"/>
                  <a:pt x="1373990" y="18416"/>
                </a:cubicBezTo>
                <a:cubicBezTo>
                  <a:pt x="1373902" y="21886"/>
                  <a:pt x="1373835" y="25400"/>
                  <a:pt x="1373790" y="28960"/>
                </a:cubicBezTo>
                <a:cubicBezTo>
                  <a:pt x="1373746" y="32518"/>
                  <a:pt x="1373723" y="35809"/>
                  <a:pt x="1373723" y="38834"/>
                </a:cubicBezTo>
                <a:lnTo>
                  <a:pt x="1373723" y="62988"/>
                </a:lnTo>
                <a:cubicBezTo>
                  <a:pt x="1373723" y="66014"/>
                  <a:pt x="1373746" y="69306"/>
                  <a:pt x="1373790" y="72864"/>
                </a:cubicBezTo>
                <a:cubicBezTo>
                  <a:pt x="1373835" y="76422"/>
                  <a:pt x="1373902" y="79936"/>
                  <a:pt x="1373990" y="83406"/>
                </a:cubicBezTo>
                <a:cubicBezTo>
                  <a:pt x="1374080" y="86875"/>
                  <a:pt x="1374191" y="90167"/>
                  <a:pt x="1374324" y="93282"/>
                </a:cubicBezTo>
                <a:cubicBezTo>
                  <a:pt x="1374458" y="96396"/>
                  <a:pt x="1374614" y="98976"/>
                  <a:pt x="1374792" y="101021"/>
                </a:cubicBezTo>
                <a:cubicBezTo>
                  <a:pt x="1372745" y="100844"/>
                  <a:pt x="1370743" y="100755"/>
                  <a:pt x="1368787" y="100755"/>
                </a:cubicBezTo>
                <a:cubicBezTo>
                  <a:pt x="1366830" y="100755"/>
                  <a:pt x="1364827" y="100844"/>
                  <a:pt x="1362780" y="101021"/>
                </a:cubicBezTo>
                <a:cubicBezTo>
                  <a:pt x="1362958" y="98976"/>
                  <a:pt x="1363114" y="96396"/>
                  <a:pt x="1363247" y="93282"/>
                </a:cubicBezTo>
                <a:cubicBezTo>
                  <a:pt x="1363381" y="90167"/>
                  <a:pt x="1363492" y="86875"/>
                  <a:pt x="1363581" y="83406"/>
                </a:cubicBezTo>
                <a:cubicBezTo>
                  <a:pt x="1363670" y="79936"/>
                  <a:pt x="1363737" y="76422"/>
                  <a:pt x="1363782" y="72864"/>
                </a:cubicBezTo>
                <a:cubicBezTo>
                  <a:pt x="1363827" y="69306"/>
                  <a:pt x="1363849" y="66014"/>
                  <a:pt x="1363849" y="62988"/>
                </a:cubicBezTo>
                <a:lnTo>
                  <a:pt x="1363849" y="38834"/>
                </a:lnTo>
                <a:close/>
                <a:moveTo>
                  <a:pt x="1409623" y="19752"/>
                </a:moveTo>
                <a:cubicBezTo>
                  <a:pt x="1409355" y="23132"/>
                  <a:pt x="1409154" y="26446"/>
                  <a:pt x="1409020" y="29693"/>
                </a:cubicBezTo>
                <a:cubicBezTo>
                  <a:pt x="1408887" y="32940"/>
                  <a:pt x="1408731" y="36210"/>
                  <a:pt x="1408554" y="39502"/>
                </a:cubicBezTo>
                <a:cubicBezTo>
                  <a:pt x="1409532" y="39502"/>
                  <a:pt x="1411356" y="39479"/>
                  <a:pt x="1414025" y="39434"/>
                </a:cubicBezTo>
                <a:cubicBezTo>
                  <a:pt x="1416694" y="39390"/>
                  <a:pt x="1419585" y="39278"/>
                  <a:pt x="1422700" y="39100"/>
                </a:cubicBezTo>
                <a:cubicBezTo>
                  <a:pt x="1422611" y="39368"/>
                  <a:pt x="1422567" y="39857"/>
                  <a:pt x="1422567" y="40569"/>
                </a:cubicBezTo>
                <a:lnTo>
                  <a:pt x="1422567" y="41904"/>
                </a:lnTo>
                <a:lnTo>
                  <a:pt x="1422567" y="43373"/>
                </a:lnTo>
                <a:cubicBezTo>
                  <a:pt x="1422567" y="43994"/>
                  <a:pt x="1422611" y="44439"/>
                  <a:pt x="1422700" y="44706"/>
                </a:cubicBezTo>
                <a:cubicBezTo>
                  <a:pt x="1421543" y="44617"/>
                  <a:pt x="1420342" y="44550"/>
                  <a:pt x="1419095" y="44507"/>
                </a:cubicBezTo>
                <a:cubicBezTo>
                  <a:pt x="1417851" y="44462"/>
                  <a:pt x="1416516" y="44440"/>
                  <a:pt x="1415092" y="44440"/>
                </a:cubicBezTo>
                <a:lnTo>
                  <a:pt x="1408554" y="44440"/>
                </a:lnTo>
                <a:cubicBezTo>
                  <a:pt x="1408465" y="44795"/>
                  <a:pt x="1408354" y="46219"/>
                  <a:pt x="1408220" y="48710"/>
                </a:cubicBezTo>
                <a:cubicBezTo>
                  <a:pt x="1408087" y="51201"/>
                  <a:pt x="1407975" y="54159"/>
                  <a:pt x="1407886" y="57584"/>
                </a:cubicBezTo>
                <a:cubicBezTo>
                  <a:pt x="1407797" y="61009"/>
                  <a:pt x="1407731" y="64590"/>
                  <a:pt x="1407686" y="68327"/>
                </a:cubicBezTo>
                <a:cubicBezTo>
                  <a:pt x="1407641" y="72063"/>
                  <a:pt x="1407619" y="75399"/>
                  <a:pt x="1407619" y="78335"/>
                </a:cubicBezTo>
                <a:cubicBezTo>
                  <a:pt x="1407619" y="80826"/>
                  <a:pt x="1407685" y="83273"/>
                  <a:pt x="1407818" y="85676"/>
                </a:cubicBezTo>
                <a:cubicBezTo>
                  <a:pt x="1407953" y="88077"/>
                  <a:pt x="1408376" y="90235"/>
                  <a:pt x="1409087" y="92147"/>
                </a:cubicBezTo>
                <a:cubicBezTo>
                  <a:pt x="1409800" y="94060"/>
                  <a:pt x="1410867" y="95595"/>
                  <a:pt x="1412290" y="96751"/>
                </a:cubicBezTo>
                <a:cubicBezTo>
                  <a:pt x="1413714" y="97908"/>
                  <a:pt x="1415761" y="98486"/>
                  <a:pt x="1418429" y="98486"/>
                </a:cubicBezTo>
                <a:cubicBezTo>
                  <a:pt x="1419141" y="98486"/>
                  <a:pt x="1420097" y="98397"/>
                  <a:pt x="1421299" y="98219"/>
                </a:cubicBezTo>
                <a:cubicBezTo>
                  <a:pt x="1422500" y="98042"/>
                  <a:pt x="1423545" y="97819"/>
                  <a:pt x="1424434" y="97552"/>
                </a:cubicBezTo>
                <a:lnTo>
                  <a:pt x="1424434" y="100755"/>
                </a:lnTo>
                <a:cubicBezTo>
                  <a:pt x="1422922" y="101022"/>
                  <a:pt x="1421254" y="101355"/>
                  <a:pt x="1419429" y="101754"/>
                </a:cubicBezTo>
                <a:cubicBezTo>
                  <a:pt x="1417606" y="102155"/>
                  <a:pt x="1415850" y="102355"/>
                  <a:pt x="1414159" y="102355"/>
                </a:cubicBezTo>
                <a:cubicBezTo>
                  <a:pt x="1408554" y="102355"/>
                  <a:pt x="1404417" y="100977"/>
                  <a:pt x="1401748" y="98219"/>
                </a:cubicBezTo>
                <a:cubicBezTo>
                  <a:pt x="1399079" y="95461"/>
                  <a:pt x="1397745" y="91413"/>
                  <a:pt x="1397745" y="86075"/>
                </a:cubicBezTo>
                <a:cubicBezTo>
                  <a:pt x="1397745" y="83674"/>
                  <a:pt x="1397789" y="81072"/>
                  <a:pt x="1397877" y="78270"/>
                </a:cubicBezTo>
                <a:cubicBezTo>
                  <a:pt x="1397967" y="75467"/>
                  <a:pt x="1398078" y="72398"/>
                  <a:pt x="1398211" y="69062"/>
                </a:cubicBezTo>
                <a:cubicBezTo>
                  <a:pt x="1398344" y="65725"/>
                  <a:pt x="1398456" y="62033"/>
                  <a:pt x="1398545" y="57985"/>
                </a:cubicBezTo>
                <a:cubicBezTo>
                  <a:pt x="1398635" y="53937"/>
                  <a:pt x="1398680" y="49422"/>
                  <a:pt x="1398680" y="44440"/>
                </a:cubicBezTo>
                <a:lnTo>
                  <a:pt x="1394408" y="44440"/>
                </a:lnTo>
                <a:cubicBezTo>
                  <a:pt x="1393696" y="44440"/>
                  <a:pt x="1392940" y="44462"/>
                  <a:pt x="1392139" y="44507"/>
                </a:cubicBezTo>
                <a:cubicBezTo>
                  <a:pt x="1391338" y="44550"/>
                  <a:pt x="1390493" y="44617"/>
                  <a:pt x="1389604" y="44706"/>
                </a:cubicBezTo>
                <a:cubicBezTo>
                  <a:pt x="1389694" y="44173"/>
                  <a:pt x="1389760" y="43662"/>
                  <a:pt x="1389804" y="43173"/>
                </a:cubicBezTo>
                <a:cubicBezTo>
                  <a:pt x="1389848" y="42683"/>
                  <a:pt x="1389871" y="42171"/>
                  <a:pt x="1389871" y="41638"/>
                </a:cubicBezTo>
                <a:cubicBezTo>
                  <a:pt x="1389871" y="41192"/>
                  <a:pt x="1389848" y="40748"/>
                  <a:pt x="1389804" y="40304"/>
                </a:cubicBezTo>
                <a:cubicBezTo>
                  <a:pt x="1389760" y="39859"/>
                  <a:pt x="1389694" y="39413"/>
                  <a:pt x="1389604" y="38968"/>
                </a:cubicBezTo>
                <a:cubicBezTo>
                  <a:pt x="1393607" y="39234"/>
                  <a:pt x="1396543" y="39367"/>
                  <a:pt x="1398411" y="39367"/>
                </a:cubicBezTo>
                <a:cubicBezTo>
                  <a:pt x="1398323" y="37589"/>
                  <a:pt x="1398256" y="35365"/>
                  <a:pt x="1398211" y="32696"/>
                </a:cubicBezTo>
                <a:cubicBezTo>
                  <a:pt x="1398167" y="30028"/>
                  <a:pt x="1398055" y="27269"/>
                  <a:pt x="1397877" y="24421"/>
                </a:cubicBezTo>
                <a:lnTo>
                  <a:pt x="1408955" y="19752"/>
                </a:lnTo>
                <a:lnTo>
                  <a:pt x="1409623" y="19752"/>
                </a:lnTo>
                <a:close/>
                <a:moveTo>
                  <a:pt x="1435644" y="38834"/>
                </a:moveTo>
                <a:cubicBezTo>
                  <a:pt x="1435644" y="35809"/>
                  <a:pt x="1435622" y="32518"/>
                  <a:pt x="1435577" y="28960"/>
                </a:cubicBezTo>
                <a:cubicBezTo>
                  <a:pt x="1435532" y="25400"/>
                  <a:pt x="1435465" y="21886"/>
                  <a:pt x="1435375" y="18416"/>
                </a:cubicBezTo>
                <a:cubicBezTo>
                  <a:pt x="1435287" y="14946"/>
                  <a:pt x="1435176" y="11633"/>
                  <a:pt x="1435043" y="8475"/>
                </a:cubicBezTo>
                <a:cubicBezTo>
                  <a:pt x="1434910" y="5316"/>
                  <a:pt x="1434755" y="2625"/>
                  <a:pt x="1434577" y="401"/>
                </a:cubicBezTo>
                <a:cubicBezTo>
                  <a:pt x="1437068" y="846"/>
                  <a:pt x="1439070" y="1069"/>
                  <a:pt x="1440582" y="1069"/>
                </a:cubicBezTo>
                <a:cubicBezTo>
                  <a:pt x="1442094" y="1069"/>
                  <a:pt x="1444096" y="846"/>
                  <a:pt x="1446587" y="401"/>
                </a:cubicBezTo>
                <a:cubicBezTo>
                  <a:pt x="1446409" y="2625"/>
                  <a:pt x="1446253" y="5294"/>
                  <a:pt x="1446119" y="8408"/>
                </a:cubicBezTo>
                <a:cubicBezTo>
                  <a:pt x="1445986" y="11522"/>
                  <a:pt x="1445874" y="14791"/>
                  <a:pt x="1445785" y="18216"/>
                </a:cubicBezTo>
                <a:cubicBezTo>
                  <a:pt x="1445696" y="21641"/>
                  <a:pt x="1445630" y="25089"/>
                  <a:pt x="1445585" y="28559"/>
                </a:cubicBezTo>
                <a:cubicBezTo>
                  <a:pt x="1445542" y="32028"/>
                  <a:pt x="1445520" y="35232"/>
                  <a:pt x="1445520" y="38168"/>
                </a:cubicBezTo>
                <a:lnTo>
                  <a:pt x="1445520" y="48308"/>
                </a:lnTo>
                <a:lnTo>
                  <a:pt x="1445787" y="48308"/>
                </a:lnTo>
                <a:cubicBezTo>
                  <a:pt x="1448278" y="44483"/>
                  <a:pt x="1451258" y="41525"/>
                  <a:pt x="1454728" y="39434"/>
                </a:cubicBezTo>
                <a:cubicBezTo>
                  <a:pt x="1458198" y="37344"/>
                  <a:pt x="1462335" y="36299"/>
                  <a:pt x="1467139" y="36299"/>
                </a:cubicBezTo>
                <a:cubicBezTo>
                  <a:pt x="1469630" y="36299"/>
                  <a:pt x="1472143" y="36655"/>
                  <a:pt x="1474677" y="37368"/>
                </a:cubicBezTo>
                <a:cubicBezTo>
                  <a:pt x="1477213" y="38079"/>
                  <a:pt x="1479504" y="39302"/>
                  <a:pt x="1481550" y="41037"/>
                </a:cubicBezTo>
                <a:cubicBezTo>
                  <a:pt x="1483597" y="42772"/>
                  <a:pt x="1485265" y="45130"/>
                  <a:pt x="1486555" y="48111"/>
                </a:cubicBezTo>
                <a:cubicBezTo>
                  <a:pt x="1487845" y="51091"/>
                  <a:pt x="1488489" y="54893"/>
                  <a:pt x="1488489" y="59518"/>
                </a:cubicBezTo>
                <a:cubicBezTo>
                  <a:pt x="1488489" y="63344"/>
                  <a:pt x="1488400" y="67280"/>
                  <a:pt x="1488223" y="71328"/>
                </a:cubicBezTo>
                <a:cubicBezTo>
                  <a:pt x="1488045" y="75377"/>
                  <a:pt x="1487956" y="79670"/>
                  <a:pt x="1487956" y="84208"/>
                </a:cubicBezTo>
                <a:lnTo>
                  <a:pt x="1487956" y="92880"/>
                </a:lnTo>
                <a:cubicBezTo>
                  <a:pt x="1487956" y="94304"/>
                  <a:pt x="1487978" y="95706"/>
                  <a:pt x="1488023" y="97085"/>
                </a:cubicBezTo>
                <a:cubicBezTo>
                  <a:pt x="1488068" y="98464"/>
                  <a:pt x="1488134" y="99777"/>
                  <a:pt x="1488223" y="101021"/>
                </a:cubicBezTo>
                <a:cubicBezTo>
                  <a:pt x="1486443" y="100844"/>
                  <a:pt x="1484575" y="100755"/>
                  <a:pt x="1482619" y="100755"/>
                </a:cubicBezTo>
                <a:cubicBezTo>
                  <a:pt x="1480749" y="100755"/>
                  <a:pt x="1478926" y="100844"/>
                  <a:pt x="1477147" y="101021"/>
                </a:cubicBezTo>
                <a:cubicBezTo>
                  <a:pt x="1477325" y="96395"/>
                  <a:pt x="1477525" y="91636"/>
                  <a:pt x="1477746" y="86743"/>
                </a:cubicBezTo>
                <a:cubicBezTo>
                  <a:pt x="1477969" y="81849"/>
                  <a:pt x="1478080" y="76822"/>
                  <a:pt x="1478080" y="71662"/>
                </a:cubicBezTo>
                <a:lnTo>
                  <a:pt x="1478080" y="63521"/>
                </a:lnTo>
                <a:cubicBezTo>
                  <a:pt x="1478080" y="56849"/>
                  <a:pt x="1476790" y="51801"/>
                  <a:pt x="1474209" y="48376"/>
                </a:cubicBezTo>
                <a:cubicBezTo>
                  <a:pt x="1471630" y="44951"/>
                  <a:pt x="1468072" y="43238"/>
                  <a:pt x="1463535" y="43238"/>
                </a:cubicBezTo>
                <a:cubicBezTo>
                  <a:pt x="1457308" y="43238"/>
                  <a:pt x="1452749" y="45151"/>
                  <a:pt x="1449857" y="48976"/>
                </a:cubicBezTo>
                <a:cubicBezTo>
                  <a:pt x="1446966" y="52802"/>
                  <a:pt x="1445520" y="58184"/>
                  <a:pt x="1445520" y="65124"/>
                </a:cubicBezTo>
                <a:cubicBezTo>
                  <a:pt x="1445520" y="67615"/>
                  <a:pt x="1445542" y="70507"/>
                  <a:pt x="1445585" y="73798"/>
                </a:cubicBezTo>
                <a:cubicBezTo>
                  <a:pt x="1445630" y="77090"/>
                  <a:pt x="1445696" y="80405"/>
                  <a:pt x="1445785" y="83742"/>
                </a:cubicBezTo>
                <a:cubicBezTo>
                  <a:pt x="1445874" y="87077"/>
                  <a:pt x="1445986" y="90302"/>
                  <a:pt x="1446119" y="93416"/>
                </a:cubicBezTo>
                <a:cubicBezTo>
                  <a:pt x="1446253" y="96529"/>
                  <a:pt x="1446409" y="99064"/>
                  <a:pt x="1446587" y="101021"/>
                </a:cubicBezTo>
                <a:cubicBezTo>
                  <a:pt x="1444541" y="100844"/>
                  <a:pt x="1442540" y="100755"/>
                  <a:pt x="1440582" y="100755"/>
                </a:cubicBezTo>
                <a:cubicBezTo>
                  <a:pt x="1438624" y="100755"/>
                  <a:pt x="1436623" y="100844"/>
                  <a:pt x="1434577" y="101021"/>
                </a:cubicBezTo>
                <a:cubicBezTo>
                  <a:pt x="1434755" y="98976"/>
                  <a:pt x="1434910" y="96396"/>
                  <a:pt x="1435043" y="93282"/>
                </a:cubicBezTo>
                <a:cubicBezTo>
                  <a:pt x="1435176" y="90167"/>
                  <a:pt x="1435287" y="86875"/>
                  <a:pt x="1435375" y="83406"/>
                </a:cubicBezTo>
                <a:cubicBezTo>
                  <a:pt x="1435465" y="79936"/>
                  <a:pt x="1435532" y="76422"/>
                  <a:pt x="1435577" y="72864"/>
                </a:cubicBezTo>
                <a:cubicBezTo>
                  <a:pt x="1435622" y="69306"/>
                  <a:pt x="1435644" y="66014"/>
                  <a:pt x="1435644" y="62988"/>
                </a:cubicBezTo>
                <a:lnTo>
                  <a:pt x="1435644" y="38834"/>
                </a:lnTo>
                <a:close/>
                <a:moveTo>
                  <a:pt x="1541337" y="69528"/>
                </a:moveTo>
                <a:cubicBezTo>
                  <a:pt x="1541337" y="63745"/>
                  <a:pt x="1542315" y="58763"/>
                  <a:pt x="1544271" y="54582"/>
                </a:cubicBezTo>
                <a:cubicBezTo>
                  <a:pt x="1546228" y="50400"/>
                  <a:pt x="1548786" y="46952"/>
                  <a:pt x="1551944" y="44240"/>
                </a:cubicBezTo>
                <a:cubicBezTo>
                  <a:pt x="1555102" y="41526"/>
                  <a:pt x="1558728" y="39525"/>
                  <a:pt x="1562819" y="38235"/>
                </a:cubicBezTo>
                <a:cubicBezTo>
                  <a:pt x="1566912" y="36944"/>
                  <a:pt x="1571094" y="36299"/>
                  <a:pt x="1575365" y="36299"/>
                </a:cubicBezTo>
                <a:cubicBezTo>
                  <a:pt x="1580259" y="36299"/>
                  <a:pt x="1584640" y="36899"/>
                  <a:pt x="1588509" y="38101"/>
                </a:cubicBezTo>
                <a:cubicBezTo>
                  <a:pt x="1592379" y="39302"/>
                  <a:pt x="1595159" y="40659"/>
                  <a:pt x="1596849" y="42171"/>
                </a:cubicBezTo>
                <a:cubicBezTo>
                  <a:pt x="1596228" y="43506"/>
                  <a:pt x="1595672" y="44907"/>
                  <a:pt x="1595182" y="46374"/>
                </a:cubicBezTo>
                <a:cubicBezTo>
                  <a:pt x="1594693" y="47841"/>
                  <a:pt x="1594271" y="49376"/>
                  <a:pt x="1593915" y="50978"/>
                </a:cubicBezTo>
                <a:lnTo>
                  <a:pt x="1592846" y="50978"/>
                </a:lnTo>
                <a:cubicBezTo>
                  <a:pt x="1592224" y="49821"/>
                  <a:pt x="1591379" y="48643"/>
                  <a:pt x="1590311" y="47443"/>
                </a:cubicBezTo>
                <a:cubicBezTo>
                  <a:pt x="1589244" y="46242"/>
                  <a:pt x="1587976" y="45129"/>
                  <a:pt x="1586507" y="44106"/>
                </a:cubicBezTo>
                <a:cubicBezTo>
                  <a:pt x="1585040" y="43082"/>
                  <a:pt x="1583416" y="42237"/>
                  <a:pt x="1581636" y="41570"/>
                </a:cubicBezTo>
                <a:cubicBezTo>
                  <a:pt x="1579858" y="40903"/>
                  <a:pt x="1577901" y="40569"/>
                  <a:pt x="1575766" y="40569"/>
                </a:cubicBezTo>
                <a:cubicBezTo>
                  <a:pt x="1571763" y="40569"/>
                  <a:pt x="1568315" y="41303"/>
                  <a:pt x="1565424" y="42772"/>
                </a:cubicBezTo>
                <a:cubicBezTo>
                  <a:pt x="1562532" y="44239"/>
                  <a:pt x="1560174" y="46263"/>
                  <a:pt x="1558350" y="48844"/>
                </a:cubicBezTo>
                <a:cubicBezTo>
                  <a:pt x="1556527" y="51423"/>
                  <a:pt x="1555192" y="54470"/>
                  <a:pt x="1554346" y="57985"/>
                </a:cubicBezTo>
                <a:cubicBezTo>
                  <a:pt x="1553502" y="61498"/>
                  <a:pt x="1553080" y="65301"/>
                  <a:pt x="1553080" y="69394"/>
                </a:cubicBezTo>
                <a:cubicBezTo>
                  <a:pt x="1553080" y="78557"/>
                  <a:pt x="1555037" y="85474"/>
                  <a:pt x="1558950" y="90146"/>
                </a:cubicBezTo>
                <a:cubicBezTo>
                  <a:pt x="1562865" y="94817"/>
                  <a:pt x="1568604" y="97152"/>
                  <a:pt x="1576165" y="97152"/>
                </a:cubicBezTo>
                <a:cubicBezTo>
                  <a:pt x="1577945" y="97152"/>
                  <a:pt x="1579768" y="96908"/>
                  <a:pt x="1581636" y="96419"/>
                </a:cubicBezTo>
                <a:cubicBezTo>
                  <a:pt x="1583506" y="95929"/>
                  <a:pt x="1585330" y="95261"/>
                  <a:pt x="1587108" y="94416"/>
                </a:cubicBezTo>
                <a:cubicBezTo>
                  <a:pt x="1588888" y="93570"/>
                  <a:pt x="1590556" y="92569"/>
                  <a:pt x="1592113" y="91414"/>
                </a:cubicBezTo>
                <a:cubicBezTo>
                  <a:pt x="1593670" y="90258"/>
                  <a:pt x="1595027" y="89011"/>
                  <a:pt x="1596184" y="87676"/>
                </a:cubicBezTo>
                <a:lnTo>
                  <a:pt x="1596849" y="88077"/>
                </a:lnTo>
                <a:cubicBezTo>
                  <a:pt x="1596405" y="90212"/>
                  <a:pt x="1596139" y="92392"/>
                  <a:pt x="1596049" y="94615"/>
                </a:cubicBezTo>
                <a:cubicBezTo>
                  <a:pt x="1593380" y="96751"/>
                  <a:pt x="1590066" y="98574"/>
                  <a:pt x="1586106" y="100087"/>
                </a:cubicBezTo>
                <a:cubicBezTo>
                  <a:pt x="1582148" y="101599"/>
                  <a:pt x="1578034" y="102355"/>
                  <a:pt x="1573764" y="102355"/>
                </a:cubicBezTo>
                <a:cubicBezTo>
                  <a:pt x="1569939" y="102355"/>
                  <a:pt x="1566091" y="101799"/>
                  <a:pt x="1562221" y="100687"/>
                </a:cubicBezTo>
                <a:cubicBezTo>
                  <a:pt x="1558350" y="99576"/>
                  <a:pt x="1554858" y="97708"/>
                  <a:pt x="1551744" y="95084"/>
                </a:cubicBezTo>
                <a:cubicBezTo>
                  <a:pt x="1548631" y="92458"/>
                  <a:pt x="1546118" y="89055"/>
                  <a:pt x="1544206" y="84874"/>
                </a:cubicBezTo>
                <a:cubicBezTo>
                  <a:pt x="1542293" y="80693"/>
                  <a:pt x="1541337" y="75577"/>
                  <a:pt x="1541337" y="69528"/>
                </a:cubicBezTo>
                <a:close/>
                <a:moveTo>
                  <a:pt x="1646893" y="67794"/>
                </a:moveTo>
                <a:cubicBezTo>
                  <a:pt x="1645381" y="68327"/>
                  <a:pt x="1643623" y="68772"/>
                  <a:pt x="1641621" y="69127"/>
                </a:cubicBezTo>
                <a:cubicBezTo>
                  <a:pt x="1639620" y="69483"/>
                  <a:pt x="1637597" y="69861"/>
                  <a:pt x="1635551" y="70261"/>
                </a:cubicBezTo>
                <a:cubicBezTo>
                  <a:pt x="1633505" y="70662"/>
                  <a:pt x="1631481" y="71174"/>
                  <a:pt x="1629479" y="71797"/>
                </a:cubicBezTo>
                <a:cubicBezTo>
                  <a:pt x="1627476" y="72419"/>
                  <a:pt x="1625697" y="73264"/>
                  <a:pt x="1624140" y="74332"/>
                </a:cubicBezTo>
                <a:cubicBezTo>
                  <a:pt x="1622584" y="75399"/>
                  <a:pt x="1621338" y="76733"/>
                  <a:pt x="1620403" y="78335"/>
                </a:cubicBezTo>
                <a:cubicBezTo>
                  <a:pt x="1619469" y="79937"/>
                  <a:pt x="1619002" y="81984"/>
                  <a:pt x="1619002" y="84475"/>
                </a:cubicBezTo>
                <a:cubicBezTo>
                  <a:pt x="1619002" y="88656"/>
                  <a:pt x="1620203" y="91814"/>
                  <a:pt x="1622604" y="93949"/>
                </a:cubicBezTo>
                <a:cubicBezTo>
                  <a:pt x="1625007" y="96085"/>
                  <a:pt x="1627677" y="97152"/>
                  <a:pt x="1630613" y="97152"/>
                </a:cubicBezTo>
                <a:cubicBezTo>
                  <a:pt x="1633993" y="97152"/>
                  <a:pt x="1637084" y="96218"/>
                  <a:pt x="1639886" y="94351"/>
                </a:cubicBezTo>
                <a:cubicBezTo>
                  <a:pt x="1642689" y="92481"/>
                  <a:pt x="1644847" y="90301"/>
                  <a:pt x="1646359" y="87810"/>
                </a:cubicBezTo>
                <a:lnTo>
                  <a:pt x="1646893" y="67794"/>
                </a:lnTo>
                <a:moveTo>
                  <a:pt x="1613932" y="44038"/>
                </a:moveTo>
                <a:cubicBezTo>
                  <a:pt x="1617935" y="41014"/>
                  <a:pt x="1621627" y="38968"/>
                  <a:pt x="1625007" y="37901"/>
                </a:cubicBezTo>
                <a:cubicBezTo>
                  <a:pt x="1628389" y="36833"/>
                  <a:pt x="1631858" y="36299"/>
                  <a:pt x="1635416" y="36299"/>
                </a:cubicBezTo>
                <a:cubicBezTo>
                  <a:pt x="1638620" y="36299"/>
                  <a:pt x="1641556" y="36766"/>
                  <a:pt x="1644225" y="37699"/>
                </a:cubicBezTo>
                <a:cubicBezTo>
                  <a:pt x="1646894" y="38633"/>
                  <a:pt x="1649163" y="39968"/>
                  <a:pt x="1651031" y="41703"/>
                </a:cubicBezTo>
                <a:cubicBezTo>
                  <a:pt x="1652898" y="43438"/>
                  <a:pt x="1654366" y="45529"/>
                  <a:pt x="1655433" y="47977"/>
                </a:cubicBezTo>
                <a:cubicBezTo>
                  <a:pt x="1656501" y="50423"/>
                  <a:pt x="1657035" y="53113"/>
                  <a:pt x="1657035" y="56048"/>
                </a:cubicBezTo>
                <a:cubicBezTo>
                  <a:pt x="1657035" y="61120"/>
                  <a:pt x="1656947" y="66169"/>
                  <a:pt x="1656769" y="71196"/>
                </a:cubicBezTo>
                <a:cubicBezTo>
                  <a:pt x="1656591" y="76223"/>
                  <a:pt x="1656502" y="81538"/>
                  <a:pt x="1656502" y="87142"/>
                </a:cubicBezTo>
                <a:cubicBezTo>
                  <a:pt x="1656502" y="88211"/>
                  <a:pt x="1656524" y="89345"/>
                  <a:pt x="1656569" y="90547"/>
                </a:cubicBezTo>
                <a:cubicBezTo>
                  <a:pt x="1656614" y="91747"/>
                  <a:pt x="1656814" y="92814"/>
                  <a:pt x="1657170" y="93748"/>
                </a:cubicBezTo>
                <a:cubicBezTo>
                  <a:pt x="1657526" y="94682"/>
                  <a:pt x="1658037" y="95460"/>
                  <a:pt x="1658703" y="96083"/>
                </a:cubicBezTo>
                <a:cubicBezTo>
                  <a:pt x="1659371" y="96707"/>
                  <a:pt x="1660372" y="97018"/>
                  <a:pt x="1661707" y="97018"/>
                </a:cubicBezTo>
                <a:cubicBezTo>
                  <a:pt x="1662152" y="97018"/>
                  <a:pt x="1662619" y="96996"/>
                  <a:pt x="1663108" y="96951"/>
                </a:cubicBezTo>
                <a:cubicBezTo>
                  <a:pt x="1663598" y="96906"/>
                  <a:pt x="1664065" y="96751"/>
                  <a:pt x="1664509" y="96485"/>
                </a:cubicBezTo>
                <a:lnTo>
                  <a:pt x="1664509" y="99421"/>
                </a:lnTo>
                <a:cubicBezTo>
                  <a:pt x="1663530" y="99865"/>
                  <a:pt x="1662307" y="100220"/>
                  <a:pt x="1660839" y="100488"/>
                </a:cubicBezTo>
                <a:cubicBezTo>
                  <a:pt x="1659372" y="100755"/>
                  <a:pt x="1657748" y="100889"/>
                  <a:pt x="1655968" y="100889"/>
                </a:cubicBezTo>
                <a:cubicBezTo>
                  <a:pt x="1653122" y="100889"/>
                  <a:pt x="1650942" y="100155"/>
                  <a:pt x="1649430" y="98688"/>
                </a:cubicBezTo>
                <a:cubicBezTo>
                  <a:pt x="1647918" y="97219"/>
                  <a:pt x="1647028" y="95328"/>
                  <a:pt x="1646760" y="93015"/>
                </a:cubicBezTo>
                <a:cubicBezTo>
                  <a:pt x="1643558" y="96217"/>
                  <a:pt x="1640400" y="98574"/>
                  <a:pt x="1637286" y="100087"/>
                </a:cubicBezTo>
                <a:cubicBezTo>
                  <a:pt x="1634172" y="101599"/>
                  <a:pt x="1630346" y="102355"/>
                  <a:pt x="1625809" y="102355"/>
                </a:cubicBezTo>
                <a:cubicBezTo>
                  <a:pt x="1623584" y="102355"/>
                  <a:pt x="1621404" y="102044"/>
                  <a:pt x="1619269" y="101420"/>
                </a:cubicBezTo>
                <a:cubicBezTo>
                  <a:pt x="1617135" y="100799"/>
                  <a:pt x="1615244" y="99777"/>
                  <a:pt x="1613598" y="98354"/>
                </a:cubicBezTo>
                <a:cubicBezTo>
                  <a:pt x="1611952" y="96930"/>
                  <a:pt x="1610618" y="95217"/>
                  <a:pt x="1609594" y="93216"/>
                </a:cubicBezTo>
                <a:cubicBezTo>
                  <a:pt x="1608572" y="91214"/>
                  <a:pt x="1608061" y="88923"/>
                  <a:pt x="1608061" y="86342"/>
                </a:cubicBezTo>
                <a:cubicBezTo>
                  <a:pt x="1608061" y="81004"/>
                  <a:pt x="1609729" y="76868"/>
                  <a:pt x="1613064" y="73933"/>
                </a:cubicBezTo>
                <a:cubicBezTo>
                  <a:pt x="1616401" y="70997"/>
                  <a:pt x="1621005" y="69039"/>
                  <a:pt x="1626876" y="68060"/>
                </a:cubicBezTo>
                <a:cubicBezTo>
                  <a:pt x="1631681" y="67259"/>
                  <a:pt x="1635440" y="66570"/>
                  <a:pt x="1638153" y="65991"/>
                </a:cubicBezTo>
                <a:cubicBezTo>
                  <a:pt x="1640867" y="65413"/>
                  <a:pt x="1642868" y="64812"/>
                  <a:pt x="1644158" y="64189"/>
                </a:cubicBezTo>
                <a:cubicBezTo>
                  <a:pt x="1645448" y="63566"/>
                  <a:pt x="1646226" y="62832"/>
                  <a:pt x="1646492" y="61988"/>
                </a:cubicBezTo>
                <a:cubicBezTo>
                  <a:pt x="1646759" y="61142"/>
                  <a:pt x="1646893" y="60052"/>
                  <a:pt x="1646893" y="58718"/>
                </a:cubicBezTo>
                <a:cubicBezTo>
                  <a:pt x="1646893" y="56494"/>
                  <a:pt x="1646626" y="54360"/>
                  <a:pt x="1646093" y="52314"/>
                </a:cubicBezTo>
                <a:cubicBezTo>
                  <a:pt x="1645559" y="50267"/>
                  <a:pt x="1644714" y="48487"/>
                  <a:pt x="1643557" y="46975"/>
                </a:cubicBezTo>
                <a:cubicBezTo>
                  <a:pt x="1642401" y="45462"/>
                  <a:pt x="1640889" y="44239"/>
                  <a:pt x="1639021" y="43305"/>
                </a:cubicBezTo>
                <a:cubicBezTo>
                  <a:pt x="1637153" y="42371"/>
                  <a:pt x="1634884" y="41904"/>
                  <a:pt x="1632215" y="41904"/>
                </a:cubicBezTo>
                <a:cubicBezTo>
                  <a:pt x="1628656" y="41904"/>
                  <a:pt x="1625342" y="42705"/>
                  <a:pt x="1622272" y="44307"/>
                </a:cubicBezTo>
                <a:cubicBezTo>
                  <a:pt x="1619203" y="45908"/>
                  <a:pt x="1616912" y="48131"/>
                  <a:pt x="1615400" y="50978"/>
                </a:cubicBezTo>
                <a:lnTo>
                  <a:pt x="1613932" y="50978"/>
                </a:lnTo>
                <a:lnTo>
                  <a:pt x="1613932" y="44038"/>
                </a:lnTo>
                <a:close/>
                <a:moveTo>
                  <a:pt x="1709881" y="48575"/>
                </a:moveTo>
                <a:cubicBezTo>
                  <a:pt x="1709437" y="48042"/>
                  <a:pt x="1708570" y="47553"/>
                  <a:pt x="1707279" y="47109"/>
                </a:cubicBezTo>
                <a:cubicBezTo>
                  <a:pt x="1705989" y="46664"/>
                  <a:pt x="1704677" y="46441"/>
                  <a:pt x="1703342" y="46441"/>
                </a:cubicBezTo>
                <a:cubicBezTo>
                  <a:pt x="1701207" y="46441"/>
                  <a:pt x="1699294" y="46931"/>
                  <a:pt x="1697604" y="47909"/>
                </a:cubicBezTo>
                <a:cubicBezTo>
                  <a:pt x="1695914" y="48888"/>
                  <a:pt x="1694491" y="50200"/>
                  <a:pt x="1693334" y="51845"/>
                </a:cubicBezTo>
                <a:cubicBezTo>
                  <a:pt x="1692178" y="53491"/>
                  <a:pt x="1691288" y="55448"/>
                  <a:pt x="1690665" y="57718"/>
                </a:cubicBezTo>
                <a:cubicBezTo>
                  <a:pt x="1690043" y="59986"/>
                  <a:pt x="1689732" y="62410"/>
                  <a:pt x="1689732" y="64990"/>
                </a:cubicBezTo>
                <a:lnTo>
                  <a:pt x="1689732" y="79669"/>
                </a:lnTo>
                <a:cubicBezTo>
                  <a:pt x="1689732" y="85630"/>
                  <a:pt x="1689754" y="90190"/>
                  <a:pt x="1689797" y="93349"/>
                </a:cubicBezTo>
                <a:cubicBezTo>
                  <a:pt x="1689842" y="96506"/>
                  <a:pt x="1689998" y="99064"/>
                  <a:pt x="1690266" y="101021"/>
                </a:cubicBezTo>
                <a:cubicBezTo>
                  <a:pt x="1688486" y="100844"/>
                  <a:pt x="1686706" y="100755"/>
                  <a:pt x="1684926" y="100755"/>
                </a:cubicBezTo>
                <a:cubicBezTo>
                  <a:pt x="1682969" y="100755"/>
                  <a:pt x="1681101" y="100844"/>
                  <a:pt x="1679323" y="101021"/>
                </a:cubicBezTo>
                <a:cubicBezTo>
                  <a:pt x="1679589" y="97997"/>
                  <a:pt x="1679744" y="93882"/>
                  <a:pt x="1679789" y="88677"/>
                </a:cubicBezTo>
                <a:cubicBezTo>
                  <a:pt x="1679834" y="83473"/>
                  <a:pt x="1679856" y="77090"/>
                  <a:pt x="1679856" y="69528"/>
                </a:cubicBezTo>
                <a:lnTo>
                  <a:pt x="1679856" y="65256"/>
                </a:lnTo>
                <a:cubicBezTo>
                  <a:pt x="1679856" y="61788"/>
                  <a:pt x="1679834" y="57785"/>
                  <a:pt x="1679789" y="53248"/>
                </a:cubicBezTo>
                <a:cubicBezTo>
                  <a:pt x="1679744" y="48710"/>
                  <a:pt x="1679589" y="43505"/>
                  <a:pt x="1679323" y="37632"/>
                </a:cubicBezTo>
                <a:cubicBezTo>
                  <a:pt x="1680301" y="37811"/>
                  <a:pt x="1681235" y="37968"/>
                  <a:pt x="1682125" y="38101"/>
                </a:cubicBezTo>
                <a:cubicBezTo>
                  <a:pt x="1683014" y="38234"/>
                  <a:pt x="1683948" y="38300"/>
                  <a:pt x="1684926" y="38300"/>
                </a:cubicBezTo>
                <a:cubicBezTo>
                  <a:pt x="1685727" y="38300"/>
                  <a:pt x="1686572" y="38234"/>
                  <a:pt x="1687462" y="38101"/>
                </a:cubicBezTo>
                <a:cubicBezTo>
                  <a:pt x="1688352" y="37968"/>
                  <a:pt x="1689287" y="37811"/>
                  <a:pt x="1690266" y="37632"/>
                </a:cubicBezTo>
                <a:cubicBezTo>
                  <a:pt x="1689910" y="40836"/>
                  <a:pt x="1689710" y="43372"/>
                  <a:pt x="1689665" y="45240"/>
                </a:cubicBezTo>
                <a:cubicBezTo>
                  <a:pt x="1689620" y="47108"/>
                  <a:pt x="1689598" y="48887"/>
                  <a:pt x="1689598" y="50577"/>
                </a:cubicBezTo>
                <a:lnTo>
                  <a:pt x="1689864" y="50711"/>
                </a:lnTo>
                <a:cubicBezTo>
                  <a:pt x="1695114" y="41103"/>
                  <a:pt x="1700986" y="36299"/>
                  <a:pt x="1707480" y="36299"/>
                </a:cubicBezTo>
                <a:cubicBezTo>
                  <a:pt x="1708281" y="36299"/>
                  <a:pt x="1708971" y="36343"/>
                  <a:pt x="1709549" y="36433"/>
                </a:cubicBezTo>
                <a:cubicBezTo>
                  <a:pt x="1710127" y="36521"/>
                  <a:pt x="1710861" y="36743"/>
                  <a:pt x="1711750" y="37099"/>
                </a:cubicBezTo>
                <a:cubicBezTo>
                  <a:pt x="1711305" y="38167"/>
                  <a:pt x="1711038" y="39791"/>
                  <a:pt x="1710948" y="41972"/>
                </a:cubicBezTo>
                <a:cubicBezTo>
                  <a:pt x="1710860" y="44150"/>
                  <a:pt x="1710816" y="46130"/>
                  <a:pt x="1710816" y="47909"/>
                </a:cubicBezTo>
                <a:lnTo>
                  <a:pt x="1709881" y="48575"/>
                </a:lnTo>
                <a:close/>
                <a:moveTo>
                  <a:pt x="1749116" y="40569"/>
                </a:moveTo>
                <a:cubicBezTo>
                  <a:pt x="1745824" y="40569"/>
                  <a:pt x="1743044" y="41325"/>
                  <a:pt x="1740774" y="42837"/>
                </a:cubicBezTo>
                <a:cubicBezTo>
                  <a:pt x="1738505" y="44349"/>
                  <a:pt x="1736637" y="46240"/>
                  <a:pt x="1735170" y="48510"/>
                </a:cubicBezTo>
                <a:cubicBezTo>
                  <a:pt x="1733703" y="50778"/>
                  <a:pt x="1732591" y="53269"/>
                  <a:pt x="1731835" y="55983"/>
                </a:cubicBezTo>
                <a:cubicBezTo>
                  <a:pt x="1731078" y="58697"/>
                  <a:pt x="1730611" y="61254"/>
                  <a:pt x="1730434" y="63656"/>
                </a:cubicBezTo>
                <a:cubicBezTo>
                  <a:pt x="1733191" y="63745"/>
                  <a:pt x="1736059" y="63835"/>
                  <a:pt x="1739039" y="63925"/>
                </a:cubicBezTo>
                <a:cubicBezTo>
                  <a:pt x="1742020" y="64013"/>
                  <a:pt x="1744934" y="64057"/>
                  <a:pt x="1747781" y="64057"/>
                </a:cubicBezTo>
                <a:cubicBezTo>
                  <a:pt x="1750717" y="64057"/>
                  <a:pt x="1753697" y="64013"/>
                  <a:pt x="1756722" y="63925"/>
                </a:cubicBezTo>
                <a:cubicBezTo>
                  <a:pt x="1759746" y="63835"/>
                  <a:pt x="1762683" y="63745"/>
                  <a:pt x="1765531" y="63656"/>
                </a:cubicBezTo>
                <a:cubicBezTo>
                  <a:pt x="1765531" y="61254"/>
                  <a:pt x="1765331" y="58719"/>
                  <a:pt x="1764930" y="56050"/>
                </a:cubicBezTo>
                <a:cubicBezTo>
                  <a:pt x="1764530" y="53380"/>
                  <a:pt x="1763729" y="50888"/>
                  <a:pt x="1762527" y="48575"/>
                </a:cubicBezTo>
                <a:cubicBezTo>
                  <a:pt x="1761326" y="46262"/>
                  <a:pt x="1759658" y="44349"/>
                  <a:pt x="1757522" y="42837"/>
                </a:cubicBezTo>
                <a:cubicBezTo>
                  <a:pt x="1755387" y="41325"/>
                  <a:pt x="1752585" y="40569"/>
                  <a:pt x="1749116" y="40569"/>
                </a:cubicBezTo>
                <a:moveTo>
                  <a:pt x="1718289" y="71396"/>
                </a:moveTo>
                <a:cubicBezTo>
                  <a:pt x="1718289" y="60453"/>
                  <a:pt x="1720891" y="51868"/>
                  <a:pt x="1726094" y="45641"/>
                </a:cubicBezTo>
                <a:cubicBezTo>
                  <a:pt x="1731299" y="39413"/>
                  <a:pt x="1738884" y="36299"/>
                  <a:pt x="1748850" y="36299"/>
                </a:cubicBezTo>
                <a:cubicBezTo>
                  <a:pt x="1753564" y="36299"/>
                  <a:pt x="1757634" y="37033"/>
                  <a:pt x="1761059" y="38502"/>
                </a:cubicBezTo>
                <a:cubicBezTo>
                  <a:pt x="1764484" y="39969"/>
                  <a:pt x="1767353" y="41926"/>
                  <a:pt x="1769666" y="44372"/>
                </a:cubicBezTo>
                <a:cubicBezTo>
                  <a:pt x="1771980" y="46819"/>
                  <a:pt x="1773692" y="49688"/>
                  <a:pt x="1774804" y="52980"/>
                </a:cubicBezTo>
                <a:cubicBezTo>
                  <a:pt x="1775916" y="56272"/>
                  <a:pt x="1776472" y="59786"/>
                  <a:pt x="1776472" y="63521"/>
                </a:cubicBezTo>
                <a:cubicBezTo>
                  <a:pt x="1776472" y="64412"/>
                  <a:pt x="1776449" y="65280"/>
                  <a:pt x="1776404" y="66126"/>
                </a:cubicBezTo>
                <a:cubicBezTo>
                  <a:pt x="1776361" y="66970"/>
                  <a:pt x="1776295" y="67837"/>
                  <a:pt x="1776205" y="68726"/>
                </a:cubicBezTo>
                <a:cubicBezTo>
                  <a:pt x="1771401" y="68638"/>
                  <a:pt x="1766641" y="68550"/>
                  <a:pt x="1761927" y="68461"/>
                </a:cubicBezTo>
                <a:cubicBezTo>
                  <a:pt x="1757212" y="68372"/>
                  <a:pt x="1752453" y="68327"/>
                  <a:pt x="1747648" y="68327"/>
                </a:cubicBezTo>
                <a:cubicBezTo>
                  <a:pt x="1744712" y="68327"/>
                  <a:pt x="1741798" y="68372"/>
                  <a:pt x="1738907" y="68461"/>
                </a:cubicBezTo>
                <a:cubicBezTo>
                  <a:pt x="1736015" y="68550"/>
                  <a:pt x="1733101" y="68638"/>
                  <a:pt x="1730165" y="68726"/>
                </a:cubicBezTo>
                <a:cubicBezTo>
                  <a:pt x="1730077" y="69171"/>
                  <a:pt x="1730033" y="69839"/>
                  <a:pt x="1730033" y="70728"/>
                </a:cubicBezTo>
                <a:lnTo>
                  <a:pt x="1730033" y="72463"/>
                </a:lnTo>
                <a:cubicBezTo>
                  <a:pt x="1730033" y="75932"/>
                  <a:pt x="1730544" y="79180"/>
                  <a:pt x="1731566" y="82206"/>
                </a:cubicBezTo>
                <a:cubicBezTo>
                  <a:pt x="1732589" y="85231"/>
                  <a:pt x="1734080" y="87833"/>
                  <a:pt x="1736037" y="90013"/>
                </a:cubicBezTo>
                <a:cubicBezTo>
                  <a:pt x="1737995" y="92192"/>
                  <a:pt x="1740397" y="93927"/>
                  <a:pt x="1743244" y="95218"/>
                </a:cubicBezTo>
                <a:cubicBezTo>
                  <a:pt x="1746091" y="96508"/>
                  <a:pt x="1749382" y="97152"/>
                  <a:pt x="1753120" y="97152"/>
                </a:cubicBezTo>
                <a:cubicBezTo>
                  <a:pt x="1754898" y="97152"/>
                  <a:pt x="1756721" y="96908"/>
                  <a:pt x="1758589" y="96419"/>
                </a:cubicBezTo>
                <a:cubicBezTo>
                  <a:pt x="1760458" y="95929"/>
                  <a:pt x="1762282" y="95261"/>
                  <a:pt x="1764061" y="94416"/>
                </a:cubicBezTo>
                <a:cubicBezTo>
                  <a:pt x="1765840" y="93570"/>
                  <a:pt x="1767509" y="92569"/>
                  <a:pt x="1769066" y="91414"/>
                </a:cubicBezTo>
                <a:cubicBezTo>
                  <a:pt x="1770623" y="90258"/>
                  <a:pt x="1771980" y="89011"/>
                  <a:pt x="1773136" y="87676"/>
                </a:cubicBezTo>
                <a:lnTo>
                  <a:pt x="1773804" y="88077"/>
                </a:lnTo>
                <a:lnTo>
                  <a:pt x="1773004" y="94615"/>
                </a:lnTo>
                <a:cubicBezTo>
                  <a:pt x="1770334" y="96751"/>
                  <a:pt x="1767019" y="98574"/>
                  <a:pt x="1763061" y="100087"/>
                </a:cubicBezTo>
                <a:cubicBezTo>
                  <a:pt x="1759102" y="101599"/>
                  <a:pt x="1754988" y="102355"/>
                  <a:pt x="1750717" y="102355"/>
                </a:cubicBezTo>
                <a:cubicBezTo>
                  <a:pt x="1745913" y="102355"/>
                  <a:pt x="1741531" y="101621"/>
                  <a:pt x="1737571" y="100154"/>
                </a:cubicBezTo>
                <a:cubicBezTo>
                  <a:pt x="1733612" y="98686"/>
                  <a:pt x="1730187" y="96552"/>
                  <a:pt x="1727296" y="93750"/>
                </a:cubicBezTo>
                <a:cubicBezTo>
                  <a:pt x="1724406" y="90947"/>
                  <a:pt x="1722182" y="87632"/>
                  <a:pt x="1720625" y="83807"/>
                </a:cubicBezTo>
                <a:cubicBezTo>
                  <a:pt x="1719068" y="79981"/>
                  <a:pt x="1718289" y="75844"/>
                  <a:pt x="1718289" y="71396"/>
                </a:cubicBezTo>
                <a:close/>
                <a:moveTo>
                  <a:pt x="1826116" y="76466"/>
                </a:moveTo>
                <a:cubicBezTo>
                  <a:pt x="1826116" y="73441"/>
                  <a:pt x="1826094" y="70150"/>
                  <a:pt x="1826049" y="66592"/>
                </a:cubicBezTo>
                <a:cubicBezTo>
                  <a:pt x="1826004" y="63033"/>
                  <a:pt x="1825937" y="59496"/>
                  <a:pt x="1825847" y="55983"/>
                </a:cubicBezTo>
                <a:cubicBezTo>
                  <a:pt x="1825759" y="52469"/>
                  <a:pt x="1825648" y="49110"/>
                  <a:pt x="1825515" y="45908"/>
                </a:cubicBezTo>
                <a:cubicBezTo>
                  <a:pt x="1825382" y="42704"/>
                  <a:pt x="1825227" y="39945"/>
                  <a:pt x="1825049" y="37632"/>
                </a:cubicBezTo>
                <a:cubicBezTo>
                  <a:pt x="1827540" y="38078"/>
                  <a:pt x="1829542" y="38300"/>
                  <a:pt x="1831054" y="38300"/>
                </a:cubicBezTo>
                <a:cubicBezTo>
                  <a:pt x="1832566" y="38300"/>
                  <a:pt x="1834568" y="38078"/>
                  <a:pt x="1837059" y="37632"/>
                </a:cubicBezTo>
                <a:cubicBezTo>
                  <a:pt x="1836703" y="39945"/>
                  <a:pt x="1836436" y="42170"/>
                  <a:pt x="1836259" y="44305"/>
                </a:cubicBezTo>
                <a:cubicBezTo>
                  <a:pt x="1836081" y="46441"/>
                  <a:pt x="1835992" y="48576"/>
                  <a:pt x="1835992" y="50711"/>
                </a:cubicBezTo>
                <a:lnTo>
                  <a:pt x="1836259" y="50711"/>
                </a:lnTo>
                <a:cubicBezTo>
                  <a:pt x="1836880" y="49287"/>
                  <a:pt x="1837769" y="47753"/>
                  <a:pt x="1838926" y="46107"/>
                </a:cubicBezTo>
                <a:cubicBezTo>
                  <a:pt x="1840083" y="44462"/>
                  <a:pt x="1841573" y="42906"/>
                  <a:pt x="1843396" y="41438"/>
                </a:cubicBezTo>
                <a:cubicBezTo>
                  <a:pt x="1845220" y="39969"/>
                  <a:pt x="1847422" y="38745"/>
                  <a:pt x="1850001" y="37767"/>
                </a:cubicBezTo>
                <a:cubicBezTo>
                  <a:pt x="1852582" y="36788"/>
                  <a:pt x="1855518" y="36299"/>
                  <a:pt x="1858810" y="36299"/>
                </a:cubicBezTo>
                <a:cubicBezTo>
                  <a:pt x="1862192" y="36299"/>
                  <a:pt x="1865528" y="36944"/>
                  <a:pt x="1868819" y="38235"/>
                </a:cubicBezTo>
                <a:cubicBezTo>
                  <a:pt x="1872110" y="39525"/>
                  <a:pt x="1875024" y="41504"/>
                  <a:pt x="1877560" y="44173"/>
                </a:cubicBezTo>
                <a:cubicBezTo>
                  <a:pt x="1880096" y="46842"/>
                  <a:pt x="1882143" y="50245"/>
                  <a:pt x="1883700" y="54383"/>
                </a:cubicBezTo>
                <a:cubicBezTo>
                  <a:pt x="1885257" y="58519"/>
                  <a:pt x="1886035" y="63434"/>
                  <a:pt x="1886035" y="69127"/>
                </a:cubicBezTo>
                <a:cubicBezTo>
                  <a:pt x="1886035" y="74821"/>
                  <a:pt x="1885189" y="79759"/>
                  <a:pt x="1883498" y="83941"/>
                </a:cubicBezTo>
                <a:cubicBezTo>
                  <a:pt x="1881808" y="88122"/>
                  <a:pt x="1879606" y="91592"/>
                  <a:pt x="1876892" y="94351"/>
                </a:cubicBezTo>
                <a:cubicBezTo>
                  <a:pt x="1874179" y="97108"/>
                  <a:pt x="1871087" y="99131"/>
                  <a:pt x="1867617" y="100421"/>
                </a:cubicBezTo>
                <a:cubicBezTo>
                  <a:pt x="1864149" y="101710"/>
                  <a:pt x="1860680" y="102355"/>
                  <a:pt x="1857210" y="102355"/>
                </a:cubicBezTo>
                <a:cubicBezTo>
                  <a:pt x="1847423" y="102355"/>
                  <a:pt x="1840440" y="98130"/>
                  <a:pt x="1836259" y="89679"/>
                </a:cubicBezTo>
                <a:lnTo>
                  <a:pt x="1835992" y="89679"/>
                </a:lnTo>
                <a:lnTo>
                  <a:pt x="1835992" y="98085"/>
                </a:lnTo>
                <a:cubicBezTo>
                  <a:pt x="1835992" y="100932"/>
                  <a:pt x="1836014" y="104112"/>
                  <a:pt x="1836057" y="107627"/>
                </a:cubicBezTo>
                <a:cubicBezTo>
                  <a:pt x="1836102" y="111142"/>
                  <a:pt x="1836168" y="114634"/>
                  <a:pt x="1836257" y="118104"/>
                </a:cubicBezTo>
                <a:cubicBezTo>
                  <a:pt x="1836346" y="121573"/>
                  <a:pt x="1836457" y="124887"/>
                  <a:pt x="1836590" y="128045"/>
                </a:cubicBezTo>
                <a:cubicBezTo>
                  <a:pt x="1836725" y="131204"/>
                  <a:pt x="1836881" y="133895"/>
                  <a:pt x="1837059" y="136119"/>
                </a:cubicBezTo>
                <a:cubicBezTo>
                  <a:pt x="1834568" y="135673"/>
                  <a:pt x="1832566" y="135451"/>
                  <a:pt x="1831054" y="135451"/>
                </a:cubicBezTo>
                <a:cubicBezTo>
                  <a:pt x="1829542" y="135451"/>
                  <a:pt x="1827540" y="135673"/>
                  <a:pt x="1825049" y="136119"/>
                </a:cubicBezTo>
                <a:cubicBezTo>
                  <a:pt x="1825227" y="133895"/>
                  <a:pt x="1825382" y="131204"/>
                  <a:pt x="1825515" y="128045"/>
                </a:cubicBezTo>
                <a:cubicBezTo>
                  <a:pt x="1825648" y="124887"/>
                  <a:pt x="1825759" y="121573"/>
                  <a:pt x="1825847" y="118104"/>
                </a:cubicBezTo>
                <a:cubicBezTo>
                  <a:pt x="1825937" y="114634"/>
                  <a:pt x="1826004" y="111142"/>
                  <a:pt x="1826049" y="107627"/>
                </a:cubicBezTo>
                <a:cubicBezTo>
                  <a:pt x="1826094" y="104112"/>
                  <a:pt x="1826116" y="100932"/>
                  <a:pt x="1826116" y="98085"/>
                </a:cubicBezTo>
                <a:lnTo>
                  <a:pt x="1826116" y="76466"/>
                </a:lnTo>
                <a:moveTo>
                  <a:pt x="1874290" y="68993"/>
                </a:moveTo>
                <a:cubicBezTo>
                  <a:pt x="1874290" y="63655"/>
                  <a:pt x="1873734" y="59251"/>
                  <a:pt x="1872622" y="55782"/>
                </a:cubicBezTo>
                <a:cubicBezTo>
                  <a:pt x="1871510" y="52312"/>
                  <a:pt x="1870087" y="49532"/>
                  <a:pt x="1868352" y="47441"/>
                </a:cubicBezTo>
                <a:cubicBezTo>
                  <a:pt x="1866617" y="45350"/>
                  <a:pt x="1864637" y="43905"/>
                  <a:pt x="1862412" y="43106"/>
                </a:cubicBezTo>
                <a:cubicBezTo>
                  <a:pt x="1860189" y="42305"/>
                  <a:pt x="1858009" y="41904"/>
                  <a:pt x="1855874" y="41904"/>
                </a:cubicBezTo>
                <a:cubicBezTo>
                  <a:pt x="1852316" y="41904"/>
                  <a:pt x="1849269" y="42661"/>
                  <a:pt x="1846733" y="44173"/>
                </a:cubicBezTo>
                <a:cubicBezTo>
                  <a:pt x="1844197" y="45685"/>
                  <a:pt x="1842128" y="47709"/>
                  <a:pt x="1840527" y="50245"/>
                </a:cubicBezTo>
                <a:cubicBezTo>
                  <a:pt x="1838926" y="52779"/>
                  <a:pt x="1837770" y="55760"/>
                  <a:pt x="1837059" y="59186"/>
                </a:cubicBezTo>
                <a:cubicBezTo>
                  <a:pt x="1836347" y="62611"/>
                  <a:pt x="1835992" y="66236"/>
                  <a:pt x="1835992" y="70062"/>
                </a:cubicBezTo>
                <a:cubicBezTo>
                  <a:pt x="1835992" y="88566"/>
                  <a:pt x="1842486" y="97818"/>
                  <a:pt x="1855475" y="97818"/>
                </a:cubicBezTo>
                <a:cubicBezTo>
                  <a:pt x="1858677" y="97818"/>
                  <a:pt x="1861457" y="97085"/>
                  <a:pt x="1863813" y="95617"/>
                </a:cubicBezTo>
                <a:cubicBezTo>
                  <a:pt x="1866171" y="94150"/>
                  <a:pt x="1868129" y="92104"/>
                  <a:pt x="1869686" y="89480"/>
                </a:cubicBezTo>
                <a:cubicBezTo>
                  <a:pt x="1871243" y="86854"/>
                  <a:pt x="1872400" y="83785"/>
                  <a:pt x="1873156" y="80272"/>
                </a:cubicBezTo>
                <a:cubicBezTo>
                  <a:pt x="1873912" y="76757"/>
                  <a:pt x="1874290" y="72998"/>
                  <a:pt x="1874290" y="68993"/>
                </a:cubicBezTo>
                <a:close/>
                <a:moveTo>
                  <a:pt x="1932340" y="48575"/>
                </a:moveTo>
                <a:cubicBezTo>
                  <a:pt x="1931896" y="48042"/>
                  <a:pt x="1931029" y="47553"/>
                  <a:pt x="1929738" y="47109"/>
                </a:cubicBezTo>
                <a:cubicBezTo>
                  <a:pt x="1928448" y="46664"/>
                  <a:pt x="1927136" y="46441"/>
                  <a:pt x="1925802" y="46441"/>
                </a:cubicBezTo>
                <a:cubicBezTo>
                  <a:pt x="1923666" y="46441"/>
                  <a:pt x="1921754" y="46931"/>
                  <a:pt x="1920064" y="47909"/>
                </a:cubicBezTo>
                <a:cubicBezTo>
                  <a:pt x="1918373" y="48888"/>
                  <a:pt x="1916950" y="50200"/>
                  <a:pt x="1915793" y="51845"/>
                </a:cubicBezTo>
                <a:cubicBezTo>
                  <a:pt x="1914637" y="53491"/>
                  <a:pt x="1913747" y="55448"/>
                  <a:pt x="1913124" y="57718"/>
                </a:cubicBezTo>
                <a:cubicBezTo>
                  <a:pt x="1912502" y="59986"/>
                  <a:pt x="1912191" y="62410"/>
                  <a:pt x="1912191" y="64990"/>
                </a:cubicBezTo>
                <a:lnTo>
                  <a:pt x="1912191" y="79669"/>
                </a:lnTo>
                <a:cubicBezTo>
                  <a:pt x="1912191" y="85630"/>
                  <a:pt x="1912213" y="90190"/>
                  <a:pt x="1912256" y="93349"/>
                </a:cubicBezTo>
                <a:cubicBezTo>
                  <a:pt x="1912301" y="96506"/>
                  <a:pt x="1912457" y="99064"/>
                  <a:pt x="1912725" y="101021"/>
                </a:cubicBezTo>
                <a:cubicBezTo>
                  <a:pt x="1910945" y="100844"/>
                  <a:pt x="1909165" y="100755"/>
                  <a:pt x="1907386" y="100755"/>
                </a:cubicBezTo>
                <a:cubicBezTo>
                  <a:pt x="1905428" y="100755"/>
                  <a:pt x="1903560" y="100844"/>
                  <a:pt x="1901782" y="101021"/>
                </a:cubicBezTo>
                <a:cubicBezTo>
                  <a:pt x="1902048" y="97997"/>
                  <a:pt x="1902203" y="93882"/>
                  <a:pt x="1902248" y="88677"/>
                </a:cubicBezTo>
                <a:cubicBezTo>
                  <a:pt x="1902293" y="83473"/>
                  <a:pt x="1902315" y="77090"/>
                  <a:pt x="1902315" y="69528"/>
                </a:cubicBezTo>
                <a:lnTo>
                  <a:pt x="1902315" y="65256"/>
                </a:lnTo>
                <a:cubicBezTo>
                  <a:pt x="1902315" y="61788"/>
                  <a:pt x="1902293" y="57785"/>
                  <a:pt x="1902248" y="53248"/>
                </a:cubicBezTo>
                <a:cubicBezTo>
                  <a:pt x="1902203" y="48710"/>
                  <a:pt x="1902048" y="43505"/>
                  <a:pt x="1901782" y="37632"/>
                </a:cubicBezTo>
                <a:cubicBezTo>
                  <a:pt x="1902761" y="37811"/>
                  <a:pt x="1903695" y="37968"/>
                  <a:pt x="1904584" y="38101"/>
                </a:cubicBezTo>
                <a:cubicBezTo>
                  <a:pt x="1905473" y="38234"/>
                  <a:pt x="1906407" y="38300"/>
                  <a:pt x="1907386" y="38300"/>
                </a:cubicBezTo>
                <a:cubicBezTo>
                  <a:pt x="1908187" y="38300"/>
                  <a:pt x="1909032" y="38234"/>
                  <a:pt x="1909921" y="38101"/>
                </a:cubicBezTo>
                <a:cubicBezTo>
                  <a:pt x="1910811" y="37968"/>
                  <a:pt x="1911746" y="37811"/>
                  <a:pt x="1912725" y="37632"/>
                </a:cubicBezTo>
                <a:cubicBezTo>
                  <a:pt x="1912369" y="40836"/>
                  <a:pt x="1912169" y="43372"/>
                  <a:pt x="1912124" y="45240"/>
                </a:cubicBezTo>
                <a:cubicBezTo>
                  <a:pt x="1912079" y="47108"/>
                  <a:pt x="1912057" y="48887"/>
                  <a:pt x="1912057" y="50577"/>
                </a:cubicBezTo>
                <a:lnTo>
                  <a:pt x="1912324" y="50711"/>
                </a:lnTo>
                <a:cubicBezTo>
                  <a:pt x="1917573" y="41103"/>
                  <a:pt x="1923445" y="36299"/>
                  <a:pt x="1929939" y="36299"/>
                </a:cubicBezTo>
                <a:cubicBezTo>
                  <a:pt x="1930740" y="36299"/>
                  <a:pt x="1931430" y="36343"/>
                  <a:pt x="1932008" y="36433"/>
                </a:cubicBezTo>
                <a:cubicBezTo>
                  <a:pt x="1932587" y="36521"/>
                  <a:pt x="1933320" y="36743"/>
                  <a:pt x="1934209" y="37099"/>
                </a:cubicBezTo>
                <a:cubicBezTo>
                  <a:pt x="1933764" y="38167"/>
                  <a:pt x="1933497" y="39791"/>
                  <a:pt x="1933407" y="41972"/>
                </a:cubicBezTo>
                <a:cubicBezTo>
                  <a:pt x="1933319" y="44150"/>
                  <a:pt x="1933275" y="46130"/>
                  <a:pt x="1933275" y="47909"/>
                </a:cubicBezTo>
                <a:lnTo>
                  <a:pt x="1932340" y="48575"/>
                </a:lnTo>
                <a:close/>
                <a:moveTo>
                  <a:pt x="1952492" y="69528"/>
                </a:moveTo>
                <a:cubicBezTo>
                  <a:pt x="1952492" y="73264"/>
                  <a:pt x="1952825" y="76867"/>
                  <a:pt x="1953492" y="80337"/>
                </a:cubicBezTo>
                <a:cubicBezTo>
                  <a:pt x="1954160" y="83807"/>
                  <a:pt x="1955294" y="86898"/>
                  <a:pt x="1956894" y="89612"/>
                </a:cubicBezTo>
                <a:cubicBezTo>
                  <a:pt x="1958496" y="92326"/>
                  <a:pt x="1960632" y="94484"/>
                  <a:pt x="1963301" y="96085"/>
                </a:cubicBezTo>
                <a:cubicBezTo>
                  <a:pt x="1965969" y="97686"/>
                  <a:pt x="1969261" y="98486"/>
                  <a:pt x="1973176" y="98486"/>
                </a:cubicBezTo>
                <a:cubicBezTo>
                  <a:pt x="1977092" y="98486"/>
                  <a:pt x="1980383" y="97686"/>
                  <a:pt x="1983052" y="96085"/>
                </a:cubicBezTo>
                <a:cubicBezTo>
                  <a:pt x="1985721" y="94484"/>
                  <a:pt x="1987856" y="92326"/>
                  <a:pt x="1989456" y="89612"/>
                </a:cubicBezTo>
                <a:cubicBezTo>
                  <a:pt x="1991058" y="86898"/>
                  <a:pt x="1992192" y="83807"/>
                  <a:pt x="1992859" y="80337"/>
                </a:cubicBezTo>
                <a:cubicBezTo>
                  <a:pt x="1993527" y="76867"/>
                  <a:pt x="1993861" y="73264"/>
                  <a:pt x="1993861" y="69528"/>
                </a:cubicBezTo>
                <a:cubicBezTo>
                  <a:pt x="1993861" y="65791"/>
                  <a:pt x="1993527" y="62188"/>
                  <a:pt x="1992859" y="58718"/>
                </a:cubicBezTo>
                <a:cubicBezTo>
                  <a:pt x="1992192" y="55248"/>
                  <a:pt x="1991058" y="52157"/>
                  <a:pt x="1989456" y="49445"/>
                </a:cubicBezTo>
                <a:cubicBezTo>
                  <a:pt x="1987856" y="46731"/>
                  <a:pt x="1985721" y="44573"/>
                  <a:pt x="1983052" y="42971"/>
                </a:cubicBezTo>
                <a:cubicBezTo>
                  <a:pt x="1980383" y="41370"/>
                  <a:pt x="1977092" y="40569"/>
                  <a:pt x="1973176" y="40569"/>
                </a:cubicBezTo>
                <a:cubicBezTo>
                  <a:pt x="1969261" y="40569"/>
                  <a:pt x="1965969" y="41370"/>
                  <a:pt x="1963301" y="42971"/>
                </a:cubicBezTo>
                <a:cubicBezTo>
                  <a:pt x="1960632" y="44573"/>
                  <a:pt x="1958496" y="46731"/>
                  <a:pt x="1956894" y="49445"/>
                </a:cubicBezTo>
                <a:cubicBezTo>
                  <a:pt x="1955294" y="52157"/>
                  <a:pt x="1954160" y="55248"/>
                  <a:pt x="1953492" y="58718"/>
                </a:cubicBezTo>
                <a:cubicBezTo>
                  <a:pt x="1952825" y="62188"/>
                  <a:pt x="1952492" y="65791"/>
                  <a:pt x="1952492" y="69528"/>
                </a:cubicBezTo>
                <a:moveTo>
                  <a:pt x="1940749" y="69528"/>
                </a:moveTo>
                <a:cubicBezTo>
                  <a:pt x="1940749" y="63478"/>
                  <a:pt x="1941705" y="58340"/>
                  <a:pt x="1943618" y="54114"/>
                </a:cubicBezTo>
                <a:cubicBezTo>
                  <a:pt x="1945531" y="49888"/>
                  <a:pt x="1948043" y="46463"/>
                  <a:pt x="1951156" y="43839"/>
                </a:cubicBezTo>
                <a:cubicBezTo>
                  <a:pt x="1954270" y="41215"/>
                  <a:pt x="1957763" y="39302"/>
                  <a:pt x="1961633" y="38101"/>
                </a:cubicBezTo>
                <a:cubicBezTo>
                  <a:pt x="1965503" y="36899"/>
                  <a:pt x="1969351" y="36299"/>
                  <a:pt x="1973176" y="36299"/>
                </a:cubicBezTo>
                <a:cubicBezTo>
                  <a:pt x="1977092" y="36299"/>
                  <a:pt x="1980962" y="36899"/>
                  <a:pt x="1984787" y="38101"/>
                </a:cubicBezTo>
                <a:cubicBezTo>
                  <a:pt x="1988613" y="39302"/>
                  <a:pt x="1992082" y="41215"/>
                  <a:pt x="1995195" y="43839"/>
                </a:cubicBezTo>
                <a:cubicBezTo>
                  <a:pt x="1998309" y="46463"/>
                  <a:pt x="2000822" y="49888"/>
                  <a:pt x="2002735" y="54114"/>
                </a:cubicBezTo>
                <a:cubicBezTo>
                  <a:pt x="2004648" y="58340"/>
                  <a:pt x="2005604" y="63478"/>
                  <a:pt x="2005604" y="69528"/>
                </a:cubicBezTo>
                <a:cubicBezTo>
                  <a:pt x="2005604" y="75577"/>
                  <a:pt x="2004648" y="80715"/>
                  <a:pt x="2002735" y="84941"/>
                </a:cubicBezTo>
                <a:cubicBezTo>
                  <a:pt x="2000822" y="89167"/>
                  <a:pt x="1998309" y="92593"/>
                  <a:pt x="1995195" y="95218"/>
                </a:cubicBezTo>
                <a:cubicBezTo>
                  <a:pt x="1992082" y="97842"/>
                  <a:pt x="1988613" y="99688"/>
                  <a:pt x="1984787" y="100755"/>
                </a:cubicBezTo>
                <a:cubicBezTo>
                  <a:pt x="1980962" y="101822"/>
                  <a:pt x="1977092" y="102355"/>
                  <a:pt x="1973176" y="102355"/>
                </a:cubicBezTo>
                <a:cubicBezTo>
                  <a:pt x="1969351" y="102355"/>
                  <a:pt x="1965503" y="101822"/>
                  <a:pt x="1961633" y="100755"/>
                </a:cubicBezTo>
                <a:cubicBezTo>
                  <a:pt x="1957763" y="99688"/>
                  <a:pt x="1954270" y="97842"/>
                  <a:pt x="1951156" y="95218"/>
                </a:cubicBezTo>
                <a:cubicBezTo>
                  <a:pt x="1948043" y="92593"/>
                  <a:pt x="1945531" y="89167"/>
                  <a:pt x="1943618" y="84941"/>
                </a:cubicBezTo>
                <a:cubicBezTo>
                  <a:pt x="1941705" y="80715"/>
                  <a:pt x="1940749" y="75577"/>
                  <a:pt x="1940749" y="69528"/>
                </a:cubicBezTo>
                <a:close/>
                <a:moveTo>
                  <a:pt x="2037365" y="101021"/>
                </a:moveTo>
                <a:cubicBezTo>
                  <a:pt x="2033273" y="90524"/>
                  <a:pt x="2029159" y="80026"/>
                  <a:pt x="2025021" y="69528"/>
                </a:cubicBezTo>
                <a:cubicBezTo>
                  <a:pt x="2020885" y="59029"/>
                  <a:pt x="2016370" y="48397"/>
                  <a:pt x="2011476" y="37632"/>
                </a:cubicBezTo>
                <a:cubicBezTo>
                  <a:pt x="2012632" y="37811"/>
                  <a:pt x="2013744" y="37968"/>
                  <a:pt x="2014811" y="38101"/>
                </a:cubicBezTo>
                <a:cubicBezTo>
                  <a:pt x="2015880" y="38234"/>
                  <a:pt x="2016992" y="38300"/>
                  <a:pt x="2018149" y="38300"/>
                </a:cubicBezTo>
                <a:cubicBezTo>
                  <a:pt x="2019127" y="38300"/>
                  <a:pt x="2020106" y="38234"/>
                  <a:pt x="2021085" y="38101"/>
                </a:cubicBezTo>
                <a:cubicBezTo>
                  <a:pt x="2022064" y="37968"/>
                  <a:pt x="2023042" y="37811"/>
                  <a:pt x="2024021" y="37632"/>
                </a:cubicBezTo>
                <a:cubicBezTo>
                  <a:pt x="2026778" y="46441"/>
                  <a:pt x="2029780" y="55094"/>
                  <a:pt x="2033028" y="63591"/>
                </a:cubicBezTo>
                <a:cubicBezTo>
                  <a:pt x="2036275" y="72086"/>
                  <a:pt x="2039901" y="80782"/>
                  <a:pt x="2043905" y="89679"/>
                </a:cubicBezTo>
                <a:cubicBezTo>
                  <a:pt x="2045684" y="86032"/>
                  <a:pt x="2047440" y="82095"/>
                  <a:pt x="2049175" y="77869"/>
                </a:cubicBezTo>
                <a:cubicBezTo>
                  <a:pt x="2050910" y="73643"/>
                  <a:pt x="2052645" y="69262"/>
                  <a:pt x="2054380" y="64725"/>
                </a:cubicBezTo>
                <a:cubicBezTo>
                  <a:pt x="2056115" y="60187"/>
                  <a:pt x="2057805" y="55627"/>
                  <a:pt x="2059450" y="51045"/>
                </a:cubicBezTo>
                <a:cubicBezTo>
                  <a:pt x="2061097" y="46464"/>
                  <a:pt x="2062721" y="41993"/>
                  <a:pt x="2064323" y="37632"/>
                </a:cubicBezTo>
                <a:cubicBezTo>
                  <a:pt x="2065924" y="38078"/>
                  <a:pt x="2067302" y="38300"/>
                  <a:pt x="2068459" y="38300"/>
                </a:cubicBezTo>
                <a:cubicBezTo>
                  <a:pt x="2069615" y="38300"/>
                  <a:pt x="2070995" y="38078"/>
                  <a:pt x="2072596" y="37632"/>
                </a:cubicBezTo>
                <a:cubicBezTo>
                  <a:pt x="2067792" y="48397"/>
                  <a:pt x="2063077" y="59029"/>
                  <a:pt x="2058450" y="69528"/>
                </a:cubicBezTo>
                <a:cubicBezTo>
                  <a:pt x="2053824" y="80026"/>
                  <a:pt x="2049598" y="90524"/>
                  <a:pt x="2045773" y="101021"/>
                </a:cubicBezTo>
                <a:cubicBezTo>
                  <a:pt x="2044438" y="100844"/>
                  <a:pt x="2043059" y="100755"/>
                  <a:pt x="2041635" y="100755"/>
                </a:cubicBezTo>
                <a:cubicBezTo>
                  <a:pt x="2040212" y="100755"/>
                  <a:pt x="2038789" y="100844"/>
                  <a:pt x="2037365" y="101021"/>
                </a:cubicBezTo>
                <a:close/>
                <a:moveTo>
                  <a:pt x="2087141" y="14413"/>
                </a:moveTo>
                <a:cubicBezTo>
                  <a:pt x="2087141" y="12545"/>
                  <a:pt x="2087809" y="10944"/>
                  <a:pt x="2089143" y="9609"/>
                </a:cubicBezTo>
                <a:cubicBezTo>
                  <a:pt x="2090477" y="8275"/>
                  <a:pt x="2092079" y="7608"/>
                  <a:pt x="2093949" y="7608"/>
                </a:cubicBezTo>
                <a:cubicBezTo>
                  <a:pt x="2095817" y="7608"/>
                  <a:pt x="2097418" y="8275"/>
                  <a:pt x="2098752" y="9609"/>
                </a:cubicBezTo>
                <a:cubicBezTo>
                  <a:pt x="2100087" y="10944"/>
                  <a:pt x="2100754" y="12545"/>
                  <a:pt x="2100754" y="14413"/>
                </a:cubicBezTo>
                <a:cubicBezTo>
                  <a:pt x="2100754" y="16281"/>
                  <a:pt x="2100087" y="17883"/>
                  <a:pt x="2098752" y="19218"/>
                </a:cubicBezTo>
                <a:cubicBezTo>
                  <a:pt x="2097418" y="20553"/>
                  <a:pt x="2095817" y="21220"/>
                  <a:pt x="2093949" y="21220"/>
                </a:cubicBezTo>
                <a:cubicBezTo>
                  <a:pt x="2092079" y="21220"/>
                  <a:pt x="2090477" y="20553"/>
                  <a:pt x="2089143" y="19218"/>
                </a:cubicBezTo>
                <a:cubicBezTo>
                  <a:pt x="2087809" y="17883"/>
                  <a:pt x="2087141" y="16281"/>
                  <a:pt x="2087141" y="14413"/>
                </a:cubicBezTo>
                <a:moveTo>
                  <a:pt x="2089011" y="62589"/>
                </a:moveTo>
                <a:cubicBezTo>
                  <a:pt x="2089011" y="58586"/>
                  <a:pt x="2088943" y="54382"/>
                  <a:pt x="2088809" y="49978"/>
                </a:cubicBezTo>
                <a:cubicBezTo>
                  <a:pt x="2088676" y="45574"/>
                  <a:pt x="2088387" y="41459"/>
                  <a:pt x="2087942" y="37632"/>
                </a:cubicBezTo>
                <a:cubicBezTo>
                  <a:pt x="2090433" y="38078"/>
                  <a:pt x="2092435" y="38300"/>
                  <a:pt x="2093949" y="38300"/>
                </a:cubicBezTo>
                <a:cubicBezTo>
                  <a:pt x="2095461" y="38300"/>
                  <a:pt x="2097463" y="38078"/>
                  <a:pt x="2099954" y="37632"/>
                </a:cubicBezTo>
                <a:cubicBezTo>
                  <a:pt x="2099508" y="41459"/>
                  <a:pt x="2099218" y="45574"/>
                  <a:pt x="2099084" y="49978"/>
                </a:cubicBezTo>
                <a:cubicBezTo>
                  <a:pt x="2098951" y="54382"/>
                  <a:pt x="2098885" y="58586"/>
                  <a:pt x="2098885" y="62589"/>
                </a:cubicBezTo>
                <a:lnTo>
                  <a:pt x="2098885" y="76466"/>
                </a:lnTo>
                <a:cubicBezTo>
                  <a:pt x="2098885" y="80471"/>
                  <a:pt x="2098951" y="84675"/>
                  <a:pt x="2099084" y="89079"/>
                </a:cubicBezTo>
                <a:cubicBezTo>
                  <a:pt x="2099218" y="93482"/>
                  <a:pt x="2099508" y="97463"/>
                  <a:pt x="2099954" y="101021"/>
                </a:cubicBezTo>
                <a:cubicBezTo>
                  <a:pt x="2097906" y="100844"/>
                  <a:pt x="2095905" y="100755"/>
                  <a:pt x="2093949" y="100755"/>
                </a:cubicBezTo>
                <a:cubicBezTo>
                  <a:pt x="2091991" y="100755"/>
                  <a:pt x="2089989" y="100844"/>
                  <a:pt x="2087942" y="101021"/>
                </a:cubicBezTo>
                <a:cubicBezTo>
                  <a:pt x="2088387" y="97463"/>
                  <a:pt x="2088676" y="93482"/>
                  <a:pt x="2088809" y="89079"/>
                </a:cubicBezTo>
                <a:cubicBezTo>
                  <a:pt x="2088943" y="84675"/>
                  <a:pt x="2089011" y="80471"/>
                  <a:pt x="2089011" y="76466"/>
                </a:cubicBezTo>
                <a:lnTo>
                  <a:pt x="2089011" y="62589"/>
                </a:lnTo>
                <a:close/>
                <a:moveTo>
                  <a:pt x="2129846" y="70728"/>
                </a:moveTo>
                <a:cubicBezTo>
                  <a:pt x="2129846" y="76067"/>
                  <a:pt x="2130402" y="80471"/>
                  <a:pt x="2131514" y="83941"/>
                </a:cubicBezTo>
                <a:cubicBezTo>
                  <a:pt x="2132626" y="87410"/>
                  <a:pt x="2134049" y="90190"/>
                  <a:pt x="2135784" y="92282"/>
                </a:cubicBezTo>
                <a:cubicBezTo>
                  <a:pt x="2137519" y="94372"/>
                  <a:pt x="2139498" y="95818"/>
                  <a:pt x="2141722" y="96619"/>
                </a:cubicBezTo>
                <a:cubicBezTo>
                  <a:pt x="2143947" y="97419"/>
                  <a:pt x="2146127" y="97818"/>
                  <a:pt x="2148262" y="97818"/>
                </a:cubicBezTo>
                <a:cubicBezTo>
                  <a:pt x="2151732" y="97818"/>
                  <a:pt x="2154712" y="96951"/>
                  <a:pt x="2157203" y="95216"/>
                </a:cubicBezTo>
                <a:cubicBezTo>
                  <a:pt x="2159694" y="93481"/>
                  <a:pt x="2161763" y="91213"/>
                  <a:pt x="2163408" y="88411"/>
                </a:cubicBezTo>
                <a:cubicBezTo>
                  <a:pt x="2165053" y="85609"/>
                  <a:pt x="2166254" y="82429"/>
                  <a:pt x="2167010" y="78871"/>
                </a:cubicBezTo>
                <a:cubicBezTo>
                  <a:pt x="2167768" y="75311"/>
                  <a:pt x="2168146" y="71752"/>
                  <a:pt x="2168146" y="68193"/>
                </a:cubicBezTo>
                <a:cubicBezTo>
                  <a:pt x="2168146" y="59653"/>
                  <a:pt x="2166500" y="53136"/>
                  <a:pt x="2163208" y="48644"/>
                </a:cubicBezTo>
                <a:cubicBezTo>
                  <a:pt x="2159916" y="44151"/>
                  <a:pt x="2155067" y="41904"/>
                  <a:pt x="2148661" y="41904"/>
                </a:cubicBezTo>
                <a:cubicBezTo>
                  <a:pt x="2145459" y="41904"/>
                  <a:pt x="2142679" y="42638"/>
                  <a:pt x="2140321" y="44106"/>
                </a:cubicBezTo>
                <a:cubicBezTo>
                  <a:pt x="2137964" y="45573"/>
                  <a:pt x="2136007" y="47620"/>
                  <a:pt x="2134450" y="50245"/>
                </a:cubicBezTo>
                <a:cubicBezTo>
                  <a:pt x="2132893" y="52869"/>
                  <a:pt x="2131736" y="55938"/>
                  <a:pt x="2130980" y="59453"/>
                </a:cubicBezTo>
                <a:cubicBezTo>
                  <a:pt x="2130224" y="62966"/>
                  <a:pt x="2129846" y="66724"/>
                  <a:pt x="2129846" y="70728"/>
                </a:cubicBezTo>
                <a:moveTo>
                  <a:pt x="2167745" y="88344"/>
                </a:moveTo>
                <a:cubicBezTo>
                  <a:pt x="2167034" y="89768"/>
                  <a:pt x="2166077" y="91303"/>
                  <a:pt x="2164876" y="92950"/>
                </a:cubicBezTo>
                <a:cubicBezTo>
                  <a:pt x="2163675" y="94595"/>
                  <a:pt x="2162162" y="96130"/>
                  <a:pt x="2160337" y="97554"/>
                </a:cubicBezTo>
                <a:cubicBezTo>
                  <a:pt x="2158514" y="98976"/>
                  <a:pt x="2156357" y="100132"/>
                  <a:pt x="2153866" y="101021"/>
                </a:cubicBezTo>
                <a:cubicBezTo>
                  <a:pt x="2151375" y="101911"/>
                  <a:pt x="2148483" y="102355"/>
                  <a:pt x="2145191" y="102355"/>
                </a:cubicBezTo>
                <a:cubicBezTo>
                  <a:pt x="2141811" y="102355"/>
                  <a:pt x="2138498" y="101777"/>
                  <a:pt x="2135250" y="100620"/>
                </a:cubicBezTo>
                <a:cubicBezTo>
                  <a:pt x="2132003" y="99464"/>
                  <a:pt x="2129112" y="97573"/>
                  <a:pt x="2126576" y="94949"/>
                </a:cubicBezTo>
                <a:cubicBezTo>
                  <a:pt x="2124040" y="92325"/>
                  <a:pt x="2121994" y="88945"/>
                  <a:pt x="2120436" y="84809"/>
                </a:cubicBezTo>
                <a:cubicBezTo>
                  <a:pt x="2118881" y="80671"/>
                  <a:pt x="2118103" y="75711"/>
                  <a:pt x="2118103" y="69928"/>
                </a:cubicBezTo>
                <a:cubicBezTo>
                  <a:pt x="2118103" y="64234"/>
                  <a:pt x="2118948" y="59297"/>
                  <a:pt x="2120638" y="55116"/>
                </a:cubicBezTo>
                <a:cubicBezTo>
                  <a:pt x="2122328" y="50933"/>
                  <a:pt x="2124530" y="47441"/>
                  <a:pt x="2127244" y="44639"/>
                </a:cubicBezTo>
                <a:cubicBezTo>
                  <a:pt x="2129957" y="41837"/>
                  <a:pt x="2133027" y="39747"/>
                  <a:pt x="2136452" y="38367"/>
                </a:cubicBezTo>
                <a:cubicBezTo>
                  <a:pt x="2139877" y="36988"/>
                  <a:pt x="2143324" y="36299"/>
                  <a:pt x="2146794" y="36299"/>
                </a:cubicBezTo>
                <a:cubicBezTo>
                  <a:pt x="2156669" y="36299"/>
                  <a:pt x="2163519" y="40747"/>
                  <a:pt x="2167344" y="49644"/>
                </a:cubicBezTo>
                <a:lnTo>
                  <a:pt x="2167611" y="49644"/>
                </a:lnTo>
                <a:lnTo>
                  <a:pt x="2167611" y="36565"/>
                </a:lnTo>
                <a:cubicBezTo>
                  <a:pt x="2167611" y="33185"/>
                  <a:pt x="2167588" y="29782"/>
                  <a:pt x="2167544" y="26357"/>
                </a:cubicBezTo>
                <a:cubicBezTo>
                  <a:pt x="2167500" y="22932"/>
                  <a:pt x="2167456" y="19663"/>
                  <a:pt x="2167411" y="16549"/>
                </a:cubicBezTo>
                <a:cubicBezTo>
                  <a:pt x="2167366" y="13435"/>
                  <a:pt x="2167322" y="10499"/>
                  <a:pt x="2167277" y="7742"/>
                </a:cubicBezTo>
                <a:cubicBezTo>
                  <a:pt x="2167233" y="4983"/>
                  <a:pt x="2167167" y="2537"/>
                  <a:pt x="2167077" y="401"/>
                </a:cubicBezTo>
                <a:cubicBezTo>
                  <a:pt x="2168146" y="579"/>
                  <a:pt x="2169168" y="735"/>
                  <a:pt x="2170146" y="869"/>
                </a:cubicBezTo>
                <a:cubicBezTo>
                  <a:pt x="2171125" y="1003"/>
                  <a:pt x="2172103" y="1069"/>
                  <a:pt x="2173082" y="1069"/>
                </a:cubicBezTo>
                <a:cubicBezTo>
                  <a:pt x="2174061" y="1069"/>
                  <a:pt x="2175017" y="1003"/>
                  <a:pt x="2175951" y="869"/>
                </a:cubicBezTo>
                <a:cubicBezTo>
                  <a:pt x="2176885" y="735"/>
                  <a:pt x="2177931" y="579"/>
                  <a:pt x="2179087" y="401"/>
                </a:cubicBezTo>
                <a:cubicBezTo>
                  <a:pt x="2178821" y="3248"/>
                  <a:pt x="2178599" y="7362"/>
                  <a:pt x="2178421" y="12745"/>
                </a:cubicBezTo>
                <a:cubicBezTo>
                  <a:pt x="2178243" y="18128"/>
                  <a:pt x="2178087" y="24066"/>
                  <a:pt x="2177953" y="30560"/>
                </a:cubicBezTo>
                <a:cubicBezTo>
                  <a:pt x="2177820" y="37055"/>
                  <a:pt x="2177709" y="43728"/>
                  <a:pt x="2177619" y="50579"/>
                </a:cubicBezTo>
                <a:cubicBezTo>
                  <a:pt x="2177531" y="57429"/>
                  <a:pt x="2177487" y="63701"/>
                  <a:pt x="2177487" y="69394"/>
                </a:cubicBezTo>
                <a:cubicBezTo>
                  <a:pt x="2177487" y="75533"/>
                  <a:pt x="2177531" y="81049"/>
                  <a:pt x="2177619" y="85943"/>
                </a:cubicBezTo>
                <a:cubicBezTo>
                  <a:pt x="2177709" y="90835"/>
                  <a:pt x="2177798" y="95861"/>
                  <a:pt x="2177888" y="101021"/>
                </a:cubicBezTo>
                <a:cubicBezTo>
                  <a:pt x="2176108" y="100844"/>
                  <a:pt x="2174373" y="100755"/>
                  <a:pt x="2172683" y="100755"/>
                </a:cubicBezTo>
                <a:cubicBezTo>
                  <a:pt x="2171081" y="100755"/>
                  <a:pt x="2169390" y="100844"/>
                  <a:pt x="2167611" y="101021"/>
                </a:cubicBezTo>
                <a:lnTo>
                  <a:pt x="2168012" y="88344"/>
                </a:lnTo>
                <a:lnTo>
                  <a:pt x="2167745" y="88344"/>
                </a:lnTo>
                <a:close/>
                <a:moveTo>
                  <a:pt x="2222193" y="40569"/>
                </a:moveTo>
                <a:cubicBezTo>
                  <a:pt x="2218901" y="40569"/>
                  <a:pt x="2216120" y="41325"/>
                  <a:pt x="2213850" y="42837"/>
                </a:cubicBezTo>
                <a:cubicBezTo>
                  <a:pt x="2211582" y="44349"/>
                  <a:pt x="2209714" y="46240"/>
                  <a:pt x="2208247" y="48510"/>
                </a:cubicBezTo>
                <a:cubicBezTo>
                  <a:pt x="2206779" y="50778"/>
                  <a:pt x="2205667" y="53269"/>
                  <a:pt x="2204911" y="55983"/>
                </a:cubicBezTo>
                <a:cubicBezTo>
                  <a:pt x="2204155" y="58697"/>
                  <a:pt x="2203688" y="61254"/>
                  <a:pt x="2203510" y="63656"/>
                </a:cubicBezTo>
                <a:cubicBezTo>
                  <a:pt x="2206267" y="63745"/>
                  <a:pt x="2209136" y="63835"/>
                  <a:pt x="2212115" y="63925"/>
                </a:cubicBezTo>
                <a:cubicBezTo>
                  <a:pt x="2215097" y="64013"/>
                  <a:pt x="2218010" y="64057"/>
                  <a:pt x="2220857" y="64057"/>
                </a:cubicBezTo>
                <a:cubicBezTo>
                  <a:pt x="2223793" y="64057"/>
                  <a:pt x="2226774" y="64013"/>
                  <a:pt x="2229798" y="63925"/>
                </a:cubicBezTo>
                <a:cubicBezTo>
                  <a:pt x="2232823" y="63835"/>
                  <a:pt x="2235759" y="63745"/>
                  <a:pt x="2238607" y="63656"/>
                </a:cubicBezTo>
                <a:cubicBezTo>
                  <a:pt x="2238607" y="61254"/>
                  <a:pt x="2238407" y="58719"/>
                  <a:pt x="2238007" y="56050"/>
                </a:cubicBezTo>
                <a:cubicBezTo>
                  <a:pt x="2237606" y="53380"/>
                  <a:pt x="2236805" y="50888"/>
                  <a:pt x="2235604" y="48575"/>
                </a:cubicBezTo>
                <a:cubicBezTo>
                  <a:pt x="2234402" y="46262"/>
                  <a:pt x="2232734" y="44349"/>
                  <a:pt x="2230599" y="42837"/>
                </a:cubicBezTo>
                <a:cubicBezTo>
                  <a:pt x="2228463" y="41325"/>
                  <a:pt x="2225661" y="40569"/>
                  <a:pt x="2222193" y="40569"/>
                </a:cubicBezTo>
                <a:moveTo>
                  <a:pt x="2191366" y="71396"/>
                </a:moveTo>
                <a:cubicBezTo>
                  <a:pt x="2191366" y="60453"/>
                  <a:pt x="2193968" y="51868"/>
                  <a:pt x="2199171" y="45641"/>
                </a:cubicBezTo>
                <a:cubicBezTo>
                  <a:pt x="2204376" y="39413"/>
                  <a:pt x="2211961" y="36299"/>
                  <a:pt x="2221926" y="36299"/>
                </a:cubicBezTo>
                <a:cubicBezTo>
                  <a:pt x="2226641" y="36299"/>
                  <a:pt x="2230711" y="37033"/>
                  <a:pt x="2234136" y="38502"/>
                </a:cubicBezTo>
                <a:cubicBezTo>
                  <a:pt x="2237561" y="39969"/>
                  <a:pt x="2240430" y="41926"/>
                  <a:pt x="2242743" y="44372"/>
                </a:cubicBezTo>
                <a:cubicBezTo>
                  <a:pt x="2245056" y="46819"/>
                  <a:pt x="2246769" y="49688"/>
                  <a:pt x="2247881" y="52980"/>
                </a:cubicBezTo>
                <a:cubicBezTo>
                  <a:pt x="2248992" y="56272"/>
                  <a:pt x="2249548" y="59786"/>
                  <a:pt x="2249548" y="63521"/>
                </a:cubicBezTo>
                <a:cubicBezTo>
                  <a:pt x="2249548" y="64412"/>
                  <a:pt x="2249526" y="65280"/>
                  <a:pt x="2249481" y="66126"/>
                </a:cubicBezTo>
                <a:cubicBezTo>
                  <a:pt x="2249438" y="66970"/>
                  <a:pt x="2249371" y="67837"/>
                  <a:pt x="2249281" y="68726"/>
                </a:cubicBezTo>
                <a:cubicBezTo>
                  <a:pt x="2244477" y="68638"/>
                  <a:pt x="2239718" y="68550"/>
                  <a:pt x="2235003" y="68461"/>
                </a:cubicBezTo>
                <a:cubicBezTo>
                  <a:pt x="2230289" y="68372"/>
                  <a:pt x="2225529" y="68327"/>
                  <a:pt x="2220725" y="68327"/>
                </a:cubicBezTo>
                <a:cubicBezTo>
                  <a:pt x="2217789" y="68327"/>
                  <a:pt x="2214875" y="68372"/>
                  <a:pt x="2211983" y="68461"/>
                </a:cubicBezTo>
                <a:cubicBezTo>
                  <a:pt x="2209092" y="68550"/>
                  <a:pt x="2206178" y="68638"/>
                  <a:pt x="2203241" y="68726"/>
                </a:cubicBezTo>
                <a:cubicBezTo>
                  <a:pt x="2203153" y="69171"/>
                  <a:pt x="2203109" y="69839"/>
                  <a:pt x="2203109" y="70728"/>
                </a:cubicBezTo>
                <a:lnTo>
                  <a:pt x="2203109" y="72463"/>
                </a:lnTo>
                <a:cubicBezTo>
                  <a:pt x="2203109" y="75932"/>
                  <a:pt x="2203620" y="79180"/>
                  <a:pt x="2204642" y="82206"/>
                </a:cubicBezTo>
                <a:cubicBezTo>
                  <a:pt x="2205666" y="85231"/>
                  <a:pt x="2207156" y="87833"/>
                  <a:pt x="2209114" y="90013"/>
                </a:cubicBezTo>
                <a:cubicBezTo>
                  <a:pt x="2211072" y="92192"/>
                  <a:pt x="2213474" y="93927"/>
                  <a:pt x="2216320" y="95218"/>
                </a:cubicBezTo>
                <a:cubicBezTo>
                  <a:pt x="2219167" y="96508"/>
                  <a:pt x="2222459" y="97152"/>
                  <a:pt x="2226196" y="97152"/>
                </a:cubicBezTo>
                <a:cubicBezTo>
                  <a:pt x="2227975" y="97152"/>
                  <a:pt x="2229798" y="96908"/>
                  <a:pt x="2231666" y="96419"/>
                </a:cubicBezTo>
                <a:cubicBezTo>
                  <a:pt x="2233535" y="95929"/>
                  <a:pt x="2235359" y="95261"/>
                  <a:pt x="2237137" y="94416"/>
                </a:cubicBezTo>
                <a:cubicBezTo>
                  <a:pt x="2238917" y="93570"/>
                  <a:pt x="2240585" y="92569"/>
                  <a:pt x="2242142" y="91414"/>
                </a:cubicBezTo>
                <a:cubicBezTo>
                  <a:pt x="2243699" y="90258"/>
                  <a:pt x="2245056" y="89011"/>
                  <a:pt x="2246213" y="87676"/>
                </a:cubicBezTo>
                <a:lnTo>
                  <a:pt x="2246881" y="88077"/>
                </a:lnTo>
                <a:lnTo>
                  <a:pt x="2246080" y="94615"/>
                </a:lnTo>
                <a:cubicBezTo>
                  <a:pt x="2243410" y="96751"/>
                  <a:pt x="2240096" y="98574"/>
                  <a:pt x="2236137" y="100087"/>
                </a:cubicBezTo>
                <a:cubicBezTo>
                  <a:pt x="2232179" y="101599"/>
                  <a:pt x="2228064" y="102355"/>
                  <a:pt x="2223793" y="102355"/>
                </a:cubicBezTo>
                <a:cubicBezTo>
                  <a:pt x="2218989" y="102355"/>
                  <a:pt x="2214607" y="101621"/>
                  <a:pt x="2210647" y="100154"/>
                </a:cubicBezTo>
                <a:cubicBezTo>
                  <a:pt x="2206689" y="98686"/>
                  <a:pt x="2203264" y="96552"/>
                  <a:pt x="2200372" y="93750"/>
                </a:cubicBezTo>
                <a:cubicBezTo>
                  <a:pt x="2197482" y="90947"/>
                  <a:pt x="2195259" y="87632"/>
                  <a:pt x="2193701" y="83807"/>
                </a:cubicBezTo>
                <a:cubicBezTo>
                  <a:pt x="2192144" y="79981"/>
                  <a:pt x="2191366" y="75844"/>
                  <a:pt x="2191366" y="71396"/>
                </a:cubicBezTo>
                <a:close/>
                <a:moveTo>
                  <a:pt x="2294120" y="48575"/>
                </a:moveTo>
                <a:cubicBezTo>
                  <a:pt x="2293676" y="48042"/>
                  <a:pt x="2292809" y="47553"/>
                  <a:pt x="2291518" y="47109"/>
                </a:cubicBezTo>
                <a:cubicBezTo>
                  <a:pt x="2290228" y="46664"/>
                  <a:pt x="2288916" y="46441"/>
                  <a:pt x="2287582" y="46441"/>
                </a:cubicBezTo>
                <a:cubicBezTo>
                  <a:pt x="2285446" y="46441"/>
                  <a:pt x="2283533" y="46931"/>
                  <a:pt x="2281843" y="47909"/>
                </a:cubicBezTo>
                <a:cubicBezTo>
                  <a:pt x="2280153" y="48888"/>
                  <a:pt x="2278730" y="50200"/>
                  <a:pt x="2277573" y="51845"/>
                </a:cubicBezTo>
                <a:cubicBezTo>
                  <a:pt x="2276417" y="53491"/>
                  <a:pt x="2275527" y="55448"/>
                  <a:pt x="2274904" y="57718"/>
                </a:cubicBezTo>
                <a:cubicBezTo>
                  <a:pt x="2274282" y="59986"/>
                  <a:pt x="2273971" y="62410"/>
                  <a:pt x="2273971" y="64990"/>
                </a:cubicBezTo>
                <a:lnTo>
                  <a:pt x="2273971" y="79669"/>
                </a:lnTo>
                <a:cubicBezTo>
                  <a:pt x="2273971" y="85630"/>
                  <a:pt x="2273993" y="90190"/>
                  <a:pt x="2274036" y="93349"/>
                </a:cubicBezTo>
                <a:cubicBezTo>
                  <a:pt x="2274081" y="96506"/>
                  <a:pt x="2274237" y="99064"/>
                  <a:pt x="2274505" y="101021"/>
                </a:cubicBezTo>
                <a:cubicBezTo>
                  <a:pt x="2272725" y="100844"/>
                  <a:pt x="2270945" y="100755"/>
                  <a:pt x="2269166" y="100755"/>
                </a:cubicBezTo>
                <a:cubicBezTo>
                  <a:pt x="2267208" y="100755"/>
                  <a:pt x="2265340" y="100844"/>
                  <a:pt x="2263562" y="101021"/>
                </a:cubicBezTo>
                <a:cubicBezTo>
                  <a:pt x="2263828" y="97997"/>
                  <a:pt x="2263983" y="93882"/>
                  <a:pt x="2264028" y="88677"/>
                </a:cubicBezTo>
                <a:cubicBezTo>
                  <a:pt x="2264073" y="83473"/>
                  <a:pt x="2264095" y="77090"/>
                  <a:pt x="2264095" y="69528"/>
                </a:cubicBezTo>
                <a:lnTo>
                  <a:pt x="2264095" y="65256"/>
                </a:lnTo>
                <a:cubicBezTo>
                  <a:pt x="2264095" y="61788"/>
                  <a:pt x="2264073" y="57785"/>
                  <a:pt x="2264028" y="53248"/>
                </a:cubicBezTo>
                <a:cubicBezTo>
                  <a:pt x="2263983" y="48710"/>
                  <a:pt x="2263828" y="43505"/>
                  <a:pt x="2263562" y="37632"/>
                </a:cubicBezTo>
                <a:cubicBezTo>
                  <a:pt x="2264540" y="37811"/>
                  <a:pt x="2265474" y="37968"/>
                  <a:pt x="2266364" y="38101"/>
                </a:cubicBezTo>
                <a:cubicBezTo>
                  <a:pt x="2267253" y="38234"/>
                  <a:pt x="2268187" y="38300"/>
                  <a:pt x="2269166" y="38300"/>
                </a:cubicBezTo>
                <a:cubicBezTo>
                  <a:pt x="2269966" y="38300"/>
                  <a:pt x="2270811" y="38234"/>
                  <a:pt x="2271701" y="38101"/>
                </a:cubicBezTo>
                <a:cubicBezTo>
                  <a:pt x="2272591" y="37968"/>
                  <a:pt x="2273526" y="37811"/>
                  <a:pt x="2274505" y="37632"/>
                </a:cubicBezTo>
                <a:cubicBezTo>
                  <a:pt x="2274149" y="40836"/>
                  <a:pt x="2273949" y="43372"/>
                  <a:pt x="2273904" y="45240"/>
                </a:cubicBezTo>
                <a:cubicBezTo>
                  <a:pt x="2273859" y="47108"/>
                  <a:pt x="2273837" y="48887"/>
                  <a:pt x="2273837" y="50577"/>
                </a:cubicBezTo>
                <a:lnTo>
                  <a:pt x="2274103" y="50711"/>
                </a:lnTo>
                <a:cubicBezTo>
                  <a:pt x="2279353" y="41103"/>
                  <a:pt x="2285225" y="36299"/>
                  <a:pt x="2291719" y="36299"/>
                </a:cubicBezTo>
                <a:cubicBezTo>
                  <a:pt x="2292520" y="36299"/>
                  <a:pt x="2293210" y="36343"/>
                  <a:pt x="2293788" y="36433"/>
                </a:cubicBezTo>
                <a:cubicBezTo>
                  <a:pt x="2294366" y="36521"/>
                  <a:pt x="2295100" y="36743"/>
                  <a:pt x="2295989" y="37099"/>
                </a:cubicBezTo>
                <a:cubicBezTo>
                  <a:pt x="2295544" y="38167"/>
                  <a:pt x="2295277" y="39791"/>
                  <a:pt x="2295187" y="41972"/>
                </a:cubicBezTo>
                <a:cubicBezTo>
                  <a:pt x="2295099" y="44150"/>
                  <a:pt x="2295055" y="46130"/>
                  <a:pt x="2295055" y="47909"/>
                </a:cubicBezTo>
                <a:lnTo>
                  <a:pt x="2294120" y="48575"/>
                </a:lnTo>
                <a:close/>
                <a:moveTo>
                  <a:pt x="2357244" y="19752"/>
                </a:moveTo>
                <a:cubicBezTo>
                  <a:pt x="2356976" y="23132"/>
                  <a:pt x="2356775" y="26446"/>
                  <a:pt x="2356641" y="29693"/>
                </a:cubicBezTo>
                <a:cubicBezTo>
                  <a:pt x="2356508" y="32940"/>
                  <a:pt x="2356352" y="36210"/>
                  <a:pt x="2356175" y="39502"/>
                </a:cubicBezTo>
                <a:cubicBezTo>
                  <a:pt x="2357153" y="39502"/>
                  <a:pt x="2358977" y="39479"/>
                  <a:pt x="2361646" y="39434"/>
                </a:cubicBezTo>
                <a:cubicBezTo>
                  <a:pt x="2364315" y="39390"/>
                  <a:pt x="2367206" y="39278"/>
                  <a:pt x="2370320" y="39100"/>
                </a:cubicBezTo>
                <a:cubicBezTo>
                  <a:pt x="2370232" y="39368"/>
                  <a:pt x="2370188" y="39857"/>
                  <a:pt x="2370188" y="40569"/>
                </a:cubicBezTo>
                <a:lnTo>
                  <a:pt x="2370188" y="41904"/>
                </a:lnTo>
                <a:lnTo>
                  <a:pt x="2370188" y="43373"/>
                </a:lnTo>
                <a:cubicBezTo>
                  <a:pt x="2370188" y="43994"/>
                  <a:pt x="2370232" y="44439"/>
                  <a:pt x="2370320" y="44706"/>
                </a:cubicBezTo>
                <a:cubicBezTo>
                  <a:pt x="2369164" y="44617"/>
                  <a:pt x="2367962" y="44550"/>
                  <a:pt x="2366716" y="44507"/>
                </a:cubicBezTo>
                <a:cubicBezTo>
                  <a:pt x="2365471" y="44462"/>
                  <a:pt x="2364137" y="44440"/>
                  <a:pt x="2362713" y="44440"/>
                </a:cubicBezTo>
                <a:lnTo>
                  <a:pt x="2356175" y="44440"/>
                </a:lnTo>
                <a:cubicBezTo>
                  <a:pt x="2356086" y="44795"/>
                  <a:pt x="2355975" y="46219"/>
                  <a:pt x="2355841" y="48710"/>
                </a:cubicBezTo>
                <a:cubicBezTo>
                  <a:pt x="2355708" y="51201"/>
                  <a:pt x="2355596" y="54159"/>
                  <a:pt x="2355507" y="57584"/>
                </a:cubicBezTo>
                <a:cubicBezTo>
                  <a:pt x="2355418" y="61009"/>
                  <a:pt x="2355352" y="64590"/>
                  <a:pt x="2355307" y="68327"/>
                </a:cubicBezTo>
                <a:cubicBezTo>
                  <a:pt x="2355262" y="72063"/>
                  <a:pt x="2355240" y="75399"/>
                  <a:pt x="2355240" y="78335"/>
                </a:cubicBezTo>
                <a:cubicBezTo>
                  <a:pt x="2355240" y="80826"/>
                  <a:pt x="2355306" y="83273"/>
                  <a:pt x="2355439" y="85676"/>
                </a:cubicBezTo>
                <a:cubicBezTo>
                  <a:pt x="2355574" y="88077"/>
                  <a:pt x="2355997" y="90235"/>
                  <a:pt x="2356708" y="92147"/>
                </a:cubicBezTo>
                <a:cubicBezTo>
                  <a:pt x="2357421" y="94060"/>
                  <a:pt x="2358488" y="95595"/>
                  <a:pt x="2359911" y="96751"/>
                </a:cubicBezTo>
                <a:cubicBezTo>
                  <a:pt x="2361335" y="97908"/>
                  <a:pt x="2363382" y="98486"/>
                  <a:pt x="2366050" y="98486"/>
                </a:cubicBezTo>
                <a:cubicBezTo>
                  <a:pt x="2366762" y="98486"/>
                  <a:pt x="2367718" y="98397"/>
                  <a:pt x="2368920" y="98219"/>
                </a:cubicBezTo>
                <a:cubicBezTo>
                  <a:pt x="2370121" y="98042"/>
                  <a:pt x="2371166" y="97819"/>
                  <a:pt x="2372055" y="97552"/>
                </a:cubicBezTo>
                <a:lnTo>
                  <a:pt x="2372055" y="100755"/>
                </a:lnTo>
                <a:cubicBezTo>
                  <a:pt x="2370543" y="101022"/>
                  <a:pt x="2368875" y="101355"/>
                  <a:pt x="2367050" y="101754"/>
                </a:cubicBezTo>
                <a:cubicBezTo>
                  <a:pt x="2365227" y="102155"/>
                  <a:pt x="2363470" y="102355"/>
                  <a:pt x="2361780" y="102355"/>
                </a:cubicBezTo>
                <a:cubicBezTo>
                  <a:pt x="2356175" y="102355"/>
                  <a:pt x="2352038" y="100977"/>
                  <a:pt x="2349369" y="98219"/>
                </a:cubicBezTo>
                <a:cubicBezTo>
                  <a:pt x="2346700" y="95461"/>
                  <a:pt x="2345366" y="91413"/>
                  <a:pt x="2345366" y="86075"/>
                </a:cubicBezTo>
                <a:cubicBezTo>
                  <a:pt x="2345366" y="83674"/>
                  <a:pt x="2345410" y="81072"/>
                  <a:pt x="2345498" y="78270"/>
                </a:cubicBezTo>
                <a:cubicBezTo>
                  <a:pt x="2345588" y="75467"/>
                  <a:pt x="2345699" y="72398"/>
                  <a:pt x="2345832" y="69062"/>
                </a:cubicBezTo>
                <a:cubicBezTo>
                  <a:pt x="2345965" y="65725"/>
                  <a:pt x="2346077" y="62033"/>
                  <a:pt x="2346166" y="57985"/>
                </a:cubicBezTo>
                <a:cubicBezTo>
                  <a:pt x="2346256" y="53937"/>
                  <a:pt x="2346301" y="49422"/>
                  <a:pt x="2346301" y="44440"/>
                </a:cubicBezTo>
                <a:lnTo>
                  <a:pt x="2342029" y="44440"/>
                </a:lnTo>
                <a:cubicBezTo>
                  <a:pt x="2341317" y="44440"/>
                  <a:pt x="2340561" y="44462"/>
                  <a:pt x="2339760" y="44507"/>
                </a:cubicBezTo>
                <a:cubicBezTo>
                  <a:pt x="2338959" y="44550"/>
                  <a:pt x="2338114" y="44617"/>
                  <a:pt x="2337225" y="44706"/>
                </a:cubicBezTo>
                <a:cubicBezTo>
                  <a:pt x="2337315" y="44173"/>
                  <a:pt x="2337381" y="43662"/>
                  <a:pt x="2337425" y="43173"/>
                </a:cubicBezTo>
                <a:cubicBezTo>
                  <a:pt x="2337469" y="42683"/>
                  <a:pt x="2337492" y="42171"/>
                  <a:pt x="2337492" y="41638"/>
                </a:cubicBezTo>
                <a:cubicBezTo>
                  <a:pt x="2337492" y="41192"/>
                  <a:pt x="2337469" y="40748"/>
                  <a:pt x="2337425" y="40304"/>
                </a:cubicBezTo>
                <a:cubicBezTo>
                  <a:pt x="2337381" y="39859"/>
                  <a:pt x="2337315" y="39413"/>
                  <a:pt x="2337225" y="38968"/>
                </a:cubicBezTo>
                <a:cubicBezTo>
                  <a:pt x="2341228" y="39234"/>
                  <a:pt x="2344164" y="39367"/>
                  <a:pt x="2346032" y="39367"/>
                </a:cubicBezTo>
                <a:cubicBezTo>
                  <a:pt x="2345944" y="37589"/>
                  <a:pt x="2345877" y="35365"/>
                  <a:pt x="2345832" y="32696"/>
                </a:cubicBezTo>
                <a:cubicBezTo>
                  <a:pt x="2345788" y="30028"/>
                  <a:pt x="2345676" y="27269"/>
                  <a:pt x="2345498" y="24421"/>
                </a:cubicBezTo>
                <a:lnTo>
                  <a:pt x="2356576" y="19752"/>
                </a:lnTo>
                <a:lnTo>
                  <a:pt x="2357244" y="19752"/>
                </a:lnTo>
                <a:close/>
                <a:moveTo>
                  <a:pt x="2388470" y="69528"/>
                </a:moveTo>
                <a:cubicBezTo>
                  <a:pt x="2388470" y="73264"/>
                  <a:pt x="2388803" y="76867"/>
                  <a:pt x="2389469" y="80337"/>
                </a:cubicBezTo>
                <a:cubicBezTo>
                  <a:pt x="2390137" y="83807"/>
                  <a:pt x="2391272" y="86898"/>
                  <a:pt x="2392872" y="89612"/>
                </a:cubicBezTo>
                <a:cubicBezTo>
                  <a:pt x="2394474" y="92326"/>
                  <a:pt x="2396609" y="94484"/>
                  <a:pt x="2399278" y="96085"/>
                </a:cubicBezTo>
                <a:cubicBezTo>
                  <a:pt x="2401947" y="97686"/>
                  <a:pt x="2405239" y="98486"/>
                  <a:pt x="2409154" y="98486"/>
                </a:cubicBezTo>
                <a:cubicBezTo>
                  <a:pt x="2413069" y="98486"/>
                  <a:pt x="2416361" y="97686"/>
                  <a:pt x="2419030" y="96085"/>
                </a:cubicBezTo>
                <a:cubicBezTo>
                  <a:pt x="2421699" y="94484"/>
                  <a:pt x="2423834" y="92326"/>
                  <a:pt x="2425434" y="89612"/>
                </a:cubicBezTo>
                <a:cubicBezTo>
                  <a:pt x="2427036" y="86898"/>
                  <a:pt x="2428170" y="83807"/>
                  <a:pt x="2428837" y="80337"/>
                </a:cubicBezTo>
                <a:cubicBezTo>
                  <a:pt x="2429505" y="76867"/>
                  <a:pt x="2429839" y="73264"/>
                  <a:pt x="2429839" y="69528"/>
                </a:cubicBezTo>
                <a:cubicBezTo>
                  <a:pt x="2429839" y="65791"/>
                  <a:pt x="2429505" y="62188"/>
                  <a:pt x="2428837" y="58718"/>
                </a:cubicBezTo>
                <a:cubicBezTo>
                  <a:pt x="2428170" y="55248"/>
                  <a:pt x="2427036" y="52157"/>
                  <a:pt x="2425434" y="49445"/>
                </a:cubicBezTo>
                <a:cubicBezTo>
                  <a:pt x="2423834" y="46731"/>
                  <a:pt x="2421699" y="44573"/>
                  <a:pt x="2419030" y="42971"/>
                </a:cubicBezTo>
                <a:cubicBezTo>
                  <a:pt x="2416361" y="41370"/>
                  <a:pt x="2413069" y="40569"/>
                  <a:pt x="2409154" y="40569"/>
                </a:cubicBezTo>
                <a:cubicBezTo>
                  <a:pt x="2405239" y="40569"/>
                  <a:pt x="2401947" y="41370"/>
                  <a:pt x="2399278" y="42971"/>
                </a:cubicBezTo>
                <a:cubicBezTo>
                  <a:pt x="2396609" y="44573"/>
                  <a:pt x="2394474" y="46731"/>
                  <a:pt x="2392872" y="49445"/>
                </a:cubicBezTo>
                <a:cubicBezTo>
                  <a:pt x="2391272" y="52157"/>
                  <a:pt x="2390137" y="55248"/>
                  <a:pt x="2389469" y="58718"/>
                </a:cubicBezTo>
                <a:cubicBezTo>
                  <a:pt x="2388803" y="62188"/>
                  <a:pt x="2388470" y="65791"/>
                  <a:pt x="2388470" y="69528"/>
                </a:cubicBezTo>
                <a:moveTo>
                  <a:pt x="2376726" y="69528"/>
                </a:moveTo>
                <a:cubicBezTo>
                  <a:pt x="2376726" y="63478"/>
                  <a:pt x="2377683" y="58340"/>
                  <a:pt x="2379596" y="54114"/>
                </a:cubicBezTo>
                <a:cubicBezTo>
                  <a:pt x="2381508" y="49888"/>
                  <a:pt x="2384021" y="46463"/>
                  <a:pt x="2387134" y="43839"/>
                </a:cubicBezTo>
                <a:cubicBezTo>
                  <a:pt x="2390248" y="41215"/>
                  <a:pt x="2393740" y="39302"/>
                  <a:pt x="2397610" y="38101"/>
                </a:cubicBezTo>
                <a:cubicBezTo>
                  <a:pt x="2401481" y="36899"/>
                  <a:pt x="2405329" y="36299"/>
                  <a:pt x="2409154" y="36299"/>
                </a:cubicBezTo>
                <a:cubicBezTo>
                  <a:pt x="2413069" y="36299"/>
                  <a:pt x="2416939" y="36899"/>
                  <a:pt x="2420765" y="38101"/>
                </a:cubicBezTo>
                <a:cubicBezTo>
                  <a:pt x="2424590" y="39302"/>
                  <a:pt x="2428059" y="41215"/>
                  <a:pt x="2431172" y="43839"/>
                </a:cubicBezTo>
                <a:cubicBezTo>
                  <a:pt x="2434286" y="46463"/>
                  <a:pt x="2436800" y="49888"/>
                  <a:pt x="2438713" y="54114"/>
                </a:cubicBezTo>
                <a:cubicBezTo>
                  <a:pt x="2440625" y="58340"/>
                  <a:pt x="2441582" y="63478"/>
                  <a:pt x="2441582" y="69528"/>
                </a:cubicBezTo>
                <a:cubicBezTo>
                  <a:pt x="2441582" y="75577"/>
                  <a:pt x="2440625" y="80715"/>
                  <a:pt x="2438713" y="84941"/>
                </a:cubicBezTo>
                <a:cubicBezTo>
                  <a:pt x="2436800" y="89167"/>
                  <a:pt x="2434286" y="92593"/>
                  <a:pt x="2431172" y="95218"/>
                </a:cubicBezTo>
                <a:cubicBezTo>
                  <a:pt x="2428059" y="97842"/>
                  <a:pt x="2424590" y="99688"/>
                  <a:pt x="2420765" y="100755"/>
                </a:cubicBezTo>
                <a:cubicBezTo>
                  <a:pt x="2416939" y="101822"/>
                  <a:pt x="2413069" y="102355"/>
                  <a:pt x="2409154" y="102355"/>
                </a:cubicBezTo>
                <a:cubicBezTo>
                  <a:pt x="2405329" y="102355"/>
                  <a:pt x="2401481" y="101822"/>
                  <a:pt x="2397610" y="100755"/>
                </a:cubicBezTo>
                <a:cubicBezTo>
                  <a:pt x="2393740" y="99688"/>
                  <a:pt x="2390248" y="97842"/>
                  <a:pt x="2387134" y="95218"/>
                </a:cubicBezTo>
                <a:cubicBezTo>
                  <a:pt x="2384021" y="92593"/>
                  <a:pt x="2381508" y="89167"/>
                  <a:pt x="2379596" y="84941"/>
                </a:cubicBezTo>
                <a:cubicBezTo>
                  <a:pt x="2377683" y="80715"/>
                  <a:pt x="2376726" y="75577"/>
                  <a:pt x="2376726" y="69528"/>
                </a:cubicBezTo>
                <a:close/>
                <a:moveTo>
                  <a:pt x="2512043" y="101021"/>
                </a:moveTo>
                <a:cubicBezTo>
                  <a:pt x="2507951" y="90524"/>
                  <a:pt x="2503837" y="80026"/>
                  <a:pt x="2499699" y="69528"/>
                </a:cubicBezTo>
                <a:cubicBezTo>
                  <a:pt x="2495563" y="59029"/>
                  <a:pt x="2491048" y="48397"/>
                  <a:pt x="2486154" y="37632"/>
                </a:cubicBezTo>
                <a:cubicBezTo>
                  <a:pt x="2487310" y="37811"/>
                  <a:pt x="2488422" y="37968"/>
                  <a:pt x="2489489" y="38101"/>
                </a:cubicBezTo>
                <a:cubicBezTo>
                  <a:pt x="2490557" y="38234"/>
                  <a:pt x="2491670" y="38300"/>
                  <a:pt x="2492827" y="38300"/>
                </a:cubicBezTo>
                <a:cubicBezTo>
                  <a:pt x="2493805" y="38300"/>
                  <a:pt x="2494784" y="38234"/>
                  <a:pt x="2495763" y="38101"/>
                </a:cubicBezTo>
                <a:cubicBezTo>
                  <a:pt x="2496742" y="37968"/>
                  <a:pt x="2497720" y="37811"/>
                  <a:pt x="2498699" y="37632"/>
                </a:cubicBezTo>
                <a:cubicBezTo>
                  <a:pt x="2501456" y="46441"/>
                  <a:pt x="2504458" y="55094"/>
                  <a:pt x="2507706" y="63591"/>
                </a:cubicBezTo>
                <a:cubicBezTo>
                  <a:pt x="2510953" y="72086"/>
                  <a:pt x="2514579" y="80782"/>
                  <a:pt x="2518583" y="89679"/>
                </a:cubicBezTo>
                <a:cubicBezTo>
                  <a:pt x="2520362" y="86032"/>
                  <a:pt x="2522118" y="82095"/>
                  <a:pt x="2523853" y="77869"/>
                </a:cubicBezTo>
                <a:cubicBezTo>
                  <a:pt x="2525588" y="73643"/>
                  <a:pt x="2527323" y="69262"/>
                  <a:pt x="2529058" y="64725"/>
                </a:cubicBezTo>
                <a:cubicBezTo>
                  <a:pt x="2530793" y="60187"/>
                  <a:pt x="2532483" y="55627"/>
                  <a:pt x="2534128" y="51045"/>
                </a:cubicBezTo>
                <a:cubicBezTo>
                  <a:pt x="2535775" y="46464"/>
                  <a:pt x="2537399" y="41993"/>
                  <a:pt x="2539001" y="37632"/>
                </a:cubicBezTo>
                <a:cubicBezTo>
                  <a:pt x="2540601" y="38078"/>
                  <a:pt x="2541980" y="38300"/>
                  <a:pt x="2543137" y="38300"/>
                </a:cubicBezTo>
                <a:cubicBezTo>
                  <a:pt x="2544293" y="38300"/>
                  <a:pt x="2545672" y="38078"/>
                  <a:pt x="2547274" y="37632"/>
                </a:cubicBezTo>
                <a:cubicBezTo>
                  <a:pt x="2542470" y="48397"/>
                  <a:pt x="2537755" y="59029"/>
                  <a:pt x="2533128" y="69528"/>
                </a:cubicBezTo>
                <a:cubicBezTo>
                  <a:pt x="2528502" y="80026"/>
                  <a:pt x="2524276" y="90524"/>
                  <a:pt x="2520451" y="101021"/>
                </a:cubicBezTo>
                <a:cubicBezTo>
                  <a:pt x="2519116" y="100844"/>
                  <a:pt x="2517737" y="100755"/>
                  <a:pt x="2516313" y="100755"/>
                </a:cubicBezTo>
                <a:cubicBezTo>
                  <a:pt x="2514890" y="100755"/>
                  <a:pt x="2513467" y="100844"/>
                  <a:pt x="2512043" y="101021"/>
                </a:cubicBezTo>
                <a:close/>
                <a:moveTo>
                  <a:pt x="2561820" y="14413"/>
                </a:moveTo>
                <a:cubicBezTo>
                  <a:pt x="2561820" y="12545"/>
                  <a:pt x="2562487" y="10944"/>
                  <a:pt x="2563821" y="9609"/>
                </a:cubicBezTo>
                <a:cubicBezTo>
                  <a:pt x="2565156" y="8275"/>
                  <a:pt x="2566758" y="7608"/>
                  <a:pt x="2568627" y="7608"/>
                </a:cubicBezTo>
                <a:cubicBezTo>
                  <a:pt x="2570495" y="7608"/>
                  <a:pt x="2572096" y="8275"/>
                  <a:pt x="2573430" y="9609"/>
                </a:cubicBezTo>
                <a:cubicBezTo>
                  <a:pt x="2574765" y="10944"/>
                  <a:pt x="2575432" y="12545"/>
                  <a:pt x="2575432" y="14413"/>
                </a:cubicBezTo>
                <a:cubicBezTo>
                  <a:pt x="2575432" y="16281"/>
                  <a:pt x="2574765" y="17883"/>
                  <a:pt x="2573430" y="19218"/>
                </a:cubicBezTo>
                <a:cubicBezTo>
                  <a:pt x="2572096" y="20553"/>
                  <a:pt x="2570495" y="21220"/>
                  <a:pt x="2568627" y="21220"/>
                </a:cubicBezTo>
                <a:cubicBezTo>
                  <a:pt x="2566758" y="21220"/>
                  <a:pt x="2565156" y="20553"/>
                  <a:pt x="2563821" y="19218"/>
                </a:cubicBezTo>
                <a:cubicBezTo>
                  <a:pt x="2562487" y="17883"/>
                  <a:pt x="2561820" y="16281"/>
                  <a:pt x="2561820" y="14413"/>
                </a:cubicBezTo>
                <a:moveTo>
                  <a:pt x="2563689" y="62589"/>
                </a:moveTo>
                <a:cubicBezTo>
                  <a:pt x="2563689" y="58586"/>
                  <a:pt x="2563622" y="54382"/>
                  <a:pt x="2563487" y="49978"/>
                </a:cubicBezTo>
                <a:cubicBezTo>
                  <a:pt x="2563354" y="45574"/>
                  <a:pt x="2563065" y="41459"/>
                  <a:pt x="2562620" y="37632"/>
                </a:cubicBezTo>
                <a:cubicBezTo>
                  <a:pt x="2565111" y="38078"/>
                  <a:pt x="2567113" y="38300"/>
                  <a:pt x="2568627" y="38300"/>
                </a:cubicBezTo>
                <a:cubicBezTo>
                  <a:pt x="2570139" y="38300"/>
                  <a:pt x="2572141" y="38078"/>
                  <a:pt x="2574632" y="37632"/>
                </a:cubicBezTo>
                <a:cubicBezTo>
                  <a:pt x="2574187" y="41459"/>
                  <a:pt x="2573897" y="45574"/>
                  <a:pt x="2573762" y="49978"/>
                </a:cubicBezTo>
                <a:cubicBezTo>
                  <a:pt x="2573629" y="54382"/>
                  <a:pt x="2573563" y="58586"/>
                  <a:pt x="2573563" y="62589"/>
                </a:cubicBezTo>
                <a:lnTo>
                  <a:pt x="2573563" y="76466"/>
                </a:lnTo>
                <a:cubicBezTo>
                  <a:pt x="2573563" y="80471"/>
                  <a:pt x="2573629" y="84675"/>
                  <a:pt x="2573762" y="89079"/>
                </a:cubicBezTo>
                <a:cubicBezTo>
                  <a:pt x="2573897" y="93482"/>
                  <a:pt x="2574187" y="97463"/>
                  <a:pt x="2574632" y="101021"/>
                </a:cubicBezTo>
                <a:cubicBezTo>
                  <a:pt x="2572585" y="100844"/>
                  <a:pt x="2570583" y="100755"/>
                  <a:pt x="2568627" y="100755"/>
                </a:cubicBezTo>
                <a:cubicBezTo>
                  <a:pt x="2566669" y="100755"/>
                  <a:pt x="2564667" y="100844"/>
                  <a:pt x="2562620" y="101021"/>
                </a:cubicBezTo>
                <a:cubicBezTo>
                  <a:pt x="2563065" y="97463"/>
                  <a:pt x="2563354" y="93482"/>
                  <a:pt x="2563487" y="89079"/>
                </a:cubicBezTo>
                <a:cubicBezTo>
                  <a:pt x="2563622" y="84675"/>
                  <a:pt x="2563689" y="80471"/>
                  <a:pt x="2563689" y="76466"/>
                </a:cubicBezTo>
                <a:lnTo>
                  <a:pt x="2563689" y="62589"/>
                </a:lnTo>
                <a:close/>
                <a:moveTo>
                  <a:pt x="2596650" y="88610"/>
                </a:moveTo>
                <a:cubicBezTo>
                  <a:pt x="2597095" y="89501"/>
                  <a:pt x="2597785" y="90480"/>
                  <a:pt x="2598719" y="91547"/>
                </a:cubicBezTo>
                <a:cubicBezTo>
                  <a:pt x="2599653" y="92614"/>
                  <a:pt x="2600764" y="93615"/>
                  <a:pt x="2602054" y="94550"/>
                </a:cubicBezTo>
                <a:cubicBezTo>
                  <a:pt x="2603345" y="95484"/>
                  <a:pt x="2604813" y="96263"/>
                  <a:pt x="2606459" y="96886"/>
                </a:cubicBezTo>
                <a:cubicBezTo>
                  <a:pt x="2608104" y="97507"/>
                  <a:pt x="2609861" y="97818"/>
                  <a:pt x="2611730" y="97818"/>
                </a:cubicBezTo>
                <a:cubicBezTo>
                  <a:pt x="2613421" y="97818"/>
                  <a:pt x="2615044" y="97552"/>
                  <a:pt x="2616601" y="97018"/>
                </a:cubicBezTo>
                <a:cubicBezTo>
                  <a:pt x="2618158" y="96485"/>
                  <a:pt x="2619537" y="95728"/>
                  <a:pt x="2620737" y="94750"/>
                </a:cubicBezTo>
                <a:cubicBezTo>
                  <a:pt x="2621938" y="93771"/>
                  <a:pt x="2622895" y="92525"/>
                  <a:pt x="2623606" y="91013"/>
                </a:cubicBezTo>
                <a:cubicBezTo>
                  <a:pt x="2624319" y="89501"/>
                  <a:pt x="2624675" y="87766"/>
                  <a:pt x="2624675" y="85808"/>
                </a:cubicBezTo>
                <a:cubicBezTo>
                  <a:pt x="2624675" y="83050"/>
                  <a:pt x="2623896" y="80937"/>
                  <a:pt x="2622339" y="79469"/>
                </a:cubicBezTo>
                <a:cubicBezTo>
                  <a:pt x="2620782" y="78002"/>
                  <a:pt x="2618847" y="76801"/>
                  <a:pt x="2616534" y="75867"/>
                </a:cubicBezTo>
                <a:cubicBezTo>
                  <a:pt x="2614221" y="74932"/>
                  <a:pt x="2611685" y="74109"/>
                  <a:pt x="2608926" y="73397"/>
                </a:cubicBezTo>
                <a:cubicBezTo>
                  <a:pt x="2606169" y="72686"/>
                  <a:pt x="2603634" y="71686"/>
                  <a:pt x="2601321" y="70396"/>
                </a:cubicBezTo>
                <a:cubicBezTo>
                  <a:pt x="2599008" y="69105"/>
                  <a:pt x="2597073" y="67392"/>
                  <a:pt x="2595516" y="65258"/>
                </a:cubicBezTo>
                <a:cubicBezTo>
                  <a:pt x="2593959" y="63123"/>
                  <a:pt x="2593180" y="60187"/>
                  <a:pt x="2593180" y="56449"/>
                </a:cubicBezTo>
                <a:cubicBezTo>
                  <a:pt x="2593180" y="53513"/>
                  <a:pt x="2593669" y="50822"/>
                  <a:pt x="2594648" y="48376"/>
                </a:cubicBezTo>
                <a:cubicBezTo>
                  <a:pt x="2595627" y="45929"/>
                  <a:pt x="2597050" y="43816"/>
                  <a:pt x="2598918" y="42037"/>
                </a:cubicBezTo>
                <a:cubicBezTo>
                  <a:pt x="2600786" y="40257"/>
                  <a:pt x="2603099" y="38856"/>
                  <a:pt x="2605858" y="37834"/>
                </a:cubicBezTo>
                <a:cubicBezTo>
                  <a:pt x="2608616" y="36810"/>
                  <a:pt x="2611775" y="36299"/>
                  <a:pt x="2615333" y="36299"/>
                </a:cubicBezTo>
                <a:cubicBezTo>
                  <a:pt x="2618625" y="36299"/>
                  <a:pt x="2621405" y="36744"/>
                  <a:pt x="2623673" y="37634"/>
                </a:cubicBezTo>
                <a:cubicBezTo>
                  <a:pt x="2625942" y="38524"/>
                  <a:pt x="2628099" y="39324"/>
                  <a:pt x="2630146" y="40035"/>
                </a:cubicBezTo>
                <a:cubicBezTo>
                  <a:pt x="2629434" y="41370"/>
                  <a:pt x="2628766" y="43016"/>
                  <a:pt x="2628143" y="44973"/>
                </a:cubicBezTo>
                <a:cubicBezTo>
                  <a:pt x="2627521" y="46931"/>
                  <a:pt x="2627121" y="48443"/>
                  <a:pt x="2626943" y="49510"/>
                </a:cubicBezTo>
                <a:lnTo>
                  <a:pt x="2625341" y="49510"/>
                </a:lnTo>
                <a:cubicBezTo>
                  <a:pt x="2624629" y="47374"/>
                  <a:pt x="2623250" y="45462"/>
                  <a:pt x="2621203" y="43772"/>
                </a:cubicBezTo>
                <a:cubicBezTo>
                  <a:pt x="2619157" y="42082"/>
                  <a:pt x="2616622" y="41236"/>
                  <a:pt x="2613598" y="41236"/>
                </a:cubicBezTo>
                <a:cubicBezTo>
                  <a:pt x="2612263" y="41236"/>
                  <a:pt x="2610929" y="41459"/>
                  <a:pt x="2609594" y="41904"/>
                </a:cubicBezTo>
                <a:cubicBezTo>
                  <a:pt x="2608260" y="42348"/>
                  <a:pt x="2607059" y="43016"/>
                  <a:pt x="2605990" y="43906"/>
                </a:cubicBezTo>
                <a:cubicBezTo>
                  <a:pt x="2604923" y="44795"/>
                  <a:pt x="2604034" y="45952"/>
                  <a:pt x="2603323" y="47376"/>
                </a:cubicBezTo>
                <a:cubicBezTo>
                  <a:pt x="2602611" y="48799"/>
                  <a:pt x="2602256" y="50489"/>
                  <a:pt x="2602256" y="52446"/>
                </a:cubicBezTo>
                <a:cubicBezTo>
                  <a:pt x="2602256" y="55293"/>
                  <a:pt x="2603034" y="57495"/>
                  <a:pt x="2604589" y="59052"/>
                </a:cubicBezTo>
                <a:cubicBezTo>
                  <a:pt x="2606146" y="60609"/>
                  <a:pt x="2608081" y="61833"/>
                  <a:pt x="2610395" y="62723"/>
                </a:cubicBezTo>
                <a:cubicBezTo>
                  <a:pt x="2612708" y="63612"/>
                  <a:pt x="2615243" y="64391"/>
                  <a:pt x="2618000" y="65059"/>
                </a:cubicBezTo>
                <a:cubicBezTo>
                  <a:pt x="2620759" y="65725"/>
                  <a:pt x="2623294" y="66659"/>
                  <a:pt x="2625608" y="67861"/>
                </a:cubicBezTo>
                <a:cubicBezTo>
                  <a:pt x="2627921" y="69061"/>
                  <a:pt x="2629856" y="70728"/>
                  <a:pt x="2631413" y="72864"/>
                </a:cubicBezTo>
                <a:cubicBezTo>
                  <a:pt x="2632970" y="74999"/>
                  <a:pt x="2633749" y="77935"/>
                  <a:pt x="2633749" y="81671"/>
                </a:cubicBezTo>
                <a:cubicBezTo>
                  <a:pt x="2633749" y="84251"/>
                  <a:pt x="2633193" y="86787"/>
                  <a:pt x="2632081" y="89278"/>
                </a:cubicBezTo>
                <a:cubicBezTo>
                  <a:pt x="2630969" y="91769"/>
                  <a:pt x="2629367" y="94016"/>
                  <a:pt x="2627275" y="96018"/>
                </a:cubicBezTo>
                <a:cubicBezTo>
                  <a:pt x="2625185" y="98019"/>
                  <a:pt x="2622671" y="99576"/>
                  <a:pt x="2619735" y="100687"/>
                </a:cubicBezTo>
                <a:cubicBezTo>
                  <a:pt x="2616800" y="101799"/>
                  <a:pt x="2613465" y="102355"/>
                  <a:pt x="2609729" y="102355"/>
                </a:cubicBezTo>
                <a:cubicBezTo>
                  <a:pt x="2605636" y="102355"/>
                  <a:pt x="2602210" y="101955"/>
                  <a:pt x="2599452" y="101154"/>
                </a:cubicBezTo>
                <a:cubicBezTo>
                  <a:pt x="2596695" y="100354"/>
                  <a:pt x="2594381" y="99420"/>
                  <a:pt x="2592512" y="98352"/>
                </a:cubicBezTo>
                <a:cubicBezTo>
                  <a:pt x="2593047" y="97195"/>
                  <a:pt x="2593604" y="95616"/>
                  <a:pt x="2594182" y="93615"/>
                </a:cubicBezTo>
                <a:cubicBezTo>
                  <a:pt x="2594760" y="91613"/>
                  <a:pt x="2595049" y="89945"/>
                  <a:pt x="2595049" y="88610"/>
                </a:cubicBezTo>
                <a:lnTo>
                  <a:pt x="2596650" y="88610"/>
                </a:lnTo>
                <a:close/>
                <a:moveTo>
                  <a:pt x="2650830" y="14413"/>
                </a:moveTo>
                <a:cubicBezTo>
                  <a:pt x="2650830" y="12545"/>
                  <a:pt x="2651497" y="10944"/>
                  <a:pt x="2652831" y="9609"/>
                </a:cubicBezTo>
                <a:cubicBezTo>
                  <a:pt x="2654166" y="8275"/>
                  <a:pt x="2655768" y="7608"/>
                  <a:pt x="2657637" y="7608"/>
                </a:cubicBezTo>
                <a:cubicBezTo>
                  <a:pt x="2659505" y="7608"/>
                  <a:pt x="2661106" y="8275"/>
                  <a:pt x="2662441" y="9609"/>
                </a:cubicBezTo>
                <a:cubicBezTo>
                  <a:pt x="2663775" y="10944"/>
                  <a:pt x="2664442" y="12545"/>
                  <a:pt x="2664442" y="14413"/>
                </a:cubicBezTo>
                <a:cubicBezTo>
                  <a:pt x="2664442" y="16281"/>
                  <a:pt x="2663775" y="17883"/>
                  <a:pt x="2662441" y="19218"/>
                </a:cubicBezTo>
                <a:cubicBezTo>
                  <a:pt x="2661106" y="20553"/>
                  <a:pt x="2659505" y="21220"/>
                  <a:pt x="2657637" y="21220"/>
                </a:cubicBezTo>
                <a:cubicBezTo>
                  <a:pt x="2655768" y="21220"/>
                  <a:pt x="2654166" y="20553"/>
                  <a:pt x="2652831" y="19218"/>
                </a:cubicBezTo>
                <a:cubicBezTo>
                  <a:pt x="2651497" y="17883"/>
                  <a:pt x="2650830" y="16281"/>
                  <a:pt x="2650830" y="14413"/>
                </a:cubicBezTo>
                <a:moveTo>
                  <a:pt x="2652699" y="62589"/>
                </a:moveTo>
                <a:cubicBezTo>
                  <a:pt x="2652699" y="58586"/>
                  <a:pt x="2652632" y="54382"/>
                  <a:pt x="2652498" y="49978"/>
                </a:cubicBezTo>
                <a:cubicBezTo>
                  <a:pt x="2652365" y="45574"/>
                  <a:pt x="2652075" y="41459"/>
                  <a:pt x="2651630" y="37632"/>
                </a:cubicBezTo>
                <a:cubicBezTo>
                  <a:pt x="2654121" y="38078"/>
                  <a:pt x="2656123" y="38300"/>
                  <a:pt x="2657637" y="38300"/>
                </a:cubicBezTo>
                <a:cubicBezTo>
                  <a:pt x="2659149" y="38300"/>
                  <a:pt x="2661151" y="38078"/>
                  <a:pt x="2663642" y="37632"/>
                </a:cubicBezTo>
                <a:cubicBezTo>
                  <a:pt x="2663197" y="41459"/>
                  <a:pt x="2662907" y="45574"/>
                  <a:pt x="2662773" y="49978"/>
                </a:cubicBezTo>
                <a:cubicBezTo>
                  <a:pt x="2662640" y="54382"/>
                  <a:pt x="2662573" y="58586"/>
                  <a:pt x="2662573" y="62589"/>
                </a:cubicBezTo>
                <a:lnTo>
                  <a:pt x="2662573" y="76466"/>
                </a:lnTo>
                <a:cubicBezTo>
                  <a:pt x="2662573" y="80471"/>
                  <a:pt x="2662640" y="84675"/>
                  <a:pt x="2662773" y="89079"/>
                </a:cubicBezTo>
                <a:cubicBezTo>
                  <a:pt x="2662907" y="93482"/>
                  <a:pt x="2663197" y="97463"/>
                  <a:pt x="2663642" y="101021"/>
                </a:cubicBezTo>
                <a:cubicBezTo>
                  <a:pt x="2661595" y="100844"/>
                  <a:pt x="2659593" y="100755"/>
                  <a:pt x="2657637" y="100755"/>
                </a:cubicBezTo>
                <a:cubicBezTo>
                  <a:pt x="2655680" y="100755"/>
                  <a:pt x="2653677" y="100844"/>
                  <a:pt x="2651630" y="101021"/>
                </a:cubicBezTo>
                <a:cubicBezTo>
                  <a:pt x="2652075" y="97463"/>
                  <a:pt x="2652365" y="93482"/>
                  <a:pt x="2652498" y="89079"/>
                </a:cubicBezTo>
                <a:cubicBezTo>
                  <a:pt x="2652632" y="84675"/>
                  <a:pt x="2652699" y="80471"/>
                  <a:pt x="2652699" y="76466"/>
                </a:cubicBezTo>
                <a:lnTo>
                  <a:pt x="2652699" y="62589"/>
                </a:lnTo>
                <a:close/>
                <a:moveTo>
                  <a:pt x="2698473" y="19752"/>
                </a:moveTo>
                <a:cubicBezTo>
                  <a:pt x="2698205" y="23132"/>
                  <a:pt x="2698004" y="26446"/>
                  <a:pt x="2697870" y="29693"/>
                </a:cubicBezTo>
                <a:cubicBezTo>
                  <a:pt x="2697737" y="32940"/>
                  <a:pt x="2697581" y="36210"/>
                  <a:pt x="2697404" y="39502"/>
                </a:cubicBezTo>
                <a:cubicBezTo>
                  <a:pt x="2698382" y="39502"/>
                  <a:pt x="2700206" y="39479"/>
                  <a:pt x="2702875" y="39434"/>
                </a:cubicBezTo>
                <a:cubicBezTo>
                  <a:pt x="2705544" y="39390"/>
                  <a:pt x="2708435" y="39278"/>
                  <a:pt x="2711549" y="39100"/>
                </a:cubicBezTo>
                <a:cubicBezTo>
                  <a:pt x="2711461" y="39368"/>
                  <a:pt x="2711417" y="39857"/>
                  <a:pt x="2711417" y="40569"/>
                </a:cubicBezTo>
                <a:lnTo>
                  <a:pt x="2711417" y="41904"/>
                </a:lnTo>
                <a:lnTo>
                  <a:pt x="2711417" y="43373"/>
                </a:lnTo>
                <a:cubicBezTo>
                  <a:pt x="2711417" y="43994"/>
                  <a:pt x="2711461" y="44439"/>
                  <a:pt x="2711549" y="44706"/>
                </a:cubicBezTo>
                <a:cubicBezTo>
                  <a:pt x="2710393" y="44617"/>
                  <a:pt x="2709191" y="44550"/>
                  <a:pt x="2707945" y="44507"/>
                </a:cubicBezTo>
                <a:cubicBezTo>
                  <a:pt x="2706700" y="44462"/>
                  <a:pt x="2705366" y="44440"/>
                  <a:pt x="2703942" y="44440"/>
                </a:cubicBezTo>
                <a:lnTo>
                  <a:pt x="2697404" y="44440"/>
                </a:lnTo>
                <a:cubicBezTo>
                  <a:pt x="2697315" y="44795"/>
                  <a:pt x="2697204" y="46219"/>
                  <a:pt x="2697070" y="48710"/>
                </a:cubicBezTo>
                <a:cubicBezTo>
                  <a:pt x="2696937" y="51201"/>
                  <a:pt x="2696825" y="54159"/>
                  <a:pt x="2696736" y="57584"/>
                </a:cubicBezTo>
                <a:cubicBezTo>
                  <a:pt x="2696647" y="61009"/>
                  <a:pt x="2696581" y="64590"/>
                  <a:pt x="2696536" y="68327"/>
                </a:cubicBezTo>
                <a:cubicBezTo>
                  <a:pt x="2696491" y="72063"/>
                  <a:pt x="2696469" y="75399"/>
                  <a:pt x="2696469" y="78335"/>
                </a:cubicBezTo>
                <a:cubicBezTo>
                  <a:pt x="2696469" y="80826"/>
                  <a:pt x="2696535" y="83273"/>
                  <a:pt x="2696668" y="85676"/>
                </a:cubicBezTo>
                <a:cubicBezTo>
                  <a:pt x="2696803" y="88077"/>
                  <a:pt x="2697226" y="90235"/>
                  <a:pt x="2697937" y="92147"/>
                </a:cubicBezTo>
                <a:cubicBezTo>
                  <a:pt x="2698650" y="94060"/>
                  <a:pt x="2699717" y="95595"/>
                  <a:pt x="2701140" y="96751"/>
                </a:cubicBezTo>
                <a:cubicBezTo>
                  <a:pt x="2702564" y="97908"/>
                  <a:pt x="2704611" y="98486"/>
                  <a:pt x="2707279" y="98486"/>
                </a:cubicBezTo>
                <a:cubicBezTo>
                  <a:pt x="2707991" y="98486"/>
                  <a:pt x="2708947" y="98397"/>
                  <a:pt x="2710149" y="98219"/>
                </a:cubicBezTo>
                <a:cubicBezTo>
                  <a:pt x="2711350" y="98042"/>
                  <a:pt x="2712395" y="97819"/>
                  <a:pt x="2713284" y="97552"/>
                </a:cubicBezTo>
                <a:lnTo>
                  <a:pt x="2713284" y="100755"/>
                </a:lnTo>
                <a:cubicBezTo>
                  <a:pt x="2711772" y="101022"/>
                  <a:pt x="2710104" y="101355"/>
                  <a:pt x="2708279" y="101754"/>
                </a:cubicBezTo>
                <a:cubicBezTo>
                  <a:pt x="2706456" y="102155"/>
                  <a:pt x="2704699" y="102355"/>
                  <a:pt x="2703009" y="102355"/>
                </a:cubicBezTo>
                <a:cubicBezTo>
                  <a:pt x="2697404" y="102355"/>
                  <a:pt x="2693267" y="100977"/>
                  <a:pt x="2690598" y="98219"/>
                </a:cubicBezTo>
                <a:cubicBezTo>
                  <a:pt x="2687929" y="95461"/>
                  <a:pt x="2686595" y="91413"/>
                  <a:pt x="2686595" y="86075"/>
                </a:cubicBezTo>
                <a:cubicBezTo>
                  <a:pt x="2686595" y="83674"/>
                  <a:pt x="2686639" y="81072"/>
                  <a:pt x="2686727" y="78270"/>
                </a:cubicBezTo>
                <a:cubicBezTo>
                  <a:pt x="2686817" y="75467"/>
                  <a:pt x="2686928" y="72398"/>
                  <a:pt x="2687061" y="69062"/>
                </a:cubicBezTo>
                <a:cubicBezTo>
                  <a:pt x="2687194" y="65725"/>
                  <a:pt x="2687306" y="62033"/>
                  <a:pt x="2687395" y="57985"/>
                </a:cubicBezTo>
                <a:cubicBezTo>
                  <a:pt x="2687485" y="53937"/>
                  <a:pt x="2687530" y="49422"/>
                  <a:pt x="2687530" y="44440"/>
                </a:cubicBezTo>
                <a:lnTo>
                  <a:pt x="2683258" y="44440"/>
                </a:lnTo>
                <a:cubicBezTo>
                  <a:pt x="2682546" y="44440"/>
                  <a:pt x="2681790" y="44462"/>
                  <a:pt x="2680989" y="44507"/>
                </a:cubicBezTo>
                <a:cubicBezTo>
                  <a:pt x="2680188" y="44550"/>
                  <a:pt x="2679343" y="44617"/>
                  <a:pt x="2678454" y="44706"/>
                </a:cubicBezTo>
                <a:cubicBezTo>
                  <a:pt x="2678544" y="44173"/>
                  <a:pt x="2678610" y="43662"/>
                  <a:pt x="2678654" y="43173"/>
                </a:cubicBezTo>
                <a:cubicBezTo>
                  <a:pt x="2678698" y="42683"/>
                  <a:pt x="2678721" y="42171"/>
                  <a:pt x="2678721" y="41638"/>
                </a:cubicBezTo>
                <a:cubicBezTo>
                  <a:pt x="2678721" y="41192"/>
                  <a:pt x="2678698" y="40748"/>
                  <a:pt x="2678654" y="40304"/>
                </a:cubicBezTo>
                <a:cubicBezTo>
                  <a:pt x="2678610" y="39859"/>
                  <a:pt x="2678544" y="39413"/>
                  <a:pt x="2678454" y="38968"/>
                </a:cubicBezTo>
                <a:cubicBezTo>
                  <a:pt x="2682457" y="39234"/>
                  <a:pt x="2685393" y="39367"/>
                  <a:pt x="2687261" y="39367"/>
                </a:cubicBezTo>
                <a:cubicBezTo>
                  <a:pt x="2687173" y="37589"/>
                  <a:pt x="2687106" y="35365"/>
                  <a:pt x="2687061" y="32696"/>
                </a:cubicBezTo>
                <a:cubicBezTo>
                  <a:pt x="2687017" y="30028"/>
                  <a:pt x="2686905" y="27269"/>
                  <a:pt x="2686727" y="24421"/>
                </a:cubicBezTo>
                <a:lnTo>
                  <a:pt x="2697805" y="19752"/>
                </a:lnTo>
                <a:lnTo>
                  <a:pt x="2698473" y="19752"/>
                </a:lnTo>
                <a:close/>
                <a:moveTo>
                  <a:pt x="2794821" y="67794"/>
                </a:moveTo>
                <a:cubicBezTo>
                  <a:pt x="2793308" y="68327"/>
                  <a:pt x="2791551" y="68772"/>
                  <a:pt x="2789549" y="69127"/>
                </a:cubicBezTo>
                <a:cubicBezTo>
                  <a:pt x="2787548" y="69483"/>
                  <a:pt x="2785524" y="69861"/>
                  <a:pt x="2783479" y="70261"/>
                </a:cubicBezTo>
                <a:cubicBezTo>
                  <a:pt x="2781433" y="70662"/>
                  <a:pt x="2779409" y="71174"/>
                  <a:pt x="2777406" y="71797"/>
                </a:cubicBezTo>
                <a:cubicBezTo>
                  <a:pt x="2775404" y="72419"/>
                  <a:pt x="2773624" y="73264"/>
                  <a:pt x="2772067" y="74332"/>
                </a:cubicBezTo>
                <a:cubicBezTo>
                  <a:pt x="2770512" y="75399"/>
                  <a:pt x="2769266" y="76733"/>
                  <a:pt x="2768331" y="78335"/>
                </a:cubicBezTo>
                <a:cubicBezTo>
                  <a:pt x="2767397" y="79937"/>
                  <a:pt x="2766930" y="81984"/>
                  <a:pt x="2766930" y="84475"/>
                </a:cubicBezTo>
                <a:cubicBezTo>
                  <a:pt x="2766930" y="88656"/>
                  <a:pt x="2768131" y="91814"/>
                  <a:pt x="2770532" y="93949"/>
                </a:cubicBezTo>
                <a:cubicBezTo>
                  <a:pt x="2772935" y="96085"/>
                  <a:pt x="2775604" y="97152"/>
                  <a:pt x="2778541" y="97152"/>
                </a:cubicBezTo>
                <a:cubicBezTo>
                  <a:pt x="2781921" y="97152"/>
                  <a:pt x="2785012" y="96218"/>
                  <a:pt x="2787814" y="94351"/>
                </a:cubicBezTo>
                <a:cubicBezTo>
                  <a:pt x="2790617" y="92481"/>
                  <a:pt x="2792775" y="90301"/>
                  <a:pt x="2794287" y="87810"/>
                </a:cubicBezTo>
                <a:lnTo>
                  <a:pt x="2794821" y="67794"/>
                </a:lnTo>
                <a:moveTo>
                  <a:pt x="2761860" y="44038"/>
                </a:moveTo>
                <a:cubicBezTo>
                  <a:pt x="2765863" y="41014"/>
                  <a:pt x="2769555" y="38968"/>
                  <a:pt x="2772935" y="37901"/>
                </a:cubicBezTo>
                <a:cubicBezTo>
                  <a:pt x="2776316" y="36833"/>
                  <a:pt x="2779786" y="36299"/>
                  <a:pt x="2783344" y="36299"/>
                </a:cubicBezTo>
                <a:cubicBezTo>
                  <a:pt x="2786548" y="36299"/>
                  <a:pt x="2789484" y="36766"/>
                  <a:pt x="2792153" y="37699"/>
                </a:cubicBezTo>
                <a:cubicBezTo>
                  <a:pt x="2794822" y="38633"/>
                  <a:pt x="2797090" y="39968"/>
                  <a:pt x="2798958" y="41703"/>
                </a:cubicBezTo>
                <a:cubicBezTo>
                  <a:pt x="2800826" y="43438"/>
                  <a:pt x="2802294" y="45529"/>
                  <a:pt x="2803361" y="47977"/>
                </a:cubicBezTo>
                <a:cubicBezTo>
                  <a:pt x="2804429" y="50423"/>
                  <a:pt x="2804963" y="53113"/>
                  <a:pt x="2804963" y="56048"/>
                </a:cubicBezTo>
                <a:cubicBezTo>
                  <a:pt x="2804963" y="61120"/>
                  <a:pt x="2804874" y="66169"/>
                  <a:pt x="2804697" y="71196"/>
                </a:cubicBezTo>
                <a:cubicBezTo>
                  <a:pt x="2804519" y="76223"/>
                  <a:pt x="2804430" y="81538"/>
                  <a:pt x="2804430" y="87142"/>
                </a:cubicBezTo>
                <a:cubicBezTo>
                  <a:pt x="2804430" y="88211"/>
                  <a:pt x="2804452" y="89345"/>
                  <a:pt x="2804497" y="90547"/>
                </a:cubicBezTo>
                <a:cubicBezTo>
                  <a:pt x="2804542" y="91747"/>
                  <a:pt x="2804742" y="92814"/>
                  <a:pt x="2805098" y="93748"/>
                </a:cubicBezTo>
                <a:cubicBezTo>
                  <a:pt x="2805453" y="94682"/>
                  <a:pt x="2805964" y="95460"/>
                  <a:pt x="2806631" y="96083"/>
                </a:cubicBezTo>
                <a:cubicBezTo>
                  <a:pt x="2807299" y="96707"/>
                  <a:pt x="2808300" y="97018"/>
                  <a:pt x="2809635" y="97018"/>
                </a:cubicBezTo>
                <a:cubicBezTo>
                  <a:pt x="2810080" y="97018"/>
                  <a:pt x="2810547" y="96996"/>
                  <a:pt x="2811035" y="96951"/>
                </a:cubicBezTo>
                <a:cubicBezTo>
                  <a:pt x="2811526" y="96906"/>
                  <a:pt x="2811993" y="96751"/>
                  <a:pt x="2812436" y="96485"/>
                </a:cubicBezTo>
                <a:lnTo>
                  <a:pt x="2812436" y="99421"/>
                </a:lnTo>
                <a:cubicBezTo>
                  <a:pt x="2811458" y="99865"/>
                  <a:pt x="2810235" y="100220"/>
                  <a:pt x="2808767" y="100488"/>
                </a:cubicBezTo>
                <a:cubicBezTo>
                  <a:pt x="2807300" y="100755"/>
                  <a:pt x="2805676" y="100889"/>
                  <a:pt x="2803896" y="100889"/>
                </a:cubicBezTo>
                <a:cubicBezTo>
                  <a:pt x="2801050" y="100889"/>
                  <a:pt x="2798870" y="100155"/>
                  <a:pt x="2797358" y="98688"/>
                </a:cubicBezTo>
                <a:cubicBezTo>
                  <a:pt x="2795846" y="97219"/>
                  <a:pt x="2794956" y="95328"/>
                  <a:pt x="2794688" y="93015"/>
                </a:cubicBezTo>
                <a:cubicBezTo>
                  <a:pt x="2791486" y="96217"/>
                  <a:pt x="2788328" y="98574"/>
                  <a:pt x="2785214" y="100087"/>
                </a:cubicBezTo>
                <a:cubicBezTo>
                  <a:pt x="2782099" y="101599"/>
                  <a:pt x="2778274" y="102355"/>
                  <a:pt x="2773737" y="102355"/>
                </a:cubicBezTo>
                <a:cubicBezTo>
                  <a:pt x="2771512" y="102355"/>
                  <a:pt x="2769332" y="102044"/>
                  <a:pt x="2767197" y="101420"/>
                </a:cubicBezTo>
                <a:cubicBezTo>
                  <a:pt x="2765063" y="100799"/>
                  <a:pt x="2763172" y="99777"/>
                  <a:pt x="2761526" y="98354"/>
                </a:cubicBezTo>
                <a:cubicBezTo>
                  <a:pt x="2759880" y="96930"/>
                  <a:pt x="2758546" y="95217"/>
                  <a:pt x="2757522" y="93216"/>
                </a:cubicBezTo>
                <a:cubicBezTo>
                  <a:pt x="2756500" y="91214"/>
                  <a:pt x="2755989" y="88923"/>
                  <a:pt x="2755989" y="86342"/>
                </a:cubicBezTo>
                <a:cubicBezTo>
                  <a:pt x="2755989" y="81004"/>
                  <a:pt x="2757657" y="76868"/>
                  <a:pt x="2760992" y="73933"/>
                </a:cubicBezTo>
                <a:cubicBezTo>
                  <a:pt x="2764329" y="70997"/>
                  <a:pt x="2768933" y="69039"/>
                  <a:pt x="2774804" y="68060"/>
                </a:cubicBezTo>
                <a:cubicBezTo>
                  <a:pt x="2779608" y="67259"/>
                  <a:pt x="2783367" y="66570"/>
                  <a:pt x="2786081" y="65991"/>
                </a:cubicBezTo>
                <a:cubicBezTo>
                  <a:pt x="2788795" y="65413"/>
                  <a:pt x="2790796" y="64812"/>
                  <a:pt x="2792086" y="64189"/>
                </a:cubicBezTo>
                <a:cubicBezTo>
                  <a:pt x="2793376" y="63566"/>
                  <a:pt x="2794153" y="62832"/>
                  <a:pt x="2794420" y="61988"/>
                </a:cubicBezTo>
                <a:cubicBezTo>
                  <a:pt x="2794687" y="61142"/>
                  <a:pt x="2794821" y="60052"/>
                  <a:pt x="2794821" y="58718"/>
                </a:cubicBezTo>
                <a:cubicBezTo>
                  <a:pt x="2794821" y="56494"/>
                  <a:pt x="2794554" y="54360"/>
                  <a:pt x="2794020" y="52314"/>
                </a:cubicBezTo>
                <a:cubicBezTo>
                  <a:pt x="2793487" y="50267"/>
                  <a:pt x="2792642" y="48487"/>
                  <a:pt x="2791485" y="46975"/>
                </a:cubicBezTo>
                <a:cubicBezTo>
                  <a:pt x="2790329" y="45462"/>
                  <a:pt x="2788816" y="44239"/>
                  <a:pt x="2786948" y="43305"/>
                </a:cubicBezTo>
                <a:cubicBezTo>
                  <a:pt x="2785081" y="42371"/>
                  <a:pt x="2782812" y="41904"/>
                  <a:pt x="2780143" y="41904"/>
                </a:cubicBezTo>
                <a:cubicBezTo>
                  <a:pt x="2776584" y="41904"/>
                  <a:pt x="2773269" y="42705"/>
                  <a:pt x="2770200" y="44307"/>
                </a:cubicBezTo>
                <a:cubicBezTo>
                  <a:pt x="2767131" y="45908"/>
                  <a:pt x="2764840" y="48131"/>
                  <a:pt x="2763328" y="50978"/>
                </a:cubicBezTo>
                <a:lnTo>
                  <a:pt x="2761860" y="50978"/>
                </a:lnTo>
                <a:lnTo>
                  <a:pt x="2761860" y="44038"/>
                </a:lnTo>
                <a:close/>
                <a:moveTo>
                  <a:pt x="2870753" y="63521"/>
                </a:moveTo>
                <a:cubicBezTo>
                  <a:pt x="2870753" y="56849"/>
                  <a:pt x="2869463" y="51801"/>
                  <a:pt x="2866882" y="48376"/>
                </a:cubicBezTo>
                <a:cubicBezTo>
                  <a:pt x="2864303" y="44951"/>
                  <a:pt x="2860745" y="43238"/>
                  <a:pt x="2856208" y="43238"/>
                </a:cubicBezTo>
                <a:cubicBezTo>
                  <a:pt x="2849981" y="43238"/>
                  <a:pt x="2845422" y="45151"/>
                  <a:pt x="2842531" y="48976"/>
                </a:cubicBezTo>
                <a:cubicBezTo>
                  <a:pt x="2839639" y="52802"/>
                  <a:pt x="2838193" y="58184"/>
                  <a:pt x="2838193" y="65124"/>
                </a:cubicBezTo>
                <a:lnTo>
                  <a:pt x="2838193" y="76466"/>
                </a:lnTo>
                <a:cubicBezTo>
                  <a:pt x="2838193" y="80471"/>
                  <a:pt x="2838260" y="84675"/>
                  <a:pt x="2838393" y="89079"/>
                </a:cubicBezTo>
                <a:cubicBezTo>
                  <a:pt x="2838526" y="93482"/>
                  <a:pt x="2838815" y="97463"/>
                  <a:pt x="2839260" y="101021"/>
                </a:cubicBezTo>
                <a:cubicBezTo>
                  <a:pt x="2837215" y="100844"/>
                  <a:pt x="2835213" y="100755"/>
                  <a:pt x="2833255" y="100755"/>
                </a:cubicBezTo>
                <a:cubicBezTo>
                  <a:pt x="2831298" y="100755"/>
                  <a:pt x="2829296" y="100844"/>
                  <a:pt x="2827250" y="101021"/>
                </a:cubicBezTo>
                <a:cubicBezTo>
                  <a:pt x="2827694" y="97463"/>
                  <a:pt x="2827983" y="93482"/>
                  <a:pt x="2828116" y="89079"/>
                </a:cubicBezTo>
                <a:cubicBezTo>
                  <a:pt x="2828250" y="84675"/>
                  <a:pt x="2828317" y="80471"/>
                  <a:pt x="2828317" y="76466"/>
                </a:cubicBezTo>
                <a:lnTo>
                  <a:pt x="2828317" y="62589"/>
                </a:lnTo>
                <a:cubicBezTo>
                  <a:pt x="2828317" y="58586"/>
                  <a:pt x="2828250" y="54382"/>
                  <a:pt x="2828116" y="49978"/>
                </a:cubicBezTo>
                <a:cubicBezTo>
                  <a:pt x="2827983" y="45574"/>
                  <a:pt x="2827694" y="41459"/>
                  <a:pt x="2827250" y="37632"/>
                </a:cubicBezTo>
                <a:cubicBezTo>
                  <a:pt x="2829741" y="38078"/>
                  <a:pt x="2831743" y="38300"/>
                  <a:pt x="2833255" y="38300"/>
                </a:cubicBezTo>
                <a:cubicBezTo>
                  <a:pt x="2833967" y="38300"/>
                  <a:pt x="2834745" y="38234"/>
                  <a:pt x="2835589" y="38101"/>
                </a:cubicBezTo>
                <a:cubicBezTo>
                  <a:pt x="2836435" y="37968"/>
                  <a:pt x="2837436" y="37811"/>
                  <a:pt x="2838592" y="37632"/>
                </a:cubicBezTo>
                <a:cubicBezTo>
                  <a:pt x="2838326" y="41192"/>
                  <a:pt x="2838193" y="44750"/>
                  <a:pt x="2838193" y="48308"/>
                </a:cubicBezTo>
                <a:lnTo>
                  <a:pt x="2838460" y="48308"/>
                </a:lnTo>
                <a:cubicBezTo>
                  <a:pt x="2840951" y="44483"/>
                  <a:pt x="2843932" y="41525"/>
                  <a:pt x="2847401" y="39434"/>
                </a:cubicBezTo>
                <a:cubicBezTo>
                  <a:pt x="2850871" y="37344"/>
                  <a:pt x="2855008" y="36299"/>
                  <a:pt x="2859812" y="36299"/>
                </a:cubicBezTo>
                <a:cubicBezTo>
                  <a:pt x="2862303" y="36299"/>
                  <a:pt x="2864816" y="36655"/>
                  <a:pt x="2867351" y="37368"/>
                </a:cubicBezTo>
                <a:cubicBezTo>
                  <a:pt x="2869887" y="38079"/>
                  <a:pt x="2872177" y="39302"/>
                  <a:pt x="2874223" y="41037"/>
                </a:cubicBezTo>
                <a:cubicBezTo>
                  <a:pt x="2876270" y="42772"/>
                  <a:pt x="2877939" y="45130"/>
                  <a:pt x="2879228" y="48111"/>
                </a:cubicBezTo>
                <a:cubicBezTo>
                  <a:pt x="2880518" y="51091"/>
                  <a:pt x="2881163" y="54893"/>
                  <a:pt x="2881163" y="59518"/>
                </a:cubicBezTo>
                <a:cubicBezTo>
                  <a:pt x="2881163" y="63344"/>
                  <a:pt x="2881074" y="67280"/>
                  <a:pt x="2880896" y="71328"/>
                </a:cubicBezTo>
                <a:cubicBezTo>
                  <a:pt x="2880718" y="75377"/>
                  <a:pt x="2880629" y="79670"/>
                  <a:pt x="2880629" y="84208"/>
                </a:cubicBezTo>
                <a:lnTo>
                  <a:pt x="2880629" y="92880"/>
                </a:lnTo>
                <a:cubicBezTo>
                  <a:pt x="2880629" y="94304"/>
                  <a:pt x="2880652" y="95706"/>
                  <a:pt x="2880696" y="97085"/>
                </a:cubicBezTo>
                <a:cubicBezTo>
                  <a:pt x="2880741" y="98464"/>
                  <a:pt x="2880808" y="99777"/>
                  <a:pt x="2880896" y="101021"/>
                </a:cubicBezTo>
                <a:cubicBezTo>
                  <a:pt x="2879116" y="100844"/>
                  <a:pt x="2877248" y="100755"/>
                  <a:pt x="2875292" y="100755"/>
                </a:cubicBezTo>
                <a:cubicBezTo>
                  <a:pt x="2873423" y="100755"/>
                  <a:pt x="2871599" y="100844"/>
                  <a:pt x="2869821" y="101021"/>
                </a:cubicBezTo>
                <a:cubicBezTo>
                  <a:pt x="2869999" y="96395"/>
                  <a:pt x="2870198" y="91636"/>
                  <a:pt x="2870419" y="86743"/>
                </a:cubicBezTo>
                <a:cubicBezTo>
                  <a:pt x="2870642" y="81849"/>
                  <a:pt x="2870753" y="76822"/>
                  <a:pt x="2870753" y="71662"/>
                </a:cubicBezTo>
                <a:lnTo>
                  <a:pt x="2870753" y="63521"/>
                </a:lnTo>
                <a:close/>
                <a:moveTo>
                  <a:pt x="2908654" y="70728"/>
                </a:moveTo>
                <a:cubicBezTo>
                  <a:pt x="2908654" y="76067"/>
                  <a:pt x="2909210" y="80471"/>
                  <a:pt x="2910322" y="83941"/>
                </a:cubicBezTo>
                <a:cubicBezTo>
                  <a:pt x="2911434" y="87410"/>
                  <a:pt x="2912857" y="90190"/>
                  <a:pt x="2914592" y="92282"/>
                </a:cubicBezTo>
                <a:cubicBezTo>
                  <a:pt x="2916327" y="94372"/>
                  <a:pt x="2918306" y="95818"/>
                  <a:pt x="2920530" y="96619"/>
                </a:cubicBezTo>
                <a:cubicBezTo>
                  <a:pt x="2922755" y="97419"/>
                  <a:pt x="2924935" y="97818"/>
                  <a:pt x="2927070" y="97818"/>
                </a:cubicBezTo>
                <a:cubicBezTo>
                  <a:pt x="2930540" y="97818"/>
                  <a:pt x="2933521" y="96951"/>
                  <a:pt x="2936012" y="95216"/>
                </a:cubicBezTo>
                <a:cubicBezTo>
                  <a:pt x="2938503" y="93481"/>
                  <a:pt x="2940571" y="91213"/>
                  <a:pt x="2942216" y="88411"/>
                </a:cubicBezTo>
                <a:cubicBezTo>
                  <a:pt x="2943861" y="85609"/>
                  <a:pt x="2945062" y="82429"/>
                  <a:pt x="2945818" y="78871"/>
                </a:cubicBezTo>
                <a:cubicBezTo>
                  <a:pt x="2946576" y="75311"/>
                  <a:pt x="2946955" y="71752"/>
                  <a:pt x="2946955" y="68193"/>
                </a:cubicBezTo>
                <a:cubicBezTo>
                  <a:pt x="2946955" y="59653"/>
                  <a:pt x="2945309" y="53136"/>
                  <a:pt x="2942017" y="48644"/>
                </a:cubicBezTo>
                <a:cubicBezTo>
                  <a:pt x="2938725" y="44151"/>
                  <a:pt x="2933876" y="41904"/>
                  <a:pt x="2927469" y="41904"/>
                </a:cubicBezTo>
                <a:cubicBezTo>
                  <a:pt x="2924267" y="41904"/>
                  <a:pt x="2921487" y="42638"/>
                  <a:pt x="2919129" y="44106"/>
                </a:cubicBezTo>
                <a:cubicBezTo>
                  <a:pt x="2916772" y="45573"/>
                  <a:pt x="2914815" y="47620"/>
                  <a:pt x="2913258" y="50245"/>
                </a:cubicBezTo>
                <a:cubicBezTo>
                  <a:pt x="2911701" y="52869"/>
                  <a:pt x="2910545" y="55938"/>
                  <a:pt x="2909789" y="59453"/>
                </a:cubicBezTo>
                <a:cubicBezTo>
                  <a:pt x="2909032" y="62966"/>
                  <a:pt x="2908654" y="66724"/>
                  <a:pt x="2908654" y="70728"/>
                </a:cubicBezTo>
                <a:moveTo>
                  <a:pt x="2946553" y="88344"/>
                </a:moveTo>
                <a:cubicBezTo>
                  <a:pt x="2945842" y="89768"/>
                  <a:pt x="2944886" y="91303"/>
                  <a:pt x="2943684" y="92950"/>
                </a:cubicBezTo>
                <a:cubicBezTo>
                  <a:pt x="2942483" y="94595"/>
                  <a:pt x="2940970" y="96130"/>
                  <a:pt x="2939145" y="97554"/>
                </a:cubicBezTo>
                <a:cubicBezTo>
                  <a:pt x="2937322" y="98976"/>
                  <a:pt x="2935165" y="100132"/>
                  <a:pt x="2932674" y="101021"/>
                </a:cubicBezTo>
                <a:cubicBezTo>
                  <a:pt x="2930183" y="101911"/>
                  <a:pt x="2927292" y="102355"/>
                  <a:pt x="2924000" y="102355"/>
                </a:cubicBezTo>
                <a:cubicBezTo>
                  <a:pt x="2920619" y="102355"/>
                  <a:pt x="2917306" y="101777"/>
                  <a:pt x="2914059" y="100620"/>
                </a:cubicBezTo>
                <a:cubicBezTo>
                  <a:pt x="2910811" y="99464"/>
                  <a:pt x="2907920" y="97573"/>
                  <a:pt x="2905384" y="94949"/>
                </a:cubicBezTo>
                <a:cubicBezTo>
                  <a:pt x="2902848" y="92325"/>
                  <a:pt x="2900802" y="88945"/>
                  <a:pt x="2899245" y="84809"/>
                </a:cubicBezTo>
                <a:cubicBezTo>
                  <a:pt x="2897689" y="80671"/>
                  <a:pt x="2896911" y="75711"/>
                  <a:pt x="2896911" y="69928"/>
                </a:cubicBezTo>
                <a:cubicBezTo>
                  <a:pt x="2896911" y="64234"/>
                  <a:pt x="2897756" y="59297"/>
                  <a:pt x="2899446" y="55116"/>
                </a:cubicBezTo>
                <a:cubicBezTo>
                  <a:pt x="2901136" y="50933"/>
                  <a:pt x="2903338" y="47441"/>
                  <a:pt x="2906052" y="44639"/>
                </a:cubicBezTo>
                <a:cubicBezTo>
                  <a:pt x="2908766" y="41837"/>
                  <a:pt x="2911835" y="39747"/>
                  <a:pt x="2915260" y="38367"/>
                </a:cubicBezTo>
                <a:cubicBezTo>
                  <a:pt x="2918685" y="36988"/>
                  <a:pt x="2922132" y="36299"/>
                  <a:pt x="2925602" y="36299"/>
                </a:cubicBezTo>
                <a:cubicBezTo>
                  <a:pt x="2935477" y="36299"/>
                  <a:pt x="2942327" y="40747"/>
                  <a:pt x="2946152" y="49644"/>
                </a:cubicBezTo>
                <a:lnTo>
                  <a:pt x="2946419" y="49644"/>
                </a:lnTo>
                <a:lnTo>
                  <a:pt x="2946419" y="36565"/>
                </a:lnTo>
                <a:cubicBezTo>
                  <a:pt x="2946419" y="33185"/>
                  <a:pt x="2946397" y="29782"/>
                  <a:pt x="2946352" y="26357"/>
                </a:cubicBezTo>
                <a:cubicBezTo>
                  <a:pt x="2946308" y="22932"/>
                  <a:pt x="2946264" y="19663"/>
                  <a:pt x="2946219" y="16549"/>
                </a:cubicBezTo>
                <a:cubicBezTo>
                  <a:pt x="2946175" y="13435"/>
                  <a:pt x="2946130" y="10499"/>
                  <a:pt x="2946085" y="7742"/>
                </a:cubicBezTo>
                <a:cubicBezTo>
                  <a:pt x="2946042" y="4983"/>
                  <a:pt x="2945975" y="2537"/>
                  <a:pt x="2945885" y="401"/>
                </a:cubicBezTo>
                <a:cubicBezTo>
                  <a:pt x="2946954" y="579"/>
                  <a:pt x="2947977" y="735"/>
                  <a:pt x="2948954" y="869"/>
                </a:cubicBezTo>
                <a:cubicBezTo>
                  <a:pt x="2949933" y="1003"/>
                  <a:pt x="2950912" y="1069"/>
                  <a:pt x="2951890" y="1069"/>
                </a:cubicBezTo>
                <a:cubicBezTo>
                  <a:pt x="2952869" y="1069"/>
                  <a:pt x="2953826" y="1003"/>
                  <a:pt x="2954760" y="869"/>
                </a:cubicBezTo>
                <a:cubicBezTo>
                  <a:pt x="2955694" y="735"/>
                  <a:pt x="2956739" y="579"/>
                  <a:pt x="2957895" y="401"/>
                </a:cubicBezTo>
                <a:cubicBezTo>
                  <a:pt x="2957629" y="3248"/>
                  <a:pt x="2957407" y="7362"/>
                  <a:pt x="2957230" y="12745"/>
                </a:cubicBezTo>
                <a:cubicBezTo>
                  <a:pt x="2957052" y="18128"/>
                  <a:pt x="2956896" y="24066"/>
                  <a:pt x="2956761" y="30560"/>
                </a:cubicBezTo>
                <a:cubicBezTo>
                  <a:pt x="2956628" y="37055"/>
                  <a:pt x="2956517" y="43728"/>
                  <a:pt x="2956427" y="50579"/>
                </a:cubicBezTo>
                <a:cubicBezTo>
                  <a:pt x="2956339" y="57429"/>
                  <a:pt x="2956295" y="63701"/>
                  <a:pt x="2956295" y="69394"/>
                </a:cubicBezTo>
                <a:cubicBezTo>
                  <a:pt x="2956295" y="75533"/>
                  <a:pt x="2956339" y="81049"/>
                  <a:pt x="2956427" y="85943"/>
                </a:cubicBezTo>
                <a:cubicBezTo>
                  <a:pt x="2956517" y="90835"/>
                  <a:pt x="2956606" y="95861"/>
                  <a:pt x="2956696" y="101021"/>
                </a:cubicBezTo>
                <a:cubicBezTo>
                  <a:pt x="2954916" y="100844"/>
                  <a:pt x="2953181" y="100755"/>
                  <a:pt x="2951491" y="100755"/>
                </a:cubicBezTo>
                <a:cubicBezTo>
                  <a:pt x="2949889" y="100755"/>
                  <a:pt x="2948199" y="100844"/>
                  <a:pt x="2946419" y="101021"/>
                </a:cubicBezTo>
                <a:lnTo>
                  <a:pt x="2946820" y="88344"/>
                </a:lnTo>
                <a:lnTo>
                  <a:pt x="2946553" y="88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ensureeveryonefollowsmyrecommendations.">
            <a:extLst xmlns:a="http://schemas.openxmlformats.org/drawingml/2006/main">
              <a:ext uri="{FF2B5EF4-FFF2-40B4-BE49-F238E27FC236}">
                <a16:creationId xmlns:a16="http://schemas.microsoft.com/office/drawing/2014/main" id="{591F6577-2076-4F54-9A32-FA3538FF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3" y="2595814"/>
            <a:ext cx="2691398" cy="136119"/>
          </a:xfrm>
          <a:custGeom xmlns:a="http://schemas.openxmlformats.org/drawingml/2006/main">
            <a:pathLst>
              <a:path w="2691398" h="136119">
                <a:moveTo>
                  <a:pt x="30827" y="40569"/>
                </a:moveTo>
                <a:cubicBezTo>
                  <a:pt x="27535" y="40569"/>
                  <a:pt x="24754" y="41325"/>
                  <a:pt x="22484" y="42837"/>
                </a:cubicBezTo>
                <a:cubicBezTo>
                  <a:pt x="20216" y="44349"/>
                  <a:pt x="18348" y="46240"/>
                  <a:pt x="16881" y="48510"/>
                </a:cubicBezTo>
                <a:cubicBezTo>
                  <a:pt x="15413" y="50778"/>
                  <a:pt x="14301" y="53269"/>
                  <a:pt x="13545" y="55983"/>
                </a:cubicBezTo>
                <a:cubicBezTo>
                  <a:pt x="12789" y="58697"/>
                  <a:pt x="12322" y="61254"/>
                  <a:pt x="12144" y="63656"/>
                </a:cubicBezTo>
                <a:cubicBezTo>
                  <a:pt x="14901" y="63745"/>
                  <a:pt x="17770" y="63835"/>
                  <a:pt x="20750" y="63925"/>
                </a:cubicBezTo>
                <a:cubicBezTo>
                  <a:pt x="23731" y="64013"/>
                  <a:pt x="26645" y="64057"/>
                  <a:pt x="29491" y="64057"/>
                </a:cubicBezTo>
                <a:cubicBezTo>
                  <a:pt x="32428" y="64057"/>
                  <a:pt x="35408" y="64013"/>
                  <a:pt x="38433" y="63925"/>
                </a:cubicBezTo>
                <a:cubicBezTo>
                  <a:pt x="41457" y="63835"/>
                  <a:pt x="44393" y="63745"/>
                  <a:pt x="47241" y="63656"/>
                </a:cubicBezTo>
                <a:cubicBezTo>
                  <a:pt x="47241" y="61254"/>
                  <a:pt x="47041" y="58719"/>
                  <a:pt x="46641" y="56050"/>
                </a:cubicBezTo>
                <a:cubicBezTo>
                  <a:pt x="46240" y="53380"/>
                  <a:pt x="45439" y="50888"/>
                  <a:pt x="44238" y="48575"/>
                </a:cubicBezTo>
                <a:cubicBezTo>
                  <a:pt x="43037" y="46262"/>
                  <a:pt x="41368" y="44349"/>
                  <a:pt x="39233" y="42837"/>
                </a:cubicBezTo>
                <a:cubicBezTo>
                  <a:pt x="37097" y="41325"/>
                  <a:pt x="34296" y="40569"/>
                  <a:pt x="30827" y="40569"/>
                </a:cubicBezTo>
                <a:moveTo>
                  <a:pt x="0" y="71396"/>
                </a:moveTo>
                <a:cubicBezTo>
                  <a:pt x="0" y="60453"/>
                  <a:pt x="2602" y="51868"/>
                  <a:pt x="7805" y="45641"/>
                </a:cubicBezTo>
                <a:cubicBezTo>
                  <a:pt x="13010" y="39413"/>
                  <a:pt x="20595" y="36299"/>
                  <a:pt x="30560" y="36299"/>
                </a:cubicBezTo>
                <a:cubicBezTo>
                  <a:pt x="35275" y="36299"/>
                  <a:pt x="39345" y="37033"/>
                  <a:pt x="42770" y="38502"/>
                </a:cubicBezTo>
                <a:cubicBezTo>
                  <a:pt x="46195" y="39969"/>
                  <a:pt x="49064" y="41926"/>
                  <a:pt x="51377" y="44372"/>
                </a:cubicBezTo>
                <a:cubicBezTo>
                  <a:pt x="53690" y="46819"/>
                  <a:pt x="55403" y="49688"/>
                  <a:pt x="56515" y="52980"/>
                </a:cubicBezTo>
                <a:cubicBezTo>
                  <a:pt x="57626" y="56272"/>
                  <a:pt x="58182" y="59786"/>
                  <a:pt x="58182" y="63521"/>
                </a:cubicBezTo>
                <a:cubicBezTo>
                  <a:pt x="58182" y="64412"/>
                  <a:pt x="58160" y="65280"/>
                  <a:pt x="58115" y="66126"/>
                </a:cubicBezTo>
                <a:cubicBezTo>
                  <a:pt x="58072" y="66970"/>
                  <a:pt x="58005" y="67837"/>
                  <a:pt x="57916" y="68726"/>
                </a:cubicBezTo>
                <a:cubicBezTo>
                  <a:pt x="53111" y="68638"/>
                  <a:pt x="48352" y="68550"/>
                  <a:pt x="43637" y="68461"/>
                </a:cubicBezTo>
                <a:cubicBezTo>
                  <a:pt x="38923" y="68372"/>
                  <a:pt x="34163" y="68327"/>
                  <a:pt x="29359" y="68327"/>
                </a:cubicBezTo>
                <a:cubicBezTo>
                  <a:pt x="26423" y="68327"/>
                  <a:pt x="23509" y="68372"/>
                  <a:pt x="20617" y="68461"/>
                </a:cubicBezTo>
                <a:cubicBezTo>
                  <a:pt x="17726" y="68550"/>
                  <a:pt x="14812" y="68638"/>
                  <a:pt x="11876" y="68726"/>
                </a:cubicBezTo>
                <a:cubicBezTo>
                  <a:pt x="11787" y="69171"/>
                  <a:pt x="11743" y="69839"/>
                  <a:pt x="11743" y="70728"/>
                </a:cubicBezTo>
                <a:lnTo>
                  <a:pt x="11743" y="72463"/>
                </a:lnTo>
                <a:cubicBezTo>
                  <a:pt x="11743" y="75932"/>
                  <a:pt x="12254" y="79180"/>
                  <a:pt x="13276" y="82206"/>
                </a:cubicBezTo>
                <a:cubicBezTo>
                  <a:pt x="14300" y="85231"/>
                  <a:pt x="15791" y="87833"/>
                  <a:pt x="17748" y="90013"/>
                </a:cubicBezTo>
                <a:cubicBezTo>
                  <a:pt x="19706" y="92192"/>
                  <a:pt x="22108" y="93927"/>
                  <a:pt x="24954" y="95218"/>
                </a:cubicBezTo>
                <a:cubicBezTo>
                  <a:pt x="27801" y="96508"/>
                  <a:pt x="31093" y="97152"/>
                  <a:pt x="34830" y="97152"/>
                </a:cubicBezTo>
                <a:cubicBezTo>
                  <a:pt x="36609" y="97152"/>
                  <a:pt x="38432" y="96908"/>
                  <a:pt x="40300" y="96419"/>
                </a:cubicBezTo>
                <a:cubicBezTo>
                  <a:pt x="42169" y="95929"/>
                  <a:pt x="43993" y="95261"/>
                  <a:pt x="45771" y="94416"/>
                </a:cubicBezTo>
                <a:cubicBezTo>
                  <a:pt x="47551" y="93570"/>
                  <a:pt x="49219" y="92569"/>
                  <a:pt x="50776" y="91414"/>
                </a:cubicBezTo>
                <a:cubicBezTo>
                  <a:pt x="52333" y="90258"/>
                  <a:pt x="53690" y="89011"/>
                  <a:pt x="54847" y="87676"/>
                </a:cubicBezTo>
                <a:lnTo>
                  <a:pt x="55515" y="88077"/>
                </a:lnTo>
                <a:lnTo>
                  <a:pt x="54715" y="94615"/>
                </a:lnTo>
                <a:cubicBezTo>
                  <a:pt x="52044" y="96751"/>
                  <a:pt x="48730" y="98574"/>
                  <a:pt x="44771" y="100087"/>
                </a:cubicBezTo>
                <a:cubicBezTo>
                  <a:pt x="40813" y="101599"/>
                  <a:pt x="36698" y="102355"/>
                  <a:pt x="32428" y="102355"/>
                </a:cubicBezTo>
                <a:cubicBezTo>
                  <a:pt x="27623" y="102355"/>
                  <a:pt x="23241" y="101621"/>
                  <a:pt x="19281" y="100154"/>
                </a:cubicBezTo>
                <a:cubicBezTo>
                  <a:pt x="15323" y="98686"/>
                  <a:pt x="11898" y="96552"/>
                  <a:pt x="9006" y="93750"/>
                </a:cubicBezTo>
                <a:cubicBezTo>
                  <a:pt x="6116" y="90947"/>
                  <a:pt x="3893" y="87632"/>
                  <a:pt x="2336" y="83807"/>
                </a:cubicBezTo>
                <a:cubicBezTo>
                  <a:pt x="779" y="79981"/>
                  <a:pt x="0" y="75844"/>
                  <a:pt x="0" y="71396"/>
                </a:cubicBezTo>
                <a:close/>
                <a:moveTo>
                  <a:pt x="115699" y="63521"/>
                </a:moveTo>
                <a:cubicBezTo>
                  <a:pt x="115699" y="56849"/>
                  <a:pt x="114408" y="51801"/>
                  <a:pt x="111828" y="48376"/>
                </a:cubicBezTo>
                <a:cubicBezTo>
                  <a:pt x="109249" y="44951"/>
                  <a:pt x="105691" y="43238"/>
                  <a:pt x="101154" y="43238"/>
                </a:cubicBezTo>
                <a:cubicBezTo>
                  <a:pt x="94927" y="43238"/>
                  <a:pt x="90368" y="45151"/>
                  <a:pt x="87476" y="48976"/>
                </a:cubicBezTo>
                <a:cubicBezTo>
                  <a:pt x="84585" y="52802"/>
                  <a:pt x="83139" y="58184"/>
                  <a:pt x="83139" y="65124"/>
                </a:cubicBezTo>
                <a:lnTo>
                  <a:pt x="83139" y="76466"/>
                </a:lnTo>
                <a:cubicBezTo>
                  <a:pt x="83139" y="80471"/>
                  <a:pt x="83205" y="84675"/>
                  <a:pt x="83338" y="89079"/>
                </a:cubicBezTo>
                <a:cubicBezTo>
                  <a:pt x="83471" y="93482"/>
                  <a:pt x="83761" y="97463"/>
                  <a:pt x="84206" y="101021"/>
                </a:cubicBezTo>
                <a:cubicBezTo>
                  <a:pt x="82160" y="100844"/>
                  <a:pt x="80158" y="100755"/>
                  <a:pt x="78201" y="100755"/>
                </a:cubicBezTo>
                <a:cubicBezTo>
                  <a:pt x="76243" y="100755"/>
                  <a:pt x="74242" y="100844"/>
                  <a:pt x="72196" y="101021"/>
                </a:cubicBezTo>
                <a:cubicBezTo>
                  <a:pt x="72640" y="97463"/>
                  <a:pt x="72928" y="93482"/>
                  <a:pt x="73061" y="89079"/>
                </a:cubicBezTo>
                <a:cubicBezTo>
                  <a:pt x="73196" y="84675"/>
                  <a:pt x="73263" y="80471"/>
                  <a:pt x="73263" y="76466"/>
                </a:cubicBezTo>
                <a:lnTo>
                  <a:pt x="73263" y="62589"/>
                </a:lnTo>
                <a:cubicBezTo>
                  <a:pt x="73263" y="58586"/>
                  <a:pt x="73196" y="54382"/>
                  <a:pt x="73061" y="49978"/>
                </a:cubicBezTo>
                <a:cubicBezTo>
                  <a:pt x="72928" y="45574"/>
                  <a:pt x="72640" y="41459"/>
                  <a:pt x="72196" y="37632"/>
                </a:cubicBezTo>
                <a:cubicBezTo>
                  <a:pt x="74687" y="38078"/>
                  <a:pt x="76689" y="38300"/>
                  <a:pt x="78201" y="38300"/>
                </a:cubicBezTo>
                <a:cubicBezTo>
                  <a:pt x="78912" y="38300"/>
                  <a:pt x="79690" y="38234"/>
                  <a:pt x="80534" y="38101"/>
                </a:cubicBezTo>
                <a:cubicBezTo>
                  <a:pt x="81380" y="37968"/>
                  <a:pt x="82381" y="37811"/>
                  <a:pt x="83538" y="37632"/>
                </a:cubicBezTo>
                <a:cubicBezTo>
                  <a:pt x="83272" y="41192"/>
                  <a:pt x="83139" y="44750"/>
                  <a:pt x="83139" y="48308"/>
                </a:cubicBezTo>
                <a:lnTo>
                  <a:pt x="83406" y="48308"/>
                </a:lnTo>
                <a:cubicBezTo>
                  <a:pt x="85897" y="44483"/>
                  <a:pt x="88877" y="41525"/>
                  <a:pt x="92347" y="39434"/>
                </a:cubicBezTo>
                <a:cubicBezTo>
                  <a:pt x="95817" y="37344"/>
                  <a:pt x="99954" y="36299"/>
                  <a:pt x="104758" y="36299"/>
                </a:cubicBezTo>
                <a:cubicBezTo>
                  <a:pt x="107249" y="36299"/>
                  <a:pt x="109762" y="36655"/>
                  <a:pt x="112296" y="37368"/>
                </a:cubicBezTo>
                <a:cubicBezTo>
                  <a:pt x="114832" y="38079"/>
                  <a:pt x="117123" y="39302"/>
                  <a:pt x="119169" y="41037"/>
                </a:cubicBezTo>
                <a:cubicBezTo>
                  <a:pt x="121216" y="42772"/>
                  <a:pt x="122884" y="45130"/>
                  <a:pt x="124174" y="48111"/>
                </a:cubicBezTo>
                <a:cubicBezTo>
                  <a:pt x="125463" y="51091"/>
                  <a:pt x="126108" y="54893"/>
                  <a:pt x="126108" y="59518"/>
                </a:cubicBezTo>
                <a:cubicBezTo>
                  <a:pt x="126108" y="63344"/>
                  <a:pt x="126019" y="67280"/>
                  <a:pt x="125841" y="71328"/>
                </a:cubicBezTo>
                <a:cubicBezTo>
                  <a:pt x="125664" y="75377"/>
                  <a:pt x="125575" y="79670"/>
                  <a:pt x="125575" y="84208"/>
                </a:cubicBezTo>
                <a:lnTo>
                  <a:pt x="125575" y="92880"/>
                </a:lnTo>
                <a:cubicBezTo>
                  <a:pt x="125575" y="94304"/>
                  <a:pt x="125597" y="95706"/>
                  <a:pt x="125642" y="97085"/>
                </a:cubicBezTo>
                <a:cubicBezTo>
                  <a:pt x="125687" y="98464"/>
                  <a:pt x="125753" y="99777"/>
                  <a:pt x="125841" y="101021"/>
                </a:cubicBezTo>
                <a:cubicBezTo>
                  <a:pt x="124062" y="100844"/>
                  <a:pt x="122194" y="100755"/>
                  <a:pt x="120238" y="100755"/>
                </a:cubicBezTo>
                <a:cubicBezTo>
                  <a:pt x="118368" y="100755"/>
                  <a:pt x="116545" y="100844"/>
                  <a:pt x="114766" y="101021"/>
                </a:cubicBezTo>
                <a:cubicBezTo>
                  <a:pt x="114944" y="96395"/>
                  <a:pt x="115144" y="91636"/>
                  <a:pt x="115365" y="86743"/>
                </a:cubicBezTo>
                <a:cubicBezTo>
                  <a:pt x="115587" y="81849"/>
                  <a:pt x="115699" y="76822"/>
                  <a:pt x="115699" y="71662"/>
                </a:cubicBezTo>
                <a:lnTo>
                  <a:pt x="115699" y="63521"/>
                </a:lnTo>
                <a:close/>
                <a:moveTo>
                  <a:pt x="145726" y="88610"/>
                </a:moveTo>
                <a:cubicBezTo>
                  <a:pt x="146171" y="89501"/>
                  <a:pt x="146861" y="90480"/>
                  <a:pt x="147795" y="91547"/>
                </a:cubicBezTo>
                <a:cubicBezTo>
                  <a:pt x="148728" y="92614"/>
                  <a:pt x="149840" y="93615"/>
                  <a:pt x="151130" y="94550"/>
                </a:cubicBezTo>
                <a:cubicBezTo>
                  <a:pt x="152421" y="95484"/>
                  <a:pt x="153889" y="96263"/>
                  <a:pt x="155534" y="96886"/>
                </a:cubicBezTo>
                <a:cubicBezTo>
                  <a:pt x="157180" y="97507"/>
                  <a:pt x="158937" y="97818"/>
                  <a:pt x="160806" y="97818"/>
                </a:cubicBezTo>
                <a:cubicBezTo>
                  <a:pt x="162496" y="97818"/>
                  <a:pt x="164120" y="97552"/>
                  <a:pt x="165677" y="97018"/>
                </a:cubicBezTo>
                <a:cubicBezTo>
                  <a:pt x="167234" y="96485"/>
                  <a:pt x="168613" y="95728"/>
                  <a:pt x="169813" y="94750"/>
                </a:cubicBezTo>
                <a:cubicBezTo>
                  <a:pt x="171014" y="93771"/>
                  <a:pt x="171970" y="92525"/>
                  <a:pt x="172682" y="91013"/>
                </a:cubicBezTo>
                <a:cubicBezTo>
                  <a:pt x="173394" y="89501"/>
                  <a:pt x="173751" y="87766"/>
                  <a:pt x="173751" y="85808"/>
                </a:cubicBezTo>
                <a:cubicBezTo>
                  <a:pt x="173751" y="83050"/>
                  <a:pt x="172972" y="80937"/>
                  <a:pt x="171415" y="79469"/>
                </a:cubicBezTo>
                <a:cubicBezTo>
                  <a:pt x="169858" y="78002"/>
                  <a:pt x="167923" y="76801"/>
                  <a:pt x="165610" y="75867"/>
                </a:cubicBezTo>
                <a:cubicBezTo>
                  <a:pt x="163297" y="74932"/>
                  <a:pt x="160761" y="74109"/>
                  <a:pt x="158002" y="73397"/>
                </a:cubicBezTo>
                <a:cubicBezTo>
                  <a:pt x="155245" y="72686"/>
                  <a:pt x="152710" y="71686"/>
                  <a:pt x="150397" y="70396"/>
                </a:cubicBezTo>
                <a:cubicBezTo>
                  <a:pt x="148084" y="69105"/>
                  <a:pt x="146149" y="67392"/>
                  <a:pt x="144591" y="65258"/>
                </a:cubicBezTo>
                <a:cubicBezTo>
                  <a:pt x="143034" y="63123"/>
                  <a:pt x="142256" y="60187"/>
                  <a:pt x="142256" y="56449"/>
                </a:cubicBezTo>
                <a:cubicBezTo>
                  <a:pt x="142256" y="53513"/>
                  <a:pt x="142745" y="50822"/>
                  <a:pt x="143724" y="48376"/>
                </a:cubicBezTo>
                <a:cubicBezTo>
                  <a:pt x="144703" y="45929"/>
                  <a:pt x="146126" y="43816"/>
                  <a:pt x="147994" y="42037"/>
                </a:cubicBezTo>
                <a:cubicBezTo>
                  <a:pt x="149862" y="40257"/>
                  <a:pt x="152175" y="38856"/>
                  <a:pt x="154934" y="37834"/>
                </a:cubicBezTo>
                <a:cubicBezTo>
                  <a:pt x="157692" y="36810"/>
                  <a:pt x="160850" y="36299"/>
                  <a:pt x="164408" y="36299"/>
                </a:cubicBezTo>
                <a:cubicBezTo>
                  <a:pt x="167700" y="36299"/>
                  <a:pt x="170481" y="36744"/>
                  <a:pt x="172749" y="37634"/>
                </a:cubicBezTo>
                <a:cubicBezTo>
                  <a:pt x="175017" y="38524"/>
                  <a:pt x="177175" y="39324"/>
                  <a:pt x="179222" y="40035"/>
                </a:cubicBezTo>
                <a:cubicBezTo>
                  <a:pt x="178510" y="41370"/>
                  <a:pt x="177842" y="43016"/>
                  <a:pt x="177219" y="44973"/>
                </a:cubicBezTo>
                <a:cubicBezTo>
                  <a:pt x="176597" y="46931"/>
                  <a:pt x="176197" y="48443"/>
                  <a:pt x="176019" y="49510"/>
                </a:cubicBezTo>
                <a:lnTo>
                  <a:pt x="174417" y="49510"/>
                </a:lnTo>
                <a:cubicBezTo>
                  <a:pt x="173705" y="47374"/>
                  <a:pt x="172326" y="45462"/>
                  <a:pt x="170279" y="43772"/>
                </a:cubicBezTo>
                <a:cubicBezTo>
                  <a:pt x="168233" y="42082"/>
                  <a:pt x="165698" y="41236"/>
                  <a:pt x="162674" y="41236"/>
                </a:cubicBezTo>
                <a:cubicBezTo>
                  <a:pt x="161339" y="41236"/>
                  <a:pt x="160005" y="41459"/>
                  <a:pt x="158670" y="41904"/>
                </a:cubicBezTo>
                <a:cubicBezTo>
                  <a:pt x="157336" y="42348"/>
                  <a:pt x="156134" y="43016"/>
                  <a:pt x="155066" y="43906"/>
                </a:cubicBezTo>
                <a:cubicBezTo>
                  <a:pt x="153999" y="44795"/>
                  <a:pt x="153110" y="45952"/>
                  <a:pt x="152399" y="47376"/>
                </a:cubicBezTo>
                <a:cubicBezTo>
                  <a:pt x="151687" y="48799"/>
                  <a:pt x="151332" y="50489"/>
                  <a:pt x="151332" y="52446"/>
                </a:cubicBezTo>
                <a:cubicBezTo>
                  <a:pt x="151332" y="55293"/>
                  <a:pt x="152109" y="57495"/>
                  <a:pt x="153665" y="59052"/>
                </a:cubicBezTo>
                <a:cubicBezTo>
                  <a:pt x="155222" y="60609"/>
                  <a:pt x="157157" y="61833"/>
                  <a:pt x="159470" y="62723"/>
                </a:cubicBezTo>
                <a:cubicBezTo>
                  <a:pt x="161784" y="63612"/>
                  <a:pt x="164319" y="64391"/>
                  <a:pt x="167076" y="65059"/>
                </a:cubicBezTo>
                <a:cubicBezTo>
                  <a:pt x="169834" y="65725"/>
                  <a:pt x="172370" y="66659"/>
                  <a:pt x="174683" y="67861"/>
                </a:cubicBezTo>
                <a:cubicBezTo>
                  <a:pt x="176997" y="69061"/>
                  <a:pt x="178932" y="70728"/>
                  <a:pt x="180489" y="72864"/>
                </a:cubicBezTo>
                <a:cubicBezTo>
                  <a:pt x="182046" y="74999"/>
                  <a:pt x="182824" y="77935"/>
                  <a:pt x="182824" y="81671"/>
                </a:cubicBezTo>
                <a:cubicBezTo>
                  <a:pt x="182824" y="84251"/>
                  <a:pt x="182269" y="86787"/>
                  <a:pt x="181157" y="89278"/>
                </a:cubicBezTo>
                <a:cubicBezTo>
                  <a:pt x="180045" y="91769"/>
                  <a:pt x="178443" y="94016"/>
                  <a:pt x="176351" y="96018"/>
                </a:cubicBezTo>
                <a:cubicBezTo>
                  <a:pt x="174261" y="98019"/>
                  <a:pt x="171747" y="99576"/>
                  <a:pt x="168811" y="100687"/>
                </a:cubicBezTo>
                <a:cubicBezTo>
                  <a:pt x="165876" y="101799"/>
                  <a:pt x="162540" y="102355"/>
                  <a:pt x="158805" y="102355"/>
                </a:cubicBezTo>
                <a:cubicBezTo>
                  <a:pt x="154712" y="102355"/>
                  <a:pt x="151286" y="101955"/>
                  <a:pt x="148528" y="101154"/>
                </a:cubicBezTo>
                <a:cubicBezTo>
                  <a:pt x="145770" y="100354"/>
                  <a:pt x="143457" y="99420"/>
                  <a:pt x="141588" y="98352"/>
                </a:cubicBezTo>
                <a:cubicBezTo>
                  <a:pt x="142123" y="97195"/>
                  <a:pt x="142679" y="95616"/>
                  <a:pt x="143258" y="93615"/>
                </a:cubicBezTo>
                <a:cubicBezTo>
                  <a:pt x="143836" y="91613"/>
                  <a:pt x="144125" y="89945"/>
                  <a:pt x="144125" y="88610"/>
                </a:cubicBezTo>
                <a:lnTo>
                  <a:pt x="145726" y="88610"/>
                </a:lnTo>
                <a:close/>
                <a:moveTo>
                  <a:pt x="198305" y="80870"/>
                </a:moveTo>
                <a:cubicBezTo>
                  <a:pt x="198305" y="76156"/>
                  <a:pt x="198372" y="72131"/>
                  <a:pt x="198505" y="68795"/>
                </a:cubicBezTo>
                <a:cubicBezTo>
                  <a:pt x="198638" y="65459"/>
                  <a:pt x="198704" y="62144"/>
                  <a:pt x="198704" y="58852"/>
                </a:cubicBezTo>
                <a:cubicBezTo>
                  <a:pt x="198704" y="55738"/>
                  <a:pt x="198682" y="52357"/>
                  <a:pt x="198637" y="48710"/>
                </a:cubicBezTo>
                <a:cubicBezTo>
                  <a:pt x="198594" y="45062"/>
                  <a:pt x="198527" y="41370"/>
                  <a:pt x="198438" y="37632"/>
                </a:cubicBezTo>
                <a:cubicBezTo>
                  <a:pt x="200663" y="38078"/>
                  <a:pt x="202531" y="38300"/>
                  <a:pt x="204043" y="38300"/>
                </a:cubicBezTo>
                <a:cubicBezTo>
                  <a:pt x="205466" y="38300"/>
                  <a:pt x="207290" y="38078"/>
                  <a:pt x="209515" y="37632"/>
                </a:cubicBezTo>
                <a:cubicBezTo>
                  <a:pt x="209070" y="42971"/>
                  <a:pt x="208736" y="48822"/>
                  <a:pt x="208513" y="55183"/>
                </a:cubicBezTo>
                <a:cubicBezTo>
                  <a:pt x="208290" y="61543"/>
                  <a:pt x="208179" y="68059"/>
                  <a:pt x="208179" y="74731"/>
                </a:cubicBezTo>
                <a:cubicBezTo>
                  <a:pt x="208179" y="79357"/>
                  <a:pt x="208580" y="82894"/>
                  <a:pt x="209380" y="85342"/>
                </a:cubicBezTo>
                <a:cubicBezTo>
                  <a:pt x="210181" y="87788"/>
                  <a:pt x="211160" y="89634"/>
                  <a:pt x="212317" y="90879"/>
                </a:cubicBezTo>
                <a:cubicBezTo>
                  <a:pt x="213563" y="92303"/>
                  <a:pt x="215142" y="93482"/>
                  <a:pt x="217055" y="94416"/>
                </a:cubicBezTo>
                <a:cubicBezTo>
                  <a:pt x="218968" y="95350"/>
                  <a:pt x="221214" y="95817"/>
                  <a:pt x="223793" y="95817"/>
                </a:cubicBezTo>
                <a:cubicBezTo>
                  <a:pt x="227530" y="95817"/>
                  <a:pt x="230645" y="94994"/>
                  <a:pt x="233136" y="93349"/>
                </a:cubicBezTo>
                <a:cubicBezTo>
                  <a:pt x="235627" y="91702"/>
                  <a:pt x="237450" y="89678"/>
                  <a:pt x="238607" y="87277"/>
                </a:cubicBezTo>
                <a:cubicBezTo>
                  <a:pt x="239229" y="85764"/>
                  <a:pt x="239717" y="84475"/>
                  <a:pt x="240073" y="83408"/>
                </a:cubicBezTo>
                <a:cubicBezTo>
                  <a:pt x="240430" y="82339"/>
                  <a:pt x="240719" y="80915"/>
                  <a:pt x="240941" y="79136"/>
                </a:cubicBezTo>
                <a:cubicBezTo>
                  <a:pt x="241163" y="77356"/>
                  <a:pt x="241297" y="74954"/>
                  <a:pt x="241342" y="71929"/>
                </a:cubicBezTo>
                <a:cubicBezTo>
                  <a:pt x="241387" y="68905"/>
                  <a:pt x="241409" y="64768"/>
                  <a:pt x="241409" y="59518"/>
                </a:cubicBezTo>
                <a:lnTo>
                  <a:pt x="241409" y="48308"/>
                </a:lnTo>
                <a:cubicBezTo>
                  <a:pt x="241409" y="46352"/>
                  <a:pt x="241387" y="44484"/>
                  <a:pt x="241342" y="42705"/>
                </a:cubicBezTo>
                <a:cubicBezTo>
                  <a:pt x="241297" y="40925"/>
                  <a:pt x="241230" y="39234"/>
                  <a:pt x="241142" y="37632"/>
                </a:cubicBezTo>
                <a:cubicBezTo>
                  <a:pt x="242121" y="37811"/>
                  <a:pt x="243055" y="37968"/>
                  <a:pt x="243944" y="38101"/>
                </a:cubicBezTo>
                <a:cubicBezTo>
                  <a:pt x="244833" y="38234"/>
                  <a:pt x="245767" y="38300"/>
                  <a:pt x="246746" y="38300"/>
                </a:cubicBezTo>
                <a:cubicBezTo>
                  <a:pt x="247725" y="38300"/>
                  <a:pt x="248659" y="38234"/>
                  <a:pt x="249548" y="38101"/>
                </a:cubicBezTo>
                <a:cubicBezTo>
                  <a:pt x="250438" y="37968"/>
                  <a:pt x="251328" y="37811"/>
                  <a:pt x="252217" y="37632"/>
                </a:cubicBezTo>
                <a:cubicBezTo>
                  <a:pt x="251774" y="44572"/>
                  <a:pt x="251507" y="51267"/>
                  <a:pt x="251417" y="57718"/>
                </a:cubicBezTo>
                <a:cubicBezTo>
                  <a:pt x="251329" y="64168"/>
                  <a:pt x="251285" y="70995"/>
                  <a:pt x="251285" y="78201"/>
                </a:cubicBezTo>
                <a:cubicBezTo>
                  <a:pt x="251285" y="82206"/>
                  <a:pt x="251329" y="86121"/>
                  <a:pt x="251417" y="89946"/>
                </a:cubicBezTo>
                <a:cubicBezTo>
                  <a:pt x="251507" y="93772"/>
                  <a:pt x="251641" y="97463"/>
                  <a:pt x="251818" y="101021"/>
                </a:cubicBezTo>
                <a:cubicBezTo>
                  <a:pt x="250039" y="100844"/>
                  <a:pt x="248304" y="100755"/>
                  <a:pt x="246614" y="100755"/>
                </a:cubicBezTo>
                <a:cubicBezTo>
                  <a:pt x="244924" y="100755"/>
                  <a:pt x="243189" y="100844"/>
                  <a:pt x="241409" y="101021"/>
                </a:cubicBezTo>
                <a:cubicBezTo>
                  <a:pt x="241497" y="100220"/>
                  <a:pt x="241564" y="99375"/>
                  <a:pt x="241608" y="98486"/>
                </a:cubicBezTo>
                <a:cubicBezTo>
                  <a:pt x="241653" y="97597"/>
                  <a:pt x="241676" y="96663"/>
                  <a:pt x="241676" y="95684"/>
                </a:cubicBezTo>
                <a:lnTo>
                  <a:pt x="241676" y="89946"/>
                </a:lnTo>
                <a:lnTo>
                  <a:pt x="241409" y="89946"/>
                </a:lnTo>
                <a:cubicBezTo>
                  <a:pt x="239096" y="94215"/>
                  <a:pt x="236115" y="97351"/>
                  <a:pt x="232468" y="99354"/>
                </a:cubicBezTo>
                <a:cubicBezTo>
                  <a:pt x="228820" y="101355"/>
                  <a:pt x="224861" y="102355"/>
                  <a:pt x="220590" y="102355"/>
                </a:cubicBezTo>
                <a:cubicBezTo>
                  <a:pt x="213651" y="102355"/>
                  <a:pt x="208201" y="100510"/>
                  <a:pt x="204243" y="96819"/>
                </a:cubicBezTo>
                <a:cubicBezTo>
                  <a:pt x="200284" y="93126"/>
                  <a:pt x="198305" y="87810"/>
                  <a:pt x="198305" y="80870"/>
                </a:cubicBezTo>
                <a:close/>
                <a:moveTo>
                  <a:pt x="303061" y="48575"/>
                </a:moveTo>
                <a:cubicBezTo>
                  <a:pt x="302617" y="48042"/>
                  <a:pt x="301750" y="47553"/>
                  <a:pt x="300459" y="47109"/>
                </a:cubicBezTo>
                <a:cubicBezTo>
                  <a:pt x="299169" y="46664"/>
                  <a:pt x="297857" y="46441"/>
                  <a:pt x="296523" y="46441"/>
                </a:cubicBezTo>
                <a:cubicBezTo>
                  <a:pt x="294387" y="46441"/>
                  <a:pt x="292475" y="46931"/>
                  <a:pt x="290784" y="47909"/>
                </a:cubicBezTo>
                <a:cubicBezTo>
                  <a:pt x="289094" y="48888"/>
                  <a:pt x="287671" y="50200"/>
                  <a:pt x="286514" y="51845"/>
                </a:cubicBezTo>
                <a:cubicBezTo>
                  <a:pt x="285358" y="53491"/>
                  <a:pt x="284468" y="55448"/>
                  <a:pt x="283845" y="57718"/>
                </a:cubicBezTo>
                <a:cubicBezTo>
                  <a:pt x="283223" y="59986"/>
                  <a:pt x="282912" y="62410"/>
                  <a:pt x="282912" y="64990"/>
                </a:cubicBezTo>
                <a:lnTo>
                  <a:pt x="282912" y="79669"/>
                </a:lnTo>
                <a:cubicBezTo>
                  <a:pt x="282912" y="85630"/>
                  <a:pt x="282934" y="90190"/>
                  <a:pt x="282977" y="93349"/>
                </a:cubicBezTo>
                <a:cubicBezTo>
                  <a:pt x="283022" y="96506"/>
                  <a:pt x="283178" y="99064"/>
                  <a:pt x="283446" y="101021"/>
                </a:cubicBezTo>
                <a:cubicBezTo>
                  <a:pt x="281666" y="100844"/>
                  <a:pt x="279886" y="100755"/>
                  <a:pt x="278107" y="100755"/>
                </a:cubicBezTo>
                <a:cubicBezTo>
                  <a:pt x="276149" y="100755"/>
                  <a:pt x="274281" y="100844"/>
                  <a:pt x="272503" y="101021"/>
                </a:cubicBezTo>
                <a:cubicBezTo>
                  <a:pt x="272769" y="97997"/>
                  <a:pt x="272924" y="93882"/>
                  <a:pt x="272969" y="88677"/>
                </a:cubicBezTo>
                <a:cubicBezTo>
                  <a:pt x="273014" y="83473"/>
                  <a:pt x="273036" y="77090"/>
                  <a:pt x="273036" y="69528"/>
                </a:cubicBezTo>
                <a:lnTo>
                  <a:pt x="273036" y="65256"/>
                </a:lnTo>
                <a:cubicBezTo>
                  <a:pt x="273036" y="61788"/>
                  <a:pt x="273014" y="57785"/>
                  <a:pt x="272969" y="53248"/>
                </a:cubicBezTo>
                <a:cubicBezTo>
                  <a:pt x="272924" y="48710"/>
                  <a:pt x="272769" y="43505"/>
                  <a:pt x="272503" y="37632"/>
                </a:cubicBezTo>
                <a:cubicBezTo>
                  <a:pt x="273482" y="37811"/>
                  <a:pt x="274416" y="37968"/>
                  <a:pt x="275305" y="38101"/>
                </a:cubicBezTo>
                <a:cubicBezTo>
                  <a:pt x="276194" y="38234"/>
                  <a:pt x="277128" y="38300"/>
                  <a:pt x="278107" y="38300"/>
                </a:cubicBezTo>
                <a:cubicBezTo>
                  <a:pt x="278908" y="38300"/>
                  <a:pt x="279753" y="38234"/>
                  <a:pt x="280642" y="38101"/>
                </a:cubicBezTo>
                <a:cubicBezTo>
                  <a:pt x="281532" y="37968"/>
                  <a:pt x="282467" y="37811"/>
                  <a:pt x="283446" y="37632"/>
                </a:cubicBezTo>
                <a:cubicBezTo>
                  <a:pt x="283090" y="40836"/>
                  <a:pt x="282890" y="43372"/>
                  <a:pt x="282845" y="45240"/>
                </a:cubicBezTo>
                <a:cubicBezTo>
                  <a:pt x="282800" y="47108"/>
                  <a:pt x="282778" y="48887"/>
                  <a:pt x="282778" y="50577"/>
                </a:cubicBezTo>
                <a:lnTo>
                  <a:pt x="283045" y="50711"/>
                </a:lnTo>
                <a:cubicBezTo>
                  <a:pt x="288294" y="41103"/>
                  <a:pt x="294166" y="36299"/>
                  <a:pt x="300660" y="36299"/>
                </a:cubicBezTo>
                <a:cubicBezTo>
                  <a:pt x="301461" y="36299"/>
                  <a:pt x="302151" y="36343"/>
                  <a:pt x="302729" y="36433"/>
                </a:cubicBezTo>
                <a:cubicBezTo>
                  <a:pt x="303308" y="36521"/>
                  <a:pt x="304041" y="36743"/>
                  <a:pt x="304930" y="37099"/>
                </a:cubicBezTo>
                <a:cubicBezTo>
                  <a:pt x="304485" y="38167"/>
                  <a:pt x="304218" y="39791"/>
                  <a:pt x="304128" y="41972"/>
                </a:cubicBezTo>
                <a:cubicBezTo>
                  <a:pt x="304040" y="44150"/>
                  <a:pt x="303996" y="46130"/>
                  <a:pt x="303996" y="47909"/>
                </a:cubicBezTo>
                <a:lnTo>
                  <a:pt x="303061" y="48575"/>
                </a:lnTo>
                <a:close/>
                <a:moveTo>
                  <a:pt x="342297" y="40569"/>
                </a:moveTo>
                <a:cubicBezTo>
                  <a:pt x="339005" y="40569"/>
                  <a:pt x="336224" y="41325"/>
                  <a:pt x="333954" y="42837"/>
                </a:cubicBezTo>
                <a:cubicBezTo>
                  <a:pt x="331686" y="44349"/>
                  <a:pt x="329818" y="46240"/>
                  <a:pt x="328351" y="48510"/>
                </a:cubicBezTo>
                <a:cubicBezTo>
                  <a:pt x="326883" y="50778"/>
                  <a:pt x="325771" y="53269"/>
                  <a:pt x="325015" y="55983"/>
                </a:cubicBezTo>
                <a:cubicBezTo>
                  <a:pt x="324259" y="58697"/>
                  <a:pt x="323792" y="61254"/>
                  <a:pt x="323614" y="63656"/>
                </a:cubicBezTo>
                <a:cubicBezTo>
                  <a:pt x="326371" y="63745"/>
                  <a:pt x="329240" y="63835"/>
                  <a:pt x="332219" y="63925"/>
                </a:cubicBezTo>
                <a:cubicBezTo>
                  <a:pt x="335201" y="64013"/>
                  <a:pt x="338114" y="64057"/>
                  <a:pt x="340961" y="64057"/>
                </a:cubicBezTo>
                <a:cubicBezTo>
                  <a:pt x="343897" y="64057"/>
                  <a:pt x="346878" y="64013"/>
                  <a:pt x="349902" y="63925"/>
                </a:cubicBezTo>
                <a:cubicBezTo>
                  <a:pt x="352927" y="63835"/>
                  <a:pt x="355863" y="63745"/>
                  <a:pt x="358711" y="63656"/>
                </a:cubicBezTo>
                <a:cubicBezTo>
                  <a:pt x="358711" y="61254"/>
                  <a:pt x="358511" y="58719"/>
                  <a:pt x="358111" y="56050"/>
                </a:cubicBezTo>
                <a:cubicBezTo>
                  <a:pt x="357710" y="53380"/>
                  <a:pt x="356909" y="50888"/>
                  <a:pt x="355708" y="48575"/>
                </a:cubicBezTo>
                <a:cubicBezTo>
                  <a:pt x="354506" y="46262"/>
                  <a:pt x="352838" y="44349"/>
                  <a:pt x="350703" y="42837"/>
                </a:cubicBezTo>
                <a:cubicBezTo>
                  <a:pt x="348567" y="41325"/>
                  <a:pt x="345765" y="40569"/>
                  <a:pt x="342297" y="40569"/>
                </a:cubicBezTo>
                <a:moveTo>
                  <a:pt x="311470" y="71396"/>
                </a:moveTo>
                <a:cubicBezTo>
                  <a:pt x="311470" y="60453"/>
                  <a:pt x="314072" y="51868"/>
                  <a:pt x="319275" y="45641"/>
                </a:cubicBezTo>
                <a:cubicBezTo>
                  <a:pt x="324480" y="39413"/>
                  <a:pt x="332065" y="36299"/>
                  <a:pt x="342030" y="36299"/>
                </a:cubicBezTo>
                <a:cubicBezTo>
                  <a:pt x="346745" y="36299"/>
                  <a:pt x="350815" y="37033"/>
                  <a:pt x="354240" y="38502"/>
                </a:cubicBezTo>
                <a:cubicBezTo>
                  <a:pt x="357665" y="39969"/>
                  <a:pt x="360534" y="41926"/>
                  <a:pt x="362847" y="44372"/>
                </a:cubicBezTo>
                <a:cubicBezTo>
                  <a:pt x="365160" y="46819"/>
                  <a:pt x="366873" y="49688"/>
                  <a:pt x="367984" y="52980"/>
                </a:cubicBezTo>
                <a:cubicBezTo>
                  <a:pt x="369096" y="56272"/>
                  <a:pt x="369652" y="59786"/>
                  <a:pt x="369652" y="63521"/>
                </a:cubicBezTo>
                <a:cubicBezTo>
                  <a:pt x="369652" y="64412"/>
                  <a:pt x="369630" y="65280"/>
                  <a:pt x="369585" y="66126"/>
                </a:cubicBezTo>
                <a:cubicBezTo>
                  <a:pt x="369542" y="66970"/>
                  <a:pt x="369475" y="67837"/>
                  <a:pt x="369385" y="68726"/>
                </a:cubicBezTo>
                <a:cubicBezTo>
                  <a:pt x="364581" y="68638"/>
                  <a:pt x="359822" y="68550"/>
                  <a:pt x="355107" y="68461"/>
                </a:cubicBezTo>
                <a:cubicBezTo>
                  <a:pt x="350392" y="68372"/>
                  <a:pt x="345633" y="68327"/>
                  <a:pt x="340829" y="68327"/>
                </a:cubicBezTo>
                <a:cubicBezTo>
                  <a:pt x="337892" y="68327"/>
                  <a:pt x="334979" y="68372"/>
                  <a:pt x="332087" y="68461"/>
                </a:cubicBezTo>
                <a:cubicBezTo>
                  <a:pt x="329196" y="68550"/>
                  <a:pt x="326282" y="68638"/>
                  <a:pt x="323345" y="68726"/>
                </a:cubicBezTo>
                <a:cubicBezTo>
                  <a:pt x="323257" y="69171"/>
                  <a:pt x="323213" y="69839"/>
                  <a:pt x="323213" y="70728"/>
                </a:cubicBezTo>
                <a:lnTo>
                  <a:pt x="323213" y="72463"/>
                </a:lnTo>
                <a:cubicBezTo>
                  <a:pt x="323213" y="75932"/>
                  <a:pt x="323724" y="79180"/>
                  <a:pt x="324746" y="82206"/>
                </a:cubicBezTo>
                <a:cubicBezTo>
                  <a:pt x="325770" y="85231"/>
                  <a:pt x="327260" y="87833"/>
                  <a:pt x="329218" y="90013"/>
                </a:cubicBezTo>
                <a:cubicBezTo>
                  <a:pt x="331176" y="92192"/>
                  <a:pt x="333578" y="93927"/>
                  <a:pt x="336424" y="95218"/>
                </a:cubicBezTo>
                <a:cubicBezTo>
                  <a:pt x="339271" y="96508"/>
                  <a:pt x="342563" y="97152"/>
                  <a:pt x="346300" y="97152"/>
                </a:cubicBezTo>
                <a:cubicBezTo>
                  <a:pt x="348079" y="97152"/>
                  <a:pt x="349902" y="96908"/>
                  <a:pt x="351770" y="96419"/>
                </a:cubicBezTo>
                <a:cubicBezTo>
                  <a:pt x="353639" y="95929"/>
                  <a:pt x="355463" y="95261"/>
                  <a:pt x="357241" y="94416"/>
                </a:cubicBezTo>
                <a:cubicBezTo>
                  <a:pt x="359021" y="93570"/>
                  <a:pt x="360689" y="92569"/>
                  <a:pt x="362246" y="91414"/>
                </a:cubicBezTo>
                <a:cubicBezTo>
                  <a:pt x="363803" y="90258"/>
                  <a:pt x="365160" y="89011"/>
                  <a:pt x="366317" y="87676"/>
                </a:cubicBezTo>
                <a:lnTo>
                  <a:pt x="366985" y="88077"/>
                </a:lnTo>
                <a:lnTo>
                  <a:pt x="366184" y="94615"/>
                </a:lnTo>
                <a:cubicBezTo>
                  <a:pt x="363514" y="96751"/>
                  <a:pt x="360200" y="98574"/>
                  <a:pt x="356241" y="100087"/>
                </a:cubicBezTo>
                <a:cubicBezTo>
                  <a:pt x="352283" y="101599"/>
                  <a:pt x="348168" y="102355"/>
                  <a:pt x="343897" y="102355"/>
                </a:cubicBezTo>
                <a:cubicBezTo>
                  <a:pt x="339093" y="102355"/>
                  <a:pt x="334711" y="101621"/>
                  <a:pt x="330751" y="100154"/>
                </a:cubicBezTo>
                <a:cubicBezTo>
                  <a:pt x="326793" y="98686"/>
                  <a:pt x="323368" y="96552"/>
                  <a:pt x="320476" y="93750"/>
                </a:cubicBezTo>
                <a:cubicBezTo>
                  <a:pt x="317586" y="90947"/>
                  <a:pt x="315363" y="87632"/>
                  <a:pt x="313805" y="83807"/>
                </a:cubicBezTo>
                <a:cubicBezTo>
                  <a:pt x="312248" y="79981"/>
                  <a:pt x="311470" y="75844"/>
                  <a:pt x="311470" y="71396"/>
                </a:cubicBezTo>
                <a:close/>
                <a:moveTo>
                  <a:pt x="446120" y="40569"/>
                </a:moveTo>
                <a:cubicBezTo>
                  <a:pt x="442828" y="40569"/>
                  <a:pt x="440047" y="41325"/>
                  <a:pt x="437778" y="42837"/>
                </a:cubicBezTo>
                <a:cubicBezTo>
                  <a:pt x="435509" y="44349"/>
                  <a:pt x="433641" y="46240"/>
                  <a:pt x="432174" y="48510"/>
                </a:cubicBezTo>
                <a:cubicBezTo>
                  <a:pt x="430706" y="50778"/>
                  <a:pt x="429595" y="53269"/>
                  <a:pt x="428838" y="55983"/>
                </a:cubicBezTo>
                <a:cubicBezTo>
                  <a:pt x="428082" y="58697"/>
                  <a:pt x="427615" y="61254"/>
                  <a:pt x="427437" y="63656"/>
                </a:cubicBezTo>
                <a:cubicBezTo>
                  <a:pt x="430195" y="63745"/>
                  <a:pt x="433063" y="63835"/>
                  <a:pt x="436043" y="63925"/>
                </a:cubicBezTo>
                <a:cubicBezTo>
                  <a:pt x="439024" y="64013"/>
                  <a:pt x="441938" y="64057"/>
                  <a:pt x="444784" y="64057"/>
                </a:cubicBezTo>
                <a:cubicBezTo>
                  <a:pt x="447721" y="64057"/>
                  <a:pt x="450701" y="64013"/>
                  <a:pt x="453726" y="63925"/>
                </a:cubicBezTo>
                <a:cubicBezTo>
                  <a:pt x="456750" y="63835"/>
                  <a:pt x="459687" y="63745"/>
                  <a:pt x="462535" y="63656"/>
                </a:cubicBezTo>
                <a:cubicBezTo>
                  <a:pt x="462535" y="61254"/>
                  <a:pt x="462334" y="58719"/>
                  <a:pt x="461934" y="56050"/>
                </a:cubicBezTo>
                <a:cubicBezTo>
                  <a:pt x="461533" y="53380"/>
                  <a:pt x="460732" y="50888"/>
                  <a:pt x="459531" y="48575"/>
                </a:cubicBezTo>
                <a:cubicBezTo>
                  <a:pt x="458330" y="46262"/>
                  <a:pt x="456661" y="44349"/>
                  <a:pt x="454526" y="42837"/>
                </a:cubicBezTo>
                <a:cubicBezTo>
                  <a:pt x="452391" y="41325"/>
                  <a:pt x="449589" y="40569"/>
                  <a:pt x="446120" y="40569"/>
                </a:cubicBezTo>
                <a:moveTo>
                  <a:pt x="415293" y="71396"/>
                </a:moveTo>
                <a:cubicBezTo>
                  <a:pt x="415293" y="60453"/>
                  <a:pt x="417895" y="51868"/>
                  <a:pt x="423098" y="45641"/>
                </a:cubicBezTo>
                <a:cubicBezTo>
                  <a:pt x="428303" y="39413"/>
                  <a:pt x="435888" y="36299"/>
                  <a:pt x="445853" y="36299"/>
                </a:cubicBezTo>
                <a:cubicBezTo>
                  <a:pt x="450568" y="36299"/>
                  <a:pt x="454638" y="37033"/>
                  <a:pt x="458063" y="38502"/>
                </a:cubicBezTo>
                <a:cubicBezTo>
                  <a:pt x="461488" y="39969"/>
                  <a:pt x="464357" y="41926"/>
                  <a:pt x="466670" y="44372"/>
                </a:cubicBezTo>
                <a:cubicBezTo>
                  <a:pt x="468983" y="46819"/>
                  <a:pt x="470696" y="49688"/>
                  <a:pt x="471808" y="52980"/>
                </a:cubicBezTo>
                <a:cubicBezTo>
                  <a:pt x="472920" y="56272"/>
                  <a:pt x="473475" y="59786"/>
                  <a:pt x="473475" y="63521"/>
                </a:cubicBezTo>
                <a:cubicBezTo>
                  <a:pt x="473475" y="64412"/>
                  <a:pt x="473453" y="65280"/>
                  <a:pt x="473408" y="66126"/>
                </a:cubicBezTo>
                <a:cubicBezTo>
                  <a:pt x="473365" y="66970"/>
                  <a:pt x="473298" y="67837"/>
                  <a:pt x="473209" y="68726"/>
                </a:cubicBezTo>
                <a:cubicBezTo>
                  <a:pt x="468404" y="68638"/>
                  <a:pt x="463645" y="68550"/>
                  <a:pt x="458930" y="68461"/>
                </a:cubicBezTo>
                <a:cubicBezTo>
                  <a:pt x="454216" y="68372"/>
                  <a:pt x="449456" y="68327"/>
                  <a:pt x="444652" y="68327"/>
                </a:cubicBezTo>
                <a:cubicBezTo>
                  <a:pt x="441716" y="68327"/>
                  <a:pt x="438802" y="68372"/>
                  <a:pt x="435910" y="68461"/>
                </a:cubicBezTo>
                <a:cubicBezTo>
                  <a:pt x="433019" y="68550"/>
                  <a:pt x="430105" y="68638"/>
                  <a:pt x="427169" y="68726"/>
                </a:cubicBezTo>
                <a:cubicBezTo>
                  <a:pt x="427080" y="69171"/>
                  <a:pt x="427036" y="69839"/>
                  <a:pt x="427036" y="70728"/>
                </a:cubicBezTo>
                <a:lnTo>
                  <a:pt x="427036" y="72463"/>
                </a:lnTo>
                <a:cubicBezTo>
                  <a:pt x="427036" y="75932"/>
                  <a:pt x="427547" y="79180"/>
                  <a:pt x="428570" y="82206"/>
                </a:cubicBezTo>
                <a:cubicBezTo>
                  <a:pt x="429593" y="85231"/>
                  <a:pt x="431084" y="87833"/>
                  <a:pt x="433041" y="90013"/>
                </a:cubicBezTo>
                <a:cubicBezTo>
                  <a:pt x="434999" y="92192"/>
                  <a:pt x="437401" y="93927"/>
                  <a:pt x="440248" y="95218"/>
                </a:cubicBezTo>
                <a:cubicBezTo>
                  <a:pt x="443094" y="96508"/>
                  <a:pt x="446386" y="97152"/>
                  <a:pt x="450124" y="97152"/>
                </a:cubicBezTo>
                <a:cubicBezTo>
                  <a:pt x="451902" y="97152"/>
                  <a:pt x="453725" y="96908"/>
                  <a:pt x="455593" y="96419"/>
                </a:cubicBezTo>
                <a:cubicBezTo>
                  <a:pt x="457462" y="95929"/>
                  <a:pt x="459286" y="95261"/>
                  <a:pt x="461064" y="94416"/>
                </a:cubicBezTo>
                <a:cubicBezTo>
                  <a:pt x="462844" y="93570"/>
                  <a:pt x="464512" y="92569"/>
                  <a:pt x="466070" y="91414"/>
                </a:cubicBezTo>
                <a:cubicBezTo>
                  <a:pt x="467627" y="90258"/>
                  <a:pt x="468983" y="89011"/>
                  <a:pt x="470140" y="87676"/>
                </a:cubicBezTo>
                <a:lnTo>
                  <a:pt x="470808" y="88077"/>
                </a:lnTo>
                <a:lnTo>
                  <a:pt x="470008" y="94615"/>
                </a:lnTo>
                <a:cubicBezTo>
                  <a:pt x="467337" y="96751"/>
                  <a:pt x="464023" y="98574"/>
                  <a:pt x="460065" y="100087"/>
                </a:cubicBezTo>
                <a:cubicBezTo>
                  <a:pt x="456106" y="101599"/>
                  <a:pt x="451991" y="102355"/>
                  <a:pt x="447721" y="102355"/>
                </a:cubicBezTo>
                <a:cubicBezTo>
                  <a:pt x="442916" y="102355"/>
                  <a:pt x="438534" y="101621"/>
                  <a:pt x="434575" y="100154"/>
                </a:cubicBezTo>
                <a:cubicBezTo>
                  <a:pt x="430616" y="98686"/>
                  <a:pt x="427191" y="96552"/>
                  <a:pt x="424300" y="93750"/>
                </a:cubicBezTo>
                <a:cubicBezTo>
                  <a:pt x="421409" y="90947"/>
                  <a:pt x="419186" y="87632"/>
                  <a:pt x="417629" y="83807"/>
                </a:cubicBezTo>
                <a:cubicBezTo>
                  <a:pt x="416072" y="79981"/>
                  <a:pt x="415293" y="75844"/>
                  <a:pt x="415293" y="71396"/>
                </a:cubicBezTo>
                <a:close/>
                <a:moveTo>
                  <a:pt x="506037" y="101021"/>
                </a:moveTo>
                <a:cubicBezTo>
                  <a:pt x="501946" y="90524"/>
                  <a:pt x="497831" y="80026"/>
                  <a:pt x="493694" y="69528"/>
                </a:cubicBezTo>
                <a:cubicBezTo>
                  <a:pt x="489557" y="59029"/>
                  <a:pt x="485042" y="48397"/>
                  <a:pt x="480148" y="37632"/>
                </a:cubicBezTo>
                <a:cubicBezTo>
                  <a:pt x="481305" y="37811"/>
                  <a:pt x="482417" y="37968"/>
                  <a:pt x="483484" y="38101"/>
                </a:cubicBezTo>
                <a:cubicBezTo>
                  <a:pt x="484552" y="38234"/>
                  <a:pt x="485665" y="38300"/>
                  <a:pt x="486821" y="38300"/>
                </a:cubicBezTo>
                <a:cubicBezTo>
                  <a:pt x="487800" y="38300"/>
                  <a:pt x="488779" y="38234"/>
                  <a:pt x="489757" y="38101"/>
                </a:cubicBezTo>
                <a:cubicBezTo>
                  <a:pt x="490736" y="37968"/>
                  <a:pt x="491715" y="37811"/>
                  <a:pt x="492694" y="37632"/>
                </a:cubicBezTo>
                <a:cubicBezTo>
                  <a:pt x="495451" y="46441"/>
                  <a:pt x="498453" y="55094"/>
                  <a:pt x="501700" y="63591"/>
                </a:cubicBezTo>
                <a:cubicBezTo>
                  <a:pt x="504947" y="72086"/>
                  <a:pt x="508573" y="80782"/>
                  <a:pt x="512578" y="89679"/>
                </a:cubicBezTo>
                <a:cubicBezTo>
                  <a:pt x="514356" y="86032"/>
                  <a:pt x="516113" y="82095"/>
                  <a:pt x="517848" y="77869"/>
                </a:cubicBezTo>
                <a:cubicBezTo>
                  <a:pt x="519583" y="73643"/>
                  <a:pt x="521318" y="69262"/>
                  <a:pt x="523053" y="64725"/>
                </a:cubicBezTo>
                <a:cubicBezTo>
                  <a:pt x="524787" y="60187"/>
                  <a:pt x="526478" y="55627"/>
                  <a:pt x="528123" y="51045"/>
                </a:cubicBezTo>
                <a:cubicBezTo>
                  <a:pt x="529769" y="46464"/>
                  <a:pt x="531394" y="41993"/>
                  <a:pt x="532996" y="37632"/>
                </a:cubicBezTo>
                <a:cubicBezTo>
                  <a:pt x="534596" y="38078"/>
                  <a:pt x="535975" y="38300"/>
                  <a:pt x="537131" y="38300"/>
                </a:cubicBezTo>
                <a:cubicBezTo>
                  <a:pt x="538288" y="38300"/>
                  <a:pt x="539667" y="38078"/>
                  <a:pt x="541269" y="37632"/>
                </a:cubicBezTo>
                <a:cubicBezTo>
                  <a:pt x="536465" y="48397"/>
                  <a:pt x="531749" y="59029"/>
                  <a:pt x="527123" y="69528"/>
                </a:cubicBezTo>
                <a:cubicBezTo>
                  <a:pt x="522497" y="80026"/>
                  <a:pt x="518271" y="90524"/>
                  <a:pt x="514445" y="101021"/>
                </a:cubicBezTo>
                <a:cubicBezTo>
                  <a:pt x="513111" y="100844"/>
                  <a:pt x="511732" y="100755"/>
                  <a:pt x="510308" y="100755"/>
                </a:cubicBezTo>
                <a:cubicBezTo>
                  <a:pt x="508885" y="100755"/>
                  <a:pt x="507461" y="100844"/>
                  <a:pt x="506037" y="101021"/>
                </a:cubicBezTo>
                <a:close/>
                <a:moveTo>
                  <a:pt x="577968" y="40569"/>
                </a:moveTo>
                <a:cubicBezTo>
                  <a:pt x="574676" y="40569"/>
                  <a:pt x="571895" y="41325"/>
                  <a:pt x="569625" y="42837"/>
                </a:cubicBezTo>
                <a:cubicBezTo>
                  <a:pt x="567357" y="44349"/>
                  <a:pt x="565489" y="46240"/>
                  <a:pt x="564021" y="48510"/>
                </a:cubicBezTo>
                <a:cubicBezTo>
                  <a:pt x="562554" y="50778"/>
                  <a:pt x="561442" y="53269"/>
                  <a:pt x="560686" y="55983"/>
                </a:cubicBezTo>
                <a:cubicBezTo>
                  <a:pt x="559930" y="58697"/>
                  <a:pt x="559463" y="61254"/>
                  <a:pt x="559285" y="63656"/>
                </a:cubicBezTo>
                <a:cubicBezTo>
                  <a:pt x="562042" y="63745"/>
                  <a:pt x="564911" y="63835"/>
                  <a:pt x="567890" y="63925"/>
                </a:cubicBezTo>
                <a:cubicBezTo>
                  <a:pt x="570871" y="64013"/>
                  <a:pt x="573785" y="64057"/>
                  <a:pt x="576632" y="64057"/>
                </a:cubicBezTo>
                <a:cubicBezTo>
                  <a:pt x="579568" y="64057"/>
                  <a:pt x="582549" y="64013"/>
                  <a:pt x="585573" y="63925"/>
                </a:cubicBezTo>
                <a:cubicBezTo>
                  <a:pt x="588598" y="63835"/>
                  <a:pt x="591534" y="63745"/>
                  <a:pt x="594382" y="63656"/>
                </a:cubicBezTo>
                <a:cubicBezTo>
                  <a:pt x="594382" y="61254"/>
                  <a:pt x="594182" y="58719"/>
                  <a:pt x="593781" y="56050"/>
                </a:cubicBezTo>
                <a:cubicBezTo>
                  <a:pt x="593381" y="53380"/>
                  <a:pt x="592580" y="50888"/>
                  <a:pt x="591379" y="48575"/>
                </a:cubicBezTo>
                <a:cubicBezTo>
                  <a:pt x="590177" y="46262"/>
                  <a:pt x="588509" y="44349"/>
                  <a:pt x="586374" y="42837"/>
                </a:cubicBezTo>
                <a:cubicBezTo>
                  <a:pt x="584238" y="41325"/>
                  <a:pt x="581436" y="40569"/>
                  <a:pt x="577968" y="40569"/>
                </a:cubicBezTo>
                <a:moveTo>
                  <a:pt x="547141" y="71396"/>
                </a:moveTo>
                <a:cubicBezTo>
                  <a:pt x="547141" y="60453"/>
                  <a:pt x="549742" y="51868"/>
                  <a:pt x="554946" y="45641"/>
                </a:cubicBezTo>
                <a:cubicBezTo>
                  <a:pt x="560150" y="39413"/>
                  <a:pt x="567736" y="36299"/>
                  <a:pt x="577701" y="36299"/>
                </a:cubicBezTo>
                <a:cubicBezTo>
                  <a:pt x="582416" y="36299"/>
                  <a:pt x="586486" y="37033"/>
                  <a:pt x="589911" y="38502"/>
                </a:cubicBezTo>
                <a:cubicBezTo>
                  <a:pt x="593336" y="39969"/>
                  <a:pt x="596205" y="41926"/>
                  <a:pt x="598518" y="44372"/>
                </a:cubicBezTo>
                <a:cubicBezTo>
                  <a:pt x="600831" y="46819"/>
                  <a:pt x="602544" y="49688"/>
                  <a:pt x="603655" y="52980"/>
                </a:cubicBezTo>
                <a:cubicBezTo>
                  <a:pt x="604767" y="56272"/>
                  <a:pt x="605323" y="59786"/>
                  <a:pt x="605323" y="63521"/>
                </a:cubicBezTo>
                <a:cubicBezTo>
                  <a:pt x="605323" y="64412"/>
                  <a:pt x="605301" y="65280"/>
                  <a:pt x="605256" y="66126"/>
                </a:cubicBezTo>
                <a:cubicBezTo>
                  <a:pt x="605212" y="66970"/>
                  <a:pt x="605146" y="67837"/>
                  <a:pt x="605056" y="68726"/>
                </a:cubicBezTo>
                <a:cubicBezTo>
                  <a:pt x="600252" y="68638"/>
                  <a:pt x="595493" y="68550"/>
                  <a:pt x="590778" y="68461"/>
                </a:cubicBezTo>
                <a:cubicBezTo>
                  <a:pt x="586063" y="68372"/>
                  <a:pt x="581304" y="68327"/>
                  <a:pt x="576500" y="68327"/>
                </a:cubicBezTo>
                <a:cubicBezTo>
                  <a:pt x="573563" y="68327"/>
                  <a:pt x="570649" y="68372"/>
                  <a:pt x="567758" y="68461"/>
                </a:cubicBezTo>
                <a:cubicBezTo>
                  <a:pt x="564866" y="68550"/>
                  <a:pt x="561953" y="68638"/>
                  <a:pt x="559016" y="68726"/>
                </a:cubicBezTo>
                <a:cubicBezTo>
                  <a:pt x="558928" y="69171"/>
                  <a:pt x="558884" y="69839"/>
                  <a:pt x="558884" y="70728"/>
                </a:cubicBezTo>
                <a:lnTo>
                  <a:pt x="558884" y="72463"/>
                </a:lnTo>
                <a:cubicBezTo>
                  <a:pt x="558884" y="75932"/>
                  <a:pt x="559395" y="79180"/>
                  <a:pt x="560417" y="82206"/>
                </a:cubicBezTo>
                <a:cubicBezTo>
                  <a:pt x="561441" y="85231"/>
                  <a:pt x="562931" y="87833"/>
                  <a:pt x="564889" y="90013"/>
                </a:cubicBezTo>
                <a:cubicBezTo>
                  <a:pt x="566846" y="92192"/>
                  <a:pt x="569249" y="93927"/>
                  <a:pt x="572095" y="95218"/>
                </a:cubicBezTo>
                <a:cubicBezTo>
                  <a:pt x="574942" y="96508"/>
                  <a:pt x="578234" y="97152"/>
                  <a:pt x="581971" y="97152"/>
                </a:cubicBezTo>
                <a:cubicBezTo>
                  <a:pt x="583749" y="97152"/>
                  <a:pt x="585573" y="96908"/>
                  <a:pt x="587441" y="96419"/>
                </a:cubicBezTo>
                <a:cubicBezTo>
                  <a:pt x="589310" y="95929"/>
                  <a:pt x="591134" y="95261"/>
                  <a:pt x="592912" y="94416"/>
                </a:cubicBezTo>
                <a:cubicBezTo>
                  <a:pt x="594692" y="93570"/>
                  <a:pt x="596360" y="92569"/>
                  <a:pt x="597917" y="91414"/>
                </a:cubicBezTo>
                <a:cubicBezTo>
                  <a:pt x="599474" y="90258"/>
                  <a:pt x="600831" y="89011"/>
                  <a:pt x="601988" y="87676"/>
                </a:cubicBezTo>
                <a:lnTo>
                  <a:pt x="602656" y="88077"/>
                </a:lnTo>
                <a:lnTo>
                  <a:pt x="601855" y="94615"/>
                </a:lnTo>
                <a:cubicBezTo>
                  <a:pt x="599185" y="96751"/>
                  <a:pt x="595871" y="98574"/>
                  <a:pt x="591912" y="100087"/>
                </a:cubicBezTo>
                <a:cubicBezTo>
                  <a:pt x="587954" y="101599"/>
                  <a:pt x="583839" y="102355"/>
                  <a:pt x="579568" y="102355"/>
                </a:cubicBezTo>
                <a:cubicBezTo>
                  <a:pt x="574764" y="102355"/>
                  <a:pt x="570382" y="101621"/>
                  <a:pt x="566422" y="100154"/>
                </a:cubicBezTo>
                <a:cubicBezTo>
                  <a:pt x="562464" y="98686"/>
                  <a:pt x="559039" y="96552"/>
                  <a:pt x="556147" y="93750"/>
                </a:cubicBezTo>
                <a:cubicBezTo>
                  <a:pt x="553257" y="90947"/>
                  <a:pt x="551033" y="87632"/>
                  <a:pt x="549476" y="83807"/>
                </a:cubicBezTo>
                <a:cubicBezTo>
                  <a:pt x="547919" y="79981"/>
                  <a:pt x="547141" y="75844"/>
                  <a:pt x="547141" y="71396"/>
                </a:cubicBezTo>
                <a:close/>
                <a:moveTo>
                  <a:pt x="649895" y="48575"/>
                </a:moveTo>
                <a:cubicBezTo>
                  <a:pt x="649451" y="48042"/>
                  <a:pt x="648584" y="47553"/>
                  <a:pt x="647293" y="47109"/>
                </a:cubicBezTo>
                <a:cubicBezTo>
                  <a:pt x="646003" y="46664"/>
                  <a:pt x="644691" y="46441"/>
                  <a:pt x="643356" y="46441"/>
                </a:cubicBezTo>
                <a:cubicBezTo>
                  <a:pt x="641221" y="46441"/>
                  <a:pt x="639308" y="46931"/>
                  <a:pt x="637618" y="47909"/>
                </a:cubicBezTo>
                <a:cubicBezTo>
                  <a:pt x="635928" y="48888"/>
                  <a:pt x="634505" y="50200"/>
                  <a:pt x="633348" y="51845"/>
                </a:cubicBezTo>
                <a:cubicBezTo>
                  <a:pt x="632192" y="53491"/>
                  <a:pt x="631302" y="55448"/>
                  <a:pt x="630679" y="57718"/>
                </a:cubicBezTo>
                <a:cubicBezTo>
                  <a:pt x="630057" y="59986"/>
                  <a:pt x="629746" y="62410"/>
                  <a:pt x="629746" y="64990"/>
                </a:cubicBezTo>
                <a:lnTo>
                  <a:pt x="629746" y="79669"/>
                </a:lnTo>
                <a:cubicBezTo>
                  <a:pt x="629746" y="85630"/>
                  <a:pt x="629768" y="90190"/>
                  <a:pt x="629811" y="93349"/>
                </a:cubicBezTo>
                <a:cubicBezTo>
                  <a:pt x="629856" y="96506"/>
                  <a:pt x="630012" y="99064"/>
                  <a:pt x="630280" y="101021"/>
                </a:cubicBezTo>
                <a:cubicBezTo>
                  <a:pt x="628500" y="100844"/>
                  <a:pt x="626720" y="100755"/>
                  <a:pt x="624940" y="100755"/>
                </a:cubicBezTo>
                <a:cubicBezTo>
                  <a:pt x="622983" y="100755"/>
                  <a:pt x="621115" y="100844"/>
                  <a:pt x="619337" y="101021"/>
                </a:cubicBezTo>
                <a:cubicBezTo>
                  <a:pt x="619603" y="97997"/>
                  <a:pt x="619758" y="93882"/>
                  <a:pt x="619803" y="88677"/>
                </a:cubicBezTo>
                <a:cubicBezTo>
                  <a:pt x="619848" y="83473"/>
                  <a:pt x="619870" y="77090"/>
                  <a:pt x="619870" y="69528"/>
                </a:cubicBezTo>
                <a:lnTo>
                  <a:pt x="619870" y="65256"/>
                </a:lnTo>
                <a:cubicBezTo>
                  <a:pt x="619870" y="61788"/>
                  <a:pt x="619848" y="57785"/>
                  <a:pt x="619803" y="53248"/>
                </a:cubicBezTo>
                <a:cubicBezTo>
                  <a:pt x="619758" y="48710"/>
                  <a:pt x="619603" y="43505"/>
                  <a:pt x="619337" y="37632"/>
                </a:cubicBezTo>
                <a:cubicBezTo>
                  <a:pt x="620315" y="37811"/>
                  <a:pt x="621249" y="37968"/>
                  <a:pt x="622139" y="38101"/>
                </a:cubicBezTo>
                <a:cubicBezTo>
                  <a:pt x="623028" y="38234"/>
                  <a:pt x="623962" y="38300"/>
                  <a:pt x="624940" y="38300"/>
                </a:cubicBezTo>
                <a:cubicBezTo>
                  <a:pt x="625741" y="38300"/>
                  <a:pt x="626586" y="38234"/>
                  <a:pt x="627476" y="38101"/>
                </a:cubicBezTo>
                <a:cubicBezTo>
                  <a:pt x="628366" y="37968"/>
                  <a:pt x="629301" y="37811"/>
                  <a:pt x="630280" y="37632"/>
                </a:cubicBezTo>
                <a:cubicBezTo>
                  <a:pt x="629924" y="40836"/>
                  <a:pt x="629724" y="43372"/>
                  <a:pt x="629679" y="45240"/>
                </a:cubicBezTo>
                <a:cubicBezTo>
                  <a:pt x="629634" y="47108"/>
                  <a:pt x="629612" y="48887"/>
                  <a:pt x="629612" y="50577"/>
                </a:cubicBezTo>
                <a:lnTo>
                  <a:pt x="629878" y="50711"/>
                </a:lnTo>
                <a:cubicBezTo>
                  <a:pt x="635128" y="41103"/>
                  <a:pt x="641000" y="36299"/>
                  <a:pt x="647494" y="36299"/>
                </a:cubicBezTo>
                <a:cubicBezTo>
                  <a:pt x="648295" y="36299"/>
                  <a:pt x="648985" y="36343"/>
                  <a:pt x="649563" y="36433"/>
                </a:cubicBezTo>
                <a:cubicBezTo>
                  <a:pt x="650141" y="36521"/>
                  <a:pt x="650875" y="36743"/>
                  <a:pt x="651764" y="37099"/>
                </a:cubicBezTo>
                <a:cubicBezTo>
                  <a:pt x="651319" y="38167"/>
                  <a:pt x="651052" y="39791"/>
                  <a:pt x="650962" y="41972"/>
                </a:cubicBezTo>
                <a:cubicBezTo>
                  <a:pt x="650874" y="44150"/>
                  <a:pt x="650830" y="46130"/>
                  <a:pt x="650830" y="47909"/>
                </a:cubicBezTo>
                <a:lnTo>
                  <a:pt x="649895" y="48575"/>
                </a:lnTo>
                <a:close/>
                <a:moveTo>
                  <a:pt x="683258" y="101156"/>
                </a:moveTo>
                <a:cubicBezTo>
                  <a:pt x="682279" y="98753"/>
                  <a:pt x="681012" y="95639"/>
                  <a:pt x="679454" y="91813"/>
                </a:cubicBezTo>
                <a:cubicBezTo>
                  <a:pt x="677897" y="87988"/>
                  <a:pt x="676229" y="83962"/>
                  <a:pt x="674449" y="79736"/>
                </a:cubicBezTo>
                <a:cubicBezTo>
                  <a:pt x="672671" y="75510"/>
                  <a:pt x="670847" y="71195"/>
                  <a:pt x="668978" y="66792"/>
                </a:cubicBezTo>
                <a:cubicBezTo>
                  <a:pt x="667110" y="62388"/>
                  <a:pt x="665353" y="58251"/>
                  <a:pt x="663708" y="54381"/>
                </a:cubicBezTo>
                <a:cubicBezTo>
                  <a:pt x="662063" y="50510"/>
                  <a:pt x="660617" y="47108"/>
                  <a:pt x="659371" y="44173"/>
                </a:cubicBezTo>
                <a:cubicBezTo>
                  <a:pt x="658126" y="41236"/>
                  <a:pt x="657192" y="39056"/>
                  <a:pt x="656569" y="37632"/>
                </a:cubicBezTo>
                <a:cubicBezTo>
                  <a:pt x="657725" y="37811"/>
                  <a:pt x="658793" y="37968"/>
                  <a:pt x="659772" y="38101"/>
                </a:cubicBezTo>
                <a:cubicBezTo>
                  <a:pt x="660751" y="38234"/>
                  <a:pt x="661729" y="38300"/>
                  <a:pt x="662706" y="38300"/>
                </a:cubicBezTo>
                <a:cubicBezTo>
                  <a:pt x="663685" y="38300"/>
                  <a:pt x="664664" y="38234"/>
                  <a:pt x="665642" y="38101"/>
                </a:cubicBezTo>
                <a:cubicBezTo>
                  <a:pt x="666621" y="37968"/>
                  <a:pt x="667689" y="37811"/>
                  <a:pt x="668846" y="37632"/>
                </a:cubicBezTo>
                <a:cubicBezTo>
                  <a:pt x="671604" y="46174"/>
                  <a:pt x="674673" y="54626"/>
                  <a:pt x="678054" y="62990"/>
                </a:cubicBezTo>
                <a:cubicBezTo>
                  <a:pt x="681434" y="71352"/>
                  <a:pt x="684992" y="79981"/>
                  <a:pt x="688730" y="88877"/>
                </a:cubicBezTo>
                <a:cubicBezTo>
                  <a:pt x="692466" y="81048"/>
                  <a:pt x="696046" y="72686"/>
                  <a:pt x="699471" y="63790"/>
                </a:cubicBezTo>
                <a:cubicBezTo>
                  <a:pt x="702897" y="54893"/>
                  <a:pt x="705945" y="46174"/>
                  <a:pt x="708614" y="37632"/>
                </a:cubicBezTo>
                <a:cubicBezTo>
                  <a:pt x="710394" y="38078"/>
                  <a:pt x="711862" y="38300"/>
                  <a:pt x="713018" y="38300"/>
                </a:cubicBezTo>
                <a:cubicBezTo>
                  <a:pt x="714174" y="38300"/>
                  <a:pt x="715641" y="38078"/>
                  <a:pt x="717421" y="37632"/>
                </a:cubicBezTo>
                <a:cubicBezTo>
                  <a:pt x="716798" y="38878"/>
                  <a:pt x="715796" y="40992"/>
                  <a:pt x="714417" y="43973"/>
                </a:cubicBezTo>
                <a:cubicBezTo>
                  <a:pt x="713039" y="46953"/>
                  <a:pt x="711394" y="50512"/>
                  <a:pt x="709481" y="54649"/>
                </a:cubicBezTo>
                <a:cubicBezTo>
                  <a:pt x="707569" y="58786"/>
                  <a:pt x="705477" y="63367"/>
                  <a:pt x="703208" y="68394"/>
                </a:cubicBezTo>
                <a:cubicBezTo>
                  <a:pt x="700939" y="73420"/>
                  <a:pt x="698626" y="78580"/>
                  <a:pt x="696268" y="83874"/>
                </a:cubicBezTo>
                <a:cubicBezTo>
                  <a:pt x="693911" y="89167"/>
                  <a:pt x="691576" y="94416"/>
                  <a:pt x="689263" y="99620"/>
                </a:cubicBezTo>
                <a:cubicBezTo>
                  <a:pt x="686950" y="104825"/>
                  <a:pt x="684815" y="109762"/>
                  <a:pt x="682857" y="114432"/>
                </a:cubicBezTo>
                <a:cubicBezTo>
                  <a:pt x="680901" y="119103"/>
                  <a:pt x="679188" y="123329"/>
                  <a:pt x="677720" y="127110"/>
                </a:cubicBezTo>
                <a:cubicBezTo>
                  <a:pt x="676252" y="130892"/>
                  <a:pt x="675163" y="133895"/>
                  <a:pt x="674451" y="136119"/>
                </a:cubicBezTo>
                <a:cubicBezTo>
                  <a:pt x="672672" y="135673"/>
                  <a:pt x="671159" y="135451"/>
                  <a:pt x="669913" y="135451"/>
                </a:cubicBezTo>
                <a:cubicBezTo>
                  <a:pt x="668668" y="135451"/>
                  <a:pt x="667155" y="135673"/>
                  <a:pt x="665376" y="136119"/>
                </a:cubicBezTo>
                <a:cubicBezTo>
                  <a:pt x="672405" y="124464"/>
                  <a:pt x="678366" y="112810"/>
                  <a:pt x="683258" y="101156"/>
                </a:cubicBezTo>
                <a:close/>
                <a:moveTo>
                  <a:pt x="734369" y="69528"/>
                </a:moveTo>
                <a:cubicBezTo>
                  <a:pt x="734369" y="73264"/>
                  <a:pt x="734703" y="76867"/>
                  <a:pt x="735369" y="80337"/>
                </a:cubicBezTo>
                <a:cubicBezTo>
                  <a:pt x="736037" y="83807"/>
                  <a:pt x="737171" y="86898"/>
                  <a:pt x="738772" y="89612"/>
                </a:cubicBezTo>
                <a:cubicBezTo>
                  <a:pt x="740374" y="92326"/>
                  <a:pt x="742509" y="94484"/>
                  <a:pt x="745178" y="96085"/>
                </a:cubicBezTo>
                <a:cubicBezTo>
                  <a:pt x="747847" y="97686"/>
                  <a:pt x="751139" y="98486"/>
                  <a:pt x="755054" y="98486"/>
                </a:cubicBezTo>
                <a:cubicBezTo>
                  <a:pt x="758969" y="98486"/>
                  <a:pt x="762261" y="97686"/>
                  <a:pt x="764930" y="96085"/>
                </a:cubicBezTo>
                <a:cubicBezTo>
                  <a:pt x="767598" y="94484"/>
                  <a:pt x="769733" y="92326"/>
                  <a:pt x="771334" y="89612"/>
                </a:cubicBezTo>
                <a:cubicBezTo>
                  <a:pt x="772936" y="86898"/>
                  <a:pt x="774070" y="83807"/>
                  <a:pt x="774736" y="80337"/>
                </a:cubicBezTo>
                <a:cubicBezTo>
                  <a:pt x="775404" y="76867"/>
                  <a:pt x="775738" y="73264"/>
                  <a:pt x="775738" y="69528"/>
                </a:cubicBezTo>
                <a:cubicBezTo>
                  <a:pt x="775738" y="65791"/>
                  <a:pt x="775404" y="62188"/>
                  <a:pt x="774736" y="58718"/>
                </a:cubicBezTo>
                <a:cubicBezTo>
                  <a:pt x="774070" y="55248"/>
                  <a:pt x="772936" y="52157"/>
                  <a:pt x="771334" y="49445"/>
                </a:cubicBezTo>
                <a:cubicBezTo>
                  <a:pt x="769733" y="46731"/>
                  <a:pt x="767598" y="44573"/>
                  <a:pt x="764930" y="42971"/>
                </a:cubicBezTo>
                <a:cubicBezTo>
                  <a:pt x="762261" y="41370"/>
                  <a:pt x="758969" y="40569"/>
                  <a:pt x="755054" y="40569"/>
                </a:cubicBezTo>
                <a:cubicBezTo>
                  <a:pt x="751139" y="40569"/>
                  <a:pt x="747847" y="41370"/>
                  <a:pt x="745178" y="42971"/>
                </a:cubicBezTo>
                <a:cubicBezTo>
                  <a:pt x="742509" y="44573"/>
                  <a:pt x="740374" y="46731"/>
                  <a:pt x="738772" y="49445"/>
                </a:cubicBezTo>
                <a:cubicBezTo>
                  <a:pt x="737171" y="52157"/>
                  <a:pt x="736037" y="55248"/>
                  <a:pt x="735369" y="58718"/>
                </a:cubicBezTo>
                <a:cubicBezTo>
                  <a:pt x="734703" y="62188"/>
                  <a:pt x="734369" y="65791"/>
                  <a:pt x="734369" y="69528"/>
                </a:cubicBezTo>
                <a:moveTo>
                  <a:pt x="722626" y="69528"/>
                </a:moveTo>
                <a:cubicBezTo>
                  <a:pt x="722626" y="63478"/>
                  <a:pt x="723582" y="58340"/>
                  <a:pt x="725495" y="54114"/>
                </a:cubicBezTo>
                <a:cubicBezTo>
                  <a:pt x="727408" y="49888"/>
                  <a:pt x="729921" y="46463"/>
                  <a:pt x="733033" y="43839"/>
                </a:cubicBezTo>
                <a:cubicBezTo>
                  <a:pt x="736148" y="41215"/>
                  <a:pt x="739640" y="39302"/>
                  <a:pt x="743510" y="38101"/>
                </a:cubicBezTo>
                <a:cubicBezTo>
                  <a:pt x="747380" y="36899"/>
                  <a:pt x="751228" y="36299"/>
                  <a:pt x="755054" y="36299"/>
                </a:cubicBezTo>
                <a:cubicBezTo>
                  <a:pt x="758969" y="36299"/>
                  <a:pt x="762839" y="36899"/>
                  <a:pt x="766664" y="38101"/>
                </a:cubicBezTo>
                <a:cubicBezTo>
                  <a:pt x="770490" y="39302"/>
                  <a:pt x="773959" y="41215"/>
                  <a:pt x="777072" y="43839"/>
                </a:cubicBezTo>
                <a:cubicBezTo>
                  <a:pt x="780186" y="46463"/>
                  <a:pt x="782699" y="49888"/>
                  <a:pt x="784612" y="54114"/>
                </a:cubicBezTo>
                <a:cubicBezTo>
                  <a:pt x="786525" y="58340"/>
                  <a:pt x="787481" y="63478"/>
                  <a:pt x="787481" y="69528"/>
                </a:cubicBezTo>
                <a:cubicBezTo>
                  <a:pt x="787481" y="75577"/>
                  <a:pt x="786525" y="80715"/>
                  <a:pt x="784612" y="84941"/>
                </a:cubicBezTo>
                <a:cubicBezTo>
                  <a:pt x="782699" y="89167"/>
                  <a:pt x="780186" y="92593"/>
                  <a:pt x="777072" y="95218"/>
                </a:cubicBezTo>
                <a:cubicBezTo>
                  <a:pt x="773959" y="97842"/>
                  <a:pt x="770490" y="99688"/>
                  <a:pt x="766664" y="100755"/>
                </a:cubicBezTo>
                <a:cubicBezTo>
                  <a:pt x="762839" y="101822"/>
                  <a:pt x="758969" y="102355"/>
                  <a:pt x="755054" y="102355"/>
                </a:cubicBezTo>
                <a:cubicBezTo>
                  <a:pt x="751228" y="102355"/>
                  <a:pt x="747380" y="101822"/>
                  <a:pt x="743510" y="100755"/>
                </a:cubicBezTo>
                <a:cubicBezTo>
                  <a:pt x="739640" y="99688"/>
                  <a:pt x="736148" y="97842"/>
                  <a:pt x="733033" y="95218"/>
                </a:cubicBezTo>
                <a:cubicBezTo>
                  <a:pt x="729921" y="92593"/>
                  <a:pt x="727408" y="89167"/>
                  <a:pt x="725495" y="84941"/>
                </a:cubicBezTo>
                <a:cubicBezTo>
                  <a:pt x="723582" y="80715"/>
                  <a:pt x="722626" y="75577"/>
                  <a:pt x="722626" y="69528"/>
                </a:cubicBezTo>
                <a:close/>
                <a:moveTo>
                  <a:pt x="845798" y="63521"/>
                </a:moveTo>
                <a:cubicBezTo>
                  <a:pt x="845798" y="56849"/>
                  <a:pt x="844508" y="51801"/>
                  <a:pt x="841927" y="48376"/>
                </a:cubicBezTo>
                <a:cubicBezTo>
                  <a:pt x="839348" y="44951"/>
                  <a:pt x="835790" y="43238"/>
                  <a:pt x="831253" y="43238"/>
                </a:cubicBezTo>
                <a:cubicBezTo>
                  <a:pt x="825026" y="43238"/>
                  <a:pt x="820467" y="45151"/>
                  <a:pt x="817575" y="48976"/>
                </a:cubicBezTo>
                <a:cubicBezTo>
                  <a:pt x="814684" y="52802"/>
                  <a:pt x="813238" y="58184"/>
                  <a:pt x="813238" y="65124"/>
                </a:cubicBezTo>
                <a:lnTo>
                  <a:pt x="813238" y="76466"/>
                </a:lnTo>
                <a:cubicBezTo>
                  <a:pt x="813238" y="80471"/>
                  <a:pt x="813305" y="84675"/>
                  <a:pt x="813438" y="89079"/>
                </a:cubicBezTo>
                <a:cubicBezTo>
                  <a:pt x="813571" y="93482"/>
                  <a:pt x="813860" y="97463"/>
                  <a:pt x="814305" y="101021"/>
                </a:cubicBezTo>
                <a:cubicBezTo>
                  <a:pt x="812259" y="100844"/>
                  <a:pt x="810258" y="100755"/>
                  <a:pt x="808300" y="100755"/>
                </a:cubicBezTo>
                <a:cubicBezTo>
                  <a:pt x="806343" y="100755"/>
                  <a:pt x="804341" y="100844"/>
                  <a:pt x="802295" y="101021"/>
                </a:cubicBezTo>
                <a:cubicBezTo>
                  <a:pt x="802739" y="97463"/>
                  <a:pt x="803028" y="93482"/>
                  <a:pt x="803161" y="89079"/>
                </a:cubicBezTo>
                <a:cubicBezTo>
                  <a:pt x="803295" y="84675"/>
                  <a:pt x="803362" y="80471"/>
                  <a:pt x="803362" y="76466"/>
                </a:cubicBezTo>
                <a:lnTo>
                  <a:pt x="803362" y="62589"/>
                </a:lnTo>
                <a:cubicBezTo>
                  <a:pt x="803362" y="58586"/>
                  <a:pt x="803295" y="54382"/>
                  <a:pt x="803161" y="49978"/>
                </a:cubicBezTo>
                <a:cubicBezTo>
                  <a:pt x="803028" y="45574"/>
                  <a:pt x="802739" y="41459"/>
                  <a:pt x="802295" y="37632"/>
                </a:cubicBezTo>
                <a:cubicBezTo>
                  <a:pt x="804786" y="38078"/>
                  <a:pt x="806788" y="38300"/>
                  <a:pt x="808300" y="38300"/>
                </a:cubicBezTo>
                <a:cubicBezTo>
                  <a:pt x="809012" y="38300"/>
                  <a:pt x="809789" y="38234"/>
                  <a:pt x="810634" y="38101"/>
                </a:cubicBezTo>
                <a:cubicBezTo>
                  <a:pt x="811479" y="37968"/>
                  <a:pt x="812481" y="37811"/>
                  <a:pt x="813637" y="37632"/>
                </a:cubicBezTo>
                <a:cubicBezTo>
                  <a:pt x="813371" y="41192"/>
                  <a:pt x="813238" y="44750"/>
                  <a:pt x="813238" y="48308"/>
                </a:cubicBezTo>
                <a:lnTo>
                  <a:pt x="813505" y="48308"/>
                </a:lnTo>
                <a:cubicBezTo>
                  <a:pt x="815996" y="44483"/>
                  <a:pt x="818976" y="41525"/>
                  <a:pt x="822446" y="39434"/>
                </a:cubicBezTo>
                <a:cubicBezTo>
                  <a:pt x="825916" y="37344"/>
                  <a:pt x="830053" y="36299"/>
                  <a:pt x="834857" y="36299"/>
                </a:cubicBezTo>
                <a:cubicBezTo>
                  <a:pt x="837348" y="36299"/>
                  <a:pt x="839861" y="36655"/>
                  <a:pt x="842396" y="37368"/>
                </a:cubicBezTo>
                <a:cubicBezTo>
                  <a:pt x="844931" y="38079"/>
                  <a:pt x="847222" y="39302"/>
                  <a:pt x="849268" y="41037"/>
                </a:cubicBezTo>
                <a:cubicBezTo>
                  <a:pt x="851315" y="42772"/>
                  <a:pt x="852983" y="45130"/>
                  <a:pt x="854273" y="48111"/>
                </a:cubicBezTo>
                <a:cubicBezTo>
                  <a:pt x="855563" y="51091"/>
                  <a:pt x="856208" y="54893"/>
                  <a:pt x="856208" y="59518"/>
                </a:cubicBezTo>
                <a:cubicBezTo>
                  <a:pt x="856208" y="63344"/>
                  <a:pt x="856119" y="67280"/>
                  <a:pt x="855941" y="71328"/>
                </a:cubicBezTo>
                <a:cubicBezTo>
                  <a:pt x="855763" y="75377"/>
                  <a:pt x="855674" y="79670"/>
                  <a:pt x="855674" y="84208"/>
                </a:cubicBezTo>
                <a:lnTo>
                  <a:pt x="855674" y="92880"/>
                </a:lnTo>
                <a:cubicBezTo>
                  <a:pt x="855674" y="94304"/>
                  <a:pt x="855696" y="95706"/>
                  <a:pt x="855741" y="97085"/>
                </a:cubicBezTo>
                <a:cubicBezTo>
                  <a:pt x="855786" y="98464"/>
                  <a:pt x="855853" y="99777"/>
                  <a:pt x="855941" y="101021"/>
                </a:cubicBezTo>
                <a:cubicBezTo>
                  <a:pt x="854161" y="100844"/>
                  <a:pt x="852293" y="100755"/>
                  <a:pt x="850337" y="100755"/>
                </a:cubicBezTo>
                <a:cubicBezTo>
                  <a:pt x="848468" y="100755"/>
                  <a:pt x="846644" y="100844"/>
                  <a:pt x="844865" y="101021"/>
                </a:cubicBezTo>
                <a:cubicBezTo>
                  <a:pt x="845043" y="96395"/>
                  <a:pt x="845243" y="91636"/>
                  <a:pt x="845464" y="86743"/>
                </a:cubicBezTo>
                <a:cubicBezTo>
                  <a:pt x="845687" y="81849"/>
                  <a:pt x="845798" y="76822"/>
                  <a:pt x="845798" y="71662"/>
                </a:cubicBezTo>
                <a:lnTo>
                  <a:pt x="845798" y="63521"/>
                </a:lnTo>
                <a:close/>
                <a:moveTo>
                  <a:pt x="901849" y="40569"/>
                </a:moveTo>
                <a:cubicBezTo>
                  <a:pt x="898557" y="40569"/>
                  <a:pt x="895776" y="41325"/>
                  <a:pt x="893506" y="42837"/>
                </a:cubicBezTo>
                <a:cubicBezTo>
                  <a:pt x="891238" y="44349"/>
                  <a:pt x="889370" y="46240"/>
                  <a:pt x="887902" y="48510"/>
                </a:cubicBezTo>
                <a:cubicBezTo>
                  <a:pt x="886435" y="50778"/>
                  <a:pt x="885323" y="53269"/>
                  <a:pt x="884567" y="55983"/>
                </a:cubicBezTo>
                <a:cubicBezTo>
                  <a:pt x="883811" y="58697"/>
                  <a:pt x="883344" y="61254"/>
                  <a:pt x="883166" y="63656"/>
                </a:cubicBezTo>
                <a:cubicBezTo>
                  <a:pt x="885923" y="63745"/>
                  <a:pt x="888791" y="63835"/>
                  <a:pt x="891771" y="63925"/>
                </a:cubicBezTo>
                <a:cubicBezTo>
                  <a:pt x="894752" y="64013"/>
                  <a:pt x="897666" y="64057"/>
                  <a:pt x="900513" y="64057"/>
                </a:cubicBezTo>
                <a:cubicBezTo>
                  <a:pt x="903449" y="64057"/>
                  <a:pt x="906430" y="64013"/>
                  <a:pt x="909454" y="63925"/>
                </a:cubicBezTo>
                <a:cubicBezTo>
                  <a:pt x="912479" y="63835"/>
                  <a:pt x="915415" y="63745"/>
                  <a:pt x="918263" y="63656"/>
                </a:cubicBezTo>
                <a:cubicBezTo>
                  <a:pt x="918263" y="61254"/>
                  <a:pt x="918063" y="58719"/>
                  <a:pt x="917662" y="56050"/>
                </a:cubicBezTo>
                <a:cubicBezTo>
                  <a:pt x="917262" y="53380"/>
                  <a:pt x="916461" y="50888"/>
                  <a:pt x="915259" y="48575"/>
                </a:cubicBezTo>
                <a:cubicBezTo>
                  <a:pt x="914058" y="46262"/>
                  <a:pt x="912390" y="44349"/>
                  <a:pt x="910254" y="42837"/>
                </a:cubicBezTo>
                <a:cubicBezTo>
                  <a:pt x="908119" y="41325"/>
                  <a:pt x="905317" y="40569"/>
                  <a:pt x="901849" y="40569"/>
                </a:cubicBezTo>
                <a:moveTo>
                  <a:pt x="871021" y="71396"/>
                </a:moveTo>
                <a:cubicBezTo>
                  <a:pt x="871021" y="60453"/>
                  <a:pt x="873623" y="51868"/>
                  <a:pt x="878827" y="45641"/>
                </a:cubicBezTo>
                <a:cubicBezTo>
                  <a:pt x="884031" y="39413"/>
                  <a:pt x="891616" y="36299"/>
                  <a:pt x="901582" y="36299"/>
                </a:cubicBezTo>
                <a:cubicBezTo>
                  <a:pt x="906296" y="36299"/>
                  <a:pt x="910366" y="37033"/>
                  <a:pt x="913791" y="38502"/>
                </a:cubicBezTo>
                <a:cubicBezTo>
                  <a:pt x="917216" y="39969"/>
                  <a:pt x="920085" y="41926"/>
                  <a:pt x="922399" y="44372"/>
                </a:cubicBezTo>
                <a:cubicBezTo>
                  <a:pt x="924712" y="46819"/>
                  <a:pt x="926424" y="49688"/>
                  <a:pt x="927536" y="52980"/>
                </a:cubicBezTo>
                <a:cubicBezTo>
                  <a:pt x="928648" y="56272"/>
                  <a:pt x="929204" y="59786"/>
                  <a:pt x="929204" y="63521"/>
                </a:cubicBezTo>
                <a:cubicBezTo>
                  <a:pt x="929204" y="64412"/>
                  <a:pt x="929181" y="65280"/>
                  <a:pt x="929137" y="66126"/>
                </a:cubicBezTo>
                <a:cubicBezTo>
                  <a:pt x="929093" y="66970"/>
                  <a:pt x="929027" y="67837"/>
                  <a:pt x="928937" y="68726"/>
                </a:cubicBezTo>
                <a:cubicBezTo>
                  <a:pt x="924133" y="68638"/>
                  <a:pt x="919373" y="68550"/>
                  <a:pt x="914659" y="68461"/>
                </a:cubicBezTo>
                <a:cubicBezTo>
                  <a:pt x="909944" y="68372"/>
                  <a:pt x="905185" y="68327"/>
                  <a:pt x="900380" y="68327"/>
                </a:cubicBezTo>
                <a:cubicBezTo>
                  <a:pt x="897444" y="68327"/>
                  <a:pt x="894530" y="68372"/>
                  <a:pt x="891639" y="68461"/>
                </a:cubicBezTo>
                <a:cubicBezTo>
                  <a:pt x="888747" y="68550"/>
                  <a:pt x="885833" y="68638"/>
                  <a:pt x="882897" y="68726"/>
                </a:cubicBezTo>
                <a:cubicBezTo>
                  <a:pt x="882809" y="69171"/>
                  <a:pt x="882765" y="69839"/>
                  <a:pt x="882765" y="70728"/>
                </a:cubicBezTo>
                <a:lnTo>
                  <a:pt x="882765" y="72463"/>
                </a:lnTo>
                <a:cubicBezTo>
                  <a:pt x="882765" y="75932"/>
                  <a:pt x="883276" y="79180"/>
                  <a:pt x="884298" y="82206"/>
                </a:cubicBezTo>
                <a:cubicBezTo>
                  <a:pt x="885322" y="85231"/>
                  <a:pt x="886812" y="87833"/>
                  <a:pt x="888770" y="90013"/>
                </a:cubicBezTo>
                <a:cubicBezTo>
                  <a:pt x="890727" y="92192"/>
                  <a:pt x="893129" y="93927"/>
                  <a:pt x="895976" y="95218"/>
                </a:cubicBezTo>
                <a:cubicBezTo>
                  <a:pt x="898823" y="96508"/>
                  <a:pt x="902115" y="97152"/>
                  <a:pt x="905852" y="97152"/>
                </a:cubicBezTo>
                <a:cubicBezTo>
                  <a:pt x="907630" y="97152"/>
                  <a:pt x="909453" y="96908"/>
                  <a:pt x="911321" y="96419"/>
                </a:cubicBezTo>
                <a:cubicBezTo>
                  <a:pt x="913191" y="95929"/>
                  <a:pt x="915014" y="95261"/>
                  <a:pt x="916793" y="94416"/>
                </a:cubicBezTo>
                <a:cubicBezTo>
                  <a:pt x="918572" y="93570"/>
                  <a:pt x="920241" y="92569"/>
                  <a:pt x="921798" y="91414"/>
                </a:cubicBezTo>
                <a:cubicBezTo>
                  <a:pt x="923355" y="90258"/>
                  <a:pt x="924712" y="89011"/>
                  <a:pt x="925868" y="87676"/>
                </a:cubicBezTo>
                <a:lnTo>
                  <a:pt x="926536" y="88077"/>
                </a:lnTo>
                <a:lnTo>
                  <a:pt x="925736" y="94615"/>
                </a:lnTo>
                <a:cubicBezTo>
                  <a:pt x="923066" y="96751"/>
                  <a:pt x="919751" y="98574"/>
                  <a:pt x="915793" y="100087"/>
                </a:cubicBezTo>
                <a:cubicBezTo>
                  <a:pt x="911834" y="101599"/>
                  <a:pt x="907720" y="102355"/>
                  <a:pt x="903449" y="102355"/>
                </a:cubicBezTo>
                <a:cubicBezTo>
                  <a:pt x="898645" y="102355"/>
                  <a:pt x="894263" y="101621"/>
                  <a:pt x="890303" y="100154"/>
                </a:cubicBezTo>
                <a:cubicBezTo>
                  <a:pt x="886344" y="98686"/>
                  <a:pt x="882919" y="96552"/>
                  <a:pt x="880028" y="93750"/>
                </a:cubicBezTo>
                <a:cubicBezTo>
                  <a:pt x="877138" y="90947"/>
                  <a:pt x="874914" y="87632"/>
                  <a:pt x="873357" y="83807"/>
                </a:cubicBezTo>
                <a:cubicBezTo>
                  <a:pt x="871800" y="79981"/>
                  <a:pt x="871021" y="75844"/>
                  <a:pt x="871021" y="71396"/>
                </a:cubicBezTo>
                <a:close/>
                <a:moveTo>
                  <a:pt x="1008606" y="11476"/>
                </a:moveTo>
                <a:cubicBezTo>
                  <a:pt x="1006472" y="10142"/>
                  <a:pt x="1004026" y="9475"/>
                  <a:pt x="1001267" y="9475"/>
                </a:cubicBezTo>
                <a:cubicBezTo>
                  <a:pt x="999310" y="9475"/>
                  <a:pt x="997641" y="9853"/>
                  <a:pt x="996262" y="10609"/>
                </a:cubicBezTo>
                <a:cubicBezTo>
                  <a:pt x="994883" y="11365"/>
                  <a:pt x="993749" y="12344"/>
                  <a:pt x="992859" y="13545"/>
                </a:cubicBezTo>
                <a:cubicBezTo>
                  <a:pt x="991970" y="14747"/>
                  <a:pt x="991325" y="16148"/>
                  <a:pt x="990925" y="17750"/>
                </a:cubicBezTo>
                <a:cubicBezTo>
                  <a:pt x="990525" y="19351"/>
                  <a:pt x="990324" y="21041"/>
                  <a:pt x="990324" y="22820"/>
                </a:cubicBezTo>
                <a:cubicBezTo>
                  <a:pt x="990324" y="24422"/>
                  <a:pt x="990480" y="26736"/>
                  <a:pt x="990791" y="29760"/>
                </a:cubicBezTo>
                <a:cubicBezTo>
                  <a:pt x="991103" y="32785"/>
                  <a:pt x="991481" y="35676"/>
                  <a:pt x="991925" y="38435"/>
                </a:cubicBezTo>
                <a:cubicBezTo>
                  <a:pt x="994238" y="38435"/>
                  <a:pt x="996529" y="38412"/>
                  <a:pt x="998797" y="38367"/>
                </a:cubicBezTo>
                <a:cubicBezTo>
                  <a:pt x="1001067" y="38323"/>
                  <a:pt x="1003358" y="38300"/>
                  <a:pt x="1005672" y="38300"/>
                </a:cubicBezTo>
                <a:cubicBezTo>
                  <a:pt x="1005582" y="38745"/>
                  <a:pt x="1005515" y="39191"/>
                  <a:pt x="1005470" y="39636"/>
                </a:cubicBezTo>
                <a:cubicBezTo>
                  <a:pt x="1005427" y="40080"/>
                  <a:pt x="1005405" y="40524"/>
                  <a:pt x="1005405" y="40970"/>
                </a:cubicBezTo>
                <a:cubicBezTo>
                  <a:pt x="1005405" y="41415"/>
                  <a:pt x="1005427" y="41860"/>
                  <a:pt x="1005470" y="42306"/>
                </a:cubicBezTo>
                <a:cubicBezTo>
                  <a:pt x="1005515" y="42749"/>
                  <a:pt x="1005582" y="43194"/>
                  <a:pt x="1005672" y="43639"/>
                </a:cubicBezTo>
                <a:cubicBezTo>
                  <a:pt x="1003358" y="43550"/>
                  <a:pt x="1001067" y="43461"/>
                  <a:pt x="998797" y="43373"/>
                </a:cubicBezTo>
                <a:cubicBezTo>
                  <a:pt x="996529" y="43283"/>
                  <a:pt x="994238" y="43238"/>
                  <a:pt x="991925" y="43238"/>
                </a:cubicBezTo>
                <a:cubicBezTo>
                  <a:pt x="991925" y="52935"/>
                  <a:pt x="991947" y="62566"/>
                  <a:pt x="991992" y="72131"/>
                </a:cubicBezTo>
                <a:cubicBezTo>
                  <a:pt x="992037" y="81694"/>
                  <a:pt x="992193" y="91325"/>
                  <a:pt x="992460" y="101021"/>
                </a:cubicBezTo>
                <a:cubicBezTo>
                  <a:pt x="991482" y="100844"/>
                  <a:pt x="990503" y="100755"/>
                  <a:pt x="989524" y="100755"/>
                </a:cubicBezTo>
                <a:cubicBezTo>
                  <a:pt x="988545" y="100755"/>
                  <a:pt x="987611" y="100755"/>
                  <a:pt x="986720" y="100755"/>
                </a:cubicBezTo>
                <a:cubicBezTo>
                  <a:pt x="984852" y="100755"/>
                  <a:pt x="982895" y="100844"/>
                  <a:pt x="980850" y="101021"/>
                </a:cubicBezTo>
                <a:cubicBezTo>
                  <a:pt x="981473" y="91325"/>
                  <a:pt x="981828" y="81739"/>
                  <a:pt x="981917" y="72263"/>
                </a:cubicBezTo>
                <a:cubicBezTo>
                  <a:pt x="982006" y="62788"/>
                  <a:pt x="982051" y="53113"/>
                  <a:pt x="982051" y="43238"/>
                </a:cubicBezTo>
                <a:cubicBezTo>
                  <a:pt x="980449" y="43238"/>
                  <a:pt x="978847" y="43283"/>
                  <a:pt x="977245" y="43373"/>
                </a:cubicBezTo>
                <a:cubicBezTo>
                  <a:pt x="975645" y="43461"/>
                  <a:pt x="974044" y="43550"/>
                  <a:pt x="972442" y="43639"/>
                </a:cubicBezTo>
                <a:cubicBezTo>
                  <a:pt x="972531" y="43194"/>
                  <a:pt x="972598" y="42749"/>
                  <a:pt x="972641" y="42306"/>
                </a:cubicBezTo>
                <a:cubicBezTo>
                  <a:pt x="972686" y="41860"/>
                  <a:pt x="972709" y="41415"/>
                  <a:pt x="972709" y="40970"/>
                </a:cubicBezTo>
                <a:cubicBezTo>
                  <a:pt x="972709" y="40524"/>
                  <a:pt x="972686" y="40080"/>
                  <a:pt x="972641" y="39636"/>
                </a:cubicBezTo>
                <a:cubicBezTo>
                  <a:pt x="972598" y="39191"/>
                  <a:pt x="972531" y="38745"/>
                  <a:pt x="972442" y="38300"/>
                </a:cubicBezTo>
                <a:cubicBezTo>
                  <a:pt x="974044" y="38300"/>
                  <a:pt x="975667" y="38323"/>
                  <a:pt x="977313" y="38367"/>
                </a:cubicBezTo>
                <a:cubicBezTo>
                  <a:pt x="978959" y="38412"/>
                  <a:pt x="980539" y="38435"/>
                  <a:pt x="982051" y="38435"/>
                </a:cubicBezTo>
                <a:cubicBezTo>
                  <a:pt x="982051" y="35854"/>
                  <a:pt x="982318" y="33051"/>
                  <a:pt x="982851" y="30027"/>
                </a:cubicBezTo>
                <a:cubicBezTo>
                  <a:pt x="983385" y="27002"/>
                  <a:pt x="984163" y="24022"/>
                  <a:pt x="985185" y="21086"/>
                </a:cubicBezTo>
                <a:cubicBezTo>
                  <a:pt x="986208" y="18149"/>
                  <a:pt x="987432" y="15369"/>
                  <a:pt x="988856" y="12745"/>
                </a:cubicBezTo>
                <a:cubicBezTo>
                  <a:pt x="990280" y="10121"/>
                  <a:pt x="991881" y="7919"/>
                  <a:pt x="993660" y="6139"/>
                </a:cubicBezTo>
                <a:cubicBezTo>
                  <a:pt x="995262" y="4537"/>
                  <a:pt x="997286" y="3114"/>
                  <a:pt x="999732" y="1869"/>
                </a:cubicBezTo>
                <a:cubicBezTo>
                  <a:pt x="1002178" y="623"/>
                  <a:pt x="1004692" y="0"/>
                  <a:pt x="1007272" y="0"/>
                </a:cubicBezTo>
                <a:cubicBezTo>
                  <a:pt x="1008251" y="0"/>
                  <a:pt x="1009141" y="134"/>
                  <a:pt x="1009942" y="401"/>
                </a:cubicBezTo>
                <a:cubicBezTo>
                  <a:pt x="1009852" y="2181"/>
                  <a:pt x="1009741" y="3961"/>
                  <a:pt x="1009608" y="5740"/>
                </a:cubicBezTo>
                <a:cubicBezTo>
                  <a:pt x="1009475" y="7519"/>
                  <a:pt x="1009408" y="9298"/>
                  <a:pt x="1009408" y="11077"/>
                </a:cubicBezTo>
                <a:lnTo>
                  <a:pt x="1008606" y="11476"/>
                </a:lnTo>
                <a:close/>
                <a:moveTo>
                  <a:pt x="1023687" y="69528"/>
                </a:moveTo>
                <a:cubicBezTo>
                  <a:pt x="1023687" y="73264"/>
                  <a:pt x="1024020" y="76867"/>
                  <a:pt x="1024686" y="80337"/>
                </a:cubicBezTo>
                <a:cubicBezTo>
                  <a:pt x="1025354" y="83807"/>
                  <a:pt x="1026488" y="86898"/>
                  <a:pt x="1028089" y="89612"/>
                </a:cubicBezTo>
                <a:cubicBezTo>
                  <a:pt x="1029691" y="92326"/>
                  <a:pt x="1031826" y="94484"/>
                  <a:pt x="1034495" y="96085"/>
                </a:cubicBezTo>
                <a:cubicBezTo>
                  <a:pt x="1037164" y="97686"/>
                  <a:pt x="1040456" y="98486"/>
                  <a:pt x="1044371" y="98486"/>
                </a:cubicBezTo>
                <a:cubicBezTo>
                  <a:pt x="1048286" y="98486"/>
                  <a:pt x="1051578" y="97686"/>
                  <a:pt x="1054247" y="96085"/>
                </a:cubicBezTo>
                <a:cubicBezTo>
                  <a:pt x="1056916" y="94484"/>
                  <a:pt x="1059050" y="92326"/>
                  <a:pt x="1060651" y="89612"/>
                </a:cubicBezTo>
                <a:cubicBezTo>
                  <a:pt x="1062253" y="86898"/>
                  <a:pt x="1063387" y="83807"/>
                  <a:pt x="1064054" y="80337"/>
                </a:cubicBezTo>
                <a:cubicBezTo>
                  <a:pt x="1064721" y="76867"/>
                  <a:pt x="1065055" y="73264"/>
                  <a:pt x="1065055" y="69528"/>
                </a:cubicBezTo>
                <a:cubicBezTo>
                  <a:pt x="1065055" y="65791"/>
                  <a:pt x="1064721" y="62188"/>
                  <a:pt x="1064054" y="58718"/>
                </a:cubicBezTo>
                <a:cubicBezTo>
                  <a:pt x="1063387" y="55248"/>
                  <a:pt x="1062253" y="52157"/>
                  <a:pt x="1060651" y="49445"/>
                </a:cubicBezTo>
                <a:cubicBezTo>
                  <a:pt x="1059050" y="46731"/>
                  <a:pt x="1056916" y="44573"/>
                  <a:pt x="1054247" y="42971"/>
                </a:cubicBezTo>
                <a:cubicBezTo>
                  <a:pt x="1051578" y="41370"/>
                  <a:pt x="1048286" y="40569"/>
                  <a:pt x="1044371" y="40569"/>
                </a:cubicBezTo>
                <a:cubicBezTo>
                  <a:pt x="1040456" y="40569"/>
                  <a:pt x="1037164" y="41370"/>
                  <a:pt x="1034495" y="42971"/>
                </a:cubicBezTo>
                <a:cubicBezTo>
                  <a:pt x="1031826" y="44573"/>
                  <a:pt x="1029691" y="46731"/>
                  <a:pt x="1028089" y="49445"/>
                </a:cubicBezTo>
                <a:cubicBezTo>
                  <a:pt x="1026488" y="52157"/>
                  <a:pt x="1025354" y="55248"/>
                  <a:pt x="1024686" y="58718"/>
                </a:cubicBezTo>
                <a:cubicBezTo>
                  <a:pt x="1024020" y="62188"/>
                  <a:pt x="1023687" y="65791"/>
                  <a:pt x="1023687" y="69528"/>
                </a:cubicBezTo>
                <a:moveTo>
                  <a:pt x="1011943" y="69528"/>
                </a:moveTo>
                <a:cubicBezTo>
                  <a:pt x="1011943" y="63478"/>
                  <a:pt x="1012900" y="58340"/>
                  <a:pt x="1014812" y="54114"/>
                </a:cubicBezTo>
                <a:cubicBezTo>
                  <a:pt x="1016725" y="49888"/>
                  <a:pt x="1019238" y="46463"/>
                  <a:pt x="1022351" y="43839"/>
                </a:cubicBezTo>
                <a:cubicBezTo>
                  <a:pt x="1025465" y="41215"/>
                  <a:pt x="1028957" y="39302"/>
                  <a:pt x="1032827" y="38101"/>
                </a:cubicBezTo>
                <a:cubicBezTo>
                  <a:pt x="1036698" y="36899"/>
                  <a:pt x="1040545" y="36299"/>
                  <a:pt x="1044371" y="36299"/>
                </a:cubicBezTo>
                <a:cubicBezTo>
                  <a:pt x="1048286" y="36299"/>
                  <a:pt x="1052156" y="36899"/>
                  <a:pt x="1055982" y="38101"/>
                </a:cubicBezTo>
                <a:cubicBezTo>
                  <a:pt x="1059807" y="39302"/>
                  <a:pt x="1063276" y="41215"/>
                  <a:pt x="1066389" y="43839"/>
                </a:cubicBezTo>
                <a:cubicBezTo>
                  <a:pt x="1069503" y="46463"/>
                  <a:pt x="1072017" y="49888"/>
                  <a:pt x="1073929" y="54114"/>
                </a:cubicBezTo>
                <a:cubicBezTo>
                  <a:pt x="1075842" y="58340"/>
                  <a:pt x="1076799" y="63478"/>
                  <a:pt x="1076799" y="69528"/>
                </a:cubicBezTo>
                <a:cubicBezTo>
                  <a:pt x="1076799" y="75577"/>
                  <a:pt x="1075842" y="80715"/>
                  <a:pt x="1073929" y="84941"/>
                </a:cubicBezTo>
                <a:cubicBezTo>
                  <a:pt x="1072017" y="89167"/>
                  <a:pt x="1069503" y="92593"/>
                  <a:pt x="1066389" y="95218"/>
                </a:cubicBezTo>
                <a:cubicBezTo>
                  <a:pt x="1063276" y="97842"/>
                  <a:pt x="1059807" y="99688"/>
                  <a:pt x="1055982" y="100755"/>
                </a:cubicBezTo>
                <a:cubicBezTo>
                  <a:pt x="1052156" y="101822"/>
                  <a:pt x="1048286" y="102355"/>
                  <a:pt x="1044371" y="102355"/>
                </a:cubicBezTo>
                <a:cubicBezTo>
                  <a:pt x="1040545" y="102355"/>
                  <a:pt x="1036698" y="101822"/>
                  <a:pt x="1032827" y="100755"/>
                </a:cubicBezTo>
                <a:cubicBezTo>
                  <a:pt x="1028957" y="99688"/>
                  <a:pt x="1025465" y="97842"/>
                  <a:pt x="1022351" y="95218"/>
                </a:cubicBezTo>
                <a:cubicBezTo>
                  <a:pt x="1019238" y="92593"/>
                  <a:pt x="1016725" y="89167"/>
                  <a:pt x="1014812" y="84941"/>
                </a:cubicBezTo>
                <a:cubicBezTo>
                  <a:pt x="1012900" y="80715"/>
                  <a:pt x="1011943" y="75577"/>
                  <a:pt x="1011943" y="69528"/>
                </a:cubicBezTo>
                <a:close/>
                <a:moveTo>
                  <a:pt x="1095082" y="38834"/>
                </a:moveTo>
                <a:cubicBezTo>
                  <a:pt x="1095082" y="35809"/>
                  <a:pt x="1095060" y="32518"/>
                  <a:pt x="1095015" y="28960"/>
                </a:cubicBezTo>
                <a:cubicBezTo>
                  <a:pt x="1094970" y="25400"/>
                  <a:pt x="1094903" y="21886"/>
                  <a:pt x="1094813" y="18416"/>
                </a:cubicBezTo>
                <a:cubicBezTo>
                  <a:pt x="1094725" y="14946"/>
                  <a:pt x="1094614" y="11633"/>
                  <a:pt x="1094480" y="8475"/>
                </a:cubicBezTo>
                <a:cubicBezTo>
                  <a:pt x="1094346" y="5316"/>
                  <a:pt x="1094191" y="2625"/>
                  <a:pt x="1094013" y="401"/>
                </a:cubicBezTo>
                <a:cubicBezTo>
                  <a:pt x="1096504" y="846"/>
                  <a:pt x="1098507" y="1069"/>
                  <a:pt x="1100020" y="1069"/>
                </a:cubicBezTo>
                <a:cubicBezTo>
                  <a:pt x="1101532" y="1069"/>
                  <a:pt x="1103534" y="846"/>
                  <a:pt x="1106025" y="401"/>
                </a:cubicBezTo>
                <a:cubicBezTo>
                  <a:pt x="1105847" y="2625"/>
                  <a:pt x="1105691" y="5316"/>
                  <a:pt x="1105557" y="8475"/>
                </a:cubicBezTo>
                <a:cubicBezTo>
                  <a:pt x="1105424" y="11633"/>
                  <a:pt x="1105312" y="14946"/>
                  <a:pt x="1105223" y="18416"/>
                </a:cubicBezTo>
                <a:cubicBezTo>
                  <a:pt x="1105135" y="21886"/>
                  <a:pt x="1105068" y="25400"/>
                  <a:pt x="1105023" y="28960"/>
                </a:cubicBezTo>
                <a:cubicBezTo>
                  <a:pt x="1104979" y="32518"/>
                  <a:pt x="1104956" y="35809"/>
                  <a:pt x="1104956" y="38834"/>
                </a:cubicBezTo>
                <a:lnTo>
                  <a:pt x="1104956" y="62988"/>
                </a:lnTo>
                <a:cubicBezTo>
                  <a:pt x="1104956" y="66014"/>
                  <a:pt x="1104979" y="69306"/>
                  <a:pt x="1105023" y="72864"/>
                </a:cubicBezTo>
                <a:cubicBezTo>
                  <a:pt x="1105068" y="76422"/>
                  <a:pt x="1105135" y="79936"/>
                  <a:pt x="1105223" y="83406"/>
                </a:cubicBezTo>
                <a:cubicBezTo>
                  <a:pt x="1105312" y="86875"/>
                  <a:pt x="1105424" y="90167"/>
                  <a:pt x="1105557" y="93282"/>
                </a:cubicBezTo>
                <a:cubicBezTo>
                  <a:pt x="1105691" y="96396"/>
                  <a:pt x="1105847" y="98976"/>
                  <a:pt x="1106025" y="101021"/>
                </a:cubicBezTo>
                <a:cubicBezTo>
                  <a:pt x="1103978" y="100844"/>
                  <a:pt x="1101976" y="100755"/>
                  <a:pt x="1100020" y="100755"/>
                </a:cubicBezTo>
                <a:cubicBezTo>
                  <a:pt x="1098063" y="100755"/>
                  <a:pt x="1096060" y="100844"/>
                  <a:pt x="1094013" y="101021"/>
                </a:cubicBezTo>
                <a:cubicBezTo>
                  <a:pt x="1094191" y="98976"/>
                  <a:pt x="1094346" y="96396"/>
                  <a:pt x="1094480" y="93282"/>
                </a:cubicBezTo>
                <a:cubicBezTo>
                  <a:pt x="1094614" y="90167"/>
                  <a:pt x="1094725" y="86875"/>
                  <a:pt x="1094813" y="83406"/>
                </a:cubicBezTo>
                <a:cubicBezTo>
                  <a:pt x="1094903" y="79936"/>
                  <a:pt x="1094970" y="76422"/>
                  <a:pt x="1095015" y="72864"/>
                </a:cubicBezTo>
                <a:cubicBezTo>
                  <a:pt x="1095060" y="69306"/>
                  <a:pt x="1095082" y="66014"/>
                  <a:pt x="1095082" y="62988"/>
                </a:cubicBezTo>
                <a:lnTo>
                  <a:pt x="1095082" y="38834"/>
                </a:lnTo>
                <a:close/>
                <a:moveTo>
                  <a:pt x="1132181" y="38834"/>
                </a:moveTo>
                <a:cubicBezTo>
                  <a:pt x="1132181" y="35809"/>
                  <a:pt x="1132159" y="32518"/>
                  <a:pt x="1132114" y="28960"/>
                </a:cubicBezTo>
                <a:cubicBezTo>
                  <a:pt x="1132069" y="25400"/>
                  <a:pt x="1132002" y="21886"/>
                  <a:pt x="1131912" y="18416"/>
                </a:cubicBezTo>
                <a:cubicBezTo>
                  <a:pt x="1131824" y="14946"/>
                  <a:pt x="1131713" y="11633"/>
                  <a:pt x="1131578" y="8475"/>
                </a:cubicBezTo>
                <a:cubicBezTo>
                  <a:pt x="1131445" y="5316"/>
                  <a:pt x="1131290" y="2625"/>
                  <a:pt x="1131112" y="401"/>
                </a:cubicBezTo>
                <a:cubicBezTo>
                  <a:pt x="1133603" y="846"/>
                  <a:pt x="1135605" y="1069"/>
                  <a:pt x="1137119" y="1069"/>
                </a:cubicBezTo>
                <a:cubicBezTo>
                  <a:pt x="1138631" y="1069"/>
                  <a:pt x="1140633" y="846"/>
                  <a:pt x="1143124" y="401"/>
                </a:cubicBezTo>
                <a:cubicBezTo>
                  <a:pt x="1142946" y="2625"/>
                  <a:pt x="1142790" y="5316"/>
                  <a:pt x="1142656" y="8475"/>
                </a:cubicBezTo>
                <a:cubicBezTo>
                  <a:pt x="1142523" y="11633"/>
                  <a:pt x="1142411" y="14946"/>
                  <a:pt x="1142322" y="18416"/>
                </a:cubicBezTo>
                <a:cubicBezTo>
                  <a:pt x="1142233" y="21886"/>
                  <a:pt x="1142167" y="25400"/>
                  <a:pt x="1142122" y="28960"/>
                </a:cubicBezTo>
                <a:cubicBezTo>
                  <a:pt x="1142077" y="32518"/>
                  <a:pt x="1142055" y="35809"/>
                  <a:pt x="1142055" y="38834"/>
                </a:cubicBezTo>
                <a:lnTo>
                  <a:pt x="1142055" y="62988"/>
                </a:lnTo>
                <a:cubicBezTo>
                  <a:pt x="1142055" y="66014"/>
                  <a:pt x="1142077" y="69306"/>
                  <a:pt x="1142122" y="72864"/>
                </a:cubicBezTo>
                <a:cubicBezTo>
                  <a:pt x="1142167" y="76422"/>
                  <a:pt x="1142233" y="79936"/>
                  <a:pt x="1142322" y="83406"/>
                </a:cubicBezTo>
                <a:cubicBezTo>
                  <a:pt x="1142411" y="86875"/>
                  <a:pt x="1142523" y="90167"/>
                  <a:pt x="1142656" y="93282"/>
                </a:cubicBezTo>
                <a:cubicBezTo>
                  <a:pt x="1142790" y="96396"/>
                  <a:pt x="1142946" y="98976"/>
                  <a:pt x="1143124" y="101021"/>
                </a:cubicBezTo>
                <a:cubicBezTo>
                  <a:pt x="1141077" y="100844"/>
                  <a:pt x="1139075" y="100755"/>
                  <a:pt x="1137119" y="100755"/>
                </a:cubicBezTo>
                <a:cubicBezTo>
                  <a:pt x="1135162" y="100755"/>
                  <a:pt x="1133159" y="100844"/>
                  <a:pt x="1131112" y="101021"/>
                </a:cubicBezTo>
                <a:cubicBezTo>
                  <a:pt x="1131290" y="98976"/>
                  <a:pt x="1131445" y="96396"/>
                  <a:pt x="1131578" y="93282"/>
                </a:cubicBezTo>
                <a:cubicBezTo>
                  <a:pt x="1131713" y="90167"/>
                  <a:pt x="1131824" y="86875"/>
                  <a:pt x="1131912" y="83406"/>
                </a:cubicBezTo>
                <a:cubicBezTo>
                  <a:pt x="1132002" y="79936"/>
                  <a:pt x="1132069" y="76422"/>
                  <a:pt x="1132114" y="72864"/>
                </a:cubicBezTo>
                <a:cubicBezTo>
                  <a:pt x="1132159" y="69306"/>
                  <a:pt x="1132181" y="66014"/>
                  <a:pt x="1132181" y="62988"/>
                </a:cubicBezTo>
                <a:lnTo>
                  <a:pt x="1132181" y="38834"/>
                </a:lnTo>
                <a:close/>
                <a:moveTo>
                  <a:pt x="1172082" y="69528"/>
                </a:moveTo>
                <a:cubicBezTo>
                  <a:pt x="1172082" y="73264"/>
                  <a:pt x="1172415" y="76867"/>
                  <a:pt x="1173082" y="80337"/>
                </a:cubicBezTo>
                <a:cubicBezTo>
                  <a:pt x="1173749" y="83807"/>
                  <a:pt x="1174884" y="86898"/>
                  <a:pt x="1176484" y="89612"/>
                </a:cubicBezTo>
                <a:cubicBezTo>
                  <a:pt x="1178086" y="92326"/>
                  <a:pt x="1180221" y="94484"/>
                  <a:pt x="1182890" y="96085"/>
                </a:cubicBezTo>
                <a:cubicBezTo>
                  <a:pt x="1185559" y="97686"/>
                  <a:pt x="1188851" y="98486"/>
                  <a:pt x="1192766" y="98486"/>
                </a:cubicBezTo>
                <a:cubicBezTo>
                  <a:pt x="1196681" y="98486"/>
                  <a:pt x="1199973" y="97686"/>
                  <a:pt x="1202642" y="96085"/>
                </a:cubicBezTo>
                <a:cubicBezTo>
                  <a:pt x="1205311" y="94484"/>
                  <a:pt x="1207446" y="92326"/>
                  <a:pt x="1209046" y="89612"/>
                </a:cubicBezTo>
                <a:cubicBezTo>
                  <a:pt x="1210648" y="86898"/>
                  <a:pt x="1211782" y="83807"/>
                  <a:pt x="1212449" y="80337"/>
                </a:cubicBezTo>
                <a:cubicBezTo>
                  <a:pt x="1213117" y="76867"/>
                  <a:pt x="1213451" y="73264"/>
                  <a:pt x="1213451" y="69528"/>
                </a:cubicBezTo>
                <a:cubicBezTo>
                  <a:pt x="1213451" y="65791"/>
                  <a:pt x="1213117" y="62188"/>
                  <a:pt x="1212449" y="58718"/>
                </a:cubicBezTo>
                <a:cubicBezTo>
                  <a:pt x="1211782" y="55248"/>
                  <a:pt x="1210648" y="52157"/>
                  <a:pt x="1209046" y="49445"/>
                </a:cubicBezTo>
                <a:cubicBezTo>
                  <a:pt x="1207446" y="46731"/>
                  <a:pt x="1205311" y="44573"/>
                  <a:pt x="1202642" y="42971"/>
                </a:cubicBezTo>
                <a:cubicBezTo>
                  <a:pt x="1199973" y="41370"/>
                  <a:pt x="1196681" y="40569"/>
                  <a:pt x="1192766" y="40569"/>
                </a:cubicBezTo>
                <a:cubicBezTo>
                  <a:pt x="1188851" y="40569"/>
                  <a:pt x="1185559" y="41370"/>
                  <a:pt x="1182890" y="42971"/>
                </a:cubicBezTo>
                <a:cubicBezTo>
                  <a:pt x="1180221" y="44573"/>
                  <a:pt x="1178086" y="46731"/>
                  <a:pt x="1176484" y="49445"/>
                </a:cubicBezTo>
                <a:cubicBezTo>
                  <a:pt x="1174884" y="52157"/>
                  <a:pt x="1173749" y="55248"/>
                  <a:pt x="1173082" y="58718"/>
                </a:cubicBezTo>
                <a:cubicBezTo>
                  <a:pt x="1172415" y="62188"/>
                  <a:pt x="1172082" y="65791"/>
                  <a:pt x="1172082" y="69528"/>
                </a:cubicBezTo>
                <a:moveTo>
                  <a:pt x="1160339" y="69528"/>
                </a:moveTo>
                <a:cubicBezTo>
                  <a:pt x="1160339" y="63478"/>
                  <a:pt x="1161295" y="58340"/>
                  <a:pt x="1163208" y="54114"/>
                </a:cubicBezTo>
                <a:cubicBezTo>
                  <a:pt x="1165120" y="49888"/>
                  <a:pt x="1167633" y="46463"/>
                  <a:pt x="1170746" y="43839"/>
                </a:cubicBezTo>
                <a:cubicBezTo>
                  <a:pt x="1173860" y="41215"/>
                  <a:pt x="1177352" y="39302"/>
                  <a:pt x="1181223" y="38101"/>
                </a:cubicBezTo>
                <a:cubicBezTo>
                  <a:pt x="1185093" y="36899"/>
                  <a:pt x="1188941" y="36299"/>
                  <a:pt x="1192766" y="36299"/>
                </a:cubicBezTo>
                <a:cubicBezTo>
                  <a:pt x="1196681" y="36299"/>
                  <a:pt x="1200551" y="36899"/>
                  <a:pt x="1204377" y="38101"/>
                </a:cubicBezTo>
                <a:cubicBezTo>
                  <a:pt x="1208202" y="39302"/>
                  <a:pt x="1211672" y="41215"/>
                  <a:pt x="1214784" y="43839"/>
                </a:cubicBezTo>
                <a:cubicBezTo>
                  <a:pt x="1217898" y="46463"/>
                  <a:pt x="1220412" y="49888"/>
                  <a:pt x="1222325" y="54114"/>
                </a:cubicBezTo>
                <a:cubicBezTo>
                  <a:pt x="1224237" y="58340"/>
                  <a:pt x="1225194" y="63478"/>
                  <a:pt x="1225194" y="69528"/>
                </a:cubicBezTo>
                <a:cubicBezTo>
                  <a:pt x="1225194" y="75577"/>
                  <a:pt x="1224237" y="80715"/>
                  <a:pt x="1222325" y="84941"/>
                </a:cubicBezTo>
                <a:cubicBezTo>
                  <a:pt x="1220412" y="89167"/>
                  <a:pt x="1217898" y="92593"/>
                  <a:pt x="1214784" y="95218"/>
                </a:cubicBezTo>
                <a:cubicBezTo>
                  <a:pt x="1211672" y="97842"/>
                  <a:pt x="1208202" y="99688"/>
                  <a:pt x="1204377" y="100755"/>
                </a:cubicBezTo>
                <a:cubicBezTo>
                  <a:pt x="1200551" y="101822"/>
                  <a:pt x="1196681" y="102355"/>
                  <a:pt x="1192766" y="102355"/>
                </a:cubicBezTo>
                <a:cubicBezTo>
                  <a:pt x="1188941" y="102355"/>
                  <a:pt x="1185093" y="101822"/>
                  <a:pt x="1181223" y="100755"/>
                </a:cubicBezTo>
                <a:cubicBezTo>
                  <a:pt x="1177352" y="99688"/>
                  <a:pt x="1173860" y="97842"/>
                  <a:pt x="1170746" y="95218"/>
                </a:cubicBezTo>
                <a:cubicBezTo>
                  <a:pt x="1167633" y="92593"/>
                  <a:pt x="1165120" y="89167"/>
                  <a:pt x="1163208" y="84941"/>
                </a:cubicBezTo>
                <a:cubicBezTo>
                  <a:pt x="1161295" y="80715"/>
                  <a:pt x="1160339" y="75577"/>
                  <a:pt x="1160339" y="69528"/>
                </a:cubicBezTo>
                <a:close/>
                <a:moveTo>
                  <a:pt x="1254018" y="101021"/>
                </a:moveTo>
                <a:cubicBezTo>
                  <a:pt x="1252951" y="97729"/>
                  <a:pt x="1251528" y="93548"/>
                  <a:pt x="1249748" y="88478"/>
                </a:cubicBezTo>
                <a:cubicBezTo>
                  <a:pt x="1247970" y="83406"/>
                  <a:pt x="1246035" y="78001"/>
                  <a:pt x="1243943" y="72263"/>
                </a:cubicBezTo>
                <a:cubicBezTo>
                  <a:pt x="1241852" y="66525"/>
                  <a:pt x="1239673" y="60654"/>
                  <a:pt x="1237404" y="54649"/>
                </a:cubicBezTo>
                <a:cubicBezTo>
                  <a:pt x="1235136" y="48644"/>
                  <a:pt x="1232890" y="42971"/>
                  <a:pt x="1230666" y="37632"/>
                </a:cubicBezTo>
                <a:cubicBezTo>
                  <a:pt x="1231733" y="37811"/>
                  <a:pt x="1232778" y="37968"/>
                  <a:pt x="1233800" y="38101"/>
                </a:cubicBezTo>
                <a:cubicBezTo>
                  <a:pt x="1234824" y="38234"/>
                  <a:pt x="1235870" y="38300"/>
                  <a:pt x="1236938" y="38300"/>
                </a:cubicBezTo>
                <a:cubicBezTo>
                  <a:pt x="1237917" y="38300"/>
                  <a:pt x="1238896" y="38234"/>
                  <a:pt x="1239874" y="38101"/>
                </a:cubicBezTo>
                <a:cubicBezTo>
                  <a:pt x="1240853" y="37968"/>
                  <a:pt x="1241920" y="37811"/>
                  <a:pt x="1243075" y="37632"/>
                </a:cubicBezTo>
                <a:cubicBezTo>
                  <a:pt x="1245389" y="45996"/>
                  <a:pt x="1247946" y="54381"/>
                  <a:pt x="1250748" y="62788"/>
                </a:cubicBezTo>
                <a:cubicBezTo>
                  <a:pt x="1253551" y="71195"/>
                  <a:pt x="1256688" y="79848"/>
                  <a:pt x="1260158" y="88745"/>
                </a:cubicBezTo>
                <a:cubicBezTo>
                  <a:pt x="1261226" y="86254"/>
                  <a:pt x="1262516" y="82962"/>
                  <a:pt x="1264029" y="78869"/>
                </a:cubicBezTo>
                <a:cubicBezTo>
                  <a:pt x="1265541" y="74776"/>
                  <a:pt x="1267097" y="70372"/>
                  <a:pt x="1268698" y="65657"/>
                </a:cubicBezTo>
                <a:cubicBezTo>
                  <a:pt x="1270300" y="60943"/>
                  <a:pt x="1271901" y="56139"/>
                  <a:pt x="1273501" y="51247"/>
                </a:cubicBezTo>
                <a:cubicBezTo>
                  <a:pt x="1275103" y="46353"/>
                  <a:pt x="1276527" y="41815"/>
                  <a:pt x="1277773" y="37632"/>
                </a:cubicBezTo>
                <a:cubicBezTo>
                  <a:pt x="1279375" y="38078"/>
                  <a:pt x="1280710" y="38300"/>
                  <a:pt x="1281777" y="38300"/>
                </a:cubicBezTo>
                <a:cubicBezTo>
                  <a:pt x="1282488" y="38300"/>
                  <a:pt x="1283110" y="38234"/>
                  <a:pt x="1283644" y="38101"/>
                </a:cubicBezTo>
                <a:cubicBezTo>
                  <a:pt x="1284179" y="37968"/>
                  <a:pt x="1284802" y="37811"/>
                  <a:pt x="1285513" y="37632"/>
                </a:cubicBezTo>
                <a:cubicBezTo>
                  <a:pt x="1287737" y="46174"/>
                  <a:pt x="1290317" y="54604"/>
                  <a:pt x="1293253" y="62923"/>
                </a:cubicBezTo>
                <a:cubicBezTo>
                  <a:pt x="1296189" y="71240"/>
                  <a:pt x="1299259" y="79848"/>
                  <a:pt x="1302461" y="88745"/>
                </a:cubicBezTo>
                <a:cubicBezTo>
                  <a:pt x="1303618" y="85898"/>
                  <a:pt x="1304975" y="82406"/>
                  <a:pt x="1306532" y="78270"/>
                </a:cubicBezTo>
                <a:cubicBezTo>
                  <a:pt x="1308089" y="74132"/>
                  <a:pt x="1309712" y="69773"/>
                  <a:pt x="1311402" y="65191"/>
                </a:cubicBezTo>
                <a:cubicBezTo>
                  <a:pt x="1313092" y="60610"/>
                  <a:pt x="1314805" y="55917"/>
                  <a:pt x="1316540" y="51112"/>
                </a:cubicBezTo>
                <a:cubicBezTo>
                  <a:pt x="1318275" y="46308"/>
                  <a:pt x="1319898" y="41815"/>
                  <a:pt x="1321411" y="37632"/>
                </a:cubicBezTo>
                <a:cubicBezTo>
                  <a:pt x="1323190" y="38078"/>
                  <a:pt x="1324614" y="38300"/>
                  <a:pt x="1325681" y="38300"/>
                </a:cubicBezTo>
                <a:cubicBezTo>
                  <a:pt x="1326837" y="38300"/>
                  <a:pt x="1328172" y="38078"/>
                  <a:pt x="1329684" y="37632"/>
                </a:cubicBezTo>
                <a:cubicBezTo>
                  <a:pt x="1324614" y="48397"/>
                  <a:pt x="1319877" y="59029"/>
                  <a:pt x="1315473" y="69528"/>
                </a:cubicBezTo>
                <a:cubicBezTo>
                  <a:pt x="1311069" y="80026"/>
                  <a:pt x="1306955" y="90524"/>
                  <a:pt x="1303129" y="101021"/>
                </a:cubicBezTo>
                <a:cubicBezTo>
                  <a:pt x="1302150" y="100844"/>
                  <a:pt x="1300994" y="100755"/>
                  <a:pt x="1299659" y="100755"/>
                </a:cubicBezTo>
                <a:cubicBezTo>
                  <a:pt x="1299036" y="100755"/>
                  <a:pt x="1298413" y="100755"/>
                  <a:pt x="1297790" y="100755"/>
                </a:cubicBezTo>
                <a:cubicBezTo>
                  <a:pt x="1297168" y="100755"/>
                  <a:pt x="1296635" y="100844"/>
                  <a:pt x="1296189" y="101021"/>
                </a:cubicBezTo>
                <a:cubicBezTo>
                  <a:pt x="1293876" y="93103"/>
                  <a:pt x="1291340" y="85140"/>
                  <a:pt x="1288582" y="77134"/>
                </a:cubicBezTo>
                <a:cubicBezTo>
                  <a:pt x="1285825" y="69127"/>
                  <a:pt x="1282667" y="60720"/>
                  <a:pt x="1279107" y="51913"/>
                </a:cubicBezTo>
                <a:cubicBezTo>
                  <a:pt x="1278040" y="54582"/>
                  <a:pt x="1276751" y="57896"/>
                  <a:pt x="1275238" y="61856"/>
                </a:cubicBezTo>
                <a:cubicBezTo>
                  <a:pt x="1273726" y="65814"/>
                  <a:pt x="1272169" y="70062"/>
                  <a:pt x="1270567" y="74599"/>
                </a:cubicBezTo>
                <a:cubicBezTo>
                  <a:pt x="1268965" y="79136"/>
                  <a:pt x="1267363" y="83740"/>
                  <a:pt x="1265761" y="88411"/>
                </a:cubicBezTo>
                <a:cubicBezTo>
                  <a:pt x="1264161" y="93082"/>
                  <a:pt x="1262738" y="97285"/>
                  <a:pt x="1261491" y="101021"/>
                </a:cubicBezTo>
                <a:cubicBezTo>
                  <a:pt x="1260424" y="100844"/>
                  <a:pt x="1259179" y="100755"/>
                  <a:pt x="1257755" y="100755"/>
                </a:cubicBezTo>
                <a:cubicBezTo>
                  <a:pt x="1256332" y="100755"/>
                  <a:pt x="1255087" y="100844"/>
                  <a:pt x="1254018" y="101021"/>
                </a:cubicBezTo>
                <a:close/>
                <a:moveTo>
                  <a:pt x="1341562" y="88610"/>
                </a:moveTo>
                <a:cubicBezTo>
                  <a:pt x="1342007" y="89501"/>
                  <a:pt x="1342696" y="90480"/>
                  <a:pt x="1343630" y="91547"/>
                </a:cubicBezTo>
                <a:cubicBezTo>
                  <a:pt x="1344564" y="92614"/>
                  <a:pt x="1345676" y="93615"/>
                  <a:pt x="1346966" y="94550"/>
                </a:cubicBezTo>
                <a:cubicBezTo>
                  <a:pt x="1348257" y="95484"/>
                  <a:pt x="1349725" y="96263"/>
                  <a:pt x="1351370" y="96886"/>
                </a:cubicBezTo>
                <a:cubicBezTo>
                  <a:pt x="1353016" y="97507"/>
                  <a:pt x="1354773" y="97818"/>
                  <a:pt x="1356642" y="97818"/>
                </a:cubicBezTo>
                <a:cubicBezTo>
                  <a:pt x="1358332" y="97818"/>
                  <a:pt x="1359956" y="97552"/>
                  <a:pt x="1361513" y="97018"/>
                </a:cubicBezTo>
                <a:cubicBezTo>
                  <a:pt x="1363070" y="96485"/>
                  <a:pt x="1364449" y="95728"/>
                  <a:pt x="1365649" y="94750"/>
                </a:cubicBezTo>
                <a:cubicBezTo>
                  <a:pt x="1366850" y="93771"/>
                  <a:pt x="1367806" y="92525"/>
                  <a:pt x="1368518" y="91013"/>
                </a:cubicBezTo>
                <a:cubicBezTo>
                  <a:pt x="1369230" y="89501"/>
                  <a:pt x="1369587" y="87766"/>
                  <a:pt x="1369587" y="85808"/>
                </a:cubicBezTo>
                <a:cubicBezTo>
                  <a:pt x="1369587" y="83050"/>
                  <a:pt x="1368808" y="80937"/>
                  <a:pt x="1367251" y="79469"/>
                </a:cubicBezTo>
                <a:cubicBezTo>
                  <a:pt x="1365694" y="78002"/>
                  <a:pt x="1363759" y="76801"/>
                  <a:pt x="1361446" y="75867"/>
                </a:cubicBezTo>
                <a:cubicBezTo>
                  <a:pt x="1359133" y="74932"/>
                  <a:pt x="1356597" y="74109"/>
                  <a:pt x="1353838" y="73397"/>
                </a:cubicBezTo>
                <a:cubicBezTo>
                  <a:pt x="1351081" y="72686"/>
                  <a:pt x="1348546" y="71686"/>
                  <a:pt x="1346233" y="70396"/>
                </a:cubicBezTo>
                <a:cubicBezTo>
                  <a:pt x="1343920" y="69105"/>
                  <a:pt x="1341984" y="67392"/>
                  <a:pt x="1340427" y="65258"/>
                </a:cubicBezTo>
                <a:cubicBezTo>
                  <a:pt x="1338870" y="63123"/>
                  <a:pt x="1338092" y="60187"/>
                  <a:pt x="1338092" y="56449"/>
                </a:cubicBezTo>
                <a:cubicBezTo>
                  <a:pt x="1338092" y="53513"/>
                  <a:pt x="1338581" y="50822"/>
                  <a:pt x="1339560" y="48376"/>
                </a:cubicBezTo>
                <a:cubicBezTo>
                  <a:pt x="1340539" y="45929"/>
                  <a:pt x="1341962" y="43816"/>
                  <a:pt x="1343830" y="42037"/>
                </a:cubicBezTo>
                <a:cubicBezTo>
                  <a:pt x="1345698" y="40257"/>
                  <a:pt x="1348011" y="38856"/>
                  <a:pt x="1350770" y="37834"/>
                </a:cubicBezTo>
                <a:cubicBezTo>
                  <a:pt x="1353528" y="36810"/>
                  <a:pt x="1356686" y="36299"/>
                  <a:pt x="1360244" y="36299"/>
                </a:cubicBezTo>
                <a:cubicBezTo>
                  <a:pt x="1363536" y="36299"/>
                  <a:pt x="1366317" y="36744"/>
                  <a:pt x="1368585" y="37634"/>
                </a:cubicBezTo>
                <a:cubicBezTo>
                  <a:pt x="1370853" y="38524"/>
                  <a:pt x="1373011" y="39324"/>
                  <a:pt x="1375058" y="40035"/>
                </a:cubicBezTo>
                <a:cubicBezTo>
                  <a:pt x="1374346" y="41370"/>
                  <a:pt x="1373678" y="43016"/>
                  <a:pt x="1373055" y="44973"/>
                </a:cubicBezTo>
                <a:cubicBezTo>
                  <a:pt x="1372433" y="46931"/>
                  <a:pt x="1372033" y="48443"/>
                  <a:pt x="1371855" y="49510"/>
                </a:cubicBezTo>
                <a:lnTo>
                  <a:pt x="1370253" y="49510"/>
                </a:lnTo>
                <a:cubicBezTo>
                  <a:pt x="1369541" y="47374"/>
                  <a:pt x="1368162" y="45462"/>
                  <a:pt x="1366115" y="43772"/>
                </a:cubicBezTo>
                <a:cubicBezTo>
                  <a:pt x="1364069" y="42082"/>
                  <a:pt x="1361534" y="41236"/>
                  <a:pt x="1358509" y="41236"/>
                </a:cubicBezTo>
                <a:cubicBezTo>
                  <a:pt x="1357175" y="41236"/>
                  <a:pt x="1355841" y="41459"/>
                  <a:pt x="1354506" y="41904"/>
                </a:cubicBezTo>
                <a:cubicBezTo>
                  <a:pt x="1353172" y="42348"/>
                  <a:pt x="1351970" y="43016"/>
                  <a:pt x="1350902" y="43906"/>
                </a:cubicBezTo>
                <a:cubicBezTo>
                  <a:pt x="1349835" y="44795"/>
                  <a:pt x="1348946" y="45952"/>
                  <a:pt x="1348234" y="47376"/>
                </a:cubicBezTo>
                <a:cubicBezTo>
                  <a:pt x="1347523" y="48799"/>
                  <a:pt x="1347167" y="50489"/>
                  <a:pt x="1347167" y="52446"/>
                </a:cubicBezTo>
                <a:cubicBezTo>
                  <a:pt x="1347167" y="55293"/>
                  <a:pt x="1347945" y="57495"/>
                  <a:pt x="1349501" y="59052"/>
                </a:cubicBezTo>
                <a:cubicBezTo>
                  <a:pt x="1351058" y="60609"/>
                  <a:pt x="1352993" y="61833"/>
                  <a:pt x="1355306" y="62723"/>
                </a:cubicBezTo>
                <a:cubicBezTo>
                  <a:pt x="1357620" y="63612"/>
                  <a:pt x="1360155" y="64391"/>
                  <a:pt x="1362912" y="65059"/>
                </a:cubicBezTo>
                <a:cubicBezTo>
                  <a:pt x="1365670" y="65725"/>
                  <a:pt x="1368206" y="66659"/>
                  <a:pt x="1370519" y="67861"/>
                </a:cubicBezTo>
                <a:cubicBezTo>
                  <a:pt x="1372833" y="69061"/>
                  <a:pt x="1374768" y="70728"/>
                  <a:pt x="1376325" y="72864"/>
                </a:cubicBezTo>
                <a:cubicBezTo>
                  <a:pt x="1377882" y="74999"/>
                  <a:pt x="1378660" y="77935"/>
                  <a:pt x="1378660" y="81671"/>
                </a:cubicBezTo>
                <a:cubicBezTo>
                  <a:pt x="1378660" y="84251"/>
                  <a:pt x="1378104" y="86787"/>
                  <a:pt x="1376993" y="89278"/>
                </a:cubicBezTo>
                <a:cubicBezTo>
                  <a:pt x="1375881" y="91769"/>
                  <a:pt x="1374279" y="94016"/>
                  <a:pt x="1372187" y="96018"/>
                </a:cubicBezTo>
                <a:cubicBezTo>
                  <a:pt x="1370097" y="98019"/>
                  <a:pt x="1367583" y="99576"/>
                  <a:pt x="1364647" y="100687"/>
                </a:cubicBezTo>
                <a:cubicBezTo>
                  <a:pt x="1361712" y="101799"/>
                  <a:pt x="1358376" y="102355"/>
                  <a:pt x="1354641" y="102355"/>
                </a:cubicBezTo>
                <a:cubicBezTo>
                  <a:pt x="1350548" y="102355"/>
                  <a:pt x="1347122" y="101955"/>
                  <a:pt x="1344363" y="101154"/>
                </a:cubicBezTo>
                <a:cubicBezTo>
                  <a:pt x="1341606" y="100354"/>
                  <a:pt x="1339293" y="99420"/>
                  <a:pt x="1337424" y="98352"/>
                </a:cubicBezTo>
                <a:cubicBezTo>
                  <a:pt x="1337959" y="97195"/>
                  <a:pt x="1338515" y="95616"/>
                  <a:pt x="1339094" y="93615"/>
                </a:cubicBezTo>
                <a:cubicBezTo>
                  <a:pt x="1339672" y="91613"/>
                  <a:pt x="1339961" y="89945"/>
                  <a:pt x="1339961" y="88610"/>
                </a:cubicBezTo>
                <a:lnTo>
                  <a:pt x="1341562" y="88610"/>
                </a:lnTo>
                <a:close/>
                <a:moveTo>
                  <a:pt x="1431507" y="62589"/>
                </a:moveTo>
                <a:cubicBezTo>
                  <a:pt x="1431507" y="58586"/>
                  <a:pt x="1431440" y="54382"/>
                  <a:pt x="1431305" y="49978"/>
                </a:cubicBezTo>
                <a:cubicBezTo>
                  <a:pt x="1431172" y="45574"/>
                  <a:pt x="1430884" y="41459"/>
                  <a:pt x="1430440" y="37632"/>
                </a:cubicBezTo>
                <a:cubicBezTo>
                  <a:pt x="1432931" y="38078"/>
                  <a:pt x="1434932" y="38300"/>
                  <a:pt x="1436445" y="38300"/>
                </a:cubicBezTo>
                <a:cubicBezTo>
                  <a:pt x="1437156" y="38300"/>
                  <a:pt x="1437934" y="38234"/>
                  <a:pt x="1438778" y="38101"/>
                </a:cubicBezTo>
                <a:cubicBezTo>
                  <a:pt x="1439624" y="37968"/>
                  <a:pt x="1440625" y="37811"/>
                  <a:pt x="1441782" y="37632"/>
                </a:cubicBezTo>
                <a:cubicBezTo>
                  <a:pt x="1441514" y="41192"/>
                  <a:pt x="1441381" y="44750"/>
                  <a:pt x="1441381" y="48308"/>
                </a:cubicBezTo>
                <a:lnTo>
                  <a:pt x="1441649" y="48308"/>
                </a:lnTo>
                <a:cubicBezTo>
                  <a:pt x="1446364" y="40302"/>
                  <a:pt x="1452991" y="36299"/>
                  <a:pt x="1461532" y="36299"/>
                </a:cubicBezTo>
                <a:cubicBezTo>
                  <a:pt x="1463757" y="36299"/>
                  <a:pt x="1465937" y="36632"/>
                  <a:pt x="1468072" y="37300"/>
                </a:cubicBezTo>
                <a:cubicBezTo>
                  <a:pt x="1470207" y="37967"/>
                  <a:pt x="1472142" y="38878"/>
                  <a:pt x="1473875" y="40035"/>
                </a:cubicBezTo>
                <a:cubicBezTo>
                  <a:pt x="1475610" y="41192"/>
                  <a:pt x="1477100" y="42593"/>
                  <a:pt x="1478345" y="44240"/>
                </a:cubicBezTo>
                <a:cubicBezTo>
                  <a:pt x="1479591" y="45885"/>
                  <a:pt x="1480437" y="47642"/>
                  <a:pt x="1480882" y="49510"/>
                </a:cubicBezTo>
                <a:lnTo>
                  <a:pt x="1481149" y="49510"/>
                </a:lnTo>
                <a:cubicBezTo>
                  <a:pt x="1483284" y="45239"/>
                  <a:pt x="1486198" y="41970"/>
                  <a:pt x="1489891" y="39701"/>
                </a:cubicBezTo>
                <a:cubicBezTo>
                  <a:pt x="1493583" y="37433"/>
                  <a:pt x="1497831" y="36299"/>
                  <a:pt x="1502634" y="36299"/>
                </a:cubicBezTo>
                <a:cubicBezTo>
                  <a:pt x="1505570" y="36299"/>
                  <a:pt x="1508284" y="36699"/>
                  <a:pt x="1510775" y="37500"/>
                </a:cubicBezTo>
                <a:cubicBezTo>
                  <a:pt x="1513266" y="38301"/>
                  <a:pt x="1515423" y="39546"/>
                  <a:pt x="1517246" y="41236"/>
                </a:cubicBezTo>
                <a:cubicBezTo>
                  <a:pt x="1519070" y="42927"/>
                  <a:pt x="1520494" y="45106"/>
                  <a:pt x="1521518" y="47775"/>
                </a:cubicBezTo>
                <a:cubicBezTo>
                  <a:pt x="1522542" y="50444"/>
                  <a:pt x="1523053" y="53647"/>
                  <a:pt x="1523053" y="57384"/>
                </a:cubicBezTo>
                <a:cubicBezTo>
                  <a:pt x="1523053" y="58896"/>
                  <a:pt x="1523009" y="60542"/>
                  <a:pt x="1522919" y="62322"/>
                </a:cubicBezTo>
                <a:cubicBezTo>
                  <a:pt x="1522829" y="64100"/>
                  <a:pt x="1522740" y="66169"/>
                  <a:pt x="1522650" y="68527"/>
                </a:cubicBezTo>
                <a:cubicBezTo>
                  <a:pt x="1522562" y="70885"/>
                  <a:pt x="1522473" y="73554"/>
                  <a:pt x="1522383" y="76535"/>
                </a:cubicBezTo>
                <a:cubicBezTo>
                  <a:pt x="1522295" y="79515"/>
                  <a:pt x="1522251" y="82962"/>
                  <a:pt x="1522251" y="86875"/>
                </a:cubicBezTo>
                <a:cubicBezTo>
                  <a:pt x="1522251" y="89278"/>
                  <a:pt x="1522273" y="91592"/>
                  <a:pt x="1522318" y="93817"/>
                </a:cubicBezTo>
                <a:cubicBezTo>
                  <a:pt x="1522363" y="96041"/>
                  <a:pt x="1522474" y="98442"/>
                  <a:pt x="1522652" y="101021"/>
                </a:cubicBezTo>
                <a:cubicBezTo>
                  <a:pt x="1521673" y="100844"/>
                  <a:pt x="1520695" y="100755"/>
                  <a:pt x="1519716" y="100755"/>
                </a:cubicBezTo>
                <a:cubicBezTo>
                  <a:pt x="1518737" y="100755"/>
                  <a:pt x="1517803" y="100755"/>
                  <a:pt x="1516914" y="100755"/>
                </a:cubicBezTo>
                <a:cubicBezTo>
                  <a:pt x="1515935" y="100755"/>
                  <a:pt x="1514956" y="100755"/>
                  <a:pt x="1513978" y="100755"/>
                </a:cubicBezTo>
                <a:cubicBezTo>
                  <a:pt x="1512999" y="100755"/>
                  <a:pt x="1512020" y="100844"/>
                  <a:pt x="1511041" y="101021"/>
                </a:cubicBezTo>
                <a:cubicBezTo>
                  <a:pt x="1511309" y="98798"/>
                  <a:pt x="1511598" y="94305"/>
                  <a:pt x="1511909" y="87543"/>
                </a:cubicBezTo>
                <a:cubicBezTo>
                  <a:pt x="1512221" y="80782"/>
                  <a:pt x="1512377" y="71351"/>
                  <a:pt x="1512377" y="59251"/>
                </a:cubicBezTo>
                <a:cubicBezTo>
                  <a:pt x="1512377" y="57028"/>
                  <a:pt x="1512132" y="54937"/>
                  <a:pt x="1511642" y="52980"/>
                </a:cubicBezTo>
                <a:cubicBezTo>
                  <a:pt x="1511153" y="51022"/>
                  <a:pt x="1510375" y="49332"/>
                  <a:pt x="1509307" y="47909"/>
                </a:cubicBezTo>
                <a:cubicBezTo>
                  <a:pt x="1508240" y="46485"/>
                  <a:pt x="1506816" y="45351"/>
                  <a:pt x="1505036" y="44507"/>
                </a:cubicBezTo>
                <a:cubicBezTo>
                  <a:pt x="1503257" y="43661"/>
                  <a:pt x="1501032" y="43238"/>
                  <a:pt x="1498364" y="43238"/>
                </a:cubicBezTo>
                <a:cubicBezTo>
                  <a:pt x="1495161" y="43238"/>
                  <a:pt x="1492448" y="43861"/>
                  <a:pt x="1490223" y="45107"/>
                </a:cubicBezTo>
                <a:cubicBezTo>
                  <a:pt x="1487999" y="46352"/>
                  <a:pt x="1486265" y="47820"/>
                  <a:pt x="1485020" y="49510"/>
                </a:cubicBezTo>
                <a:cubicBezTo>
                  <a:pt x="1484307" y="50489"/>
                  <a:pt x="1483751" y="51467"/>
                  <a:pt x="1483350" y="52446"/>
                </a:cubicBezTo>
                <a:cubicBezTo>
                  <a:pt x="1482951" y="53425"/>
                  <a:pt x="1482640" y="54915"/>
                  <a:pt x="1482418" y="56918"/>
                </a:cubicBezTo>
                <a:cubicBezTo>
                  <a:pt x="1482195" y="58919"/>
                  <a:pt x="1482039" y="61721"/>
                  <a:pt x="1481949" y="65324"/>
                </a:cubicBezTo>
                <a:cubicBezTo>
                  <a:pt x="1481861" y="68926"/>
                  <a:pt x="1481817" y="73886"/>
                  <a:pt x="1481817" y="80203"/>
                </a:cubicBezTo>
                <a:cubicBezTo>
                  <a:pt x="1481817" y="84029"/>
                  <a:pt x="1481883" y="87522"/>
                  <a:pt x="1482016" y="90681"/>
                </a:cubicBezTo>
                <a:cubicBezTo>
                  <a:pt x="1482149" y="93839"/>
                  <a:pt x="1482306" y="97285"/>
                  <a:pt x="1482485" y="101021"/>
                </a:cubicBezTo>
                <a:cubicBezTo>
                  <a:pt x="1480438" y="100844"/>
                  <a:pt x="1478480" y="100755"/>
                  <a:pt x="1476612" y="100755"/>
                </a:cubicBezTo>
                <a:cubicBezTo>
                  <a:pt x="1474744" y="100755"/>
                  <a:pt x="1472787" y="100844"/>
                  <a:pt x="1470740" y="101021"/>
                </a:cubicBezTo>
                <a:cubicBezTo>
                  <a:pt x="1471185" y="96129"/>
                  <a:pt x="1471496" y="91147"/>
                  <a:pt x="1471674" y="86075"/>
                </a:cubicBezTo>
                <a:cubicBezTo>
                  <a:pt x="1471852" y="81003"/>
                  <a:pt x="1471941" y="76021"/>
                  <a:pt x="1471941" y="71129"/>
                </a:cubicBezTo>
                <a:cubicBezTo>
                  <a:pt x="1471941" y="66948"/>
                  <a:pt x="1471919" y="63678"/>
                  <a:pt x="1471874" y="61320"/>
                </a:cubicBezTo>
                <a:cubicBezTo>
                  <a:pt x="1471830" y="58962"/>
                  <a:pt x="1471720" y="57094"/>
                  <a:pt x="1471542" y="55716"/>
                </a:cubicBezTo>
                <a:cubicBezTo>
                  <a:pt x="1471364" y="54337"/>
                  <a:pt x="1471119" y="53203"/>
                  <a:pt x="1470807" y="52314"/>
                </a:cubicBezTo>
                <a:cubicBezTo>
                  <a:pt x="1470496" y="51423"/>
                  <a:pt x="1470074" y="50445"/>
                  <a:pt x="1469540" y="49377"/>
                </a:cubicBezTo>
                <a:cubicBezTo>
                  <a:pt x="1468561" y="47686"/>
                  <a:pt x="1467026" y="46240"/>
                  <a:pt x="1464934" y="45040"/>
                </a:cubicBezTo>
                <a:cubicBezTo>
                  <a:pt x="1462844" y="43839"/>
                  <a:pt x="1460687" y="43238"/>
                  <a:pt x="1458463" y="43238"/>
                </a:cubicBezTo>
                <a:cubicBezTo>
                  <a:pt x="1452592" y="43238"/>
                  <a:pt x="1448277" y="45151"/>
                  <a:pt x="1445518" y="48976"/>
                </a:cubicBezTo>
                <a:cubicBezTo>
                  <a:pt x="1442760" y="52802"/>
                  <a:pt x="1441381" y="58184"/>
                  <a:pt x="1441381" y="65124"/>
                </a:cubicBezTo>
                <a:lnTo>
                  <a:pt x="1441381" y="76466"/>
                </a:lnTo>
                <a:cubicBezTo>
                  <a:pt x="1441381" y="80471"/>
                  <a:pt x="1441447" y="84675"/>
                  <a:pt x="1441580" y="89079"/>
                </a:cubicBezTo>
                <a:cubicBezTo>
                  <a:pt x="1441715" y="93482"/>
                  <a:pt x="1442004" y="97463"/>
                  <a:pt x="1442450" y="101021"/>
                </a:cubicBezTo>
                <a:cubicBezTo>
                  <a:pt x="1440403" y="100844"/>
                  <a:pt x="1438401" y="100755"/>
                  <a:pt x="1436445" y="100755"/>
                </a:cubicBezTo>
                <a:cubicBezTo>
                  <a:pt x="1434487" y="100755"/>
                  <a:pt x="1432486" y="100844"/>
                  <a:pt x="1430440" y="101021"/>
                </a:cubicBezTo>
                <a:cubicBezTo>
                  <a:pt x="1430884" y="97463"/>
                  <a:pt x="1431172" y="93482"/>
                  <a:pt x="1431305" y="89079"/>
                </a:cubicBezTo>
                <a:cubicBezTo>
                  <a:pt x="1431440" y="84675"/>
                  <a:pt x="1431507" y="80471"/>
                  <a:pt x="1431507" y="76466"/>
                </a:cubicBezTo>
                <a:lnTo>
                  <a:pt x="1431507" y="62589"/>
                </a:lnTo>
                <a:close/>
                <a:moveTo>
                  <a:pt x="1560285" y="101156"/>
                </a:moveTo>
                <a:cubicBezTo>
                  <a:pt x="1559306" y="98753"/>
                  <a:pt x="1558038" y="95639"/>
                  <a:pt x="1556481" y="91813"/>
                </a:cubicBezTo>
                <a:cubicBezTo>
                  <a:pt x="1554924" y="87988"/>
                  <a:pt x="1553256" y="83962"/>
                  <a:pt x="1551476" y="79736"/>
                </a:cubicBezTo>
                <a:cubicBezTo>
                  <a:pt x="1549698" y="75510"/>
                  <a:pt x="1547874" y="71195"/>
                  <a:pt x="1546004" y="66792"/>
                </a:cubicBezTo>
                <a:cubicBezTo>
                  <a:pt x="1544136" y="62388"/>
                  <a:pt x="1542380" y="58251"/>
                  <a:pt x="1540735" y="54381"/>
                </a:cubicBezTo>
                <a:cubicBezTo>
                  <a:pt x="1539089" y="50510"/>
                  <a:pt x="1537643" y="47108"/>
                  <a:pt x="1536397" y="44173"/>
                </a:cubicBezTo>
                <a:cubicBezTo>
                  <a:pt x="1535152" y="41236"/>
                  <a:pt x="1534218" y="39056"/>
                  <a:pt x="1533595" y="37632"/>
                </a:cubicBezTo>
                <a:cubicBezTo>
                  <a:pt x="1534752" y="37811"/>
                  <a:pt x="1535820" y="37968"/>
                  <a:pt x="1536798" y="38101"/>
                </a:cubicBezTo>
                <a:cubicBezTo>
                  <a:pt x="1537777" y="38234"/>
                  <a:pt x="1538755" y="38300"/>
                  <a:pt x="1539733" y="38300"/>
                </a:cubicBezTo>
                <a:cubicBezTo>
                  <a:pt x="1540711" y="38300"/>
                  <a:pt x="1541690" y="38234"/>
                  <a:pt x="1542669" y="38101"/>
                </a:cubicBezTo>
                <a:cubicBezTo>
                  <a:pt x="1543648" y="37968"/>
                  <a:pt x="1544715" y="37811"/>
                  <a:pt x="1545872" y="37632"/>
                </a:cubicBezTo>
                <a:cubicBezTo>
                  <a:pt x="1548630" y="46174"/>
                  <a:pt x="1551700" y="54626"/>
                  <a:pt x="1555080" y="62990"/>
                </a:cubicBezTo>
                <a:cubicBezTo>
                  <a:pt x="1558460" y="71352"/>
                  <a:pt x="1562019" y="79981"/>
                  <a:pt x="1565756" y="88877"/>
                </a:cubicBezTo>
                <a:cubicBezTo>
                  <a:pt x="1569492" y="81048"/>
                  <a:pt x="1573073" y="72686"/>
                  <a:pt x="1576498" y="63790"/>
                </a:cubicBezTo>
                <a:cubicBezTo>
                  <a:pt x="1579924" y="54893"/>
                  <a:pt x="1582972" y="46174"/>
                  <a:pt x="1585640" y="37632"/>
                </a:cubicBezTo>
                <a:cubicBezTo>
                  <a:pt x="1587420" y="38078"/>
                  <a:pt x="1588888" y="38300"/>
                  <a:pt x="1590045" y="38300"/>
                </a:cubicBezTo>
                <a:cubicBezTo>
                  <a:pt x="1591200" y="38300"/>
                  <a:pt x="1592668" y="38078"/>
                  <a:pt x="1594447" y="37632"/>
                </a:cubicBezTo>
                <a:cubicBezTo>
                  <a:pt x="1593824" y="38878"/>
                  <a:pt x="1592823" y="40992"/>
                  <a:pt x="1591444" y="43973"/>
                </a:cubicBezTo>
                <a:cubicBezTo>
                  <a:pt x="1590066" y="46953"/>
                  <a:pt x="1588421" y="50512"/>
                  <a:pt x="1586508" y="54649"/>
                </a:cubicBezTo>
                <a:cubicBezTo>
                  <a:pt x="1584595" y="58786"/>
                  <a:pt x="1582504" y="63367"/>
                  <a:pt x="1580234" y="68394"/>
                </a:cubicBezTo>
                <a:cubicBezTo>
                  <a:pt x="1577966" y="73420"/>
                  <a:pt x="1575652" y="78580"/>
                  <a:pt x="1573294" y="83874"/>
                </a:cubicBezTo>
                <a:cubicBezTo>
                  <a:pt x="1570938" y="89167"/>
                  <a:pt x="1568603" y="94416"/>
                  <a:pt x="1566290" y="99620"/>
                </a:cubicBezTo>
                <a:cubicBezTo>
                  <a:pt x="1563977" y="104825"/>
                  <a:pt x="1561841" y="109762"/>
                  <a:pt x="1559884" y="114432"/>
                </a:cubicBezTo>
                <a:cubicBezTo>
                  <a:pt x="1557927" y="119103"/>
                  <a:pt x="1556215" y="123329"/>
                  <a:pt x="1554746" y="127110"/>
                </a:cubicBezTo>
                <a:cubicBezTo>
                  <a:pt x="1553279" y="130892"/>
                  <a:pt x="1552189" y="133895"/>
                  <a:pt x="1551478" y="136119"/>
                </a:cubicBezTo>
                <a:cubicBezTo>
                  <a:pt x="1549698" y="135673"/>
                  <a:pt x="1548185" y="135451"/>
                  <a:pt x="1546939" y="135451"/>
                </a:cubicBezTo>
                <a:cubicBezTo>
                  <a:pt x="1545694" y="135451"/>
                  <a:pt x="1544182" y="135673"/>
                  <a:pt x="1542402" y="136119"/>
                </a:cubicBezTo>
                <a:cubicBezTo>
                  <a:pt x="1549431" y="124464"/>
                  <a:pt x="1555392" y="112810"/>
                  <a:pt x="1560285" y="101156"/>
                </a:cubicBezTo>
                <a:close/>
                <a:moveTo>
                  <a:pt x="1675183" y="48575"/>
                </a:moveTo>
                <a:cubicBezTo>
                  <a:pt x="1674739" y="48042"/>
                  <a:pt x="1673872" y="47553"/>
                  <a:pt x="1672581" y="47109"/>
                </a:cubicBezTo>
                <a:cubicBezTo>
                  <a:pt x="1671291" y="46664"/>
                  <a:pt x="1669979" y="46441"/>
                  <a:pt x="1668645" y="46441"/>
                </a:cubicBezTo>
                <a:cubicBezTo>
                  <a:pt x="1666509" y="46441"/>
                  <a:pt x="1664597" y="46931"/>
                  <a:pt x="1662907" y="47909"/>
                </a:cubicBezTo>
                <a:cubicBezTo>
                  <a:pt x="1661216" y="48888"/>
                  <a:pt x="1659793" y="50200"/>
                  <a:pt x="1658637" y="51845"/>
                </a:cubicBezTo>
                <a:cubicBezTo>
                  <a:pt x="1657480" y="53491"/>
                  <a:pt x="1656590" y="55448"/>
                  <a:pt x="1655967" y="57718"/>
                </a:cubicBezTo>
                <a:cubicBezTo>
                  <a:pt x="1655345" y="59986"/>
                  <a:pt x="1655034" y="62410"/>
                  <a:pt x="1655034" y="64990"/>
                </a:cubicBezTo>
                <a:lnTo>
                  <a:pt x="1655034" y="79669"/>
                </a:lnTo>
                <a:cubicBezTo>
                  <a:pt x="1655034" y="85630"/>
                  <a:pt x="1655056" y="90190"/>
                  <a:pt x="1655100" y="93349"/>
                </a:cubicBezTo>
                <a:cubicBezTo>
                  <a:pt x="1655144" y="96506"/>
                  <a:pt x="1655300" y="99064"/>
                  <a:pt x="1655568" y="101021"/>
                </a:cubicBezTo>
                <a:cubicBezTo>
                  <a:pt x="1653788" y="100844"/>
                  <a:pt x="1652008" y="100755"/>
                  <a:pt x="1650229" y="100755"/>
                </a:cubicBezTo>
                <a:cubicBezTo>
                  <a:pt x="1648271" y="100755"/>
                  <a:pt x="1646403" y="100844"/>
                  <a:pt x="1644625" y="101021"/>
                </a:cubicBezTo>
                <a:cubicBezTo>
                  <a:pt x="1644891" y="97997"/>
                  <a:pt x="1645046" y="93882"/>
                  <a:pt x="1645091" y="88677"/>
                </a:cubicBezTo>
                <a:cubicBezTo>
                  <a:pt x="1645136" y="83473"/>
                  <a:pt x="1645158" y="77090"/>
                  <a:pt x="1645158" y="69528"/>
                </a:cubicBezTo>
                <a:lnTo>
                  <a:pt x="1645158" y="65256"/>
                </a:lnTo>
                <a:cubicBezTo>
                  <a:pt x="1645158" y="61788"/>
                  <a:pt x="1645136" y="57785"/>
                  <a:pt x="1645091" y="53248"/>
                </a:cubicBezTo>
                <a:cubicBezTo>
                  <a:pt x="1645046" y="48710"/>
                  <a:pt x="1644891" y="43505"/>
                  <a:pt x="1644625" y="37632"/>
                </a:cubicBezTo>
                <a:cubicBezTo>
                  <a:pt x="1645604" y="37811"/>
                  <a:pt x="1646538" y="37968"/>
                  <a:pt x="1647427" y="38101"/>
                </a:cubicBezTo>
                <a:cubicBezTo>
                  <a:pt x="1648316" y="38234"/>
                  <a:pt x="1649250" y="38300"/>
                  <a:pt x="1650229" y="38300"/>
                </a:cubicBezTo>
                <a:cubicBezTo>
                  <a:pt x="1651030" y="38300"/>
                  <a:pt x="1651875" y="38234"/>
                  <a:pt x="1652764" y="38101"/>
                </a:cubicBezTo>
                <a:cubicBezTo>
                  <a:pt x="1653654" y="37968"/>
                  <a:pt x="1654589" y="37811"/>
                  <a:pt x="1655568" y="37632"/>
                </a:cubicBezTo>
                <a:cubicBezTo>
                  <a:pt x="1655212" y="40836"/>
                  <a:pt x="1655012" y="43372"/>
                  <a:pt x="1654967" y="45240"/>
                </a:cubicBezTo>
                <a:cubicBezTo>
                  <a:pt x="1654922" y="47108"/>
                  <a:pt x="1654900" y="48887"/>
                  <a:pt x="1654900" y="50577"/>
                </a:cubicBezTo>
                <a:lnTo>
                  <a:pt x="1655167" y="50711"/>
                </a:lnTo>
                <a:cubicBezTo>
                  <a:pt x="1660416" y="41103"/>
                  <a:pt x="1666288" y="36299"/>
                  <a:pt x="1672782" y="36299"/>
                </a:cubicBezTo>
                <a:cubicBezTo>
                  <a:pt x="1673583" y="36299"/>
                  <a:pt x="1674273" y="36343"/>
                  <a:pt x="1674851" y="36433"/>
                </a:cubicBezTo>
                <a:cubicBezTo>
                  <a:pt x="1675430" y="36521"/>
                  <a:pt x="1676163" y="36743"/>
                  <a:pt x="1677053" y="37099"/>
                </a:cubicBezTo>
                <a:cubicBezTo>
                  <a:pt x="1676607" y="38167"/>
                  <a:pt x="1676340" y="39791"/>
                  <a:pt x="1676250" y="41972"/>
                </a:cubicBezTo>
                <a:cubicBezTo>
                  <a:pt x="1676162" y="44150"/>
                  <a:pt x="1676118" y="46130"/>
                  <a:pt x="1676118" y="47909"/>
                </a:cubicBezTo>
                <a:lnTo>
                  <a:pt x="1675183" y="48575"/>
                </a:lnTo>
                <a:close/>
                <a:moveTo>
                  <a:pt x="1714419" y="40569"/>
                </a:moveTo>
                <a:cubicBezTo>
                  <a:pt x="1711127" y="40569"/>
                  <a:pt x="1708346" y="41325"/>
                  <a:pt x="1706076" y="42837"/>
                </a:cubicBezTo>
                <a:cubicBezTo>
                  <a:pt x="1703808" y="44349"/>
                  <a:pt x="1701940" y="46240"/>
                  <a:pt x="1700473" y="48510"/>
                </a:cubicBezTo>
                <a:cubicBezTo>
                  <a:pt x="1699005" y="50778"/>
                  <a:pt x="1697893" y="53269"/>
                  <a:pt x="1697137" y="55983"/>
                </a:cubicBezTo>
                <a:cubicBezTo>
                  <a:pt x="1696381" y="58697"/>
                  <a:pt x="1695914" y="61254"/>
                  <a:pt x="1695736" y="63656"/>
                </a:cubicBezTo>
                <a:cubicBezTo>
                  <a:pt x="1698493" y="63745"/>
                  <a:pt x="1701362" y="63835"/>
                  <a:pt x="1704342" y="63925"/>
                </a:cubicBezTo>
                <a:cubicBezTo>
                  <a:pt x="1707323" y="64013"/>
                  <a:pt x="1710237" y="64057"/>
                  <a:pt x="1713083" y="64057"/>
                </a:cubicBezTo>
                <a:cubicBezTo>
                  <a:pt x="1716020" y="64057"/>
                  <a:pt x="1719000" y="64013"/>
                  <a:pt x="1722024" y="63925"/>
                </a:cubicBezTo>
                <a:cubicBezTo>
                  <a:pt x="1725049" y="63835"/>
                  <a:pt x="1727985" y="63745"/>
                  <a:pt x="1730833" y="63656"/>
                </a:cubicBezTo>
                <a:cubicBezTo>
                  <a:pt x="1730833" y="61254"/>
                  <a:pt x="1730633" y="58719"/>
                  <a:pt x="1730233" y="56050"/>
                </a:cubicBezTo>
                <a:cubicBezTo>
                  <a:pt x="1729832" y="53380"/>
                  <a:pt x="1729031" y="50888"/>
                  <a:pt x="1727830" y="48575"/>
                </a:cubicBezTo>
                <a:cubicBezTo>
                  <a:pt x="1726628" y="46262"/>
                  <a:pt x="1724960" y="44349"/>
                  <a:pt x="1722825" y="42837"/>
                </a:cubicBezTo>
                <a:cubicBezTo>
                  <a:pt x="1720689" y="41325"/>
                  <a:pt x="1717887" y="40569"/>
                  <a:pt x="1714419" y="40569"/>
                </a:cubicBezTo>
                <a:moveTo>
                  <a:pt x="1683592" y="71396"/>
                </a:moveTo>
                <a:cubicBezTo>
                  <a:pt x="1683592" y="60453"/>
                  <a:pt x="1686194" y="51868"/>
                  <a:pt x="1691397" y="45641"/>
                </a:cubicBezTo>
                <a:cubicBezTo>
                  <a:pt x="1696602" y="39413"/>
                  <a:pt x="1704187" y="36299"/>
                  <a:pt x="1714152" y="36299"/>
                </a:cubicBezTo>
                <a:cubicBezTo>
                  <a:pt x="1718867" y="36299"/>
                  <a:pt x="1722937" y="37033"/>
                  <a:pt x="1726362" y="38502"/>
                </a:cubicBezTo>
                <a:cubicBezTo>
                  <a:pt x="1729787" y="39969"/>
                  <a:pt x="1732656" y="41926"/>
                  <a:pt x="1734969" y="44372"/>
                </a:cubicBezTo>
                <a:cubicBezTo>
                  <a:pt x="1737282" y="46819"/>
                  <a:pt x="1738995" y="49688"/>
                  <a:pt x="1740107" y="52980"/>
                </a:cubicBezTo>
                <a:cubicBezTo>
                  <a:pt x="1741218" y="56272"/>
                  <a:pt x="1741774" y="59786"/>
                  <a:pt x="1741774" y="63521"/>
                </a:cubicBezTo>
                <a:cubicBezTo>
                  <a:pt x="1741774" y="64412"/>
                  <a:pt x="1741752" y="65280"/>
                  <a:pt x="1741707" y="66126"/>
                </a:cubicBezTo>
                <a:cubicBezTo>
                  <a:pt x="1741664" y="66970"/>
                  <a:pt x="1741597" y="67837"/>
                  <a:pt x="1741508" y="68726"/>
                </a:cubicBezTo>
                <a:cubicBezTo>
                  <a:pt x="1736703" y="68638"/>
                  <a:pt x="1731944" y="68550"/>
                  <a:pt x="1727229" y="68461"/>
                </a:cubicBezTo>
                <a:cubicBezTo>
                  <a:pt x="1722515" y="68372"/>
                  <a:pt x="1717755" y="68327"/>
                  <a:pt x="1712951" y="68327"/>
                </a:cubicBezTo>
                <a:cubicBezTo>
                  <a:pt x="1710015" y="68327"/>
                  <a:pt x="1707101" y="68372"/>
                  <a:pt x="1704209" y="68461"/>
                </a:cubicBezTo>
                <a:cubicBezTo>
                  <a:pt x="1701318" y="68550"/>
                  <a:pt x="1698404" y="68638"/>
                  <a:pt x="1695467" y="68726"/>
                </a:cubicBezTo>
                <a:cubicBezTo>
                  <a:pt x="1695379" y="69171"/>
                  <a:pt x="1695335" y="69839"/>
                  <a:pt x="1695335" y="70728"/>
                </a:cubicBezTo>
                <a:lnTo>
                  <a:pt x="1695335" y="72463"/>
                </a:lnTo>
                <a:cubicBezTo>
                  <a:pt x="1695335" y="75932"/>
                  <a:pt x="1695846" y="79180"/>
                  <a:pt x="1696868" y="82206"/>
                </a:cubicBezTo>
                <a:cubicBezTo>
                  <a:pt x="1697892" y="85231"/>
                  <a:pt x="1699383" y="87833"/>
                  <a:pt x="1701340" y="90013"/>
                </a:cubicBezTo>
                <a:cubicBezTo>
                  <a:pt x="1703298" y="92192"/>
                  <a:pt x="1705700" y="93927"/>
                  <a:pt x="1708546" y="95218"/>
                </a:cubicBezTo>
                <a:cubicBezTo>
                  <a:pt x="1711393" y="96508"/>
                  <a:pt x="1714685" y="97152"/>
                  <a:pt x="1718422" y="97152"/>
                </a:cubicBezTo>
                <a:cubicBezTo>
                  <a:pt x="1720201" y="97152"/>
                  <a:pt x="1722024" y="96908"/>
                  <a:pt x="1723892" y="96419"/>
                </a:cubicBezTo>
                <a:cubicBezTo>
                  <a:pt x="1725761" y="95929"/>
                  <a:pt x="1727585" y="95261"/>
                  <a:pt x="1729363" y="94416"/>
                </a:cubicBezTo>
                <a:cubicBezTo>
                  <a:pt x="1731143" y="93570"/>
                  <a:pt x="1732811" y="92569"/>
                  <a:pt x="1734368" y="91414"/>
                </a:cubicBezTo>
                <a:cubicBezTo>
                  <a:pt x="1735925" y="90258"/>
                  <a:pt x="1737282" y="89011"/>
                  <a:pt x="1738439" y="87676"/>
                </a:cubicBezTo>
                <a:lnTo>
                  <a:pt x="1739107" y="88077"/>
                </a:lnTo>
                <a:lnTo>
                  <a:pt x="1738306" y="94615"/>
                </a:lnTo>
                <a:cubicBezTo>
                  <a:pt x="1735636" y="96751"/>
                  <a:pt x="1732322" y="98574"/>
                  <a:pt x="1728363" y="100087"/>
                </a:cubicBezTo>
                <a:cubicBezTo>
                  <a:pt x="1724405" y="101599"/>
                  <a:pt x="1720290" y="102355"/>
                  <a:pt x="1716020" y="102355"/>
                </a:cubicBezTo>
                <a:cubicBezTo>
                  <a:pt x="1711215" y="102355"/>
                  <a:pt x="1706833" y="101621"/>
                  <a:pt x="1702873" y="100154"/>
                </a:cubicBezTo>
                <a:cubicBezTo>
                  <a:pt x="1698915" y="98686"/>
                  <a:pt x="1695490" y="96552"/>
                  <a:pt x="1692598" y="93750"/>
                </a:cubicBezTo>
                <a:cubicBezTo>
                  <a:pt x="1689708" y="90947"/>
                  <a:pt x="1687485" y="87632"/>
                  <a:pt x="1685928" y="83807"/>
                </a:cubicBezTo>
                <a:cubicBezTo>
                  <a:pt x="1684370" y="79981"/>
                  <a:pt x="1683592" y="75844"/>
                  <a:pt x="1683592" y="71396"/>
                </a:cubicBezTo>
                <a:close/>
                <a:moveTo>
                  <a:pt x="1751251" y="69528"/>
                </a:moveTo>
                <a:cubicBezTo>
                  <a:pt x="1751251" y="63745"/>
                  <a:pt x="1752229" y="58763"/>
                  <a:pt x="1754185" y="54582"/>
                </a:cubicBezTo>
                <a:cubicBezTo>
                  <a:pt x="1756143" y="50400"/>
                  <a:pt x="1758701" y="46952"/>
                  <a:pt x="1761858" y="44240"/>
                </a:cubicBezTo>
                <a:cubicBezTo>
                  <a:pt x="1765017" y="41526"/>
                  <a:pt x="1768642" y="39525"/>
                  <a:pt x="1772734" y="38235"/>
                </a:cubicBezTo>
                <a:cubicBezTo>
                  <a:pt x="1776827" y="36944"/>
                  <a:pt x="1781009" y="36299"/>
                  <a:pt x="1785279" y="36299"/>
                </a:cubicBezTo>
                <a:cubicBezTo>
                  <a:pt x="1790173" y="36299"/>
                  <a:pt x="1794554" y="36899"/>
                  <a:pt x="1798423" y="38101"/>
                </a:cubicBezTo>
                <a:cubicBezTo>
                  <a:pt x="1802294" y="39302"/>
                  <a:pt x="1805074" y="40659"/>
                  <a:pt x="1806764" y="42171"/>
                </a:cubicBezTo>
                <a:cubicBezTo>
                  <a:pt x="1806142" y="43506"/>
                  <a:pt x="1805586" y="44907"/>
                  <a:pt x="1805096" y="46374"/>
                </a:cubicBezTo>
                <a:cubicBezTo>
                  <a:pt x="1804608" y="47841"/>
                  <a:pt x="1804185" y="49376"/>
                  <a:pt x="1803830" y="50978"/>
                </a:cubicBezTo>
                <a:lnTo>
                  <a:pt x="1802761" y="50978"/>
                </a:lnTo>
                <a:cubicBezTo>
                  <a:pt x="1802139" y="49821"/>
                  <a:pt x="1801294" y="48643"/>
                  <a:pt x="1800225" y="47443"/>
                </a:cubicBezTo>
                <a:cubicBezTo>
                  <a:pt x="1799158" y="46242"/>
                  <a:pt x="1797891" y="45129"/>
                  <a:pt x="1796422" y="44106"/>
                </a:cubicBezTo>
                <a:cubicBezTo>
                  <a:pt x="1794954" y="43082"/>
                  <a:pt x="1793331" y="42237"/>
                  <a:pt x="1791551" y="41570"/>
                </a:cubicBezTo>
                <a:cubicBezTo>
                  <a:pt x="1789773" y="40903"/>
                  <a:pt x="1787816" y="40569"/>
                  <a:pt x="1785680" y="40569"/>
                </a:cubicBezTo>
                <a:cubicBezTo>
                  <a:pt x="1781677" y="40569"/>
                  <a:pt x="1778230" y="41303"/>
                  <a:pt x="1775338" y="42772"/>
                </a:cubicBezTo>
                <a:cubicBezTo>
                  <a:pt x="1772447" y="44239"/>
                  <a:pt x="1770089" y="46263"/>
                  <a:pt x="1768264" y="48844"/>
                </a:cubicBezTo>
                <a:cubicBezTo>
                  <a:pt x="1766441" y="51423"/>
                  <a:pt x="1765107" y="54470"/>
                  <a:pt x="1764261" y="57985"/>
                </a:cubicBezTo>
                <a:cubicBezTo>
                  <a:pt x="1763417" y="61498"/>
                  <a:pt x="1762994" y="65301"/>
                  <a:pt x="1762994" y="69394"/>
                </a:cubicBezTo>
                <a:cubicBezTo>
                  <a:pt x="1762994" y="78557"/>
                  <a:pt x="1764951" y="85474"/>
                  <a:pt x="1768865" y="90146"/>
                </a:cubicBezTo>
                <a:cubicBezTo>
                  <a:pt x="1772780" y="94817"/>
                  <a:pt x="1778518" y="97152"/>
                  <a:pt x="1786080" y="97152"/>
                </a:cubicBezTo>
                <a:cubicBezTo>
                  <a:pt x="1787859" y="97152"/>
                  <a:pt x="1789683" y="96908"/>
                  <a:pt x="1791551" y="96419"/>
                </a:cubicBezTo>
                <a:cubicBezTo>
                  <a:pt x="1793420" y="95929"/>
                  <a:pt x="1795244" y="95261"/>
                  <a:pt x="1797022" y="94416"/>
                </a:cubicBezTo>
                <a:cubicBezTo>
                  <a:pt x="1798802" y="93570"/>
                  <a:pt x="1800471" y="92569"/>
                  <a:pt x="1802028" y="91414"/>
                </a:cubicBezTo>
                <a:cubicBezTo>
                  <a:pt x="1803585" y="90258"/>
                  <a:pt x="1804941" y="89011"/>
                  <a:pt x="1806098" y="87676"/>
                </a:cubicBezTo>
                <a:lnTo>
                  <a:pt x="1806764" y="88077"/>
                </a:lnTo>
                <a:cubicBezTo>
                  <a:pt x="1806320" y="90212"/>
                  <a:pt x="1806053" y="92392"/>
                  <a:pt x="1805964" y="94615"/>
                </a:cubicBezTo>
                <a:cubicBezTo>
                  <a:pt x="1803295" y="96751"/>
                  <a:pt x="1799980" y="98574"/>
                  <a:pt x="1796021" y="100087"/>
                </a:cubicBezTo>
                <a:cubicBezTo>
                  <a:pt x="1792062" y="101599"/>
                  <a:pt x="1787948" y="102355"/>
                  <a:pt x="1783679" y="102355"/>
                </a:cubicBezTo>
                <a:cubicBezTo>
                  <a:pt x="1779853" y="102355"/>
                  <a:pt x="1776005" y="101799"/>
                  <a:pt x="1772135" y="100687"/>
                </a:cubicBezTo>
                <a:cubicBezTo>
                  <a:pt x="1768265" y="99576"/>
                  <a:pt x="1764773" y="97708"/>
                  <a:pt x="1761659" y="95084"/>
                </a:cubicBezTo>
                <a:cubicBezTo>
                  <a:pt x="1758546" y="92458"/>
                  <a:pt x="1756033" y="89055"/>
                  <a:pt x="1754120" y="84874"/>
                </a:cubicBezTo>
                <a:cubicBezTo>
                  <a:pt x="1752208" y="80693"/>
                  <a:pt x="1751251" y="75577"/>
                  <a:pt x="1751251" y="69528"/>
                </a:cubicBezTo>
                <a:close/>
                <a:moveTo>
                  <a:pt x="1828784" y="69528"/>
                </a:moveTo>
                <a:cubicBezTo>
                  <a:pt x="1828784" y="73264"/>
                  <a:pt x="1829117" y="76867"/>
                  <a:pt x="1829784" y="80337"/>
                </a:cubicBezTo>
                <a:cubicBezTo>
                  <a:pt x="1830452" y="83807"/>
                  <a:pt x="1831586" y="86898"/>
                  <a:pt x="1833186" y="89612"/>
                </a:cubicBezTo>
                <a:cubicBezTo>
                  <a:pt x="1834788" y="92326"/>
                  <a:pt x="1836924" y="94484"/>
                  <a:pt x="1839593" y="96085"/>
                </a:cubicBezTo>
                <a:cubicBezTo>
                  <a:pt x="1842261" y="97686"/>
                  <a:pt x="1845553" y="98486"/>
                  <a:pt x="1849468" y="98486"/>
                </a:cubicBezTo>
                <a:cubicBezTo>
                  <a:pt x="1853384" y="98486"/>
                  <a:pt x="1856676" y="97686"/>
                  <a:pt x="1859344" y="96085"/>
                </a:cubicBezTo>
                <a:cubicBezTo>
                  <a:pt x="1862013" y="94484"/>
                  <a:pt x="1864148" y="92326"/>
                  <a:pt x="1865748" y="89612"/>
                </a:cubicBezTo>
                <a:cubicBezTo>
                  <a:pt x="1867350" y="86898"/>
                  <a:pt x="1868485" y="83807"/>
                  <a:pt x="1869151" y="80337"/>
                </a:cubicBezTo>
                <a:cubicBezTo>
                  <a:pt x="1869819" y="76867"/>
                  <a:pt x="1870153" y="73264"/>
                  <a:pt x="1870153" y="69528"/>
                </a:cubicBezTo>
                <a:cubicBezTo>
                  <a:pt x="1870153" y="65791"/>
                  <a:pt x="1869819" y="62188"/>
                  <a:pt x="1869151" y="58718"/>
                </a:cubicBezTo>
                <a:cubicBezTo>
                  <a:pt x="1868485" y="55248"/>
                  <a:pt x="1867350" y="52157"/>
                  <a:pt x="1865748" y="49445"/>
                </a:cubicBezTo>
                <a:cubicBezTo>
                  <a:pt x="1864148" y="46731"/>
                  <a:pt x="1862013" y="44573"/>
                  <a:pt x="1859344" y="42971"/>
                </a:cubicBezTo>
                <a:cubicBezTo>
                  <a:pt x="1856676" y="41370"/>
                  <a:pt x="1853384" y="40569"/>
                  <a:pt x="1849468" y="40569"/>
                </a:cubicBezTo>
                <a:cubicBezTo>
                  <a:pt x="1845553" y="40569"/>
                  <a:pt x="1842261" y="41370"/>
                  <a:pt x="1839593" y="42971"/>
                </a:cubicBezTo>
                <a:cubicBezTo>
                  <a:pt x="1836924" y="44573"/>
                  <a:pt x="1834788" y="46731"/>
                  <a:pt x="1833186" y="49445"/>
                </a:cubicBezTo>
                <a:cubicBezTo>
                  <a:pt x="1831586" y="52157"/>
                  <a:pt x="1830452" y="55248"/>
                  <a:pt x="1829784" y="58718"/>
                </a:cubicBezTo>
                <a:cubicBezTo>
                  <a:pt x="1829117" y="62188"/>
                  <a:pt x="1828784" y="65791"/>
                  <a:pt x="1828784" y="69528"/>
                </a:cubicBezTo>
                <a:moveTo>
                  <a:pt x="1817041" y="69528"/>
                </a:moveTo>
                <a:cubicBezTo>
                  <a:pt x="1817041" y="63478"/>
                  <a:pt x="1817997" y="58340"/>
                  <a:pt x="1819910" y="54114"/>
                </a:cubicBezTo>
                <a:cubicBezTo>
                  <a:pt x="1821823" y="49888"/>
                  <a:pt x="1824335" y="46463"/>
                  <a:pt x="1827448" y="43839"/>
                </a:cubicBezTo>
                <a:cubicBezTo>
                  <a:pt x="1830562" y="41215"/>
                  <a:pt x="1834055" y="39302"/>
                  <a:pt x="1837925" y="38101"/>
                </a:cubicBezTo>
                <a:cubicBezTo>
                  <a:pt x="1841795" y="36899"/>
                  <a:pt x="1845643" y="36299"/>
                  <a:pt x="1849468" y="36299"/>
                </a:cubicBezTo>
                <a:cubicBezTo>
                  <a:pt x="1853384" y="36299"/>
                  <a:pt x="1857254" y="36899"/>
                  <a:pt x="1861079" y="38101"/>
                </a:cubicBezTo>
                <a:cubicBezTo>
                  <a:pt x="1864905" y="39302"/>
                  <a:pt x="1868374" y="41215"/>
                  <a:pt x="1871487" y="43839"/>
                </a:cubicBezTo>
                <a:cubicBezTo>
                  <a:pt x="1874601" y="46463"/>
                  <a:pt x="1877114" y="49888"/>
                  <a:pt x="1879027" y="54114"/>
                </a:cubicBezTo>
                <a:cubicBezTo>
                  <a:pt x="1880940" y="58340"/>
                  <a:pt x="1881896" y="63478"/>
                  <a:pt x="1881896" y="69528"/>
                </a:cubicBezTo>
                <a:cubicBezTo>
                  <a:pt x="1881896" y="75577"/>
                  <a:pt x="1880940" y="80715"/>
                  <a:pt x="1879027" y="84941"/>
                </a:cubicBezTo>
                <a:cubicBezTo>
                  <a:pt x="1877114" y="89167"/>
                  <a:pt x="1874601" y="92593"/>
                  <a:pt x="1871487" y="95218"/>
                </a:cubicBezTo>
                <a:cubicBezTo>
                  <a:pt x="1868374" y="97842"/>
                  <a:pt x="1864905" y="99688"/>
                  <a:pt x="1861079" y="100755"/>
                </a:cubicBezTo>
                <a:cubicBezTo>
                  <a:pt x="1857254" y="101822"/>
                  <a:pt x="1853384" y="102355"/>
                  <a:pt x="1849468" y="102355"/>
                </a:cubicBezTo>
                <a:cubicBezTo>
                  <a:pt x="1845643" y="102355"/>
                  <a:pt x="1841795" y="101822"/>
                  <a:pt x="1837925" y="100755"/>
                </a:cubicBezTo>
                <a:cubicBezTo>
                  <a:pt x="1834055" y="99688"/>
                  <a:pt x="1830562" y="97842"/>
                  <a:pt x="1827448" y="95218"/>
                </a:cubicBezTo>
                <a:cubicBezTo>
                  <a:pt x="1824335" y="92593"/>
                  <a:pt x="1821823" y="89167"/>
                  <a:pt x="1819910" y="84941"/>
                </a:cubicBezTo>
                <a:cubicBezTo>
                  <a:pt x="1817997" y="80715"/>
                  <a:pt x="1817041" y="75577"/>
                  <a:pt x="1817041" y="69528"/>
                </a:cubicBezTo>
                <a:close/>
                <a:moveTo>
                  <a:pt x="1896977" y="62589"/>
                </a:moveTo>
                <a:cubicBezTo>
                  <a:pt x="1896977" y="58586"/>
                  <a:pt x="1896909" y="54382"/>
                  <a:pt x="1896775" y="49978"/>
                </a:cubicBezTo>
                <a:cubicBezTo>
                  <a:pt x="1896642" y="45574"/>
                  <a:pt x="1896354" y="41459"/>
                  <a:pt x="1895910" y="37632"/>
                </a:cubicBezTo>
                <a:cubicBezTo>
                  <a:pt x="1898401" y="38078"/>
                  <a:pt x="1900402" y="38300"/>
                  <a:pt x="1901915" y="38300"/>
                </a:cubicBezTo>
                <a:cubicBezTo>
                  <a:pt x="1902626" y="38300"/>
                  <a:pt x="1903404" y="38234"/>
                  <a:pt x="1904248" y="38101"/>
                </a:cubicBezTo>
                <a:cubicBezTo>
                  <a:pt x="1905094" y="37968"/>
                  <a:pt x="1906095" y="37811"/>
                  <a:pt x="1907252" y="37632"/>
                </a:cubicBezTo>
                <a:cubicBezTo>
                  <a:pt x="1906984" y="41192"/>
                  <a:pt x="1906851" y="44750"/>
                  <a:pt x="1906851" y="48308"/>
                </a:cubicBezTo>
                <a:lnTo>
                  <a:pt x="1907119" y="48308"/>
                </a:lnTo>
                <a:cubicBezTo>
                  <a:pt x="1911834" y="40302"/>
                  <a:pt x="1918461" y="36299"/>
                  <a:pt x="1927001" y="36299"/>
                </a:cubicBezTo>
                <a:cubicBezTo>
                  <a:pt x="1929226" y="36299"/>
                  <a:pt x="1931407" y="36632"/>
                  <a:pt x="1933542" y="37300"/>
                </a:cubicBezTo>
                <a:cubicBezTo>
                  <a:pt x="1935677" y="37967"/>
                  <a:pt x="1937612" y="38878"/>
                  <a:pt x="1939345" y="40035"/>
                </a:cubicBezTo>
                <a:cubicBezTo>
                  <a:pt x="1941080" y="41192"/>
                  <a:pt x="1942570" y="42593"/>
                  <a:pt x="1943815" y="44240"/>
                </a:cubicBezTo>
                <a:cubicBezTo>
                  <a:pt x="1945061" y="45885"/>
                  <a:pt x="1945907" y="47642"/>
                  <a:pt x="1946352" y="49510"/>
                </a:cubicBezTo>
                <a:lnTo>
                  <a:pt x="1946619" y="49510"/>
                </a:lnTo>
                <a:cubicBezTo>
                  <a:pt x="1948754" y="45239"/>
                  <a:pt x="1951668" y="41970"/>
                  <a:pt x="1955361" y="39701"/>
                </a:cubicBezTo>
                <a:cubicBezTo>
                  <a:pt x="1959053" y="37433"/>
                  <a:pt x="1963301" y="36299"/>
                  <a:pt x="1968104" y="36299"/>
                </a:cubicBezTo>
                <a:cubicBezTo>
                  <a:pt x="1971040" y="36299"/>
                  <a:pt x="1973754" y="36699"/>
                  <a:pt x="1976245" y="37500"/>
                </a:cubicBezTo>
                <a:cubicBezTo>
                  <a:pt x="1978736" y="38301"/>
                  <a:pt x="1980893" y="39546"/>
                  <a:pt x="1982716" y="41236"/>
                </a:cubicBezTo>
                <a:cubicBezTo>
                  <a:pt x="1984540" y="42927"/>
                  <a:pt x="1985964" y="45106"/>
                  <a:pt x="1986988" y="47775"/>
                </a:cubicBezTo>
                <a:cubicBezTo>
                  <a:pt x="1988011" y="50444"/>
                  <a:pt x="1988523" y="53647"/>
                  <a:pt x="1988523" y="57384"/>
                </a:cubicBezTo>
                <a:cubicBezTo>
                  <a:pt x="1988523" y="58896"/>
                  <a:pt x="1988478" y="60542"/>
                  <a:pt x="1988389" y="62322"/>
                </a:cubicBezTo>
                <a:cubicBezTo>
                  <a:pt x="1988299" y="64100"/>
                  <a:pt x="1988210" y="66169"/>
                  <a:pt x="1988120" y="68527"/>
                </a:cubicBezTo>
                <a:cubicBezTo>
                  <a:pt x="1988032" y="70885"/>
                  <a:pt x="1987943" y="73554"/>
                  <a:pt x="1987853" y="76535"/>
                </a:cubicBezTo>
                <a:cubicBezTo>
                  <a:pt x="1987765" y="79515"/>
                  <a:pt x="1987721" y="82962"/>
                  <a:pt x="1987721" y="86875"/>
                </a:cubicBezTo>
                <a:cubicBezTo>
                  <a:pt x="1987721" y="89278"/>
                  <a:pt x="1987743" y="91592"/>
                  <a:pt x="1987788" y="93817"/>
                </a:cubicBezTo>
                <a:cubicBezTo>
                  <a:pt x="1987833" y="96041"/>
                  <a:pt x="1987944" y="98442"/>
                  <a:pt x="1988122" y="101021"/>
                </a:cubicBezTo>
                <a:cubicBezTo>
                  <a:pt x="1987143" y="100844"/>
                  <a:pt x="1986165" y="100755"/>
                  <a:pt x="1985186" y="100755"/>
                </a:cubicBezTo>
                <a:cubicBezTo>
                  <a:pt x="1984207" y="100755"/>
                  <a:pt x="1983273" y="100755"/>
                  <a:pt x="1982384" y="100755"/>
                </a:cubicBezTo>
                <a:cubicBezTo>
                  <a:pt x="1981405" y="100755"/>
                  <a:pt x="1980426" y="100755"/>
                  <a:pt x="1979448" y="100755"/>
                </a:cubicBezTo>
                <a:cubicBezTo>
                  <a:pt x="1978469" y="100755"/>
                  <a:pt x="1977490" y="100844"/>
                  <a:pt x="1976511" y="101021"/>
                </a:cubicBezTo>
                <a:cubicBezTo>
                  <a:pt x="1976779" y="98798"/>
                  <a:pt x="1977068" y="94305"/>
                  <a:pt x="1977379" y="87543"/>
                </a:cubicBezTo>
                <a:cubicBezTo>
                  <a:pt x="1977691" y="80782"/>
                  <a:pt x="1977847" y="71351"/>
                  <a:pt x="1977847" y="59251"/>
                </a:cubicBezTo>
                <a:cubicBezTo>
                  <a:pt x="1977847" y="57028"/>
                  <a:pt x="1977602" y="54937"/>
                  <a:pt x="1977112" y="52980"/>
                </a:cubicBezTo>
                <a:cubicBezTo>
                  <a:pt x="1976623" y="51022"/>
                  <a:pt x="1975845" y="49332"/>
                  <a:pt x="1974776" y="47909"/>
                </a:cubicBezTo>
                <a:cubicBezTo>
                  <a:pt x="1973709" y="46485"/>
                  <a:pt x="1972286" y="45351"/>
                  <a:pt x="1970506" y="44507"/>
                </a:cubicBezTo>
                <a:cubicBezTo>
                  <a:pt x="1968727" y="43661"/>
                  <a:pt x="1966502" y="43238"/>
                  <a:pt x="1963834" y="43238"/>
                </a:cubicBezTo>
                <a:cubicBezTo>
                  <a:pt x="1960631" y="43238"/>
                  <a:pt x="1957917" y="43861"/>
                  <a:pt x="1955692" y="45107"/>
                </a:cubicBezTo>
                <a:cubicBezTo>
                  <a:pt x="1953469" y="46352"/>
                  <a:pt x="1951735" y="47820"/>
                  <a:pt x="1950490" y="49510"/>
                </a:cubicBezTo>
                <a:cubicBezTo>
                  <a:pt x="1949777" y="50489"/>
                  <a:pt x="1949221" y="51467"/>
                  <a:pt x="1948820" y="52446"/>
                </a:cubicBezTo>
                <a:cubicBezTo>
                  <a:pt x="1948421" y="53425"/>
                  <a:pt x="1948110" y="54915"/>
                  <a:pt x="1947887" y="56918"/>
                </a:cubicBezTo>
                <a:cubicBezTo>
                  <a:pt x="1947665" y="58919"/>
                  <a:pt x="1947509" y="61721"/>
                  <a:pt x="1947419" y="65324"/>
                </a:cubicBezTo>
                <a:cubicBezTo>
                  <a:pt x="1947331" y="68926"/>
                  <a:pt x="1947287" y="73886"/>
                  <a:pt x="1947287" y="80203"/>
                </a:cubicBezTo>
                <a:cubicBezTo>
                  <a:pt x="1947287" y="84029"/>
                  <a:pt x="1947353" y="87522"/>
                  <a:pt x="1947486" y="90681"/>
                </a:cubicBezTo>
                <a:cubicBezTo>
                  <a:pt x="1947619" y="93839"/>
                  <a:pt x="1947775" y="97285"/>
                  <a:pt x="1947955" y="101021"/>
                </a:cubicBezTo>
                <a:cubicBezTo>
                  <a:pt x="1945908" y="100844"/>
                  <a:pt x="1943950" y="100755"/>
                  <a:pt x="1942082" y="100755"/>
                </a:cubicBezTo>
                <a:cubicBezTo>
                  <a:pt x="1940214" y="100755"/>
                  <a:pt x="1938257" y="100844"/>
                  <a:pt x="1936209" y="101021"/>
                </a:cubicBezTo>
                <a:cubicBezTo>
                  <a:pt x="1936655" y="96129"/>
                  <a:pt x="1936966" y="91147"/>
                  <a:pt x="1937144" y="86075"/>
                </a:cubicBezTo>
                <a:cubicBezTo>
                  <a:pt x="1937322" y="81003"/>
                  <a:pt x="1937411" y="76021"/>
                  <a:pt x="1937411" y="71129"/>
                </a:cubicBezTo>
                <a:cubicBezTo>
                  <a:pt x="1937411" y="66948"/>
                  <a:pt x="1937388" y="63678"/>
                  <a:pt x="1937344" y="61320"/>
                </a:cubicBezTo>
                <a:cubicBezTo>
                  <a:pt x="1937300" y="58962"/>
                  <a:pt x="1937190" y="57094"/>
                  <a:pt x="1937012" y="55716"/>
                </a:cubicBezTo>
                <a:cubicBezTo>
                  <a:pt x="1936834" y="54337"/>
                  <a:pt x="1936589" y="53203"/>
                  <a:pt x="1936277" y="52314"/>
                </a:cubicBezTo>
                <a:cubicBezTo>
                  <a:pt x="1935966" y="51423"/>
                  <a:pt x="1935544" y="50445"/>
                  <a:pt x="1935010" y="49377"/>
                </a:cubicBezTo>
                <a:cubicBezTo>
                  <a:pt x="1934031" y="47686"/>
                  <a:pt x="1932496" y="46240"/>
                  <a:pt x="1930404" y="45040"/>
                </a:cubicBezTo>
                <a:cubicBezTo>
                  <a:pt x="1928313" y="43839"/>
                  <a:pt x="1926156" y="43238"/>
                  <a:pt x="1923933" y="43238"/>
                </a:cubicBezTo>
                <a:cubicBezTo>
                  <a:pt x="1918062" y="43238"/>
                  <a:pt x="1913747" y="45151"/>
                  <a:pt x="1910988" y="48976"/>
                </a:cubicBezTo>
                <a:cubicBezTo>
                  <a:pt x="1908230" y="52802"/>
                  <a:pt x="1906851" y="58184"/>
                  <a:pt x="1906851" y="65124"/>
                </a:cubicBezTo>
                <a:lnTo>
                  <a:pt x="1906851" y="76466"/>
                </a:lnTo>
                <a:cubicBezTo>
                  <a:pt x="1906851" y="80471"/>
                  <a:pt x="1906917" y="84675"/>
                  <a:pt x="1907050" y="89079"/>
                </a:cubicBezTo>
                <a:cubicBezTo>
                  <a:pt x="1907184" y="93482"/>
                  <a:pt x="1907474" y="97463"/>
                  <a:pt x="1907920" y="101021"/>
                </a:cubicBezTo>
                <a:cubicBezTo>
                  <a:pt x="1905872" y="100844"/>
                  <a:pt x="1903871" y="100755"/>
                  <a:pt x="1901915" y="100755"/>
                </a:cubicBezTo>
                <a:cubicBezTo>
                  <a:pt x="1899957" y="100755"/>
                  <a:pt x="1897955" y="100844"/>
                  <a:pt x="1895910" y="101021"/>
                </a:cubicBezTo>
                <a:cubicBezTo>
                  <a:pt x="1896354" y="97463"/>
                  <a:pt x="1896642" y="93482"/>
                  <a:pt x="1896775" y="89079"/>
                </a:cubicBezTo>
                <a:cubicBezTo>
                  <a:pt x="1896909" y="84675"/>
                  <a:pt x="1896977" y="80471"/>
                  <a:pt x="1896977" y="76466"/>
                </a:cubicBezTo>
                <a:lnTo>
                  <a:pt x="1896977" y="62589"/>
                </a:lnTo>
                <a:close/>
                <a:moveTo>
                  <a:pt x="2008140" y="62589"/>
                </a:moveTo>
                <a:cubicBezTo>
                  <a:pt x="2008140" y="58586"/>
                  <a:pt x="2008073" y="54382"/>
                  <a:pt x="2007938" y="49978"/>
                </a:cubicBezTo>
                <a:cubicBezTo>
                  <a:pt x="2007805" y="45574"/>
                  <a:pt x="2007517" y="41459"/>
                  <a:pt x="2007073" y="37632"/>
                </a:cubicBezTo>
                <a:cubicBezTo>
                  <a:pt x="2009564" y="38078"/>
                  <a:pt x="2011565" y="38300"/>
                  <a:pt x="2013078" y="38300"/>
                </a:cubicBezTo>
                <a:cubicBezTo>
                  <a:pt x="2013789" y="38300"/>
                  <a:pt x="2014567" y="38234"/>
                  <a:pt x="2015411" y="38101"/>
                </a:cubicBezTo>
                <a:cubicBezTo>
                  <a:pt x="2016257" y="37968"/>
                  <a:pt x="2017258" y="37811"/>
                  <a:pt x="2018415" y="37632"/>
                </a:cubicBezTo>
                <a:cubicBezTo>
                  <a:pt x="2018147" y="41192"/>
                  <a:pt x="2018014" y="44750"/>
                  <a:pt x="2018014" y="48308"/>
                </a:cubicBezTo>
                <a:lnTo>
                  <a:pt x="2018282" y="48308"/>
                </a:lnTo>
                <a:cubicBezTo>
                  <a:pt x="2022997" y="40302"/>
                  <a:pt x="2029624" y="36299"/>
                  <a:pt x="2038164" y="36299"/>
                </a:cubicBezTo>
                <a:cubicBezTo>
                  <a:pt x="2040389" y="36299"/>
                  <a:pt x="2042570" y="36632"/>
                  <a:pt x="2044705" y="37300"/>
                </a:cubicBezTo>
                <a:cubicBezTo>
                  <a:pt x="2046840" y="37967"/>
                  <a:pt x="2048775" y="38878"/>
                  <a:pt x="2050508" y="40035"/>
                </a:cubicBezTo>
                <a:cubicBezTo>
                  <a:pt x="2052243" y="41192"/>
                  <a:pt x="2053733" y="42593"/>
                  <a:pt x="2054978" y="44240"/>
                </a:cubicBezTo>
                <a:cubicBezTo>
                  <a:pt x="2056224" y="45885"/>
                  <a:pt x="2057070" y="47642"/>
                  <a:pt x="2057515" y="49510"/>
                </a:cubicBezTo>
                <a:lnTo>
                  <a:pt x="2057782" y="49510"/>
                </a:lnTo>
                <a:cubicBezTo>
                  <a:pt x="2059917" y="45239"/>
                  <a:pt x="2062831" y="41970"/>
                  <a:pt x="2066524" y="39701"/>
                </a:cubicBezTo>
                <a:cubicBezTo>
                  <a:pt x="2070216" y="37433"/>
                  <a:pt x="2074464" y="36299"/>
                  <a:pt x="2079267" y="36299"/>
                </a:cubicBezTo>
                <a:cubicBezTo>
                  <a:pt x="2082203" y="36299"/>
                  <a:pt x="2084917" y="36699"/>
                  <a:pt x="2087408" y="37500"/>
                </a:cubicBezTo>
                <a:cubicBezTo>
                  <a:pt x="2089899" y="38301"/>
                  <a:pt x="2092056" y="39546"/>
                  <a:pt x="2093879" y="41236"/>
                </a:cubicBezTo>
                <a:cubicBezTo>
                  <a:pt x="2095703" y="42927"/>
                  <a:pt x="2097127" y="45106"/>
                  <a:pt x="2098151" y="47775"/>
                </a:cubicBezTo>
                <a:cubicBezTo>
                  <a:pt x="2099175" y="50444"/>
                  <a:pt x="2099686" y="53647"/>
                  <a:pt x="2099686" y="57384"/>
                </a:cubicBezTo>
                <a:cubicBezTo>
                  <a:pt x="2099686" y="58896"/>
                  <a:pt x="2099642" y="60542"/>
                  <a:pt x="2099552" y="62322"/>
                </a:cubicBezTo>
                <a:cubicBezTo>
                  <a:pt x="2099462" y="64100"/>
                  <a:pt x="2099373" y="66169"/>
                  <a:pt x="2099283" y="68527"/>
                </a:cubicBezTo>
                <a:cubicBezTo>
                  <a:pt x="2099195" y="70885"/>
                  <a:pt x="2099106" y="73554"/>
                  <a:pt x="2099016" y="76535"/>
                </a:cubicBezTo>
                <a:cubicBezTo>
                  <a:pt x="2098928" y="79515"/>
                  <a:pt x="2098884" y="82962"/>
                  <a:pt x="2098884" y="86875"/>
                </a:cubicBezTo>
                <a:cubicBezTo>
                  <a:pt x="2098884" y="89278"/>
                  <a:pt x="2098906" y="91592"/>
                  <a:pt x="2098951" y="93817"/>
                </a:cubicBezTo>
                <a:cubicBezTo>
                  <a:pt x="2098996" y="96041"/>
                  <a:pt x="2099107" y="98442"/>
                  <a:pt x="2099285" y="101021"/>
                </a:cubicBezTo>
                <a:cubicBezTo>
                  <a:pt x="2098306" y="100844"/>
                  <a:pt x="2097328" y="100755"/>
                  <a:pt x="2096349" y="100755"/>
                </a:cubicBezTo>
                <a:cubicBezTo>
                  <a:pt x="2095370" y="100755"/>
                  <a:pt x="2094436" y="100755"/>
                  <a:pt x="2093547" y="100755"/>
                </a:cubicBezTo>
                <a:cubicBezTo>
                  <a:pt x="2092568" y="100755"/>
                  <a:pt x="2091589" y="100755"/>
                  <a:pt x="2090611" y="100755"/>
                </a:cubicBezTo>
                <a:cubicBezTo>
                  <a:pt x="2089632" y="100755"/>
                  <a:pt x="2088653" y="100844"/>
                  <a:pt x="2087674" y="101021"/>
                </a:cubicBezTo>
                <a:cubicBezTo>
                  <a:pt x="2087942" y="98798"/>
                  <a:pt x="2088231" y="94305"/>
                  <a:pt x="2088542" y="87543"/>
                </a:cubicBezTo>
                <a:cubicBezTo>
                  <a:pt x="2088854" y="80782"/>
                  <a:pt x="2089010" y="71351"/>
                  <a:pt x="2089010" y="59251"/>
                </a:cubicBezTo>
                <a:cubicBezTo>
                  <a:pt x="2089010" y="57028"/>
                  <a:pt x="2088765" y="54937"/>
                  <a:pt x="2088275" y="52980"/>
                </a:cubicBezTo>
                <a:cubicBezTo>
                  <a:pt x="2087786" y="51022"/>
                  <a:pt x="2087008" y="49332"/>
                  <a:pt x="2085939" y="47909"/>
                </a:cubicBezTo>
                <a:cubicBezTo>
                  <a:pt x="2084872" y="46485"/>
                  <a:pt x="2083449" y="45351"/>
                  <a:pt x="2081669" y="44507"/>
                </a:cubicBezTo>
                <a:cubicBezTo>
                  <a:pt x="2079890" y="43661"/>
                  <a:pt x="2077665" y="43238"/>
                  <a:pt x="2074997" y="43238"/>
                </a:cubicBezTo>
                <a:cubicBezTo>
                  <a:pt x="2071794" y="43238"/>
                  <a:pt x="2069080" y="43861"/>
                  <a:pt x="2066856" y="45107"/>
                </a:cubicBezTo>
                <a:cubicBezTo>
                  <a:pt x="2064632" y="46352"/>
                  <a:pt x="2062898" y="47820"/>
                  <a:pt x="2061653" y="49510"/>
                </a:cubicBezTo>
                <a:cubicBezTo>
                  <a:pt x="2060940" y="50489"/>
                  <a:pt x="2060384" y="51467"/>
                  <a:pt x="2059983" y="52446"/>
                </a:cubicBezTo>
                <a:cubicBezTo>
                  <a:pt x="2059584" y="53425"/>
                  <a:pt x="2059273" y="54915"/>
                  <a:pt x="2059051" y="56918"/>
                </a:cubicBezTo>
                <a:cubicBezTo>
                  <a:pt x="2058828" y="58919"/>
                  <a:pt x="2058672" y="61721"/>
                  <a:pt x="2058582" y="65324"/>
                </a:cubicBezTo>
                <a:cubicBezTo>
                  <a:pt x="2058494" y="68926"/>
                  <a:pt x="2058450" y="73886"/>
                  <a:pt x="2058450" y="80203"/>
                </a:cubicBezTo>
                <a:cubicBezTo>
                  <a:pt x="2058450" y="84029"/>
                  <a:pt x="2058516" y="87522"/>
                  <a:pt x="2058649" y="90681"/>
                </a:cubicBezTo>
                <a:cubicBezTo>
                  <a:pt x="2058782" y="93839"/>
                  <a:pt x="2058939" y="97285"/>
                  <a:pt x="2059118" y="101021"/>
                </a:cubicBezTo>
                <a:cubicBezTo>
                  <a:pt x="2057071" y="100844"/>
                  <a:pt x="2055113" y="100755"/>
                  <a:pt x="2053245" y="100755"/>
                </a:cubicBezTo>
                <a:cubicBezTo>
                  <a:pt x="2051377" y="100755"/>
                  <a:pt x="2049420" y="100844"/>
                  <a:pt x="2047373" y="101021"/>
                </a:cubicBezTo>
                <a:cubicBezTo>
                  <a:pt x="2047818" y="96129"/>
                  <a:pt x="2048129" y="91147"/>
                  <a:pt x="2048307" y="86075"/>
                </a:cubicBezTo>
                <a:cubicBezTo>
                  <a:pt x="2048485" y="81003"/>
                  <a:pt x="2048574" y="76021"/>
                  <a:pt x="2048574" y="71129"/>
                </a:cubicBezTo>
                <a:cubicBezTo>
                  <a:pt x="2048574" y="66948"/>
                  <a:pt x="2048552" y="63678"/>
                  <a:pt x="2048507" y="61320"/>
                </a:cubicBezTo>
                <a:cubicBezTo>
                  <a:pt x="2048463" y="58962"/>
                  <a:pt x="2048353" y="57094"/>
                  <a:pt x="2048175" y="55716"/>
                </a:cubicBezTo>
                <a:cubicBezTo>
                  <a:pt x="2047997" y="54337"/>
                  <a:pt x="2047752" y="53203"/>
                  <a:pt x="2047440" y="52314"/>
                </a:cubicBezTo>
                <a:cubicBezTo>
                  <a:pt x="2047129" y="51423"/>
                  <a:pt x="2046707" y="50445"/>
                  <a:pt x="2046173" y="49377"/>
                </a:cubicBezTo>
                <a:cubicBezTo>
                  <a:pt x="2045194" y="47686"/>
                  <a:pt x="2043659" y="46240"/>
                  <a:pt x="2041567" y="45040"/>
                </a:cubicBezTo>
                <a:cubicBezTo>
                  <a:pt x="2039477" y="43839"/>
                  <a:pt x="2037319" y="43238"/>
                  <a:pt x="2035096" y="43238"/>
                </a:cubicBezTo>
                <a:cubicBezTo>
                  <a:pt x="2029225" y="43238"/>
                  <a:pt x="2024910" y="45151"/>
                  <a:pt x="2022151" y="48976"/>
                </a:cubicBezTo>
                <a:cubicBezTo>
                  <a:pt x="2019393" y="52802"/>
                  <a:pt x="2018014" y="58184"/>
                  <a:pt x="2018014" y="65124"/>
                </a:cubicBezTo>
                <a:lnTo>
                  <a:pt x="2018014" y="76466"/>
                </a:lnTo>
                <a:cubicBezTo>
                  <a:pt x="2018014" y="80471"/>
                  <a:pt x="2018080" y="84675"/>
                  <a:pt x="2018213" y="89079"/>
                </a:cubicBezTo>
                <a:cubicBezTo>
                  <a:pt x="2018348" y="93482"/>
                  <a:pt x="2018637" y="97463"/>
                  <a:pt x="2019083" y="101021"/>
                </a:cubicBezTo>
                <a:cubicBezTo>
                  <a:pt x="2017035" y="100844"/>
                  <a:pt x="2015034" y="100755"/>
                  <a:pt x="2013078" y="100755"/>
                </a:cubicBezTo>
                <a:cubicBezTo>
                  <a:pt x="2011120" y="100755"/>
                  <a:pt x="2009118" y="100844"/>
                  <a:pt x="2007073" y="101021"/>
                </a:cubicBezTo>
                <a:cubicBezTo>
                  <a:pt x="2007517" y="97463"/>
                  <a:pt x="2007805" y="93482"/>
                  <a:pt x="2007938" y="89079"/>
                </a:cubicBezTo>
                <a:cubicBezTo>
                  <a:pt x="2008073" y="84675"/>
                  <a:pt x="2008140" y="80471"/>
                  <a:pt x="2008140" y="76466"/>
                </a:cubicBezTo>
                <a:lnTo>
                  <a:pt x="2008140" y="62589"/>
                </a:lnTo>
                <a:close/>
                <a:moveTo>
                  <a:pt x="2144392" y="40569"/>
                </a:moveTo>
                <a:cubicBezTo>
                  <a:pt x="2141100" y="40569"/>
                  <a:pt x="2138319" y="41325"/>
                  <a:pt x="2136049" y="42837"/>
                </a:cubicBezTo>
                <a:cubicBezTo>
                  <a:pt x="2133781" y="44349"/>
                  <a:pt x="2131913" y="46240"/>
                  <a:pt x="2130445" y="48510"/>
                </a:cubicBezTo>
                <a:cubicBezTo>
                  <a:pt x="2128978" y="50778"/>
                  <a:pt x="2127866" y="53269"/>
                  <a:pt x="2127110" y="55983"/>
                </a:cubicBezTo>
                <a:cubicBezTo>
                  <a:pt x="2126354" y="58697"/>
                  <a:pt x="2125887" y="61254"/>
                  <a:pt x="2125709" y="63656"/>
                </a:cubicBezTo>
                <a:cubicBezTo>
                  <a:pt x="2128466" y="63745"/>
                  <a:pt x="2131334" y="63835"/>
                  <a:pt x="2134314" y="63925"/>
                </a:cubicBezTo>
                <a:cubicBezTo>
                  <a:pt x="2137295" y="64013"/>
                  <a:pt x="2140209" y="64057"/>
                  <a:pt x="2143056" y="64057"/>
                </a:cubicBezTo>
                <a:cubicBezTo>
                  <a:pt x="2145992" y="64057"/>
                  <a:pt x="2148973" y="64013"/>
                  <a:pt x="2151997" y="63925"/>
                </a:cubicBezTo>
                <a:cubicBezTo>
                  <a:pt x="2155022" y="63835"/>
                  <a:pt x="2157958" y="63745"/>
                  <a:pt x="2160806" y="63656"/>
                </a:cubicBezTo>
                <a:cubicBezTo>
                  <a:pt x="2160806" y="61254"/>
                  <a:pt x="2160606" y="58719"/>
                  <a:pt x="2160205" y="56050"/>
                </a:cubicBezTo>
                <a:cubicBezTo>
                  <a:pt x="2159805" y="53380"/>
                  <a:pt x="2159004" y="50888"/>
                  <a:pt x="2157802" y="48575"/>
                </a:cubicBezTo>
                <a:cubicBezTo>
                  <a:pt x="2156601" y="46262"/>
                  <a:pt x="2154933" y="44349"/>
                  <a:pt x="2152797" y="42837"/>
                </a:cubicBezTo>
                <a:cubicBezTo>
                  <a:pt x="2150662" y="41325"/>
                  <a:pt x="2147860" y="40569"/>
                  <a:pt x="2144392" y="40569"/>
                </a:cubicBezTo>
                <a:moveTo>
                  <a:pt x="2113565" y="71396"/>
                </a:moveTo>
                <a:cubicBezTo>
                  <a:pt x="2113565" y="60453"/>
                  <a:pt x="2116166" y="51868"/>
                  <a:pt x="2121370" y="45641"/>
                </a:cubicBezTo>
                <a:cubicBezTo>
                  <a:pt x="2126574" y="39413"/>
                  <a:pt x="2134159" y="36299"/>
                  <a:pt x="2144125" y="36299"/>
                </a:cubicBezTo>
                <a:cubicBezTo>
                  <a:pt x="2148840" y="36299"/>
                  <a:pt x="2152909" y="37033"/>
                  <a:pt x="2156334" y="38502"/>
                </a:cubicBezTo>
                <a:cubicBezTo>
                  <a:pt x="2159759" y="39969"/>
                  <a:pt x="2162628" y="41926"/>
                  <a:pt x="2164942" y="44372"/>
                </a:cubicBezTo>
                <a:cubicBezTo>
                  <a:pt x="2167255" y="46819"/>
                  <a:pt x="2168967" y="49688"/>
                  <a:pt x="2170079" y="52980"/>
                </a:cubicBezTo>
                <a:cubicBezTo>
                  <a:pt x="2171191" y="56272"/>
                  <a:pt x="2171747" y="59786"/>
                  <a:pt x="2171747" y="63521"/>
                </a:cubicBezTo>
                <a:cubicBezTo>
                  <a:pt x="2171747" y="64412"/>
                  <a:pt x="2171724" y="65280"/>
                  <a:pt x="2171680" y="66126"/>
                </a:cubicBezTo>
                <a:cubicBezTo>
                  <a:pt x="2171636" y="66970"/>
                  <a:pt x="2171570" y="67837"/>
                  <a:pt x="2171480" y="68726"/>
                </a:cubicBezTo>
                <a:cubicBezTo>
                  <a:pt x="2166676" y="68638"/>
                  <a:pt x="2161916" y="68550"/>
                  <a:pt x="2157202" y="68461"/>
                </a:cubicBezTo>
                <a:cubicBezTo>
                  <a:pt x="2152487" y="68372"/>
                  <a:pt x="2147728" y="68327"/>
                  <a:pt x="2142923" y="68327"/>
                </a:cubicBezTo>
                <a:cubicBezTo>
                  <a:pt x="2139987" y="68327"/>
                  <a:pt x="2137073" y="68372"/>
                  <a:pt x="2134182" y="68461"/>
                </a:cubicBezTo>
                <a:cubicBezTo>
                  <a:pt x="2131290" y="68550"/>
                  <a:pt x="2128376" y="68638"/>
                  <a:pt x="2125440" y="68726"/>
                </a:cubicBezTo>
                <a:cubicBezTo>
                  <a:pt x="2125352" y="69171"/>
                  <a:pt x="2125308" y="69839"/>
                  <a:pt x="2125308" y="70728"/>
                </a:cubicBezTo>
                <a:lnTo>
                  <a:pt x="2125308" y="72463"/>
                </a:lnTo>
                <a:cubicBezTo>
                  <a:pt x="2125308" y="75932"/>
                  <a:pt x="2125819" y="79180"/>
                  <a:pt x="2126841" y="82206"/>
                </a:cubicBezTo>
                <a:cubicBezTo>
                  <a:pt x="2127865" y="85231"/>
                  <a:pt x="2129355" y="87833"/>
                  <a:pt x="2131313" y="90013"/>
                </a:cubicBezTo>
                <a:cubicBezTo>
                  <a:pt x="2133270" y="92192"/>
                  <a:pt x="2135672" y="93927"/>
                  <a:pt x="2138519" y="95218"/>
                </a:cubicBezTo>
                <a:cubicBezTo>
                  <a:pt x="2141366" y="96508"/>
                  <a:pt x="2144658" y="97152"/>
                  <a:pt x="2148395" y="97152"/>
                </a:cubicBezTo>
                <a:cubicBezTo>
                  <a:pt x="2150173" y="97152"/>
                  <a:pt x="2151996" y="96908"/>
                  <a:pt x="2153864" y="96419"/>
                </a:cubicBezTo>
                <a:cubicBezTo>
                  <a:pt x="2155734" y="95929"/>
                  <a:pt x="2157557" y="95261"/>
                  <a:pt x="2159336" y="94416"/>
                </a:cubicBezTo>
                <a:cubicBezTo>
                  <a:pt x="2161115" y="93570"/>
                  <a:pt x="2162784" y="92569"/>
                  <a:pt x="2164341" y="91414"/>
                </a:cubicBezTo>
                <a:cubicBezTo>
                  <a:pt x="2165898" y="90258"/>
                  <a:pt x="2167255" y="89011"/>
                  <a:pt x="2168411" y="87676"/>
                </a:cubicBezTo>
                <a:lnTo>
                  <a:pt x="2169079" y="88077"/>
                </a:lnTo>
                <a:lnTo>
                  <a:pt x="2168279" y="94615"/>
                </a:lnTo>
                <a:cubicBezTo>
                  <a:pt x="2165609" y="96751"/>
                  <a:pt x="2162294" y="98574"/>
                  <a:pt x="2158336" y="100087"/>
                </a:cubicBezTo>
                <a:cubicBezTo>
                  <a:pt x="2154377" y="101599"/>
                  <a:pt x="2150263" y="102355"/>
                  <a:pt x="2145992" y="102355"/>
                </a:cubicBezTo>
                <a:cubicBezTo>
                  <a:pt x="2141188" y="102355"/>
                  <a:pt x="2136806" y="101621"/>
                  <a:pt x="2132846" y="100154"/>
                </a:cubicBezTo>
                <a:cubicBezTo>
                  <a:pt x="2128887" y="98686"/>
                  <a:pt x="2125462" y="96552"/>
                  <a:pt x="2122571" y="93750"/>
                </a:cubicBezTo>
                <a:cubicBezTo>
                  <a:pt x="2119681" y="90947"/>
                  <a:pt x="2117457" y="87632"/>
                  <a:pt x="2115900" y="83807"/>
                </a:cubicBezTo>
                <a:cubicBezTo>
                  <a:pt x="2114343" y="79981"/>
                  <a:pt x="2113565" y="75844"/>
                  <a:pt x="2113565" y="71396"/>
                </a:cubicBezTo>
                <a:close/>
                <a:moveTo>
                  <a:pt x="2229263" y="63521"/>
                </a:moveTo>
                <a:cubicBezTo>
                  <a:pt x="2229263" y="56849"/>
                  <a:pt x="2227973" y="51801"/>
                  <a:pt x="2225392" y="48376"/>
                </a:cubicBezTo>
                <a:cubicBezTo>
                  <a:pt x="2222813" y="44951"/>
                  <a:pt x="2219255" y="43238"/>
                  <a:pt x="2214718" y="43238"/>
                </a:cubicBezTo>
                <a:cubicBezTo>
                  <a:pt x="2208491" y="43238"/>
                  <a:pt x="2203932" y="45151"/>
                  <a:pt x="2201040" y="48976"/>
                </a:cubicBezTo>
                <a:cubicBezTo>
                  <a:pt x="2198149" y="52802"/>
                  <a:pt x="2196703" y="58184"/>
                  <a:pt x="2196703" y="65124"/>
                </a:cubicBezTo>
                <a:lnTo>
                  <a:pt x="2196703" y="76466"/>
                </a:lnTo>
                <a:cubicBezTo>
                  <a:pt x="2196703" y="80471"/>
                  <a:pt x="2196770" y="84675"/>
                  <a:pt x="2196903" y="89079"/>
                </a:cubicBezTo>
                <a:cubicBezTo>
                  <a:pt x="2197036" y="93482"/>
                  <a:pt x="2197325" y="97463"/>
                  <a:pt x="2197770" y="101021"/>
                </a:cubicBezTo>
                <a:cubicBezTo>
                  <a:pt x="2195724" y="100844"/>
                  <a:pt x="2193723" y="100755"/>
                  <a:pt x="2191765" y="100755"/>
                </a:cubicBezTo>
                <a:cubicBezTo>
                  <a:pt x="2189808" y="100755"/>
                  <a:pt x="2187806" y="100844"/>
                  <a:pt x="2185760" y="101021"/>
                </a:cubicBezTo>
                <a:cubicBezTo>
                  <a:pt x="2186204" y="97463"/>
                  <a:pt x="2186493" y="93482"/>
                  <a:pt x="2186626" y="89079"/>
                </a:cubicBezTo>
                <a:cubicBezTo>
                  <a:pt x="2186760" y="84675"/>
                  <a:pt x="2186827" y="80471"/>
                  <a:pt x="2186827" y="76466"/>
                </a:cubicBezTo>
                <a:lnTo>
                  <a:pt x="2186827" y="62589"/>
                </a:lnTo>
                <a:cubicBezTo>
                  <a:pt x="2186827" y="58586"/>
                  <a:pt x="2186760" y="54382"/>
                  <a:pt x="2186626" y="49978"/>
                </a:cubicBezTo>
                <a:cubicBezTo>
                  <a:pt x="2186493" y="45574"/>
                  <a:pt x="2186204" y="41459"/>
                  <a:pt x="2185760" y="37632"/>
                </a:cubicBezTo>
                <a:cubicBezTo>
                  <a:pt x="2188251" y="38078"/>
                  <a:pt x="2190253" y="38300"/>
                  <a:pt x="2191765" y="38300"/>
                </a:cubicBezTo>
                <a:cubicBezTo>
                  <a:pt x="2192477" y="38300"/>
                  <a:pt x="2193254" y="38234"/>
                  <a:pt x="2194099" y="38101"/>
                </a:cubicBezTo>
                <a:cubicBezTo>
                  <a:pt x="2194945" y="37968"/>
                  <a:pt x="2195946" y="37811"/>
                  <a:pt x="2197102" y="37632"/>
                </a:cubicBezTo>
                <a:cubicBezTo>
                  <a:pt x="2196836" y="41192"/>
                  <a:pt x="2196703" y="44750"/>
                  <a:pt x="2196703" y="48308"/>
                </a:cubicBezTo>
                <a:lnTo>
                  <a:pt x="2196970" y="48308"/>
                </a:lnTo>
                <a:cubicBezTo>
                  <a:pt x="2199461" y="44483"/>
                  <a:pt x="2202441" y="41525"/>
                  <a:pt x="2205911" y="39434"/>
                </a:cubicBezTo>
                <a:cubicBezTo>
                  <a:pt x="2209381" y="37344"/>
                  <a:pt x="2213518" y="36299"/>
                  <a:pt x="2218322" y="36299"/>
                </a:cubicBezTo>
                <a:cubicBezTo>
                  <a:pt x="2220813" y="36299"/>
                  <a:pt x="2223326" y="36655"/>
                  <a:pt x="2225861" y="37368"/>
                </a:cubicBezTo>
                <a:cubicBezTo>
                  <a:pt x="2228396" y="38079"/>
                  <a:pt x="2230687" y="39302"/>
                  <a:pt x="2232733" y="41037"/>
                </a:cubicBezTo>
                <a:cubicBezTo>
                  <a:pt x="2234780" y="42772"/>
                  <a:pt x="2236449" y="45130"/>
                  <a:pt x="2237738" y="48111"/>
                </a:cubicBezTo>
                <a:cubicBezTo>
                  <a:pt x="2239028" y="51091"/>
                  <a:pt x="2239673" y="54893"/>
                  <a:pt x="2239673" y="59518"/>
                </a:cubicBezTo>
                <a:cubicBezTo>
                  <a:pt x="2239673" y="63344"/>
                  <a:pt x="2239584" y="67280"/>
                  <a:pt x="2239406" y="71328"/>
                </a:cubicBezTo>
                <a:cubicBezTo>
                  <a:pt x="2239228" y="75377"/>
                  <a:pt x="2239139" y="79670"/>
                  <a:pt x="2239139" y="84208"/>
                </a:cubicBezTo>
                <a:lnTo>
                  <a:pt x="2239139" y="92880"/>
                </a:lnTo>
                <a:cubicBezTo>
                  <a:pt x="2239139" y="94304"/>
                  <a:pt x="2239161" y="95706"/>
                  <a:pt x="2239206" y="97085"/>
                </a:cubicBezTo>
                <a:cubicBezTo>
                  <a:pt x="2239251" y="98464"/>
                  <a:pt x="2239318" y="99777"/>
                  <a:pt x="2239406" y="101021"/>
                </a:cubicBezTo>
                <a:cubicBezTo>
                  <a:pt x="2237626" y="100844"/>
                  <a:pt x="2235758" y="100755"/>
                  <a:pt x="2233802" y="100755"/>
                </a:cubicBezTo>
                <a:cubicBezTo>
                  <a:pt x="2231933" y="100755"/>
                  <a:pt x="2230109" y="100844"/>
                  <a:pt x="2228331" y="101021"/>
                </a:cubicBezTo>
                <a:cubicBezTo>
                  <a:pt x="2228508" y="96395"/>
                  <a:pt x="2228708" y="91636"/>
                  <a:pt x="2228929" y="86743"/>
                </a:cubicBezTo>
                <a:cubicBezTo>
                  <a:pt x="2229152" y="81849"/>
                  <a:pt x="2229263" y="76822"/>
                  <a:pt x="2229263" y="71662"/>
                </a:cubicBezTo>
                <a:lnTo>
                  <a:pt x="2229263" y="63521"/>
                </a:lnTo>
                <a:close/>
                <a:moveTo>
                  <a:pt x="2267165" y="70728"/>
                </a:moveTo>
                <a:cubicBezTo>
                  <a:pt x="2267165" y="76067"/>
                  <a:pt x="2267720" y="80471"/>
                  <a:pt x="2268832" y="83941"/>
                </a:cubicBezTo>
                <a:cubicBezTo>
                  <a:pt x="2269944" y="87410"/>
                  <a:pt x="2271367" y="90190"/>
                  <a:pt x="2273102" y="92282"/>
                </a:cubicBezTo>
                <a:cubicBezTo>
                  <a:pt x="2274837" y="94372"/>
                  <a:pt x="2276816" y="95818"/>
                  <a:pt x="2279040" y="96619"/>
                </a:cubicBezTo>
                <a:cubicBezTo>
                  <a:pt x="2281265" y="97419"/>
                  <a:pt x="2283445" y="97818"/>
                  <a:pt x="2285581" y="97818"/>
                </a:cubicBezTo>
                <a:cubicBezTo>
                  <a:pt x="2289050" y="97818"/>
                  <a:pt x="2292031" y="96951"/>
                  <a:pt x="2294522" y="95216"/>
                </a:cubicBezTo>
                <a:cubicBezTo>
                  <a:pt x="2297013" y="93481"/>
                  <a:pt x="2299081" y="91213"/>
                  <a:pt x="2300726" y="88411"/>
                </a:cubicBezTo>
                <a:cubicBezTo>
                  <a:pt x="2302372" y="85609"/>
                  <a:pt x="2303572" y="82429"/>
                  <a:pt x="2304328" y="78871"/>
                </a:cubicBezTo>
                <a:cubicBezTo>
                  <a:pt x="2305086" y="75311"/>
                  <a:pt x="2305465" y="71752"/>
                  <a:pt x="2305465" y="68193"/>
                </a:cubicBezTo>
                <a:cubicBezTo>
                  <a:pt x="2305465" y="59653"/>
                  <a:pt x="2303819" y="53136"/>
                  <a:pt x="2300527" y="48644"/>
                </a:cubicBezTo>
                <a:cubicBezTo>
                  <a:pt x="2297235" y="44151"/>
                  <a:pt x="2292386" y="41904"/>
                  <a:pt x="2285980" y="41904"/>
                </a:cubicBezTo>
                <a:cubicBezTo>
                  <a:pt x="2282777" y="41904"/>
                  <a:pt x="2279997" y="42638"/>
                  <a:pt x="2277639" y="44106"/>
                </a:cubicBezTo>
                <a:cubicBezTo>
                  <a:pt x="2275282" y="45573"/>
                  <a:pt x="2273326" y="47620"/>
                  <a:pt x="2271769" y="50245"/>
                </a:cubicBezTo>
                <a:cubicBezTo>
                  <a:pt x="2270211" y="52869"/>
                  <a:pt x="2269055" y="55938"/>
                  <a:pt x="2268299" y="59453"/>
                </a:cubicBezTo>
                <a:cubicBezTo>
                  <a:pt x="2267543" y="62966"/>
                  <a:pt x="2267165" y="66724"/>
                  <a:pt x="2267165" y="70728"/>
                </a:cubicBezTo>
                <a:moveTo>
                  <a:pt x="2305064" y="88344"/>
                </a:moveTo>
                <a:cubicBezTo>
                  <a:pt x="2304352" y="89768"/>
                  <a:pt x="2303396" y="91303"/>
                  <a:pt x="2302194" y="92950"/>
                </a:cubicBezTo>
                <a:cubicBezTo>
                  <a:pt x="2300993" y="94595"/>
                  <a:pt x="2299480" y="96130"/>
                  <a:pt x="2297656" y="97554"/>
                </a:cubicBezTo>
                <a:cubicBezTo>
                  <a:pt x="2295832" y="98976"/>
                  <a:pt x="2293675" y="100132"/>
                  <a:pt x="2291184" y="101021"/>
                </a:cubicBezTo>
                <a:cubicBezTo>
                  <a:pt x="2288693" y="101911"/>
                  <a:pt x="2285802" y="102355"/>
                  <a:pt x="2282510" y="102355"/>
                </a:cubicBezTo>
                <a:cubicBezTo>
                  <a:pt x="2279130" y="102355"/>
                  <a:pt x="2275816" y="101777"/>
                  <a:pt x="2272569" y="100620"/>
                </a:cubicBezTo>
                <a:cubicBezTo>
                  <a:pt x="2269322" y="99464"/>
                  <a:pt x="2266430" y="97573"/>
                  <a:pt x="2263894" y="94949"/>
                </a:cubicBezTo>
                <a:cubicBezTo>
                  <a:pt x="2261358" y="92325"/>
                  <a:pt x="2259312" y="88945"/>
                  <a:pt x="2257755" y="84809"/>
                </a:cubicBezTo>
                <a:cubicBezTo>
                  <a:pt x="2256199" y="80671"/>
                  <a:pt x="2255421" y="75711"/>
                  <a:pt x="2255421" y="69928"/>
                </a:cubicBezTo>
                <a:cubicBezTo>
                  <a:pt x="2255421" y="64234"/>
                  <a:pt x="2256266" y="59297"/>
                  <a:pt x="2257957" y="55116"/>
                </a:cubicBezTo>
                <a:cubicBezTo>
                  <a:pt x="2259647" y="50933"/>
                  <a:pt x="2261849" y="47441"/>
                  <a:pt x="2264562" y="44639"/>
                </a:cubicBezTo>
                <a:cubicBezTo>
                  <a:pt x="2267276" y="41837"/>
                  <a:pt x="2270345" y="39747"/>
                  <a:pt x="2273770" y="38367"/>
                </a:cubicBezTo>
                <a:cubicBezTo>
                  <a:pt x="2277195" y="36988"/>
                  <a:pt x="2280643" y="36299"/>
                  <a:pt x="2284112" y="36299"/>
                </a:cubicBezTo>
                <a:cubicBezTo>
                  <a:pt x="2293987" y="36299"/>
                  <a:pt x="2300837" y="40747"/>
                  <a:pt x="2304662" y="49644"/>
                </a:cubicBezTo>
                <a:lnTo>
                  <a:pt x="2304929" y="49644"/>
                </a:lnTo>
                <a:lnTo>
                  <a:pt x="2304929" y="36565"/>
                </a:lnTo>
                <a:cubicBezTo>
                  <a:pt x="2304929" y="33185"/>
                  <a:pt x="2304907" y="29782"/>
                  <a:pt x="2304862" y="26357"/>
                </a:cubicBezTo>
                <a:cubicBezTo>
                  <a:pt x="2304819" y="22932"/>
                  <a:pt x="2304774" y="19663"/>
                  <a:pt x="2304730" y="16549"/>
                </a:cubicBezTo>
                <a:cubicBezTo>
                  <a:pt x="2304685" y="13435"/>
                  <a:pt x="2304640" y="10499"/>
                  <a:pt x="2304595" y="7742"/>
                </a:cubicBezTo>
                <a:cubicBezTo>
                  <a:pt x="2304552" y="4983"/>
                  <a:pt x="2304485" y="2537"/>
                  <a:pt x="2304396" y="401"/>
                </a:cubicBezTo>
                <a:cubicBezTo>
                  <a:pt x="2305464" y="579"/>
                  <a:pt x="2306487" y="735"/>
                  <a:pt x="2307464" y="869"/>
                </a:cubicBezTo>
                <a:cubicBezTo>
                  <a:pt x="2308443" y="1003"/>
                  <a:pt x="2309422" y="1069"/>
                  <a:pt x="2310401" y="1069"/>
                </a:cubicBezTo>
                <a:cubicBezTo>
                  <a:pt x="2311379" y="1069"/>
                  <a:pt x="2312336" y="1003"/>
                  <a:pt x="2313270" y="869"/>
                </a:cubicBezTo>
                <a:cubicBezTo>
                  <a:pt x="2314204" y="735"/>
                  <a:pt x="2315249" y="579"/>
                  <a:pt x="2316406" y="401"/>
                </a:cubicBezTo>
                <a:cubicBezTo>
                  <a:pt x="2316140" y="3248"/>
                  <a:pt x="2315918" y="7362"/>
                  <a:pt x="2315740" y="12745"/>
                </a:cubicBezTo>
                <a:cubicBezTo>
                  <a:pt x="2315562" y="18128"/>
                  <a:pt x="2315406" y="24066"/>
                  <a:pt x="2315271" y="30560"/>
                </a:cubicBezTo>
                <a:cubicBezTo>
                  <a:pt x="2315138" y="37055"/>
                  <a:pt x="2315027" y="43728"/>
                  <a:pt x="2314937" y="50579"/>
                </a:cubicBezTo>
                <a:cubicBezTo>
                  <a:pt x="2314849" y="57429"/>
                  <a:pt x="2314805" y="63701"/>
                  <a:pt x="2314805" y="69394"/>
                </a:cubicBezTo>
                <a:cubicBezTo>
                  <a:pt x="2314805" y="75533"/>
                  <a:pt x="2314849" y="81049"/>
                  <a:pt x="2314937" y="85943"/>
                </a:cubicBezTo>
                <a:cubicBezTo>
                  <a:pt x="2315027" y="90835"/>
                  <a:pt x="2315117" y="95861"/>
                  <a:pt x="2315206" y="101021"/>
                </a:cubicBezTo>
                <a:cubicBezTo>
                  <a:pt x="2313427" y="100844"/>
                  <a:pt x="2311692" y="100755"/>
                  <a:pt x="2310002" y="100755"/>
                </a:cubicBezTo>
                <a:cubicBezTo>
                  <a:pt x="2308400" y="100755"/>
                  <a:pt x="2306709" y="100844"/>
                  <a:pt x="2304929" y="101021"/>
                </a:cubicBezTo>
                <a:lnTo>
                  <a:pt x="2305330" y="88344"/>
                </a:lnTo>
                <a:lnTo>
                  <a:pt x="2305064" y="88344"/>
                </a:lnTo>
                <a:close/>
                <a:moveTo>
                  <a:pt x="2368451" y="67794"/>
                </a:moveTo>
                <a:cubicBezTo>
                  <a:pt x="2366938" y="68327"/>
                  <a:pt x="2365181" y="68772"/>
                  <a:pt x="2363179" y="69127"/>
                </a:cubicBezTo>
                <a:cubicBezTo>
                  <a:pt x="2361178" y="69483"/>
                  <a:pt x="2359154" y="69861"/>
                  <a:pt x="2357109" y="70261"/>
                </a:cubicBezTo>
                <a:cubicBezTo>
                  <a:pt x="2355063" y="70662"/>
                  <a:pt x="2353039" y="71174"/>
                  <a:pt x="2351036" y="71797"/>
                </a:cubicBezTo>
                <a:cubicBezTo>
                  <a:pt x="2349034" y="72419"/>
                  <a:pt x="2347254" y="73264"/>
                  <a:pt x="2345697" y="74332"/>
                </a:cubicBezTo>
                <a:cubicBezTo>
                  <a:pt x="2344142" y="75399"/>
                  <a:pt x="2342896" y="76733"/>
                  <a:pt x="2341961" y="78335"/>
                </a:cubicBezTo>
                <a:cubicBezTo>
                  <a:pt x="2341027" y="79937"/>
                  <a:pt x="2340560" y="81984"/>
                  <a:pt x="2340560" y="84475"/>
                </a:cubicBezTo>
                <a:cubicBezTo>
                  <a:pt x="2340560" y="88656"/>
                  <a:pt x="2341760" y="91814"/>
                  <a:pt x="2344162" y="93949"/>
                </a:cubicBezTo>
                <a:cubicBezTo>
                  <a:pt x="2346565" y="96085"/>
                  <a:pt x="2349234" y="97152"/>
                  <a:pt x="2352171" y="97152"/>
                </a:cubicBezTo>
                <a:cubicBezTo>
                  <a:pt x="2355551" y="97152"/>
                  <a:pt x="2358642" y="96218"/>
                  <a:pt x="2361444" y="94351"/>
                </a:cubicBezTo>
                <a:cubicBezTo>
                  <a:pt x="2364247" y="92481"/>
                  <a:pt x="2366405" y="90301"/>
                  <a:pt x="2367917" y="87810"/>
                </a:cubicBezTo>
                <a:lnTo>
                  <a:pt x="2368451" y="67794"/>
                </a:lnTo>
                <a:moveTo>
                  <a:pt x="2335489" y="44038"/>
                </a:moveTo>
                <a:cubicBezTo>
                  <a:pt x="2339493" y="41014"/>
                  <a:pt x="2343185" y="38968"/>
                  <a:pt x="2346565" y="37901"/>
                </a:cubicBezTo>
                <a:cubicBezTo>
                  <a:pt x="2349946" y="36833"/>
                  <a:pt x="2353416" y="36299"/>
                  <a:pt x="2356974" y="36299"/>
                </a:cubicBezTo>
                <a:cubicBezTo>
                  <a:pt x="2360178" y="36299"/>
                  <a:pt x="2363114" y="36766"/>
                  <a:pt x="2365783" y="37699"/>
                </a:cubicBezTo>
                <a:cubicBezTo>
                  <a:pt x="2368452" y="38633"/>
                  <a:pt x="2370720" y="39968"/>
                  <a:pt x="2372588" y="41703"/>
                </a:cubicBezTo>
                <a:cubicBezTo>
                  <a:pt x="2374456" y="43438"/>
                  <a:pt x="2375924" y="45529"/>
                  <a:pt x="2376991" y="47977"/>
                </a:cubicBezTo>
                <a:cubicBezTo>
                  <a:pt x="2378059" y="50423"/>
                  <a:pt x="2378593" y="53113"/>
                  <a:pt x="2378593" y="56048"/>
                </a:cubicBezTo>
                <a:cubicBezTo>
                  <a:pt x="2378593" y="61120"/>
                  <a:pt x="2378504" y="66169"/>
                  <a:pt x="2378326" y="71196"/>
                </a:cubicBezTo>
                <a:cubicBezTo>
                  <a:pt x="2378149" y="76223"/>
                  <a:pt x="2378060" y="81538"/>
                  <a:pt x="2378060" y="87142"/>
                </a:cubicBezTo>
                <a:cubicBezTo>
                  <a:pt x="2378060" y="88211"/>
                  <a:pt x="2378082" y="89345"/>
                  <a:pt x="2378127" y="90547"/>
                </a:cubicBezTo>
                <a:cubicBezTo>
                  <a:pt x="2378172" y="91747"/>
                  <a:pt x="2378372" y="92814"/>
                  <a:pt x="2378728" y="93748"/>
                </a:cubicBezTo>
                <a:cubicBezTo>
                  <a:pt x="2379083" y="94682"/>
                  <a:pt x="2379594" y="95460"/>
                  <a:pt x="2380261" y="96083"/>
                </a:cubicBezTo>
                <a:cubicBezTo>
                  <a:pt x="2380929" y="96707"/>
                  <a:pt x="2381930" y="97018"/>
                  <a:pt x="2383264" y="97018"/>
                </a:cubicBezTo>
                <a:cubicBezTo>
                  <a:pt x="2383710" y="97018"/>
                  <a:pt x="2384177" y="96996"/>
                  <a:pt x="2384665" y="96951"/>
                </a:cubicBezTo>
                <a:cubicBezTo>
                  <a:pt x="2385155" y="96906"/>
                  <a:pt x="2385622" y="96751"/>
                  <a:pt x="2386066" y="96485"/>
                </a:cubicBezTo>
                <a:lnTo>
                  <a:pt x="2386066" y="99421"/>
                </a:lnTo>
                <a:cubicBezTo>
                  <a:pt x="2385088" y="99865"/>
                  <a:pt x="2383864" y="100220"/>
                  <a:pt x="2382397" y="100488"/>
                </a:cubicBezTo>
                <a:cubicBezTo>
                  <a:pt x="2380929" y="100755"/>
                  <a:pt x="2379306" y="100889"/>
                  <a:pt x="2377526" y="100889"/>
                </a:cubicBezTo>
                <a:cubicBezTo>
                  <a:pt x="2374680" y="100889"/>
                  <a:pt x="2372500" y="100155"/>
                  <a:pt x="2370988" y="98688"/>
                </a:cubicBezTo>
                <a:cubicBezTo>
                  <a:pt x="2369475" y="97219"/>
                  <a:pt x="2368586" y="95328"/>
                  <a:pt x="2368318" y="93015"/>
                </a:cubicBezTo>
                <a:cubicBezTo>
                  <a:pt x="2365116" y="96217"/>
                  <a:pt x="2361958" y="98574"/>
                  <a:pt x="2358843" y="100087"/>
                </a:cubicBezTo>
                <a:cubicBezTo>
                  <a:pt x="2355729" y="101599"/>
                  <a:pt x="2351904" y="102355"/>
                  <a:pt x="2347367" y="102355"/>
                </a:cubicBezTo>
                <a:cubicBezTo>
                  <a:pt x="2345142" y="102355"/>
                  <a:pt x="2342962" y="102044"/>
                  <a:pt x="2340827" y="101420"/>
                </a:cubicBezTo>
                <a:cubicBezTo>
                  <a:pt x="2338693" y="100799"/>
                  <a:pt x="2336802" y="99777"/>
                  <a:pt x="2335156" y="98354"/>
                </a:cubicBezTo>
                <a:cubicBezTo>
                  <a:pt x="2333510" y="96930"/>
                  <a:pt x="2332176" y="95217"/>
                  <a:pt x="2331152" y="93216"/>
                </a:cubicBezTo>
                <a:cubicBezTo>
                  <a:pt x="2330130" y="91214"/>
                  <a:pt x="2329619" y="88923"/>
                  <a:pt x="2329619" y="86342"/>
                </a:cubicBezTo>
                <a:cubicBezTo>
                  <a:pt x="2329619" y="81004"/>
                  <a:pt x="2331287" y="76868"/>
                  <a:pt x="2334622" y="73933"/>
                </a:cubicBezTo>
                <a:cubicBezTo>
                  <a:pt x="2337959" y="70997"/>
                  <a:pt x="2342563" y="69039"/>
                  <a:pt x="2348434" y="68060"/>
                </a:cubicBezTo>
                <a:cubicBezTo>
                  <a:pt x="2353238" y="67259"/>
                  <a:pt x="2356997" y="66570"/>
                  <a:pt x="2359711" y="65991"/>
                </a:cubicBezTo>
                <a:cubicBezTo>
                  <a:pt x="2362425" y="65413"/>
                  <a:pt x="2364426" y="64812"/>
                  <a:pt x="2365716" y="64189"/>
                </a:cubicBezTo>
                <a:cubicBezTo>
                  <a:pt x="2367005" y="63566"/>
                  <a:pt x="2367783" y="62832"/>
                  <a:pt x="2368049" y="61988"/>
                </a:cubicBezTo>
                <a:cubicBezTo>
                  <a:pt x="2368317" y="61142"/>
                  <a:pt x="2368451" y="60052"/>
                  <a:pt x="2368451" y="58718"/>
                </a:cubicBezTo>
                <a:cubicBezTo>
                  <a:pt x="2368451" y="56494"/>
                  <a:pt x="2368184" y="54360"/>
                  <a:pt x="2367650" y="52314"/>
                </a:cubicBezTo>
                <a:cubicBezTo>
                  <a:pt x="2367117" y="50267"/>
                  <a:pt x="2366272" y="48487"/>
                  <a:pt x="2365115" y="46975"/>
                </a:cubicBezTo>
                <a:cubicBezTo>
                  <a:pt x="2363959" y="45462"/>
                  <a:pt x="2362446" y="44239"/>
                  <a:pt x="2360578" y="43305"/>
                </a:cubicBezTo>
                <a:cubicBezTo>
                  <a:pt x="2358710" y="42371"/>
                  <a:pt x="2356442" y="41904"/>
                  <a:pt x="2353773" y="41904"/>
                </a:cubicBezTo>
                <a:cubicBezTo>
                  <a:pt x="2350214" y="41904"/>
                  <a:pt x="2346899" y="42705"/>
                  <a:pt x="2343830" y="44307"/>
                </a:cubicBezTo>
                <a:cubicBezTo>
                  <a:pt x="2340761" y="45908"/>
                  <a:pt x="2338470" y="48131"/>
                  <a:pt x="2336958" y="50978"/>
                </a:cubicBezTo>
                <a:lnTo>
                  <a:pt x="2335489" y="50978"/>
                </a:lnTo>
                <a:lnTo>
                  <a:pt x="2335489" y="44038"/>
                </a:lnTo>
                <a:close/>
                <a:moveTo>
                  <a:pt x="2413024" y="19752"/>
                </a:moveTo>
                <a:cubicBezTo>
                  <a:pt x="2412757" y="23132"/>
                  <a:pt x="2412556" y="26446"/>
                  <a:pt x="2412422" y="29693"/>
                </a:cubicBezTo>
                <a:cubicBezTo>
                  <a:pt x="2412289" y="32940"/>
                  <a:pt x="2412133" y="36210"/>
                  <a:pt x="2411955" y="39502"/>
                </a:cubicBezTo>
                <a:cubicBezTo>
                  <a:pt x="2412934" y="39502"/>
                  <a:pt x="2414758" y="39479"/>
                  <a:pt x="2417427" y="39434"/>
                </a:cubicBezTo>
                <a:cubicBezTo>
                  <a:pt x="2420096" y="39390"/>
                  <a:pt x="2422987" y="39278"/>
                  <a:pt x="2426101" y="39100"/>
                </a:cubicBezTo>
                <a:cubicBezTo>
                  <a:pt x="2426013" y="39368"/>
                  <a:pt x="2425969" y="39857"/>
                  <a:pt x="2425969" y="40569"/>
                </a:cubicBezTo>
                <a:lnTo>
                  <a:pt x="2425969" y="41904"/>
                </a:lnTo>
                <a:lnTo>
                  <a:pt x="2425969" y="43373"/>
                </a:lnTo>
                <a:cubicBezTo>
                  <a:pt x="2425969" y="43994"/>
                  <a:pt x="2426013" y="44439"/>
                  <a:pt x="2426101" y="44706"/>
                </a:cubicBezTo>
                <a:cubicBezTo>
                  <a:pt x="2424945" y="44617"/>
                  <a:pt x="2423743" y="44550"/>
                  <a:pt x="2422497" y="44507"/>
                </a:cubicBezTo>
                <a:cubicBezTo>
                  <a:pt x="2421252" y="44462"/>
                  <a:pt x="2419918" y="44440"/>
                  <a:pt x="2418494" y="44440"/>
                </a:cubicBezTo>
                <a:lnTo>
                  <a:pt x="2411955" y="44440"/>
                </a:lnTo>
                <a:cubicBezTo>
                  <a:pt x="2411867" y="44795"/>
                  <a:pt x="2411756" y="46219"/>
                  <a:pt x="2411621" y="48710"/>
                </a:cubicBezTo>
                <a:cubicBezTo>
                  <a:pt x="2411488" y="51201"/>
                  <a:pt x="2411377" y="54159"/>
                  <a:pt x="2411287" y="57584"/>
                </a:cubicBezTo>
                <a:cubicBezTo>
                  <a:pt x="2411199" y="61009"/>
                  <a:pt x="2411133" y="64590"/>
                  <a:pt x="2411088" y="68327"/>
                </a:cubicBezTo>
                <a:cubicBezTo>
                  <a:pt x="2411043" y="72063"/>
                  <a:pt x="2411021" y="75399"/>
                  <a:pt x="2411021" y="78335"/>
                </a:cubicBezTo>
                <a:cubicBezTo>
                  <a:pt x="2411021" y="80826"/>
                  <a:pt x="2411087" y="83273"/>
                  <a:pt x="2411220" y="85676"/>
                </a:cubicBezTo>
                <a:cubicBezTo>
                  <a:pt x="2411355" y="88077"/>
                  <a:pt x="2411778" y="90235"/>
                  <a:pt x="2412489" y="92147"/>
                </a:cubicBezTo>
                <a:cubicBezTo>
                  <a:pt x="2413202" y="94060"/>
                  <a:pt x="2414269" y="95595"/>
                  <a:pt x="2415692" y="96751"/>
                </a:cubicBezTo>
                <a:cubicBezTo>
                  <a:pt x="2417116" y="97908"/>
                  <a:pt x="2419162" y="98486"/>
                  <a:pt x="2421831" y="98486"/>
                </a:cubicBezTo>
                <a:cubicBezTo>
                  <a:pt x="2422543" y="98486"/>
                  <a:pt x="2423499" y="98397"/>
                  <a:pt x="2424700" y="98219"/>
                </a:cubicBezTo>
                <a:cubicBezTo>
                  <a:pt x="2425902" y="98042"/>
                  <a:pt x="2426947" y="97819"/>
                  <a:pt x="2427836" y="97552"/>
                </a:cubicBezTo>
                <a:lnTo>
                  <a:pt x="2427836" y="100755"/>
                </a:lnTo>
                <a:cubicBezTo>
                  <a:pt x="2426324" y="101022"/>
                  <a:pt x="2424656" y="101355"/>
                  <a:pt x="2422831" y="101754"/>
                </a:cubicBezTo>
                <a:cubicBezTo>
                  <a:pt x="2421008" y="102155"/>
                  <a:pt x="2419251" y="102355"/>
                  <a:pt x="2417561" y="102355"/>
                </a:cubicBezTo>
                <a:cubicBezTo>
                  <a:pt x="2411956" y="102355"/>
                  <a:pt x="2407819" y="100977"/>
                  <a:pt x="2405150" y="98219"/>
                </a:cubicBezTo>
                <a:cubicBezTo>
                  <a:pt x="2402481" y="95461"/>
                  <a:pt x="2401147" y="91413"/>
                  <a:pt x="2401147" y="86075"/>
                </a:cubicBezTo>
                <a:cubicBezTo>
                  <a:pt x="2401147" y="83674"/>
                  <a:pt x="2401191" y="81072"/>
                  <a:pt x="2401279" y="78270"/>
                </a:cubicBezTo>
                <a:cubicBezTo>
                  <a:pt x="2401369" y="75467"/>
                  <a:pt x="2401480" y="72398"/>
                  <a:pt x="2401613" y="69062"/>
                </a:cubicBezTo>
                <a:cubicBezTo>
                  <a:pt x="2401746" y="65725"/>
                  <a:pt x="2401857" y="62033"/>
                  <a:pt x="2401947" y="57985"/>
                </a:cubicBezTo>
                <a:cubicBezTo>
                  <a:pt x="2402037" y="53937"/>
                  <a:pt x="2402081" y="49422"/>
                  <a:pt x="2402081" y="44440"/>
                </a:cubicBezTo>
                <a:lnTo>
                  <a:pt x="2397809" y="44440"/>
                </a:lnTo>
                <a:cubicBezTo>
                  <a:pt x="2397098" y="44440"/>
                  <a:pt x="2396342" y="44462"/>
                  <a:pt x="2395541" y="44507"/>
                </a:cubicBezTo>
                <a:cubicBezTo>
                  <a:pt x="2394740" y="44550"/>
                  <a:pt x="2393895" y="44617"/>
                  <a:pt x="2393006" y="44706"/>
                </a:cubicBezTo>
                <a:cubicBezTo>
                  <a:pt x="2393095" y="44173"/>
                  <a:pt x="2393162" y="43662"/>
                  <a:pt x="2393205" y="43173"/>
                </a:cubicBezTo>
                <a:cubicBezTo>
                  <a:pt x="2393250" y="42683"/>
                  <a:pt x="2393273" y="42171"/>
                  <a:pt x="2393273" y="41638"/>
                </a:cubicBezTo>
                <a:cubicBezTo>
                  <a:pt x="2393273" y="41192"/>
                  <a:pt x="2393250" y="40748"/>
                  <a:pt x="2393205" y="40304"/>
                </a:cubicBezTo>
                <a:cubicBezTo>
                  <a:pt x="2393162" y="39859"/>
                  <a:pt x="2393095" y="39413"/>
                  <a:pt x="2393006" y="38968"/>
                </a:cubicBezTo>
                <a:cubicBezTo>
                  <a:pt x="2397009" y="39234"/>
                  <a:pt x="2399945" y="39367"/>
                  <a:pt x="2401813" y="39367"/>
                </a:cubicBezTo>
                <a:cubicBezTo>
                  <a:pt x="2401724" y="37589"/>
                  <a:pt x="2401658" y="35365"/>
                  <a:pt x="2401613" y="32696"/>
                </a:cubicBezTo>
                <a:cubicBezTo>
                  <a:pt x="2401568" y="30028"/>
                  <a:pt x="2401457" y="27269"/>
                  <a:pt x="2401279" y="24421"/>
                </a:cubicBezTo>
                <a:lnTo>
                  <a:pt x="2412356" y="19752"/>
                </a:lnTo>
                <a:lnTo>
                  <a:pt x="2413024" y="19752"/>
                </a:lnTo>
                <a:close/>
                <a:moveTo>
                  <a:pt x="2439580" y="14413"/>
                </a:moveTo>
                <a:cubicBezTo>
                  <a:pt x="2439580" y="12545"/>
                  <a:pt x="2440247" y="10944"/>
                  <a:pt x="2441581" y="9609"/>
                </a:cubicBezTo>
                <a:cubicBezTo>
                  <a:pt x="2442916" y="8275"/>
                  <a:pt x="2444517" y="7608"/>
                  <a:pt x="2446387" y="7608"/>
                </a:cubicBezTo>
                <a:cubicBezTo>
                  <a:pt x="2448255" y="7608"/>
                  <a:pt x="2449856" y="8275"/>
                  <a:pt x="2451190" y="9609"/>
                </a:cubicBezTo>
                <a:cubicBezTo>
                  <a:pt x="2452525" y="10944"/>
                  <a:pt x="2453192" y="12545"/>
                  <a:pt x="2453192" y="14413"/>
                </a:cubicBezTo>
                <a:cubicBezTo>
                  <a:pt x="2453192" y="16281"/>
                  <a:pt x="2452525" y="17883"/>
                  <a:pt x="2451190" y="19218"/>
                </a:cubicBezTo>
                <a:cubicBezTo>
                  <a:pt x="2449856" y="20553"/>
                  <a:pt x="2448255" y="21220"/>
                  <a:pt x="2446387" y="21220"/>
                </a:cubicBezTo>
                <a:cubicBezTo>
                  <a:pt x="2444517" y="21220"/>
                  <a:pt x="2442916" y="20553"/>
                  <a:pt x="2441581" y="19218"/>
                </a:cubicBezTo>
                <a:cubicBezTo>
                  <a:pt x="2440247" y="17883"/>
                  <a:pt x="2439580" y="16281"/>
                  <a:pt x="2439580" y="14413"/>
                </a:cubicBezTo>
                <a:moveTo>
                  <a:pt x="2441449" y="62589"/>
                </a:moveTo>
                <a:cubicBezTo>
                  <a:pt x="2441449" y="58586"/>
                  <a:pt x="2441382" y="54382"/>
                  <a:pt x="2441247" y="49978"/>
                </a:cubicBezTo>
                <a:cubicBezTo>
                  <a:pt x="2441114" y="45574"/>
                  <a:pt x="2440825" y="41459"/>
                  <a:pt x="2440380" y="37632"/>
                </a:cubicBezTo>
                <a:cubicBezTo>
                  <a:pt x="2442871" y="38078"/>
                  <a:pt x="2444873" y="38300"/>
                  <a:pt x="2446387" y="38300"/>
                </a:cubicBezTo>
                <a:cubicBezTo>
                  <a:pt x="2447899" y="38300"/>
                  <a:pt x="2449901" y="38078"/>
                  <a:pt x="2452392" y="37632"/>
                </a:cubicBezTo>
                <a:cubicBezTo>
                  <a:pt x="2451946" y="41459"/>
                  <a:pt x="2451657" y="45574"/>
                  <a:pt x="2451522" y="49978"/>
                </a:cubicBezTo>
                <a:cubicBezTo>
                  <a:pt x="2451389" y="54382"/>
                  <a:pt x="2451323" y="58586"/>
                  <a:pt x="2451323" y="62589"/>
                </a:cubicBezTo>
                <a:lnTo>
                  <a:pt x="2451323" y="76466"/>
                </a:lnTo>
                <a:cubicBezTo>
                  <a:pt x="2451323" y="80471"/>
                  <a:pt x="2451389" y="84675"/>
                  <a:pt x="2451522" y="89079"/>
                </a:cubicBezTo>
                <a:cubicBezTo>
                  <a:pt x="2451657" y="93482"/>
                  <a:pt x="2451946" y="97463"/>
                  <a:pt x="2452392" y="101021"/>
                </a:cubicBezTo>
                <a:cubicBezTo>
                  <a:pt x="2450345" y="100844"/>
                  <a:pt x="2448343" y="100755"/>
                  <a:pt x="2446387" y="100755"/>
                </a:cubicBezTo>
                <a:cubicBezTo>
                  <a:pt x="2444429" y="100755"/>
                  <a:pt x="2442427" y="100844"/>
                  <a:pt x="2440380" y="101021"/>
                </a:cubicBezTo>
                <a:cubicBezTo>
                  <a:pt x="2440825" y="97463"/>
                  <a:pt x="2441114" y="93482"/>
                  <a:pt x="2441247" y="89079"/>
                </a:cubicBezTo>
                <a:cubicBezTo>
                  <a:pt x="2441382" y="84675"/>
                  <a:pt x="2441449" y="80471"/>
                  <a:pt x="2441449" y="76466"/>
                </a:cubicBezTo>
                <a:lnTo>
                  <a:pt x="2441449" y="62589"/>
                </a:lnTo>
                <a:close/>
                <a:moveTo>
                  <a:pt x="2481350" y="69528"/>
                </a:moveTo>
                <a:cubicBezTo>
                  <a:pt x="2481350" y="73264"/>
                  <a:pt x="2481683" y="76867"/>
                  <a:pt x="2482349" y="80337"/>
                </a:cubicBezTo>
                <a:cubicBezTo>
                  <a:pt x="2483017" y="83807"/>
                  <a:pt x="2484152" y="86898"/>
                  <a:pt x="2485752" y="89612"/>
                </a:cubicBezTo>
                <a:cubicBezTo>
                  <a:pt x="2487354" y="92326"/>
                  <a:pt x="2489489" y="94484"/>
                  <a:pt x="2492158" y="96085"/>
                </a:cubicBezTo>
                <a:cubicBezTo>
                  <a:pt x="2494827" y="97686"/>
                  <a:pt x="2498119" y="98486"/>
                  <a:pt x="2502034" y="98486"/>
                </a:cubicBezTo>
                <a:cubicBezTo>
                  <a:pt x="2505949" y="98486"/>
                  <a:pt x="2509241" y="97686"/>
                  <a:pt x="2511910" y="96085"/>
                </a:cubicBezTo>
                <a:cubicBezTo>
                  <a:pt x="2514579" y="94484"/>
                  <a:pt x="2516714" y="92326"/>
                  <a:pt x="2518314" y="89612"/>
                </a:cubicBezTo>
                <a:cubicBezTo>
                  <a:pt x="2519916" y="86898"/>
                  <a:pt x="2521050" y="83807"/>
                  <a:pt x="2521717" y="80337"/>
                </a:cubicBezTo>
                <a:cubicBezTo>
                  <a:pt x="2522385" y="76867"/>
                  <a:pt x="2522718" y="73264"/>
                  <a:pt x="2522718" y="69528"/>
                </a:cubicBezTo>
                <a:cubicBezTo>
                  <a:pt x="2522718" y="65791"/>
                  <a:pt x="2522385" y="62188"/>
                  <a:pt x="2521717" y="58718"/>
                </a:cubicBezTo>
                <a:cubicBezTo>
                  <a:pt x="2521050" y="55248"/>
                  <a:pt x="2519916" y="52157"/>
                  <a:pt x="2518314" y="49445"/>
                </a:cubicBezTo>
                <a:cubicBezTo>
                  <a:pt x="2516714" y="46731"/>
                  <a:pt x="2514579" y="44573"/>
                  <a:pt x="2511910" y="42971"/>
                </a:cubicBezTo>
                <a:cubicBezTo>
                  <a:pt x="2509241" y="41370"/>
                  <a:pt x="2505949" y="40569"/>
                  <a:pt x="2502034" y="40569"/>
                </a:cubicBezTo>
                <a:cubicBezTo>
                  <a:pt x="2498119" y="40569"/>
                  <a:pt x="2494827" y="41370"/>
                  <a:pt x="2492158" y="42971"/>
                </a:cubicBezTo>
                <a:cubicBezTo>
                  <a:pt x="2489489" y="44573"/>
                  <a:pt x="2487354" y="46731"/>
                  <a:pt x="2485752" y="49445"/>
                </a:cubicBezTo>
                <a:cubicBezTo>
                  <a:pt x="2484152" y="52157"/>
                  <a:pt x="2483017" y="55248"/>
                  <a:pt x="2482349" y="58718"/>
                </a:cubicBezTo>
                <a:cubicBezTo>
                  <a:pt x="2481683" y="62188"/>
                  <a:pt x="2481350" y="65791"/>
                  <a:pt x="2481350" y="69528"/>
                </a:cubicBezTo>
                <a:moveTo>
                  <a:pt x="2469606" y="69528"/>
                </a:moveTo>
                <a:cubicBezTo>
                  <a:pt x="2469606" y="63478"/>
                  <a:pt x="2470563" y="58340"/>
                  <a:pt x="2472476" y="54114"/>
                </a:cubicBezTo>
                <a:cubicBezTo>
                  <a:pt x="2474388" y="49888"/>
                  <a:pt x="2476901" y="46463"/>
                  <a:pt x="2480014" y="43839"/>
                </a:cubicBezTo>
                <a:cubicBezTo>
                  <a:pt x="2483128" y="41215"/>
                  <a:pt x="2486620" y="39302"/>
                  <a:pt x="2490490" y="38101"/>
                </a:cubicBezTo>
                <a:cubicBezTo>
                  <a:pt x="2494361" y="36899"/>
                  <a:pt x="2498209" y="36299"/>
                  <a:pt x="2502034" y="36299"/>
                </a:cubicBezTo>
                <a:cubicBezTo>
                  <a:pt x="2505949" y="36299"/>
                  <a:pt x="2509819" y="36899"/>
                  <a:pt x="2513645" y="38101"/>
                </a:cubicBezTo>
                <a:cubicBezTo>
                  <a:pt x="2517470" y="39302"/>
                  <a:pt x="2520939" y="41215"/>
                  <a:pt x="2524052" y="43839"/>
                </a:cubicBezTo>
                <a:cubicBezTo>
                  <a:pt x="2527166" y="46463"/>
                  <a:pt x="2529680" y="49888"/>
                  <a:pt x="2531593" y="54114"/>
                </a:cubicBezTo>
                <a:cubicBezTo>
                  <a:pt x="2533505" y="58340"/>
                  <a:pt x="2534462" y="63478"/>
                  <a:pt x="2534462" y="69528"/>
                </a:cubicBezTo>
                <a:cubicBezTo>
                  <a:pt x="2534462" y="75577"/>
                  <a:pt x="2533505" y="80715"/>
                  <a:pt x="2531593" y="84941"/>
                </a:cubicBezTo>
                <a:cubicBezTo>
                  <a:pt x="2529680" y="89167"/>
                  <a:pt x="2527166" y="92593"/>
                  <a:pt x="2524052" y="95218"/>
                </a:cubicBezTo>
                <a:cubicBezTo>
                  <a:pt x="2520939" y="97842"/>
                  <a:pt x="2517470" y="99688"/>
                  <a:pt x="2513645" y="100755"/>
                </a:cubicBezTo>
                <a:cubicBezTo>
                  <a:pt x="2509819" y="101822"/>
                  <a:pt x="2505949" y="102355"/>
                  <a:pt x="2502034" y="102355"/>
                </a:cubicBezTo>
                <a:cubicBezTo>
                  <a:pt x="2498209" y="102355"/>
                  <a:pt x="2494361" y="101822"/>
                  <a:pt x="2490490" y="100755"/>
                </a:cubicBezTo>
                <a:cubicBezTo>
                  <a:pt x="2486620" y="99688"/>
                  <a:pt x="2483128" y="97842"/>
                  <a:pt x="2480014" y="95218"/>
                </a:cubicBezTo>
                <a:cubicBezTo>
                  <a:pt x="2476901" y="92593"/>
                  <a:pt x="2474388" y="89167"/>
                  <a:pt x="2472476" y="84941"/>
                </a:cubicBezTo>
                <a:cubicBezTo>
                  <a:pt x="2470563" y="80715"/>
                  <a:pt x="2469606" y="75577"/>
                  <a:pt x="2469606" y="69528"/>
                </a:cubicBezTo>
                <a:close/>
                <a:moveTo>
                  <a:pt x="2592778" y="63521"/>
                </a:moveTo>
                <a:cubicBezTo>
                  <a:pt x="2592778" y="56849"/>
                  <a:pt x="2591488" y="51801"/>
                  <a:pt x="2588907" y="48376"/>
                </a:cubicBezTo>
                <a:cubicBezTo>
                  <a:pt x="2586328" y="44951"/>
                  <a:pt x="2582770" y="43238"/>
                  <a:pt x="2578233" y="43238"/>
                </a:cubicBezTo>
                <a:cubicBezTo>
                  <a:pt x="2572006" y="43238"/>
                  <a:pt x="2567447" y="45151"/>
                  <a:pt x="2564556" y="48976"/>
                </a:cubicBezTo>
                <a:cubicBezTo>
                  <a:pt x="2561664" y="52802"/>
                  <a:pt x="2560218" y="58184"/>
                  <a:pt x="2560218" y="65124"/>
                </a:cubicBezTo>
                <a:lnTo>
                  <a:pt x="2560218" y="76466"/>
                </a:lnTo>
                <a:cubicBezTo>
                  <a:pt x="2560218" y="80471"/>
                  <a:pt x="2560285" y="84675"/>
                  <a:pt x="2560418" y="89079"/>
                </a:cubicBezTo>
                <a:cubicBezTo>
                  <a:pt x="2560551" y="93482"/>
                  <a:pt x="2560840" y="97463"/>
                  <a:pt x="2561285" y="101021"/>
                </a:cubicBezTo>
                <a:cubicBezTo>
                  <a:pt x="2559240" y="100844"/>
                  <a:pt x="2557238" y="100755"/>
                  <a:pt x="2555280" y="100755"/>
                </a:cubicBezTo>
                <a:cubicBezTo>
                  <a:pt x="2553323" y="100755"/>
                  <a:pt x="2551321" y="100844"/>
                  <a:pt x="2549275" y="101021"/>
                </a:cubicBezTo>
                <a:cubicBezTo>
                  <a:pt x="2549719" y="97463"/>
                  <a:pt x="2550008" y="93482"/>
                  <a:pt x="2550141" y="89079"/>
                </a:cubicBezTo>
                <a:cubicBezTo>
                  <a:pt x="2550275" y="84675"/>
                  <a:pt x="2550342" y="80471"/>
                  <a:pt x="2550342" y="76466"/>
                </a:cubicBezTo>
                <a:lnTo>
                  <a:pt x="2550342" y="62589"/>
                </a:lnTo>
                <a:cubicBezTo>
                  <a:pt x="2550342" y="58586"/>
                  <a:pt x="2550275" y="54382"/>
                  <a:pt x="2550141" y="49978"/>
                </a:cubicBezTo>
                <a:cubicBezTo>
                  <a:pt x="2550008" y="45574"/>
                  <a:pt x="2549719" y="41459"/>
                  <a:pt x="2549275" y="37632"/>
                </a:cubicBezTo>
                <a:cubicBezTo>
                  <a:pt x="2551767" y="38078"/>
                  <a:pt x="2553768" y="38300"/>
                  <a:pt x="2555280" y="38300"/>
                </a:cubicBezTo>
                <a:cubicBezTo>
                  <a:pt x="2555992" y="38300"/>
                  <a:pt x="2556770" y="38234"/>
                  <a:pt x="2557614" y="38101"/>
                </a:cubicBezTo>
                <a:cubicBezTo>
                  <a:pt x="2558460" y="37968"/>
                  <a:pt x="2559461" y="37811"/>
                  <a:pt x="2560617" y="37632"/>
                </a:cubicBezTo>
                <a:cubicBezTo>
                  <a:pt x="2560351" y="41192"/>
                  <a:pt x="2560218" y="44750"/>
                  <a:pt x="2560218" y="48308"/>
                </a:cubicBezTo>
                <a:lnTo>
                  <a:pt x="2560485" y="48308"/>
                </a:lnTo>
                <a:cubicBezTo>
                  <a:pt x="2562976" y="44483"/>
                  <a:pt x="2565957" y="41525"/>
                  <a:pt x="2569426" y="39434"/>
                </a:cubicBezTo>
                <a:cubicBezTo>
                  <a:pt x="2572896" y="37344"/>
                  <a:pt x="2577033" y="36299"/>
                  <a:pt x="2581837" y="36299"/>
                </a:cubicBezTo>
                <a:cubicBezTo>
                  <a:pt x="2584328" y="36299"/>
                  <a:pt x="2586841" y="36655"/>
                  <a:pt x="2589376" y="37368"/>
                </a:cubicBezTo>
                <a:cubicBezTo>
                  <a:pt x="2591912" y="38079"/>
                  <a:pt x="2594202" y="39302"/>
                  <a:pt x="2596248" y="41037"/>
                </a:cubicBezTo>
                <a:cubicBezTo>
                  <a:pt x="2598295" y="42772"/>
                  <a:pt x="2599964" y="45130"/>
                  <a:pt x="2601253" y="48111"/>
                </a:cubicBezTo>
                <a:cubicBezTo>
                  <a:pt x="2602543" y="51091"/>
                  <a:pt x="2603188" y="54893"/>
                  <a:pt x="2603188" y="59518"/>
                </a:cubicBezTo>
                <a:cubicBezTo>
                  <a:pt x="2603188" y="63344"/>
                  <a:pt x="2603099" y="67280"/>
                  <a:pt x="2602921" y="71328"/>
                </a:cubicBezTo>
                <a:cubicBezTo>
                  <a:pt x="2602743" y="75377"/>
                  <a:pt x="2602654" y="79670"/>
                  <a:pt x="2602654" y="84208"/>
                </a:cubicBezTo>
                <a:lnTo>
                  <a:pt x="2602654" y="92880"/>
                </a:lnTo>
                <a:cubicBezTo>
                  <a:pt x="2602654" y="94304"/>
                  <a:pt x="2602677" y="95706"/>
                  <a:pt x="2602721" y="97085"/>
                </a:cubicBezTo>
                <a:cubicBezTo>
                  <a:pt x="2602766" y="98464"/>
                  <a:pt x="2602833" y="99777"/>
                  <a:pt x="2602921" y="101021"/>
                </a:cubicBezTo>
                <a:cubicBezTo>
                  <a:pt x="2601141" y="100844"/>
                  <a:pt x="2599273" y="100755"/>
                  <a:pt x="2597317" y="100755"/>
                </a:cubicBezTo>
                <a:cubicBezTo>
                  <a:pt x="2595448" y="100755"/>
                  <a:pt x="2593624" y="100844"/>
                  <a:pt x="2591846" y="101021"/>
                </a:cubicBezTo>
                <a:cubicBezTo>
                  <a:pt x="2592024" y="96395"/>
                  <a:pt x="2592223" y="91636"/>
                  <a:pt x="2592444" y="86743"/>
                </a:cubicBezTo>
                <a:cubicBezTo>
                  <a:pt x="2592667" y="81849"/>
                  <a:pt x="2592778" y="76822"/>
                  <a:pt x="2592778" y="71662"/>
                </a:cubicBezTo>
                <a:lnTo>
                  <a:pt x="2592778" y="63521"/>
                </a:lnTo>
                <a:close/>
                <a:moveTo>
                  <a:pt x="2622805" y="88610"/>
                </a:moveTo>
                <a:cubicBezTo>
                  <a:pt x="2623250" y="89501"/>
                  <a:pt x="2623940" y="90480"/>
                  <a:pt x="2624874" y="91547"/>
                </a:cubicBezTo>
                <a:cubicBezTo>
                  <a:pt x="2625808" y="92614"/>
                  <a:pt x="2626920" y="93615"/>
                  <a:pt x="2628209" y="94550"/>
                </a:cubicBezTo>
                <a:cubicBezTo>
                  <a:pt x="2629500" y="95484"/>
                  <a:pt x="2630969" y="96263"/>
                  <a:pt x="2632614" y="96886"/>
                </a:cubicBezTo>
                <a:cubicBezTo>
                  <a:pt x="2634259" y="97507"/>
                  <a:pt x="2636016" y="97818"/>
                  <a:pt x="2637886" y="97818"/>
                </a:cubicBezTo>
                <a:cubicBezTo>
                  <a:pt x="2639576" y="97818"/>
                  <a:pt x="2641199" y="97552"/>
                  <a:pt x="2642756" y="97018"/>
                </a:cubicBezTo>
                <a:cubicBezTo>
                  <a:pt x="2644314" y="96485"/>
                  <a:pt x="2645692" y="95728"/>
                  <a:pt x="2646892" y="94750"/>
                </a:cubicBezTo>
                <a:cubicBezTo>
                  <a:pt x="2648094" y="93771"/>
                  <a:pt x="2649050" y="92525"/>
                  <a:pt x="2649761" y="91013"/>
                </a:cubicBezTo>
                <a:cubicBezTo>
                  <a:pt x="2650474" y="89501"/>
                  <a:pt x="2650830" y="87766"/>
                  <a:pt x="2650830" y="85808"/>
                </a:cubicBezTo>
                <a:cubicBezTo>
                  <a:pt x="2650830" y="83050"/>
                  <a:pt x="2650052" y="80937"/>
                  <a:pt x="2648495" y="79469"/>
                </a:cubicBezTo>
                <a:cubicBezTo>
                  <a:pt x="2646938" y="78002"/>
                  <a:pt x="2645002" y="76801"/>
                  <a:pt x="2642689" y="75867"/>
                </a:cubicBezTo>
                <a:cubicBezTo>
                  <a:pt x="2640376" y="74932"/>
                  <a:pt x="2637840" y="74109"/>
                  <a:pt x="2635082" y="73397"/>
                </a:cubicBezTo>
                <a:cubicBezTo>
                  <a:pt x="2632325" y="72686"/>
                  <a:pt x="2629790" y="71686"/>
                  <a:pt x="2627476" y="70396"/>
                </a:cubicBezTo>
                <a:cubicBezTo>
                  <a:pt x="2625163" y="69105"/>
                  <a:pt x="2623228" y="67392"/>
                  <a:pt x="2621671" y="65258"/>
                </a:cubicBezTo>
                <a:cubicBezTo>
                  <a:pt x="2620114" y="63123"/>
                  <a:pt x="2619335" y="60187"/>
                  <a:pt x="2619335" y="56449"/>
                </a:cubicBezTo>
                <a:cubicBezTo>
                  <a:pt x="2619335" y="53513"/>
                  <a:pt x="2619825" y="50822"/>
                  <a:pt x="2620803" y="48376"/>
                </a:cubicBezTo>
                <a:cubicBezTo>
                  <a:pt x="2621782" y="45929"/>
                  <a:pt x="2623206" y="43816"/>
                  <a:pt x="2625074" y="42037"/>
                </a:cubicBezTo>
                <a:cubicBezTo>
                  <a:pt x="2626941" y="40257"/>
                  <a:pt x="2629255" y="38856"/>
                  <a:pt x="2632013" y="37834"/>
                </a:cubicBezTo>
                <a:cubicBezTo>
                  <a:pt x="2634772" y="36810"/>
                  <a:pt x="2637930" y="36299"/>
                  <a:pt x="2641488" y="36299"/>
                </a:cubicBezTo>
                <a:cubicBezTo>
                  <a:pt x="2644780" y="36299"/>
                  <a:pt x="2647560" y="36744"/>
                  <a:pt x="2649828" y="37634"/>
                </a:cubicBezTo>
                <a:cubicBezTo>
                  <a:pt x="2652097" y="38524"/>
                  <a:pt x="2654255" y="39324"/>
                  <a:pt x="2656302" y="40035"/>
                </a:cubicBezTo>
                <a:cubicBezTo>
                  <a:pt x="2655589" y="41370"/>
                  <a:pt x="2654921" y="43016"/>
                  <a:pt x="2654298" y="44973"/>
                </a:cubicBezTo>
                <a:cubicBezTo>
                  <a:pt x="2653676" y="46931"/>
                  <a:pt x="2653277" y="48443"/>
                  <a:pt x="2653099" y="49510"/>
                </a:cubicBezTo>
                <a:lnTo>
                  <a:pt x="2651496" y="49510"/>
                </a:lnTo>
                <a:cubicBezTo>
                  <a:pt x="2650785" y="47374"/>
                  <a:pt x="2649406" y="45462"/>
                  <a:pt x="2647358" y="43772"/>
                </a:cubicBezTo>
                <a:cubicBezTo>
                  <a:pt x="2645313" y="42082"/>
                  <a:pt x="2642778" y="41236"/>
                  <a:pt x="2639753" y="41236"/>
                </a:cubicBezTo>
                <a:cubicBezTo>
                  <a:pt x="2638419" y="41236"/>
                  <a:pt x="2637084" y="41459"/>
                  <a:pt x="2635750" y="41904"/>
                </a:cubicBezTo>
                <a:cubicBezTo>
                  <a:pt x="2634415" y="42348"/>
                  <a:pt x="2633214" y="43016"/>
                  <a:pt x="2632145" y="43906"/>
                </a:cubicBezTo>
                <a:cubicBezTo>
                  <a:pt x="2631078" y="44795"/>
                  <a:pt x="2630189" y="45952"/>
                  <a:pt x="2629478" y="47376"/>
                </a:cubicBezTo>
                <a:cubicBezTo>
                  <a:pt x="2628767" y="48799"/>
                  <a:pt x="2628411" y="50489"/>
                  <a:pt x="2628411" y="52446"/>
                </a:cubicBezTo>
                <a:cubicBezTo>
                  <a:pt x="2628411" y="55293"/>
                  <a:pt x="2629189" y="57495"/>
                  <a:pt x="2630745" y="59052"/>
                </a:cubicBezTo>
                <a:cubicBezTo>
                  <a:pt x="2632302" y="60609"/>
                  <a:pt x="2634237" y="61833"/>
                  <a:pt x="2636550" y="62723"/>
                </a:cubicBezTo>
                <a:cubicBezTo>
                  <a:pt x="2638863" y="63612"/>
                  <a:pt x="2641398" y="64391"/>
                  <a:pt x="2644155" y="65059"/>
                </a:cubicBezTo>
                <a:cubicBezTo>
                  <a:pt x="2646914" y="65725"/>
                  <a:pt x="2649450" y="66659"/>
                  <a:pt x="2651763" y="67861"/>
                </a:cubicBezTo>
                <a:cubicBezTo>
                  <a:pt x="2654076" y="69061"/>
                  <a:pt x="2656011" y="70728"/>
                  <a:pt x="2657568" y="72864"/>
                </a:cubicBezTo>
                <a:cubicBezTo>
                  <a:pt x="2659125" y="74999"/>
                  <a:pt x="2659904" y="77935"/>
                  <a:pt x="2659904" y="81671"/>
                </a:cubicBezTo>
                <a:cubicBezTo>
                  <a:pt x="2659904" y="84251"/>
                  <a:pt x="2659348" y="86787"/>
                  <a:pt x="2658236" y="89278"/>
                </a:cubicBezTo>
                <a:cubicBezTo>
                  <a:pt x="2657124" y="91769"/>
                  <a:pt x="2655523" y="94016"/>
                  <a:pt x="2653431" y="96018"/>
                </a:cubicBezTo>
                <a:cubicBezTo>
                  <a:pt x="2651340" y="98019"/>
                  <a:pt x="2648827" y="99576"/>
                  <a:pt x="2645890" y="100687"/>
                </a:cubicBezTo>
                <a:cubicBezTo>
                  <a:pt x="2642955" y="101799"/>
                  <a:pt x="2639620" y="102355"/>
                  <a:pt x="2635884" y="102355"/>
                </a:cubicBezTo>
                <a:cubicBezTo>
                  <a:pt x="2631791" y="102355"/>
                  <a:pt x="2628365" y="101955"/>
                  <a:pt x="2625607" y="101154"/>
                </a:cubicBezTo>
                <a:cubicBezTo>
                  <a:pt x="2622850" y="100354"/>
                  <a:pt x="2620537" y="99420"/>
                  <a:pt x="2618667" y="98352"/>
                </a:cubicBezTo>
                <a:cubicBezTo>
                  <a:pt x="2619202" y="97195"/>
                  <a:pt x="2619759" y="95616"/>
                  <a:pt x="2620337" y="93615"/>
                </a:cubicBezTo>
                <a:cubicBezTo>
                  <a:pt x="2620915" y="91613"/>
                  <a:pt x="2621205" y="89945"/>
                  <a:pt x="2621205" y="88610"/>
                </a:cubicBezTo>
                <a:lnTo>
                  <a:pt x="2622805" y="88610"/>
                </a:lnTo>
                <a:close/>
                <a:moveTo>
                  <a:pt x="2676185" y="94750"/>
                </a:moveTo>
                <a:cubicBezTo>
                  <a:pt x="2676185" y="92704"/>
                  <a:pt x="2676941" y="90925"/>
                  <a:pt x="2678453" y="89413"/>
                </a:cubicBezTo>
                <a:cubicBezTo>
                  <a:pt x="2679966" y="87899"/>
                  <a:pt x="2681745" y="87142"/>
                  <a:pt x="2683792" y="87142"/>
                </a:cubicBezTo>
                <a:cubicBezTo>
                  <a:pt x="2685838" y="87142"/>
                  <a:pt x="2687617" y="87899"/>
                  <a:pt x="2689129" y="89413"/>
                </a:cubicBezTo>
                <a:cubicBezTo>
                  <a:pt x="2690642" y="90925"/>
                  <a:pt x="2691398" y="92704"/>
                  <a:pt x="2691398" y="94750"/>
                </a:cubicBezTo>
                <a:cubicBezTo>
                  <a:pt x="2691398" y="96795"/>
                  <a:pt x="2690642" y="98508"/>
                  <a:pt x="2689129" y="99887"/>
                </a:cubicBezTo>
                <a:cubicBezTo>
                  <a:pt x="2687617" y="101266"/>
                  <a:pt x="2685838" y="101956"/>
                  <a:pt x="2683792" y="101956"/>
                </a:cubicBezTo>
                <a:cubicBezTo>
                  <a:pt x="2681745" y="101956"/>
                  <a:pt x="2679966" y="101266"/>
                  <a:pt x="2678453" y="99887"/>
                </a:cubicBezTo>
                <a:cubicBezTo>
                  <a:pt x="2676941" y="98508"/>
                  <a:pt x="2676185" y="96795"/>
                  <a:pt x="2676185" y="94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-NaturalLanguageExplanation:">
            <a:extLst xmlns:a="http://schemas.openxmlformats.org/drawingml/2006/main">
              <a:ext uri="{FF2B5EF4-FFF2-40B4-BE49-F238E27FC236}">
                <a16:creationId xmlns:a16="http://schemas.microsoft.com/office/drawing/2014/main" id="{633EE44F-9C19-47C2-80B9-0F4CB3C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07" y="3004356"/>
            <a:ext cx="1854004" cy="136119"/>
          </a:xfrm>
          <a:custGeom xmlns:a="http://schemas.openxmlformats.org/drawingml/2006/main">
            <a:pathLst>
              <a:path w="1854004" h="136119">
                <a:moveTo>
                  <a:pt x="33228" y="63788"/>
                </a:moveTo>
                <a:lnTo>
                  <a:pt x="33228" y="78468"/>
                </a:lnTo>
                <a:lnTo>
                  <a:pt x="0" y="78468"/>
                </a:lnTo>
                <a:lnTo>
                  <a:pt x="0" y="63788"/>
                </a:lnTo>
                <a:lnTo>
                  <a:pt x="33228" y="63788"/>
                </a:lnTo>
                <a:close/>
                <a:moveTo>
                  <a:pt x="89010" y="35498"/>
                </a:moveTo>
                <a:cubicBezTo>
                  <a:pt x="89010" y="29360"/>
                  <a:pt x="88921" y="24200"/>
                  <a:pt x="88742" y="20019"/>
                </a:cubicBezTo>
                <a:cubicBezTo>
                  <a:pt x="88564" y="15836"/>
                  <a:pt x="88431" y="12144"/>
                  <a:pt x="88343" y="8941"/>
                </a:cubicBezTo>
                <a:cubicBezTo>
                  <a:pt x="90834" y="9387"/>
                  <a:pt x="92835" y="9609"/>
                  <a:pt x="94347" y="9609"/>
                </a:cubicBezTo>
                <a:cubicBezTo>
                  <a:pt x="95860" y="9609"/>
                  <a:pt x="97861" y="9387"/>
                  <a:pt x="100352" y="8941"/>
                </a:cubicBezTo>
                <a:cubicBezTo>
                  <a:pt x="110051" y="19706"/>
                  <a:pt x="119637" y="30294"/>
                  <a:pt x="129111" y="40703"/>
                </a:cubicBezTo>
                <a:cubicBezTo>
                  <a:pt x="138586" y="51111"/>
                  <a:pt x="148306" y="61698"/>
                  <a:pt x="158270" y="72463"/>
                </a:cubicBezTo>
                <a:lnTo>
                  <a:pt x="158270" y="60852"/>
                </a:lnTo>
                <a:lnTo>
                  <a:pt x="158270" y="47907"/>
                </a:lnTo>
                <a:cubicBezTo>
                  <a:pt x="158270" y="43548"/>
                  <a:pt x="158248" y="39256"/>
                  <a:pt x="158203" y="35030"/>
                </a:cubicBezTo>
                <a:cubicBezTo>
                  <a:pt x="158158" y="30804"/>
                  <a:pt x="158113" y="26912"/>
                  <a:pt x="158068" y="23354"/>
                </a:cubicBezTo>
                <a:cubicBezTo>
                  <a:pt x="158025" y="19795"/>
                  <a:pt x="157936" y="16725"/>
                  <a:pt x="157802" y="14146"/>
                </a:cubicBezTo>
                <a:cubicBezTo>
                  <a:pt x="157669" y="11565"/>
                  <a:pt x="157513" y="9830"/>
                  <a:pt x="157335" y="8941"/>
                </a:cubicBezTo>
                <a:cubicBezTo>
                  <a:pt x="159826" y="9387"/>
                  <a:pt x="161828" y="9609"/>
                  <a:pt x="163340" y="9609"/>
                </a:cubicBezTo>
                <a:cubicBezTo>
                  <a:pt x="164853" y="9609"/>
                  <a:pt x="166854" y="9387"/>
                  <a:pt x="169345" y="8941"/>
                </a:cubicBezTo>
                <a:cubicBezTo>
                  <a:pt x="168901" y="17037"/>
                  <a:pt x="168546" y="24355"/>
                  <a:pt x="168278" y="30894"/>
                </a:cubicBezTo>
                <a:cubicBezTo>
                  <a:pt x="168011" y="37432"/>
                  <a:pt x="167788" y="43592"/>
                  <a:pt x="167610" y="49375"/>
                </a:cubicBezTo>
                <a:cubicBezTo>
                  <a:pt x="167433" y="55158"/>
                  <a:pt x="167321" y="60875"/>
                  <a:pt x="167276" y="66525"/>
                </a:cubicBezTo>
                <a:cubicBezTo>
                  <a:pt x="167233" y="72174"/>
                  <a:pt x="167211" y="78201"/>
                  <a:pt x="167211" y="84607"/>
                </a:cubicBezTo>
                <a:lnTo>
                  <a:pt x="167211" y="100620"/>
                </a:lnTo>
                <a:cubicBezTo>
                  <a:pt x="165432" y="100442"/>
                  <a:pt x="163608" y="100353"/>
                  <a:pt x="161740" y="100353"/>
                </a:cubicBezTo>
                <a:cubicBezTo>
                  <a:pt x="159782" y="100353"/>
                  <a:pt x="158047" y="100442"/>
                  <a:pt x="156535" y="100620"/>
                </a:cubicBezTo>
                <a:cubicBezTo>
                  <a:pt x="138207" y="79268"/>
                  <a:pt x="118768" y="57783"/>
                  <a:pt x="98218" y="36164"/>
                </a:cubicBezTo>
                <a:cubicBezTo>
                  <a:pt x="98129" y="38745"/>
                  <a:pt x="98062" y="41325"/>
                  <a:pt x="98017" y="43906"/>
                </a:cubicBezTo>
                <a:cubicBezTo>
                  <a:pt x="97972" y="46485"/>
                  <a:pt x="97950" y="49109"/>
                  <a:pt x="97950" y="51778"/>
                </a:cubicBezTo>
                <a:lnTo>
                  <a:pt x="97950" y="67258"/>
                </a:lnTo>
                <a:cubicBezTo>
                  <a:pt x="97950" y="72596"/>
                  <a:pt x="97972" y="77133"/>
                  <a:pt x="98017" y="80870"/>
                </a:cubicBezTo>
                <a:cubicBezTo>
                  <a:pt x="98062" y="84606"/>
                  <a:pt x="98128" y="87765"/>
                  <a:pt x="98216" y="90345"/>
                </a:cubicBezTo>
                <a:cubicBezTo>
                  <a:pt x="98306" y="92924"/>
                  <a:pt x="98395" y="95037"/>
                  <a:pt x="98483" y="96684"/>
                </a:cubicBezTo>
                <a:cubicBezTo>
                  <a:pt x="98573" y="98329"/>
                  <a:pt x="98662" y="99641"/>
                  <a:pt x="98752" y="100620"/>
                </a:cubicBezTo>
                <a:cubicBezTo>
                  <a:pt x="97684" y="100442"/>
                  <a:pt x="96615" y="100353"/>
                  <a:pt x="95547" y="100353"/>
                </a:cubicBezTo>
                <a:cubicBezTo>
                  <a:pt x="94480" y="100353"/>
                  <a:pt x="93457" y="100353"/>
                  <a:pt x="92478" y="100353"/>
                </a:cubicBezTo>
                <a:cubicBezTo>
                  <a:pt x="90432" y="100353"/>
                  <a:pt x="88387" y="100442"/>
                  <a:pt x="86341" y="100620"/>
                </a:cubicBezTo>
                <a:cubicBezTo>
                  <a:pt x="86519" y="99909"/>
                  <a:pt x="86741" y="97374"/>
                  <a:pt x="87007" y="93015"/>
                </a:cubicBezTo>
                <a:cubicBezTo>
                  <a:pt x="87274" y="88654"/>
                  <a:pt x="87563" y="83338"/>
                  <a:pt x="87874" y="77067"/>
                </a:cubicBezTo>
                <a:cubicBezTo>
                  <a:pt x="88186" y="70795"/>
                  <a:pt x="88454" y="63989"/>
                  <a:pt x="88676" y="56649"/>
                </a:cubicBezTo>
                <a:cubicBezTo>
                  <a:pt x="88899" y="49309"/>
                  <a:pt x="89010" y="42259"/>
                  <a:pt x="89010" y="35498"/>
                </a:cubicBezTo>
                <a:close/>
                <a:moveTo>
                  <a:pt x="219122" y="80337"/>
                </a:moveTo>
                <a:cubicBezTo>
                  <a:pt x="219122" y="76511"/>
                  <a:pt x="219144" y="73598"/>
                  <a:pt x="219189" y="71595"/>
                </a:cubicBezTo>
                <a:cubicBezTo>
                  <a:pt x="219234" y="69593"/>
                  <a:pt x="219256" y="67836"/>
                  <a:pt x="219256" y="66323"/>
                </a:cubicBezTo>
                <a:cubicBezTo>
                  <a:pt x="217387" y="67392"/>
                  <a:pt x="215407" y="68260"/>
                  <a:pt x="213317" y="68928"/>
                </a:cubicBezTo>
                <a:cubicBezTo>
                  <a:pt x="211226" y="69594"/>
                  <a:pt x="209313" y="70439"/>
                  <a:pt x="207578" y="71463"/>
                </a:cubicBezTo>
                <a:cubicBezTo>
                  <a:pt x="205843" y="72485"/>
                  <a:pt x="204420" y="73886"/>
                  <a:pt x="203308" y="75666"/>
                </a:cubicBezTo>
                <a:cubicBezTo>
                  <a:pt x="202197" y="77445"/>
                  <a:pt x="201641" y="80025"/>
                  <a:pt x="201641" y="83406"/>
                </a:cubicBezTo>
                <a:cubicBezTo>
                  <a:pt x="201641" y="86698"/>
                  <a:pt x="202330" y="89211"/>
                  <a:pt x="203709" y="90946"/>
                </a:cubicBezTo>
                <a:cubicBezTo>
                  <a:pt x="205089" y="92681"/>
                  <a:pt x="206934" y="93548"/>
                  <a:pt x="209246" y="93548"/>
                </a:cubicBezTo>
                <a:cubicBezTo>
                  <a:pt x="212182" y="93548"/>
                  <a:pt x="214562" y="92436"/>
                  <a:pt x="216385" y="90213"/>
                </a:cubicBezTo>
                <a:cubicBezTo>
                  <a:pt x="218210" y="87988"/>
                  <a:pt x="219122" y="84696"/>
                  <a:pt x="219122" y="80337"/>
                </a:cubicBezTo>
                <a:moveTo>
                  <a:pt x="187495" y="44038"/>
                </a:moveTo>
                <a:cubicBezTo>
                  <a:pt x="191232" y="41014"/>
                  <a:pt x="195258" y="38701"/>
                  <a:pt x="199572" y="37099"/>
                </a:cubicBezTo>
                <a:cubicBezTo>
                  <a:pt x="203887" y="35497"/>
                  <a:pt x="208180" y="34696"/>
                  <a:pt x="212449" y="34696"/>
                </a:cubicBezTo>
                <a:cubicBezTo>
                  <a:pt x="216009" y="34696"/>
                  <a:pt x="219278" y="35096"/>
                  <a:pt x="222258" y="35897"/>
                </a:cubicBezTo>
                <a:cubicBezTo>
                  <a:pt x="225239" y="36698"/>
                  <a:pt x="227819" y="37966"/>
                  <a:pt x="229998" y="39701"/>
                </a:cubicBezTo>
                <a:cubicBezTo>
                  <a:pt x="232178" y="41436"/>
                  <a:pt x="233868" y="43683"/>
                  <a:pt x="235068" y="46441"/>
                </a:cubicBezTo>
                <a:cubicBezTo>
                  <a:pt x="236269" y="49198"/>
                  <a:pt x="236870" y="52534"/>
                  <a:pt x="236870" y="56449"/>
                </a:cubicBezTo>
                <a:cubicBezTo>
                  <a:pt x="236870" y="62143"/>
                  <a:pt x="236804" y="67414"/>
                  <a:pt x="236671" y="72263"/>
                </a:cubicBezTo>
                <a:cubicBezTo>
                  <a:pt x="236538" y="77111"/>
                  <a:pt x="236471" y="81937"/>
                  <a:pt x="236471" y="86741"/>
                </a:cubicBezTo>
                <a:cubicBezTo>
                  <a:pt x="236471" y="88876"/>
                  <a:pt x="236626" y="90545"/>
                  <a:pt x="236937" y="91746"/>
                </a:cubicBezTo>
                <a:cubicBezTo>
                  <a:pt x="237250" y="92948"/>
                  <a:pt x="237717" y="93860"/>
                  <a:pt x="238338" y="94483"/>
                </a:cubicBezTo>
                <a:cubicBezTo>
                  <a:pt x="238961" y="95105"/>
                  <a:pt x="239784" y="95504"/>
                  <a:pt x="240806" y="95682"/>
                </a:cubicBezTo>
                <a:cubicBezTo>
                  <a:pt x="241830" y="95860"/>
                  <a:pt x="243009" y="95949"/>
                  <a:pt x="244343" y="95949"/>
                </a:cubicBezTo>
                <a:lnTo>
                  <a:pt x="244343" y="99152"/>
                </a:lnTo>
                <a:cubicBezTo>
                  <a:pt x="241764" y="100220"/>
                  <a:pt x="239584" y="101021"/>
                  <a:pt x="237805" y="101555"/>
                </a:cubicBezTo>
                <a:cubicBezTo>
                  <a:pt x="236025" y="102088"/>
                  <a:pt x="234112" y="102355"/>
                  <a:pt x="232067" y="102355"/>
                </a:cubicBezTo>
                <a:cubicBezTo>
                  <a:pt x="228775" y="102355"/>
                  <a:pt x="226106" y="101555"/>
                  <a:pt x="224060" y="99954"/>
                </a:cubicBezTo>
                <a:cubicBezTo>
                  <a:pt x="222014" y="98352"/>
                  <a:pt x="220457" y="96039"/>
                  <a:pt x="219389" y="93015"/>
                </a:cubicBezTo>
                <a:cubicBezTo>
                  <a:pt x="217343" y="95861"/>
                  <a:pt x="214963" y="98130"/>
                  <a:pt x="212250" y="99820"/>
                </a:cubicBezTo>
                <a:cubicBezTo>
                  <a:pt x="209536" y="101510"/>
                  <a:pt x="206133" y="102355"/>
                  <a:pt x="202042" y="102355"/>
                </a:cubicBezTo>
                <a:cubicBezTo>
                  <a:pt x="198660" y="102355"/>
                  <a:pt x="195768" y="101910"/>
                  <a:pt x="193365" y="101019"/>
                </a:cubicBezTo>
                <a:cubicBezTo>
                  <a:pt x="190964" y="100130"/>
                  <a:pt x="188985" y="98863"/>
                  <a:pt x="187427" y="97218"/>
                </a:cubicBezTo>
                <a:cubicBezTo>
                  <a:pt x="185870" y="95571"/>
                  <a:pt x="184736" y="93702"/>
                  <a:pt x="184025" y="91612"/>
                </a:cubicBezTo>
                <a:cubicBezTo>
                  <a:pt x="183313" y="89521"/>
                  <a:pt x="182958" y="87408"/>
                  <a:pt x="182958" y="85273"/>
                </a:cubicBezTo>
                <a:cubicBezTo>
                  <a:pt x="182958" y="82338"/>
                  <a:pt x="183425" y="79803"/>
                  <a:pt x="184359" y="77667"/>
                </a:cubicBezTo>
                <a:cubicBezTo>
                  <a:pt x="185293" y="75532"/>
                  <a:pt x="186627" y="73708"/>
                  <a:pt x="188362" y="72196"/>
                </a:cubicBezTo>
                <a:cubicBezTo>
                  <a:pt x="190097" y="70684"/>
                  <a:pt x="192165" y="69416"/>
                  <a:pt x="194567" y="68392"/>
                </a:cubicBezTo>
                <a:cubicBezTo>
                  <a:pt x="196969" y="67369"/>
                  <a:pt x="199683" y="66501"/>
                  <a:pt x="202708" y="65790"/>
                </a:cubicBezTo>
                <a:cubicBezTo>
                  <a:pt x="206445" y="64901"/>
                  <a:pt x="209403" y="64123"/>
                  <a:pt x="211582" y="63456"/>
                </a:cubicBezTo>
                <a:cubicBezTo>
                  <a:pt x="213762" y="62788"/>
                  <a:pt x="215385" y="62121"/>
                  <a:pt x="216452" y="61455"/>
                </a:cubicBezTo>
                <a:cubicBezTo>
                  <a:pt x="217521" y="60787"/>
                  <a:pt x="218210" y="60052"/>
                  <a:pt x="218521" y="59251"/>
                </a:cubicBezTo>
                <a:cubicBezTo>
                  <a:pt x="218834" y="58450"/>
                  <a:pt x="218990" y="57472"/>
                  <a:pt x="218990" y="56315"/>
                </a:cubicBezTo>
                <a:cubicBezTo>
                  <a:pt x="218990" y="53113"/>
                  <a:pt x="217855" y="50377"/>
                  <a:pt x="215585" y="48109"/>
                </a:cubicBezTo>
                <a:cubicBezTo>
                  <a:pt x="213317" y="45839"/>
                  <a:pt x="210181" y="44704"/>
                  <a:pt x="206177" y="44704"/>
                </a:cubicBezTo>
                <a:cubicBezTo>
                  <a:pt x="204665" y="44704"/>
                  <a:pt x="203108" y="44904"/>
                  <a:pt x="201506" y="45305"/>
                </a:cubicBezTo>
                <a:cubicBezTo>
                  <a:pt x="199906" y="45705"/>
                  <a:pt x="198371" y="46262"/>
                  <a:pt x="196902" y="46975"/>
                </a:cubicBezTo>
                <a:cubicBezTo>
                  <a:pt x="195435" y="47686"/>
                  <a:pt x="194100" y="48465"/>
                  <a:pt x="192899" y="49310"/>
                </a:cubicBezTo>
                <a:cubicBezTo>
                  <a:pt x="191699" y="50155"/>
                  <a:pt x="190787" y="51066"/>
                  <a:pt x="190164" y="52045"/>
                </a:cubicBezTo>
                <a:lnTo>
                  <a:pt x="189230" y="52045"/>
                </a:lnTo>
                <a:lnTo>
                  <a:pt x="187495" y="44038"/>
                </a:lnTo>
                <a:close/>
                <a:moveTo>
                  <a:pt x="288648" y="37099"/>
                </a:moveTo>
                <a:cubicBezTo>
                  <a:pt x="288382" y="38433"/>
                  <a:pt x="288249" y="39634"/>
                  <a:pt x="288249" y="40701"/>
                </a:cubicBezTo>
                <a:cubicBezTo>
                  <a:pt x="288249" y="41858"/>
                  <a:pt x="288382" y="42970"/>
                  <a:pt x="288648" y="44038"/>
                </a:cubicBezTo>
                <a:lnTo>
                  <a:pt x="276905" y="43772"/>
                </a:lnTo>
                <a:cubicBezTo>
                  <a:pt x="276727" y="45817"/>
                  <a:pt x="276572" y="48175"/>
                  <a:pt x="276439" y="50844"/>
                </a:cubicBezTo>
                <a:cubicBezTo>
                  <a:pt x="276306" y="53512"/>
                  <a:pt x="276217" y="56226"/>
                  <a:pt x="276172" y="58985"/>
                </a:cubicBezTo>
                <a:cubicBezTo>
                  <a:pt x="276127" y="61742"/>
                  <a:pt x="276083" y="64411"/>
                  <a:pt x="276038" y="66991"/>
                </a:cubicBezTo>
                <a:cubicBezTo>
                  <a:pt x="275993" y="69572"/>
                  <a:pt x="275971" y="71751"/>
                  <a:pt x="275971" y="73530"/>
                </a:cubicBezTo>
                <a:cubicBezTo>
                  <a:pt x="275971" y="78156"/>
                  <a:pt x="276082" y="81893"/>
                  <a:pt x="276304" y="84739"/>
                </a:cubicBezTo>
                <a:cubicBezTo>
                  <a:pt x="276527" y="87586"/>
                  <a:pt x="276905" y="89766"/>
                  <a:pt x="277439" y="91280"/>
                </a:cubicBezTo>
                <a:cubicBezTo>
                  <a:pt x="277974" y="92792"/>
                  <a:pt x="278730" y="93815"/>
                  <a:pt x="279707" y="94349"/>
                </a:cubicBezTo>
                <a:cubicBezTo>
                  <a:pt x="280686" y="94882"/>
                  <a:pt x="281931" y="95149"/>
                  <a:pt x="283444" y="95149"/>
                </a:cubicBezTo>
                <a:cubicBezTo>
                  <a:pt x="285135" y="95149"/>
                  <a:pt x="286381" y="95037"/>
                  <a:pt x="287180" y="94815"/>
                </a:cubicBezTo>
                <a:cubicBezTo>
                  <a:pt x="287981" y="94592"/>
                  <a:pt x="288782" y="94259"/>
                  <a:pt x="289583" y="93815"/>
                </a:cubicBezTo>
                <a:lnTo>
                  <a:pt x="289583" y="99286"/>
                </a:lnTo>
                <a:cubicBezTo>
                  <a:pt x="287803" y="100087"/>
                  <a:pt x="285579" y="100799"/>
                  <a:pt x="282910" y="101420"/>
                </a:cubicBezTo>
                <a:cubicBezTo>
                  <a:pt x="280241" y="102044"/>
                  <a:pt x="277617" y="102355"/>
                  <a:pt x="275038" y="102355"/>
                </a:cubicBezTo>
                <a:cubicBezTo>
                  <a:pt x="263739" y="102355"/>
                  <a:pt x="258090" y="95594"/>
                  <a:pt x="258090" y="82072"/>
                </a:cubicBezTo>
                <a:cubicBezTo>
                  <a:pt x="258090" y="79491"/>
                  <a:pt x="258134" y="76577"/>
                  <a:pt x="258222" y="73330"/>
                </a:cubicBezTo>
                <a:cubicBezTo>
                  <a:pt x="258312" y="70083"/>
                  <a:pt x="258423" y="66747"/>
                  <a:pt x="258556" y="63322"/>
                </a:cubicBezTo>
                <a:cubicBezTo>
                  <a:pt x="258689" y="59897"/>
                  <a:pt x="258800" y="56516"/>
                  <a:pt x="258888" y="53179"/>
                </a:cubicBezTo>
                <a:cubicBezTo>
                  <a:pt x="258978" y="49842"/>
                  <a:pt x="259023" y="46751"/>
                  <a:pt x="259023" y="43904"/>
                </a:cubicBezTo>
                <a:lnTo>
                  <a:pt x="249682" y="44038"/>
                </a:lnTo>
                <a:cubicBezTo>
                  <a:pt x="249948" y="42970"/>
                  <a:pt x="250081" y="41858"/>
                  <a:pt x="250081" y="40701"/>
                </a:cubicBezTo>
                <a:cubicBezTo>
                  <a:pt x="250081" y="39634"/>
                  <a:pt x="249948" y="38433"/>
                  <a:pt x="249682" y="37099"/>
                </a:cubicBezTo>
                <a:lnTo>
                  <a:pt x="259023" y="37500"/>
                </a:lnTo>
                <a:cubicBezTo>
                  <a:pt x="259023" y="34741"/>
                  <a:pt x="258978" y="32162"/>
                  <a:pt x="258888" y="29760"/>
                </a:cubicBezTo>
                <a:cubicBezTo>
                  <a:pt x="258800" y="27357"/>
                  <a:pt x="258667" y="24466"/>
                  <a:pt x="258489" y="21086"/>
                </a:cubicBezTo>
                <a:cubicBezTo>
                  <a:pt x="261603" y="19839"/>
                  <a:pt x="264673" y="18527"/>
                  <a:pt x="267697" y="17147"/>
                </a:cubicBezTo>
                <a:cubicBezTo>
                  <a:pt x="270722" y="15768"/>
                  <a:pt x="273747" y="14322"/>
                  <a:pt x="276773" y="12810"/>
                </a:cubicBezTo>
                <a:lnTo>
                  <a:pt x="278107" y="13745"/>
                </a:lnTo>
                <a:cubicBezTo>
                  <a:pt x="277929" y="15169"/>
                  <a:pt x="277773" y="16837"/>
                  <a:pt x="277638" y="18750"/>
                </a:cubicBezTo>
                <a:cubicBezTo>
                  <a:pt x="277505" y="20663"/>
                  <a:pt x="277372" y="22664"/>
                  <a:pt x="277239" y="24755"/>
                </a:cubicBezTo>
                <a:cubicBezTo>
                  <a:pt x="277106" y="26845"/>
                  <a:pt x="277017" y="28981"/>
                  <a:pt x="276972" y="31161"/>
                </a:cubicBezTo>
                <a:cubicBezTo>
                  <a:pt x="276928" y="33340"/>
                  <a:pt x="276905" y="35408"/>
                  <a:pt x="276905" y="37366"/>
                </a:cubicBezTo>
                <a:lnTo>
                  <a:pt x="288648" y="37099"/>
                </a:lnTo>
                <a:close/>
                <a:moveTo>
                  <a:pt x="339092" y="91011"/>
                </a:moveTo>
                <a:cubicBezTo>
                  <a:pt x="336601" y="94748"/>
                  <a:pt x="333687" y="97573"/>
                  <a:pt x="330350" y="99486"/>
                </a:cubicBezTo>
                <a:cubicBezTo>
                  <a:pt x="327015" y="101399"/>
                  <a:pt x="323212" y="102355"/>
                  <a:pt x="318943" y="102355"/>
                </a:cubicBezTo>
                <a:cubicBezTo>
                  <a:pt x="312269" y="102355"/>
                  <a:pt x="307131" y="100487"/>
                  <a:pt x="303528" y="96751"/>
                </a:cubicBezTo>
                <a:cubicBezTo>
                  <a:pt x="299926" y="93014"/>
                  <a:pt x="298124" y="86831"/>
                  <a:pt x="298124" y="78201"/>
                </a:cubicBezTo>
                <a:cubicBezTo>
                  <a:pt x="298124" y="73664"/>
                  <a:pt x="298213" y="69661"/>
                  <a:pt x="298391" y="66191"/>
                </a:cubicBezTo>
                <a:cubicBezTo>
                  <a:pt x="298569" y="62721"/>
                  <a:pt x="298658" y="59251"/>
                  <a:pt x="298658" y="55782"/>
                </a:cubicBezTo>
                <a:cubicBezTo>
                  <a:pt x="298658" y="52935"/>
                  <a:pt x="298590" y="49844"/>
                  <a:pt x="298456" y="46508"/>
                </a:cubicBezTo>
                <a:cubicBezTo>
                  <a:pt x="298323" y="43172"/>
                  <a:pt x="298168" y="39812"/>
                  <a:pt x="297990" y="36431"/>
                </a:cubicBezTo>
                <a:cubicBezTo>
                  <a:pt x="299146" y="36609"/>
                  <a:pt x="300614" y="36765"/>
                  <a:pt x="302394" y="36899"/>
                </a:cubicBezTo>
                <a:cubicBezTo>
                  <a:pt x="304174" y="37032"/>
                  <a:pt x="306043" y="37099"/>
                  <a:pt x="308000" y="37099"/>
                </a:cubicBezTo>
                <a:cubicBezTo>
                  <a:pt x="309956" y="37099"/>
                  <a:pt x="311824" y="37032"/>
                  <a:pt x="313604" y="36899"/>
                </a:cubicBezTo>
                <a:cubicBezTo>
                  <a:pt x="315384" y="36765"/>
                  <a:pt x="316852" y="36609"/>
                  <a:pt x="318008" y="36431"/>
                </a:cubicBezTo>
                <a:cubicBezTo>
                  <a:pt x="317385" y="41235"/>
                  <a:pt x="316985" y="46796"/>
                  <a:pt x="316807" y="53112"/>
                </a:cubicBezTo>
                <a:cubicBezTo>
                  <a:pt x="316629" y="59429"/>
                  <a:pt x="316540" y="66635"/>
                  <a:pt x="316540" y="74731"/>
                </a:cubicBezTo>
                <a:cubicBezTo>
                  <a:pt x="316540" y="80336"/>
                  <a:pt x="317497" y="84451"/>
                  <a:pt x="319409" y="87075"/>
                </a:cubicBezTo>
                <a:cubicBezTo>
                  <a:pt x="321322" y="89699"/>
                  <a:pt x="324013" y="91011"/>
                  <a:pt x="327483" y="91011"/>
                </a:cubicBezTo>
                <a:cubicBezTo>
                  <a:pt x="331486" y="91011"/>
                  <a:pt x="334422" y="89277"/>
                  <a:pt x="336290" y="85808"/>
                </a:cubicBezTo>
                <a:cubicBezTo>
                  <a:pt x="338158" y="82339"/>
                  <a:pt x="339092" y="77534"/>
                  <a:pt x="339092" y="71396"/>
                </a:cubicBezTo>
                <a:lnTo>
                  <a:pt x="339092" y="66057"/>
                </a:lnTo>
                <a:cubicBezTo>
                  <a:pt x="339092" y="60631"/>
                  <a:pt x="339025" y="55538"/>
                  <a:pt x="338892" y="50778"/>
                </a:cubicBezTo>
                <a:cubicBezTo>
                  <a:pt x="338759" y="46018"/>
                  <a:pt x="338470" y="41235"/>
                  <a:pt x="338025" y="36431"/>
                </a:cubicBezTo>
                <a:cubicBezTo>
                  <a:pt x="340516" y="36876"/>
                  <a:pt x="343852" y="37099"/>
                  <a:pt x="348033" y="37099"/>
                </a:cubicBezTo>
                <a:cubicBezTo>
                  <a:pt x="350080" y="37099"/>
                  <a:pt x="351949" y="37032"/>
                  <a:pt x="353639" y="36899"/>
                </a:cubicBezTo>
                <a:cubicBezTo>
                  <a:pt x="355329" y="36765"/>
                  <a:pt x="356797" y="36609"/>
                  <a:pt x="358043" y="36431"/>
                </a:cubicBezTo>
                <a:cubicBezTo>
                  <a:pt x="357598" y="41235"/>
                  <a:pt x="357308" y="46018"/>
                  <a:pt x="357174" y="50778"/>
                </a:cubicBezTo>
                <a:cubicBezTo>
                  <a:pt x="357041" y="55538"/>
                  <a:pt x="356974" y="60631"/>
                  <a:pt x="356974" y="66057"/>
                </a:cubicBezTo>
                <a:lnTo>
                  <a:pt x="356974" y="71396"/>
                </a:lnTo>
                <a:cubicBezTo>
                  <a:pt x="356974" y="76822"/>
                  <a:pt x="357041" y="81937"/>
                  <a:pt x="357174" y="86741"/>
                </a:cubicBezTo>
                <a:cubicBezTo>
                  <a:pt x="357308" y="91545"/>
                  <a:pt x="357598" y="96172"/>
                  <a:pt x="358043" y="100620"/>
                </a:cubicBezTo>
                <a:cubicBezTo>
                  <a:pt x="356442" y="100442"/>
                  <a:pt x="354862" y="100353"/>
                  <a:pt x="353305" y="100353"/>
                </a:cubicBezTo>
                <a:cubicBezTo>
                  <a:pt x="351748" y="100353"/>
                  <a:pt x="350169" y="100353"/>
                  <a:pt x="348569" y="100353"/>
                </a:cubicBezTo>
                <a:cubicBezTo>
                  <a:pt x="346967" y="100353"/>
                  <a:pt x="345387" y="100353"/>
                  <a:pt x="343830" y="100353"/>
                </a:cubicBezTo>
                <a:cubicBezTo>
                  <a:pt x="342273" y="100353"/>
                  <a:pt x="340605" y="100442"/>
                  <a:pt x="338825" y="100620"/>
                </a:cubicBezTo>
                <a:lnTo>
                  <a:pt x="339361" y="91011"/>
                </a:lnTo>
                <a:lnTo>
                  <a:pt x="339092" y="91011"/>
                </a:lnTo>
                <a:close/>
                <a:moveTo>
                  <a:pt x="391406" y="52980"/>
                </a:moveTo>
                <a:cubicBezTo>
                  <a:pt x="393719" y="46841"/>
                  <a:pt x="396521" y="42326"/>
                  <a:pt x="399811" y="39434"/>
                </a:cubicBezTo>
                <a:cubicBezTo>
                  <a:pt x="403103" y="36543"/>
                  <a:pt x="407018" y="35097"/>
                  <a:pt x="411557" y="35097"/>
                </a:cubicBezTo>
                <a:cubicBezTo>
                  <a:pt x="412001" y="35097"/>
                  <a:pt x="412378" y="35120"/>
                  <a:pt x="412689" y="35164"/>
                </a:cubicBezTo>
                <a:cubicBezTo>
                  <a:pt x="413001" y="35208"/>
                  <a:pt x="413335" y="35229"/>
                  <a:pt x="413691" y="35229"/>
                </a:cubicBezTo>
                <a:cubicBezTo>
                  <a:pt x="413423" y="36564"/>
                  <a:pt x="413223" y="37988"/>
                  <a:pt x="413090" y="39502"/>
                </a:cubicBezTo>
                <a:cubicBezTo>
                  <a:pt x="412957" y="41014"/>
                  <a:pt x="412890" y="42793"/>
                  <a:pt x="412890" y="44839"/>
                </a:cubicBezTo>
                <a:lnTo>
                  <a:pt x="412890" y="49109"/>
                </a:lnTo>
                <a:cubicBezTo>
                  <a:pt x="412890" y="49820"/>
                  <a:pt x="412890" y="50576"/>
                  <a:pt x="412890" y="51377"/>
                </a:cubicBezTo>
                <a:cubicBezTo>
                  <a:pt x="412890" y="52178"/>
                  <a:pt x="412934" y="52934"/>
                  <a:pt x="413023" y="53646"/>
                </a:cubicBezTo>
                <a:lnTo>
                  <a:pt x="411823" y="54715"/>
                </a:lnTo>
                <a:cubicBezTo>
                  <a:pt x="410933" y="54180"/>
                  <a:pt x="409932" y="53734"/>
                  <a:pt x="408820" y="53379"/>
                </a:cubicBezTo>
                <a:cubicBezTo>
                  <a:pt x="407708" y="53023"/>
                  <a:pt x="406440" y="52845"/>
                  <a:pt x="405016" y="52845"/>
                </a:cubicBezTo>
                <a:cubicBezTo>
                  <a:pt x="401013" y="52845"/>
                  <a:pt x="397855" y="54158"/>
                  <a:pt x="395541" y="56783"/>
                </a:cubicBezTo>
                <a:cubicBezTo>
                  <a:pt x="393228" y="59407"/>
                  <a:pt x="392072" y="62499"/>
                  <a:pt x="392072" y="66057"/>
                </a:cubicBezTo>
                <a:lnTo>
                  <a:pt x="392072" y="71396"/>
                </a:lnTo>
                <a:cubicBezTo>
                  <a:pt x="392072" y="76822"/>
                  <a:pt x="392138" y="81937"/>
                  <a:pt x="392271" y="86741"/>
                </a:cubicBezTo>
                <a:cubicBezTo>
                  <a:pt x="392405" y="91545"/>
                  <a:pt x="392695" y="96172"/>
                  <a:pt x="393141" y="100620"/>
                </a:cubicBezTo>
                <a:cubicBezTo>
                  <a:pt x="391984" y="100442"/>
                  <a:pt x="390538" y="100353"/>
                  <a:pt x="388803" y="100353"/>
                </a:cubicBezTo>
                <a:cubicBezTo>
                  <a:pt x="387068" y="100353"/>
                  <a:pt x="385177" y="100353"/>
                  <a:pt x="383130" y="100353"/>
                </a:cubicBezTo>
                <a:cubicBezTo>
                  <a:pt x="381085" y="100353"/>
                  <a:pt x="379217" y="100353"/>
                  <a:pt x="377526" y="100353"/>
                </a:cubicBezTo>
                <a:cubicBezTo>
                  <a:pt x="375836" y="100353"/>
                  <a:pt x="374368" y="100442"/>
                  <a:pt x="373122" y="100620"/>
                </a:cubicBezTo>
                <a:cubicBezTo>
                  <a:pt x="373567" y="96172"/>
                  <a:pt x="373856" y="91545"/>
                  <a:pt x="373989" y="86741"/>
                </a:cubicBezTo>
                <a:cubicBezTo>
                  <a:pt x="374122" y="81937"/>
                  <a:pt x="374189" y="76822"/>
                  <a:pt x="374189" y="71396"/>
                </a:cubicBezTo>
                <a:lnTo>
                  <a:pt x="374189" y="66057"/>
                </a:lnTo>
                <a:cubicBezTo>
                  <a:pt x="374189" y="60631"/>
                  <a:pt x="374122" y="55538"/>
                  <a:pt x="373989" y="50778"/>
                </a:cubicBezTo>
                <a:cubicBezTo>
                  <a:pt x="373856" y="46018"/>
                  <a:pt x="373567" y="41235"/>
                  <a:pt x="373122" y="36431"/>
                </a:cubicBezTo>
                <a:cubicBezTo>
                  <a:pt x="374634" y="36609"/>
                  <a:pt x="376169" y="36765"/>
                  <a:pt x="377726" y="36899"/>
                </a:cubicBezTo>
                <a:cubicBezTo>
                  <a:pt x="379283" y="37032"/>
                  <a:pt x="380818" y="37099"/>
                  <a:pt x="382330" y="37099"/>
                </a:cubicBezTo>
                <a:cubicBezTo>
                  <a:pt x="383842" y="37099"/>
                  <a:pt x="385377" y="37032"/>
                  <a:pt x="386934" y="36899"/>
                </a:cubicBezTo>
                <a:cubicBezTo>
                  <a:pt x="388491" y="36765"/>
                  <a:pt x="390026" y="36609"/>
                  <a:pt x="391538" y="36431"/>
                </a:cubicBezTo>
                <a:lnTo>
                  <a:pt x="391139" y="52713"/>
                </a:lnTo>
                <a:lnTo>
                  <a:pt x="391406" y="52980"/>
                </a:lnTo>
                <a:close/>
                <a:moveTo>
                  <a:pt x="454793" y="80337"/>
                </a:moveTo>
                <a:cubicBezTo>
                  <a:pt x="454793" y="76511"/>
                  <a:pt x="454815" y="73598"/>
                  <a:pt x="454860" y="71595"/>
                </a:cubicBezTo>
                <a:cubicBezTo>
                  <a:pt x="454905" y="69593"/>
                  <a:pt x="454927" y="67836"/>
                  <a:pt x="454927" y="66323"/>
                </a:cubicBezTo>
                <a:cubicBezTo>
                  <a:pt x="453058" y="67392"/>
                  <a:pt x="451078" y="68260"/>
                  <a:pt x="448987" y="68928"/>
                </a:cubicBezTo>
                <a:cubicBezTo>
                  <a:pt x="446897" y="69594"/>
                  <a:pt x="444984" y="70439"/>
                  <a:pt x="443249" y="71463"/>
                </a:cubicBezTo>
                <a:cubicBezTo>
                  <a:pt x="441514" y="72485"/>
                  <a:pt x="440091" y="73886"/>
                  <a:pt x="438979" y="75666"/>
                </a:cubicBezTo>
                <a:cubicBezTo>
                  <a:pt x="437867" y="77445"/>
                  <a:pt x="437311" y="80025"/>
                  <a:pt x="437311" y="83406"/>
                </a:cubicBezTo>
                <a:cubicBezTo>
                  <a:pt x="437311" y="86698"/>
                  <a:pt x="438001" y="89211"/>
                  <a:pt x="439380" y="90946"/>
                </a:cubicBezTo>
                <a:cubicBezTo>
                  <a:pt x="440760" y="92681"/>
                  <a:pt x="442605" y="93548"/>
                  <a:pt x="444917" y="93548"/>
                </a:cubicBezTo>
                <a:cubicBezTo>
                  <a:pt x="447853" y="93548"/>
                  <a:pt x="450233" y="92436"/>
                  <a:pt x="452056" y="90213"/>
                </a:cubicBezTo>
                <a:cubicBezTo>
                  <a:pt x="453881" y="87988"/>
                  <a:pt x="454793" y="84696"/>
                  <a:pt x="454793" y="80337"/>
                </a:cubicBezTo>
                <a:moveTo>
                  <a:pt x="423165" y="44038"/>
                </a:moveTo>
                <a:cubicBezTo>
                  <a:pt x="426903" y="41014"/>
                  <a:pt x="430928" y="38701"/>
                  <a:pt x="435243" y="37099"/>
                </a:cubicBezTo>
                <a:cubicBezTo>
                  <a:pt x="439558" y="35497"/>
                  <a:pt x="443851" y="34696"/>
                  <a:pt x="448120" y="34696"/>
                </a:cubicBezTo>
                <a:cubicBezTo>
                  <a:pt x="451679" y="34696"/>
                  <a:pt x="454949" y="35096"/>
                  <a:pt x="457929" y="35897"/>
                </a:cubicBezTo>
                <a:cubicBezTo>
                  <a:pt x="460910" y="36698"/>
                  <a:pt x="463490" y="37966"/>
                  <a:pt x="465669" y="39701"/>
                </a:cubicBezTo>
                <a:cubicBezTo>
                  <a:pt x="467849" y="41436"/>
                  <a:pt x="469539" y="43683"/>
                  <a:pt x="470739" y="46441"/>
                </a:cubicBezTo>
                <a:cubicBezTo>
                  <a:pt x="471940" y="49198"/>
                  <a:pt x="472541" y="52534"/>
                  <a:pt x="472541" y="56449"/>
                </a:cubicBezTo>
                <a:cubicBezTo>
                  <a:pt x="472541" y="62143"/>
                  <a:pt x="472474" y="67414"/>
                  <a:pt x="472341" y="72263"/>
                </a:cubicBezTo>
                <a:cubicBezTo>
                  <a:pt x="472208" y="77111"/>
                  <a:pt x="472142" y="81937"/>
                  <a:pt x="472142" y="86741"/>
                </a:cubicBezTo>
                <a:cubicBezTo>
                  <a:pt x="472142" y="88876"/>
                  <a:pt x="472297" y="90545"/>
                  <a:pt x="472608" y="91746"/>
                </a:cubicBezTo>
                <a:cubicBezTo>
                  <a:pt x="472920" y="92948"/>
                  <a:pt x="473387" y="93860"/>
                  <a:pt x="474009" y="94483"/>
                </a:cubicBezTo>
                <a:cubicBezTo>
                  <a:pt x="474632" y="95105"/>
                  <a:pt x="475455" y="95504"/>
                  <a:pt x="476477" y="95682"/>
                </a:cubicBezTo>
                <a:cubicBezTo>
                  <a:pt x="477501" y="95860"/>
                  <a:pt x="478680" y="95949"/>
                  <a:pt x="480014" y="95949"/>
                </a:cubicBezTo>
                <a:lnTo>
                  <a:pt x="480014" y="99152"/>
                </a:lnTo>
                <a:cubicBezTo>
                  <a:pt x="477435" y="100220"/>
                  <a:pt x="475255" y="101021"/>
                  <a:pt x="473476" y="101555"/>
                </a:cubicBezTo>
                <a:cubicBezTo>
                  <a:pt x="471696" y="102088"/>
                  <a:pt x="469783" y="102355"/>
                  <a:pt x="467737" y="102355"/>
                </a:cubicBezTo>
                <a:cubicBezTo>
                  <a:pt x="464445" y="102355"/>
                  <a:pt x="461777" y="101555"/>
                  <a:pt x="459731" y="99954"/>
                </a:cubicBezTo>
                <a:cubicBezTo>
                  <a:pt x="457685" y="98352"/>
                  <a:pt x="456128" y="96039"/>
                  <a:pt x="455060" y="93015"/>
                </a:cubicBezTo>
                <a:cubicBezTo>
                  <a:pt x="453014" y="95861"/>
                  <a:pt x="450634" y="98130"/>
                  <a:pt x="447920" y="99820"/>
                </a:cubicBezTo>
                <a:cubicBezTo>
                  <a:pt x="445207" y="101510"/>
                  <a:pt x="441804" y="102355"/>
                  <a:pt x="437713" y="102355"/>
                </a:cubicBezTo>
                <a:cubicBezTo>
                  <a:pt x="434331" y="102355"/>
                  <a:pt x="431439" y="101910"/>
                  <a:pt x="429036" y="101019"/>
                </a:cubicBezTo>
                <a:cubicBezTo>
                  <a:pt x="426635" y="100130"/>
                  <a:pt x="424655" y="98863"/>
                  <a:pt x="423098" y="97218"/>
                </a:cubicBezTo>
                <a:cubicBezTo>
                  <a:pt x="421541" y="95571"/>
                  <a:pt x="420407" y="93702"/>
                  <a:pt x="419696" y="91612"/>
                </a:cubicBezTo>
                <a:cubicBezTo>
                  <a:pt x="418984" y="89521"/>
                  <a:pt x="418629" y="87408"/>
                  <a:pt x="418629" y="85273"/>
                </a:cubicBezTo>
                <a:cubicBezTo>
                  <a:pt x="418629" y="82338"/>
                  <a:pt x="419096" y="79803"/>
                  <a:pt x="420030" y="77667"/>
                </a:cubicBezTo>
                <a:cubicBezTo>
                  <a:pt x="420964" y="75532"/>
                  <a:pt x="422298" y="73708"/>
                  <a:pt x="424033" y="72196"/>
                </a:cubicBezTo>
                <a:cubicBezTo>
                  <a:pt x="425768" y="70684"/>
                  <a:pt x="427836" y="69416"/>
                  <a:pt x="430237" y="68392"/>
                </a:cubicBezTo>
                <a:cubicBezTo>
                  <a:pt x="432640" y="67369"/>
                  <a:pt x="435354" y="66501"/>
                  <a:pt x="438378" y="65790"/>
                </a:cubicBezTo>
                <a:cubicBezTo>
                  <a:pt x="442116" y="64901"/>
                  <a:pt x="445074" y="64123"/>
                  <a:pt x="447252" y="63456"/>
                </a:cubicBezTo>
                <a:cubicBezTo>
                  <a:pt x="449433" y="62788"/>
                  <a:pt x="451056" y="62121"/>
                  <a:pt x="452123" y="61455"/>
                </a:cubicBezTo>
                <a:cubicBezTo>
                  <a:pt x="453192" y="60787"/>
                  <a:pt x="453881" y="60052"/>
                  <a:pt x="454192" y="59251"/>
                </a:cubicBezTo>
                <a:cubicBezTo>
                  <a:pt x="454504" y="58450"/>
                  <a:pt x="454660" y="57472"/>
                  <a:pt x="454660" y="56315"/>
                </a:cubicBezTo>
                <a:cubicBezTo>
                  <a:pt x="454660" y="53113"/>
                  <a:pt x="453526" y="50377"/>
                  <a:pt x="451256" y="48109"/>
                </a:cubicBezTo>
                <a:cubicBezTo>
                  <a:pt x="448987" y="45839"/>
                  <a:pt x="445852" y="44704"/>
                  <a:pt x="441848" y="44704"/>
                </a:cubicBezTo>
                <a:cubicBezTo>
                  <a:pt x="440336" y="44704"/>
                  <a:pt x="438779" y="44904"/>
                  <a:pt x="437177" y="45305"/>
                </a:cubicBezTo>
                <a:cubicBezTo>
                  <a:pt x="435577" y="45705"/>
                  <a:pt x="434042" y="46262"/>
                  <a:pt x="432573" y="46975"/>
                </a:cubicBezTo>
                <a:cubicBezTo>
                  <a:pt x="431106" y="47686"/>
                  <a:pt x="429771" y="48465"/>
                  <a:pt x="428570" y="49310"/>
                </a:cubicBezTo>
                <a:cubicBezTo>
                  <a:pt x="427370" y="50155"/>
                  <a:pt x="426458" y="51066"/>
                  <a:pt x="425835" y="52045"/>
                </a:cubicBezTo>
                <a:lnTo>
                  <a:pt x="424900" y="52045"/>
                </a:lnTo>
                <a:lnTo>
                  <a:pt x="423165" y="44038"/>
                </a:lnTo>
                <a:close/>
                <a:moveTo>
                  <a:pt x="491759" y="46172"/>
                </a:moveTo>
                <a:cubicBezTo>
                  <a:pt x="491759" y="37454"/>
                  <a:pt x="491670" y="29448"/>
                  <a:pt x="491490" y="22153"/>
                </a:cubicBezTo>
                <a:cubicBezTo>
                  <a:pt x="491313" y="14857"/>
                  <a:pt x="491046" y="7473"/>
                  <a:pt x="490690" y="0"/>
                </a:cubicBezTo>
                <a:cubicBezTo>
                  <a:pt x="491847" y="178"/>
                  <a:pt x="493315" y="334"/>
                  <a:pt x="495095" y="468"/>
                </a:cubicBezTo>
                <a:cubicBezTo>
                  <a:pt x="496874" y="601"/>
                  <a:pt x="498743" y="668"/>
                  <a:pt x="500701" y="668"/>
                </a:cubicBezTo>
                <a:cubicBezTo>
                  <a:pt x="502657" y="668"/>
                  <a:pt x="504525" y="601"/>
                  <a:pt x="506304" y="468"/>
                </a:cubicBezTo>
                <a:cubicBezTo>
                  <a:pt x="508084" y="334"/>
                  <a:pt x="509552" y="178"/>
                  <a:pt x="510709" y="0"/>
                </a:cubicBezTo>
                <a:cubicBezTo>
                  <a:pt x="510353" y="7473"/>
                  <a:pt x="510086" y="14857"/>
                  <a:pt x="509907" y="22153"/>
                </a:cubicBezTo>
                <a:cubicBezTo>
                  <a:pt x="509729" y="29448"/>
                  <a:pt x="509640" y="37454"/>
                  <a:pt x="509640" y="46172"/>
                </a:cubicBezTo>
                <a:lnTo>
                  <a:pt x="509640" y="54847"/>
                </a:lnTo>
                <a:cubicBezTo>
                  <a:pt x="509640" y="63566"/>
                  <a:pt x="509729" y="71574"/>
                  <a:pt x="509907" y="78869"/>
                </a:cubicBezTo>
                <a:cubicBezTo>
                  <a:pt x="510086" y="86164"/>
                  <a:pt x="510353" y="93415"/>
                  <a:pt x="510709" y="100620"/>
                </a:cubicBezTo>
                <a:cubicBezTo>
                  <a:pt x="509552" y="100442"/>
                  <a:pt x="508084" y="100353"/>
                  <a:pt x="506304" y="100353"/>
                </a:cubicBezTo>
                <a:cubicBezTo>
                  <a:pt x="504525" y="100353"/>
                  <a:pt x="502657" y="100353"/>
                  <a:pt x="500701" y="100353"/>
                </a:cubicBezTo>
                <a:cubicBezTo>
                  <a:pt x="498743" y="100353"/>
                  <a:pt x="496874" y="100353"/>
                  <a:pt x="495095" y="100353"/>
                </a:cubicBezTo>
                <a:cubicBezTo>
                  <a:pt x="493315" y="100353"/>
                  <a:pt x="491847" y="100442"/>
                  <a:pt x="490690" y="100620"/>
                </a:cubicBezTo>
                <a:cubicBezTo>
                  <a:pt x="491046" y="93415"/>
                  <a:pt x="491313" y="86164"/>
                  <a:pt x="491490" y="78869"/>
                </a:cubicBezTo>
                <a:cubicBezTo>
                  <a:pt x="491670" y="71574"/>
                  <a:pt x="491759" y="63566"/>
                  <a:pt x="491759" y="54847"/>
                </a:cubicBezTo>
                <a:lnTo>
                  <a:pt x="491759" y="46172"/>
                </a:lnTo>
                <a:close/>
                <a:moveTo>
                  <a:pt x="568225" y="45906"/>
                </a:moveTo>
                <a:cubicBezTo>
                  <a:pt x="568225" y="38522"/>
                  <a:pt x="568136" y="31961"/>
                  <a:pt x="567958" y="26223"/>
                </a:cubicBezTo>
                <a:cubicBezTo>
                  <a:pt x="567781" y="20485"/>
                  <a:pt x="567513" y="14724"/>
                  <a:pt x="567156" y="8941"/>
                </a:cubicBezTo>
                <a:cubicBezTo>
                  <a:pt x="568670" y="9119"/>
                  <a:pt x="570316" y="9275"/>
                  <a:pt x="572094" y="9410"/>
                </a:cubicBezTo>
                <a:cubicBezTo>
                  <a:pt x="573874" y="9543"/>
                  <a:pt x="575875" y="9609"/>
                  <a:pt x="578099" y="9609"/>
                </a:cubicBezTo>
                <a:cubicBezTo>
                  <a:pt x="580324" y="9609"/>
                  <a:pt x="582326" y="9543"/>
                  <a:pt x="584104" y="9410"/>
                </a:cubicBezTo>
                <a:cubicBezTo>
                  <a:pt x="585884" y="9275"/>
                  <a:pt x="587530" y="9119"/>
                  <a:pt x="589042" y="8941"/>
                </a:cubicBezTo>
                <a:cubicBezTo>
                  <a:pt x="588686" y="14724"/>
                  <a:pt x="588420" y="20485"/>
                  <a:pt x="588242" y="26223"/>
                </a:cubicBezTo>
                <a:cubicBezTo>
                  <a:pt x="588064" y="31961"/>
                  <a:pt x="587975" y="38522"/>
                  <a:pt x="587975" y="45906"/>
                </a:cubicBezTo>
                <a:lnTo>
                  <a:pt x="587975" y="64055"/>
                </a:lnTo>
                <a:cubicBezTo>
                  <a:pt x="587975" y="69127"/>
                  <a:pt x="587997" y="74020"/>
                  <a:pt x="588042" y="78736"/>
                </a:cubicBezTo>
                <a:cubicBezTo>
                  <a:pt x="588087" y="83451"/>
                  <a:pt x="588154" y="87543"/>
                  <a:pt x="588242" y="91011"/>
                </a:cubicBezTo>
                <a:cubicBezTo>
                  <a:pt x="593313" y="91011"/>
                  <a:pt x="598384" y="90878"/>
                  <a:pt x="603455" y="90612"/>
                </a:cubicBezTo>
                <a:cubicBezTo>
                  <a:pt x="608526" y="90345"/>
                  <a:pt x="613642" y="89900"/>
                  <a:pt x="618802" y="89278"/>
                </a:cubicBezTo>
                <a:cubicBezTo>
                  <a:pt x="618624" y="90256"/>
                  <a:pt x="618491" y="91145"/>
                  <a:pt x="618401" y="91946"/>
                </a:cubicBezTo>
                <a:cubicBezTo>
                  <a:pt x="618313" y="92747"/>
                  <a:pt x="618269" y="93859"/>
                  <a:pt x="618269" y="95283"/>
                </a:cubicBezTo>
                <a:cubicBezTo>
                  <a:pt x="618269" y="96706"/>
                  <a:pt x="618313" y="97818"/>
                  <a:pt x="618401" y="98619"/>
                </a:cubicBezTo>
                <a:cubicBezTo>
                  <a:pt x="618491" y="99419"/>
                  <a:pt x="618624" y="100087"/>
                  <a:pt x="618802" y="100620"/>
                </a:cubicBezTo>
                <a:cubicBezTo>
                  <a:pt x="616399" y="100532"/>
                  <a:pt x="613441" y="100465"/>
                  <a:pt x="609926" y="100421"/>
                </a:cubicBezTo>
                <a:cubicBezTo>
                  <a:pt x="606413" y="100376"/>
                  <a:pt x="601587" y="100353"/>
                  <a:pt x="595448" y="100353"/>
                </a:cubicBezTo>
                <a:cubicBezTo>
                  <a:pt x="590021" y="100353"/>
                  <a:pt x="585617" y="100353"/>
                  <a:pt x="582237" y="100353"/>
                </a:cubicBezTo>
                <a:cubicBezTo>
                  <a:pt x="578945" y="100353"/>
                  <a:pt x="576298" y="100353"/>
                  <a:pt x="574295" y="100353"/>
                </a:cubicBezTo>
                <a:cubicBezTo>
                  <a:pt x="572294" y="100353"/>
                  <a:pt x="570782" y="100376"/>
                  <a:pt x="569759" y="100421"/>
                </a:cubicBezTo>
                <a:cubicBezTo>
                  <a:pt x="568736" y="100465"/>
                  <a:pt x="567869" y="100532"/>
                  <a:pt x="567156" y="100620"/>
                </a:cubicBezTo>
                <a:cubicBezTo>
                  <a:pt x="567513" y="95105"/>
                  <a:pt x="567781" y="89478"/>
                  <a:pt x="567958" y="83740"/>
                </a:cubicBezTo>
                <a:cubicBezTo>
                  <a:pt x="568136" y="78001"/>
                  <a:pt x="568225" y="71440"/>
                  <a:pt x="568225" y="64055"/>
                </a:cubicBezTo>
                <a:lnTo>
                  <a:pt x="568225" y="45906"/>
                </a:lnTo>
                <a:close/>
                <a:moveTo>
                  <a:pt x="662439" y="80337"/>
                </a:moveTo>
                <a:cubicBezTo>
                  <a:pt x="662439" y="76511"/>
                  <a:pt x="662462" y="73598"/>
                  <a:pt x="662507" y="71595"/>
                </a:cubicBezTo>
                <a:cubicBezTo>
                  <a:pt x="662551" y="69593"/>
                  <a:pt x="662574" y="67836"/>
                  <a:pt x="662574" y="66323"/>
                </a:cubicBezTo>
                <a:cubicBezTo>
                  <a:pt x="660704" y="67392"/>
                  <a:pt x="658724" y="68260"/>
                  <a:pt x="656634" y="68928"/>
                </a:cubicBezTo>
                <a:cubicBezTo>
                  <a:pt x="654543" y="69594"/>
                  <a:pt x="652631" y="70439"/>
                  <a:pt x="650896" y="71463"/>
                </a:cubicBezTo>
                <a:cubicBezTo>
                  <a:pt x="649161" y="72485"/>
                  <a:pt x="647737" y="73886"/>
                  <a:pt x="646626" y="75666"/>
                </a:cubicBezTo>
                <a:cubicBezTo>
                  <a:pt x="645514" y="77445"/>
                  <a:pt x="644958" y="80025"/>
                  <a:pt x="644958" y="83406"/>
                </a:cubicBezTo>
                <a:cubicBezTo>
                  <a:pt x="644958" y="86698"/>
                  <a:pt x="645648" y="89211"/>
                  <a:pt x="647027" y="90946"/>
                </a:cubicBezTo>
                <a:cubicBezTo>
                  <a:pt x="648406" y="92681"/>
                  <a:pt x="650252" y="93548"/>
                  <a:pt x="652563" y="93548"/>
                </a:cubicBezTo>
                <a:cubicBezTo>
                  <a:pt x="655500" y="93548"/>
                  <a:pt x="657879" y="92436"/>
                  <a:pt x="659703" y="90213"/>
                </a:cubicBezTo>
                <a:cubicBezTo>
                  <a:pt x="661527" y="87988"/>
                  <a:pt x="662439" y="84696"/>
                  <a:pt x="662439" y="80337"/>
                </a:cubicBezTo>
                <a:moveTo>
                  <a:pt x="630812" y="44038"/>
                </a:moveTo>
                <a:cubicBezTo>
                  <a:pt x="634549" y="41014"/>
                  <a:pt x="638575" y="38701"/>
                  <a:pt x="642889" y="37099"/>
                </a:cubicBezTo>
                <a:cubicBezTo>
                  <a:pt x="647205" y="35497"/>
                  <a:pt x="651497" y="34696"/>
                  <a:pt x="655766" y="34696"/>
                </a:cubicBezTo>
                <a:cubicBezTo>
                  <a:pt x="659326" y="34696"/>
                  <a:pt x="662595" y="35096"/>
                  <a:pt x="665575" y="35897"/>
                </a:cubicBezTo>
                <a:cubicBezTo>
                  <a:pt x="668556" y="36698"/>
                  <a:pt x="671136" y="37966"/>
                  <a:pt x="673315" y="39701"/>
                </a:cubicBezTo>
                <a:cubicBezTo>
                  <a:pt x="675495" y="41436"/>
                  <a:pt x="677185" y="43683"/>
                  <a:pt x="678385" y="46441"/>
                </a:cubicBezTo>
                <a:cubicBezTo>
                  <a:pt x="679587" y="49198"/>
                  <a:pt x="680187" y="52534"/>
                  <a:pt x="680187" y="56449"/>
                </a:cubicBezTo>
                <a:cubicBezTo>
                  <a:pt x="680187" y="62143"/>
                  <a:pt x="680121" y="67414"/>
                  <a:pt x="679988" y="72263"/>
                </a:cubicBezTo>
                <a:cubicBezTo>
                  <a:pt x="679855" y="77111"/>
                  <a:pt x="679788" y="81937"/>
                  <a:pt x="679788" y="86741"/>
                </a:cubicBezTo>
                <a:cubicBezTo>
                  <a:pt x="679788" y="88876"/>
                  <a:pt x="679944" y="90545"/>
                  <a:pt x="680255" y="91746"/>
                </a:cubicBezTo>
                <a:cubicBezTo>
                  <a:pt x="680567" y="92948"/>
                  <a:pt x="681034" y="93860"/>
                  <a:pt x="681656" y="94483"/>
                </a:cubicBezTo>
                <a:cubicBezTo>
                  <a:pt x="682279" y="95105"/>
                  <a:pt x="683101" y="95504"/>
                  <a:pt x="684124" y="95682"/>
                </a:cubicBezTo>
                <a:cubicBezTo>
                  <a:pt x="685147" y="95860"/>
                  <a:pt x="686326" y="95949"/>
                  <a:pt x="687661" y="95949"/>
                </a:cubicBezTo>
                <a:lnTo>
                  <a:pt x="687661" y="99152"/>
                </a:lnTo>
                <a:cubicBezTo>
                  <a:pt x="685081" y="100220"/>
                  <a:pt x="682902" y="101021"/>
                  <a:pt x="681122" y="101555"/>
                </a:cubicBezTo>
                <a:cubicBezTo>
                  <a:pt x="679342" y="102088"/>
                  <a:pt x="677430" y="102355"/>
                  <a:pt x="675384" y="102355"/>
                </a:cubicBezTo>
                <a:cubicBezTo>
                  <a:pt x="672092" y="102355"/>
                  <a:pt x="669423" y="101555"/>
                  <a:pt x="667377" y="99954"/>
                </a:cubicBezTo>
                <a:cubicBezTo>
                  <a:pt x="665332" y="98352"/>
                  <a:pt x="663774" y="96039"/>
                  <a:pt x="662706" y="93015"/>
                </a:cubicBezTo>
                <a:cubicBezTo>
                  <a:pt x="660660" y="95861"/>
                  <a:pt x="658281" y="98130"/>
                  <a:pt x="655567" y="99820"/>
                </a:cubicBezTo>
                <a:cubicBezTo>
                  <a:pt x="652853" y="101510"/>
                  <a:pt x="649451" y="102355"/>
                  <a:pt x="645359" y="102355"/>
                </a:cubicBezTo>
                <a:cubicBezTo>
                  <a:pt x="641978" y="102355"/>
                  <a:pt x="639085" y="101910"/>
                  <a:pt x="636683" y="101019"/>
                </a:cubicBezTo>
                <a:cubicBezTo>
                  <a:pt x="634281" y="100130"/>
                  <a:pt x="632302" y="98863"/>
                  <a:pt x="630745" y="97218"/>
                </a:cubicBezTo>
                <a:cubicBezTo>
                  <a:pt x="629188" y="95571"/>
                  <a:pt x="628054" y="93702"/>
                  <a:pt x="627342" y="91612"/>
                </a:cubicBezTo>
                <a:cubicBezTo>
                  <a:pt x="626631" y="89521"/>
                  <a:pt x="626275" y="87408"/>
                  <a:pt x="626275" y="85273"/>
                </a:cubicBezTo>
                <a:cubicBezTo>
                  <a:pt x="626275" y="82338"/>
                  <a:pt x="626742" y="79803"/>
                  <a:pt x="627676" y="77667"/>
                </a:cubicBezTo>
                <a:cubicBezTo>
                  <a:pt x="628610" y="75532"/>
                  <a:pt x="629945" y="73708"/>
                  <a:pt x="631679" y="72196"/>
                </a:cubicBezTo>
                <a:cubicBezTo>
                  <a:pt x="633414" y="70684"/>
                  <a:pt x="635483" y="69416"/>
                  <a:pt x="637884" y="68392"/>
                </a:cubicBezTo>
                <a:cubicBezTo>
                  <a:pt x="640287" y="67369"/>
                  <a:pt x="643000" y="66501"/>
                  <a:pt x="646025" y="65790"/>
                </a:cubicBezTo>
                <a:cubicBezTo>
                  <a:pt x="649762" y="64901"/>
                  <a:pt x="652720" y="64123"/>
                  <a:pt x="654899" y="63456"/>
                </a:cubicBezTo>
                <a:cubicBezTo>
                  <a:pt x="657079" y="62788"/>
                  <a:pt x="658703" y="62121"/>
                  <a:pt x="659770" y="61455"/>
                </a:cubicBezTo>
                <a:cubicBezTo>
                  <a:pt x="660838" y="60787"/>
                  <a:pt x="661528" y="60052"/>
                  <a:pt x="661839" y="59251"/>
                </a:cubicBezTo>
                <a:cubicBezTo>
                  <a:pt x="662151" y="58450"/>
                  <a:pt x="662307" y="57472"/>
                  <a:pt x="662307" y="56315"/>
                </a:cubicBezTo>
                <a:cubicBezTo>
                  <a:pt x="662307" y="53113"/>
                  <a:pt x="661172" y="50377"/>
                  <a:pt x="658902" y="48109"/>
                </a:cubicBezTo>
                <a:cubicBezTo>
                  <a:pt x="656634" y="45839"/>
                  <a:pt x="653498" y="44704"/>
                  <a:pt x="649495" y="44704"/>
                </a:cubicBezTo>
                <a:cubicBezTo>
                  <a:pt x="647982" y="44704"/>
                  <a:pt x="646425" y="44904"/>
                  <a:pt x="644824" y="45305"/>
                </a:cubicBezTo>
                <a:cubicBezTo>
                  <a:pt x="643223" y="45705"/>
                  <a:pt x="641688" y="46262"/>
                  <a:pt x="640220" y="46975"/>
                </a:cubicBezTo>
                <a:cubicBezTo>
                  <a:pt x="638752" y="47686"/>
                  <a:pt x="637418" y="48465"/>
                  <a:pt x="636216" y="49310"/>
                </a:cubicBezTo>
                <a:cubicBezTo>
                  <a:pt x="635016" y="50155"/>
                  <a:pt x="634105" y="51066"/>
                  <a:pt x="633482" y="52045"/>
                </a:cubicBezTo>
                <a:lnTo>
                  <a:pt x="632547" y="52045"/>
                </a:lnTo>
                <a:lnTo>
                  <a:pt x="630812" y="44038"/>
                </a:lnTo>
                <a:close/>
                <a:moveTo>
                  <a:pt x="715820" y="46439"/>
                </a:moveTo>
                <a:cubicBezTo>
                  <a:pt x="718311" y="42703"/>
                  <a:pt x="721224" y="39812"/>
                  <a:pt x="724560" y="37767"/>
                </a:cubicBezTo>
                <a:cubicBezTo>
                  <a:pt x="727897" y="35720"/>
                  <a:pt x="731700" y="34696"/>
                  <a:pt x="735969" y="34696"/>
                </a:cubicBezTo>
                <a:cubicBezTo>
                  <a:pt x="742643" y="34696"/>
                  <a:pt x="747781" y="36631"/>
                  <a:pt x="751384" y="40501"/>
                </a:cubicBezTo>
                <a:cubicBezTo>
                  <a:pt x="754986" y="44372"/>
                  <a:pt x="756788" y="50622"/>
                  <a:pt x="756788" y="59251"/>
                </a:cubicBezTo>
                <a:cubicBezTo>
                  <a:pt x="756788" y="63788"/>
                  <a:pt x="756699" y="67791"/>
                  <a:pt x="756521" y="71261"/>
                </a:cubicBezTo>
                <a:cubicBezTo>
                  <a:pt x="756343" y="74731"/>
                  <a:pt x="756254" y="78201"/>
                  <a:pt x="756254" y="81671"/>
                </a:cubicBezTo>
                <a:cubicBezTo>
                  <a:pt x="756254" y="84517"/>
                  <a:pt x="756321" y="87609"/>
                  <a:pt x="756454" y="90946"/>
                </a:cubicBezTo>
                <a:cubicBezTo>
                  <a:pt x="756588" y="94281"/>
                  <a:pt x="756744" y="97506"/>
                  <a:pt x="756922" y="100620"/>
                </a:cubicBezTo>
                <a:cubicBezTo>
                  <a:pt x="755766" y="100442"/>
                  <a:pt x="754297" y="100353"/>
                  <a:pt x="752518" y="100353"/>
                </a:cubicBezTo>
                <a:cubicBezTo>
                  <a:pt x="750738" y="100353"/>
                  <a:pt x="748869" y="100353"/>
                  <a:pt x="746912" y="100353"/>
                </a:cubicBezTo>
                <a:cubicBezTo>
                  <a:pt x="744956" y="100353"/>
                  <a:pt x="743088" y="100353"/>
                  <a:pt x="741308" y="100353"/>
                </a:cubicBezTo>
                <a:cubicBezTo>
                  <a:pt x="739528" y="100353"/>
                  <a:pt x="738060" y="100442"/>
                  <a:pt x="736904" y="100620"/>
                </a:cubicBezTo>
                <a:cubicBezTo>
                  <a:pt x="737527" y="95994"/>
                  <a:pt x="737927" y="90545"/>
                  <a:pt x="738105" y="84273"/>
                </a:cubicBezTo>
                <a:cubicBezTo>
                  <a:pt x="738283" y="78001"/>
                  <a:pt x="738372" y="70817"/>
                  <a:pt x="738372" y="62721"/>
                </a:cubicBezTo>
                <a:cubicBezTo>
                  <a:pt x="738372" y="57116"/>
                  <a:pt x="737415" y="53001"/>
                  <a:pt x="735503" y="50377"/>
                </a:cubicBezTo>
                <a:cubicBezTo>
                  <a:pt x="733590" y="47752"/>
                  <a:pt x="730899" y="46439"/>
                  <a:pt x="727429" y="46439"/>
                </a:cubicBezTo>
                <a:cubicBezTo>
                  <a:pt x="723426" y="46439"/>
                  <a:pt x="720490" y="48174"/>
                  <a:pt x="718622" y="51644"/>
                </a:cubicBezTo>
                <a:cubicBezTo>
                  <a:pt x="716754" y="55114"/>
                  <a:pt x="715820" y="59918"/>
                  <a:pt x="715820" y="66057"/>
                </a:cubicBezTo>
                <a:lnTo>
                  <a:pt x="715820" y="71396"/>
                </a:lnTo>
                <a:cubicBezTo>
                  <a:pt x="715820" y="76822"/>
                  <a:pt x="715887" y="81937"/>
                  <a:pt x="716020" y="86741"/>
                </a:cubicBezTo>
                <a:cubicBezTo>
                  <a:pt x="716153" y="91545"/>
                  <a:pt x="716442" y="96172"/>
                  <a:pt x="716887" y="100620"/>
                </a:cubicBezTo>
                <a:cubicBezTo>
                  <a:pt x="715731" y="100442"/>
                  <a:pt x="714285" y="100353"/>
                  <a:pt x="712550" y="100353"/>
                </a:cubicBezTo>
                <a:cubicBezTo>
                  <a:pt x="710815" y="100353"/>
                  <a:pt x="708925" y="100353"/>
                  <a:pt x="706879" y="100353"/>
                </a:cubicBezTo>
                <a:cubicBezTo>
                  <a:pt x="704832" y="100353"/>
                  <a:pt x="702963" y="100353"/>
                  <a:pt x="701273" y="100353"/>
                </a:cubicBezTo>
                <a:cubicBezTo>
                  <a:pt x="699583" y="100353"/>
                  <a:pt x="698115" y="100442"/>
                  <a:pt x="696869" y="100620"/>
                </a:cubicBezTo>
                <a:cubicBezTo>
                  <a:pt x="697314" y="96172"/>
                  <a:pt x="697603" y="91545"/>
                  <a:pt x="697736" y="86741"/>
                </a:cubicBezTo>
                <a:cubicBezTo>
                  <a:pt x="697870" y="81937"/>
                  <a:pt x="697938" y="76822"/>
                  <a:pt x="697938" y="71396"/>
                </a:cubicBezTo>
                <a:lnTo>
                  <a:pt x="697938" y="66057"/>
                </a:lnTo>
                <a:cubicBezTo>
                  <a:pt x="697938" y="60631"/>
                  <a:pt x="697870" y="55538"/>
                  <a:pt x="697736" y="50778"/>
                </a:cubicBezTo>
                <a:cubicBezTo>
                  <a:pt x="697603" y="46018"/>
                  <a:pt x="697314" y="41235"/>
                  <a:pt x="696869" y="36431"/>
                </a:cubicBezTo>
                <a:cubicBezTo>
                  <a:pt x="698470" y="36609"/>
                  <a:pt x="700050" y="36765"/>
                  <a:pt x="701607" y="36899"/>
                </a:cubicBezTo>
                <a:cubicBezTo>
                  <a:pt x="703164" y="37032"/>
                  <a:pt x="704743" y="37099"/>
                  <a:pt x="706343" y="37099"/>
                </a:cubicBezTo>
                <a:cubicBezTo>
                  <a:pt x="707945" y="37099"/>
                  <a:pt x="709525" y="37032"/>
                  <a:pt x="711082" y="36899"/>
                </a:cubicBezTo>
                <a:cubicBezTo>
                  <a:pt x="712639" y="36765"/>
                  <a:pt x="714307" y="36609"/>
                  <a:pt x="716087" y="36431"/>
                </a:cubicBezTo>
                <a:lnTo>
                  <a:pt x="715551" y="46439"/>
                </a:lnTo>
                <a:lnTo>
                  <a:pt x="715820" y="46439"/>
                </a:lnTo>
                <a:close/>
                <a:moveTo>
                  <a:pt x="796556" y="40167"/>
                </a:moveTo>
                <a:cubicBezTo>
                  <a:pt x="790506" y="40167"/>
                  <a:pt x="787481" y="46039"/>
                  <a:pt x="787481" y="57783"/>
                </a:cubicBezTo>
                <a:cubicBezTo>
                  <a:pt x="787481" y="60720"/>
                  <a:pt x="787747" y="63189"/>
                  <a:pt x="788281" y="65191"/>
                </a:cubicBezTo>
                <a:cubicBezTo>
                  <a:pt x="788816" y="67192"/>
                  <a:pt x="789505" y="68816"/>
                  <a:pt x="790350" y="70062"/>
                </a:cubicBezTo>
                <a:cubicBezTo>
                  <a:pt x="791195" y="71307"/>
                  <a:pt x="792129" y="72196"/>
                  <a:pt x="793152" y="72729"/>
                </a:cubicBezTo>
                <a:cubicBezTo>
                  <a:pt x="794175" y="73263"/>
                  <a:pt x="795221" y="73530"/>
                  <a:pt x="796290" y="73530"/>
                </a:cubicBezTo>
                <a:cubicBezTo>
                  <a:pt x="799224" y="73530"/>
                  <a:pt x="801404" y="72240"/>
                  <a:pt x="802828" y="69661"/>
                </a:cubicBezTo>
                <a:cubicBezTo>
                  <a:pt x="804252" y="67080"/>
                  <a:pt x="804964" y="62720"/>
                  <a:pt x="804964" y="56582"/>
                </a:cubicBezTo>
                <a:cubicBezTo>
                  <a:pt x="804964" y="50533"/>
                  <a:pt x="804163" y="46285"/>
                  <a:pt x="802561" y="43839"/>
                </a:cubicBezTo>
                <a:cubicBezTo>
                  <a:pt x="800959" y="41391"/>
                  <a:pt x="798958" y="40167"/>
                  <a:pt x="796556" y="40167"/>
                </a:cubicBezTo>
                <a:moveTo>
                  <a:pt x="816440" y="41503"/>
                </a:moveTo>
                <a:cubicBezTo>
                  <a:pt x="818664" y="43104"/>
                  <a:pt x="820421" y="45128"/>
                  <a:pt x="821710" y="47575"/>
                </a:cubicBezTo>
                <a:cubicBezTo>
                  <a:pt x="823001" y="50022"/>
                  <a:pt x="823647" y="52935"/>
                  <a:pt x="823647" y="56315"/>
                </a:cubicBezTo>
                <a:cubicBezTo>
                  <a:pt x="823647" y="59607"/>
                  <a:pt x="823024" y="62610"/>
                  <a:pt x="821777" y="65324"/>
                </a:cubicBezTo>
                <a:cubicBezTo>
                  <a:pt x="820533" y="68037"/>
                  <a:pt x="818775" y="70373"/>
                  <a:pt x="816506" y="72330"/>
                </a:cubicBezTo>
                <a:cubicBezTo>
                  <a:pt x="814237" y="74287"/>
                  <a:pt x="811524" y="75799"/>
                  <a:pt x="808365" y="76867"/>
                </a:cubicBezTo>
                <a:cubicBezTo>
                  <a:pt x="805207" y="77934"/>
                  <a:pt x="801671" y="78468"/>
                  <a:pt x="797758" y="78468"/>
                </a:cubicBezTo>
                <a:cubicBezTo>
                  <a:pt x="796779" y="78468"/>
                  <a:pt x="795822" y="78446"/>
                  <a:pt x="794887" y="78402"/>
                </a:cubicBezTo>
                <a:cubicBezTo>
                  <a:pt x="793953" y="78358"/>
                  <a:pt x="792907" y="78335"/>
                  <a:pt x="791751" y="78335"/>
                </a:cubicBezTo>
                <a:cubicBezTo>
                  <a:pt x="790684" y="78335"/>
                  <a:pt x="789772" y="78825"/>
                  <a:pt x="789016" y="79803"/>
                </a:cubicBezTo>
                <a:cubicBezTo>
                  <a:pt x="788260" y="80781"/>
                  <a:pt x="787882" y="81893"/>
                  <a:pt x="787882" y="83139"/>
                </a:cubicBezTo>
                <a:cubicBezTo>
                  <a:pt x="787882" y="85274"/>
                  <a:pt x="788704" y="86965"/>
                  <a:pt x="790350" y="88211"/>
                </a:cubicBezTo>
                <a:cubicBezTo>
                  <a:pt x="791996" y="89456"/>
                  <a:pt x="794599" y="90123"/>
                  <a:pt x="798157" y="90211"/>
                </a:cubicBezTo>
                <a:lnTo>
                  <a:pt x="808033" y="90345"/>
                </a:lnTo>
                <a:cubicBezTo>
                  <a:pt x="815506" y="90433"/>
                  <a:pt x="820999" y="91834"/>
                  <a:pt x="824512" y="94548"/>
                </a:cubicBezTo>
                <a:cubicBezTo>
                  <a:pt x="828027" y="97262"/>
                  <a:pt x="829784" y="101599"/>
                  <a:pt x="829784" y="107560"/>
                </a:cubicBezTo>
                <a:cubicBezTo>
                  <a:pt x="829784" y="112898"/>
                  <a:pt x="828694" y="117368"/>
                  <a:pt x="826514" y="120971"/>
                </a:cubicBezTo>
                <a:cubicBezTo>
                  <a:pt x="824335" y="124575"/>
                  <a:pt x="821533" y="127511"/>
                  <a:pt x="818108" y="129780"/>
                </a:cubicBezTo>
                <a:cubicBezTo>
                  <a:pt x="814683" y="132048"/>
                  <a:pt x="810879" y="133672"/>
                  <a:pt x="806697" y="134650"/>
                </a:cubicBezTo>
                <a:cubicBezTo>
                  <a:pt x="802516" y="135629"/>
                  <a:pt x="798468" y="136119"/>
                  <a:pt x="794555" y="136119"/>
                </a:cubicBezTo>
                <a:cubicBezTo>
                  <a:pt x="786191" y="136119"/>
                  <a:pt x="779674" y="134495"/>
                  <a:pt x="775002" y="131248"/>
                </a:cubicBezTo>
                <a:cubicBezTo>
                  <a:pt x="770333" y="128001"/>
                  <a:pt x="767998" y="123707"/>
                  <a:pt x="767998" y="118368"/>
                </a:cubicBezTo>
                <a:cubicBezTo>
                  <a:pt x="767998" y="114099"/>
                  <a:pt x="769176" y="110652"/>
                  <a:pt x="771533" y="108026"/>
                </a:cubicBezTo>
                <a:cubicBezTo>
                  <a:pt x="773891" y="105402"/>
                  <a:pt x="777072" y="103334"/>
                  <a:pt x="781077" y="101822"/>
                </a:cubicBezTo>
                <a:lnTo>
                  <a:pt x="781077" y="101555"/>
                </a:lnTo>
                <a:cubicBezTo>
                  <a:pt x="778763" y="100754"/>
                  <a:pt x="776917" y="99531"/>
                  <a:pt x="775538" y="97886"/>
                </a:cubicBezTo>
                <a:cubicBezTo>
                  <a:pt x="774159" y="96239"/>
                  <a:pt x="773469" y="94170"/>
                  <a:pt x="773469" y="91679"/>
                </a:cubicBezTo>
                <a:cubicBezTo>
                  <a:pt x="773469" y="88743"/>
                  <a:pt x="774603" y="85896"/>
                  <a:pt x="776872" y="83139"/>
                </a:cubicBezTo>
                <a:cubicBezTo>
                  <a:pt x="779140" y="80380"/>
                  <a:pt x="782143" y="78512"/>
                  <a:pt x="785880" y="77533"/>
                </a:cubicBezTo>
                <a:lnTo>
                  <a:pt x="785880" y="77266"/>
                </a:lnTo>
                <a:cubicBezTo>
                  <a:pt x="780453" y="75932"/>
                  <a:pt x="776272" y="73530"/>
                  <a:pt x="773337" y="70060"/>
                </a:cubicBezTo>
                <a:cubicBezTo>
                  <a:pt x="770311" y="66502"/>
                  <a:pt x="768798" y="61876"/>
                  <a:pt x="768798" y="56183"/>
                </a:cubicBezTo>
                <a:cubicBezTo>
                  <a:pt x="768798" y="52801"/>
                  <a:pt x="769487" y="49776"/>
                  <a:pt x="770867" y="47107"/>
                </a:cubicBezTo>
                <a:cubicBezTo>
                  <a:pt x="772246" y="44438"/>
                  <a:pt x="774181" y="42192"/>
                  <a:pt x="776672" y="40369"/>
                </a:cubicBezTo>
                <a:cubicBezTo>
                  <a:pt x="779163" y="38545"/>
                  <a:pt x="782144" y="37143"/>
                  <a:pt x="785613" y="36164"/>
                </a:cubicBezTo>
                <a:cubicBezTo>
                  <a:pt x="789083" y="35185"/>
                  <a:pt x="792909" y="34696"/>
                  <a:pt x="797090" y="34696"/>
                </a:cubicBezTo>
                <a:cubicBezTo>
                  <a:pt x="798692" y="34696"/>
                  <a:pt x="800338" y="34763"/>
                  <a:pt x="802028" y="34898"/>
                </a:cubicBezTo>
                <a:cubicBezTo>
                  <a:pt x="803718" y="35031"/>
                  <a:pt x="805364" y="35141"/>
                  <a:pt x="806966" y="35229"/>
                </a:cubicBezTo>
                <a:cubicBezTo>
                  <a:pt x="808122" y="35319"/>
                  <a:pt x="809301" y="35386"/>
                  <a:pt x="810501" y="35431"/>
                </a:cubicBezTo>
                <a:cubicBezTo>
                  <a:pt x="811702" y="35476"/>
                  <a:pt x="813015" y="35498"/>
                  <a:pt x="814439" y="35498"/>
                </a:cubicBezTo>
                <a:cubicBezTo>
                  <a:pt x="816662" y="35498"/>
                  <a:pt x="818975" y="35476"/>
                  <a:pt x="821376" y="35431"/>
                </a:cubicBezTo>
                <a:cubicBezTo>
                  <a:pt x="823779" y="35386"/>
                  <a:pt x="826181" y="35364"/>
                  <a:pt x="828583" y="35364"/>
                </a:cubicBezTo>
                <a:cubicBezTo>
                  <a:pt x="828494" y="35897"/>
                  <a:pt x="828428" y="36432"/>
                  <a:pt x="828383" y="36966"/>
                </a:cubicBezTo>
                <a:cubicBezTo>
                  <a:pt x="828338" y="37500"/>
                  <a:pt x="828316" y="38033"/>
                  <a:pt x="828316" y="38567"/>
                </a:cubicBezTo>
                <a:cubicBezTo>
                  <a:pt x="828316" y="39100"/>
                  <a:pt x="828338" y="39634"/>
                  <a:pt x="828383" y="40167"/>
                </a:cubicBezTo>
                <a:cubicBezTo>
                  <a:pt x="828428" y="40701"/>
                  <a:pt x="828494" y="41235"/>
                  <a:pt x="828583" y="41770"/>
                </a:cubicBezTo>
                <a:lnTo>
                  <a:pt x="816840" y="41236"/>
                </a:lnTo>
                <a:lnTo>
                  <a:pt x="816440" y="41503"/>
                </a:lnTo>
                <a:moveTo>
                  <a:pt x="814304" y="114766"/>
                </a:moveTo>
                <a:cubicBezTo>
                  <a:pt x="814304" y="112186"/>
                  <a:pt x="813859" y="110073"/>
                  <a:pt x="812969" y="108427"/>
                </a:cubicBezTo>
                <a:cubicBezTo>
                  <a:pt x="812079" y="106782"/>
                  <a:pt x="810812" y="105514"/>
                  <a:pt x="809167" y="104624"/>
                </a:cubicBezTo>
                <a:cubicBezTo>
                  <a:pt x="807522" y="103734"/>
                  <a:pt x="805498" y="103134"/>
                  <a:pt x="803095" y="102821"/>
                </a:cubicBezTo>
                <a:cubicBezTo>
                  <a:pt x="800693" y="102511"/>
                  <a:pt x="797980" y="102355"/>
                  <a:pt x="794954" y="102355"/>
                </a:cubicBezTo>
                <a:cubicBezTo>
                  <a:pt x="790327" y="102355"/>
                  <a:pt x="787125" y="102800"/>
                  <a:pt x="785347" y="103689"/>
                </a:cubicBezTo>
                <a:cubicBezTo>
                  <a:pt x="784278" y="104224"/>
                  <a:pt x="783143" y="105514"/>
                  <a:pt x="781942" y="107560"/>
                </a:cubicBezTo>
                <a:cubicBezTo>
                  <a:pt x="780742" y="109606"/>
                  <a:pt x="780142" y="112186"/>
                  <a:pt x="780142" y="115300"/>
                </a:cubicBezTo>
                <a:cubicBezTo>
                  <a:pt x="780142" y="117880"/>
                  <a:pt x="780609" y="120127"/>
                  <a:pt x="781543" y="122040"/>
                </a:cubicBezTo>
                <a:cubicBezTo>
                  <a:pt x="782477" y="123952"/>
                  <a:pt x="783744" y="125531"/>
                  <a:pt x="785345" y="126776"/>
                </a:cubicBezTo>
                <a:cubicBezTo>
                  <a:pt x="786946" y="128022"/>
                  <a:pt x="788793" y="128979"/>
                  <a:pt x="790883" y="129645"/>
                </a:cubicBezTo>
                <a:cubicBezTo>
                  <a:pt x="792975" y="130313"/>
                  <a:pt x="795222" y="130647"/>
                  <a:pt x="797623" y="130647"/>
                </a:cubicBezTo>
                <a:cubicBezTo>
                  <a:pt x="800204" y="130647"/>
                  <a:pt x="802517" y="130224"/>
                  <a:pt x="804563" y="129378"/>
                </a:cubicBezTo>
                <a:cubicBezTo>
                  <a:pt x="806609" y="128533"/>
                  <a:pt x="808365" y="127376"/>
                  <a:pt x="809833" y="125909"/>
                </a:cubicBezTo>
                <a:cubicBezTo>
                  <a:pt x="811302" y="124441"/>
                  <a:pt x="812414" y="122751"/>
                  <a:pt x="813170" y="120838"/>
                </a:cubicBezTo>
                <a:cubicBezTo>
                  <a:pt x="813926" y="118926"/>
                  <a:pt x="814304" y="116902"/>
                  <a:pt x="814304" y="114766"/>
                </a:cubicBezTo>
                <a:close/>
                <a:moveTo>
                  <a:pt x="878893" y="91011"/>
                </a:moveTo>
                <a:cubicBezTo>
                  <a:pt x="876402" y="94748"/>
                  <a:pt x="873488" y="97573"/>
                  <a:pt x="870151" y="99486"/>
                </a:cubicBezTo>
                <a:cubicBezTo>
                  <a:pt x="866816" y="101399"/>
                  <a:pt x="863013" y="102355"/>
                  <a:pt x="858744" y="102355"/>
                </a:cubicBezTo>
                <a:cubicBezTo>
                  <a:pt x="852070" y="102355"/>
                  <a:pt x="846932" y="100487"/>
                  <a:pt x="843329" y="96751"/>
                </a:cubicBezTo>
                <a:cubicBezTo>
                  <a:pt x="839726" y="93014"/>
                  <a:pt x="837925" y="86831"/>
                  <a:pt x="837925" y="78201"/>
                </a:cubicBezTo>
                <a:cubicBezTo>
                  <a:pt x="837925" y="73664"/>
                  <a:pt x="838014" y="69661"/>
                  <a:pt x="838192" y="66191"/>
                </a:cubicBezTo>
                <a:cubicBezTo>
                  <a:pt x="838370" y="62721"/>
                  <a:pt x="838459" y="59251"/>
                  <a:pt x="838459" y="55782"/>
                </a:cubicBezTo>
                <a:cubicBezTo>
                  <a:pt x="838459" y="52935"/>
                  <a:pt x="838391" y="49844"/>
                  <a:pt x="838257" y="46508"/>
                </a:cubicBezTo>
                <a:cubicBezTo>
                  <a:pt x="838124" y="43172"/>
                  <a:pt x="837969" y="39812"/>
                  <a:pt x="837791" y="36431"/>
                </a:cubicBezTo>
                <a:cubicBezTo>
                  <a:pt x="838947" y="36609"/>
                  <a:pt x="840415" y="36765"/>
                  <a:pt x="842195" y="36899"/>
                </a:cubicBezTo>
                <a:cubicBezTo>
                  <a:pt x="843975" y="37032"/>
                  <a:pt x="845843" y="37099"/>
                  <a:pt x="847801" y="37099"/>
                </a:cubicBezTo>
                <a:cubicBezTo>
                  <a:pt x="849757" y="37099"/>
                  <a:pt x="851625" y="37032"/>
                  <a:pt x="853405" y="36899"/>
                </a:cubicBezTo>
                <a:cubicBezTo>
                  <a:pt x="855184" y="36765"/>
                  <a:pt x="856653" y="36609"/>
                  <a:pt x="857809" y="36431"/>
                </a:cubicBezTo>
                <a:cubicBezTo>
                  <a:pt x="857186" y="41235"/>
                  <a:pt x="856786" y="46796"/>
                  <a:pt x="856608" y="53112"/>
                </a:cubicBezTo>
                <a:cubicBezTo>
                  <a:pt x="856430" y="59429"/>
                  <a:pt x="856341" y="66635"/>
                  <a:pt x="856341" y="74731"/>
                </a:cubicBezTo>
                <a:cubicBezTo>
                  <a:pt x="856341" y="80336"/>
                  <a:pt x="857297" y="84451"/>
                  <a:pt x="859210" y="87075"/>
                </a:cubicBezTo>
                <a:cubicBezTo>
                  <a:pt x="861123" y="89699"/>
                  <a:pt x="863814" y="91011"/>
                  <a:pt x="867284" y="91011"/>
                </a:cubicBezTo>
                <a:cubicBezTo>
                  <a:pt x="871287" y="91011"/>
                  <a:pt x="874223" y="89277"/>
                  <a:pt x="876091" y="85808"/>
                </a:cubicBezTo>
                <a:cubicBezTo>
                  <a:pt x="877959" y="82339"/>
                  <a:pt x="878893" y="77534"/>
                  <a:pt x="878893" y="71396"/>
                </a:cubicBezTo>
                <a:lnTo>
                  <a:pt x="878893" y="66057"/>
                </a:lnTo>
                <a:cubicBezTo>
                  <a:pt x="878893" y="60631"/>
                  <a:pt x="878826" y="55538"/>
                  <a:pt x="878693" y="50778"/>
                </a:cubicBezTo>
                <a:cubicBezTo>
                  <a:pt x="878560" y="46018"/>
                  <a:pt x="878271" y="41235"/>
                  <a:pt x="877826" y="36431"/>
                </a:cubicBezTo>
                <a:cubicBezTo>
                  <a:pt x="880317" y="36876"/>
                  <a:pt x="883653" y="37099"/>
                  <a:pt x="887834" y="37099"/>
                </a:cubicBezTo>
                <a:cubicBezTo>
                  <a:pt x="889881" y="37099"/>
                  <a:pt x="891750" y="37032"/>
                  <a:pt x="893440" y="36899"/>
                </a:cubicBezTo>
                <a:cubicBezTo>
                  <a:pt x="895130" y="36765"/>
                  <a:pt x="896598" y="36609"/>
                  <a:pt x="897844" y="36431"/>
                </a:cubicBezTo>
                <a:cubicBezTo>
                  <a:pt x="897399" y="41235"/>
                  <a:pt x="897109" y="46018"/>
                  <a:pt x="896975" y="50778"/>
                </a:cubicBezTo>
                <a:cubicBezTo>
                  <a:pt x="896842" y="55538"/>
                  <a:pt x="896775" y="60631"/>
                  <a:pt x="896775" y="66057"/>
                </a:cubicBezTo>
                <a:lnTo>
                  <a:pt x="896775" y="71396"/>
                </a:lnTo>
                <a:cubicBezTo>
                  <a:pt x="896775" y="76822"/>
                  <a:pt x="896842" y="81937"/>
                  <a:pt x="896975" y="86741"/>
                </a:cubicBezTo>
                <a:cubicBezTo>
                  <a:pt x="897109" y="91545"/>
                  <a:pt x="897399" y="96172"/>
                  <a:pt x="897844" y="100620"/>
                </a:cubicBezTo>
                <a:cubicBezTo>
                  <a:pt x="896242" y="100442"/>
                  <a:pt x="894663" y="100353"/>
                  <a:pt x="893106" y="100353"/>
                </a:cubicBezTo>
                <a:cubicBezTo>
                  <a:pt x="891549" y="100353"/>
                  <a:pt x="889970" y="100353"/>
                  <a:pt x="888370" y="100353"/>
                </a:cubicBezTo>
                <a:cubicBezTo>
                  <a:pt x="886768" y="100353"/>
                  <a:pt x="885188" y="100353"/>
                  <a:pt x="883631" y="100353"/>
                </a:cubicBezTo>
                <a:cubicBezTo>
                  <a:pt x="882074" y="100353"/>
                  <a:pt x="880406" y="100442"/>
                  <a:pt x="878626" y="100620"/>
                </a:cubicBezTo>
                <a:lnTo>
                  <a:pt x="879162" y="91011"/>
                </a:lnTo>
                <a:lnTo>
                  <a:pt x="878893" y="91011"/>
                </a:lnTo>
                <a:close/>
                <a:moveTo>
                  <a:pt x="944284" y="80337"/>
                </a:moveTo>
                <a:cubicBezTo>
                  <a:pt x="944284" y="76511"/>
                  <a:pt x="944306" y="73598"/>
                  <a:pt x="944351" y="71595"/>
                </a:cubicBezTo>
                <a:cubicBezTo>
                  <a:pt x="944396" y="69593"/>
                  <a:pt x="944418" y="67836"/>
                  <a:pt x="944418" y="66323"/>
                </a:cubicBezTo>
                <a:cubicBezTo>
                  <a:pt x="942549" y="67392"/>
                  <a:pt x="940569" y="68260"/>
                  <a:pt x="938478" y="68928"/>
                </a:cubicBezTo>
                <a:cubicBezTo>
                  <a:pt x="936388" y="69594"/>
                  <a:pt x="934475" y="70439"/>
                  <a:pt x="932740" y="71463"/>
                </a:cubicBezTo>
                <a:cubicBezTo>
                  <a:pt x="931005" y="72485"/>
                  <a:pt x="929582" y="73886"/>
                  <a:pt x="928470" y="75666"/>
                </a:cubicBezTo>
                <a:cubicBezTo>
                  <a:pt x="927358" y="77445"/>
                  <a:pt x="926802" y="80025"/>
                  <a:pt x="926802" y="83406"/>
                </a:cubicBezTo>
                <a:cubicBezTo>
                  <a:pt x="926802" y="86698"/>
                  <a:pt x="927492" y="89211"/>
                  <a:pt x="928871" y="90946"/>
                </a:cubicBezTo>
                <a:cubicBezTo>
                  <a:pt x="930250" y="92681"/>
                  <a:pt x="932096" y="93548"/>
                  <a:pt x="934408" y="93548"/>
                </a:cubicBezTo>
                <a:cubicBezTo>
                  <a:pt x="937344" y="93548"/>
                  <a:pt x="939724" y="92436"/>
                  <a:pt x="941547" y="90213"/>
                </a:cubicBezTo>
                <a:cubicBezTo>
                  <a:pt x="943371" y="87988"/>
                  <a:pt x="944284" y="84696"/>
                  <a:pt x="944284" y="80337"/>
                </a:cubicBezTo>
                <a:moveTo>
                  <a:pt x="912656" y="44038"/>
                </a:moveTo>
                <a:cubicBezTo>
                  <a:pt x="916394" y="41014"/>
                  <a:pt x="920419" y="38701"/>
                  <a:pt x="924733" y="37099"/>
                </a:cubicBezTo>
                <a:cubicBezTo>
                  <a:pt x="929049" y="35497"/>
                  <a:pt x="933341" y="34696"/>
                  <a:pt x="937611" y="34696"/>
                </a:cubicBezTo>
                <a:cubicBezTo>
                  <a:pt x="941170" y="34696"/>
                  <a:pt x="944440" y="35096"/>
                  <a:pt x="947419" y="35897"/>
                </a:cubicBezTo>
                <a:cubicBezTo>
                  <a:pt x="950401" y="36698"/>
                  <a:pt x="952981" y="37966"/>
                  <a:pt x="955159" y="39701"/>
                </a:cubicBezTo>
                <a:cubicBezTo>
                  <a:pt x="957340" y="41436"/>
                  <a:pt x="959030" y="43683"/>
                  <a:pt x="960230" y="46441"/>
                </a:cubicBezTo>
                <a:cubicBezTo>
                  <a:pt x="961431" y="49198"/>
                  <a:pt x="962032" y="52534"/>
                  <a:pt x="962032" y="56449"/>
                </a:cubicBezTo>
                <a:cubicBezTo>
                  <a:pt x="962032" y="62143"/>
                  <a:pt x="961965" y="67414"/>
                  <a:pt x="961832" y="72263"/>
                </a:cubicBezTo>
                <a:cubicBezTo>
                  <a:pt x="961699" y="77111"/>
                  <a:pt x="961633" y="81937"/>
                  <a:pt x="961633" y="86741"/>
                </a:cubicBezTo>
                <a:cubicBezTo>
                  <a:pt x="961633" y="88876"/>
                  <a:pt x="961788" y="90545"/>
                  <a:pt x="962099" y="91746"/>
                </a:cubicBezTo>
                <a:cubicBezTo>
                  <a:pt x="962411" y="92948"/>
                  <a:pt x="962878" y="93860"/>
                  <a:pt x="963500" y="94483"/>
                </a:cubicBezTo>
                <a:cubicBezTo>
                  <a:pt x="964123" y="95105"/>
                  <a:pt x="964946" y="95504"/>
                  <a:pt x="965968" y="95682"/>
                </a:cubicBezTo>
                <a:cubicBezTo>
                  <a:pt x="966991" y="95860"/>
                  <a:pt x="968170" y="95949"/>
                  <a:pt x="969505" y="95949"/>
                </a:cubicBezTo>
                <a:lnTo>
                  <a:pt x="969505" y="99152"/>
                </a:lnTo>
                <a:cubicBezTo>
                  <a:pt x="966926" y="100220"/>
                  <a:pt x="964746" y="101021"/>
                  <a:pt x="962966" y="101555"/>
                </a:cubicBezTo>
                <a:cubicBezTo>
                  <a:pt x="961187" y="102088"/>
                  <a:pt x="959274" y="102355"/>
                  <a:pt x="957228" y="102355"/>
                </a:cubicBezTo>
                <a:cubicBezTo>
                  <a:pt x="953936" y="102355"/>
                  <a:pt x="951267" y="101555"/>
                  <a:pt x="949222" y="99954"/>
                </a:cubicBezTo>
                <a:cubicBezTo>
                  <a:pt x="947176" y="98352"/>
                  <a:pt x="945619" y="96039"/>
                  <a:pt x="944550" y="93015"/>
                </a:cubicBezTo>
                <a:cubicBezTo>
                  <a:pt x="942505" y="95861"/>
                  <a:pt x="940125" y="98130"/>
                  <a:pt x="937411" y="99820"/>
                </a:cubicBezTo>
                <a:cubicBezTo>
                  <a:pt x="934698" y="101510"/>
                  <a:pt x="931295" y="102355"/>
                  <a:pt x="927203" y="102355"/>
                </a:cubicBezTo>
                <a:cubicBezTo>
                  <a:pt x="923822" y="102355"/>
                  <a:pt x="920930" y="101910"/>
                  <a:pt x="918527" y="101019"/>
                </a:cubicBezTo>
                <a:cubicBezTo>
                  <a:pt x="916125" y="100130"/>
                  <a:pt x="914146" y="98863"/>
                  <a:pt x="912589" y="97218"/>
                </a:cubicBezTo>
                <a:cubicBezTo>
                  <a:pt x="911032" y="95571"/>
                  <a:pt x="909898" y="93702"/>
                  <a:pt x="909186" y="91612"/>
                </a:cubicBezTo>
                <a:cubicBezTo>
                  <a:pt x="908475" y="89521"/>
                  <a:pt x="908119" y="87408"/>
                  <a:pt x="908119" y="85273"/>
                </a:cubicBezTo>
                <a:cubicBezTo>
                  <a:pt x="908119" y="82338"/>
                  <a:pt x="908586" y="79803"/>
                  <a:pt x="909520" y="77667"/>
                </a:cubicBezTo>
                <a:cubicBezTo>
                  <a:pt x="910454" y="75532"/>
                  <a:pt x="911789" y="73708"/>
                  <a:pt x="913524" y="72196"/>
                </a:cubicBezTo>
                <a:cubicBezTo>
                  <a:pt x="915259" y="70684"/>
                  <a:pt x="917327" y="69416"/>
                  <a:pt x="919728" y="68392"/>
                </a:cubicBezTo>
                <a:cubicBezTo>
                  <a:pt x="922131" y="67369"/>
                  <a:pt x="924845" y="66501"/>
                  <a:pt x="927869" y="65790"/>
                </a:cubicBezTo>
                <a:cubicBezTo>
                  <a:pt x="931606" y="64901"/>
                  <a:pt x="934565" y="64123"/>
                  <a:pt x="936743" y="63456"/>
                </a:cubicBezTo>
                <a:cubicBezTo>
                  <a:pt x="938923" y="62788"/>
                  <a:pt x="940547" y="62121"/>
                  <a:pt x="941614" y="61455"/>
                </a:cubicBezTo>
                <a:cubicBezTo>
                  <a:pt x="942682" y="60787"/>
                  <a:pt x="943372" y="60052"/>
                  <a:pt x="943683" y="59251"/>
                </a:cubicBezTo>
                <a:cubicBezTo>
                  <a:pt x="943995" y="58450"/>
                  <a:pt x="944151" y="57472"/>
                  <a:pt x="944151" y="56315"/>
                </a:cubicBezTo>
                <a:cubicBezTo>
                  <a:pt x="944151" y="53113"/>
                  <a:pt x="943016" y="50377"/>
                  <a:pt x="940747" y="48109"/>
                </a:cubicBezTo>
                <a:cubicBezTo>
                  <a:pt x="938478" y="45839"/>
                  <a:pt x="935342" y="44704"/>
                  <a:pt x="931339" y="44704"/>
                </a:cubicBezTo>
                <a:cubicBezTo>
                  <a:pt x="929827" y="44704"/>
                  <a:pt x="928270" y="44904"/>
                  <a:pt x="926668" y="45305"/>
                </a:cubicBezTo>
                <a:cubicBezTo>
                  <a:pt x="925067" y="45705"/>
                  <a:pt x="923533" y="46262"/>
                  <a:pt x="922064" y="46975"/>
                </a:cubicBezTo>
                <a:cubicBezTo>
                  <a:pt x="920596" y="47686"/>
                  <a:pt x="919262" y="48465"/>
                  <a:pt x="918061" y="49310"/>
                </a:cubicBezTo>
                <a:cubicBezTo>
                  <a:pt x="916861" y="50155"/>
                  <a:pt x="915949" y="51066"/>
                  <a:pt x="915326" y="52045"/>
                </a:cubicBezTo>
                <a:lnTo>
                  <a:pt x="914391" y="52045"/>
                </a:lnTo>
                <a:lnTo>
                  <a:pt x="912656" y="44038"/>
                </a:lnTo>
                <a:close/>
                <a:moveTo>
                  <a:pt x="1004203" y="40167"/>
                </a:moveTo>
                <a:cubicBezTo>
                  <a:pt x="998152" y="40167"/>
                  <a:pt x="995127" y="46039"/>
                  <a:pt x="995127" y="57783"/>
                </a:cubicBezTo>
                <a:cubicBezTo>
                  <a:pt x="995127" y="60720"/>
                  <a:pt x="995394" y="63189"/>
                  <a:pt x="995927" y="65191"/>
                </a:cubicBezTo>
                <a:cubicBezTo>
                  <a:pt x="996462" y="67192"/>
                  <a:pt x="997152" y="68816"/>
                  <a:pt x="997996" y="70062"/>
                </a:cubicBezTo>
                <a:cubicBezTo>
                  <a:pt x="998842" y="71307"/>
                  <a:pt x="999776" y="72196"/>
                  <a:pt x="1000798" y="72729"/>
                </a:cubicBezTo>
                <a:cubicBezTo>
                  <a:pt x="1001822" y="73263"/>
                  <a:pt x="1002868" y="73530"/>
                  <a:pt x="1003936" y="73530"/>
                </a:cubicBezTo>
                <a:cubicBezTo>
                  <a:pt x="1006871" y="73530"/>
                  <a:pt x="1009051" y="72240"/>
                  <a:pt x="1010475" y="69661"/>
                </a:cubicBezTo>
                <a:cubicBezTo>
                  <a:pt x="1011899" y="67080"/>
                  <a:pt x="1012611" y="62720"/>
                  <a:pt x="1012611" y="56582"/>
                </a:cubicBezTo>
                <a:cubicBezTo>
                  <a:pt x="1012611" y="50533"/>
                  <a:pt x="1011810" y="46285"/>
                  <a:pt x="1010208" y="43839"/>
                </a:cubicBezTo>
                <a:cubicBezTo>
                  <a:pt x="1008606" y="41391"/>
                  <a:pt x="1006604" y="40167"/>
                  <a:pt x="1004203" y="40167"/>
                </a:cubicBezTo>
                <a:moveTo>
                  <a:pt x="1024087" y="41503"/>
                </a:moveTo>
                <a:cubicBezTo>
                  <a:pt x="1026311" y="43104"/>
                  <a:pt x="1028067" y="45128"/>
                  <a:pt x="1029357" y="47575"/>
                </a:cubicBezTo>
                <a:cubicBezTo>
                  <a:pt x="1030648" y="50022"/>
                  <a:pt x="1031293" y="52935"/>
                  <a:pt x="1031293" y="56315"/>
                </a:cubicBezTo>
                <a:cubicBezTo>
                  <a:pt x="1031293" y="59607"/>
                  <a:pt x="1030670" y="62610"/>
                  <a:pt x="1029424" y="65324"/>
                </a:cubicBezTo>
                <a:cubicBezTo>
                  <a:pt x="1028179" y="68037"/>
                  <a:pt x="1026422" y="70373"/>
                  <a:pt x="1024152" y="72330"/>
                </a:cubicBezTo>
                <a:cubicBezTo>
                  <a:pt x="1021884" y="74287"/>
                  <a:pt x="1019170" y="75799"/>
                  <a:pt x="1016011" y="76867"/>
                </a:cubicBezTo>
                <a:cubicBezTo>
                  <a:pt x="1012854" y="77934"/>
                  <a:pt x="1009318" y="78468"/>
                  <a:pt x="1005404" y="78468"/>
                </a:cubicBezTo>
                <a:cubicBezTo>
                  <a:pt x="1004426" y="78468"/>
                  <a:pt x="1003468" y="78446"/>
                  <a:pt x="1002533" y="78402"/>
                </a:cubicBezTo>
                <a:cubicBezTo>
                  <a:pt x="1001599" y="78358"/>
                  <a:pt x="1000554" y="78335"/>
                  <a:pt x="999397" y="78335"/>
                </a:cubicBezTo>
                <a:cubicBezTo>
                  <a:pt x="998330" y="78335"/>
                  <a:pt x="997419" y="78825"/>
                  <a:pt x="996663" y="79803"/>
                </a:cubicBezTo>
                <a:cubicBezTo>
                  <a:pt x="995906" y="80781"/>
                  <a:pt x="995528" y="81893"/>
                  <a:pt x="995528" y="83139"/>
                </a:cubicBezTo>
                <a:cubicBezTo>
                  <a:pt x="995528" y="85274"/>
                  <a:pt x="996351" y="86965"/>
                  <a:pt x="997996" y="88211"/>
                </a:cubicBezTo>
                <a:cubicBezTo>
                  <a:pt x="999643" y="89456"/>
                  <a:pt x="1002245" y="90123"/>
                  <a:pt x="1005803" y="90211"/>
                </a:cubicBezTo>
                <a:lnTo>
                  <a:pt x="1015679" y="90345"/>
                </a:lnTo>
                <a:cubicBezTo>
                  <a:pt x="1023152" y="90433"/>
                  <a:pt x="1028646" y="91834"/>
                  <a:pt x="1032159" y="94548"/>
                </a:cubicBezTo>
                <a:cubicBezTo>
                  <a:pt x="1035673" y="97262"/>
                  <a:pt x="1037431" y="101599"/>
                  <a:pt x="1037431" y="107560"/>
                </a:cubicBezTo>
                <a:cubicBezTo>
                  <a:pt x="1037431" y="112898"/>
                  <a:pt x="1036341" y="117368"/>
                  <a:pt x="1034160" y="120971"/>
                </a:cubicBezTo>
                <a:cubicBezTo>
                  <a:pt x="1031982" y="124575"/>
                  <a:pt x="1029180" y="127511"/>
                  <a:pt x="1025755" y="129780"/>
                </a:cubicBezTo>
                <a:cubicBezTo>
                  <a:pt x="1022330" y="132048"/>
                  <a:pt x="1018526" y="133672"/>
                  <a:pt x="1014343" y="134650"/>
                </a:cubicBezTo>
                <a:cubicBezTo>
                  <a:pt x="1010162" y="135629"/>
                  <a:pt x="1006115" y="136119"/>
                  <a:pt x="1002201" y="136119"/>
                </a:cubicBezTo>
                <a:cubicBezTo>
                  <a:pt x="993838" y="136119"/>
                  <a:pt x="987320" y="134495"/>
                  <a:pt x="982649" y="131248"/>
                </a:cubicBezTo>
                <a:cubicBezTo>
                  <a:pt x="977979" y="128001"/>
                  <a:pt x="975644" y="123707"/>
                  <a:pt x="975644" y="118368"/>
                </a:cubicBezTo>
                <a:cubicBezTo>
                  <a:pt x="975644" y="114099"/>
                  <a:pt x="976823" y="110652"/>
                  <a:pt x="979179" y="108026"/>
                </a:cubicBezTo>
                <a:cubicBezTo>
                  <a:pt x="981537" y="105402"/>
                  <a:pt x="984718" y="103334"/>
                  <a:pt x="988723" y="101822"/>
                </a:cubicBezTo>
                <a:lnTo>
                  <a:pt x="988723" y="101555"/>
                </a:lnTo>
                <a:cubicBezTo>
                  <a:pt x="986410" y="100754"/>
                  <a:pt x="984564" y="99531"/>
                  <a:pt x="983185" y="97886"/>
                </a:cubicBezTo>
                <a:cubicBezTo>
                  <a:pt x="981805" y="96239"/>
                  <a:pt x="981116" y="94170"/>
                  <a:pt x="981116" y="91679"/>
                </a:cubicBezTo>
                <a:cubicBezTo>
                  <a:pt x="981116" y="88743"/>
                  <a:pt x="982250" y="85896"/>
                  <a:pt x="984518" y="83139"/>
                </a:cubicBezTo>
                <a:cubicBezTo>
                  <a:pt x="986787" y="80380"/>
                  <a:pt x="989789" y="78512"/>
                  <a:pt x="993527" y="77533"/>
                </a:cubicBezTo>
                <a:lnTo>
                  <a:pt x="993527" y="77266"/>
                </a:lnTo>
                <a:cubicBezTo>
                  <a:pt x="988099" y="75932"/>
                  <a:pt x="983918" y="73530"/>
                  <a:pt x="980983" y="70060"/>
                </a:cubicBezTo>
                <a:cubicBezTo>
                  <a:pt x="977957" y="66502"/>
                  <a:pt x="976444" y="61876"/>
                  <a:pt x="976444" y="56183"/>
                </a:cubicBezTo>
                <a:cubicBezTo>
                  <a:pt x="976444" y="52801"/>
                  <a:pt x="977134" y="49776"/>
                  <a:pt x="978513" y="47107"/>
                </a:cubicBezTo>
                <a:cubicBezTo>
                  <a:pt x="979893" y="44438"/>
                  <a:pt x="981828" y="42192"/>
                  <a:pt x="984319" y="40369"/>
                </a:cubicBezTo>
                <a:cubicBezTo>
                  <a:pt x="986810" y="38545"/>
                  <a:pt x="989790" y="37143"/>
                  <a:pt x="993260" y="36164"/>
                </a:cubicBezTo>
                <a:cubicBezTo>
                  <a:pt x="996730" y="35185"/>
                  <a:pt x="1000555" y="34696"/>
                  <a:pt x="1004736" y="34696"/>
                </a:cubicBezTo>
                <a:cubicBezTo>
                  <a:pt x="1006338" y="34696"/>
                  <a:pt x="1007984" y="34763"/>
                  <a:pt x="1009674" y="34898"/>
                </a:cubicBezTo>
                <a:cubicBezTo>
                  <a:pt x="1011364" y="35031"/>
                  <a:pt x="1013010" y="35141"/>
                  <a:pt x="1014612" y="35229"/>
                </a:cubicBezTo>
                <a:cubicBezTo>
                  <a:pt x="1015769" y="35319"/>
                  <a:pt x="1016947" y="35386"/>
                  <a:pt x="1018147" y="35431"/>
                </a:cubicBezTo>
                <a:cubicBezTo>
                  <a:pt x="1019349" y="35476"/>
                  <a:pt x="1020661" y="35498"/>
                  <a:pt x="1022085" y="35498"/>
                </a:cubicBezTo>
                <a:cubicBezTo>
                  <a:pt x="1024309" y="35498"/>
                  <a:pt x="1026622" y="35476"/>
                  <a:pt x="1029023" y="35431"/>
                </a:cubicBezTo>
                <a:cubicBezTo>
                  <a:pt x="1031426" y="35386"/>
                  <a:pt x="1033828" y="35364"/>
                  <a:pt x="1036229" y="35364"/>
                </a:cubicBezTo>
                <a:cubicBezTo>
                  <a:pt x="1036141" y="35897"/>
                  <a:pt x="1036075" y="36432"/>
                  <a:pt x="1036030" y="36966"/>
                </a:cubicBezTo>
                <a:cubicBezTo>
                  <a:pt x="1035985" y="37500"/>
                  <a:pt x="1035963" y="38033"/>
                  <a:pt x="1035963" y="38567"/>
                </a:cubicBezTo>
                <a:cubicBezTo>
                  <a:pt x="1035963" y="39100"/>
                  <a:pt x="1035985" y="39634"/>
                  <a:pt x="1036030" y="40167"/>
                </a:cubicBezTo>
                <a:cubicBezTo>
                  <a:pt x="1036075" y="40701"/>
                  <a:pt x="1036141" y="41235"/>
                  <a:pt x="1036229" y="41770"/>
                </a:cubicBezTo>
                <a:lnTo>
                  <a:pt x="1024486" y="41236"/>
                </a:lnTo>
                <a:lnTo>
                  <a:pt x="1024087" y="41503"/>
                </a:lnTo>
                <a:moveTo>
                  <a:pt x="1021951" y="114766"/>
                </a:moveTo>
                <a:cubicBezTo>
                  <a:pt x="1021951" y="112186"/>
                  <a:pt x="1021506" y="110073"/>
                  <a:pt x="1020615" y="108427"/>
                </a:cubicBezTo>
                <a:cubicBezTo>
                  <a:pt x="1019726" y="106782"/>
                  <a:pt x="1018459" y="105514"/>
                  <a:pt x="1016813" y="104624"/>
                </a:cubicBezTo>
                <a:cubicBezTo>
                  <a:pt x="1015168" y="103734"/>
                  <a:pt x="1013144" y="103134"/>
                  <a:pt x="1010741" y="102821"/>
                </a:cubicBezTo>
                <a:cubicBezTo>
                  <a:pt x="1008340" y="102511"/>
                  <a:pt x="1005626" y="102355"/>
                  <a:pt x="1002600" y="102355"/>
                </a:cubicBezTo>
                <a:cubicBezTo>
                  <a:pt x="997974" y="102355"/>
                  <a:pt x="994772" y="102800"/>
                  <a:pt x="992993" y="103689"/>
                </a:cubicBezTo>
                <a:cubicBezTo>
                  <a:pt x="991925" y="104224"/>
                  <a:pt x="990790" y="105514"/>
                  <a:pt x="989589" y="107560"/>
                </a:cubicBezTo>
                <a:cubicBezTo>
                  <a:pt x="988389" y="109606"/>
                  <a:pt x="987789" y="112186"/>
                  <a:pt x="987789" y="115300"/>
                </a:cubicBezTo>
                <a:cubicBezTo>
                  <a:pt x="987789" y="117880"/>
                  <a:pt x="988255" y="120127"/>
                  <a:pt x="989189" y="122040"/>
                </a:cubicBezTo>
                <a:cubicBezTo>
                  <a:pt x="990123" y="123952"/>
                  <a:pt x="991391" y="125531"/>
                  <a:pt x="992991" y="126776"/>
                </a:cubicBezTo>
                <a:cubicBezTo>
                  <a:pt x="994593" y="128022"/>
                  <a:pt x="996439" y="128979"/>
                  <a:pt x="998530" y="129645"/>
                </a:cubicBezTo>
                <a:cubicBezTo>
                  <a:pt x="1000622" y="130313"/>
                  <a:pt x="1002868" y="130647"/>
                  <a:pt x="1005270" y="130647"/>
                </a:cubicBezTo>
                <a:cubicBezTo>
                  <a:pt x="1007851" y="130647"/>
                  <a:pt x="1010164" y="130224"/>
                  <a:pt x="1012209" y="129378"/>
                </a:cubicBezTo>
                <a:cubicBezTo>
                  <a:pt x="1014255" y="128533"/>
                  <a:pt x="1016012" y="127376"/>
                  <a:pt x="1017479" y="125909"/>
                </a:cubicBezTo>
                <a:cubicBezTo>
                  <a:pt x="1018948" y="124441"/>
                  <a:pt x="1020061" y="122751"/>
                  <a:pt x="1020817" y="120838"/>
                </a:cubicBezTo>
                <a:cubicBezTo>
                  <a:pt x="1021573" y="118926"/>
                  <a:pt x="1021951" y="116902"/>
                  <a:pt x="1021951" y="114766"/>
                </a:cubicBezTo>
                <a:close/>
                <a:moveTo>
                  <a:pt x="1062520" y="68726"/>
                </a:moveTo>
                <a:cubicBezTo>
                  <a:pt x="1062520" y="72284"/>
                  <a:pt x="1062875" y="75620"/>
                  <a:pt x="1063587" y="78734"/>
                </a:cubicBezTo>
                <a:cubicBezTo>
                  <a:pt x="1064299" y="81849"/>
                  <a:pt x="1065389" y="84540"/>
                  <a:pt x="1066857" y="86808"/>
                </a:cubicBezTo>
                <a:cubicBezTo>
                  <a:pt x="1068324" y="89077"/>
                  <a:pt x="1070192" y="90856"/>
                  <a:pt x="1072461" y="92147"/>
                </a:cubicBezTo>
                <a:cubicBezTo>
                  <a:pt x="1074730" y="93437"/>
                  <a:pt x="1077377" y="94082"/>
                  <a:pt x="1080402" y="94082"/>
                </a:cubicBezTo>
                <a:cubicBezTo>
                  <a:pt x="1086541" y="94082"/>
                  <a:pt x="1092012" y="92080"/>
                  <a:pt x="1096816" y="88077"/>
                </a:cubicBezTo>
                <a:lnTo>
                  <a:pt x="1098417" y="89278"/>
                </a:lnTo>
                <a:lnTo>
                  <a:pt x="1095481" y="96751"/>
                </a:lnTo>
                <a:cubicBezTo>
                  <a:pt x="1093257" y="98441"/>
                  <a:pt x="1090588" y="99798"/>
                  <a:pt x="1087474" y="100820"/>
                </a:cubicBezTo>
                <a:cubicBezTo>
                  <a:pt x="1084360" y="101843"/>
                  <a:pt x="1080268" y="102355"/>
                  <a:pt x="1075197" y="102355"/>
                </a:cubicBezTo>
                <a:cubicBezTo>
                  <a:pt x="1070838" y="102355"/>
                  <a:pt x="1066701" y="101754"/>
                  <a:pt x="1062786" y="100553"/>
                </a:cubicBezTo>
                <a:cubicBezTo>
                  <a:pt x="1058873" y="99353"/>
                  <a:pt x="1055425" y="97374"/>
                  <a:pt x="1052444" y="94615"/>
                </a:cubicBezTo>
                <a:cubicBezTo>
                  <a:pt x="1049464" y="91857"/>
                  <a:pt x="1047107" y="88365"/>
                  <a:pt x="1045372" y="84139"/>
                </a:cubicBezTo>
                <a:cubicBezTo>
                  <a:pt x="1043637" y="79913"/>
                  <a:pt x="1042770" y="74864"/>
                  <a:pt x="1042770" y="68993"/>
                </a:cubicBezTo>
                <a:cubicBezTo>
                  <a:pt x="1042770" y="63210"/>
                  <a:pt x="1043548" y="58184"/>
                  <a:pt x="1045103" y="53914"/>
                </a:cubicBezTo>
                <a:cubicBezTo>
                  <a:pt x="1046660" y="49644"/>
                  <a:pt x="1048818" y="46085"/>
                  <a:pt x="1051577" y="43238"/>
                </a:cubicBezTo>
                <a:cubicBezTo>
                  <a:pt x="1054335" y="40390"/>
                  <a:pt x="1057605" y="38255"/>
                  <a:pt x="1061385" y="36832"/>
                </a:cubicBezTo>
                <a:cubicBezTo>
                  <a:pt x="1065166" y="35408"/>
                  <a:pt x="1069281" y="34696"/>
                  <a:pt x="1073729" y="34696"/>
                </a:cubicBezTo>
                <a:cubicBezTo>
                  <a:pt x="1082537" y="34696"/>
                  <a:pt x="1089275" y="37276"/>
                  <a:pt x="1093945" y="42436"/>
                </a:cubicBezTo>
                <a:cubicBezTo>
                  <a:pt x="1098616" y="47596"/>
                  <a:pt x="1100952" y="54891"/>
                  <a:pt x="1100952" y="64322"/>
                </a:cubicBezTo>
                <a:lnTo>
                  <a:pt x="1100952" y="67126"/>
                </a:lnTo>
                <a:cubicBezTo>
                  <a:pt x="1100952" y="67925"/>
                  <a:pt x="1100908" y="68459"/>
                  <a:pt x="1100820" y="68726"/>
                </a:cubicBezTo>
                <a:lnTo>
                  <a:pt x="1062520" y="68726"/>
                </a:lnTo>
                <a:moveTo>
                  <a:pt x="1083072" y="62721"/>
                </a:moveTo>
                <a:cubicBezTo>
                  <a:pt x="1082892" y="56049"/>
                  <a:pt x="1082069" y="50711"/>
                  <a:pt x="1080602" y="46708"/>
                </a:cubicBezTo>
                <a:cubicBezTo>
                  <a:pt x="1079134" y="42703"/>
                  <a:pt x="1076665" y="40701"/>
                  <a:pt x="1073196" y="40701"/>
                </a:cubicBezTo>
                <a:cubicBezTo>
                  <a:pt x="1071238" y="40701"/>
                  <a:pt x="1069592" y="41368"/>
                  <a:pt x="1068258" y="42703"/>
                </a:cubicBezTo>
                <a:cubicBezTo>
                  <a:pt x="1066923" y="44037"/>
                  <a:pt x="1065856" y="45750"/>
                  <a:pt x="1065055" y="47842"/>
                </a:cubicBezTo>
                <a:cubicBezTo>
                  <a:pt x="1064254" y="49933"/>
                  <a:pt x="1063653" y="52290"/>
                  <a:pt x="1063253" y="54914"/>
                </a:cubicBezTo>
                <a:cubicBezTo>
                  <a:pt x="1062853" y="57538"/>
                  <a:pt x="1062609" y="60141"/>
                  <a:pt x="1062520" y="62721"/>
                </a:cubicBezTo>
                <a:lnTo>
                  <a:pt x="1083072" y="62721"/>
                </a:lnTo>
                <a:close/>
                <a:moveTo>
                  <a:pt x="1152865" y="45906"/>
                </a:moveTo>
                <a:cubicBezTo>
                  <a:pt x="1152865" y="38522"/>
                  <a:pt x="1152776" y="31961"/>
                  <a:pt x="1152598" y="26223"/>
                </a:cubicBezTo>
                <a:cubicBezTo>
                  <a:pt x="1152420" y="20485"/>
                  <a:pt x="1152153" y="14724"/>
                  <a:pt x="1151798" y="8941"/>
                </a:cubicBezTo>
                <a:cubicBezTo>
                  <a:pt x="1155801" y="9029"/>
                  <a:pt x="1159760" y="9163"/>
                  <a:pt x="1163673" y="9342"/>
                </a:cubicBezTo>
                <a:cubicBezTo>
                  <a:pt x="1167588" y="9520"/>
                  <a:pt x="1171547" y="9609"/>
                  <a:pt x="1175551" y="9609"/>
                </a:cubicBezTo>
                <a:cubicBezTo>
                  <a:pt x="1182135" y="9609"/>
                  <a:pt x="1187984" y="9543"/>
                  <a:pt x="1193099" y="9410"/>
                </a:cubicBezTo>
                <a:cubicBezTo>
                  <a:pt x="1198214" y="9275"/>
                  <a:pt x="1201662" y="9119"/>
                  <a:pt x="1203442" y="8941"/>
                </a:cubicBezTo>
                <a:cubicBezTo>
                  <a:pt x="1203086" y="10364"/>
                  <a:pt x="1202908" y="12232"/>
                  <a:pt x="1202908" y="14545"/>
                </a:cubicBezTo>
                <a:cubicBezTo>
                  <a:pt x="1202908" y="15969"/>
                  <a:pt x="1202952" y="17082"/>
                  <a:pt x="1203040" y="17883"/>
                </a:cubicBezTo>
                <a:cubicBezTo>
                  <a:pt x="1203130" y="18683"/>
                  <a:pt x="1203264" y="19573"/>
                  <a:pt x="1203442" y="20550"/>
                </a:cubicBezTo>
                <a:cubicBezTo>
                  <a:pt x="1200861" y="20372"/>
                  <a:pt x="1198036" y="20194"/>
                  <a:pt x="1194967" y="20017"/>
                </a:cubicBezTo>
                <a:cubicBezTo>
                  <a:pt x="1191897" y="19839"/>
                  <a:pt x="1188917" y="19661"/>
                  <a:pt x="1186025" y="19483"/>
                </a:cubicBezTo>
                <a:cubicBezTo>
                  <a:pt x="1183135" y="19305"/>
                  <a:pt x="1180534" y="19172"/>
                  <a:pt x="1178220" y="19084"/>
                </a:cubicBezTo>
                <a:cubicBezTo>
                  <a:pt x="1175907" y="18994"/>
                  <a:pt x="1174261" y="18950"/>
                  <a:pt x="1173282" y="18950"/>
                </a:cubicBezTo>
                <a:cubicBezTo>
                  <a:pt x="1172927" y="23843"/>
                  <a:pt x="1172726" y="28692"/>
                  <a:pt x="1172682" y="33497"/>
                </a:cubicBezTo>
                <a:cubicBezTo>
                  <a:pt x="1172637" y="38300"/>
                  <a:pt x="1172614" y="43148"/>
                  <a:pt x="1172614" y="48042"/>
                </a:cubicBezTo>
                <a:cubicBezTo>
                  <a:pt x="1178397" y="47952"/>
                  <a:pt x="1183624" y="47818"/>
                  <a:pt x="1188294" y="47641"/>
                </a:cubicBezTo>
                <a:cubicBezTo>
                  <a:pt x="1192965" y="47463"/>
                  <a:pt x="1197836" y="47241"/>
                  <a:pt x="1202908" y="46975"/>
                </a:cubicBezTo>
                <a:cubicBezTo>
                  <a:pt x="1202641" y="48487"/>
                  <a:pt x="1202462" y="49644"/>
                  <a:pt x="1202373" y="50444"/>
                </a:cubicBezTo>
                <a:cubicBezTo>
                  <a:pt x="1202284" y="51244"/>
                  <a:pt x="1202240" y="52089"/>
                  <a:pt x="1202240" y="52980"/>
                </a:cubicBezTo>
                <a:cubicBezTo>
                  <a:pt x="1202240" y="53691"/>
                  <a:pt x="1202307" y="54425"/>
                  <a:pt x="1202440" y="55181"/>
                </a:cubicBezTo>
                <a:cubicBezTo>
                  <a:pt x="1202574" y="55937"/>
                  <a:pt x="1202730" y="57027"/>
                  <a:pt x="1202908" y="58451"/>
                </a:cubicBezTo>
                <a:cubicBezTo>
                  <a:pt x="1192766" y="57650"/>
                  <a:pt x="1182668" y="57250"/>
                  <a:pt x="1172614" y="57250"/>
                </a:cubicBezTo>
                <a:cubicBezTo>
                  <a:pt x="1172614" y="60096"/>
                  <a:pt x="1172592" y="62943"/>
                  <a:pt x="1172547" y="65790"/>
                </a:cubicBezTo>
                <a:cubicBezTo>
                  <a:pt x="1172504" y="68637"/>
                  <a:pt x="1172482" y="71483"/>
                  <a:pt x="1172482" y="74330"/>
                </a:cubicBezTo>
                <a:cubicBezTo>
                  <a:pt x="1172482" y="80113"/>
                  <a:pt x="1172615" y="85673"/>
                  <a:pt x="1172881" y="91011"/>
                </a:cubicBezTo>
                <a:cubicBezTo>
                  <a:pt x="1177953" y="91011"/>
                  <a:pt x="1183024" y="90878"/>
                  <a:pt x="1188094" y="90612"/>
                </a:cubicBezTo>
                <a:cubicBezTo>
                  <a:pt x="1193166" y="90345"/>
                  <a:pt x="1198282" y="89900"/>
                  <a:pt x="1203442" y="89278"/>
                </a:cubicBezTo>
                <a:cubicBezTo>
                  <a:pt x="1203264" y="90256"/>
                  <a:pt x="1203130" y="91145"/>
                  <a:pt x="1203040" y="91946"/>
                </a:cubicBezTo>
                <a:cubicBezTo>
                  <a:pt x="1202952" y="92747"/>
                  <a:pt x="1202908" y="93859"/>
                  <a:pt x="1202908" y="95283"/>
                </a:cubicBezTo>
                <a:cubicBezTo>
                  <a:pt x="1202908" y="96706"/>
                  <a:pt x="1202952" y="97818"/>
                  <a:pt x="1203040" y="98619"/>
                </a:cubicBezTo>
                <a:cubicBezTo>
                  <a:pt x="1203130" y="99419"/>
                  <a:pt x="1203264" y="100087"/>
                  <a:pt x="1203442" y="100620"/>
                </a:cubicBezTo>
                <a:cubicBezTo>
                  <a:pt x="1201040" y="100532"/>
                  <a:pt x="1198082" y="100465"/>
                  <a:pt x="1194568" y="100421"/>
                </a:cubicBezTo>
                <a:cubicBezTo>
                  <a:pt x="1191053" y="100376"/>
                  <a:pt x="1186226" y="100353"/>
                  <a:pt x="1180088" y="100353"/>
                </a:cubicBezTo>
                <a:cubicBezTo>
                  <a:pt x="1174662" y="100353"/>
                  <a:pt x="1170258" y="100353"/>
                  <a:pt x="1166876" y="100353"/>
                </a:cubicBezTo>
                <a:cubicBezTo>
                  <a:pt x="1163584" y="100353"/>
                  <a:pt x="1160937" y="100353"/>
                  <a:pt x="1158935" y="100353"/>
                </a:cubicBezTo>
                <a:cubicBezTo>
                  <a:pt x="1156934" y="100353"/>
                  <a:pt x="1155422" y="100376"/>
                  <a:pt x="1154398" y="100421"/>
                </a:cubicBezTo>
                <a:cubicBezTo>
                  <a:pt x="1153376" y="100465"/>
                  <a:pt x="1152509" y="100532"/>
                  <a:pt x="1151798" y="100620"/>
                </a:cubicBezTo>
                <a:cubicBezTo>
                  <a:pt x="1152153" y="95105"/>
                  <a:pt x="1152420" y="89478"/>
                  <a:pt x="1152598" y="83740"/>
                </a:cubicBezTo>
                <a:cubicBezTo>
                  <a:pt x="1152776" y="78001"/>
                  <a:pt x="1152865" y="71440"/>
                  <a:pt x="1152865" y="64055"/>
                </a:cubicBezTo>
                <a:lnTo>
                  <a:pt x="1152865" y="45906"/>
                </a:lnTo>
                <a:close/>
                <a:moveTo>
                  <a:pt x="1238005" y="78335"/>
                </a:moveTo>
                <a:cubicBezTo>
                  <a:pt x="1235425" y="82071"/>
                  <a:pt x="1232955" y="85830"/>
                  <a:pt x="1230597" y="89612"/>
                </a:cubicBezTo>
                <a:cubicBezTo>
                  <a:pt x="1228241" y="93393"/>
                  <a:pt x="1225995" y="97062"/>
                  <a:pt x="1223859" y="100620"/>
                </a:cubicBezTo>
                <a:cubicBezTo>
                  <a:pt x="1222080" y="100442"/>
                  <a:pt x="1220256" y="100353"/>
                  <a:pt x="1218388" y="100353"/>
                </a:cubicBezTo>
                <a:cubicBezTo>
                  <a:pt x="1217499" y="100353"/>
                  <a:pt x="1216586" y="100353"/>
                  <a:pt x="1215651" y="100353"/>
                </a:cubicBezTo>
                <a:cubicBezTo>
                  <a:pt x="1214717" y="100353"/>
                  <a:pt x="1213628" y="100442"/>
                  <a:pt x="1212383" y="100620"/>
                </a:cubicBezTo>
                <a:cubicBezTo>
                  <a:pt x="1213006" y="100087"/>
                  <a:pt x="1214185" y="98708"/>
                  <a:pt x="1215920" y="96485"/>
                </a:cubicBezTo>
                <a:cubicBezTo>
                  <a:pt x="1217655" y="94260"/>
                  <a:pt x="1219568" y="91701"/>
                  <a:pt x="1221658" y="88810"/>
                </a:cubicBezTo>
                <a:cubicBezTo>
                  <a:pt x="1223749" y="85918"/>
                  <a:pt x="1225883" y="82960"/>
                  <a:pt x="1228062" y="79936"/>
                </a:cubicBezTo>
                <a:cubicBezTo>
                  <a:pt x="1230242" y="76911"/>
                  <a:pt x="1232133" y="74198"/>
                  <a:pt x="1233735" y="71795"/>
                </a:cubicBezTo>
                <a:cubicBezTo>
                  <a:pt x="1232133" y="68860"/>
                  <a:pt x="1230287" y="65635"/>
                  <a:pt x="1228197" y="62120"/>
                </a:cubicBezTo>
                <a:cubicBezTo>
                  <a:pt x="1226106" y="58606"/>
                  <a:pt x="1224060" y="55158"/>
                  <a:pt x="1222057" y="51778"/>
                </a:cubicBezTo>
                <a:cubicBezTo>
                  <a:pt x="1220056" y="48398"/>
                  <a:pt x="1218188" y="45329"/>
                  <a:pt x="1216453" y="42570"/>
                </a:cubicBezTo>
                <a:cubicBezTo>
                  <a:pt x="1214719" y="39812"/>
                  <a:pt x="1213406" y="37765"/>
                  <a:pt x="1212515" y="36431"/>
                </a:cubicBezTo>
                <a:cubicBezTo>
                  <a:pt x="1214651" y="36609"/>
                  <a:pt x="1216652" y="36765"/>
                  <a:pt x="1218520" y="36899"/>
                </a:cubicBezTo>
                <a:cubicBezTo>
                  <a:pt x="1220390" y="37032"/>
                  <a:pt x="1222214" y="37099"/>
                  <a:pt x="1223994" y="37099"/>
                </a:cubicBezTo>
                <a:cubicBezTo>
                  <a:pt x="1225772" y="37099"/>
                  <a:pt x="1227573" y="37032"/>
                  <a:pt x="1229396" y="36899"/>
                </a:cubicBezTo>
                <a:cubicBezTo>
                  <a:pt x="1231220" y="36765"/>
                  <a:pt x="1233023" y="36609"/>
                  <a:pt x="1234802" y="36431"/>
                </a:cubicBezTo>
                <a:cubicBezTo>
                  <a:pt x="1236670" y="39901"/>
                  <a:pt x="1238538" y="43415"/>
                  <a:pt x="1240406" y="46975"/>
                </a:cubicBezTo>
                <a:cubicBezTo>
                  <a:pt x="1242275" y="50533"/>
                  <a:pt x="1244233" y="54091"/>
                  <a:pt x="1246279" y="57649"/>
                </a:cubicBezTo>
                <a:cubicBezTo>
                  <a:pt x="1248681" y="53913"/>
                  <a:pt x="1251061" y="50377"/>
                  <a:pt x="1253418" y="47042"/>
                </a:cubicBezTo>
                <a:cubicBezTo>
                  <a:pt x="1255776" y="43705"/>
                  <a:pt x="1258023" y="40168"/>
                  <a:pt x="1260158" y="36431"/>
                </a:cubicBezTo>
                <a:cubicBezTo>
                  <a:pt x="1261137" y="36609"/>
                  <a:pt x="1262071" y="36765"/>
                  <a:pt x="1262960" y="36899"/>
                </a:cubicBezTo>
                <a:cubicBezTo>
                  <a:pt x="1263849" y="37032"/>
                  <a:pt x="1264783" y="37099"/>
                  <a:pt x="1265762" y="37099"/>
                </a:cubicBezTo>
                <a:cubicBezTo>
                  <a:pt x="1266740" y="37099"/>
                  <a:pt x="1267719" y="37032"/>
                  <a:pt x="1268698" y="36899"/>
                </a:cubicBezTo>
                <a:cubicBezTo>
                  <a:pt x="1269677" y="36765"/>
                  <a:pt x="1270789" y="36609"/>
                  <a:pt x="1272035" y="36431"/>
                </a:cubicBezTo>
                <a:cubicBezTo>
                  <a:pt x="1271234" y="37410"/>
                  <a:pt x="1269967" y="38989"/>
                  <a:pt x="1268232" y="41169"/>
                </a:cubicBezTo>
                <a:cubicBezTo>
                  <a:pt x="1266497" y="43348"/>
                  <a:pt x="1264584" y="45773"/>
                  <a:pt x="1262493" y="48443"/>
                </a:cubicBezTo>
                <a:cubicBezTo>
                  <a:pt x="1260403" y="51112"/>
                  <a:pt x="1258268" y="53870"/>
                  <a:pt x="1256087" y="56716"/>
                </a:cubicBezTo>
                <a:cubicBezTo>
                  <a:pt x="1253907" y="59563"/>
                  <a:pt x="1251972" y="62143"/>
                  <a:pt x="1250282" y="64456"/>
                </a:cubicBezTo>
                <a:cubicBezTo>
                  <a:pt x="1253841" y="70595"/>
                  <a:pt x="1257445" y="76667"/>
                  <a:pt x="1261093" y="82673"/>
                </a:cubicBezTo>
                <a:cubicBezTo>
                  <a:pt x="1264740" y="88677"/>
                  <a:pt x="1268432" y="94659"/>
                  <a:pt x="1272168" y="100620"/>
                </a:cubicBezTo>
                <a:cubicBezTo>
                  <a:pt x="1270388" y="100442"/>
                  <a:pt x="1268564" y="100353"/>
                  <a:pt x="1266696" y="100353"/>
                </a:cubicBezTo>
                <a:cubicBezTo>
                  <a:pt x="1264828" y="100353"/>
                  <a:pt x="1263005" y="100353"/>
                  <a:pt x="1261225" y="100353"/>
                </a:cubicBezTo>
                <a:cubicBezTo>
                  <a:pt x="1259445" y="100353"/>
                  <a:pt x="1257621" y="100353"/>
                  <a:pt x="1255753" y="100353"/>
                </a:cubicBezTo>
                <a:cubicBezTo>
                  <a:pt x="1253885" y="100353"/>
                  <a:pt x="1252062" y="100442"/>
                  <a:pt x="1250282" y="100620"/>
                </a:cubicBezTo>
                <a:lnTo>
                  <a:pt x="1238005" y="78335"/>
                </a:lnTo>
                <a:close/>
                <a:moveTo>
                  <a:pt x="1283779" y="82605"/>
                </a:moveTo>
                <a:cubicBezTo>
                  <a:pt x="1283779" y="73886"/>
                  <a:pt x="1283690" y="65879"/>
                  <a:pt x="1283512" y="58583"/>
                </a:cubicBezTo>
                <a:cubicBezTo>
                  <a:pt x="1283334" y="51288"/>
                  <a:pt x="1283067" y="43904"/>
                  <a:pt x="1282709" y="36431"/>
                </a:cubicBezTo>
                <a:cubicBezTo>
                  <a:pt x="1284223" y="36609"/>
                  <a:pt x="1285780" y="36765"/>
                  <a:pt x="1287381" y="36899"/>
                </a:cubicBezTo>
                <a:cubicBezTo>
                  <a:pt x="1288983" y="37032"/>
                  <a:pt x="1290540" y="37099"/>
                  <a:pt x="1292052" y="37099"/>
                </a:cubicBezTo>
                <a:cubicBezTo>
                  <a:pt x="1293564" y="37099"/>
                  <a:pt x="1295099" y="37032"/>
                  <a:pt x="1296656" y="36899"/>
                </a:cubicBezTo>
                <a:cubicBezTo>
                  <a:pt x="1298213" y="36765"/>
                  <a:pt x="1299748" y="36609"/>
                  <a:pt x="1301260" y="36431"/>
                </a:cubicBezTo>
                <a:cubicBezTo>
                  <a:pt x="1301082" y="37943"/>
                  <a:pt x="1300882" y="39745"/>
                  <a:pt x="1300659" y="41837"/>
                </a:cubicBezTo>
                <a:cubicBezTo>
                  <a:pt x="1300437" y="43928"/>
                  <a:pt x="1300325" y="45951"/>
                  <a:pt x="1300325" y="47907"/>
                </a:cubicBezTo>
                <a:lnTo>
                  <a:pt x="1300592" y="47907"/>
                </a:lnTo>
                <a:cubicBezTo>
                  <a:pt x="1301838" y="44171"/>
                  <a:pt x="1304107" y="41036"/>
                  <a:pt x="1307397" y="38500"/>
                </a:cubicBezTo>
                <a:cubicBezTo>
                  <a:pt x="1310689" y="35964"/>
                  <a:pt x="1314737" y="34696"/>
                  <a:pt x="1319542" y="34696"/>
                </a:cubicBezTo>
                <a:cubicBezTo>
                  <a:pt x="1322923" y="34696"/>
                  <a:pt x="1326170" y="35319"/>
                  <a:pt x="1329283" y="36565"/>
                </a:cubicBezTo>
                <a:cubicBezTo>
                  <a:pt x="1332397" y="37810"/>
                  <a:pt x="1335155" y="39767"/>
                  <a:pt x="1337556" y="42436"/>
                </a:cubicBezTo>
                <a:cubicBezTo>
                  <a:pt x="1339959" y="45105"/>
                  <a:pt x="1341872" y="48530"/>
                  <a:pt x="1343295" y="52713"/>
                </a:cubicBezTo>
                <a:cubicBezTo>
                  <a:pt x="1344719" y="56894"/>
                  <a:pt x="1345431" y="61876"/>
                  <a:pt x="1345431" y="67659"/>
                </a:cubicBezTo>
                <a:cubicBezTo>
                  <a:pt x="1345431" y="73976"/>
                  <a:pt x="1344675" y="79358"/>
                  <a:pt x="1343162" y="83807"/>
                </a:cubicBezTo>
                <a:cubicBezTo>
                  <a:pt x="1341650" y="88254"/>
                  <a:pt x="1339671" y="91879"/>
                  <a:pt x="1337224" y="94682"/>
                </a:cubicBezTo>
                <a:cubicBezTo>
                  <a:pt x="1334778" y="97484"/>
                  <a:pt x="1331976" y="99464"/>
                  <a:pt x="1328817" y="100620"/>
                </a:cubicBezTo>
                <a:cubicBezTo>
                  <a:pt x="1325659" y="101777"/>
                  <a:pt x="1322434" y="102355"/>
                  <a:pt x="1319142" y="102355"/>
                </a:cubicBezTo>
                <a:cubicBezTo>
                  <a:pt x="1315139" y="102355"/>
                  <a:pt x="1311669" y="101599"/>
                  <a:pt x="1308733" y="100087"/>
                </a:cubicBezTo>
                <a:cubicBezTo>
                  <a:pt x="1305797" y="98574"/>
                  <a:pt x="1303528" y="96217"/>
                  <a:pt x="1301928" y="93015"/>
                </a:cubicBezTo>
                <a:lnTo>
                  <a:pt x="1301661" y="93015"/>
                </a:lnTo>
                <a:lnTo>
                  <a:pt x="1301661" y="103823"/>
                </a:lnTo>
                <a:cubicBezTo>
                  <a:pt x="1301661" y="106937"/>
                  <a:pt x="1301683" y="110118"/>
                  <a:pt x="1301726" y="113365"/>
                </a:cubicBezTo>
                <a:cubicBezTo>
                  <a:pt x="1301771" y="116612"/>
                  <a:pt x="1301838" y="119703"/>
                  <a:pt x="1301926" y="122638"/>
                </a:cubicBezTo>
                <a:cubicBezTo>
                  <a:pt x="1302015" y="125575"/>
                  <a:pt x="1302127" y="128199"/>
                  <a:pt x="1302260" y="130513"/>
                </a:cubicBezTo>
                <a:cubicBezTo>
                  <a:pt x="1302394" y="132826"/>
                  <a:pt x="1302550" y="134561"/>
                  <a:pt x="1302728" y="135717"/>
                </a:cubicBezTo>
                <a:cubicBezTo>
                  <a:pt x="1301571" y="135540"/>
                  <a:pt x="1300103" y="135383"/>
                  <a:pt x="1298324" y="135249"/>
                </a:cubicBezTo>
                <a:cubicBezTo>
                  <a:pt x="1296544" y="135116"/>
                  <a:pt x="1294676" y="135049"/>
                  <a:pt x="1292720" y="135049"/>
                </a:cubicBezTo>
                <a:cubicBezTo>
                  <a:pt x="1290762" y="135049"/>
                  <a:pt x="1288894" y="135116"/>
                  <a:pt x="1287114" y="135249"/>
                </a:cubicBezTo>
                <a:cubicBezTo>
                  <a:pt x="1285334" y="135383"/>
                  <a:pt x="1283866" y="135540"/>
                  <a:pt x="1282709" y="135717"/>
                </a:cubicBezTo>
                <a:cubicBezTo>
                  <a:pt x="1282887" y="131981"/>
                  <a:pt x="1283043" y="128290"/>
                  <a:pt x="1283176" y="124642"/>
                </a:cubicBezTo>
                <a:cubicBezTo>
                  <a:pt x="1283310" y="120994"/>
                  <a:pt x="1283421" y="117302"/>
                  <a:pt x="1283510" y="113565"/>
                </a:cubicBezTo>
                <a:cubicBezTo>
                  <a:pt x="1283599" y="109829"/>
                  <a:pt x="1283667" y="106048"/>
                  <a:pt x="1283711" y="102221"/>
                </a:cubicBezTo>
                <a:cubicBezTo>
                  <a:pt x="1283756" y="98395"/>
                  <a:pt x="1283779" y="94303"/>
                  <a:pt x="1283779" y="89944"/>
                </a:cubicBezTo>
                <a:lnTo>
                  <a:pt x="1283779" y="82605"/>
                </a:lnTo>
                <a:moveTo>
                  <a:pt x="1325681" y="68058"/>
                </a:moveTo>
                <a:cubicBezTo>
                  <a:pt x="1325681" y="59251"/>
                  <a:pt x="1324591" y="52868"/>
                  <a:pt x="1322411" y="48909"/>
                </a:cubicBezTo>
                <a:cubicBezTo>
                  <a:pt x="1320232" y="44951"/>
                  <a:pt x="1317363" y="42971"/>
                  <a:pt x="1313803" y="42971"/>
                </a:cubicBezTo>
                <a:cubicBezTo>
                  <a:pt x="1312113" y="42971"/>
                  <a:pt x="1310512" y="43461"/>
                  <a:pt x="1309000" y="44440"/>
                </a:cubicBezTo>
                <a:cubicBezTo>
                  <a:pt x="1307487" y="45417"/>
                  <a:pt x="1306131" y="46973"/>
                  <a:pt x="1304929" y="49109"/>
                </a:cubicBezTo>
                <a:cubicBezTo>
                  <a:pt x="1303728" y="51244"/>
                  <a:pt x="1302771" y="54047"/>
                  <a:pt x="1302060" y="57516"/>
                </a:cubicBezTo>
                <a:cubicBezTo>
                  <a:pt x="1301349" y="60986"/>
                  <a:pt x="1300993" y="65212"/>
                  <a:pt x="1300993" y="70194"/>
                </a:cubicBezTo>
                <a:cubicBezTo>
                  <a:pt x="1300993" y="78290"/>
                  <a:pt x="1302038" y="84274"/>
                  <a:pt x="1304129" y="88144"/>
                </a:cubicBezTo>
                <a:cubicBezTo>
                  <a:pt x="1306220" y="92013"/>
                  <a:pt x="1309267" y="93947"/>
                  <a:pt x="1313270" y="93947"/>
                </a:cubicBezTo>
                <a:cubicBezTo>
                  <a:pt x="1317095" y="93947"/>
                  <a:pt x="1320120" y="91857"/>
                  <a:pt x="1322343" y="87676"/>
                </a:cubicBezTo>
                <a:cubicBezTo>
                  <a:pt x="1324568" y="83495"/>
                  <a:pt x="1325681" y="76955"/>
                  <a:pt x="1325681" y="68058"/>
                </a:cubicBezTo>
                <a:close/>
                <a:moveTo>
                  <a:pt x="1359444" y="46172"/>
                </a:moveTo>
                <a:cubicBezTo>
                  <a:pt x="1359444" y="37454"/>
                  <a:pt x="1359355" y="29448"/>
                  <a:pt x="1359176" y="22153"/>
                </a:cubicBezTo>
                <a:cubicBezTo>
                  <a:pt x="1358998" y="14857"/>
                  <a:pt x="1358731" y="7473"/>
                  <a:pt x="1358375" y="0"/>
                </a:cubicBezTo>
                <a:cubicBezTo>
                  <a:pt x="1359532" y="178"/>
                  <a:pt x="1361000" y="334"/>
                  <a:pt x="1362780" y="468"/>
                </a:cubicBezTo>
                <a:cubicBezTo>
                  <a:pt x="1364559" y="601"/>
                  <a:pt x="1366428" y="668"/>
                  <a:pt x="1368386" y="668"/>
                </a:cubicBezTo>
                <a:cubicBezTo>
                  <a:pt x="1370342" y="668"/>
                  <a:pt x="1372210" y="601"/>
                  <a:pt x="1373989" y="468"/>
                </a:cubicBezTo>
                <a:cubicBezTo>
                  <a:pt x="1375769" y="334"/>
                  <a:pt x="1377237" y="178"/>
                  <a:pt x="1378394" y="0"/>
                </a:cubicBezTo>
                <a:cubicBezTo>
                  <a:pt x="1378038" y="7473"/>
                  <a:pt x="1377771" y="14857"/>
                  <a:pt x="1377592" y="22153"/>
                </a:cubicBezTo>
                <a:cubicBezTo>
                  <a:pt x="1377414" y="29448"/>
                  <a:pt x="1377325" y="37454"/>
                  <a:pt x="1377325" y="46172"/>
                </a:cubicBezTo>
                <a:lnTo>
                  <a:pt x="1377325" y="54847"/>
                </a:lnTo>
                <a:cubicBezTo>
                  <a:pt x="1377325" y="63566"/>
                  <a:pt x="1377414" y="71574"/>
                  <a:pt x="1377592" y="78869"/>
                </a:cubicBezTo>
                <a:cubicBezTo>
                  <a:pt x="1377771" y="86164"/>
                  <a:pt x="1378038" y="93415"/>
                  <a:pt x="1378394" y="100620"/>
                </a:cubicBezTo>
                <a:cubicBezTo>
                  <a:pt x="1377237" y="100442"/>
                  <a:pt x="1375769" y="100353"/>
                  <a:pt x="1373989" y="100353"/>
                </a:cubicBezTo>
                <a:cubicBezTo>
                  <a:pt x="1372210" y="100353"/>
                  <a:pt x="1370342" y="100353"/>
                  <a:pt x="1368386" y="100353"/>
                </a:cubicBezTo>
                <a:cubicBezTo>
                  <a:pt x="1366428" y="100353"/>
                  <a:pt x="1364559" y="100353"/>
                  <a:pt x="1362780" y="100353"/>
                </a:cubicBezTo>
                <a:cubicBezTo>
                  <a:pt x="1361000" y="100353"/>
                  <a:pt x="1359532" y="100442"/>
                  <a:pt x="1358375" y="100620"/>
                </a:cubicBezTo>
                <a:cubicBezTo>
                  <a:pt x="1358731" y="93415"/>
                  <a:pt x="1358998" y="86164"/>
                  <a:pt x="1359176" y="78869"/>
                </a:cubicBezTo>
                <a:cubicBezTo>
                  <a:pt x="1359355" y="71574"/>
                  <a:pt x="1359444" y="63566"/>
                  <a:pt x="1359444" y="54847"/>
                </a:cubicBezTo>
                <a:lnTo>
                  <a:pt x="1359444" y="46172"/>
                </a:lnTo>
                <a:close/>
                <a:moveTo>
                  <a:pt x="1426301" y="80337"/>
                </a:moveTo>
                <a:cubicBezTo>
                  <a:pt x="1426301" y="76511"/>
                  <a:pt x="1426324" y="73598"/>
                  <a:pt x="1426368" y="71595"/>
                </a:cubicBezTo>
                <a:cubicBezTo>
                  <a:pt x="1426413" y="69593"/>
                  <a:pt x="1426436" y="67836"/>
                  <a:pt x="1426436" y="66323"/>
                </a:cubicBezTo>
                <a:cubicBezTo>
                  <a:pt x="1424566" y="67392"/>
                  <a:pt x="1422586" y="68260"/>
                  <a:pt x="1420496" y="68928"/>
                </a:cubicBezTo>
                <a:cubicBezTo>
                  <a:pt x="1418405" y="69594"/>
                  <a:pt x="1416492" y="70439"/>
                  <a:pt x="1414758" y="71463"/>
                </a:cubicBezTo>
                <a:cubicBezTo>
                  <a:pt x="1413023" y="72485"/>
                  <a:pt x="1411599" y="73886"/>
                  <a:pt x="1410487" y="75666"/>
                </a:cubicBezTo>
                <a:cubicBezTo>
                  <a:pt x="1409376" y="77445"/>
                  <a:pt x="1408820" y="80025"/>
                  <a:pt x="1408820" y="83406"/>
                </a:cubicBezTo>
                <a:cubicBezTo>
                  <a:pt x="1408820" y="86698"/>
                  <a:pt x="1409509" y="89211"/>
                  <a:pt x="1410889" y="90946"/>
                </a:cubicBezTo>
                <a:cubicBezTo>
                  <a:pt x="1412268" y="92681"/>
                  <a:pt x="1414113" y="93548"/>
                  <a:pt x="1416425" y="93548"/>
                </a:cubicBezTo>
                <a:cubicBezTo>
                  <a:pt x="1419362" y="93548"/>
                  <a:pt x="1421741" y="92436"/>
                  <a:pt x="1423564" y="90213"/>
                </a:cubicBezTo>
                <a:cubicBezTo>
                  <a:pt x="1425389" y="87988"/>
                  <a:pt x="1426301" y="84696"/>
                  <a:pt x="1426301" y="80337"/>
                </a:cubicBezTo>
                <a:moveTo>
                  <a:pt x="1394674" y="44038"/>
                </a:moveTo>
                <a:cubicBezTo>
                  <a:pt x="1398411" y="41014"/>
                  <a:pt x="1402437" y="38701"/>
                  <a:pt x="1406751" y="37099"/>
                </a:cubicBezTo>
                <a:cubicBezTo>
                  <a:pt x="1411066" y="35497"/>
                  <a:pt x="1415359" y="34696"/>
                  <a:pt x="1419628" y="34696"/>
                </a:cubicBezTo>
                <a:cubicBezTo>
                  <a:pt x="1423188" y="34696"/>
                  <a:pt x="1426457" y="35096"/>
                  <a:pt x="1429437" y="35897"/>
                </a:cubicBezTo>
                <a:cubicBezTo>
                  <a:pt x="1432418" y="36698"/>
                  <a:pt x="1434998" y="37966"/>
                  <a:pt x="1437177" y="39701"/>
                </a:cubicBezTo>
                <a:cubicBezTo>
                  <a:pt x="1439357" y="41436"/>
                  <a:pt x="1441047" y="43683"/>
                  <a:pt x="1442247" y="46441"/>
                </a:cubicBezTo>
                <a:cubicBezTo>
                  <a:pt x="1443449" y="49198"/>
                  <a:pt x="1444049" y="52534"/>
                  <a:pt x="1444049" y="56449"/>
                </a:cubicBezTo>
                <a:cubicBezTo>
                  <a:pt x="1444049" y="62143"/>
                  <a:pt x="1443983" y="67414"/>
                  <a:pt x="1443850" y="72263"/>
                </a:cubicBezTo>
                <a:cubicBezTo>
                  <a:pt x="1443717" y="77111"/>
                  <a:pt x="1443650" y="81937"/>
                  <a:pt x="1443650" y="86741"/>
                </a:cubicBezTo>
                <a:cubicBezTo>
                  <a:pt x="1443650" y="88876"/>
                  <a:pt x="1443806" y="90545"/>
                  <a:pt x="1444116" y="91746"/>
                </a:cubicBezTo>
                <a:cubicBezTo>
                  <a:pt x="1444429" y="92948"/>
                  <a:pt x="1444896" y="93860"/>
                  <a:pt x="1445517" y="94483"/>
                </a:cubicBezTo>
                <a:cubicBezTo>
                  <a:pt x="1446141" y="95105"/>
                  <a:pt x="1446963" y="95504"/>
                  <a:pt x="1447985" y="95682"/>
                </a:cubicBezTo>
                <a:cubicBezTo>
                  <a:pt x="1449009" y="95860"/>
                  <a:pt x="1450188" y="95949"/>
                  <a:pt x="1451522" y="95949"/>
                </a:cubicBezTo>
                <a:lnTo>
                  <a:pt x="1451522" y="99152"/>
                </a:lnTo>
                <a:cubicBezTo>
                  <a:pt x="1448943" y="100220"/>
                  <a:pt x="1446764" y="101021"/>
                  <a:pt x="1444984" y="101555"/>
                </a:cubicBezTo>
                <a:cubicBezTo>
                  <a:pt x="1443204" y="102088"/>
                  <a:pt x="1441291" y="102355"/>
                  <a:pt x="1439246" y="102355"/>
                </a:cubicBezTo>
                <a:cubicBezTo>
                  <a:pt x="1435954" y="102355"/>
                  <a:pt x="1433285" y="101555"/>
                  <a:pt x="1431239" y="99954"/>
                </a:cubicBezTo>
                <a:cubicBezTo>
                  <a:pt x="1429193" y="98352"/>
                  <a:pt x="1427636" y="96039"/>
                  <a:pt x="1426568" y="93015"/>
                </a:cubicBezTo>
                <a:cubicBezTo>
                  <a:pt x="1424522" y="95861"/>
                  <a:pt x="1422142" y="98130"/>
                  <a:pt x="1419429" y="99820"/>
                </a:cubicBezTo>
                <a:cubicBezTo>
                  <a:pt x="1416715" y="101510"/>
                  <a:pt x="1413312" y="102355"/>
                  <a:pt x="1409221" y="102355"/>
                </a:cubicBezTo>
                <a:cubicBezTo>
                  <a:pt x="1405839" y="102355"/>
                  <a:pt x="1402947" y="101910"/>
                  <a:pt x="1400544" y="101019"/>
                </a:cubicBezTo>
                <a:cubicBezTo>
                  <a:pt x="1398143" y="100130"/>
                  <a:pt x="1396164" y="98863"/>
                  <a:pt x="1394607" y="97218"/>
                </a:cubicBezTo>
                <a:cubicBezTo>
                  <a:pt x="1393050" y="95571"/>
                  <a:pt x="1391915" y="93702"/>
                  <a:pt x="1391204" y="91612"/>
                </a:cubicBezTo>
                <a:cubicBezTo>
                  <a:pt x="1390493" y="89521"/>
                  <a:pt x="1390137" y="87408"/>
                  <a:pt x="1390137" y="85273"/>
                </a:cubicBezTo>
                <a:cubicBezTo>
                  <a:pt x="1390137" y="82338"/>
                  <a:pt x="1390604" y="79803"/>
                  <a:pt x="1391538" y="77667"/>
                </a:cubicBezTo>
                <a:cubicBezTo>
                  <a:pt x="1392472" y="75532"/>
                  <a:pt x="1393806" y="73708"/>
                  <a:pt x="1395541" y="72196"/>
                </a:cubicBezTo>
                <a:cubicBezTo>
                  <a:pt x="1397276" y="70684"/>
                  <a:pt x="1399344" y="69416"/>
                  <a:pt x="1401746" y="68392"/>
                </a:cubicBezTo>
                <a:cubicBezTo>
                  <a:pt x="1404149" y="67369"/>
                  <a:pt x="1406862" y="66501"/>
                  <a:pt x="1409887" y="65790"/>
                </a:cubicBezTo>
                <a:cubicBezTo>
                  <a:pt x="1413624" y="64901"/>
                  <a:pt x="1416582" y="64123"/>
                  <a:pt x="1418761" y="63456"/>
                </a:cubicBezTo>
                <a:cubicBezTo>
                  <a:pt x="1420941" y="62788"/>
                  <a:pt x="1422565" y="62121"/>
                  <a:pt x="1423632" y="61455"/>
                </a:cubicBezTo>
                <a:cubicBezTo>
                  <a:pt x="1424700" y="60787"/>
                  <a:pt x="1425390" y="60052"/>
                  <a:pt x="1425700" y="59251"/>
                </a:cubicBezTo>
                <a:cubicBezTo>
                  <a:pt x="1426013" y="58450"/>
                  <a:pt x="1426169" y="57472"/>
                  <a:pt x="1426169" y="56315"/>
                </a:cubicBezTo>
                <a:cubicBezTo>
                  <a:pt x="1426169" y="53113"/>
                  <a:pt x="1425034" y="50377"/>
                  <a:pt x="1422764" y="48109"/>
                </a:cubicBezTo>
                <a:cubicBezTo>
                  <a:pt x="1420496" y="45839"/>
                  <a:pt x="1417360" y="44704"/>
                  <a:pt x="1413357" y="44704"/>
                </a:cubicBezTo>
                <a:cubicBezTo>
                  <a:pt x="1411844" y="44704"/>
                  <a:pt x="1410287" y="44904"/>
                  <a:pt x="1408685" y="45305"/>
                </a:cubicBezTo>
                <a:cubicBezTo>
                  <a:pt x="1407085" y="45705"/>
                  <a:pt x="1405550" y="46262"/>
                  <a:pt x="1404081" y="46975"/>
                </a:cubicBezTo>
                <a:cubicBezTo>
                  <a:pt x="1402614" y="47686"/>
                  <a:pt x="1401279" y="48465"/>
                  <a:pt x="1400078" y="49310"/>
                </a:cubicBezTo>
                <a:cubicBezTo>
                  <a:pt x="1398878" y="50155"/>
                  <a:pt x="1397966" y="51066"/>
                  <a:pt x="1397343" y="52045"/>
                </a:cubicBezTo>
                <a:lnTo>
                  <a:pt x="1396409" y="52045"/>
                </a:lnTo>
                <a:lnTo>
                  <a:pt x="1394674" y="44038"/>
                </a:lnTo>
                <a:close/>
                <a:moveTo>
                  <a:pt x="1479682" y="46439"/>
                </a:moveTo>
                <a:cubicBezTo>
                  <a:pt x="1482173" y="42703"/>
                  <a:pt x="1485086" y="39812"/>
                  <a:pt x="1488422" y="37767"/>
                </a:cubicBezTo>
                <a:cubicBezTo>
                  <a:pt x="1491758" y="35720"/>
                  <a:pt x="1495561" y="34696"/>
                  <a:pt x="1499831" y="34696"/>
                </a:cubicBezTo>
                <a:cubicBezTo>
                  <a:pt x="1506504" y="34696"/>
                  <a:pt x="1511642" y="36631"/>
                  <a:pt x="1515245" y="40501"/>
                </a:cubicBezTo>
                <a:cubicBezTo>
                  <a:pt x="1518848" y="44372"/>
                  <a:pt x="1520650" y="50622"/>
                  <a:pt x="1520650" y="59251"/>
                </a:cubicBezTo>
                <a:cubicBezTo>
                  <a:pt x="1520650" y="63788"/>
                  <a:pt x="1520561" y="67791"/>
                  <a:pt x="1520383" y="71261"/>
                </a:cubicBezTo>
                <a:cubicBezTo>
                  <a:pt x="1520205" y="74731"/>
                  <a:pt x="1520116" y="78201"/>
                  <a:pt x="1520116" y="81671"/>
                </a:cubicBezTo>
                <a:cubicBezTo>
                  <a:pt x="1520116" y="84517"/>
                  <a:pt x="1520183" y="87609"/>
                  <a:pt x="1520316" y="90946"/>
                </a:cubicBezTo>
                <a:cubicBezTo>
                  <a:pt x="1520450" y="94281"/>
                  <a:pt x="1520606" y="97506"/>
                  <a:pt x="1520784" y="100620"/>
                </a:cubicBezTo>
                <a:cubicBezTo>
                  <a:pt x="1519627" y="100442"/>
                  <a:pt x="1518159" y="100353"/>
                  <a:pt x="1516380" y="100353"/>
                </a:cubicBezTo>
                <a:cubicBezTo>
                  <a:pt x="1514600" y="100353"/>
                  <a:pt x="1512731" y="100353"/>
                  <a:pt x="1510774" y="100353"/>
                </a:cubicBezTo>
                <a:cubicBezTo>
                  <a:pt x="1508817" y="100353"/>
                  <a:pt x="1506950" y="100353"/>
                  <a:pt x="1505170" y="100353"/>
                </a:cubicBezTo>
                <a:cubicBezTo>
                  <a:pt x="1503390" y="100353"/>
                  <a:pt x="1501922" y="100442"/>
                  <a:pt x="1500765" y="100620"/>
                </a:cubicBezTo>
                <a:cubicBezTo>
                  <a:pt x="1501388" y="95994"/>
                  <a:pt x="1501789" y="90545"/>
                  <a:pt x="1501967" y="84273"/>
                </a:cubicBezTo>
                <a:cubicBezTo>
                  <a:pt x="1502145" y="78001"/>
                  <a:pt x="1502234" y="70817"/>
                  <a:pt x="1502234" y="62721"/>
                </a:cubicBezTo>
                <a:cubicBezTo>
                  <a:pt x="1502234" y="57116"/>
                  <a:pt x="1501277" y="53001"/>
                  <a:pt x="1499364" y="50377"/>
                </a:cubicBezTo>
                <a:cubicBezTo>
                  <a:pt x="1497452" y="47752"/>
                  <a:pt x="1494760" y="46439"/>
                  <a:pt x="1491291" y="46439"/>
                </a:cubicBezTo>
                <a:cubicBezTo>
                  <a:pt x="1487287" y="46439"/>
                  <a:pt x="1484352" y="48174"/>
                  <a:pt x="1482484" y="51644"/>
                </a:cubicBezTo>
                <a:cubicBezTo>
                  <a:pt x="1480616" y="55114"/>
                  <a:pt x="1479682" y="59918"/>
                  <a:pt x="1479682" y="66057"/>
                </a:cubicBezTo>
                <a:lnTo>
                  <a:pt x="1479682" y="71396"/>
                </a:lnTo>
                <a:cubicBezTo>
                  <a:pt x="1479682" y="76822"/>
                  <a:pt x="1479748" y="81937"/>
                  <a:pt x="1479881" y="86741"/>
                </a:cubicBezTo>
                <a:cubicBezTo>
                  <a:pt x="1480014" y="91545"/>
                  <a:pt x="1480304" y="96172"/>
                  <a:pt x="1480749" y="100620"/>
                </a:cubicBezTo>
                <a:cubicBezTo>
                  <a:pt x="1479592" y="100442"/>
                  <a:pt x="1478147" y="100353"/>
                  <a:pt x="1476412" y="100353"/>
                </a:cubicBezTo>
                <a:cubicBezTo>
                  <a:pt x="1474677" y="100353"/>
                  <a:pt x="1472786" y="100353"/>
                  <a:pt x="1470741" y="100353"/>
                </a:cubicBezTo>
                <a:cubicBezTo>
                  <a:pt x="1468693" y="100353"/>
                  <a:pt x="1466825" y="100353"/>
                  <a:pt x="1465135" y="100353"/>
                </a:cubicBezTo>
                <a:cubicBezTo>
                  <a:pt x="1463445" y="100353"/>
                  <a:pt x="1461976" y="100442"/>
                  <a:pt x="1460730" y="100620"/>
                </a:cubicBezTo>
                <a:cubicBezTo>
                  <a:pt x="1461176" y="96172"/>
                  <a:pt x="1461465" y="91545"/>
                  <a:pt x="1461598" y="86741"/>
                </a:cubicBezTo>
                <a:cubicBezTo>
                  <a:pt x="1461732" y="81937"/>
                  <a:pt x="1461799" y="76822"/>
                  <a:pt x="1461799" y="71396"/>
                </a:cubicBezTo>
                <a:lnTo>
                  <a:pt x="1461799" y="66057"/>
                </a:lnTo>
                <a:cubicBezTo>
                  <a:pt x="1461799" y="60631"/>
                  <a:pt x="1461732" y="55538"/>
                  <a:pt x="1461598" y="50778"/>
                </a:cubicBezTo>
                <a:cubicBezTo>
                  <a:pt x="1461465" y="46018"/>
                  <a:pt x="1461176" y="41235"/>
                  <a:pt x="1460730" y="36431"/>
                </a:cubicBezTo>
                <a:cubicBezTo>
                  <a:pt x="1462332" y="36609"/>
                  <a:pt x="1463912" y="36765"/>
                  <a:pt x="1465469" y="36899"/>
                </a:cubicBezTo>
                <a:cubicBezTo>
                  <a:pt x="1467026" y="37032"/>
                  <a:pt x="1468605" y="37099"/>
                  <a:pt x="1470205" y="37099"/>
                </a:cubicBezTo>
                <a:cubicBezTo>
                  <a:pt x="1471807" y="37099"/>
                  <a:pt x="1473386" y="37032"/>
                  <a:pt x="1474943" y="36899"/>
                </a:cubicBezTo>
                <a:cubicBezTo>
                  <a:pt x="1476501" y="36765"/>
                  <a:pt x="1478169" y="36609"/>
                  <a:pt x="1479949" y="36431"/>
                </a:cubicBezTo>
                <a:lnTo>
                  <a:pt x="1479413" y="46439"/>
                </a:lnTo>
                <a:lnTo>
                  <a:pt x="1479682" y="46439"/>
                </a:lnTo>
                <a:close/>
                <a:moveTo>
                  <a:pt x="1567223" y="80337"/>
                </a:moveTo>
                <a:cubicBezTo>
                  <a:pt x="1567223" y="76511"/>
                  <a:pt x="1567246" y="73598"/>
                  <a:pt x="1567290" y="71595"/>
                </a:cubicBezTo>
                <a:cubicBezTo>
                  <a:pt x="1567335" y="69593"/>
                  <a:pt x="1567358" y="67836"/>
                  <a:pt x="1567358" y="66323"/>
                </a:cubicBezTo>
                <a:cubicBezTo>
                  <a:pt x="1565488" y="67392"/>
                  <a:pt x="1563508" y="68260"/>
                  <a:pt x="1561418" y="68928"/>
                </a:cubicBezTo>
                <a:cubicBezTo>
                  <a:pt x="1559327" y="69594"/>
                  <a:pt x="1557414" y="70439"/>
                  <a:pt x="1555680" y="71463"/>
                </a:cubicBezTo>
                <a:cubicBezTo>
                  <a:pt x="1553945" y="72485"/>
                  <a:pt x="1552521" y="73886"/>
                  <a:pt x="1551410" y="75666"/>
                </a:cubicBezTo>
                <a:cubicBezTo>
                  <a:pt x="1550298" y="77445"/>
                  <a:pt x="1549742" y="80025"/>
                  <a:pt x="1549742" y="83406"/>
                </a:cubicBezTo>
                <a:cubicBezTo>
                  <a:pt x="1549742" y="86698"/>
                  <a:pt x="1550431" y="89211"/>
                  <a:pt x="1551811" y="90946"/>
                </a:cubicBezTo>
                <a:cubicBezTo>
                  <a:pt x="1553190" y="92681"/>
                  <a:pt x="1555035" y="93548"/>
                  <a:pt x="1557347" y="93548"/>
                </a:cubicBezTo>
                <a:cubicBezTo>
                  <a:pt x="1560284" y="93548"/>
                  <a:pt x="1562663" y="92436"/>
                  <a:pt x="1564486" y="90213"/>
                </a:cubicBezTo>
                <a:cubicBezTo>
                  <a:pt x="1566311" y="87988"/>
                  <a:pt x="1567223" y="84696"/>
                  <a:pt x="1567223" y="80337"/>
                </a:cubicBezTo>
                <a:moveTo>
                  <a:pt x="1535596" y="44038"/>
                </a:moveTo>
                <a:cubicBezTo>
                  <a:pt x="1539333" y="41014"/>
                  <a:pt x="1543359" y="38701"/>
                  <a:pt x="1547673" y="37099"/>
                </a:cubicBezTo>
                <a:cubicBezTo>
                  <a:pt x="1551989" y="35497"/>
                  <a:pt x="1556281" y="34696"/>
                  <a:pt x="1560550" y="34696"/>
                </a:cubicBezTo>
                <a:cubicBezTo>
                  <a:pt x="1564110" y="34696"/>
                  <a:pt x="1567379" y="35096"/>
                  <a:pt x="1570359" y="35897"/>
                </a:cubicBezTo>
                <a:cubicBezTo>
                  <a:pt x="1573340" y="36698"/>
                  <a:pt x="1575920" y="37966"/>
                  <a:pt x="1578099" y="39701"/>
                </a:cubicBezTo>
                <a:cubicBezTo>
                  <a:pt x="1580279" y="41436"/>
                  <a:pt x="1581969" y="43683"/>
                  <a:pt x="1583169" y="46441"/>
                </a:cubicBezTo>
                <a:cubicBezTo>
                  <a:pt x="1584371" y="49198"/>
                  <a:pt x="1584971" y="52534"/>
                  <a:pt x="1584971" y="56449"/>
                </a:cubicBezTo>
                <a:cubicBezTo>
                  <a:pt x="1584971" y="62143"/>
                  <a:pt x="1584905" y="67414"/>
                  <a:pt x="1584772" y="72263"/>
                </a:cubicBezTo>
                <a:cubicBezTo>
                  <a:pt x="1584639" y="77111"/>
                  <a:pt x="1584572" y="81937"/>
                  <a:pt x="1584572" y="86741"/>
                </a:cubicBezTo>
                <a:cubicBezTo>
                  <a:pt x="1584572" y="88876"/>
                  <a:pt x="1584728" y="90545"/>
                  <a:pt x="1585039" y="91746"/>
                </a:cubicBezTo>
                <a:cubicBezTo>
                  <a:pt x="1585351" y="92948"/>
                  <a:pt x="1585818" y="93860"/>
                  <a:pt x="1586439" y="94483"/>
                </a:cubicBezTo>
                <a:cubicBezTo>
                  <a:pt x="1587063" y="95105"/>
                  <a:pt x="1587885" y="95504"/>
                  <a:pt x="1588907" y="95682"/>
                </a:cubicBezTo>
                <a:cubicBezTo>
                  <a:pt x="1589931" y="95860"/>
                  <a:pt x="1591110" y="95949"/>
                  <a:pt x="1592444" y="95949"/>
                </a:cubicBezTo>
                <a:lnTo>
                  <a:pt x="1592444" y="99152"/>
                </a:lnTo>
                <a:cubicBezTo>
                  <a:pt x="1589865" y="100220"/>
                  <a:pt x="1587686" y="101021"/>
                  <a:pt x="1585906" y="101555"/>
                </a:cubicBezTo>
                <a:cubicBezTo>
                  <a:pt x="1584126" y="102088"/>
                  <a:pt x="1582214" y="102355"/>
                  <a:pt x="1580168" y="102355"/>
                </a:cubicBezTo>
                <a:cubicBezTo>
                  <a:pt x="1576876" y="102355"/>
                  <a:pt x="1574207" y="101555"/>
                  <a:pt x="1572161" y="99954"/>
                </a:cubicBezTo>
                <a:cubicBezTo>
                  <a:pt x="1570115" y="98352"/>
                  <a:pt x="1568558" y="96039"/>
                  <a:pt x="1567490" y="93015"/>
                </a:cubicBezTo>
                <a:cubicBezTo>
                  <a:pt x="1565444" y="95861"/>
                  <a:pt x="1563064" y="98130"/>
                  <a:pt x="1560351" y="99820"/>
                </a:cubicBezTo>
                <a:cubicBezTo>
                  <a:pt x="1557637" y="101510"/>
                  <a:pt x="1554235" y="102355"/>
                  <a:pt x="1550143" y="102355"/>
                </a:cubicBezTo>
                <a:cubicBezTo>
                  <a:pt x="1546761" y="102355"/>
                  <a:pt x="1543869" y="101910"/>
                  <a:pt x="1541466" y="101019"/>
                </a:cubicBezTo>
                <a:cubicBezTo>
                  <a:pt x="1539065" y="100130"/>
                  <a:pt x="1537086" y="98863"/>
                  <a:pt x="1535529" y="97218"/>
                </a:cubicBezTo>
                <a:cubicBezTo>
                  <a:pt x="1533972" y="95571"/>
                  <a:pt x="1532837" y="93702"/>
                  <a:pt x="1532126" y="91612"/>
                </a:cubicBezTo>
                <a:cubicBezTo>
                  <a:pt x="1531415" y="89521"/>
                  <a:pt x="1531059" y="87408"/>
                  <a:pt x="1531059" y="85273"/>
                </a:cubicBezTo>
                <a:cubicBezTo>
                  <a:pt x="1531059" y="82338"/>
                  <a:pt x="1531526" y="79803"/>
                  <a:pt x="1532460" y="77667"/>
                </a:cubicBezTo>
                <a:cubicBezTo>
                  <a:pt x="1533394" y="75532"/>
                  <a:pt x="1534728" y="73708"/>
                  <a:pt x="1536463" y="72196"/>
                </a:cubicBezTo>
                <a:cubicBezTo>
                  <a:pt x="1538198" y="70684"/>
                  <a:pt x="1540266" y="69416"/>
                  <a:pt x="1542668" y="68392"/>
                </a:cubicBezTo>
                <a:cubicBezTo>
                  <a:pt x="1545071" y="67369"/>
                  <a:pt x="1547784" y="66501"/>
                  <a:pt x="1550809" y="65790"/>
                </a:cubicBezTo>
                <a:cubicBezTo>
                  <a:pt x="1554546" y="64901"/>
                  <a:pt x="1557504" y="64123"/>
                  <a:pt x="1559683" y="63456"/>
                </a:cubicBezTo>
                <a:cubicBezTo>
                  <a:pt x="1561863" y="62788"/>
                  <a:pt x="1563487" y="62121"/>
                  <a:pt x="1564554" y="61455"/>
                </a:cubicBezTo>
                <a:cubicBezTo>
                  <a:pt x="1565622" y="60787"/>
                  <a:pt x="1566312" y="60052"/>
                  <a:pt x="1566623" y="59251"/>
                </a:cubicBezTo>
                <a:cubicBezTo>
                  <a:pt x="1566935" y="58450"/>
                  <a:pt x="1567091" y="57472"/>
                  <a:pt x="1567091" y="56315"/>
                </a:cubicBezTo>
                <a:cubicBezTo>
                  <a:pt x="1567091" y="53113"/>
                  <a:pt x="1565956" y="50377"/>
                  <a:pt x="1563686" y="48109"/>
                </a:cubicBezTo>
                <a:cubicBezTo>
                  <a:pt x="1561418" y="45839"/>
                  <a:pt x="1558282" y="44704"/>
                  <a:pt x="1554279" y="44704"/>
                </a:cubicBezTo>
                <a:cubicBezTo>
                  <a:pt x="1552766" y="44704"/>
                  <a:pt x="1551209" y="44904"/>
                  <a:pt x="1549607" y="45305"/>
                </a:cubicBezTo>
                <a:cubicBezTo>
                  <a:pt x="1548007" y="45705"/>
                  <a:pt x="1546472" y="46262"/>
                  <a:pt x="1545003" y="46975"/>
                </a:cubicBezTo>
                <a:cubicBezTo>
                  <a:pt x="1543536" y="47686"/>
                  <a:pt x="1542202" y="48465"/>
                  <a:pt x="1541000" y="49310"/>
                </a:cubicBezTo>
                <a:cubicBezTo>
                  <a:pt x="1539800" y="50155"/>
                  <a:pt x="1538889" y="51066"/>
                  <a:pt x="1538265" y="52045"/>
                </a:cubicBezTo>
                <a:lnTo>
                  <a:pt x="1537331" y="52045"/>
                </a:lnTo>
                <a:lnTo>
                  <a:pt x="1535596" y="44038"/>
                </a:lnTo>
                <a:close/>
                <a:moveTo>
                  <a:pt x="1636750" y="37099"/>
                </a:moveTo>
                <a:cubicBezTo>
                  <a:pt x="1636483" y="38433"/>
                  <a:pt x="1636350" y="39634"/>
                  <a:pt x="1636350" y="40701"/>
                </a:cubicBezTo>
                <a:cubicBezTo>
                  <a:pt x="1636350" y="41858"/>
                  <a:pt x="1636483" y="42970"/>
                  <a:pt x="1636750" y="44038"/>
                </a:cubicBezTo>
                <a:lnTo>
                  <a:pt x="1625006" y="43772"/>
                </a:lnTo>
                <a:cubicBezTo>
                  <a:pt x="1624829" y="45817"/>
                  <a:pt x="1624673" y="48175"/>
                  <a:pt x="1624540" y="50844"/>
                </a:cubicBezTo>
                <a:cubicBezTo>
                  <a:pt x="1624407" y="53512"/>
                  <a:pt x="1624318" y="56226"/>
                  <a:pt x="1624273" y="58985"/>
                </a:cubicBezTo>
                <a:cubicBezTo>
                  <a:pt x="1624229" y="61742"/>
                  <a:pt x="1624184" y="64411"/>
                  <a:pt x="1624139" y="66991"/>
                </a:cubicBezTo>
                <a:cubicBezTo>
                  <a:pt x="1624094" y="69572"/>
                  <a:pt x="1624072" y="71751"/>
                  <a:pt x="1624072" y="73530"/>
                </a:cubicBezTo>
                <a:cubicBezTo>
                  <a:pt x="1624072" y="78156"/>
                  <a:pt x="1624183" y="81893"/>
                  <a:pt x="1624406" y="84739"/>
                </a:cubicBezTo>
                <a:cubicBezTo>
                  <a:pt x="1624628" y="87586"/>
                  <a:pt x="1625006" y="89766"/>
                  <a:pt x="1625540" y="91280"/>
                </a:cubicBezTo>
                <a:cubicBezTo>
                  <a:pt x="1626075" y="92792"/>
                  <a:pt x="1626831" y="93815"/>
                  <a:pt x="1627808" y="94349"/>
                </a:cubicBezTo>
                <a:cubicBezTo>
                  <a:pt x="1628787" y="94882"/>
                  <a:pt x="1630033" y="95149"/>
                  <a:pt x="1631545" y="95149"/>
                </a:cubicBezTo>
                <a:cubicBezTo>
                  <a:pt x="1633236" y="95149"/>
                  <a:pt x="1634482" y="95037"/>
                  <a:pt x="1635281" y="94815"/>
                </a:cubicBezTo>
                <a:cubicBezTo>
                  <a:pt x="1636082" y="94592"/>
                  <a:pt x="1636883" y="94259"/>
                  <a:pt x="1637684" y="93815"/>
                </a:cubicBezTo>
                <a:lnTo>
                  <a:pt x="1637684" y="99286"/>
                </a:lnTo>
                <a:cubicBezTo>
                  <a:pt x="1635905" y="100087"/>
                  <a:pt x="1633680" y="100799"/>
                  <a:pt x="1631011" y="101420"/>
                </a:cubicBezTo>
                <a:cubicBezTo>
                  <a:pt x="1628342" y="102044"/>
                  <a:pt x="1625718" y="102355"/>
                  <a:pt x="1623139" y="102355"/>
                </a:cubicBezTo>
                <a:cubicBezTo>
                  <a:pt x="1611841" y="102355"/>
                  <a:pt x="1606191" y="95594"/>
                  <a:pt x="1606191" y="82072"/>
                </a:cubicBezTo>
                <a:cubicBezTo>
                  <a:pt x="1606191" y="79491"/>
                  <a:pt x="1606235" y="76577"/>
                  <a:pt x="1606324" y="73330"/>
                </a:cubicBezTo>
                <a:cubicBezTo>
                  <a:pt x="1606413" y="70083"/>
                  <a:pt x="1606525" y="66747"/>
                  <a:pt x="1606658" y="63322"/>
                </a:cubicBezTo>
                <a:cubicBezTo>
                  <a:pt x="1606791" y="59897"/>
                  <a:pt x="1606901" y="56516"/>
                  <a:pt x="1606989" y="53179"/>
                </a:cubicBezTo>
                <a:cubicBezTo>
                  <a:pt x="1607079" y="49842"/>
                  <a:pt x="1607124" y="46751"/>
                  <a:pt x="1607124" y="43904"/>
                </a:cubicBezTo>
                <a:lnTo>
                  <a:pt x="1597784" y="44038"/>
                </a:lnTo>
                <a:cubicBezTo>
                  <a:pt x="1598050" y="42970"/>
                  <a:pt x="1598183" y="41858"/>
                  <a:pt x="1598183" y="40701"/>
                </a:cubicBezTo>
                <a:cubicBezTo>
                  <a:pt x="1598183" y="39634"/>
                  <a:pt x="1598050" y="38433"/>
                  <a:pt x="1597784" y="37099"/>
                </a:cubicBezTo>
                <a:lnTo>
                  <a:pt x="1607124" y="37500"/>
                </a:lnTo>
                <a:cubicBezTo>
                  <a:pt x="1607124" y="34741"/>
                  <a:pt x="1607079" y="32162"/>
                  <a:pt x="1606989" y="29760"/>
                </a:cubicBezTo>
                <a:cubicBezTo>
                  <a:pt x="1606901" y="27357"/>
                  <a:pt x="1606768" y="24466"/>
                  <a:pt x="1606590" y="21086"/>
                </a:cubicBezTo>
                <a:cubicBezTo>
                  <a:pt x="1609705" y="19839"/>
                  <a:pt x="1612774" y="18527"/>
                  <a:pt x="1615798" y="17147"/>
                </a:cubicBezTo>
                <a:cubicBezTo>
                  <a:pt x="1618823" y="15768"/>
                  <a:pt x="1621848" y="14322"/>
                  <a:pt x="1624874" y="12810"/>
                </a:cubicBezTo>
                <a:lnTo>
                  <a:pt x="1626208" y="13745"/>
                </a:lnTo>
                <a:cubicBezTo>
                  <a:pt x="1626030" y="15169"/>
                  <a:pt x="1625874" y="16837"/>
                  <a:pt x="1625739" y="18750"/>
                </a:cubicBezTo>
                <a:cubicBezTo>
                  <a:pt x="1625606" y="20663"/>
                  <a:pt x="1625473" y="22664"/>
                  <a:pt x="1625340" y="24755"/>
                </a:cubicBezTo>
                <a:cubicBezTo>
                  <a:pt x="1625207" y="26845"/>
                  <a:pt x="1625118" y="28981"/>
                  <a:pt x="1625074" y="31161"/>
                </a:cubicBezTo>
                <a:cubicBezTo>
                  <a:pt x="1625029" y="33340"/>
                  <a:pt x="1625006" y="35408"/>
                  <a:pt x="1625006" y="37366"/>
                </a:cubicBezTo>
                <a:lnTo>
                  <a:pt x="1636750" y="37099"/>
                </a:lnTo>
                <a:close/>
                <a:moveTo>
                  <a:pt x="1647026" y="11210"/>
                </a:moveTo>
                <a:cubicBezTo>
                  <a:pt x="1647026" y="8273"/>
                  <a:pt x="1648048" y="5782"/>
                  <a:pt x="1650094" y="3737"/>
                </a:cubicBezTo>
                <a:cubicBezTo>
                  <a:pt x="1652141" y="1691"/>
                  <a:pt x="1654633" y="668"/>
                  <a:pt x="1657569" y="668"/>
                </a:cubicBezTo>
                <a:cubicBezTo>
                  <a:pt x="1660504" y="668"/>
                  <a:pt x="1662995" y="1691"/>
                  <a:pt x="1665040" y="3737"/>
                </a:cubicBezTo>
                <a:cubicBezTo>
                  <a:pt x="1667088" y="5782"/>
                  <a:pt x="1668111" y="8273"/>
                  <a:pt x="1668111" y="11210"/>
                </a:cubicBezTo>
                <a:cubicBezTo>
                  <a:pt x="1668111" y="14146"/>
                  <a:pt x="1667088" y="16637"/>
                  <a:pt x="1665040" y="18683"/>
                </a:cubicBezTo>
                <a:cubicBezTo>
                  <a:pt x="1662995" y="20729"/>
                  <a:pt x="1660504" y="21751"/>
                  <a:pt x="1657569" y="21751"/>
                </a:cubicBezTo>
                <a:cubicBezTo>
                  <a:pt x="1654633" y="21751"/>
                  <a:pt x="1652141" y="20729"/>
                  <a:pt x="1650094" y="18683"/>
                </a:cubicBezTo>
                <a:cubicBezTo>
                  <a:pt x="1648048" y="16637"/>
                  <a:pt x="1647026" y="14146"/>
                  <a:pt x="1647026" y="11210"/>
                </a:cubicBezTo>
                <a:moveTo>
                  <a:pt x="1648628" y="66057"/>
                </a:moveTo>
                <a:cubicBezTo>
                  <a:pt x="1648628" y="60631"/>
                  <a:pt x="1648561" y="55538"/>
                  <a:pt x="1648426" y="50778"/>
                </a:cubicBezTo>
                <a:cubicBezTo>
                  <a:pt x="1648293" y="46018"/>
                  <a:pt x="1648004" y="41235"/>
                  <a:pt x="1647559" y="36431"/>
                </a:cubicBezTo>
                <a:cubicBezTo>
                  <a:pt x="1648805" y="36609"/>
                  <a:pt x="1650273" y="36765"/>
                  <a:pt x="1651963" y="36899"/>
                </a:cubicBezTo>
                <a:cubicBezTo>
                  <a:pt x="1653654" y="37032"/>
                  <a:pt x="1655522" y="37099"/>
                  <a:pt x="1657569" y="37099"/>
                </a:cubicBezTo>
                <a:cubicBezTo>
                  <a:pt x="1661750" y="37099"/>
                  <a:pt x="1665087" y="36876"/>
                  <a:pt x="1667578" y="36431"/>
                </a:cubicBezTo>
                <a:cubicBezTo>
                  <a:pt x="1667132" y="41235"/>
                  <a:pt x="1666843" y="46018"/>
                  <a:pt x="1666708" y="50778"/>
                </a:cubicBezTo>
                <a:cubicBezTo>
                  <a:pt x="1666575" y="55538"/>
                  <a:pt x="1666509" y="60631"/>
                  <a:pt x="1666509" y="66057"/>
                </a:cubicBezTo>
                <a:lnTo>
                  <a:pt x="1666509" y="71396"/>
                </a:lnTo>
                <a:cubicBezTo>
                  <a:pt x="1666509" y="76822"/>
                  <a:pt x="1666575" y="81937"/>
                  <a:pt x="1666708" y="86741"/>
                </a:cubicBezTo>
                <a:cubicBezTo>
                  <a:pt x="1666843" y="91545"/>
                  <a:pt x="1667132" y="96172"/>
                  <a:pt x="1667578" y="100620"/>
                </a:cubicBezTo>
                <a:cubicBezTo>
                  <a:pt x="1666421" y="100442"/>
                  <a:pt x="1664975" y="100353"/>
                  <a:pt x="1663240" y="100353"/>
                </a:cubicBezTo>
                <a:cubicBezTo>
                  <a:pt x="1661505" y="100353"/>
                  <a:pt x="1659615" y="100353"/>
                  <a:pt x="1657569" y="100353"/>
                </a:cubicBezTo>
                <a:cubicBezTo>
                  <a:pt x="1655522" y="100353"/>
                  <a:pt x="1653654" y="100353"/>
                  <a:pt x="1651963" y="100353"/>
                </a:cubicBezTo>
                <a:cubicBezTo>
                  <a:pt x="1650273" y="100353"/>
                  <a:pt x="1648805" y="100442"/>
                  <a:pt x="1647559" y="100620"/>
                </a:cubicBezTo>
                <a:cubicBezTo>
                  <a:pt x="1648004" y="96172"/>
                  <a:pt x="1648293" y="91545"/>
                  <a:pt x="1648426" y="86741"/>
                </a:cubicBezTo>
                <a:cubicBezTo>
                  <a:pt x="1648561" y="81937"/>
                  <a:pt x="1648628" y="76822"/>
                  <a:pt x="1648628" y="71396"/>
                </a:cubicBezTo>
                <a:lnTo>
                  <a:pt x="1648628" y="66057"/>
                </a:lnTo>
                <a:close/>
                <a:moveTo>
                  <a:pt x="1726161" y="65391"/>
                </a:moveTo>
                <a:cubicBezTo>
                  <a:pt x="1726161" y="57561"/>
                  <a:pt x="1725182" y="51488"/>
                  <a:pt x="1723225" y="47174"/>
                </a:cubicBezTo>
                <a:cubicBezTo>
                  <a:pt x="1721267" y="42859"/>
                  <a:pt x="1718020" y="40701"/>
                  <a:pt x="1713483" y="40701"/>
                </a:cubicBezTo>
                <a:cubicBezTo>
                  <a:pt x="1709390" y="40701"/>
                  <a:pt x="1706165" y="43103"/>
                  <a:pt x="1703807" y="47907"/>
                </a:cubicBezTo>
                <a:cubicBezTo>
                  <a:pt x="1701450" y="52712"/>
                  <a:pt x="1700272" y="60229"/>
                  <a:pt x="1700272" y="70461"/>
                </a:cubicBezTo>
                <a:cubicBezTo>
                  <a:pt x="1700272" y="74197"/>
                  <a:pt x="1700494" y="77667"/>
                  <a:pt x="1700938" y="80870"/>
                </a:cubicBezTo>
                <a:cubicBezTo>
                  <a:pt x="1701383" y="84073"/>
                  <a:pt x="1702117" y="86853"/>
                  <a:pt x="1703141" y="89211"/>
                </a:cubicBezTo>
                <a:cubicBezTo>
                  <a:pt x="1704164" y="91568"/>
                  <a:pt x="1705499" y="93414"/>
                  <a:pt x="1707144" y="94750"/>
                </a:cubicBezTo>
                <a:cubicBezTo>
                  <a:pt x="1708791" y="96084"/>
                  <a:pt x="1710860" y="96751"/>
                  <a:pt x="1713351" y="96751"/>
                </a:cubicBezTo>
                <a:cubicBezTo>
                  <a:pt x="1721891" y="96751"/>
                  <a:pt x="1726161" y="86298"/>
                  <a:pt x="1726161" y="65391"/>
                </a:cubicBezTo>
                <a:moveTo>
                  <a:pt x="1680522" y="70327"/>
                </a:moveTo>
                <a:cubicBezTo>
                  <a:pt x="1680522" y="64366"/>
                  <a:pt x="1681434" y="59162"/>
                  <a:pt x="1683257" y="54715"/>
                </a:cubicBezTo>
                <a:cubicBezTo>
                  <a:pt x="1685081" y="50266"/>
                  <a:pt x="1687506" y="46552"/>
                  <a:pt x="1690530" y="43572"/>
                </a:cubicBezTo>
                <a:cubicBezTo>
                  <a:pt x="1693555" y="40591"/>
                  <a:pt x="1697046" y="38367"/>
                  <a:pt x="1701005" y="36899"/>
                </a:cubicBezTo>
                <a:cubicBezTo>
                  <a:pt x="1704965" y="35430"/>
                  <a:pt x="1709035" y="34696"/>
                  <a:pt x="1713216" y="34696"/>
                </a:cubicBezTo>
                <a:cubicBezTo>
                  <a:pt x="1723626" y="34696"/>
                  <a:pt x="1731677" y="37632"/>
                  <a:pt x="1737371" y="43505"/>
                </a:cubicBezTo>
                <a:cubicBezTo>
                  <a:pt x="1743064" y="49376"/>
                  <a:pt x="1745911" y="57339"/>
                  <a:pt x="1745911" y="67392"/>
                </a:cubicBezTo>
                <a:cubicBezTo>
                  <a:pt x="1745911" y="72818"/>
                  <a:pt x="1745110" y="77712"/>
                  <a:pt x="1743508" y="82072"/>
                </a:cubicBezTo>
                <a:cubicBezTo>
                  <a:pt x="1741907" y="86431"/>
                  <a:pt x="1739661" y="90145"/>
                  <a:pt x="1736770" y="93214"/>
                </a:cubicBezTo>
                <a:cubicBezTo>
                  <a:pt x="1733878" y="96284"/>
                  <a:pt x="1730431" y="98574"/>
                  <a:pt x="1726428" y="100087"/>
                </a:cubicBezTo>
                <a:cubicBezTo>
                  <a:pt x="1722424" y="101599"/>
                  <a:pt x="1718021" y="102355"/>
                  <a:pt x="1713216" y="102355"/>
                </a:cubicBezTo>
                <a:cubicBezTo>
                  <a:pt x="1709213" y="102355"/>
                  <a:pt x="1705276" y="101821"/>
                  <a:pt x="1701406" y="100753"/>
                </a:cubicBezTo>
                <a:cubicBezTo>
                  <a:pt x="1697536" y="99686"/>
                  <a:pt x="1694044" y="97885"/>
                  <a:pt x="1690929" y="95350"/>
                </a:cubicBezTo>
                <a:cubicBezTo>
                  <a:pt x="1687817" y="92815"/>
                  <a:pt x="1685304" y="89500"/>
                  <a:pt x="1683391" y="85407"/>
                </a:cubicBezTo>
                <a:cubicBezTo>
                  <a:pt x="1681478" y="81314"/>
                  <a:pt x="1680522" y="76287"/>
                  <a:pt x="1680522" y="70327"/>
                </a:cubicBezTo>
                <a:close/>
                <a:moveTo>
                  <a:pt x="1776339" y="46439"/>
                </a:moveTo>
                <a:cubicBezTo>
                  <a:pt x="1778830" y="42703"/>
                  <a:pt x="1781743" y="39812"/>
                  <a:pt x="1785078" y="37767"/>
                </a:cubicBezTo>
                <a:cubicBezTo>
                  <a:pt x="1788415" y="35720"/>
                  <a:pt x="1792218" y="34696"/>
                  <a:pt x="1796488" y="34696"/>
                </a:cubicBezTo>
                <a:cubicBezTo>
                  <a:pt x="1803161" y="34696"/>
                  <a:pt x="1808299" y="36631"/>
                  <a:pt x="1811902" y="40501"/>
                </a:cubicBezTo>
                <a:cubicBezTo>
                  <a:pt x="1815505" y="44372"/>
                  <a:pt x="1817306" y="50622"/>
                  <a:pt x="1817306" y="59251"/>
                </a:cubicBezTo>
                <a:cubicBezTo>
                  <a:pt x="1817306" y="63788"/>
                  <a:pt x="1817217" y="67791"/>
                  <a:pt x="1817040" y="71261"/>
                </a:cubicBezTo>
                <a:cubicBezTo>
                  <a:pt x="1816862" y="74731"/>
                  <a:pt x="1816773" y="78201"/>
                  <a:pt x="1816773" y="81671"/>
                </a:cubicBezTo>
                <a:cubicBezTo>
                  <a:pt x="1816773" y="84517"/>
                  <a:pt x="1816839" y="87609"/>
                  <a:pt x="1816972" y="90946"/>
                </a:cubicBezTo>
                <a:cubicBezTo>
                  <a:pt x="1817107" y="94281"/>
                  <a:pt x="1817263" y="97506"/>
                  <a:pt x="1817441" y="100620"/>
                </a:cubicBezTo>
                <a:cubicBezTo>
                  <a:pt x="1816284" y="100442"/>
                  <a:pt x="1814816" y="100353"/>
                  <a:pt x="1813036" y="100353"/>
                </a:cubicBezTo>
                <a:cubicBezTo>
                  <a:pt x="1811257" y="100353"/>
                  <a:pt x="1809388" y="100353"/>
                  <a:pt x="1807430" y="100353"/>
                </a:cubicBezTo>
                <a:cubicBezTo>
                  <a:pt x="1805474" y="100353"/>
                  <a:pt x="1803606" y="100353"/>
                  <a:pt x="1801827" y="100353"/>
                </a:cubicBezTo>
                <a:cubicBezTo>
                  <a:pt x="1800047" y="100353"/>
                  <a:pt x="1798579" y="100442"/>
                  <a:pt x="1797422" y="100620"/>
                </a:cubicBezTo>
                <a:cubicBezTo>
                  <a:pt x="1798045" y="95994"/>
                  <a:pt x="1798446" y="90545"/>
                  <a:pt x="1798624" y="84273"/>
                </a:cubicBezTo>
                <a:cubicBezTo>
                  <a:pt x="1798801" y="78001"/>
                  <a:pt x="1798890" y="70817"/>
                  <a:pt x="1798890" y="62721"/>
                </a:cubicBezTo>
                <a:cubicBezTo>
                  <a:pt x="1798890" y="57116"/>
                  <a:pt x="1797934" y="53001"/>
                  <a:pt x="1796021" y="50377"/>
                </a:cubicBezTo>
                <a:cubicBezTo>
                  <a:pt x="1794108" y="47752"/>
                  <a:pt x="1791417" y="46439"/>
                  <a:pt x="1787947" y="46439"/>
                </a:cubicBezTo>
                <a:cubicBezTo>
                  <a:pt x="1783944" y="46439"/>
                  <a:pt x="1781008" y="48174"/>
                  <a:pt x="1779141" y="51644"/>
                </a:cubicBezTo>
                <a:cubicBezTo>
                  <a:pt x="1777273" y="55114"/>
                  <a:pt x="1776339" y="59918"/>
                  <a:pt x="1776339" y="66057"/>
                </a:cubicBezTo>
                <a:lnTo>
                  <a:pt x="1776339" y="71396"/>
                </a:lnTo>
                <a:cubicBezTo>
                  <a:pt x="1776339" y="76822"/>
                  <a:pt x="1776405" y="81937"/>
                  <a:pt x="1776538" y="86741"/>
                </a:cubicBezTo>
                <a:cubicBezTo>
                  <a:pt x="1776671" y="91545"/>
                  <a:pt x="1776960" y="96172"/>
                  <a:pt x="1777406" y="100620"/>
                </a:cubicBezTo>
                <a:cubicBezTo>
                  <a:pt x="1776249" y="100442"/>
                  <a:pt x="1774803" y="100353"/>
                  <a:pt x="1773068" y="100353"/>
                </a:cubicBezTo>
                <a:cubicBezTo>
                  <a:pt x="1771333" y="100353"/>
                  <a:pt x="1769443" y="100353"/>
                  <a:pt x="1767397" y="100353"/>
                </a:cubicBezTo>
                <a:cubicBezTo>
                  <a:pt x="1765350" y="100353"/>
                  <a:pt x="1763482" y="100353"/>
                  <a:pt x="1761792" y="100353"/>
                </a:cubicBezTo>
                <a:cubicBezTo>
                  <a:pt x="1760101" y="100353"/>
                  <a:pt x="1758633" y="100442"/>
                  <a:pt x="1757387" y="100620"/>
                </a:cubicBezTo>
                <a:cubicBezTo>
                  <a:pt x="1757832" y="96172"/>
                  <a:pt x="1758122" y="91545"/>
                  <a:pt x="1758255" y="86741"/>
                </a:cubicBezTo>
                <a:cubicBezTo>
                  <a:pt x="1758389" y="81937"/>
                  <a:pt x="1758456" y="76822"/>
                  <a:pt x="1758456" y="71396"/>
                </a:cubicBezTo>
                <a:lnTo>
                  <a:pt x="1758456" y="66057"/>
                </a:lnTo>
                <a:cubicBezTo>
                  <a:pt x="1758456" y="60631"/>
                  <a:pt x="1758389" y="55538"/>
                  <a:pt x="1758255" y="50778"/>
                </a:cubicBezTo>
                <a:cubicBezTo>
                  <a:pt x="1758122" y="46018"/>
                  <a:pt x="1757832" y="41235"/>
                  <a:pt x="1757387" y="36431"/>
                </a:cubicBezTo>
                <a:cubicBezTo>
                  <a:pt x="1758989" y="36609"/>
                  <a:pt x="1760568" y="36765"/>
                  <a:pt x="1762125" y="36899"/>
                </a:cubicBezTo>
                <a:cubicBezTo>
                  <a:pt x="1763683" y="37032"/>
                  <a:pt x="1765261" y="37099"/>
                  <a:pt x="1766862" y="37099"/>
                </a:cubicBezTo>
                <a:cubicBezTo>
                  <a:pt x="1768464" y="37099"/>
                  <a:pt x="1770043" y="37032"/>
                  <a:pt x="1771600" y="36899"/>
                </a:cubicBezTo>
                <a:cubicBezTo>
                  <a:pt x="1773157" y="36765"/>
                  <a:pt x="1774826" y="36609"/>
                  <a:pt x="1776605" y="36431"/>
                </a:cubicBezTo>
                <a:lnTo>
                  <a:pt x="1776070" y="46439"/>
                </a:lnTo>
                <a:lnTo>
                  <a:pt x="1776339" y="46439"/>
                </a:lnTo>
                <a:close/>
                <a:moveTo>
                  <a:pt x="1832120" y="48042"/>
                </a:moveTo>
                <a:cubicBezTo>
                  <a:pt x="1832120" y="45017"/>
                  <a:pt x="1833187" y="42437"/>
                  <a:pt x="1835321" y="40302"/>
                </a:cubicBezTo>
                <a:cubicBezTo>
                  <a:pt x="1837457" y="38166"/>
                  <a:pt x="1840037" y="37099"/>
                  <a:pt x="1843063" y="37099"/>
                </a:cubicBezTo>
                <a:cubicBezTo>
                  <a:pt x="1846088" y="37099"/>
                  <a:pt x="1848667" y="38166"/>
                  <a:pt x="1850801" y="40302"/>
                </a:cubicBezTo>
                <a:cubicBezTo>
                  <a:pt x="1852937" y="42437"/>
                  <a:pt x="1854004" y="45017"/>
                  <a:pt x="1854004" y="48042"/>
                </a:cubicBezTo>
                <a:cubicBezTo>
                  <a:pt x="1854004" y="51066"/>
                  <a:pt x="1852937" y="53646"/>
                  <a:pt x="1850801" y="55782"/>
                </a:cubicBezTo>
                <a:cubicBezTo>
                  <a:pt x="1848667" y="57917"/>
                  <a:pt x="1846088" y="58985"/>
                  <a:pt x="1843063" y="58985"/>
                </a:cubicBezTo>
                <a:cubicBezTo>
                  <a:pt x="1840037" y="58985"/>
                  <a:pt x="1837457" y="57917"/>
                  <a:pt x="1835321" y="55782"/>
                </a:cubicBezTo>
                <a:cubicBezTo>
                  <a:pt x="1833187" y="53646"/>
                  <a:pt x="1832120" y="51066"/>
                  <a:pt x="1832120" y="48042"/>
                </a:cubicBezTo>
                <a:moveTo>
                  <a:pt x="1832120" y="91813"/>
                </a:moveTo>
                <a:cubicBezTo>
                  <a:pt x="1832120" y="88787"/>
                  <a:pt x="1833187" y="86208"/>
                  <a:pt x="1835321" y="84073"/>
                </a:cubicBezTo>
                <a:cubicBezTo>
                  <a:pt x="1837457" y="81938"/>
                  <a:pt x="1840037" y="80870"/>
                  <a:pt x="1843063" y="80870"/>
                </a:cubicBezTo>
                <a:cubicBezTo>
                  <a:pt x="1846088" y="80870"/>
                  <a:pt x="1848667" y="81938"/>
                  <a:pt x="1850801" y="84073"/>
                </a:cubicBezTo>
                <a:cubicBezTo>
                  <a:pt x="1852937" y="86208"/>
                  <a:pt x="1854004" y="88787"/>
                  <a:pt x="1854004" y="91813"/>
                </a:cubicBezTo>
                <a:cubicBezTo>
                  <a:pt x="1854004" y="94838"/>
                  <a:pt x="1852937" y="97351"/>
                  <a:pt x="1850801" y="99354"/>
                </a:cubicBezTo>
                <a:cubicBezTo>
                  <a:pt x="1848667" y="101355"/>
                  <a:pt x="1846088" y="102355"/>
                  <a:pt x="1843063" y="102355"/>
                </a:cubicBezTo>
                <a:cubicBezTo>
                  <a:pt x="1840037" y="102355"/>
                  <a:pt x="1837457" y="101355"/>
                  <a:pt x="1835321" y="99354"/>
                </a:cubicBezTo>
                <a:cubicBezTo>
                  <a:pt x="1833187" y="97351"/>
                  <a:pt x="1832120" y="94838"/>
                  <a:pt x="1832120" y="91813"/>
                </a:cubicBezTo>
                <a:close/>
              </a:path>
            </a:pathLst>
          </a:custGeom>
          <a:solidFill xmlns:a="http://schemas.openxmlformats.org/drawingml/2006/main">
            <a:srgbClr val="2F7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Thisactionreﬂects">
            <a:extLst xmlns:a="http://schemas.openxmlformats.org/drawingml/2006/main">
              <a:ext uri="{FF2B5EF4-FFF2-40B4-BE49-F238E27FC236}">
                <a16:creationId xmlns:a16="http://schemas.microsoft.com/office/drawing/2014/main" id="{451D49BC-B2CA-4530-AA8E-9FD6D0BD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587" y="3003955"/>
            <a:ext cx="1061452" cy="102355"/>
          </a:xfrm>
          <a:custGeom xmlns:a="http://schemas.openxmlformats.org/drawingml/2006/main">
            <a:pathLst>
              <a:path w="1061452" h="102355">
                <a:moveTo>
                  <a:pt x="28958" y="43906"/>
                </a:moveTo>
                <a:cubicBezTo>
                  <a:pt x="28958" y="34653"/>
                  <a:pt x="28824" y="25445"/>
                  <a:pt x="28557" y="16282"/>
                </a:cubicBezTo>
                <a:cubicBezTo>
                  <a:pt x="26243" y="16282"/>
                  <a:pt x="23819" y="16304"/>
                  <a:pt x="21283" y="16349"/>
                </a:cubicBezTo>
                <a:cubicBezTo>
                  <a:pt x="18749" y="16393"/>
                  <a:pt x="16213" y="16482"/>
                  <a:pt x="13678" y="16616"/>
                </a:cubicBezTo>
                <a:cubicBezTo>
                  <a:pt x="11142" y="16749"/>
                  <a:pt x="8695" y="16904"/>
                  <a:pt x="6337" y="17082"/>
                </a:cubicBezTo>
                <a:cubicBezTo>
                  <a:pt x="3980" y="17260"/>
                  <a:pt x="1868" y="17483"/>
                  <a:pt x="0" y="17750"/>
                </a:cubicBezTo>
                <a:cubicBezTo>
                  <a:pt x="444" y="16148"/>
                  <a:pt x="666" y="14724"/>
                  <a:pt x="666" y="13478"/>
                </a:cubicBezTo>
                <a:cubicBezTo>
                  <a:pt x="666" y="12501"/>
                  <a:pt x="444" y="11122"/>
                  <a:pt x="0" y="9342"/>
                </a:cubicBezTo>
                <a:cubicBezTo>
                  <a:pt x="5871" y="9520"/>
                  <a:pt x="11609" y="9676"/>
                  <a:pt x="17215" y="9811"/>
                </a:cubicBezTo>
                <a:cubicBezTo>
                  <a:pt x="22820" y="9944"/>
                  <a:pt x="28558" y="10010"/>
                  <a:pt x="34429" y="10010"/>
                </a:cubicBezTo>
                <a:cubicBezTo>
                  <a:pt x="40300" y="10010"/>
                  <a:pt x="46039" y="9944"/>
                  <a:pt x="51644" y="9811"/>
                </a:cubicBezTo>
                <a:cubicBezTo>
                  <a:pt x="57249" y="9676"/>
                  <a:pt x="62987" y="9520"/>
                  <a:pt x="68858" y="9342"/>
                </a:cubicBezTo>
                <a:cubicBezTo>
                  <a:pt x="68415" y="11122"/>
                  <a:pt x="68193" y="12545"/>
                  <a:pt x="68193" y="13612"/>
                </a:cubicBezTo>
                <a:cubicBezTo>
                  <a:pt x="68193" y="14769"/>
                  <a:pt x="68415" y="16148"/>
                  <a:pt x="68858" y="17750"/>
                </a:cubicBezTo>
                <a:cubicBezTo>
                  <a:pt x="66991" y="17483"/>
                  <a:pt x="64878" y="17260"/>
                  <a:pt x="62520" y="17082"/>
                </a:cubicBezTo>
                <a:cubicBezTo>
                  <a:pt x="60163" y="16904"/>
                  <a:pt x="57717" y="16749"/>
                  <a:pt x="55181" y="16616"/>
                </a:cubicBezTo>
                <a:cubicBezTo>
                  <a:pt x="52645" y="16482"/>
                  <a:pt x="50109" y="16393"/>
                  <a:pt x="47573" y="16349"/>
                </a:cubicBezTo>
                <a:cubicBezTo>
                  <a:pt x="45039" y="16304"/>
                  <a:pt x="42615" y="16282"/>
                  <a:pt x="40302" y="16282"/>
                </a:cubicBezTo>
                <a:cubicBezTo>
                  <a:pt x="40034" y="25445"/>
                  <a:pt x="39901" y="34653"/>
                  <a:pt x="39901" y="43906"/>
                </a:cubicBezTo>
                <a:lnTo>
                  <a:pt x="39901" y="66859"/>
                </a:lnTo>
                <a:cubicBezTo>
                  <a:pt x="39901" y="72730"/>
                  <a:pt x="40012" y="78513"/>
                  <a:pt x="40235" y="84208"/>
                </a:cubicBezTo>
                <a:cubicBezTo>
                  <a:pt x="40457" y="89901"/>
                  <a:pt x="40702" y="95506"/>
                  <a:pt x="40968" y="101021"/>
                </a:cubicBezTo>
                <a:cubicBezTo>
                  <a:pt x="38922" y="100844"/>
                  <a:pt x="36742" y="100755"/>
                  <a:pt x="34429" y="100755"/>
                </a:cubicBezTo>
                <a:cubicBezTo>
                  <a:pt x="32116" y="100755"/>
                  <a:pt x="29937" y="100844"/>
                  <a:pt x="27891" y="101021"/>
                </a:cubicBezTo>
                <a:cubicBezTo>
                  <a:pt x="28157" y="95506"/>
                  <a:pt x="28401" y="89901"/>
                  <a:pt x="28624" y="84208"/>
                </a:cubicBezTo>
                <a:cubicBezTo>
                  <a:pt x="28846" y="78513"/>
                  <a:pt x="28958" y="72730"/>
                  <a:pt x="28958" y="66859"/>
                </a:cubicBezTo>
                <a:lnTo>
                  <a:pt x="28958" y="43906"/>
                </a:lnTo>
                <a:close/>
                <a:moveTo>
                  <a:pt x="76733" y="38834"/>
                </a:moveTo>
                <a:cubicBezTo>
                  <a:pt x="76733" y="35809"/>
                  <a:pt x="76710" y="32518"/>
                  <a:pt x="76665" y="28960"/>
                </a:cubicBezTo>
                <a:cubicBezTo>
                  <a:pt x="76621" y="25400"/>
                  <a:pt x="76553" y="21886"/>
                  <a:pt x="76464" y="18416"/>
                </a:cubicBezTo>
                <a:cubicBezTo>
                  <a:pt x="76376" y="14946"/>
                  <a:pt x="76265" y="11633"/>
                  <a:pt x="76132" y="8475"/>
                </a:cubicBezTo>
                <a:cubicBezTo>
                  <a:pt x="75999" y="5316"/>
                  <a:pt x="75843" y="2625"/>
                  <a:pt x="75666" y="401"/>
                </a:cubicBezTo>
                <a:cubicBezTo>
                  <a:pt x="78157" y="846"/>
                  <a:pt x="80158" y="1069"/>
                  <a:pt x="81671" y="1069"/>
                </a:cubicBezTo>
                <a:cubicBezTo>
                  <a:pt x="83183" y="1069"/>
                  <a:pt x="85185" y="846"/>
                  <a:pt x="87676" y="401"/>
                </a:cubicBezTo>
                <a:cubicBezTo>
                  <a:pt x="87498" y="2625"/>
                  <a:pt x="87342" y="5294"/>
                  <a:pt x="87207" y="8408"/>
                </a:cubicBezTo>
                <a:cubicBezTo>
                  <a:pt x="87074" y="11522"/>
                  <a:pt x="86963" y="14791"/>
                  <a:pt x="86873" y="18216"/>
                </a:cubicBezTo>
                <a:cubicBezTo>
                  <a:pt x="86785" y="21641"/>
                  <a:pt x="86719" y="25089"/>
                  <a:pt x="86674" y="28559"/>
                </a:cubicBezTo>
                <a:cubicBezTo>
                  <a:pt x="86630" y="32028"/>
                  <a:pt x="86609" y="35232"/>
                  <a:pt x="86609" y="38168"/>
                </a:cubicBezTo>
                <a:lnTo>
                  <a:pt x="86609" y="48308"/>
                </a:lnTo>
                <a:lnTo>
                  <a:pt x="86875" y="48308"/>
                </a:lnTo>
                <a:cubicBezTo>
                  <a:pt x="89366" y="44483"/>
                  <a:pt x="92347" y="41525"/>
                  <a:pt x="95817" y="39434"/>
                </a:cubicBezTo>
                <a:cubicBezTo>
                  <a:pt x="99286" y="37344"/>
                  <a:pt x="103423" y="36299"/>
                  <a:pt x="108228" y="36299"/>
                </a:cubicBezTo>
                <a:cubicBezTo>
                  <a:pt x="110719" y="36299"/>
                  <a:pt x="113231" y="36655"/>
                  <a:pt x="115766" y="37368"/>
                </a:cubicBezTo>
                <a:cubicBezTo>
                  <a:pt x="118302" y="38079"/>
                  <a:pt x="120593" y="39302"/>
                  <a:pt x="122638" y="41037"/>
                </a:cubicBezTo>
                <a:cubicBezTo>
                  <a:pt x="124685" y="42772"/>
                  <a:pt x="126354" y="45130"/>
                  <a:pt x="127643" y="48111"/>
                </a:cubicBezTo>
                <a:cubicBezTo>
                  <a:pt x="128933" y="51091"/>
                  <a:pt x="129578" y="54893"/>
                  <a:pt x="129578" y="59518"/>
                </a:cubicBezTo>
                <a:cubicBezTo>
                  <a:pt x="129578" y="63344"/>
                  <a:pt x="129489" y="67280"/>
                  <a:pt x="129311" y="71328"/>
                </a:cubicBezTo>
                <a:cubicBezTo>
                  <a:pt x="129133" y="75377"/>
                  <a:pt x="129044" y="79670"/>
                  <a:pt x="129044" y="84208"/>
                </a:cubicBezTo>
                <a:lnTo>
                  <a:pt x="129044" y="92880"/>
                </a:lnTo>
                <a:cubicBezTo>
                  <a:pt x="129044" y="94304"/>
                  <a:pt x="129067" y="95706"/>
                  <a:pt x="129112" y="97085"/>
                </a:cubicBezTo>
                <a:cubicBezTo>
                  <a:pt x="129156" y="98464"/>
                  <a:pt x="129223" y="99777"/>
                  <a:pt x="129311" y="101021"/>
                </a:cubicBezTo>
                <a:cubicBezTo>
                  <a:pt x="127531" y="100844"/>
                  <a:pt x="125664" y="100755"/>
                  <a:pt x="123707" y="100755"/>
                </a:cubicBezTo>
                <a:cubicBezTo>
                  <a:pt x="121838" y="100755"/>
                  <a:pt x="120014" y="100844"/>
                  <a:pt x="118236" y="101021"/>
                </a:cubicBezTo>
                <a:cubicBezTo>
                  <a:pt x="118414" y="96395"/>
                  <a:pt x="118613" y="91636"/>
                  <a:pt x="118835" y="86743"/>
                </a:cubicBezTo>
                <a:cubicBezTo>
                  <a:pt x="119057" y="81849"/>
                  <a:pt x="119168" y="76822"/>
                  <a:pt x="119168" y="71662"/>
                </a:cubicBezTo>
                <a:lnTo>
                  <a:pt x="119168" y="63521"/>
                </a:lnTo>
                <a:cubicBezTo>
                  <a:pt x="119168" y="56849"/>
                  <a:pt x="117878" y="51801"/>
                  <a:pt x="115298" y="48376"/>
                </a:cubicBezTo>
                <a:cubicBezTo>
                  <a:pt x="112718" y="44951"/>
                  <a:pt x="109160" y="43238"/>
                  <a:pt x="104623" y="43238"/>
                </a:cubicBezTo>
                <a:cubicBezTo>
                  <a:pt x="98397" y="43238"/>
                  <a:pt x="93837" y="45151"/>
                  <a:pt x="90946" y="48976"/>
                </a:cubicBezTo>
                <a:cubicBezTo>
                  <a:pt x="88054" y="52802"/>
                  <a:pt x="86609" y="58184"/>
                  <a:pt x="86609" y="65124"/>
                </a:cubicBezTo>
                <a:cubicBezTo>
                  <a:pt x="86609" y="67615"/>
                  <a:pt x="86630" y="70507"/>
                  <a:pt x="86674" y="73798"/>
                </a:cubicBezTo>
                <a:cubicBezTo>
                  <a:pt x="86719" y="77090"/>
                  <a:pt x="86785" y="80405"/>
                  <a:pt x="86873" y="83742"/>
                </a:cubicBezTo>
                <a:cubicBezTo>
                  <a:pt x="86963" y="87077"/>
                  <a:pt x="87074" y="90302"/>
                  <a:pt x="87207" y="93416"/>
                </a:cubicBezTo>
                <a:cubicBezTo>
                  <a:pt x="87342" y="96529"/>
                  <a:pt x="87498" y="99064"/>
                  <a:pt x="87676" y="101021"/>
                </a:cubicBezTo>
                <a:cubicBezTo>
                  <a:pt x="85630" y="100844"/>
                  <a:pt x="83628" y="100755"/>
                  <a:pt x="81671" y="100755"/>
                </a:cubicBezTo>
                <a:cubicBezTo>
                  <a:pt x="79713" y="100755"/>
                  <a:pt x="77711" y="100844"/>
                  <a:pt x="75666" y="101021"/>
                </a:cubicBezTo>
                <a:cubicBezTo>
                  <a:pt x="75843" y="98976"/>
                  <a:pt x="75999" y="96396"/>
                  <a:pt x="76132" y="93282"/>
                </a:cubicBezTo>
                <a:cubicBezTo>
                  <a:pt x="76265" y="90167"/>
                  <a:pt x="76376" y="86875"/>
                  <a:pt x="76464" y="83406"/>
                </a:cubicBezTo>
                <a:cubicBezTo>
                  <a:pt x="76553" y="79936"/>
                  <a:pt x="76621" y="76422"/>
                  <a:pt x="76665" y="72864"/>
                </a:cubicBezTo>
                <a:cubicBezTo>
                  <a:pt x="76710" y="69306"/>
                  <a:pt x="76733" y="66014"/>
                  <a:pt x="76733" y="62988"/>
                </a:cubicBezTo>
                <a:lnTo>
                  <a:pt x="76733" y="38834"/>
                </a:lnTo>
                <a:close/>
                <a:moveTo>
                  <a:pt x="151464" y="14413"/>
                </a:moveTo>
                <a:cubicBezTo>
                  <a:pt x="151464" y="12545"/>
                  <a:pt x="152131" y="10944"/>
                  <a:pt x="153465" y="9609"/>
                </a:cubicBezTo>
                <a:cubicBezTo>
                  <a:pt x="154800" y="8275"/>
                  <a:pt x="156402" y="7608"/>
                  <a:pt x="158271" y="7608"/>
                </a:cubicBezTo>
                <a:cubicBezTo>
                  <a:pt x="160139" y="7608"/>
                  <a:pt x="161740" y="8275"/>
                  <a:pt x="163075" y="9609"/>
                </a:cubicBezTo>
                <a:cubicBezTo>
                  <a:pt x="164409" y="10944"/>
                  <a:pt x="165076" y="12545"/>
                  <a:pt x="165076" y="14413"/>
                </a:cubicBezTo>
                <a:cubicBezTo>
                  <a:pt x="165076" y="16281"/>
                  <a:pt x="164409" y="17883"/>
                  <a:pt x="163075" y="19218"/>
                </a:cubicBezTo>
                <a:cubicBezTo>
                  <a:pt x="161740" y="20553"/>
                  <a:pt x="160139" y="21220"/>
                  <a:pt x="158271" y="21220"/>
                </a:cubicBezTo>
                <a:cubicBezTo>
                  <a:pt x="156402" y="21220"/>
                  <a:pt x="154800" y="20553"/>
                  <a:pt x="153465" y="19218"/>
                </a:cubicBezTo>
                <a:cubicBezTo>
                  <a:pt x="152131" y="17883"/>
                  <a:pt x="151464" y="16281"/>
                  <a:pt x="151464" y="14413"/>
                </a:cubicBezTo>
                <a:moveTo>
                  <a:pt x="153333" y="62589"/>
                </a:moveTo>
                <a:cubicBezTo>
                  <a:pt x="153333" y="58586"/>
                  <a:pt x="153266" y="54382"/>
                  <a:pt x="153131" y="49978"/>
                </a:cubicBezTo>
                <a:cubicBezTo>
                  <a:pt x="152998" y="45574"/>
                  <a:pt x="152709" y="41459"/>
                  <a:pt x="152264" y="37632"/>
                </a:cubicBezTo>
                <a:cubicBezTo>
                  <a:pt x="154755" y="38078"/>
                  <a:pt x="156757" y="38300"/>
                  <a:pt x="158271" y="38300"/>
                </a:cubicBezTo>
                <a:cubicBezTo>
                  <a:pt x="159783" y="38300"/>
                  <a:pt x="161785" y="38078"/>
                  <a:pt x="164276" y="37632"/>
                </a:cubicBezTo>
                <a:cubicBezTo>
                  <a:pt x="163831" y="41459"/>
                  <a:pt x="163541" y="45574"/>
                  <a:pt x="163406" y="49978"/>
                </a:cubicBezTo>
                <a:cubicBezTo>
                  <a:pt x="163273" y="54382"/>
                  <a:pt x="163207" y="58586"/>
                  <a:pt x="163207" y="62589"/>
                </a:cubicBezTo>
                <a:lnTo>
                  <a:pt x="163207" y="76466"/>
                </a:lnTo>
                <a:cubicBezTo>
                  <a:pt x="163207" y="80471"/>
                  <a:pt x="163273" y="84675"/>
                  <a:pt x="163406" y="89079"/>
                </a:cubicBezTo>
                <a:cubicBezTo>
                  <a:pt x="163541" y="93482"/>
                  <a:pt x="163831" y="97463"/>
                  <a:pt x="164276" y="101021"/>
                </a:cubicBezTo>
                <a:cubicBezTo>
                  <a:pt x="162229" y="100844"/>
                  <a:pt x="160227" y="100755"/>
                  <a:pt x="158271" y="100755"/>
                </a:cubicBezTo>
                <a:cubicBezTo>
                  <a:pt x="156313" y="100755"/>
                  <a:pt x="154311" y="100844"/>
                  <a:pt x="152264" y="101021"/>
                </a:cubicBezTo>
                <a:cubicBezTo>
                  <a:pt x="152709" y="97463"/>
                  <a:pt x="152998" y="93482"/>
                  <a:pt x="153131" y="89079"/>
                </a:cubicBezTo>
                <a:cubicBezTo>
                  <a:pt x="153266" y="84675"/>
                  <a:pt x="153333" y="80471"/>
                  <a:pt x="153333" y="76466"/>
                </a:cubicBezTo>
                <a:lnTo>
                  <a:pt x="153333" y="62589"/>
                </a:lnTo>
                <a:close/>
                <a:moveTo>
                  <a:pt x="186294" y="88610"/>
                </a:moveTo>
                <a:cubicBezTo>
                  <a:pt x="186739" y="89501"/>
                  <a:pt x="187429" y="90480"/>
                  <a:pt x="188363" y="91547"/>
                </a:cubicBezTo>
                <a:cubicBezTo>
                  <a:pt x="189297" y="92614"/>
                  <a:pt x="190409" y="93615"/>
                  <a:pt x="191698" y="94550"/>
                </a:cubicBezTo>
                <a:cubicBezTo>
                  <a:pt x="192989" y="95484"/>
                  <a:pt x="194457" y="96263"/>
                  <a:pt x="196103" y="96886"/>
                </a:cubicBezTo>
                <a:cubicBezTo>
                  <a:pt x="197748" y="97507"/>
                  <a:pt x="199505" y="97818"/>
                  <a:pt x="201375" y="97818"/>
                </a:cubicBezTo>
                <a:cubicBezTo>
                  <a:pt x="203065" y="97818"/>
                  <a:pt x="204688" y="97552"/>
                  <a:pt x="206245" y="97018"/>
                </a:cubicBezTo>
                <a:cubicBezTo>
                  <a:pt x="207802" y="96485"/>
                  <a:pt x="209181" y="95728"/>
                  <a:pt x="210381" y="94750"/>
                </a:cubicBezTo>
                <a:cubicBezTo>
                  <a:pt x="211582" y="93771"/>
                  <a:pt x="212539" y="92525"/>
                  <a:pt x="213250" y="91013"/>
                </a:cubicBezTo>
                <a:cubicBezTo>
                  <a:pt x="213963" y="89501"/>
                  <a:pt x="214319" y="87766"/>
                  <a:pt x="214319" y="85808"/>
                </a:cubicBezTo>
                <a:cubicBezTo>
                  <a:pt x="214319" y="83050"/>
                  <a:pt x="213541" y="80937"/>
                  <a:pt x="211984" y="79469"/>
                </a:cubicBezTo>
                <a:cubicBezTo>
                  <a:pt x="210426" y="78002"/>
                  <a:pt x="208491" y="76801"/>
                  <a:pt x="206178" y="75867"/>
                </a:cubicBezTo>
                <a:cubicBezTo>
                  <a:pt x="203865" y="74932"/>
                  <a:pt x="201329" y="74109"/>
                  <a:pt x="198571" y="73397"/>
                </a:cubicBezTo>
                <a:cubicBezTo>
                  <a:pt x="195813" y="72686"/>
                  <a:pt x="193278" y="71686"/>
                  <a:pt x="190965" y="70396"/>
                </a:cubicBezTo>
                <a:cubicBezTo>
                  <a:pt x="188652" y="69105"/>
                  <a:pt x="186717" y="67392"/>
                  <a:pt x="185160" y="65258"/>
                </a:cubicBezTo>
                <a:cubicBezTo>
                  <a:pt x="183603" y="63123"/>
                  <a:pt x="182824" y="60187"/>
                  <a:pt x="182824" y="56449"/>
                </a:cubicBezTo>
                <a:cubicBezTo>
                  <a:pt x="182824" y="53513"/>
                  <a:pt x="183314" y="50822"/>
                  <a:pt x="184292" y="48376"/>
                </a:cubicBezTo>
                <a:cubicBezTo>
                  <a:pt x="185271" y="45929"/>
                  <a:pt x="186694" y="43816"/>
                  <a:pt x="188562" y="42037"/>
                </a:cubicBezTo>
                <a:cubicBezTo>
                  <a:pt x="190430" y="40257"/>
                  <a:pt x="192743" y="38856"/>
                  <a:pt x="195502" y="37834"/>
                </a:cubicBezTo>
                <a:cubicBezTo>
                  <a:pt x="198260" y="36810"/>
                  <a:pt x="201419" y="36299"/>
                  <a:pt x="204977" y="36299"/>
                </a:cubicBezTo>
                <a:cubicBezTo>
                  <a:pt x="208269" y="36299"/>
                  <a:pt x="211049" y="36744"/>
                  <a:pt x="213317" y="37634"/>
                </a:cubicBezTo>
                <a:cubicBezTo>
                  <a:pt x="215586" y="38524"/>
                  <a:pt x="217743" y="39324"/>
                  <a:pt x="219791" y="40035"/>
                </a:cubicBezTo>
                <a:cubicBezTo>
                  <a:pt x="219078" y="41370"/>
                  <a:pt x="218410" y="43016"/>
                  <a:pt x="217787" y="44973"/>
                </a:cubicBezTo>
                <a:cubicBezTo>
                  <a:pt x="217165" y="46931"/>
                  <a:pt x="216765" y="48443"/>
                  <a:pt x="216588" y="49510"/>
                </a:cubicBezTo>
                <a:lnTo>
                  <a:pt x="214985" y="49510"/>
                </a:lnTo>
                <a:cubicBezTo>
                  <a:pt x="214274" y="47374"/>
                  <a:pt x="212894" y="45462"/>
                  <a:pt x="210847" y="43772"/>
                </a:cubicBezTo>
                <a:cubicBezTo>
                  <a:pt x="208801" y="42082"/>
                  <a:pt x="206266" y="41236"/>
                  <a:pt x="203242" y="41236"/>
                </a:cubicBezTo>
                <a:cubicBezTo>
                  <a:pt x="201907" y="41236"/>
                  <a:pt x="200573" y="41459"/>
                  <a:pt x="199238" y="41904"/>
                </a:cubicBezTo>
                <a:cubicBezTo>
                  <a:pt x="197904" y="42348"/>
                  <a:pt x="196703" y="43016"/>
                  <a:pt x="195634" y="43906"/>
                </a:cubicBezTo>
                <a:cubicBezTo>
                  <a:pt x="194567" y="44795"/>
                  <a:pt x="193678" y="45952"/>
                  <a:pt x="192967" y="47376"/>
                </a:cubicBezTo>
                <a:cubicBezTo>
                  <a:pt x="192255" y="48799"/>
                  <a:pt x="191900" y="50489"/>
                  <a:pt x="191900" y="52446"/>
                </a:cubicBezTo>
                <a:cubicBezTo>
                  <a:pt x="191900" y="55293"/>
                  <a:pt x="192678" y="57495"/>
                  <a:pt x="194233" y="59052"/>
                </a:cubicBezTo>
                <a:cubicBezTo>
                  <a:pt x="195790" y="60609"/>
                  <a:pt x="197726" y="61833"/>
                  <a:pt x="200039" y="62723"/>
                </a:cubicBezTo>
                <a:cubicBezTo>
                  <a:pt x="202352" y="63612"/>
                  <a:pt x="204887" y="64391"/>
                  <a:pt x="207644" y="65059"/>
                </a:cubicBezTo>
                <a:cubicBezTo>
                  <a:pt x="210403" y="65725"/>
                  <a:pt x="212939" y="66659"/>
                  <a:pt x="215252" y="67861"/>
                </a:cubicBezTo>
                <a:cubicBezTo>
                  <a:pt x="217565" y="69061"/>
                  <a:pt x="219500" y="70728"/>
                  <a:pt x="221057" y="72864"/>
                </a:cubicBezTo>
                <a:cubicBezTo>
                  <a:pt x="222614" y="74999"/>
                  <a:pt x="223393" y="77935"/>
                  <a:pt x="223393" y="81671"/>
                </a:cubicBezTo>
                <a:cubicBezTo>
                  <a:pt x="223393" y="84251"/>
                  <a:pt x="222837" y="86787"/>
                  <a:pt x="221725" y="89278"/>
                </a:cubicBezTo>
                <a:cubicBezTo>
                  <a:pt x="220613" y="91769"/>
                  <a:pt x="219011" y="94016"/>
                  <a:pt x="216919" y="96018"/>
                </a:cubicBezTo>
                <a:cubicBezTo>
                  <a:pt x="214829" y="98019"/>
                  <a:pt x="212315" y="99576"/>
                  <a:pt x="209379" y="100687"/>
                </a:cubicBezTo>
                <a:cubicBezTo>
                  <a:pt x="206444" y="101799"/>
                  <a:pt x="203109" y="102355"/>
                  <a:pt x="199373" y="102355"/>
                </a:cubicBezTo>
                <a:cubicBezTo>
                  <a:pt x="195280" y="102355"/>
                  <a:pt x="191854" y="101955"/>
                  <a:pt x="189096" y="101154"/>
                </a:cubicBezTo>
                <a:cubicBezTo>
                  <a:pt x="186339" y="100354"/>
                  <a:pt x="184026" y="99420"/>
                  <a:pt x="182156" y="98352"/>
                </a:cubicBezTo>
                <a:cubicBezTo>
                  <a:pt x="182691" y="97195"/>
                  <a:pt x="183248" y="95616"/>
                  <a:pt x="183826" y="93615"/>
                </a:cubicBezTo>
                <a:cubicBezTo>
                  <a:pt x="184404" y="91613"/>
                  <a:pt x="184693" y="89945"/>
                  <a:pt x="184693" y="88610"/>
                </a:cubicBezTo>
                <a:lnTo>
                  <a:pt x="186294" y="88610"/>
                </a:lnTo>
                <a:close/>
                <a:moveTo>
                  <a:pt x="310267" y="67794"/>
                </a:moveTo>
                <a:cubicBezTo>
                  <a:pt x="308755" y="68327"/>
                  <a:pt x="306998" y="68772"/>
                  <a:pt x="304996" y="69127"/>
                </a:cubicBezTo>
                <a:cubicBezTo>
                  <a:pt x="302995" y="69483"/>
                  <a:pt x="300971" y="69861"/>
                  <a:pt x="298925" y="70261"/>
                </a:cubicBezTo>
                <a:cubicBezTo>
                  <a:pt x="296880" y="70662"/>
                  <a:pt x="294856" y="71174"/>
                  <a:pt x="292853" y="71797"/>
                </a:cubicBezTo>
                <a:cubicBezTo>
                  <a:pt x="290851" y="72419"/>
                  <a:pt x="289071" y="73264"/>
                  <a:pt x="287514" y="74332"/>
                </a:cubicBezTo>
                <a:cubicBezTo>
                  <a:pt x="285958" y="75399"/>
                  <a:pt x="284713" y="76733"/>
                  <a:pt x="283778" y="78335"/>
                </a:cubicBezTo>
                <a:cubicBezTo>
                  <a:pt x="282844" y="79937"/>
                  <a:pt x="282377" y="81984"/>
                  <a:pt x="282377" y="84475"/>
                </a:cubicBezTo>
                <a:cubicBezTo>
                  <a:pt x="282377" y="88656"/>
                  <a:pt x="283577" y="91814"/>
                  <a:pt x="285979" y="93949"/>
                </a:cubicBezTo>
                <a:cubicBezTo>
                  <a:pt x="288382" y="96085"/>
                  <a:pt x="291051" y="97152"/>
                  <a:pt x="293987" y="97152"/>
                </a:cubicBezTo>
                <a:cubicBezTo>
                  <a:pt x="297368" y="97152"/>
                  <a:pt x="300459" y="96218"/>
                  <a:pt x="303261" y="94351"/>
                </a:cubicBezTo>
                <a:cubicBezTo>
                  <a:pt x="306064" y="92481"/>
                  <a:pt x="308222" y="90301"/>
                  <a:pt x="309734" y="87810"/>
                </a:cubicBezTo>
                <a:lnTo>
                  <a:pt x="310267" y="67794"/>
                </a:lnTo>
                <a:moveTo>
                  <a:pt x="277306" y="44038"/>
                </a:moveTo>
                <a:cubicBezTo>
                  <a:pt x="281310" y="41014"/>
                  <a:pt x="285001" y="38968"/>
                  <a:pt x="288382" y="37901"/>
                </a:cubicBezTo>
                <a:cubicBezTo>
                  <a:pt x="291763" y="36833"/>
                  <a:pt x="295233" y="36299"/>
                  <a:pt x="298791" y="36299"/>
                </a:cubicBezTo>
                <a:cubicBezTo>
                  <a:pt x="301995" y="36299"/>
                  <a:pt x="304931" y="36766"/>
                  <a:pt x="307600" y="37699"/>
                </a:cubicBezTo>
                <a:cubicBezTo>
                  <a:pt x="310269" y="38633"/>
                  <a:pt x="312537" y="39968"/>
                  <a:pt x="314405" y="41703"/>
                </a:cubicBezTo>
                <a:cubicBezTo>
                  <a:pt x="316273" y="43438"/>
                  <a:pt x="317741" y="45529"/>
                  <a:pt x="318808" y="47977"/>
                </a:cubicBezTo>
                <a:cubicBezTo>
                  <a:pt x="319876" y="50423"/>
                  <a:pt x="320410" y="53113"/>
                  <a:pt x="320410" y="56048"/>
                </a:cubicBezTo>
                <a:cubicBezTo>
                  <a:pt x="320410" y="61120"/>
                  <a:pt x="320321" y="66169"/>
                  <a:pt x="320143" y="71196"/>
                </a:cubicBezTo>
                <a:cubicBezTo>
                  <a:pt x="319966" y="76223"/>
                  <a:pt x="319877" y="81538"/>
                  <a:pt x="319877" y="87142"/>
                </a:cubicBezTo>
                <a:cubicBezTo>
                  <a:pt x="319877" y="88211"/>
                  <a:pt x="319899" y="89345"/>
                  <a:pt x="319944" y="90547"/>
                </a:cubicBezTo>
                <a:cubicBezTo>
                  <a:pt x="319989" y="91747"/>
                  <a:pt x="320189" y="92814"/>
                  <a:pt x="320544" y="93748"/>
                </a:cubicBezTo>
                <a:cubicBezTo>
                  <a:pt x="320900" y="94682"/>
                  <a:pt x="321411" y="95460"/>
                  <a:pt x="322078" y="96083"/>
                </a:cubicBezTo>
                <a:cubicBezTo>
                  <a:pt x="322746" y="96707"/>
                  <a:pt x="323747" y="97018"/>
                  <a:pt x="325081" y="97018"/>
                </a:cubicBezTo>
                <a:cubicBezTo>
                  <a:pt x="325527" y="97018"/>
                  <a:pt x="325994" y="96996"/>
                  <a:pt x="326482" y="96951"/>
                </a:cubicBezTo>
                <a:cubicBezTo>
                  <a:pt x="326972" y="96906"/>
                  <a:pt x="327439" y="96751"/>
                  <a:pt x="327883" y="96485"/>
                </a:cubicBezTo>
                <a:lnTo>
                  <a:pt x="327883" y="99421"/>
                </a:lnTo>
                <a:cubicBezTo>
                  <a:pt x="326904" y="99865"/>
                  <a:pt x="325681" y="100220"/>
                  <a:pt x="324214" y="100488"/>
                </a:cubicBezTo>
                <a:cubicBezTo>
                  <a:pt x="322746" y="100755"/>
                  <a:pt x="321123" y="100889"/>
                  <a:pt x="319343" y="100889"/>
                </a:cubicBezTo>
                <a:cubicBezTo>
                  <a:pt x="316496" y="100889"/>
                  <a:pt x="314317" y="100155"/>
                  <a:pt x="312805" y="98688"/>
                </a:cubicBezTo>
                <a:cubicBezTo>
                  <a:pt x="311292" y="97219"/>
                  <a:pt x="310403" y="95328"/>
                  <a:pt x="310135" y="93015"/>
                </a:cubicBezTo>
                <a:cubicBezTo>
                  <a:pt x="306933" y="96217"/>
                  <a:pt x="303774" y="98574"/>
                  <a:pt x="300660" y="100087"/>
                </a:cubicBezTo>
                <a:cubicBezTo>
                  <a:pt x="297546" y="101599"/>
                  <a:pt x="293721" y="102355"/>
                  <a:pt x="289184" y="102355"/>
                </a:cubicBezTo>
                <a:cubicBezTo>
                  <a:pt x="286959" y="102355"/>
                  <a:pt x="284779" y="102044"/>
                  <a:pt x="282643" y="101420"/>
                </a:cubicBezTo>
                <a:cubicBezTo>
                  <a:pt x="280509" y="100799"/>
                  <a:pt x="278619" y="99777"/>
                  <a:pt x="276972" y="98354"/>
                </a:cubicBezTo>
                <a:cubicBezTo>
                  <a:pt x="275327" y="96930"/>
                  <a:pt x="273993" y="95217"/>
                  <a:pt x="272969" y="93216"/>
                </a:cubicBezTo>
                <a:cubicBezTo>
                  <a:pt x="271947" y="91214"/>
                  <a:pt x="271436" y="88923"/>
                  <a:pt x="271436" y="86342"/>
                </a:cubicBezTo>
                <a:cubicBezTo>
                  <a:pt x="271436" y="81004"/>
                  <a:pt x="273103" y="76868"/>
                  <a:pt x="276439" y="73933"/>
                </a:cubicBezTo>
                <a:cubicBezTo>
                  <a:pt x="279776" y="70997"/>
                  <a:pt x="284380" y="69039"/>
                  <a:pt x="290251" y="68060"/>
                </a:cubicBezTo>
                <a:cubicBezTo>
                  <a:pt x="295055" y="67259"/>
                  <a:pt x="298814" y="66570"/>
                  <a:pt x="301528" y="65991"/>
                </a:cubicBezTo>
                <a:cubicBezTo>
                  <a:pt x="304241" y="65413"/>
                  <a:pt x="306243" y="64812"/>
                  <a:pt x="307533" y="64189"/>
                </a:cubicBezTo>
                <a:cubicBezTo>
                  <a:pt x="308822" y="63566"/>
                  <a:pt x="309600" y="62832"/>
                  <a:pt x="309866" y="61988"/>
                </a:cubicBezTo>
                <a:cubicBezTo>
                  <a:pt x="310134" y="61142"/>
                  <a:pt x="310267" y="60052"/>
                  <a:pt x="310267" y="58718"/>
                </a:cubicBezTo>
                <a:cubicBezTo>
                  <a:pt x="310267" y="56494"/>
                  <a:pt x="310001" y="54360"/>
                  <a:pt x="309467" y="52314"/>
                </a:cubicBezTo>
                <a:cubicBezTo>
                  <a:pt x="308934" y="50267"/>
                  <a:pt x="308089" y="48487"/>
                  <a:pt x="306932" y="46975"/>
                </a:cubicBezTo>
                <a:cubicBezTo>
                  <a:pt x="305775" y="45462"/>
                  <a:pt x="304263" y="44239"/>
                  <a:pt x="302395" y="43305"/>
                </a:cubicBezTo>
                <a:cubicBezTo>
                  <a:pt x="300527" y="42371"/>
                  <a:pt x="298259" y="41904"/>
                  <a:pt x="295590" y="41904"/>
                </a:cubicBezTo>
                <a:cubicBezTo>
                  <a:pt x="292031" y="41904"/>
                  <a:pt x="288716" y="42705"/>
                  <a:pt x="285647" y="44307"/>
                </a:cubicBezTo>
                <a:cubicBezTo>
                  <a:pt x="282578" y="45908"/>
                  <a:pt x="280287" y="48131"/>
                  <a:pt x="278774" y="50978"/>
                </a:cubicBezTo>
                <a:lnTo>
                  <a:pt x="277306" y="50978"/>
                </a:lnTo>
                <a:lnTo>
                  <a:pt x="277306" y="44038"/>
                </a:lnTo>
                <a:close/>
                <a:moveTo>
                  <a:pt x="338160" y="69528"/>
                </a:moveTo>
                <a:cubicBezTo>
                  <a:pt x="338160" y="63745"/>
                  <a:pt x="339138" y="58763"/>
                  <a:pt x="341094" y="54582"/>
                </a:cubicBezTo>
                <a:cubicBezTo>
                  <a:pt x="343052" y="50400"/>
                  <a:pt x="345610" y="46952"/>
                  <a:pt x="348767" y="44240"/>
                </a:cubicBezTo>
                <a:cubicBezTo>
                  <a:pt x="351926" y="41526"/>
                  <a:pt x="355551" y="39525"/>
                  <a:pt x="359643" y="38235"/>
                </a:cubicBezTo>
                <a:cubicBezTo>
                  <a:pt x="363736" y="36944"/>
                  <a:pt x="367918" y="36299"/>
                  <a:pt x="372188" y="36299"/>
                </a:cubicBezTo>
                <a:cubicBezTo>
                  <a:pt x="377082" y="36299"/>
                  <a:pt x="381464" y="36899"/>
                  <a:pt x="385332" y="38101"/>
                </a:cubicBezTo>
                <a:cubicBezTo>
                  <a:pt x="389203" y="39302"/>
                  <a:pt x="391983" y="40659"/>
                  <a:pt x="393673" y="42171"/>
                </a:cubicBezTo>
                <a:cubicBezTo>
                  <a:pt x="393051" y="43506"/>
                  <a:pt x="392495" y="44907"/>
                  <a:pt x="392005" y="46374"/>
                </a:cubicBezTo>
                <a:cubicBezTo>
                  <a:pt x="391517" y="47841"/>
                  <a:pt x="391094" y="49376"/>
                  <a:pt x="390739" y="50978"/>
                </a:cubicBezTo>
                <a:lnTo>
                  <a:pt x="389670" y="50978"/>
                </a:lnTo>
                <a:cubicBezTo>
                  <a:pt x="389048" y="49821"/>
                  <a:pt x="388203" y="48643"/>
                  <a:pt x="387135" y="47443"/>
                </a:cubicBezTo>
                <a:cubicBezTo>
                  <a:pt x="386068" y="46242"/>
                  <a:pt x="384800" y="45129"/>
                  <a:pt x="383331" y="44106"/>
                </a:cubicBezTo>
                <a:cubicBezTo>
                  <a:pt x="381863" y="43082"/>
                  <a:pt x="380240" y="42237"/>
                  <a:pt x="378460" y="41570"/>
                </a:cubicBezTo>
                <a:cubicBezTo>
                  <a:pt x="376682" y="40903"/>
                  <a:pt x="374725" y="40569"/>
                  <a:pt x="372589" y="40569"/>
                </a:cubicBezTo>
                <a:cubicBezTo>
                  <a:pt x="368586" y="40569"/>
                  <a:pt x="365139" y="41303"/>
                  <a:pt x="362247" y="42772"/>
                </a:cubicBezTo>
                <a:cubicBezTo>
                  <a:pt x="359356" y="44239"/>
                  <a:pt x="356998" y="46263"/>
                  <a:pt x="355173" y="48844"/>
                </a:cubicBezTo>
                <a:cubicBezTo>
                  <a:pt x="353350" y="51423"/>
                  <a:pt x="352016" y="54470"/>
                  <a:pt x="351170" y="57985"/>
                </a:cubicBezTo>
                <a:cubicBezTo>
                  <a:pt x="350326" y="61498"/>
                  <a:pt x="349903" y="65301"/>
                  <a:pt x="349903" y="69394"/>
                </a:cubicBezTo>
                <a:cubicBezTo>
                  <a:pt x="349903" y="78557"/>
                  <a:pt x="351860" y="85474"/>
                  <a:pt x="355774" y="90146"/>
                </a:cubicBezTo>
                <a:cubicBezTo>
                  <a:pt x="359689" y="94817"/>
                  <a:pt x="365427" y="97152"/>
                  <a:pt x="372989" y="97152"/>
                </a:cubicBezTo>
                <a:cubicBezTo>
                  <a:pt x="374768" y="97152"/>
                  <a:pt x="376592" y="96908"/>
                  <a:pt x="378460" y="96419"/>
                </a:cubicBezTo>
                <a:cubicBezTo>
                  <a:pt x="380329" y="95929"/>
                  <a:pt x="382153" y="95261"/>
                  <a:pt x="383931" y="94416"/>
                </a:cubicBezTo>
                <a:cubicBezTo>
                  <a:pt x="385711" y="93570"/>
                  <a:pt x="387380" y="92569"/>
                  <a:pt x="388937" y="91414"/>
                </a:cubicBezTo>
                <a:cubicBezTo>
                  <a:pt x="390494" y="90258"/>
                  <a:pt x="391851" y="89011"/>
                  <a:pt x="393007" y="87676"/>
                </a:cubicBezTo>
                <a:lnTo>
                  <a:pt x="393673" y="88077"/>
                </a:lnTo>
                <a:cubicBezTo>
                  <a:pt x="393229" y="90212"/>
                  <a:pt x="392962" y="92392"/>
                  <a:pt x="392873" y="94615"/>
                </a:cubicBezTo>
                <a:cubicBezTo>
                  <a:pt x="390204" y="96751"/>
                  <a:pt x="386889" y="98574"/>
                  <a:pt x="382930" y="100087"/>
                </a:cubicBezTo>
                <a:cubicBezTo>
                  <a:pt x="378971" y="101599"/>
                  <a:pt x="374857" y="102355"/>
                  <a:pt x="370588" y="102355"/>
                </a:cubicBezTo>
                <a:cubicBezTo>
                  <a:pt x="366762" y="102355"/>
                  <a:pt x="362914" y="101799"/>
                  <a:pt x="359044" y="100687"/>
                </a:cubicBezTo>
                <a:cubicBezTo>
                  <a:pt x="355174" y="99576"/>
                  <a:pt x="351682" y="97708"/>
                  <a:pt x="348568" y="95084"/>
                </a:cubicBezTo>
                <a:cubicBezTo>
                  <a:pt x="345455" y="92458"/>
                  <a:pt x="342942" y="89055"/>
                  <a:pt x="341029" y="84874"/>
                </a:cubicBezTo>
                <a:cubicBezTo>
                  <a:pt x="339117" y="80693"/>
                  <a:pt x="338160" y="75577"/>
                  <a:pt x="338160" y="69528"/>
                </a:cubicBezTo>
                <a:close/>
                <a:moveTo>
                  <a:pt x="421566" y="19752"/>
                </a:moveTo>
                <a:cubicBezTo>
                  <a:pt x="421298" y="23132"/>
                  <a:pt x="421097" y="26446"/>
                  <a:pt x="420963" y="29693"/>
                </a:cubicBezTo>
                <a:cubicBezTo>
                  <a:pt x="420830" y="32940"/>
                  <a:pt x="420674" y="36210"/>
                  <a:pt x="420497" y="39502"/>
                </a:cubicBezTo>
                <a:cubicBezTo>
                  <a:pt x="421475" y="39502"/>
                  <a:pt x="423299" y="39479"/>
                  <a:pt x="425968" y="39434"/>
                </a:cubicBezTo>
                <a:cubicBezTo>
                  <a:pt x="428637" y="39390"/>
                  <a:pt x="431528" y="39278"/>
                  <a:pt x="434643" y="39100"/>
                </a:cubicBezTo>
                <a:cubicBezTo>
                  <a:pt x="434554" y="39368"/>
                  <a:pt x="434510" y="39857"/>
                  <a:pt x="434510" y="40569"/>
                </a:cubicBezTo>
                <a:lnTo>
                  <a:pt x="434510" y="41904"/>
                </a:lnTo>
                <a:lnTo>
                  <a:pt x="434510" y="43373"/>
                </a:lnTo>
                <a:cubicBezTo>
                  <a:pt x="434510" y="43994"/>
                  <a:pt x="434554" y="44439"/>
                  <a:pt x="434643" y="44706"/>
                </a:cubicBezTo>
                <a:cubicBezTo>
                  <a:pt x="433486" y="44617"/>
                  <a:pt x="432285" y="44550"/>
                  <a:pt x="431038" y="44507"/>
                </a:cubicBezTo>
                <a:cubicBezTo>
                  <a:pt x="429794" y="44462"/>
                  <a:pt x="428459" y="44440"/>
                  <a:pt x="427035" y="44440"/>
                </a:cubicBezTo>
                <a:lnTo>
                  <a:pt x="420497" y="44440"/>
                </a:lnTo>
                <a:cubicBezTo>
                  <a:pt x="420408" y="44795"/>
                  <a:pt x="420297" y="46219"/>
                  <a:pt x="420163" y="48710"/>
                </a:cubicBezTo>
                <a:cubicBezTo>
                  <a:pt x="420030" y="51201"/>
                  <a:pt x="419918" y="54159"/>
                  <a:pt x="419829" y="57584"/>
                </a:cubicBezTo>
                <a:cubicBezTo>
                  <a:pt x="419740" y="61009"/>
                  <a:pt x="419674" y="64590"/>
                  <a:pt x="419629" y="68327"/>
                </a:cubicBezTo>
                <a:cubicBezTo>
                  <a:pt x="419584" y="72063"/>
                  <a:pt x="419562" y="75399"/>
                  <a:pt x="419562" y="78335"/>
                </a:cubicBezTo>
                <a:cubicBezTo>
                  <a:pt x="419562" y="80826"/>
                  <a:pt x="419628" y="83273"/>
                  <a:pt x="419762" y="85676"/>
                </a:cubicBezTo>
                <a:cubicBezTo>
                  <a:pt x="419896" y="88077"/>
                  <a:pt x="420319" y="90235"/>
                  <a:pt x="421030" y="92147"/>
                </a:cubicBezTo>
                <a:cubicBezTo>
                  <a:pt x="421743" y="94060"/>
                  <a:pt x="422810" y="95595"/>
                  <a:pt x="424233" y="96751"/>
                </a:cubicBezTo>
                <a:cubicBezTo>
                  <a:pt x="425657" y="97908"/>
                  <a:pt x="427704" y="98486"/>
                  <a:pt x="430373" y="98486"/>
                </a:cubicBezTo>
                <a:cubicBezTo>
                  <a:pt x="431084" y="98486"/>
                  <a:pt x="432040" y="98397"/>
                  <a:pt x="433242" y="98219"/>
                </a:cubicBezTo>
                <a:cubicBezTo>
                  <a:pt x="434443" y="98042"/>
                  <a:pt x="435488" y="97819"/>
                  <a:pt x="436377" y="97552"/>
                </a:cubicBezTo>
                <a:lnTo>
                  <a:pt x="436377" y="100755"/>
                </a:lnTo>
                <a:cubicBezTo>
                  <a:pt x="434865" y="101022"/>
                  <a:pt x="433197" y="101355"/>
                  <a:pt x="431372" y="101754"/>
                </a:cubicBezTo>
                <a:cubicBezTo>
                  <a:pt x="429549" y="102155"/>
                  <a:pt x="427793" y="102355"/>
                  <a:pt x="426102" y="102355"/>
                </a:cubicBezTo>
                <a:cubicBezTo>
                  <a:pt x="420497" y="102355"/>
                  <a:pt x="416360" y="100977"/>
                  <a:pt x="413691" y="98219"/>
                </a:cubicBezTo>
                <a:cubicBezTo>
                  <a:pt x="411023" y="95461"/>
                  <a:pt x="409688" y="91413"/>
                  <a:pt x="409688" y="86075"/>
                </a:cubicBezTo>
                <a:cubicBezTo>
                  <a:pt x="409688" y="83674"/>
                  <a:pt x="409732" y="81072"/>
                  <a:pt x="409820" y="78270"/>
                </a:cubicBezTo>
                <a:cubicBezTo>
                  <a:pt x="409910" y="75467"/>
                  <a:pt x="410021" y="72398"/>
                  <a:pt x="410154" y="69062"/>
                </a:cubicBezTo>
                <a:cubicBezTo>
                  <a:pt x="410287" y="65725"/>
                  <a:pt x="410399" y="62033"/>
                  <a:pt x="410488" y="57985"/>
                </a:cubicBezTo>
                <a:cubicBezTo>
                  <a:pt x="410578" y="53937"/>
                  <a:pt x="410623" y="49422"/>
                  <a:pt x="410623" y="44440"/>
                </a:cubicBezTo>
                <a:lnTo>
                  <a:pt x="406351" y="44440"/>
                </a:lnTo>
                <a:cubicBezTo>
                  <a:pt x="405639" y="44440"/>
                  <a:pt x="404883" y="44462"/>
                  <a:pt x="404082" y="44507"/>
                </a:cubicBezTo>
                <a:cubicBezTo>
                  <a:pt x="403281" y="44550"/>
                  <a:pt x="402436" y="44617"/>
                  <a:pt x="401547" y="44706"/>
                </a:cubicBezTo>
                <a:cubicBezTo>
                  <a:pt x="401637" y="44173"/>
                  <a:pt x="401703" y="43662"/>
                  <a:pt x="401747" y="43173"/>
                </a:cubicBezTo>
                <a:cubicBezTo>
                  <a:pt x="401791" y="42683"/>
                  <a:pt x="401814" y="42171"/>
                  <a:pt x="401814" y="41638"/>
                </a:cubicBezTo>
                <a:cubicBezTo>
                  <a:pt x="401814" y="41192"/>
                  <a:pt x="401791" y="40748"/>
                  <a:pt x="401747" y="40304"/>
                </a:cubicBezTo>
                <a:cubicBezTo>
                  <a:pt x="401703" y="39859"/>
                  <a:pt x="401637" y="39413"/>
                  <a:pt x="401547" y="38968"/>
                </a:cubicBezTo>
                <a:cubicBezTo>
                  <a:pt x="405550" y="39234"/>
                  <a:pt x="408486" y="39367"/>
                  <a:pt x="410354" y="39367"/>
                </a:cubicBezTo>
                <a:cubicBezTo>
                  <a:pt x="410266" y="37589"/>
                  <a:pt x="410199" y="35365"/>
                  <a:pt x="410154" y="32696"/>
                </a:cubicBezTo>
                <a:cubicBezTo>
                  <a:pt x="410110" y="30028"/>
                  <a:pt x="409998" y="27269"/>
                  <a:pt x="409820" y="24421"/>
                </a:cubicBezTo>
                <a:lnTo>
                  <a:pt x="420898" y="19752"/>
                </a:lnTo>
                <a:lnTo>
                  <a:pt x="421566" y="19752"/>
                </a:lnTo>
                <a:close/>
                <a:moveTo>
                  <a:pt x="448121" y="14413"/>
                </a:moveTo>
                <a:cubicBezTo>
                  <a:pt x="448121" y="12545"/>
                  <a:pt x="448788" y="10944"/>
                  <a:pt x="450122" y="9609"/>
                </a:cubicBezTo>
                <a:cubicBezTo>
                  <a:pt x="451457" y="8275"/>
                  <a:pt x="453059" y="7608"/>
                  <a:pt x="454928" y="7608"/>
                </a:cubicBezTo>
                <a:cubicBezTo>
                  <a:pt x="456796" y="7608"/>
                  <a:pt x="458397" y="8275"/>
                  <a:pt x="459732" y="9609"/>
                </a:cubicBezTo>
                <a:cubicBezTo>
                  <a:pt x="461066" y="10944"/>
                  <a:pt x="461733" y="12545"/>
                  <a:pt x="461733" y="14413"/>
                </a:cubicBezTo>
                <a:cubicBezTo>
                  <a:pt x="461733" y="16281"/>
                  <a:pt x="461066" y="17883"/>
                  <a:pt x="459732" y="19218"/>
                </a:cubicBezTo>
                <a:cubicBezTo>
                  <a:pt x="458397" y="20553"/>
                  <a:pt x="456796" y="21220"/>
                  <a:pt x="454928" y="21220"/>
                </a:cubicBezTo>
                <a:cubicBezTo>
                  <a:pt x="453059" y="21220"/>
                  <a:pt x="451457" y="20553"/>
                  <a:pt x="450122" y="19218"/>
                </a:cubicBezTo>
                <a:cubicBezTo>
                  <a:pt x="448788" y="17883"/>
                  <a:pt x="448121" y="16281"/>
                  <a:pt x="448121" y="14413"/>
                </a:cubicBezTo>
                <a:moveTo>
                  <a:pt x="449990" y="62589"/>
                </a:moveTo>
                <a:cubicBezTo>
                  <a:pt x="449990" y="58586"/>
                  <a:pt x="449923" y="54382"/>
                  <a:pt x="449788" y="49978"/>
                </a:cubicBezTo>
                <a:cubicBezTo>
                  <a:pt x="449655" y="45574"/>
                  <a:pt x="449366" y="41459"/>
                  <a:pt x="448921" y="37632"/>
                </a:cubicBezTo>
                <a:cubicBezTo>
                  <a:pt x="451412" y="38078"/>
                  <a:pt x="453414" y="38300"/>
                  <a:pt x="454928" y="38300"/>
                </a:cubicBezTo>
                <a:cubicBezTo>
                  <a:pt x="456440" y="38300"/>
                  <a:pt x="458442" y="38078"/>
                  <a:pt x="460933" y="37632"/>
                </a:cubicBezTo>
                <a:cubicBezTo>
                  <a:pt x="460488" y="41459"/>
                  <a:pt x="460198" y="45574"/>
                  <a:pt x="460063" y="49978"/>
                </a:cubicBezTo>
                <a:cubicBezTo>
                  <a:pt x="459930" y="54382"/>
                  <a:pt x="459864" y="58586"/>
                  <a:pt x="459864" y="62589"/>
                </a:cubicBezTo>
                <a:lnTo>
                  <a:pt x="459864" y="76466"/>
                </a:lnTo>
                <a:cubicBezTo>
                  <a:pt x="459864" y="80471"/>
                  <a:pt x="459930" y="84675"/>
                  <a:pt x="460063" y="89079"/>
                </a:cubicBezTo>
                <a:cubicBezTo>
                  <a:pt x="460198" y="93482"/>
                  <a:pt x="460488" y="97463"/>
                  <a:pt x="460933" y="101021"/>
                </a:cubicBezTo>
                <a:cubicBezTo>
                  <a:pt x="458886" y="100844"/>
                  <a:pt x="456884" y="100755"/>
                  <a:pt x="454928" y="100755"/>
                </a:cubicBezTo>
                <a:cubicBezTo>
                  <a:pt x="452970" y="100755"/>
                  <a:pt x="450968" y="100844"/>
                  <a:pt x="448921" y="101021"/>
                </a:cubicBezTo>
                <a:cubicBezTo>
                  <a:pt x="449366" y="97463"/>
                  <a:pt x="449655" y="93482"/>
                  <a:pt x="449788" y="89079"/>
                </a:cubicBezTo>
                <a:cubicBezTo>
                  <a:pt x="449923" y="84675"/>
                  <a:pt x="449990" y="80471"/>
                  <a:pt x="449990" y="76466"/>
                </a:cubicBezTo>
                <a:lnTo>
                  <a:pt x="449990" y="62589"/>
                </a:lnTo>
                <a:close/>
                <a:moveTo>
                  <a:pt x="489891" y="69528"/>
                </a:moveTo>
                <a:cubicBezTo>
                  <a:pt x="489891" y="73264"/>
                  <a:pt x="490224" y="76867"/>
                  <a:pt x="490890" y="80337"/>
                </a:cubicBezTo>
                <a:cubicBezTo>
                  <a:pt x="491558" y="83807"/>
                  <a:pt x="492693" y="86898"/>
                  <a:pt x="494293" y="89612"/>
                </a:cubicBezTo>
                <a:cubicBezTo>
                  <a:pt x="495895" y="92326"/>
                  <a:pt x="498030" y="94484"/>
                  <a:pt x="500699" y="96085"/>
                </a:cubicBezTo>
                <a:cubicBezTo>
                  <a:pt x="503368" y="97686"/>
                  <a:pt x="506660" y="98486"/>
                  <a:pt x="510575" y="98486"/>
                </a:cubicBezTo>
                <a:cubicBezTo>
                  <a:pt x="514490" y="98486"/>
                  <a:pt x="517782" y="97686"/>
                  <a:pt x="520451" y="96085"/>
                </a:cubicBezTo>
                <a:cubicBezTo>
                  <a:pt x="523120" y="94484"/>
                  <a:pt x="525255" y="92326"/>
                  <a:pt x="526855" y="89612"/>
                </a:cubicBezTo>
                <a:cubicBezTo>
                  <a:pt x="528457" y="86898"/>
                  <a:pt x="529591" y="83807"/>
                  <a:pt x="530258" y="80337"/>
                </a:cubicBezTo>
                <a:cubicBezTo>
                  <a:pt x="530926" y="76867"/>
                  <a:pt x="531259" y="73264"/>
                  <a:pt x="531259" y="69528"/>
                </a:cubicBezTo>
                <a:cubicBezTo>
                  <a:pt x="531259" y="65791"/>
                  <a:pt x="530926" y="62188"/>
                  <a:pt x="530258" y="58718"/>
                </a:cubicBezTo>
                <a:cubicBezTo>
                  <a:pt x="529591" y="55248"/>
                  <a:pt x="528457" y="52157"/>
                  <a:pt x="526855" y="49445"/>
                </a:cubicBezTo>
                <a:cubicBezTo>
                  <a:pt x="525255" y="46731"/>
                  <a:pt x="523120" y="44573"/>
                  <a:pt x="520451" y="42971"/>
                </a:cubicBezTo>
                <a:cubicBezTo>
                  <a:pt x="517782" y="41370"/>
                  <a:pt x="514490" y="40569"/>
                  <a:pt x="510575" y="40569"/>
                </a:cubicBezTo>
                <a:cubicBezTo>
                  <a:pt x="506660" y="40569"/>
                  <a:pt x="503368" y="41370"/>
                  <a:pt x="500699" y="42971"/>
                </a:cubicBezTo>
                <a:cubicBezTo>
                  <a:pt x="498030" y="44573"/>
                  <a:pt x="495895" y="46731"/>
                  <a:pt x="494293" y="49445"/>
                </a:cubicBezTo>
                <a:cubicBezTo>
                  <a:pt x="492693" y="52157"/>
                  <a:pt x="491558" y="55248"/>
                  <a:pt x="490890" y="58718"/>
                </a:cubicBezTo>
                <a:cubicBezTo>
                  <a:pt x="490224" y="62188"/>
                  <a:pt x="489891" y="65791"/>
                  <a:pt x="489891" y="69528"/>
                </a:cubicBezTo>
                <a:moveTo>
                  <a:pt x="478147" y="69528"/>
                </a:moveTo>
                <a:cubicBezTo>
                  <a:pt x="478147" y="63478"/>
                  <a:pt x="479104" y="58340"/>
                  <a:pt x="481017" y="54114"/>
                </a:cubicBezTo>
                <a:cubicBezTo>
                  <a:pt x="482929" y="49888"/>
                  <a:pt x="485442" y="46463"/>
                  <a:pt x="488555" y="43839"/>
                </a:cubicBezTo>
                <a:cubicBezTo>
                  <a:pt x="491669" y="41215"/>
                  <a:pt x="495161" y="39302"/>
                  <a:pt x="499031" y="38101"/>
                </a:cubicBezTo>
                <a:cubicBezTo>
                  <a:pt x="502902" y="36899"/>
                  <a:pt x="506750" y="36299"/>
                  <a:pt x="510575" y="36299"/>
                </a:cubicBezTo>
                <a:cubicBezTo>
                  <a:pt x="514490" y="36299"/>
                  <a:pt x="518360" y="36899"/>
                  <a:pt x="522186" y="38101"/>
                </a:cubicBezTo>
                <a:cubicBezTo>
                  <a:pt x="526011" y="39302"/>
                  <a:pt x="529480" y="41215"/>
                  <a:pt x="532593" y="43839"/>
                </a:cubicBezTo>
                <a:cubicBezTo>
                  <a:pt x="535707" y="46463"/>
                  <a:pt x="538221" y="49888"/>
                  <a:pt x="540134" y="54114"/>
                </a:cubicBezTo>
                <a:cubicBezTo>
                  <a:pt x="542046" y="58340"/>
                  <a:pt x="543003" y="63478"/>
                  <a:pt x="543003" y="69528"/>
                </a:cubicBezTo>
                <a:cubicBezTo>
                  <a:pt x="543003" y="75577"/>
                  <a:pt x="542046" y="80715"/>
                  <a:pt x="540134" y="84941"/>
                </a:cubicBezTo>
                <a:cubicBezTo>
                  <a:pt x="538221" y="89167"/>
                  <a:pt x="535707" y="92593"/>
                  <a:pt x="532593" y="95218"/>
                </a:cubicBezTo>
                <a:cubicBezTo>
                  <a:pt x="529480" y="97842"/>
                  <a:pt x="526011" y="99688"/>
                  <a:pt x="522186" y="100755"/>
                </a:cubicBezTo>
                <a:cubicBezTo>
                  <a:pt x="518360" y="101822"/>
                  <a:pt x="514490" y="102355"/>
                  <a:pt x="510575" y="102355"/>
                </a:cubicBezTo>
                <a:cubicBezTo>
                  <a:pt x="506750" y="102355"/>
                  <a:pt x="502902" y="101822"/>
                  <a:pt x="499031" y="100755"/>
                </a:cubicBezTo>
                <a:cubicBezTo>
                  <a:pt x="495161" y="99688"/>
                  <a:pt x="491669" y="97842"/>
                  <a:pt x="488555" y="95218"/>
                </a:cubicBezTo>
                <a:cubicBezTo>
                  <a:pt x="485442" y="92593"/>
                  <a:pt x="482929" y="89167"/>
                  <a:pt x="481017" y="84941"/>
                </a:cubicBezTo>
                <a:cubicBezTo>
                  <a:pt x="479104" y="80715"/>
                  <a:pt x="478147" y="75577"/>
                  <a:pt x="478147" y="69528"/>
                </a:cubicBezTo>
                <a:close/>
                <a:moveTo>
                  <a:pt x="601320" y="63521"/>
                </a:moveTo>
                <a:cubicBezTo>
                  <a:pt x="601320" y="56849"/>
                  <a:pt x="600029" y="51801"/>
                  <a:pt x="597449" y="48376"/>
                </a:cubicBezTo>
                <a:cubicBezTo>
                  <a:pt x="594869" y="44951"/>
                  <a:pt x="591311" y="43238"/>
                  <a:pt x="586775" y="43238"/>
                </a:cubicBezTo>
                <a:cubicBezTo>
                  <a:pt x="580548" y="43238"/>
                  <a:pt x="575988" y="45151"/>
                  <a:pt x="573097" y="48976"/>
                </a:cubicBezTo>
                <a:cubicBezTo>
                  <a:pt x="570205" y="52802"/>
                  <a:pt x="568760" y="58184"/>
                  <a:pt x="568760" y="65124"/>
                </a:cubicBezTo>
                <a:lnTo>
                  <a:pt x="568760" y="76466"/>
                </a:lnTo>
                <a:cubicBezTo>
                  <a:pt x="568760" y="80471"/>
                  <a:pt x="568826" y="84675"/>
                  <a:pt x="568959" y="89079"/>
                </a:cubicBezTo>
                <a:cubicBezTo>
                  <a:pt x="569092" y="93482"/>
                  <a:pt x="569381" y="97463"/>
                  <a:pt x="569827" y="101021"/>
                </a:cubicBezTo>
                <a:cubicBezTo>
                  <a:pt x="567781" y="100844"/>
                  <a:pt x="565779" y="100755"/>
                  <a:pt x="563822" y="100755"/>
                </a:cubicBezTo>
                <a:cubicBezTo>
                  <a:pt x="561864" y="100755"/>
                  <a:pt x="559862" y="100844"/>
                  <a:pt x="557817" y="101021"/>
                </a:cubicBezTo>
                <a:cubicBezTo>
                  <a:pt x="558261" y="97463"/>
                  <a:pt x="558549" y="93482"/>
                  <a:pt x="558682" y="89079"/>
                </a:cubicBezTo>
                <a:cubicBezTo>
                  <a:pt x="558817" y="84675"/>
                  <a:pt x="558884" y="80471"/>
                  <a:pt x="558884" y="76466"/>
                </a:cubicBezTo>
                <a:lnTo>
                  <a:pt x="558884" y="62589"/>
                </a:lnTo>
                <a:cubicBezTo>
                  <a:pt x="558884" y="58586"/>
                  <a:pt x="558817" y="54382"/>
                  <a:pt x="558682" y="49978"/>
                </a:cubicBezTo>
                <a:cubicBezTo>
                  <a:pt x="558549" y="45574"/>
                  <a:pt x="558261" y="41459"/>
                  <a:pt x="557817" y="37632"/>
                </a:cubicBezTo>
                <a:cubicBezTo>
                  <a:pt x="560308" y="38078"/>
                  <a:pt x="562309" y="38300"/>
                  <a:pt x="563822" y="38300"/>
                </a:cubicBezTo>
                <a:cubicBezTo>
                  <a:pt x="564533" y="38300"/>
                  <a:pt x="565311" y="38234"/>
                  <a:pt x="566155" y="38101"/>
                </a:cubicBezTo>
                <a:cubicBezTo>
                  <a:pt x="567001" y="37968"/>
                  <a:pt x="568002" y="37811"/>
                  <a:pt x="569159" y="37632"/>
                </a:cubicBezTo>
                <a:cubicBezTo>
                  <a:pt x="568893" y="41192"/>
                  <a:pt x="568760" y="44750"/>
                  <a:pt x="568760" y="48308"/>
                </a:cubicBezTo>
                <a:lnTo>
                  <a:pt x="569026" y="48308"/>
                </a:lnTo>
                <a:cubicBezTo>
                  <a:pt x="571517" y="44483"/>
                  <a:pt x="574498" y="41525"/>
                  <a:pt x="577968" y="39434"/>
                </a:cubicBezTo>
                <a:cubicBezTo>
                  <a:pt x="581437" y="37344"/>
                  <a:pt x="585574" y="36299"/>
                  <a:pt x="590379" y="36299"/>
                </a:cubicBezTo>
                <a:cubicBezTo>
                  <a:pt x="592870" y="36299"/>
                  <a:pt x="595383" y="36655"/>
                  <a:pt x="597917" y="37368"/>
                </a:cubicBezTo>
                <a:cubicBezTo>
                  <a:pt x="600453" y="38079"/>
                  <a:pt x="602744" y="39302"/>
                  <a:pt x="604789" y="41037"/>
                </a:cubicBezTo>
                <a:cubicBezTo>
                  <a:pt x="606837" y="42772"/>
                  <a:pt x="608505" y="45130"/>
                  <a:pt x="609795" y="48111"/>
                </a:cubicBezTo>
                <a:cubicBezTo>
                  <a:pt x="611084" y="51091"/>
                  <a:pt x="611729" y="54893"/>
                  <a:pt x="611729" y="59518"/>
                </a:cubicBezTo>
                <a:cubicBezTo>
                  <a:pt x="611729" y="63344"/>
                  <a:pt x="611640" y="67280"/>
                  <a:pt x="611462" y="71328"/>
                </a:cubicBezTo>
                <a:cubicBezTo>
                  <a:pt x="611284" y="75377"/>
                  <a:pt x="611195" y="79670"/>
                  <a:pt x="611195" y="84208"/>
                </a:cubicBezTo>
                <a:lnTo>
                  <a:pt x="611195" y="92880"/>
                </a:lnTo>
                <a:cubicBezTo>
                  <a:pt x="611195" y="94304"/>
                  <a:pt x="611218" y="95706"/>
                  <a:pt x="611263" y="97085"/>
                </a:cubicBezTo>
                <a:cubicBezTo>
                  <a:pt x="611307" y="98464"/>
                  <a:pt x="611374" y="99777"/>
                  <a:pt x="611462" y="101021"/>
                </a:cubicBezTo>
                <a:cubicBezTo>
                  <a:pt x="609683" y="100844"/>
                  <a:pt x="607815" y="100755"/>
                  <a:pt x="605858" y="100755"/>
                </a:cubicBezTo>
                <a:cubicBezTo>
                  <a:pt x="603989" y="100755"/>
                  <a:pt x="602165" y="100844"/>
                  <a:pt x="600387" y="101021"/>
                </a:cubicBezTo>
                <a:cubicBezTo>
                  <a:pt x="600565" y="96395"/>
                  <a:pt x="600764" y="91636"/>
                  <a:pt x="600986" y="86743"/>
                </a:cubicBezTo>
                <a:cubicBezTo>
                  <a:pt x="601208" y="81849"/>
                  <a:pt x="601320" y="76822"/>
                  <a:pt x="601320" y="71662"/>
                </a:cubicBezTo>
                <a:lnTo>
                  <a:pt x="601320" y="63521"/>
                </a:lnTo>
                <a:close/>
                <a:moveTo>
                  <a:pt x="699671" y="48575"/>
                </a:moveTo>
                <a:cubicBezTo>
                  <a:pt x="699227" y="48042"/>
                  <a:pt x="698360" y="47553"/>
                  <a:pt x="697069" y="47109"/>
                </a:cubicBezTo>
                <a:cubicBezTo>
                  <a:pt x="695779" y="46664"/>
                  <a:pt x="694467" y="46441"/>
                  <a:pt x="693133" y="46441"/>
                </a:cubicBezTo>
                <a:cubicBezTo>
                  <a:pt x="690997" y="46441"/>
                  <a:pt x="689085" y="46931"/>
                  <a:pt x="687395" y="47909"/>
                </a:cubicBezTo>
                <a:cubicBezTo>
                  <a:pt x="685704" y="48888"/>
                  <a:pt x="684281" y="50200"/>
                  <a:pt x="683125" y="51845"/>
                </a:cubicBezTo>
                <a:cubicBezTo>
                  <a:pt x="681968" y="53491"/>
                  <a:pt x="681078" y="55448"/>
                  <a:pt x="680455" y="57718"/>
                </a:cubicBezTo>
                <a:cubicBezTo>
                  <a:pt x="679833" y="59986"/>
                  <a:pt x="679522" y="62410"/>
                  <a:pt x="679522" y="64990"/>
                </a:cubicBezTo>
                <a:lnTo>
                  <a:pt x="679522" y="79669"/>
                </a:lnTo>
                <a:cubicBezTo>
                  <a:pt x="679522" y="85630"/>
                  <a:pt x="679544" y="90190"/>
                  <a:pt x="679588" y="93349"/>
                </a:cubicBezTo>
                <a:cubicBezTo>
                  <a:pt x="679632" y="96506"/>
                  <a:pt x="679788" y="99064"/>
                  <a:pt x="680056" y="101021"/>
                </a:cubicBezTo>
                <a:cubicBezTo>
                  <a:pt x="678276" y="100844"/>
                  <a:pt x="676496" y="100755"/>
                  <a:pt x="674717" y="100755"/>
                </a:cubicBezTo>
                <a:cubicBezTo>
                  <a:pt x="672759" y="100755"/>
                  <a:pt x="670891" y="100844"/>
                  <a:pt x="669113" y="101021"/>
                </a:cubicBezTo>
                <a:cubicBezTo>
                  <a:pt x="669379" y="97997"/>
                  <a:pt x="669534" y="93882"/>
                  <a:pt x="669579" y="88677"/>
                </a:cubicBezTo>
                <a:cubicBezTo>
                  <a:pt x="669624" y="83473"/>
                  <a:pt x="669646" y="77090"/>
                  <a:pt x="669646" y="69528"/>
                </a:cubicBezTo>
                <a:lnTo>
                  <a:pt x="669646" y="65256"/>
                </a:lnTo>
                <a:cubicBezTo>
                  <a:pt x="669646" y="61788"/>
                  <a:pt x="669624" y="57785"/>
                  <a:pt x="669579" y="53248"/>
                </a:cubicBezTo>
                <a:cubicBezTo>
                  <a:pt x="669534" y="48710"/>
                  <a:pt x="669379" y="43505"/>
                  <a:pt x="669113" y="37632"/>
                </a:cubicBezTo>
                <a:cubicBezTo>
                  <a:pt x="670092" y="37811"/>
                  <a:pt x="671026" y="37968"/>
                  <a:pt x="671915" y="38101"/>
                </a:cubicBezTo>
                <a:cubicBezTo>
                  <a:pt x="672804" y="38234"/>
                  <a:pt x="673738" y="38300"/>
                  <a:pt x="674717" y="38300"/>
                </a:cubicBezTo>
                <a:cubicBezTo>
                  <a:pt x="675518" y="38300"/>
                  <a:pt x="676363" y="38234"/>
                  <a:pt x="677252" y="38101"/>
                </a:cubicBezTo>
                <a:cubicBezTo>
                  <a:pt x="678142" y="37968"/>
                  <a:pt x="679077" y="37811"/>
                  <a:pt x="680056" y="37632"/>
                </a:cubicBezTo>
                <a:cubicBezTo>
                  <a:pt x="679700" y="40836"/>
                  <a:pt x="679500" y="43372"/>
                  <a:pt x="679455" y="45240"/>
                </a:cubicBezTo>
                <a:cubicBezTo>
                  <a:pt x="679410" y="47108"/>
                  <a:pt x="679388" y="48887"/>
                  <a:pt x="679388" y="50577"/>
                </a:cubicBezTo>
                <a:lnTo>
                  <a:pt x="679655" y="50711"/>
                </a:lnTo>
                <a:cubicBezTo>
                  <a:pt x="684904" y="41103"/>
                  <a:pt x="690776" y="36299"/>
                  <a:pt x="697270" y="36299"/>
                </a:cubicBezTo>
                <a:cubicBezTo>
                  <a:pt x="698071" y="36299"/>
                  <a:pt x="698761" y="36343"/>
                  <a:pt x="699339" y="36433"/>
                </a:cubicBezTo>
                <a:cubicBezTo>
                  <a:pt x="699918" y="36521"/>
                  <a:pt x="700651" y="36743"/>
                  <a:pt x="701541" y="37099"/>
                </a:cubicBezTo>
                <a:cubicBezTo>
                  <a:pt x="701095" y="38167"/>
                  <a:pt x="700828" y="39791"/>
                  <a:pt x="700738" y="41972"/>
                </a:cubicBezTo>
                <a:cubicBezTo>
                  <a:pt x="700650" y="44150"/>
                  <a:pt x="700606" y="46130"/>
                  <a:pt x="700606" y="47909"/>
                </a:cubicBezTo>
                <a:lnTo>
                  <a:pt x="699671" y="48575"/>
                </a:lnTo>
                <a:close/>
                <a:moveTo>
                  <a:pt x="738907" y="40569"/>
                </a:moveTo>
                <a:cubicBezTo>
                  <a:pt x="735615" y="40569"/>
                  <a:pt x="732834" y="41325"/>
                  <a:pt x="730564" y="42837"/>
                </a:cubicBezTo>
                <a:cubicBezTo>
                  <a:pt x="728296" y="44349"/>
                  <a:pt x="726428" y="46240"/>
                  <a:pt x="724961" y="48510"/>
                </a:cubicBezTo>
                <a:cubicBezTo>
                  <a:pt x="723493" y="50778"/>
                  <a:pt x="722381" y="53269"/>
                  <a:pt x="721625" y="55983"/>
                </a:cubicBezTo>
                <a:cubicBezTo>
                  <a:pt x="720869" y="58697"/>
                  <a:pt x="720402" y="61254"/>
                  <a:pt x="720224" y="63656"/>
                </a:cubicBezTo>
                <a:cubicBezTo>
                  <a:pt x="722981" y="63745"/>
                  <a:pt x="725850" y="63835"/>
                  <a:pt x="728829" y="63925"/>
                </a:cubicBezTo>
                <a:cubicBezTo>
                  <a:pt x="731811" y="64013"/>
                  <a:pt x="734724" y="64057"/>
                  <a:pt x="737571" y="64057"/>
                </a:cubicBezTo>
                <a:cubicBezTo>
                  <a:pt x="740507" y="64057"/>
                  <a:pt x="743488" y="64013"/>
                  <a:pt x="746512" y="63925"/>
                </a:cubicBezTo>
                <a:cubicBezTo>
                  <a:pt x="749537" y="63835"/>
                  <a:pt x="752473" y="63745"/>
                  <a:pt x="755321" y="63656"/>
                </a:cubicBezTo>
                <a:cubicBezTo>
                  <a:pt x="755321" y="61254"/>
                  <a:pt x="755121" y="58719"/>
                  <a:pt x="754721" y="56050"/>
                </a:cubicBezTo>
                <a:cubicBezTo>
                  <a:pt x="754320" y="53380"/>
                  <a:pt x="753519" y="50888"/>
                  <a:pt x="752318" y="48575"/>
                </a:cubicBezTo>
                <a:cubicBezTo>
                  <a:pt x="751116" y="46262"/>
                  <a:pt x="749448" y="44349"/>
                  <a:pt x="747313" y="42837"/>
                </a:cubicBezTo>
                <a:cubicBezTo>
                  <a:pt x="745177" y="41325"/>
                  <a:pt x="742375" y="40569"/>
                  <a:pt x="738907" y="40569"/>
                </a:cubicBezTo>
                <a:moveTo>
                  <a:pt x="708080" y="71396"/>
                </a:moveTo>
                <a:cubicBezTo>
                  <a:pt x="708080" y="60453"/>
                  <a:pt x="710682" y="51868"/>
                  <a:pt x="715885" y="45641"/>
                </a:cubicBezTo>
                <a:cubicBezTo>
                  <a:pt x="721090" y="39413"/>
                  <a:pt x="728675" y="36299"/>
                  <a:pt x="738640" y="36299"/>
                </a:cubicBezTo>
                <a:cubicBezTo>
                  <a:pt x="743355" y="36299"/>
                  <a:pt x="747425" y="37033"/>
                  <a:pt x="750850" y="38502"/>
                </a:cubicBezTo>
                <a:cubicBezTo>
                  <a:pt x="754275" y="39969"/>
                  <a:pt x="757144" y="41926"/>
                  <a:pt x="759457" y="44372"/>
                </a:cubicBezTo>
                <a:cubicBezTo>
                  <a:pt x="761770" y="46819"/>
                  <a:pt x="763483" y="49688"/>
                  <a:pt x="764595" y="52980"/>
                </a:cubicBezTo>
                <a:cubicBezTo>
                  <a:pt x="765706" y="56272"/>
                  <a:pt x="766262" y="59786"/>
                  <a:pt x="766262" y="63521"/>
                </a:cubicBezTo>
                <a:cubicBezTo>
                  <a:pt x="766262" y="64412"/>
                  <a:pt x="766240" y="65280"/>
                  <a:pt x="766195" y="66126"/>
                </a:cubicBezTo>
                <a:cubicBezTo>
                  <a:pt x="766152" y="66970"/>
                  <a:pt x="766085" y="67837"/>
                  <a:pt x="765995" y="68726"/>
                </a:cubicBezTo>
                <a:cubicBezTo>
                  <a:pt x="761191" y="68638"/>
                  <a:pt x="756432" y="68550"/>
                  <a:pt x="751717" y="68461"/>
                </a:cubicBezTo>
                <a:cubicBezTo>
                  <a:pt x="747003" y="68372"/>
                  <a:pt x="742243" y="68327"/>
                  <a:pt x="737439" y="68327"/>
                </a:cubicBezTo>
                <a:cubicBezTo>
                  <a:pt x="734503" y="68327"/>
                  <a:pt x="731589" y="68372"/>
                  <a:pt x="728697" y="68461"/>
                </a:cubicBezTo>
                <a:cubicBezTo>
                  <a:pt x="725806" y="68550"/>
                  <a:pt x="722892" y="68638"/>
                  <a:pt x="719955" y="68726"/>
                </a:cubicBezTo>
                <a:cubicBezTo>
                  <a:pt x="719867" y="69171"/>
                  <a:pt x="719823" y="69839"/>
                  <a:pt x="719823" y="70728"/>
                </a:cubicBezTo>
                <a:lnTo>
                  <a:pt x="719823" y="72463"/>
                </a:lnTo>
                <a:cubicBezTo>
                  <a:pt x="719823" y="75932"/>
                  <a:pt x="720334" y="79180"/>
                  <a:pt x="721356" y="82206"/>
                </a:cubicBezTo>
                <a:cubicBezTo>
                  <a:pt x="722380" y="85231"/>
                  <a:pt x="723870" y="87833"/>
                  <a:pt x="725828" y="90013"/>
                </a:cubicBezTo>
                <a:cubicBezTo>
                  <a:pt x="727786" y="92192"/>
                  <a:pt x="730188" y="93927"/>
                  <a:pt x="733034" y="95218"/>
                </a:cubicBezTo>
                <a:cubicBezTo>
                  <a:pt x="735881" y="96508"/>
                  <a:pt x="739173" y="97152"/>
                  <a:pt x="742910" y="97152"/>
                </a:cubicBezTo>
                <a:cubicBezTo>
                  <a:pt x="744689" y="97152"/>
                  <a:pt x="746512" y="96908"/>
                  <a:pt x="748380" y="96419"/>
                </a:cubicBezTo>
                <a:cubicBezTo>
                  <a:pt x="750249" y="95929"/>
                  <a:pt x="752073" y="95261"/>
                  <a:pt x="753851" y="94416"/>
                </a:cubicBezTo>
                <a:cubicBezTo>
                  <a:pt x="755631" y="93570"/>
                  <a:pt x="757299" y="92569"/>
                  <a:pt x="758856" y="91414"/>
                </a:cubicBezTo>
                <a:cubicBezTo>
                  <a:pt x="760413" y="90258"/>
                  <a:pt x="761770" y="89011"/>
                  <a:pt x="762927" y="87676"/>
                </a:cubicBezTo>
                <a:lnTo>
                  <a:pt x="763595" y="88077"/>
                </a:lnTo>
                <a:lnTo>
                  <a:pt x="762794" y="94615"/>
                </a:lnTo>
                <a:cubicBezTo>
                  <a:pt x="760124" y="96751"/>
                  <a:pt x="756810" y="98574"/>
                  <a:pt x="752851" y="100087"/>
                </a:cubicBezTo>
                <a:cubicBezTo>
                  <a:pt x="748893" y="101599"/>
                  <a:pt x="744778" y="102355"/>
                  <a:pt x="740507" y="102355"/>
                </a:cubicBezTo>
                <a:cubicBezTo>
                  <a:pt x="735703" y="102355"/>
                  <a:pt x="731321" y="101621"/>
                  <a:pt x="727361" y="100154"/>
                </a:cubicBezTo>
                <a:cubicBezTo>
                  <a:pt x="723403" y="98686"/>
                  <a:pt x="719978" y="96552"/>
                  <a:pt x="717086" y="93750"/>
                </a:cubicBezTo>
                <a:cubicBezTo>
                  <a:pt x="714196" y="90947"/>
                  <a:pt x="711973" y="87632"/>
                  <a:pt x="710416" y="83807"/>
                </a:cubicBezTo>
                <a:cubicBezTo>
                  <a:pt x="708858" y="79981"/>
                  <a:pt x="708080" y="75844"/>
                  <a:pt x="708080" y="71396"/>
                </a:cubicBezTo>
                <a:close/>
                <a:moveTo>
                  <a:pt x="810169" y="11476"/>
                </a:moveTo>
                <a:cubicBezTo>
                  <a:pt x="808033" y="10142"/>
                  <a:pt x="805586" y="9475"/>
                  <a:pt x="802828" y="9475"/>
                </a:cubicBezTo>
                <a:cubicBezTo>
                  <a:pt x="800872" y="9475"/>
                  <a:pt x="799204" y="9853"/>
                  <a:pt x="797825" y="10609"/>
                </a:cubicBezTo>
                <a:cubicBezTo>
                  <a:pt x="796446" y="11365"/>
                  <a:pt x="795311" y="12344"/>
                  <a:pt x="794420" y="13545"/>
                </a:cubicBezTo>
                <a:cubicBezTo>
                  <a:pt x="793531" y="14747"/>
                  <a:pt x="792886" y="16148"/>
                  <a:pt x="792486" y="17750"/>
                </a:cubicBezTo>
                <a:cubicBezTo>
                  <a:pt x="792085" y="19351"/>
                  <a:pt x="791885" y="21041"/>
                  <a:pt x="791885" y="22820"/>
                </a:cubicBezTo>
                <a:cubicBezTo>
                  <a:pt x="791885" y="24422"/>
                  <a:pt x="792040" y="26736"/>
                  <a:pt x="792351" y="29760"/>
                </a:cubicBezTo>
                <a:cubicBezTo>
                  <a:pt x="792664" y="32785"/>
                  <a:pt x="793042" y="35676"/>
                  <a:pt x="793488" y="38435"/>
                </a:cubicBezTo>
                <a:cubicBezTo>
                  <a:pt x="795801" y="38435"/>
                  <a:pt x="798092" y="38412"/>
                  <a:pt x="800360" y="38367"/>
                </a:cubicBezTo>
                <a:cubicBezTo>
                  <a:pt x="802628" y="38323"/>
                  <a:pt x="804919" y="38300"/>
                  <a:pt x="807232" y="38300"/>
                </a:cubicBezTo>
                <a:cubicBezTo>
                  <a:pt x="807143" y="38745"/>
                  <a:pt x="807076" y="39191"/>
                  <a:pt x="807031" y="39636"/>
                </a:cubicBezTo>
                <a:cubicBezTo>
                  <a:pt x="806987" y="40080"/>
                  <a:pt x="806966" y="40524"/>
                  <a:pt x="806966" y="40970"/>
                </a:cubicBezTo>
                <a:cubicBezTo>
                  <a:pt x="806966" y="41415"/>
                  <a:pt x="806987" y="41860"/>
                  <a:pt x="807031" y="42306"/>
                </a:cubicBezTo>
                <a:cubicBezTo>
                  <a:pt x="807076" y="42749"/>
                  <a:pt x="807143" y="43194"/>
                  <a:pt x="807232" y="43639"/>
                </a:cubicBezTo>
                <a:cubicBezTo>
                  <a:pt x="804919" y="43550"/>
                  <a:pt x="802628" y="43461"/>
                  <a:pt x="800360" y="43373"/>
                </a:cubicBezTo>
                <a:cubicBezTo>
                  <a:pt x="798092" y="43283"/>
                  <a:pt x="795801" y="43238"/>
                  <a:pt x="793488" y="43238"/>
                </a:cubicBezTo>
                <a:cubicBezTo>
                  <a:pt x="793488" y="52935"/>
                  <a:pt x="793509" y="62566"/>
                  <a:pt x="793553" y="72131"/>
                </a:cubicBezTo>
                <a:cubicBezTo>
                  <a:pt x="793598" y="81694"/>
                  <a:pt x="793754" y="91325"/>
                  <a:pt x="794021" y="101021"/>
                </a:cubicBezTo>
                <a:cubicBezTo>
                  <a:pt x="793042" y="100844"/>
                  <a:pt x="792064" y="100755"/>
                  <a:pt x="791085" y="100755"/>
                </a:cubicBezTo>
                <a:cubicBezTo>
                  <a:pt x="790106" y="100755"/>
                  <a:pt x="789172" y="100755"/>
                  <a:pt x="788283" y="100755"/>
                </a:cubicBezTo>
                <a:cubicBezTo>
                  <a:pt x="786415" y="100755"/>
                  <a:pt x="784457" y="100844"/>
                  <a:pt x="782410" y="101021"/>
                </a:cubicBezTo>
                <a:cubicBezTo>
                  <a:pt x="783033" y="91325"/>
                  <a:pt x="783389" y="81739"/>
                  <a:pt x="783477" y="72263"/>
                </a:cubicBezTo>
                <a:cubicBezTo>
                  <a:pt x="783567" y="62788"/>
                  <a:pt x="783612" y="53113"/>
                  <a:pt x="783612" y="43238"/>
                </a:cubicBezTo>
                <a:cubicBezTo>
                  <a:pt x="782010" y="43238"/>
                  <a:pt x="780408" y="43283"/>
                  <a:pt x="778806" y="43373"/>
                </a:cubicBezTo>
                <a:cubicBezTo>
                  <a:pt x="777206" y="43461"/>
                  <a:pt x="775605" y="43550"/>
                  <a:pt x="774005" y="43639"/>
                </a:cubicBezTo>
                <a:cubicBezTo>
                  <a:pt x="774093" y="43194"/>
                  <a:pt x="774159" y="42749"/>
                  <a:pt x="774204" y="42306"/>
                </a:cubicBezTo>
                <a:cubicBezTo>
                  <a:pt x="774249" y="41860"/>
                  <a:pt x="774271" y="41415"/>
                  <a:pt x="774271" y="40970"/>
                </a:cubicBezTo>
                <a:cubicBezTo>
                  <a:pt x="774271" y="40524"/>
                  <a:pt x="774249" y="40080"/>
                  <a:pt x="774204" y="39636"/>
                </a:cubicBezTo>
                <a:cubicBezTo>
                  <a:pt x="774159" y="39191"/>
                  <a:pt x="774093" y="38745"/>
                  <a:pt x="774005" y="38300"/>
                </a:cubicBezTo>
                <a:cubicBezTo>
                  <a:pt x="775605" y="38300"/>
                  <a:pt x="777228" y="38323"/>
                  <a:pt x="778873" y="38367"/>
                </a:cubicBezTo>
                <a:cubicBezTo>
                  <a:pt x="780520" y="38412"/>
                  <a:pt x="782099" y="38435"/>
                  <a:pt x="783612" y="38435"/>
                </a:cubicBezTo>
                <a:cubicBezTo>
                  <a:pt x="783612" y="35854"/>
                  <a:pt x="783878" y="33051"/>
                  <a:pt x="784412" y="30027"/>
                </a:cubicBezTo>
                <a:cubicBezTo>
                  <a:pt x="784947" y="27002"/>
                  <a:pt x="785725" y="24022"/>
                  <a:pt x="786748" y="21086"/>
                </a:cubicBezTo>
                <a:cubicBezTo>
                  <a:pt x="787771" y="18149"/>
                  <a:pt x="788994" y="15369"/>
                  <a:pt x="790417" y="12745"/>
                </a:cubicBezTo>
                <a:cubicBezTo>
                  <a:pt x="791841" y="10121"/>
                  <a:pt x="793443" y="7919"/>
                  <a:pt x="795222" y="6139"/>
                </a:cubicBezTo>
                <a:cubicBezTo>
                  <a:pt x="796823" y="4537"/>
                  <a:pt x="798846" y="3114"/>
                  <a:pt x="801293" y="1869"/>
                </a:cubicBezTo>
                <a:cubicBezTo>
                  <a:pt x="803740" y="623"/>
                  <a:pt x="806254" y="0"/>
                  <a:pt x="808833" y="0"/>
                </a:cubicBezTo>
                <a:cubicBezTo>
                  <a:pt x="809812" y="0"/>
                  <a:pt x="810702" y="134"/>
                  <a:pt x="811502" y="401"/>
                </a:cubicBezTo>
                <a:cubicBezTo>
                  <a:pt x="811414" y="2181"/>
                  <a:pt x="811303" y="3961"/>
                  <a:pt x="811169" y="5740"/>
                </a:cubicBezTo>
                <a:cubicBezTo>
                  <a:pt x="811035" y="7519"/>
                  <a:pt x="810969" y="9298"/>
                  <a:pt x="810969" y="11077"/>
                </a:cubicBezTo>
                <a:lnTo>
                  <a:pt x="810169" y="11476"/>
                </a:lnTo>
                <a:moveTo>
                  <a:pt x="823246" y="38834"/>
                </a:moveTo>
                <a:cubicBezTo>
                  <a:pt x="823246" y="35809"/>
                  <a:pt x="823223" y="32518"/>
                  <a:pt x="823178" y="28960"/>
                </a:cubicBezTo>
                <a:cubicBezTo>
                  <a:pt x="823135" y="25400"/>
                  <a:pt x="823068" y="21886"/>
                  <a:pt x="822979" y="18416"/>
                </a:cubicBezTo>
                <a:cubicBezTo>
                  <a:pt x="822891" y="14946"/>
                  <a:pt x="822779" y="11633"/>
                  <a:pt x="822645" y="8475"/>
                </a:cubicBezTo>
                <a:cubicBezTo>
                  <a:pt x="822512" y="5316"/>
                  <a:pt x="822356" y="2625"/>
                  <a:pt x="822179" y="401"/>
                </a:cubicBezTo>
                <a:cubicBezTo>
                  <a:pt x="824670" y="846"/>
                  <a:pt x="826671" y="1069"/>
                  <a:pt x="828184" y="1069"/>
                </a:cubicBezTo>
                <a:cubicBezTo>
                  <a:pt x="829696" y="1069"/>
                  <a:pt x="831698" y="846"/>
                  <a:pt x="834189" y="401"/>
                </a:cubicBezTo>
                <a:cubicBezTo>
                  <a:pt x="834011" y="2625"/>
                  <a:pt x="833855" y="5316"/>
                  <a:pt x="833722" y="8475"/>
                </a:cubicBezTo>
                <a:cubicBezTo>
                  <a:pt x="833589" y="11633"/>
                  <a:pt x="833478" y="14946"/>
                  <a:pt x="833388" y="18416"/>
                </a:cubicBezTo>
                <a:cubicBezTo>
                  <a:pt x="833300" y="21886"/>
                  <a:pt x="833234" y="25400"/>
                  <a:pt x="833189" y="28960"/>
                </a:cubicBezTo>
                <a:cubicBezTo>
                  <a:pt x="833144" y="32518"/>
                  <a:pt x="833122" y="35809"/>
                  <a:pt x="833122" y="38834"/>
                </a:cubicBezTo>
                <a:lnTo>
                  <a:pt x="833122" y="62988"/>
                </a:lnTo>
                <a:cubicBezTo>
                  <a:pt x="833122" y="66014"/>
                  <a:pt x="833144" y="69306"/>
                  <a:pt x="833189" y="72864"/>
                </a:cubicBezTo>
                <a:cubicBezTo>
                  <a:pt x="833234" y="76422"/>
                  <a:pt x="833300" y="79936"/>
                  <a:pt x="833388" y="83406"/>
                </a:cubicBezTo>
                <a:cubicBezTo>
                  <a:pt x="833478" y="86875"/>
                  <a:pt x="833589" y="90167"/>
                  <a:pt x="833722" y="93282"/>
                </a:cubicBezTo>
                <a:cubicBezTo>
                  <a:pt x="833855" y="96396"/>
                  <a:pt x="834011" y="98976"/>
                  <a:pt x="834189" y="101021"/>
                </a:cubicBezTo>
                <a:cubicBezTo>
                  <a:pt x="832143" y="100844"/>
                  <a:pt x="830141" y="100755"/>
                  <a:pt x="828184" y="100755"/>
                </a:cubicBezTo>
                <a:cubicBezTo>
                  <a:pt x="826226" y="100755"/>
                  <a:pt x="824224" y="100844"/>
                  <a:pt x="822179" y="101021"/>
                </a:cubicBezTo>
                <a:cubicBezTo>
                  <a:pt x="822356" y="98976"/>
                  <a:pt x="822512" y="96396"/>
                  <a:pt x="822645" y="93282"/>
                </a:cubicBezTo>
                <a:cubicBezTo>
                  <a:pt x="822779" y="90167"/>
                  <a:pt x="822891" y="86875"/>
                  <a:pt x="822979" y="83406"/>
                </a:cubicBezTo>
                <a:cubicBezTo>
                  <a:pt x="823068" y="79936"/>
                  <a:pt x="823135" y="76422"/>
                  <a:pt x="823178" y="72864"/>
                </a:cubicBezTo>
                <a:cubicBezTo>
                  <a:pt x="823223" y="69306"/>
                  <a:pt x="823246" y="66014"/>
                  <a:pt x="823246" y="62988"/>
                </a:cubicBezTo>
                <a:lnTo>
                  <a:pt x="823246" y="38834"/>
                </a:lnTo>
                <a:close/>
                <a:moveTo>
                  <a:pt x="879829" y="40569"/>
                </a:moveTo>
                <a:cubicBezTo>
                  <a:pt x="876537" y="40569"/>
                  <a:pt x="873757" y="41325"/>
                  <a:pt x="871487" y="42837"/>
                </a:cubicBezTo>
                <a:cubicBezTo>
                  <a:pt x="869218" y="44349"/>
                  <a:pt x="867350" y="46240"/>
                  <a:pt x="865883" y="48510"/>
                </a:cubicBezTo>
                <a:cubicBezTo>
                  <a:pt x="864416" y="50778"/>
                  <a:pt x="863304" y="53269"/>
                  <a:pt x="862548" y="55983"/>
                </a:cubicBezTo>
                <a:cubicBezTo>
                  <a:pt x="861791" y="58697"/>
                  <a:pt x="861324" y="61254"/>
                  <a:pt x="861147" y="63656"/>
                </a:cubicBezTo>
                <a:cubicBezTo>
                  <a:pt x="863904" y="63745"/>
                  <a:pt x="866772" y="63835"/>
                  <a:pt x="869752" y="63925"/>
                </a:cubicBezTo>
                <a:cubicBezTo>
                  <a:pt x="872733" y="64013"/>
                  <a:pt x="875647" y="64057"/>
                  <a:pt x="878494" y="64057"/>
                </a:cubicBezTo>
                <a:cubicBezTo>
                  <a:pt x="881430" y="64057"/>
                  <a:pt x="884410" y="64013"/>
                  <a:pt x="887435" y="63925"/>
                </a:cubicBezTo>
                <a:cubicBezTo>
                  <a:pt x="890459" y="63835"/>
                  <a:pt x="893396" y="63745"/>
                  <a:pt x="896244" y="63656"/>
                </a:cubicBezTo>
                <a:cubicBezTo>
                  <a:pt x="896244" y="61254"/>
                  <a:pt x="896044" y="58719"/>
                  <a:pt x="895643" y="56050"/>
                </a:cubicBezTo>
                <a:cubicBezTo>
                  <a:pt x="895243" y="53380"/>
                  <a:pt x="894442" y="50888"/>
                  <a:pt x="893240" y="48575"/>
                </a:cubicBezTo>
                <a:cubicBezTo>
                  <a:pt x="892039" y="46262"/>
                  <a:pt x="890370" y="44349"/>
                  <a:pt x="888235" y="42837"/>
                </a:cubicBezTo>
                <a:cubicBezTo>
                  <a:pt x="886100" y="41325"/>
                  <a:pt x="883298" y="40569"/>
                  <a:pt x="879829" y="40569"/>
                </a:cubicBezTo>
                <a:moveTo>
                  <a:pt x="849002" y="71396"/>
                </a:moveTo>
                <a:cubicBezTo>
                  <a:pt x="849002" y="60453"/>
                  <a:pt x="851604" y="51868"/>
                  <a:pt x="856807" y="45641"/>
                </a:cubicBezTo>
                <a:cubicBezTo>
                  <a:pt x="862012" y="39413"/>
                  <a:pt x="869597" y="36299"/>
                  <a:pt x="879563" y="36299"/>
                </a:cubicBezTo>
                <a:cubicBezTo>
                  <a:pt x="884277" y="36299"/>
                  <a:pt x="888347" y="37033"/>
                  <a:pt x="891772" y="38502"/>
                </a:cubicBezTo>
                <a:cubicBezTo>
                  <a:pt x="895197" y="39969"/>
                  <a:pt x="898066" y="41926"/>
                  <a:pt x="900379" y="44372"/>
                </a:cubicBezTo>
                <a:cubicBezTo>
                  <a:pt x="902693" y="46819"/>
                  <a:pt x="904405" y="49688"/>
                  <a:pt x="905517" y="52980"/>
                </a:cubicBezTo>
                <a:cubicBezTo>
                  <a:pt x="906629" y="56272"/>
                  <a:pt x="907185" y="59786"/>
                  <a:pt x="907185" y="63521"/>
                </a:cubicBezTo>
                <a:cubicBezTo>
                  <a:pt x="907185" y="64412"/>
                  <a:pt x="907162" y="65280"/>
                  <a:pt x="907117" y="66126"/>
                </a:cubicBezTo>
                <a:cubicBezTo>
                  <a:pt x="907074" y="66970"/>
                  <a:pt x="907007" y="67837"/>
                  <a:pt x="906918" y="68726"/>
                </a:cubicBezTo>
                <a:cubicBezTo>
                  <a:pt x="902114" y="68638"/>
                  <a:pt x="897354" y="68550"/>
                  <a:pt x="892640" y="68461"/>
                </a:cubicBezTo>
                <a:cubicBezTo>
                  <a:pt x="887925" y="68372"/>
                  <a:pt x="883165" y="68327"/>
                  <a:pt x="878361" y="68327"/>
                </a:cubicBezTo>
                <a:cubicBezTo>
                  <a:pt x="875425" y="68327"/>
                  <a:pt x="872511" y="68372"/>
                  <a:pt x="869620" y="68461"/>
                </a:cubicBezTo>
                <a:cubicBezTo>
                  <a:pt x="866728" y="68550"/>
                  <a:pt x="863814" y="68638"/>
                  <a:pt x="860878" y="68726"/>
                </a:cubicBezTo>
                <a:cubicBezTo>
                  <a:pt x="860790" y="69171"/>
                  <a:pt x="860745" y="69839"/>
                  <a:pt x="860745" y="70728"/>
                </a:cubicBezTo>
                <a:lnTo>
                  <a:pt x="860745" y="72463"/>
                </a:lnTo>
                <a:cubicBezTo>
                  <a:pt x="860745" y="75932"/>
                  <a:pt x="861257" y="79180"/>
                  <a:pt x="862279" y="82206"/>
                </a:cubicBezTo>
                <a:cubicBezTo>
                  <a:pt x="863302" y="85231"/>
                  <a:pt x="864793" y="87833"/>
                  <a:pt x="866750" y="90013"/>
                </a:cubicBezTo>
                <a:cubicBezTo>
                  <a:pt x="868708" y="92192"/>
                  <a:pt x="871110" y="93927"/>
                  <a:pt x="873957" y="95218"/>
                </a:cubicBezTo>
                <a:cubicBezTo>
                  <a:pt x="876804" y="96508"/>
                  <a:pt x="880095" y="97152"/>
                  <a:pt x="883833" y="97152"/>
                </a:cubicBezTo>
                <a:cubicBezTo>
                  <a:pt x="885611" y="97152"/>
                  <a:pt x="887434" y="96908"/>
                  <a:pt x="889302" y="96419"/>
                </a:cubicBezTo>
                <a:cubicBezTo>
                  <a:pt x="891171" y="95929"/>
                  <a:pt x="892995" y="95261"/>
                  <a:pt x="894774" y="94416"/>
                </a:cubicBezTo>
                <a:cubicBezTo>
                  <a:pt x="896553" y="93570"/>
                  <a:pt x="898222" y="92569"/>
                  <a:pt x="899779" y="91414"/>
                </a:cubicBezTo>
                <a:cubicBezTo>
                  <a:pt x="901336" y="90258"/>
                  <a:pt x="902693" y="89011"/>
                  <a:pt x="903849" y="87676"/>
                </a:cubicBezTo>
                <a:lnTo>
                  <a:pt x="904517" y="88077"/>
                </a:lnTo>
                <a:lnTo>
                  <a:pt x="903717" y="94615"/>
                </a:lnTo>
                <a:cubicBezTo>
                  <a:pt x="901047" y="96751"/>
                  <a:pt x="897732" y="98574"/>
                  <a:pt x="893774" y="100087"/>
                </a:cubicBezTo>
                <a:cubicBezTo>
                  <a:pt x="889815" y="101599"/>
                  <a:pt x="885701" y="102355"/>
                  <a:pt x="881430" y="102355"/>
                </a:cubicBezTo>
                <a:cubicBezTo>
                  <a:pt x="876626" y="102355"/>
                  <a:pt x="872244" y="101621"/>
                  <a:pt x="868284" y="100154"/>
                </a:cubicBezTo>
                <a:cubicBezTo>
                  <a:pt x="864325" y="98686"/>
                  <a:pt x="860900" y="96552"/>
                  <a:pt x="858009" y="93750"/>
                </a:cubicBezTo>
                <a:cubicBezTo>
                  <a:pt x="855119" y="90947"/>
                  <a:pt x="852895" y="87632"/>
                  <a:pt x="851338" y="83807"/>
                </a:cubicBezTo>
                <a:cubicBezTo>
                  <a:pt x="849781" y="79981"/>
                  <a:pt x="849002" y="75844"/>
                  <a:pt x="849002" y="71396"/>
                </a:cubicBezTo>
                <a:close/>
                <a:moveTo>
                  <a:pt x="916661" y="69528"/>
                </a:moveTo>
                <a:cubicBezTo>
                  <a:pt x="916661" y="63745"/>
                  <a:pt x="917639" y="58763"/>
                  <a:pt x="919596" y="54582"/>
                </a:cubicBezTo>
                <a:cubicBezTo>
                  <a:pt x="921553" y="50400"/>
                  <a:pt x="924111" y="46952"/>
                  <a:pt x="927268" y="44240"/>
                </a:cubicBezTo>
                <a:cubicBezTo>
                  <a:pt x="930427" y="41526"/>
                  <a:pt x="934052" y="39525"/>
                  <a:pt x="938144" y="38235"/>
                </a:cubicBezTo>
                <a:cubicBezTo>
                  <a:pt x="942237" y="36944"/>
                  <a:pt x="946419" y="36299"/>
                  <a:pt x="950689" y="36299"/>
                </a:cubicBezTo>
                <a:cubicBezTo>
                  <a:pt x="955583" y="36299"/>
                  <a:pt x="959965" y="36899"/>
                  <a:pt x="963834" y="38101"/>
                </a:cubicBezTo>
                <a:cubicBezTo>
                  <a:pt x="967704" y="39302"/>
                  <a:pt x="970484" y="40659"/>
                  <a:pt x="972174" y="42171"/>
                </a:cubicBezTo>
                <a:cubicBezTo>
                  <a:pt x="971552" y="43506"/>
                  <a:pt x="970996" y="44907"/>
                  <a:pt x="970506" y="46374"/>
                </a:cubicBezTo>
                <a:cubicBezTo>
                  <a:pt x="970018" y="47841"/>
                  <a:pt x="969596" y="49376"/>
                  <a:pt x="969240" y="50978"/>
                </a:cubicBezTo>
                <a:lnTo>
                  <a:pt x="968171" y="50978"/>
                </a:lnTo>
                <a:cubicBezTo>
                  <a:pt x="967549" y="49821"/>
                  <a:pt x="966704" y="48643"/>
                  <a:pt x="965636" y="47443"/>
                </a:cubicBezTo>
                <a:cubicBezTo>
                  <a:pt x="964569" y="46242"/>
                  <a:pt x="963301" y="45129"/>
                  <a:pt x="961832" y="44106"/>
                </a:cubicBezTo>
                <a:cubicBezTo>
                  <a:pt x="960364" y="43082"/>
                  <a:pt x="958741" y="42237"/>
                  <a:pt x="956961" y="41570"/>
                </a:cubicBezTo>
                <a:cubicBezTo>
                  <a:pt x="955183" y="40903"/>
                  <a:pt x="953226" y="40569"/>
                  <a:pt x="951091" y="40569"/>
                </a:cubicBezTo>
                <a:cubicBezTo>
                  <a:pt x="947087" y="40569"/>
                  <a:pt x="943640" y="41303"/>
                  <a:pt x="940748" y="42772"/>
                </a:cubicBezTo>
                <a:cubicBezTo>
                  <a:pt x="937857" y="44239"/>
                  <a:pt x="935499" y="46263"/>
                  <a:pt x="933674" y="48844"/>
                </a:cubicBezTo>
                <a:cubicBezTo>
                  <a:pt x="931851" y="51423"/>
                  <a:pt x="930517" y="54470"/>
                  <a:pt x="929671" y="57985"/>
                </a:cubicBezTo>
                <a:cubicBezTo>
                  <a:pt x="928827" y="61498"/>
                  <a:pt x="928405" y="65301"/>
                  <a:pt x="928405" y="69394"/>
                </a:cubicBezTo>
                <a:cubicBezTo>
                  <a:pt x="928405" y="78557"/>
                  <a:pt x="930361" y="85474"/>
                  <a:pt x="934275" y="90146"/>
                </a:cubicBezTo>
                <a:cubicBezTo>
                  <a:pt x="938190" y="94817"/>
                  <a:pt x="943928" y="97152"/>
                  <a:pt x="951490" y="97152"/>
                </a:cubicBezTo>
                <a:cubicBezTo>
                  <a:pt x="953269" y="97152"/>
                  <a:pt x="955093" y="96908"/>
                  <a:pt x="956961" y="96419"/>
                </a:cubicBezTo>
                <a:cubicBezTo>
                  <a:pt x="958830" y="95929"/>
                  <a:pt x="960654" y="95261"/>
                  <a:pt x="962433" y="94416"/>
                </a:cubicBezTo>
                <a:cubicBezTo>
                  <a:pt x="964212" y="93570"/>
                  <a:pt x="965881" y="92569"/>
                  <a:pt x="967438" y="91414"/>
                </a:cubicBezTo>
                <a:cubicBezTo>
                  <a:pt x="968995" y="90258"/>
                  <a:pt x="970352" y="89011"/>
                  <a:pt x="971508" y="87676"/>
                </a:cubicBezTo>
                <a:lnTo>
                  <a:pt x="972174" y="88077"/>
                </a:lnTo>
                <a:cubicBezTo>
                  <a:pt x="971730" y="90212"/>
                  <a:pt x="971463" y="92392"/>
                  <a:pt x="971374" y="94615"/>
                </a:cubicBezTo>
                <a:cubicBezTo>
                  <a:pt x="968705" y="96751"/>
                  <a:pt x="965391" y="98574"/>
                  <a:pt x="961431" y="100087"/>
                </a:cubicBezTo>
                <a:cubicBezTo>
                  <a:pt x="957472" y="101599"/>
                  <a:pt x="953358" y="102355"/>
                  <a:pt x="949089" y="102355"/>
                </a:cubicBezTo>
                <a:cubicBezTo>
                  <a:pt x="945263" y="102355"/>
                  <a:pt x="941416" y="101799"/>
                  <a:pt x="937545" y="100687"/>
                </a:cubicBezTo>
                <a:cubicBezTo>
                  <a:pt x="933675" y="99576"/>
                  <a:pt x="930183" y="97708"/>
                  <a:pt x="927069" y="95084"/>
                </a:cubicBezTo>
                <a:cubicBezTo>
                  <a:pt x="923956" y="92458"/>
                  <a:pt x="921443" y="89055"/>
                  <a:pt x="919530" y="84874"/>
                </a:cubicBezTo>
                <a:cubicBezTo>
                  <a:pt x="917618" y="80693"/>
                  <a:pt x="916661" y="75577"/>
                  <a:pt x="916661" y="69528"/>
                </a:cubicBezTo>
                <a:close/>
                <a:moveTo>
                  <a:pt x="1000067" y="19752"/>
                </a:moveTo>
                <a:cubicBezTo>
                  <a:pt x="999799" y="23132"/>
                  <a:pt x="999598" y="26446"/>
                  <a:pt x="999464" y="29693"/>
                </a:cubicBezTo>
                <a:cubicBezTo>
                  <a:pt x="999331" y="32940"/>
                  <a:pt x="999176" y="36210"/>
                  <a:pt x="998998" y="39502"/>
                </a:cubicBezTo>
                <a:cubicBezTo>
                  <a:pt x="999977" y="39502"/>
                  <a:pt x="1001800" y="39479"/>
                  <a:pt x="1004469" y="39434"/>
                </a:cubicBezTo>
                <a:cubicBezTo>
                  <a:pt x="1007138" y="39390"/>
                  <a:pt x="1010030" y="39278"/>
                  <a:pt x="1013144" y="39100"/>
                </a:cubicBezTo>
                <a:cubicBezTo>
                  <a:pt x="1013056" y="39368"/>
                  <a:pt x="1013011" y="39857"/>
                  <a:pt x="1013011" y="40569"/>
                </a:cubicBezTo>
                <a:lnTo>
                  <a:pt x="1013011" y="41904"/>
                </a:lnTo>
                <a:lnTo>
                  <a:pt x="1013011" y="43373"/>
                </a:lnTo>
                <a:cubicBezTo>
                  <a:pt x="1013011" y="43994"/>
                  <a:pt x="1013056" y="44439"/>
                  <a:pt x="1013144" y="44706"/>
                </a:cubicBezTo>
                <a:cubicBezTo>
                  <a:pt x="1011987" y="44617"/>
                  <a:pt x="1010786" y="44550"/>
                  <a:pt x="1009540" y="44507"/>
                </a:cubicBezTo>
                <a:cubicBezTo>
                  <a:pt x="1008295" y="44462"/>
                  <a:pt x="1006960" y="44440"/>
                  <a:pt x="1005536" y="44440"/>
                </a:cubicBezTo>
                <a:lnTo>
                  <a:pt x="998998" y="44440"/>
                </a:lnTo>
                <a:cubicBezTo>
                  <a:pt x="998910" y="44795"/>
                  <a:pt x="998798" y="46219"/>
                  <a:pt x="998664" y="48710"/>
                </a:cubicBezTo>
                <a:cubicBezTo>
                  <a:pt x="998531" y="51201"/>
                  <a:pt x="998419" y="54159"/>
                  <a:pt x="998330" y="57584"/>
                </a:cubicBezTo>
                <a:cubicBezTo>
                  <a:pt x="998242" y="61009"/>
                  <a:pt x="998175" y="64590"/>
                  <a:pt x="998130" y="68327"/>
                </a:cubicBezTo>
                <a:cubicBezTo>
                  <a:pt x="998086" y="72063"/>
                  <a:pt x="998063" y="75399"/>
                  <a:pt x="998063" y="78335"/>
                </a:cubicBezTo>
                <a:cubicBezTo>
                  <a:pt x="998063" y="80826"/>
                  <a:pt x="998130" y="83273"/>
                  <a:pt x="998263" y="85676"/>
                </a:cubicBezTo>
                <a:cubicBezTo>
                  <a:pt x="998397" y="88077"/>
                  <a:pt x="998820" y="90235"/>
                  <a:pt x="999531" y="92147"/>
                </a:cubicBezTo>
                <a:cubicBezTo>
                  <a:pt x="1000244" y="94060"/>
                  <a:pt x="1001312" y="95595"/>
                  <a:pt x="1002734" y="96751"/>
                </a:cubicBezTo>
                <a:cubicBezTo>
                  <a:pt x="1004158" y="97908"/>
                  <a:pt x="1006205" y="98486"/>
                  <a:pt x="1008874" y="98486"/>
                </a:cubicBezTo>
                <a:cubicBezTo>
                  <a:pt x="1009585" y="98486"/>
                  <a:pt x="1010541" y="98397"/>
                  <a:pt x="1011743" y="98219"/>
                </a:cubicBezTo>
                <a:cubicBezTo>
                  <a:pt x="1012944" y="98042"/>
                  <a:pt x="1013989" y="97819"/>
                  <a:pt x="1014879" y="97552"/>
                </a:cubicBezTo>
                <a:lnTo>
                  <a:pt x="1014879" y="100755"/>
                </a:lnTo>
                <a:cubicBezTo>
                  <a:pt x="1013366" y="101022"/>
                  <a:pt x="1011698" y="101355"/>
                  <a:pt x="1009873" y="101754"/>
                </a:cubicBezTo>
                <a:cubicBezTo>
                  <a:pt x="1008050" y="102155"/>
                  <a:pt x="1006294" y="102355"/>
                  <a:pt x="1004604" y="102355"/>
                </a:cubicBezTo>
                <a:cubicBezTo>
                  <a:pt x="998998" y="102355"/>
                  <a:pt x="994861" y="100977"/>
                  <a:pt x="992193" y="98219"/>
                </a:cubicBezTo>
                <a:cubicBezTo>
                  <a:pt x="989524" y="95461"/>
                  <a:pt x="988189" y="91413"/>
                  <a:pt x="988189" y="86075"/>
                </a:cubicBezTo>
                <a:cubicBezTo>
                  <a:pt x="988189" y="83674"/>
                  <a:pt x="988233" y="81072"/>
                  <a:pt x="988322" y="78270"/>
                </a:cubicBezTo>
                <a:cubicBezTo>
                  <a:pt x="988411" y="75467"/>
                  <a:pt x="988523" y="72398"/>
                  <a:pt x="988656" y="69062"/>
                </a:cubicBezTo>
                <a:cubicBezTo>
                  <a:pt x="988789" y="65725"/>
                  <a:pt x="988900" y="62033"/>
                  <a:pt x="988990" y="57985"/>
                </a:cubicBezTo>
                <a:cubicBezTo>
                  <a:pt x="989079" y="53937"/>
                  <a:pt x="989124" y="49422"/>
                  <a:pt x="989124" y="44440"/>
                </a:cubicBezTo>
                <a:lnTo>
                  <a:pt x="984852" y="44440"/>
                </a:lnTo>
                <a:cubicBezTo>
                  <a:pt x="984140" y="44440"/>
                  <a:pt x="983384" y="44462"/>
                  <a:pt x="982583" y="44507"/>
                </a:cubicBezTo>
                <a:cubicBezTo>
                  <a:pt x="981782" y="44550"/>
                  <a:pt x="980937" y="44617"/>
                  <a:pt x="980048" y="44706"/>
                </a:cubicBezTo>
                <a:cubicBezTo>
                  <a:pt x="980138" y="44173"/>
                  <a:pt x="980204" y="43662"/>
                  <a:pt x="980248" y="43173"/>
                </a:cubicBezTo>
                <a:cubicBezTo>
                  <a:pt x="980293" y="42683"/>
                  <a:pt x="980315" y="42171"/>
                  <a:pt x="980315" y="41638"/>
                </a:cubicBezTo>
                <a:cubicBezTo>
                  <a:pt x="980315" y="41192"/>
                  <a:pt x="980293" y="40748"/>
                  <a:pt x="980248" y="40304"/>
                </a:cubicBezTo>
                <a:cubicBezTo>
                  <a:pt x="980204" y="39859"/>
                  <a:pt x="980138" y="39413"/>
                  <a:pt x="980048" y="38968"/>
                </a:cubicBezTo>
                <a:cubicBezTo>
                  <a:pt x="984052" y="39234"/>
                  <a:pt x="986987" y="39367"/>
                  <a:pt x="988855" y="39367"/>
                </a:cubicBezTo>
                <a:cubicBezTo>
                  <a:pt x="988767" y="37589"/>
                  <a:pt x="988700" y="35365"/>
                  <a:pt x="988656" y="32696"/>
                </a:cubicBezTo>
                <a:cubicBezTo>
                  <a:pt x="988611" y="30028"/>
                  <a:pt x="988499" y="27269"/>
                  <a:pt x="988322" y="24421"/>
                </a:cubicBezTo>
                <a:lnTo>
                  <a:pt x="999399" y="19752"/>
                </a:lnTo>
                <a:lnTo>
                  <a:pt x="1000067" y="19752"/>
                </a:lnTo>
                <a:close/>
                <a:moveTo>
                  <a:pt x="1024354" y="88610"/>
                </a:moveTo>
                <a:cubicBezTo>
                  <a:pt x="1024799" y="89501"/>
                  <a:pt x="1025488" y="90480"/>
                  <a:pt x="1026422" y="91547"/>
                </a:cubicBezTo>
                <a:cubicBezTo>
                  <a:pt x="1027356" y="92614"/>
                  <a:pt x="1028468" y="93615"/>
                  <a:pt x="1029758" y="94550"/>
                </a:cubicBezTo>
                <a:cubicBezTo>
                  <a:pt x="1031049" y="95484"/>
                  <a:pt x="1032517" y="96263"/>
                  <a:pt x="1034162" y="96886"/>
                </a:cubicBezTo>
                <a:cubicBezTo>
                  <a:pt x="1035808" y="97507"/>
                  <a:pt x="1037565" y="97818"/>
                  <a:pt x="1039434" y="97818"/>
                </a:cubicBezTo>
                <a:cubicBezTo>
                  <a:pt x="1041124" y="97818"/>
                  <a:pt x="1042748" y="97552"/>
                  <a:pt x="1044305" y="97018"/>
                </a:cubicBezTo>
                <a:cubicBezTo>
                  <a:pt x="1045862" y="96485"/>
                  <a:pt x="1047241" y="95728"/>
                  <a:pt x="1048441" y="94750"/>
                </a:cubicBezTo>
                <a:cubicBezTo>
                  <a:pt x="1049642" y="93771"/>
                  <a:pt x="1050598" y="92525"/>
                  <a:pt x="1051310" y="91013"/>
                </a:cubicBezTo>
                <a:cubicBezTo>
                  <a:pt x="1052022" y="89501"/>
                  <a:pt x="1052379" y="87766"/>
                  <a:pt x="1052379" y="85808"/>
                </a:cubicBezTo>
                <a:cubicBezTo>
                  <a:pt x="1052379" y="83050"/>
                  <a:pt x="1051600" y="80937"/>
                  <a:pt x="1050043" y="79469"/>
                </a:cubicBezTo>
                <a:cubicBezTo>
                  <a:pt x="1048486" y="78002"/>
                  <a:pt x="1046551" y="76801"/>
                  <a:pt x="1044238" y="75867"/>
                </a:cubicBezTo>
                <a:cubicBezTo>
                  <a:pt x="1041925" y="74932"/>
                  <a:pt x="1039389" y="74109"/>
                  <a:pt x="1036630" y="73397"/>
                </a:cubicBezTo>
                <a:cubicBezTo>
                  <a:pt x="1033873" y="72686"/>
                  <a:pt x="1031338" y="71686"/>
                  <a:pt x="1029025" y="70396"/>
                </a:cubicBezTo>
                <a:cubicBezTo>
                  <a:pt x="1026712" y="69105"/>
                  <a:pt x="1024776" y="67392"/>
                  <a:pt x="1023219" y="65258"/>
                </a:cubicBezTo>
                <a:cubicBezTo>
                  <a:pt x="1021662" y="63123"/>
                  <a:pt x="1020884" y="60187"/>
                  <a:pt x="1020884" y="56449"/>
                </a:cubicBezTo>
                <a:cubicBezTo>
                  <a:pt x="1020884" y="53513"/>
                  <a:pt x="1021373" y="50822"/>
                  <a:pt x="1022352" y="48376"/>
                </a:cubicBezTo>
                <a:cubicBezTo>
                  <a:pt x="1023331" y="45929"/>
                  <a:pt x="1024754" y="43816"/>
                  <a:pt x="1026622" y="42037"/>
                </a:cubicBezTo>
                <a:cubicBezTo>
                  <a:pt x="1028490" y="40257"/>
                  <a:pt x="1030803" y="38856"/>
                  <a:pt x="1033562" y="37834"/>
                </a:cubicBezTo>
                <a:cubicBezTo>
                  <a:pt x="1036320" y="36810"/>
                  <a:pt x="1039478" y="36299"/>
                  <a:pt x="1043036" y="36299"/>
                </a:cubicBezTo>
                <a:cubicBezTo>
                  <a:pt x="1046328" y="36299"/>
                  <a:pt x="1049108" y="36744"/>
                  <a:pt x="1051377" y="37634"/>
                </a:cubicBezTo>
                <a:cubicBezTo>
                  <a:pt x="1053645" y="38524"/>
                  <a:pt x="1055803" y="39324"/>
                  <a:pt x="1057850" y="40035"/>
                </a:cubicBezTo>
                <a:cubicBezTo>
                  <a:pt x="1057137" y="41370"/>
                  <a:pt x="1056470" y="43016"/>
                  <a:pt x="1055846" y="44973"/>
                </a:cubicBezTo>
                <a:cubicBezTo>
                  <a:pt x="1055225" y="46931"/>
                  <a:pt x="1054825" y="48443"/>
                  <a:pt x="1054647" y="49510"/>
                </a:cubicBezTo>
                <a:lnTo>
                  <a:pt x="1053045" y="49510"/>
                </a:lnTo>
                <a:cubicBezTo>
                  <a:pt x="1052333" y="47374"/>
                  <a:pt x="1050954" y="45462"/>
                  <a:pt x="1048907" y="43772"/>
                </a:cubicBezTo>
                <a:cubicBezTo>
                  <a:pt x="1046861" y="42082"/>
                  <a:pt x="1044326" y="41236"/>
                  <a:pt x="1041301" y="41236"/>
                </a:cubicBezTo>
                <a:cubicBezTo>
                  <a:pt x="1039967" y="41236"/>
                  <a:pt x="1038633" y="41459"/>
                  <a:pt x="1037298" y="41904"/>
                </a:cubicBezTo>
                <a:cubicBezTo>
                  <a:pt x="1035964" y="42348"/>
                  <a:pt x="1034762" y="43016"/>
                  <a:pt x="1033694" y="43906"/>
                </a:cubicBezTo>
                <a:cubicBezTo>
                  <a:pt x="1032627" y="44795"/>
                  <a:pt x="1031738" y="45952"/>
                  <a:pt x="1031026" y="47376"/>
                </a:cubicBezTo>
                <a:cubicBezTo>
                  <a:pt x="1030315" y="48799"/>
                  <a:pt x="1029959" y="50489"/>
                  <a:pt x="1029959" y="52446"/>
                </a:cubicBezTo>
                <a:cubicBezTo>
                  <a:pt x="1029959" y="55293"/>
                  <a:pt x="1030737" y="57495"/>
                  <a:pt x="1032293" y="59052"/>
                </a:cubicBezTo>
                <a:cubicBezTo>
                  <a:pt x="1033850" y="60609"/>
                  <a:pt x="1035785" y="61833"/>
                  <a:pt x="1038098" y="62723"/>
                </a:cubicBezTo>
                <a:cubicBezTo>
                  <a:pt x="1040412" y="63612"/>
                  <a:pt x="1042947" y="64391"/>
                  <a:pt x="1045704" y="65059"/>
                </a:cubicBezTo>
                <a:cubicBezTo>
                  <a:pt x="1048462" y="65725"/>
                  <a:pt x="1050998" y="66659"/>
                  <a:pt x="1053311" y="67861"/>
                </a:cubicBezTo>
                <a:cubicBezTo>
                  <a:pt x="1055625" y="69061"/>
                  <a:pt x="1057560" y="70728"/>
                  <a:pt x="1059117" y="72864"/>
                </a:cubicBezTo>
                <a:cubicBezTo>
                  <a:pt x="1060674" y="74999"/>
                  <a:pt x="1061452" y="77935"/>
                  <a:pt x="1061452" y="81671"/>
                </a:cubicBezTo>
                <a:cubicBezTo>
                  <a:pt x="1061452" y="84251"/>
                  <a:pt x="1060896" y="86787"/>
                  <a:pt x="1059785" y="89278"/>
                </a:cubicBezTo>
                <a:cubicBezTo>
                  <a:pt x="1058673" y="91769"/>
                  <a:pt x="1057071" y="94016"/>
                  <a:pt x="1054979" y="96018"/>
                </a:cubicBezTo>
                <a:cubicBezTo>
                  <a:pt x="1052888" y="98019"/>
                  <a:pt x="1050375" y="99576"/>
                  <a:pt x="1047439" y="100687"/>
                </a:cubicBezTo>
                <a:cubicBezTo>
                  <a:pt x="1044504" y="101799"/>
                  <a:pt x="1041168" y="102355"/>
                  <a:pt x="1037432" y="102355"/>
                </a:cubicBezTo>
                <a:cubicBezTo>
                  <a:pt x="1033340" y="102355"/>
                  <a:pt x="1029914" y="101955"/>
                  <a:pt x="1027155" y="101154"/>
                </a:cubicBezTo>
                <a:cubicBezTo>
                  <a:pt x="1024398" y="100354"/>
                  <a:pt x="1022085" y="99420"/>
                  <a:pt x="1020216" y="98352"/>
                </a:cubicBezTo>
                <a:cubicBezTo>
                  <a:pt x="1020751" y="97195"/>
                  <a:pt x="1021307" y="95616"/>
                  <a:pt x="1021886" y="93615"/>
                </a:cubicBezTo>
                <a:cubicBezTo>
                  <a:pt x="1022464" y="91613"/>
                  <a:pt x="1022753" y="89945"/>
                  <a:pt x="1022753" y="88610"/>
                </a:cubicBezTo>
                <a:lnTo>
                  <a:pt x="1024354" y="886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thatIpossessthevalueof'SocialPower'becauseit">
            <a:extLst xmlns:a="http://schemas.openxmlformats.org/drawingml/2006/main">
              <a:ext uri="{FF2B5EF4-FFF2-40B4-BE49-F238E27FC236}">
                <a16:creationId xmlns:a16="http://schemas.microsoft.com/office/drawing/2014/main" id="{6942FA0F-4BEC-45C3-A0E0-AABA4F25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70" y="3181870"/>
            <a:ext cx="2924134" cy="136119"/>
          </a:xfrm>
          <a:custGeom xmlns:a="http://schemas.openxmlformats.org/drawingml/2006/main">
            <a:pathLst>
              <a:path w="2924134" h="136119">
                <a:moveTo>
                  <a:pt x="20019" y="19752"/>
                </a:moveTo>
                <a:cubicBezTo>
                  <a:pt x="19751" y="23132"/>
                  <a:pt x="19550" y="26446"/>
                  <a:pt x="19416" y="29693"/>
                </a:cubicBezTo>
                <a:cubicBezTo>
                  <a:pt x="19283" y="32940"/>
                  <a:pt x="19127" y="36210"/>
                  <a:pt x="18950" y="39502"/>
                </a:cubicBezTo>
                <a:cubicBezTo>
                  <a:pt x="19928" y="39502"/>
                  <a:pt x="21752" y="39479"/>
                  <a:pt x="24421" y="39434"/>
                </a:cubicBezTo>
                <a:cubicBezTo>
                  <a:pt x="27090" y="39390"/>
                  <a:pt x="29981" y="39278"/>
                  <a:pt x="33095" y="39100"/>
                </a:cubicBezTo>
                <a:cubicBezTo>
                  <a:pt x="33007" y="39368"/>
                  <a:pt x="32963" y="39857"/>
                  <a:pt x="32963" y="40569"/>
                </a:cubicBezTo>
                <a:lnTo>
                  <a:pt x="32963" y="41904"/>
                </a:lnTo>
                <a:lnTo>
                  <a:pt x="32963" y="43373"/>
                </a:lnTo>
                <a:cubicBezTo>
                  <a:pt x="32963" y="43994"/>
                  <a:pt x="33007" y="44439"/>
                  <a:pt x="33095" y="44706"/>
                </a:cubicBezTo>
                <a:cubicBezTo>
                  <a:pt x="31939" y="44617"/>
                  <a:pt x="30737" y="44550"/>
                  <a:pt x="29491" y="44507"/>
                </a:cubicBezTo>
                <a:cubicBezTo>
                  <a:pt x="28246" y="44462"/>
                  <a:pt x="26912" y="44440"/>
                  <a:pt x="25488" y="44440"/>
                </a:cubicBezTo>
                <a:lnTo>
                  <a:pt x="18950" y="44440"/>
                </a:lnTo>
                <a:cubicBezTo>
                  <a:pt x="18861" y="44795"/>
                  <a:pt x="18750" y="46219"/>
                  <a:pt x="18616" y="48710"/>
                </a:cubicBezTo>
                <a:cubicBezTo>
                  <a:pt x="18483" y="51201"/>
                  <a:pt x="18371" y="54159"/>
                  <a:pt x="18282" y="57584"/>
                </a:cubicBezTo>
                <a:cubicBezTo>
                  <a:pt x="18193" y="61009"/>
                  <a:pt x="18127" y="64590"/>
                  <a:pt x="18082" y="68327"/>
                </a:cubicBezTo>
                <a:cubicBezTo>
                  <a:pt x="18037" y="72063"/>
                  <a:pt x="18015" y="75399"/>
                  <a:pt x="18015" y="78335"/>
                </a:cubicBezTo>
                <a:cubicBezTo>
                  <a:pt x="18015" y="80826"/>
                  <a:pt x="18081" y="83273"/>
                  <a:pt x="18214" y="85676"/>
                </a:cubicBezTo>
                <a:cubicBezTo>
                  <a:pt x="18349" y="88077"/>
                  <a:pt x="18772" y="90235"/>
                  <a:pt x="19483" y="92147"/>
                </a:cubicBezTo>
                <a:cubicBezTo>
                  <a:pt x="20196" y="94060"/>
                  <a:pt x="21263" y="95595"/>
                  <a:pt x="22686" y="96751"/>
                </a:cubicBezTo>
                <a:cubicBezTo>
                  <a:pt x="24110" y="97908"/>
                  <a:pt x="26157" y="98486"/>
                  <a:pt x="28825" y="98486"/>
                </a:cubicBezTo>
                <a:cubicBezTo>
                  <a:pt x="29537" y="98486"/>
                  <a:pt x="30493" y="98397"/>
                  <a:pt x="31695" y="98219"/>
                </a:cubicBezTo>
                <a:cubicBezTo>
                  <a:pt x="32896" y="98042"/>
                  <a:pt x="33941" y="97819"/>
                  <a:pt x="34830" y="97552"/>
                </a:cubicBezTo>
                <a:lnTo>
                  <a:pt x="34830" y="100755"/>
                </a:lnTo>
                <a:cubicBezTo>
                  <a:pt x="33318" y="101022"/>
                  <a:pt x="31650" y="101355"/>
                  <a:pt x="29825" y="101754"/>
                </a:cubicBezTo>
                <a:cubicBezTo>
                  <a:pt x="28002" y="102155"/>
                  <a:pt x="26245" y="102355"/>
                  <a:pt x="24555" y="102355"/>
                </a:cubicBezTo>
                <a:cubicBezTo>
                  <a:pt x="18950" y="102355"/>
                  <a:pt x="14813" y="100977"/>
                  <a:pt x="12144" y="98219"/>
                </a:cubicBezTo>
                <a:cubicBezTo>
                  <a:pt x="9475" y="95461"/>
                  <a:pt x="8141" y="91413"/>
                  <a:pt x="8141" y="86075"/>
                </a:cubicBezTo>
                <a:cubicBezTo>
                  <a:pt x="8141" y="83674"/>
                  <a:pt x="8185" y="81072"/>
                  <a:pt x="8273" y="78270"/>
                </a:cubicBezTo>
                <a:cubicBezTo>
                  <a:pt x="8363" y="75467"/>
                  <a:pt x="8474" y="72398"/>
                  <a:pt x="8607" y="69062"/>
                </a:cubicBezTo>
                <a:cubicBezTo>
                  <a:pt x="8740" y="65725"/>
                  <a:pt x="8852" y="62033"/>
                  <a:pt x="8941" y="57985"/>
                </a:cubicBezTo>
                <a:cubicBezTo>
                  <a:pt x="9031" y="53937"/>
                  <a:pt x="9076" y="49422"/>
                  <a:pt x="9076" y="44440"/>
                </a:cubicBezTo>
                <a:lnTo>
                  <a:pt x="4804" y="44440"/>
                </a:lnTo>
                <a:cubicBezTo>
                  <a:pt x="4092" y="44440"/>
                  <a:pt x="3336" y="44462"/>
                  <a:pt x="2535" y="44507"/>
                </a:cubicBezTo>
                <a:cubicBezTo>
                  <a:pt x="1734" y="44550"/>
                  <a:pt x="889" y="44617"/>
                  <a:pt x="0" y="44706"/>
                </a:cubicBezTo>
                <a:cubicBezTo>
                  <a:pt x="90" y="44173"/>
                  <a:pt x="156" y="43662"/>
                  <a:pt x="200" y="43173"/>
                </a:cubicBezTo>
                <a:cubicBezTo>
                  <a:pt x="244" y="42683"/>
                  <a:pt x="267" y="42171"/>
                  <a:pt x="267" y="41638"/>
                </a:cubicBezTo>
                <a:cubicBezTo>
                  <a:pt x="267" y="41192"/>
                  <a:pt x="244" y="40748"/>
                  <a:pt x="200" y="40304"/>
                </a:cubicBezTo>
                <a:cubicBezTo>
                  <a:pt x="156" y="39859"/>
                  <a:pt x="90" y="39413"/>
                  <a:pt x="0" y="38968"/>
                </a:cubicBezTo>
                <a:cubicBezTo>
                  <a:pt x="4003" y="39234"/>
                  <a:pt x="6939" y="39367"/>
                  <a:pt x="8807" y="39367"/>
                </a:cubicBezTo>
                <a:cubicBezTo>
                  <a:pt x="8719" y="37589"/>
                  <a:pt x="8652" y="35365"/>
                  <a:pt x="8607" y="32696"/>
                </a:cubicBezTo>
                <a:cubicBezTo>
                  <a:pt x="8563" y="30028"/>
                  <a:pt x="8451" y="27269"/>
                  <a:pt x="8273" y="24421"/>
                </a:cubicBezTo>
                <a:lnTo>
                  <a:pt x="19351" y="19752"/>
                </a:lnTo>
                <a:lnTo>
                  <a:pt x="20019" y="19752"/>
                </a:lnTo>
                <a:close/>
                <a:moveTo>
                  <a:pt x="46040" y="38834"/>
                </a:moveTo>
                <a:cubicBezTo>
                  <a:pt x="46040" y="35809"/>
                  <a:pt x="46018" y="32518"/>
                  <a:pt x="45973" y="28960"/>
                </a:cubicBezTo>
                <a:cubicBezTo>
                  <a:pt x="45928" y="25400"/>
                  <a:pt x="45861" y="21886"/>
                  <a:pt x="45771" y="18416"/>
                </a:cubicBezTo>
                <a:cubicBezTo>
                  <a:pt x="45683" y="14946"/>
                  <a:pt x="45572" y="11633"/>
                  <a:pt x="45439" y="8475"/>
                </a:cubicBezTo>
                <a:cubicBezTo>
                  <a:pt x="45306" y="5316"/>
                  <a:pt x="45151" y="2625"/>
                  <a:pt x="44973" y="401"/>
                </a:cubicBezTo>
                <a:cubicBezTo>
                  <a:pt x="47464" y="846"/>
                  <a:pt x="49466" y="1069"/>
                  <a:pt x="50978" y="1069"/>
                </a:cubicBezTo>
                <a:cubicBezTo>
                  <a:pt x="52490" y="1069"/>
                  <a:pt x="54492" y="846"/>
                  <a:pt x="56983" y="401"/>
                </a:cubicBezTo>
                <a:cubicBezTo>
                  <a:pt x="56805" y="2625"/>
                  <a:pt x="56649" y="5294"/>
                  <a:pt x="56515" y="8408"/>
                </a:cubicBezTo>
                <a:cubicBezTo>
                  <a:pt x="56382" y="11522"/>
                  <a:pt x="56270" y="14791"/>
                  <a:pt x="56181" y="18216"/>
                </a:cubicBezTo>
                <a:cubicBezTo>
                  <a:pt x="56092" y="21641"/>
                  <a:pt x="56026" y="25089"/>
                  <a:pt x="55981" y="28559"/>
                </a:cubicBezTo>
                <a:cubicBezTo>
                  <a:pt x="55938" y="32028"/>
                  <a:pt x="55916" y="35232"/>
                  <a:pt x="55916" y="38168"/>
                </a:cubicBezTo>
                <a:lnTo>
                  <a:pt x="55916" y="48308"/>
                </a:lnTo>
                <a:lnTo>
                  <a:pt x="56183" y="48308"/>
                </a:lnTo>
                <a:cubicBezTo>
                  <a:pt x="58674" y="44483"/>
                  <a:pt x="61654" y="41525"/>
                  <a:pt x="65124" y="39434"/>
                </a:cubicBezTo>
                <a:cubicBezTo>
                  <a:pt x="68594" y="37344"/>
                  <a:pt x="72731" y="36299"/>
                  <a:pt x="77535" y="36299"/>
                </a:cubicBezTo>
                <a:cubicBezTo>
                  <a:pt x="80026" y="36299"/>
                  <a:pt x="82539" y="36655"/>
                  <a:pt x="85073" y="37368"/>
                </a:cubicBezTo>
                <a:cubicBezTo>
                  <a:pt x="87609" y="38079"/>
                  <a:pt x="89900" y="39302"/>
                  <a:pt x="91946" y="41037"/>
                </a:cubicBezTo>
                <a:cubicBezTo>
                  <a:pt x="93993" y="42772"/>
                  <a:pt x="95661" y="45130"/>
                  <a:pt x="96951" y="48111"/>
                </a:cubicBezTo>
                <a:cubicBezTo>
                  <a:pt x="98241" y="51091"/>
                  <a:pt x="98885" y="54893"/>
                  <a:pt x="98885" y="59518"/>
                </a:cubicBezTo>
                <a:cubicBezTo>
                  <a:pt x="98885" y="63344"/>
                  <a:pt x="98796" y="67280"/>
                  <a:pt x="98619" y="71328"/>
                </a:cubicBezTo>
                <a:cubicBezTo>
                  <a:pt x="98441" y="75377"/>
                  <a:pt x="98352" y="79670"/>
                  <a:pt x="98352" y="84208"/>
                </a:cubicBezTo>
                <a:lnTo>
                  <a:pt x="98352" y="92880"/>
                </a:lnTo>
                <a:cubicBezTo>
                  <a:pt x="98352" y="94304"/>
                  <a:pt x="98374" y="95706"/>
                  <a:pt x="98419" y="97085"/>
                </a:cubicBezTo>
                <a:cubicBezTo>
                  <a:pt x="98464" y="98464"/>
                  <a:pt x="98530" y="99777"/>
                  <a:pt x="98619" y="101021"/>
                </a:cubicBezTo>
                <a:cubicBezTo>
                  <a:pt x="96839" y="100844"/>
                  <a:pt x="94971" y="100755"/>
                  <a:pt x="93015" y="100755"/>
                </a:cubicBezTo>
                <a:cubicBezTo>
                  <a:pt x="91145" y="100755"/>
                  <a:pt x="89322" y="100844"/>
                  <a:pt x="87543" y="101021"/>
                </a:cubicBezTo>
                <a:cubicBezTo>
                  <a:pt x="87721" y="96395"/>
                  <a:pt x="87921" y="91636"/>
                  <a:pt x="88142" y="86743"/>
                </a:cubicBezTo>
                <a:cubicBezTo>
                  <a:pt x="88365" y="81849"/>
                  <a:pt x="88476" y="76822"/>
                  <a:pt x="88476" y="71662"/>
                </a:cubicBezTo>
                <a:lnTo>
                  <a:pt x="88476" y="63521"/>
                </a:lnTo>
                <a:cubicBezTo>
                  <a:pt x="88476" y="56849"/>
                  <a:pt x="87186" y="51801"/>
                  <a:pt x="84605" y="48376"/>
                </a:cubicBezTo>
                <a:cubicBezTo>
                  <a:pt x="82026" y="44951"/>
                  <a:pt x="78468" y="43238"/>
                  <a:pt x="73931" y="43238"/>
                </a:cubicBezTo>
                <a:cubicBezTo>
                  <a:pt x="67704" y="43238"/>
                  <a:pt x="63145" y="45151"/>
                  <a:pt x="60253" y="48976"/>
                </a:cubicBezTo>
                <a:cubicBezTo>
                  <a:pt x="57362" y="52802"/>
                  <a:pt x="55916" y="58184"/>
                  <a:pt x="55916" y="65124"/>
                </a:cubicBezTo>
                <a:cubicBezTo>
                  <a:pt x="55916" y="67615"/>
                  <a:pt x="55938" y="70507"/>
                  <a:pt x="55981" y="73798"/>
                </a:cubicBezTo>
                <a:cubicBezTo>
                  <a:pt x="56026" y="77090"/>
                  <a:pt x="56092" y="80405"/>
                  <a:pt x="56181" y="83742"/>
                </a:cubicBezTo>
                <a:cubicBezTo>
                  <a:pt x="56270" y="87077"/>
                  <a:pt x="56382" y="90302"/>
                  <a:pt x="56515" y="93416"/>
                </a:cubicBezTo>
                <a:cubicBezTo>
                  <a:pt x="56649" y="96529"/>
                  <a:pt x="56805" y="99064"/>
                  <a:pt x="56983" y="101021"/>
                </a:cubicBezTo>
                <a:cubicBezTo>
                  <a:pt x="54937" y="100844"/>
                  <a:pt x="52936" y="100755"/>
                  <a:pt x="50978" y="100755"/>
                </a:cubicBezTo>
                <a:cubicBezTo>
                  <a:pt x="49020" y="100755"/>
                  <a:pt x="47019" y="100844"/>
                  <a:pt x="44973" y="101021"/>
                </a:cubicBezTo>
                <a:cubicBezTo>
                  <a:pt x="45151" y="98976"/>
                  <a:pt x="45306" y="96396"/>
                  <a:pt x="45439" y="93282"/>
                </a:cubicBezTo>
                <a:cubicBezTo>
                  <a:pt x="45572" y="90167"/>
                  <a:pt x="45683" y="86875"/>
                  <a:pt x="45771" y="83406"/>
                </a:cubicBezTo>
                <a:cubicBezTo>
                  <a:pt x="45861" y="79936"/>
                  <a:pt x="45928" y="76422"/>
                  <a:pt x="45973" y="72864"/>
                </a:cubicBezTo>
                <a:cubicBezTo>
                  <a:pt x="46018" y="69306"/>
                  <a:pt x="46040" y="66014"/>
                  <a:pt x="46040" y="62988"/>
                </a:cubicBezTo>
                <a:lnTo>
                  <a:pt x="46040" y="38834"/>
                </a:lnTo>
                <a:close/>
                <a:moveTo>
                  <a:pt x="153466" y="67794"/>
                </a:moveTo>
                <a:cubicBezTo>
                  <a:pt x="151953" y="68327"/>
                  <a:pt x="150196" y="68772"/>
                  <a:pt x="148194" y="69127"/>
                </a:cubicBezTo>
                <a:cubicBezTo>
                  <a:pt x="146193" y="69483"/>
                  <a:pt x="144169" y="69861"/>
                  <a:pt x="142124" y="70261"/>
                </a:cubicBezTo>
                <a:cubicBezTo>
                  <a:pt x="140078" y="70662"/>
                  <a:pt x="138054" y="71174"/>
                  <a:pt x="136051" y="71797"/>
                </a:cubicBezTo>
                <a:cubicBezTo>
                  <a:pt x="134049" y="72419"/>
                  <a:pt x="132269" y="73264"/>
                  <a:pt x="130712" y="74332"/>
                </a:cubicBezTo>
                <a:cubicBezTo>
                  <a:pt x="129157" y="75399"/>
                  <a:pt x="127911" y="76733"/>
                  <a:pt x="126976" y="78335"/>
                </a:cubicBezTo>
                <a:cubicBezTo>
                  <a:pt x="126042" y="79937"/>
                  <a:pt x="125575" y="81984"/>
                  <a:pt x="125575" y="84475"/>
                </a:cubicBezTo>
                <a:cubicBezTo>
                  <a:pt x="125575" y="88656"/>
                  <a:pt x="126775" y="91814"/>
                  <a:pt x="129177" y="93949"/>
                </a:cubicBezTo>
                <a:cubicBezTo>
                  <a:pt x="131580" y="96085"/>
                  <a:pt x="134249" y="97152"/>
                  <a:pt x="137186" y="97152"/>
                </a:cubicBezTo>
                <a:cubicBezTo>
                  <a:pt x="140566" y="97152"/>
                  <a:pt x="143657" y="96218"/>
                  <a:pt x="146459" y="94351"/>
                </a:cubicBezTo>
                <a:cubicBezTo>
                  <a:pt x="149262" y="92481"/>
                  <a:pt x="151420" y="90301"/>
                  <a:pt x="152932" y="87810"/>
                </a:cubicBezTo>
                <a:lnTo>
                  <a:pt x="153466" y="67794"/>
                </a:lnTo>
                <a:moveTo>
                  <a:pt x="120504" y="44038"/>
                </a:moveTo>
                <a:cubicBezTo>
                  <a:pt x="124508" y="41014"/>
                  <a:pt x="128199" y="38968"/>
                  <a:pt x="131580" y="37901"/>
                </a:cubicBezTo>
                <a:cubicBezTo>
                  <a:pt x="134961" y="36833"/>
                  <a:pt x="138431" y="36299"/>
                  <a:pt x="141989" y="36299"/>
                </a:cubicBezTo>
                <a:cubicBezTo>
                  <a:pt x="145193" y="36299"/>
                  <a:pt x="148129" y="36766"/>
                  <a:pt x="150798" y="37699"/>
                </a:cubicBezTo>
                <a:cubicBezTo>
                  <a:pt x="153467" y="38633"/>
                  <a:pt x="155735" y="39968"/>
                  <a:pt x="157603" y="41703"/>
                </a:cubicBezTo>
                <a:cubicBezTo>
                  <a:pt x="159471" y="43438"/>
                  <a:pt x="160939" y="45529"/>
                  <a:pt x="162006" y="47977"/>
                </a:cubicBezTo>
                <a:cubicBezTo>
                  <a:pt x="163074" y="50423"/>
                  <a:pt x="163608" y="53113"/>
                  <a:pt x="163608" y="56048"/>
                </a:cubicBezTo>
                <a:cubicBezTo>
                  <a:pt x="163608" y="61120"/>
                  <a:pt x="163519" y="66169"/>
                  <a:pt x="163341" y="71196"/>
                </a:cubicBezTo>
                <a:cubicBezTo>
                  <a:pt x="163164" y="76223"/>
                  <a:pt x="163075" y="81538"/>
                  <a:pt x="163075" y="87142"/>
                </a:cubicBezTo>
                <a:cubicBezTo>
                  <a:pt x="163075" y="88211"/>
                  <a:pt x="163097" y="89345"/>
                  <a:pt x="163142" y="90547"/>
                </a:cubicBezTo>
                <a:cubicBezTo>
                  <a:pt x="163187" y="91747"/>
                  <a:pt x="163387" y="92814"/>
                  <a:pt x="163743" y="93748"/>
                </a:cubicBezTo>
                <a:cubicBezTo>
                  <a:pt x="164098" y="94682"/>
                  <a:pt x="164609" y="95460"/>
                  <a:pt x="165276" y="96083"/>
                </a:cubicBezTo>
                <a:cubicBezTo>
                  <a:pt x="165944" y="96707"/>
                  <a:pt x="166945" y="97018"/>
                  <a:pt x="168279" y="97018"/>
                </a:cubicBezTo>
                <a:cubicBezTo>
                  <a:pt x="168725" y="97018"/>
                  <a:pt x="169192" y="96996"/>
                  <a:pt x="169680" y="96951"/>
                </a:cubicBezTo>
                <a:cubicBezTo>
                  <a:pt x="170170" y="96906"/>
                  <a:pt x="170637" y="96751"/>
                  <a:pt x="171081" y="96485"/>
                </a:cubicBezTo>
                <a:lnTo>
                  <a:pt x="171081" y="99421"/>
                </a:lnTo>
                <a:cubicBezTo>
                  <a:pt x="170103" y="99865"/>
                  <a:pt x="168879" y="100220"/>
                  <a:pt x="167412" y="100488"/>
                </a:cubicBezTo>
                <a:cubicBezTo>
                  <a:pt x="165944" y="100755"/>
                  <a:pt x="164321" y="100889"/>
                  <a:pt x="162541" y="100889"/>
                </a:cubicBezTo>
                <a:cubicBezTo>
                  <a:pt x="159694" y="100889"/>
                  <a:pt x="157515" y="100155"/>
                  <a:pt x="156003" y="98688"/>
                </a:cubicBezTo>
                <a:cubicBezTo>
                  <a:pt x="154490" y="97219"/>
                  <a:pt x="153601" y="95328"/>
                  <a:pt x="153333" y="93015"/>
                </a:cubicBezTo>
                <a:cubicBezTo>
                  <a:pt x="150131" y="96217"/>
                  <a:pt x="146973" y="98574"/>
                  <a:pt x="143858" y="100087"/>
                </a:cubicBezTo>
                <a:cubicBezTo>
                  <a:pt x="140744" y="101599"/>
                  <a:pt x="136919" y="102355"/>
                  <a:pt x="132382" y="102355"/>
                </a:cubicBezTo>
                <a:cubicBezTo>
                  <a:pt x="130157" y="102355"/>
                  <a:pt x="127977" y="102044"/>
                  <a:pt x="125841" y="101420"/>
                </a:cubicBezTo>
                <a:cubicBezTo>
                  <a:pt x="123707" y="100799"/>
                  <a:pt x="121817" y="99777"/>
                  <a:pt x="120170" y="98354"/>
                </a:cubicBezTo>
                <a:cubicBezTo>
                  <a:pt x="118525" y="96930"/>
                  <a:pt x="117191" y="95217"/>
                  <a:pt x="116167" y="93216"/>
                </a:cubicBezTo>
                <a:cubicBezTo>
                  <a:pt x="115145" y="91214"/>
                  <a:pt x="114634" y="88923"/>
                  <a:pt x="114634" y="86342"/>
                </a:cubicBezTo>
                <a:cubicBezTo>
                  <a:pt x="114634" y="81004"/>
                  <a:pt x="116302" y="76868"/>
                  <a:pt x="119637" y="73933"/>
                </a:cubicBezTo>
                <a:cubicBezTo>
                  <a:pt x="122974" y="70997"/>
                  <a:pt x="127578" y="69039"/>
                  <a:pt x="133449" y="68060"/>
                </a:cubicBezTo>
                <a:cubicBezTo>
                  <a:pt x="138253" y="67259"/>
                  <a:pt x="142012" y="66570"/>
                  <a:pt x="144726" y="65991"/>
                </a:cubicBezTo>
                <a:cubicBezTo>
                  <a:pt x="147440" y="65413"/>
                  <a:pt x="149441" y="64812"/>
                  <a:pt x="150731" y="64189"/>
                </a:cubicBezTo>
                <a:cubicBezTo>
                  <a:pt x="152020" y="63566"/>
                  <a:pt x="152798" y="62832"/>
                  <a:pt x="153064" y="61988"/>
                </a:cubicBezTo>
                <a:cubicBezTo>
                  <a:pt x="153332" y="61142"/>
                  <a:pt x="153466" y="60052"/>
                  <a:pt x="153466" y="58718"/>
                </a:cubicBezTo>
                <a:cubicBezTo>
                  <a:pt x="153466" y="56494"/>
                  <a:pt x="153199" y="54360"/>
                  <a:pt x="152665" y="52314"/>
                </a:cubicBezTo>
                <a:cubicBezTo>
                  <a:pt x="152132" y="50267"/>
                  <a:pt x="151287" y="48487"/>
                  <a:pt x="150130" y="46975"/>
                </a:cubicBezTo>
                <a:cubicBezTo>
                  <a:pt x="148974" y="45462"/>
                  <a:pt x="147461" y="44239"/>
                  <a:pt x="145593" y="43305"/>
                </a:cubicBezTo>
                <a:cubicBezTo>
                  <a:pt x="143725" y="42371"/>
                  <a:pt x="141457" y="41904"/>
                  <a:pt x="138788" y="41904"/>
                </a:cubicBezTo>
                <a:cubicBezTo>
                  <a:pt x="135229" y="41904"/>
                  <a:pt x="131914" y="42705"/>
                  <a:pt x="128845" y="44307"/>
                </a:cubicBezTo>
                <a:cubicBezTo>
                  <a:pt x="125776" y="45908"/>
                  <a:pt x="123485" y="48131"/>
                  <a:pt x="121973" y="50978"/>
                </a:cubicBezTo>
                <a:lnTo>
                  <a:pt x="120504" y="50978"/>
                </a:lnTo>
                <a:lnTo>
                  <a:pt x="120504" y="44038"/>
                </a:lnTo>
                <a:close/>
                <a:moveTo>
                  <a:pt x="198040" y="19752"/>
                </a:moveTo>
                <a:cubicBezTo>
                  <a:pt x="197772" y="23132"/>
                  <a:pt x="197571" y="26446"/>
                  <a:pt x="197437" y="29693"/>
                </a:cubicBezTo>
                <a:cubicBezTo>
                  <a:pt x="197304" y="32940"/>
                  <a:pt x="197148" y="36210"/>
                  <a:pt x="196970" y="39502"/>
                </a:cubicBezTo>
                <a:cubicBezTo>
                  <a:pt x="197949" y="39502"/>
                  <a:pt x="199773" y="39479"/>
                  <a:pt x="202442" y="39434"/>
                </a:cubicBezTo>
                <a:cubicBezTo>
                  <a:pt x="205111" y="39390"/>
                  <a:pt x="208002" y="39278"/>
                  <a:pt x="211116" y="39100"/>
                </a:cubicBezTo>
                <a:cubicBezTo>
                  <a:pt x="211028" y="39368"/>
                  <a:pt x="210984" y="39857"/>
                  <a:pt x="210984" y="40569"/>
                </a:cubicBezTo>
                <a:lnTo>
                  <a:pt x="210984" y="41904"/>
                </a:lnTo>
                <a:lnTo>
                  <a:pt x="210984" y="43373"/>
                </a:lnTo>
                <a:cubicBezTo>
                  <a:pt x="210984" y="43994"/>
                  <a:pt x="211028" y="44439"/>
                  <a:pt x="211116" y="44706"/>
                </a:cubicBezTo>
                <a:cubicBezTo>
                  <a:pt x="209960" y="44617"/>
                  <a:pt x="208758" y="44550"/>
                  <a:pt x="207512" y="44507"/>
                </a:cubicBezTo>
                <a:cubicBezTo>
                  <a:pt x="206267" y="44462"/>
                  <a:pt x="204933" y="44440"/>
                  <a:pt x="203509" y="44440"/>
                </a:cubicBezTo>
                <a:lnTo>
                  <a:pt x="196970" y="44440"/>
                </a:lnTo>
                <a:cubicBezTo>
                  <a:pt x="196882" y="44795"/>
                  <a:pt x="196771" y="46219"/>
                  <a:pt x="196637" y="48710"/>
                </a:cubicBezTo>
                <a:cubicBezTo>
                  <a:pt x="196503" y="51201"/>
                  <a:pt x="196392" y="54159"/>
                  <a:pt x="196303" y="57584"/>
                </a:cubicBezTo>
                <a:cubicBezTo>
                  <a:pt x="196214" y="61009"/>
                  <a:pt x="196148" y="64590"/>
                  <a:pt x="196103" y="68327"/>
                </a:cubicBezTo>
                <a:cubicBezTo>
                  <a:pt x="196058" y="72063"/>
                  <a:pt x="196036" y="75399"/>
                  <a:pt x="196036" y="78335"/>
                </a:cubicBezTo>
                <a:cubicBezTo>
                  <a:pt x="196036" y="80826"/>
                  <a:pt x="196102" y="83273"/>
                  <a:pt x="196235" y="85676"/>
                </a:cubicBezTo>
                <a:cubicBezTo>
                  <a:pt x="196370" y="88077"/>
                  <a:pt x="196793" y="90235"/>
                  <a:pt x="197504" y="92147"/>
                </a:cubicBezTo>
                <a:cubicBezTo>
                  <a:pt x="198217" y="94060"/>
                  <a:pt x="199284" y="95595"/>
                  <a:pt x="200707" y="96751"/>
                </a:cubicBezTo>
                <a:cubicBezTo>
                  <a:pt x="202131" y="97908"/>
                  <a:pt x="204177" y="98486"/>
                  <a:pt x="206846" y="98486"/>
                </a:cubicBezTo>
                <a:cubicBezTo>
                  <a:pt x="207558" y="98486"/>
                  <a:pt x="208514" y="98397"/>
                  <a:pt x="209715" y="98219"/>
                </a:cubicBezTo>
                <a:cubicBezTo>
                  <a:pt x="210917" y="98042"/>
                  <a:pt x="211962" y="97819"/>
                  <a:pt x="212851" y="97552"/>
                </a:cubicBezTo>
                <a:lnTo>
                  <a:pt x="212851" y="100755"/>
                </a:lnTo>
                <a:cubicBezTo>
                  <a:pt x="211339" y="101022"/>
                  <a:pt x="209671" y="101355"/>
                  <a:pt x="207846" y="101754"/>
                </a:cubicBezTo>
                <a:cubicBezTo>
                  <a:pt x="206023" y="102155"/>
                  <a:pt x="204266" y="102355"/>
                  <a:pt x="202576" y="102355"/>
                </a:cubicBezTo>
                <a:cubicBezTo>
                  <a:pt x="196971" y="102355"/>
                  <a:pt x="192834" y="100977"/>
                  <a:pt x="190165" y="98219"/>
                </a:cubicBezTo>
                <a:cubicBezTo>
                  <a:pt x="187496" y="95461"/>
                  <a:pt x="186162" y="91413"/>
                  <a:pt x="186162" y="86075"/>
                </a:cubicBezTo>
                <a:cubicBezTo>
                  <a:pt x="186162" y="83674"/>
                  <a:pt x="186206" y="81072"/>
                  <a:pt x="186294" y="78270"/>
                </a:cubicBezTo>
                <a:cubicBezTo>
                  <a:pt x="186384" y="75467"/>
                  <a:pt x="186495" y="72398"/>
                  <a:pt x="186628" y="69062"/>
                </a:cubicBezTo>
                <a:cubicBezTo>
                  <a:pt x="186761" y="65725"/>
                  <a:pt x="186873" y="62033"/>
                  <a:pt x="186962" y="57985"/>
                </a:cubicBezTo>
                <a:cubicBezTo>
                  <a:pt x="187052" y="53937"/>
                  <a:pt x="187097" y="49422"/>
                  <a:pt x="187097" y="44440"/>
                </a:cubicBezTo>
                <a:lnTo>
                  <a:pt x="182824" y="44440"/>
                </a:lnTo>
                <a:cubicBezTo>
                  <a:pt x="182113" y="44440"/>
                  <a:pt x="181357" y="44462"/>
                  <a:pt x="180556" y="44507"/>
                </a:cubicBezTo>
                <a:cubicBezTo>
                  <a:pt x="179755" y="44550"/>
                  <a:pt x="178910" y="44617"/>
                  <a:pt x="178021" y="44706"/>
                </a:cubicBezTo>
                <a:cubicBezTo>
                  <a:pt x="178111" y="44173"/>
                  <a:pt x="178177" y="43662"/>
                  <a:pt x="178220" y="43173"/>
                </a:cubicBezTo>
                <a:cubicBezTo>
                  <a:pt x="178265" y="42683"/>
                  <a:pt x="178288" y="42171"/>
                  <a:pt x="178288" y="41638"/>
                </a:cubicBezTo>
                <a:cubicBezTo>
                  <a:pt x="178288" y="41192"/>
                  <a:pt x="178265" y="40748"/>
                  <a:pt x="178220" y="40304"/>
                </a:cubicBezTo>
                <a:cubicBezTo>
                  <a:pt x="178177" y="39859"/>
                  <a:pt x="178111" y="39413"/>
                  <a:pt x="178021" y="38968"/>
                </a:cubicBezTo>
                <a:cubicBezTo>
                  <a:pt x="182024" y="39234"/>
                  <a:pt x="184960" y="39367"/>
                  <a:pt x="186828" y="39367"/>
                </a:cubicBezTo>
                <a:cubicBezTo>
                  <a:pt x="186740" y="37589"/>
                  <a:pt x="186673" y="35365"/>
                  <a:pt x="186628" y="32696"/>
                </a:cubicBezTo>
                <a:cubicBezTo>
                  <a:pt x="186583" y="30028"/>
                  <a:pt x="186472" y="27269"/>
                  <a:pt x="186294" y="24421"/>
                </a:cubicBezTo>
                <a:lnTo>
                  <a:pt x="197372" y="19752"/>
                </a:lnTo>
                <a:lnTo>
                  <a:pt x="198040" y="19752"/>
                </a:lnTo>
                <a:close/>
                <a:moveTo>
                  <a:pt x="263029" y="43906"/>
                </a:moveTo>
                <a:cubicBezTo>
                  <a:pt x="263029" y="38033"/>
                  <a:pt x="262918" y="32273"/>
                  <a:pt x="262695" y="26624"/>
                </a:cubicBezTo>
                <a:cubicBezTo>
                  <a:pt x="262472" y="20974"/>
                  <a:pt x="262227" y="15214"/>
                  <a:pt x="261960" y="9342"/>
                </a:cubicBezTo>
                <a:cubicBezTo>
                  <a:pt x="263117" y="9520"/>
                  <a:pt x="264228" y="9676"/>
                  <a:pt x="265295" y="9811"/>
                </a:cubicBezTo>
                <a:cubicBezTo>
                  <a:pt x="266364" y="9944"/>
                  <a:pt x="267432" y="10010"/>
                  <a:pt x="268501" y="10010"/>
                </a:cubicBezTo>
                <a:cubicBezTo>
                  <a:pt x="269568" y="10010"/>
                  <a:pt x="270635" y="9944"/>
                  <a:pt x="271702" y="9811"/>
                </a:cubicBezTo>
                <a:cubicBezTo>
                  <a:pt x="272770" y="9676"/>
                  <a:pt x="273882" y="9520"/>
                  <a:pt x="275039" y="9342"/>
                </a:cubicBezTo>
                <a:cubicBezTo>
                  <a:pt x="274772" y="15214"/>
                  <a:pt x="274527" y="20974"/>
                  <a:pt x="274304" y="26624"/>
                </a:cubicBezTo>
                <a:cubicBezTo>
                  <a:pt x="274081" y="32273"/>
                  <a:pt x="273970" y="38033"/>
                  <a:pt x="273970" y="43906"/>
                </a:cubicBezTo>
                <a:lnTo>
                  <a:pt x="273970" y="66859"/>
                </a:lnTo>
                <a:cubicBezTo>
                  <a:pt x="273970" y="72730"/>
                  <a:pt x="274081" y="78513"/>
                  <a:pt x="274304" y="84208"/>
                </a:cubicBezTo>
                <a:cubicBezTo>
                  <a:pt x="274527" y="89901"/>
                  <a:pt x="274772" y="95506"/>
                  <a:pt x="275039" y="101021"/>
                </a:cubicBezTo>
                <a:cubicBezTo>
                  <a:pt x="272992" y="100844"/>
                  <a:pt x="270812" y="100755"/>
                  <a:pt x="268501" y="100755"/>
                </a:cubicBezTo>
                <a:cubicBezTo>
                  <a:pt x="266187" y="100755"/>
                  <a:pt x="264007" y="100844"/>
                  <a:pt x="261960" y="101021"/>
                </a:cubicBezTo>
                <a:cubicBezTo>
                  <a:pt x="262227" y="95506"/>
                  <a:pt x="262472" y="89901"/>
                  <a:pt x="262695" y="84208"/>
                </a:cubicBezTo>
                <a:cubicBezTo>
                  <a:pt x="262918" y="78513"/>
                  <a:pt x="263029" y="72730"/>
                  <a:pt x="263029" y="66859"/>
                </a:cubicBezTo>
                <a:lnTo>
                  <a:pt x="263029" y="43906"/>
                </a:lnTo>
                <a:close/>
                <a:moveTo>
                  <a:pt x="332822" y="76466"/>
                </a:moveTo>
                <a:cubicBezTo>
                  <a:pt x="332822" y="73441"/>
                  <a:pt x="332800" y="70150"/>
                  <a:pt x="332755" y="66592"/>
                </a:cubicBezTo>
                <a:cubicBezTo>
                  <a:pt x="332710" y="63033"/>
                  <a:pt x="332643" y="59496"/>
                  <a:pt x="332553" y="55983"/>
                </a:cubicBezTo>
                <a:cubicBezTo>
                  <a:pt x="332465" y="52469"/>
                  <a:pt x="332355" y="49110"/>
                  <a:pt x="332222" y="45908"/>
                </a:cubicBezTo>
                <a:cubicBezTo>
                  <a:pt x="332089" y="42704"/>
                  <a:pt x="331933" y="39945"/>
                  <a:pt x="331755" y="37632"/>
                </a:cubicBezTo>
                <a:cubicBezTo>
                  <a:pt x="334246" y="38078"/>
                  <a:pt x="336248" y="38300"/>
                  <a:pt x="337760" y="38300"/>
                </a:cubicBezTo>
                <a:cubicBezTo>
                  <a:pt x="339272" y="38300"/>
                  <a:pt x="341274" y="38078"/>
                  <a:pt x="343765" y="37632"/>
                </a:cubicBezTo>
                <a:cubicBezTo>
                  <a:pt x="343410" y="39945"/>
                  <a:pt x="343143" y="42170"/>
                  <a:pt x="342965" y="44305"/>
                </a:cubicBezTo>
                <a:cubicBezTo>
                  <a:pt x="342787" y="46441"/>
                  <a:pt x="342698" y="48576"/>
                  <a:pt x="342698" y="50711"/>
                </a:cubicBezTo>
                <a:lnTo>
                  <a:pt x="342965" y="50711"/>
                </a:lnTo>
                <a:cubicBezTo>
                  <a:pt x="343587" y="49287"/>
                  <a:pt x="344476" y="47753"/>
                  <a:pt x="345632" y="46107"/>
                </a:cubicBezTo>
                <a:cubicBezTo>
                  <a:pt x="346789" y="44462"/>
                  <a:pt x="348279" y="42906"/>
                  <a:pt x="350102" y="41438"/>
                </a:cubicBezTo>
                <a:cubicBezTo>
                  <a:pt x="351927" y="39969"/>
                  <a:pt x="354128" y="38745"/>
                  <a:pt x="356708" y="37767"/>
                </a:cubicBezTo>
                <a:cubicBezTo>
                  <a:pt x="359288" y="36788"/>
                  <a:pt x="362225" y="36299"/>
                  <a:pt x="365517" y="36299"/>
                </a:cubicBezTo>
                <a:cubicBezTo>
                  <a:pt x="368898" y="36299"/>
                  <a:pt x="372234" y="36944"/>
                  <a:pt x="375525" y="38235"/>
                </a:cubicBezTo>
                <a:cubicBezTo>
                  <a:pt x="378817" y="39525"/>
                  <a:pt x="381731" y="41504"/>
                  <a:pt x="384267" y="44173"/>
                </a:cubicBezTo>
                <a:cubicBezTo>
                  <a:pt x="386802" y="46842"/>
                  <a:pt x="388849" y="50245"/>
                  <a:pt x="390406" y="54383"/>
                </a:cubicBezTo>
                <a:cubicBezTo>
                  <a:pt x="391963" y="58519"/>
                  <a:pt x="392742" y="63434"/>
                  <a:pt x="392742" y="69127"/>
                </a:cubicBezTo>
                <a:cubicBezTo>
                  <a:pt x="392742" y="74821"/>
                  <a:pt x="391896" y="79759"/>
                  <a:pt x="390204" y="83941"/>
                </a:cubicBezTo>
                <a:cubicBezTo>
                  <a:pt x="388514" y="88122"/>
                  <a:pt x="386312" y="91592"/>
                  <a:pt x="383599" y="94351"/>
                </a:cubicBezTo>
                <a:cubicBezTo>
                  <a:pt x="380885" y="97108"/>
                  <a:pt x="377793" y="99131"/>
                  <a:pt x="374323" y="100421"/>
                </a:cubicBezTo>
                <a:cubicBezTo>
                  <a:pt x="370855" y="101710"/>
                  <a:pt x="367386" y="102355"/>
                  <a:pt x="363916" y="102355"/>
                </a:cubicBezTo>
                <a:cubicBezTo>
                  <a:pt x="354130" y="102355"/>
                  <a:pt x="347146" y="98130"/>
                  <a:pt x="342965" y="89679"/>
                </a:cubicBezTo>
                <a:lnTo>
                  <a:pt x="342698" y="89679"/>
                </a:lnTo>
                <a:lnTo>
                  <a:pt x="342698" y="98085"/>
                </a:lnTo>
                <a:cubicBezTo>
                  <a:pt x="342698" y="100932"/>
                  <a:pt x="342720" y="104112"/>
                  <a:pt x="342763" y="107627"/>
                </a:cubicBezTo>
                <a:cubicBezTo>
                  <a:pt x="342808" y="111142"/>
                  <a:pt x="342875" y="114634"/>
                  <a:pt x="342963" y="118104"/>
                </a:cubicBezTo>
                <a:cubicBezTo>
                  <a:pt x="343052" y="121573"/>
                  <a:pt x="343164" y="124887"/>
                  <a:pt x="343297" y="128045"/>
                </a:cubicBezTo>
                <a:cubicBezTo>
                  <a:pt x="343431" y="131204"/>
                  <a:pt x="343587" y="133895"/>
                  <a:pt x="343765" y="136119"/>
                </a:cubicBezTo>
                <a:cubicBezTo>
                  <a:pt x="341274" y="135673"/>
                  <a:pt x="339272" y="135451"/>
                  <a:pt x="337760" y="135451"/>
                </a:cubicBezTo>
                <a:cubicBezTo>
                  <a:pt x="336248" y="135451"/>
                  <a:pt x="334246" y="135673"/>
                  <a:pt x="331755" y="136119"/>
                </a:cubicBezTo>
                <a:cubicBezTo>
                  <a:pt x="331933" y="133895"/>
                  <a:pt x="332089" y="131204"/>
                  <a:pt x="332222" y="128045"/>
                </a:cubicBezTo>
                <a:cubicBezTo>
                  <a:pt x="332355" y="124887"/>
                  <a:pt x="332465" y="121573"/>
                  <a:pt x="332553" y="118104"/>
                </a:cubicBezTo>
                <a:cubicBezTo>
                  <a:pt x="332643" y="114634"/>
                  <a:pt x="332710" y="111142"/>
                  <a:pt x="332755" y="107627"/>
                </a:cubicBezTo>
                <a:cubicBezTo>
                  <a:pt x="332800" y="104112"/>
                  <a:pt x="332822" y="100932"/>
                  <a:pt x="332822" y="98085"/>
                </a:cubicBezTo>
                <a:lnTo>
                  <a:pt x="332822" y="76466"/>
                </a:lnTo>
                <a:moveTo>
                  <a:pt x="380996" y="68993"/>
                </a:moveTo>
                <a:cubicBezTo>
                  <a:pt x="380996" y="63655"/>
                  <a:pt x="380440" y="59251"/>
                  <a:pt x="379329" y="55782"/>
                </a:cubicBezTo>
                <a:cubicBezTo>
                  <a:pt x="378217" y="52312"/>
                  <a:pt x="376793" y="49532"/>
                  <a:pt x="375059" y="47441"/>
                </a:cubicBezTo>
                <a:cubicBezTo>
                  <a:pt x="373324" y="45350"/>
                  <a:pt x="371344" y="43905"/>
                  <a:pt x="369119" y="43106"/>
                </a:cubicBezTo>
                <a:cubicBezTo>
                  <a:pt x="366895" y="42305"/>
                  <a:pt x="364716" y="41904"/>
                  <a:pt x="362580" y="41904"/>
                </a:cubicBezTo>
                <a:cubicBezTo>
                  <a:pt x="359022" y="41904"/>
                  <a:pt x="355975" y="42661"/>
                  <a:pt x="353439" y="44173"/>
                </a:cubicBezTo>
                <a:cubicBezTo>
                  <a:pt x="350904" y="45685"/>
                  <a:pt x="348835" y="47709"/>
                  <a:pt x="347233" y="50245"/>
                </a:cubicBezTo>
                <a:cubicBezTo>
                  <a:pt x="345632" y="52779"/>
                  <a:pt x="344477" y="55760"/>
                  <a:pt x="343765" y="59186"/>
                </a:cubicBezTo>
                <a:cubicBezTo>
                  <a:pt x="343054" y="62611"/>
                  <a:pt x="342698" y="66236"/>
                  <a:pt x="342698" y="70062"/>
                </a:cubicBezTo>
                <a:cubicBezTo>
                  <a:pt x="342698" y="88566"/>
                  <a:pt x="349193" y="97818"/>
                  <a:pt x="362181" y="97818"/>
                </a:cubicBezTo>
                <a:cubicBezTo>
                  <a:pt x="365384" y="97818"/>
                  <a:pt x="368163" y="97085"/>
                  <a:pt x="370520" y="95617"/>
                </a:cubicBezTo>
                <a:cubicBezTo>
                  <a:pt x="372878" y="94150"/>
                  <a:pt x="374835" y="92104"/>
                  <a:pt x="376392" y="89480"/>
                </a:cubicBezTo>
                <a:cubicBezTo>
                  <a:pt x="377949" y="86854"/>
                  <a:pt x="379106" y="83785"/>
                  <a:pt x="379862" y="80272"/>
                </a:cubicBezTo>
                <a:cubicBezTo>
                  <a:pt x="380618" y="76757"/>
                  <a:pt x="380996" y="72998"/>
                  <a:pt x="380996" y="68993"/>
                </a:cubicBezTo>
                <a:close/>
                <a:moveTo>
                  <a:pt x="414760" y="69528"/>
                </a:moveTo>
                <a:cubicBezTo>
                  <a:pt x="414760" y="73264"/>
                  <a:pt x="415093" y="76867"/>
                  <a:pt x="415760" y="80337"/>
                </a:cubicBezTo>
                <a:cubicBezTo>
                  <a:pt x="416427" y="83807"/>
                  <a:pt x="417562" y="86898"/>
                  <a:pt x="419162" y="89612"/>
                </a:cubicBezTo>
                <a:cubicBezTo>
                  <a:pt x="420764" y="92326"/>
                  <a:pt x="422899" y="94484"/>
                  <a:pt x="425568" y="96085"/>
                </a:cubicBezTo>
                <a:cubicBezTo>
                  <a:pt x="428237" y="97686"/>
                  <a:pt x="431529" y="98486"/>
                  <a:pt x="435444" y="98486"/>
                </a:cubicBezTo>
                <a:cubicBezTo>
                  <a:pt x="439359" y="98486"/>
                  <a:pt x="442651" y="97686"/>
                  <a:pt x="445320" y="96085"/>
                </a:cubicBezTo>
                <a:cubicBezTo>
                  <a:pt x="447989" y="94484"/>
                  <a:pt x="450124" y="92326"/>
                  <a:pt x="451724" y="89612"/>
                </a:cubicBezTo>
                <a:cubicBezTo>
                  <a:pt x="453326" y="86898"/>
                  <a:pt x="454460" y="83807"/>
                  <a:pt x="455127" y="80337"/>
                </a:cubicBezTo>
                <a:cubicBezTo>
                  <a:pt x="455795" y="76867"/>
                  <a:pt x="456129" y="73264"/>
                  <a:pt x="456129" y="69528"/>
                </a:cubicBezTo>
                <a:cubicBezTo>
                  <a:pt x="456129" y="65791"/>
                  <a:pt x="455795" y="62188"/>
                  <a:pt x="455127" y="58718"/>
                </a:cubicBezTo>
                <a:cubicBezTo>
                  <a:pt x="454460" y="55248"/>
                  <a:pt x="453326" y="52157"/>
                  <a:pt x="451724" y="49445"/>
                </a:cubicBezTo>
                <a:cubicBezTo>
                  <a:pt x="450124" y="46731"/>
                  <a:pt x="447989" y="44573"/>
                  <a:pt x="445320" y="42971"/>
                </a:cubicBezTo>
                <a:cubicBezTo>
                  <a:pt x="442651" y="41370"/>
                  <a:pt x="439359" y="40569"/>
                  <a:pt x="435444" y="40569"/>
                </a:cubicBezTo>
                <a:cubicBezTo>
                  <a:pt x="431529" y="40569"/>
                  <a:pt x="428237" y="41370"/>
                  <a:pt x="425568" y="42971"/>
                </a:cubicBezTo>
                <a:cubicBezTo>
                  <a:pt x="422899" y="44573"/>
                  <a:pt x="420764" y="46731"/>
                  <a:pt x="419162" y="49445"/>
                </a:cubicBezTo>
                <a:cubicBezTo>
                  <a:pt x="417562" y="52157"/>
                  <a:pt x="416427" y="55248"/>
                  <a:pt x="415760" y="58718"/>
                </a:cubicBezTo>
                <a:cubicBezTo>
                  <a:pt x="415093" y="62188"/>
                  <a:pt x="414760" y="65791"/>
                  <a:pt x="414760" y="69528"/>
                </a:cubicBezTo>
                <a:moveTo>
                  <a:pt x="403017" y="69528"/>
                </a:moveTo>
                <a:cubicBezTo>
                  <a:pt x="403017" y="63478"/>
                  <a:pt x="403973" y="58340"/>
                  <a:pt x="405886" y="54114"/>
                </a:cubicBezTo>
                <a:cubicBezTo>
                  <a:pt x="407798" y="49888"/>
                  <a:pt x="410311" y="46463"/>
                  <a:pt x="413424" y="43839"/>
                </a:cubicBezTo>
                <a:cubicBezTo>
                  <a:pt x="416538" y="41215"/>
                  <a:pt x="420030" y="39302"/>
                  <a:pt x="423901" y="38101"/>
                </a:cubicBezTo>
                <a:cubicBezTo>
                  <a:pt x="427771" y="36899"/>
                  <a:pt x="431619" y="36299"/>
                  <a:pt x="435444" y="36299"/>
                </a:cubicBezTo>
                <a:cubicBezTo>
                  <a:pt x="439359" y="36299"/>
                  <a:pt x="443230" y="36899"/>
                  <a:pt x="447055" y="38101"/>
                </a:cubicBezTo>
                <a:cubicBezTo>
                  <a:pt x="450880" y="39302"/>
                  <a:pt x="454350" y="41215"/>
                  <a:pt x="457462" y="43839"/>
                </a:cubicBezTo>
                <a:cubicBezTo>
                  <a:pt x="460576" y="46463"/>
                  <a:pt x="463090" y="49888"/>
                  <a:pt x="465003" y="54114"/>
                </a:cubicBezTo>
                <a:cubicBezTo>
                  <a:pt x="466915" y="58340"/>
                  <a:pt x="467872" y="63478"/>
                  <a:pt x="467872" y="69528"/>
                </a:cubicBezTo>
                <a:cubicBezTo>
                  <a:pt x="467872" y="75577"/>
                  <a:pt x="466915" y="80715"/>
                  <a:pt x="465003" y="84941"/>
                </a:cubicBezTo>
                <a:cubicBezTo>
                  <a:pt x="463090" y="89167"/>
                  <a:pt x="460576" y="92593"/>
                  <a:pt x="457462" y="95218"/>
                </a:cubicBezTo>
                <a:cubicBezTo>
                  <a:pt x="454350" y="97842"/>
                  <a:pt x="450880" y="99688"/>
                  <a:pt x="447055" y="100755"/>
                </a:cubicBezTo>
                <a:cubicBezTo>
                  <a:pt x="443230" y="101822"/>
                  <a:pt x="439359" y="102355"/>
                  <a:pt x="435444" y="102355"/>
                </a:cubicBezTo>
                <a:cubicBezTo>
                  <a:pt x="431619" y="102355"/>
                  <a:pt x="427771" y="101822"/>
                  <a:pt x="423901" y="100755"/>
                </a:cubicBezTo>
                <a:cubicBezTo>
                  <a:pt x="420030" y="99688"/>
                  <a:pt x="416538" y="97842"/>
                  <a:pt x="413424" y="95218"/>
                </a:cubicBezTo>
                <a:cubicBezTo>
                  <a:pt x="410311" y="92593"/>
                  <a:pt x="407798" y="89167"/>
                  <a:pt x="405886" y="84941"/>
                </a:cubicBezTo>
                <a:cubicBezTo>
                  <a:pt x="403973" y="80715"/>
                  <a:pt x="403017" y="75577"/>
                  <a:pt x="403017" y="69528"/>
                </a:cubicBezTo>
                <a:close/>
                <a:moveTo>
                  <a:pt x="482018" y="88610"/>
                </a:moveTo>
                <a:cubicBezTo>
                  <a:pt x="482463" y="89501"/>
                  <a:pt x="483153" y="90480"/>
                  <a:pt x="484087" y="91547"/>
                </a:cubicBezTo>
                <a:cubicBezTo>
                  <a:pt x="485021" y="92614"/>
                  <a:pt x="486132" y="93615"/>
                  <a:pt x="487422" y="94550"/>
                </a:cubicBezTo>
                <a:cubicBezTo>
                  <a:pt x="488713" y="95484"/>
                  <a:pt x="490181" y="96263"/>
                  <a:pt x="491826" y="96886"/>
                </a:cubicBezTo>
                <a:cubicBezTo>
                  <a:pt x="493472" y="97507"/>
                  <a:pt x="495229" y="97818"/>
                  <a:pt x="497098" y="97818"/>
                </a:cubicBezTo>
                <a:cubicBezTo>
                  <a:pt x="498788" y="97818"/>
                  <a:pt x="500412" y="97552"/>
                  <a:pt x="501969" y="97018"/>
                </a:cubicBezTo>
                <a:cubicBezTo>
                  <a:pt x="503526" y="96485"/>
                  <a:pt x="504905" y="95728"/>
                  <a:pt x="506105" y="94750"/>
                </a:cubicBezTo>
                <a:cubicBezTo>
                  <a:pt x="507306" y="93771"/>
                  <a:pt x="508262" y="92525"/>
                  <a:pt x="508974" y="91013"/>
                </a:cubicBezTo>
                <a:cubicBezTo>
                  <a:pt x="509687" y="89501"/>
                  <a:pt x="510043" y="87766"/>
                  <a:pt x="510043" y="85808"/>
                </a:cubicBezTo>
                <a:cubicBezTo>
                  <a:pt x="510043" y="83050"/>
                  <a:pt x="509264" y="80937"/>
                  <a:pt x="507707" y="79469"/>
                </a:cubicBezTo>
                <a:cubicBezTo>
                  <a:pt x="506150" y="78002"/>
                  <a:pt x="504215" y="76801"/>
                  <a:pt x="501902" y="75867"/>
                </a:cubicBezTo>
                <a:cubicBezTo>
                  <a:pt x="499589" y="74932"/>
                  <a:pt x="497053" y="74109"/>
                  <a:pt x="494294" y="73397"/>
                </a:cubicBezTo>
                <a:cubicBezTo>
                  <a:pt x="491537" y="72686"/>
                  <a:pt x="489002" y="71686"/>
                  <a:pt x="486689" y="70396"/>
                </a:cubicBezTo>
                <a:cubicBezTo>
                  <a:pt x="484376" y="69105"/>
                  <a:pt x="482441" y="67392"/>
                  <a:pt x="480883" y="65258"/>
                </a:cubicBezTo>
                <a:cubicBezTo>
                  <a:pt x="479326" y="63123"/>
                  <a:pt x="478548" y="60187"/>
                  <a:pt x="478548" y="56449"/>
                </a:cubicBezTo>
                <a:cubicBezTo>
                  <a:pt x="478548" y="53513"/>
                  <a:pt x="479037" y="50822"/>
                  <a:pt x="480016" y="48376"/>
                </a:cubicBezTo>
                <a:cubicBezTo>
                  <a:pt x="480995" y="45929"/>
                  <a:pt x="482418" y="43816"/>
                  <a:pt x="484286" y="42037"/>
                </a:cubicBezTo>
                <a:cubicBezTo>
                  <a:pt x="486154" y="40257"/>
                  <a:pt x="488467" y="38856"/>
                  <a:pt x="491226" y="37834"/>
                </a:cubicBezTo>
                <a:cubicBezTo>
                  <a:pt x="493984" y="36810"/>
                  <a:pt x="497142" y="36299"/>
                  <a:pt x="500700" y="36299"/>
                </a:cubicBezTo>
                <a:cubicBezTo>
                  <a:pt x="503992" y="36299"/>
                  <a:pt x="506773" y="36744"/>
                  <a:pt x="509041" y="37634"/>
                </a:cubicBezTo>
                <a:cubicBezTo>
                  <a:pt x="511309" y="38524"/>
                  <a:pt x="513467" y="39324"/>
                  <a:pt x="515514" y="40035"/>
                </a:cubicBezTo>
                <a:cubicBezTo>
                  <a:pt x="514802" y="41370"/>
                  <a:pt x="514134" y="43016"/>
                  <a:pt x="513511" y="44973"/>
                </a:cubicBezTo>
                <a:cubicBezTo>
                  <a:pt x="512889" y="46931"/>
                  <a:pt x="512489" y="48443"/>
                  <a:pt x="512311" y="49510"/>
                </a:cubicBezTo>
                <a:lnTo>
                  <a:pt x="510709" y="49510"/>
                </a:lnTo>
                <a:cubicBezTo>
                  <a:pt x="509997" y="47374"/>
                  <a:pt x="508618" y="45462"/>
                  <a:pt x="506571" y="43772"/>
                </a:cubicBezTo>
                <a:cubicBezTo>
                  <a:pt x="504525" y="42082"/>
                  <a:pt x="501990" y="41236"/>
                  <a:pt x="498966" y="41236"/>
                </a:cubicBezTo>
                <a:cubicBezTo>
                  <a:pt x="497631" y="41236"/>
                  <a:pt x="496297" y="41459"/>
                  <a:pt x="494962" y="41904"/>
                </a:cubicBezTo>
                <a:cubicBezTo>
                  <a:pt x="493628" y="42348"/>
                  <a:pt x="492426" y="43016"/>
                  <a:pt x="491358" y="43906"/>
                </a:cubicBezTo>
                <a:cubicBezTo>
                  <a:pt x="490291" y="44795"/>
                  <a:pt x="489402" y="45952"/>
                  <a:pt x="488691" y="47376"/>
                </a:cubicBezTo>
                <a:cubicBezTo>
                  <a:pt x="487979" y="48799"/>
                  <a:pt x="487624" y="50489"/>
                  <a:pt x="487624" y="52446"/>
                </a:cubicBezTo>
                <a:cubicBezTo>
                  <a:pt x="487624" y="55293"/>
                  <a:pt x="488401" y="57495"/>
                  <a:pt x="489957" y="59052"/>
                </a:cubicBezTo>
                <a:cubicBezTo>
                  <a:pt x="491514" y="60609"/>
                  <a:pt x="493449" y="61833"/>
                  <a:pt x="495763" y="62723"/>
                </a:cubicBezTo>
                <a:cubicBezTo>
                  <a:pt x="498076" y="63612"/>
                  <a:pt x="500611" y="64391"/>
                  <a:pt x="503368" y="65059"/>
                </a:cubicBezTo>
                <a:cubicBezTo>
                  <a:pt x="506126" y="65725"/>
                  <a:pt x="508662" y="66659"/>
                  <a:pt x="510975" y="67861"/>
                </a:cubicBezTo>
                <a:cubicBezTo>
                  <a:pt x="513289" y="69061"/>
                  <a:pt x="515224" y="70728"/>
                  <a:pt x="516781" y="72864"/>
                </a:cubicBezTo>
                <a:cubicBezTo>
                  <a:pt x="518338" y="74999"/>
                  <a:pt x="519116" y="77935"/>
                  <a:pt x="519116" y="81671"/>
                </a:cubicBezTo>
                <a:cubicBezTo>
                  <a:pt x="519116" y="84251"/>
                  <a:pt x="518561" y="86787"/>
                  <a:pt x="517449" y="89278"/>
                </a:cubicBezTo>
                <a:cubicBezTo>
                  <a:pt x="516337" y="91769"/>
                  <a:pt x="514735" y="94016"/>
                  <a:pt x="512643" y="96018"/>
                </a:cubicBezTo>
                <a:cubicBezTo>
                  <a:pt x="510553" y="98019"/>
                  <a:pt x="508039" y="99576"/>
                  <a:pt x="505103" y="100687"/>
                </a:cubicBezTo>
                <a:cubicBezTo>
                  <a:pt x="502168" y="101799"/>
                  <a:pt x="498833" y="102355"/>
                  <a:pt x="495097" y="102355"/>
                </a:cubicBezTo>
                <a:cubicBezTo>
                  <a:pt x="491004" y="102355"/>
                  <a:pt x="487578" y="101955"/>
                  <a:pt x="484820" y="101154"/>
                </a:cubicBezTo>
                <a:cubicBezTo>
                  <a:pt x="482062" y="100354"/>
                  <a:pt x="479749" y="99420"/>
                  <a:pt x="477880" y="98352"/>
                </a:cubicBezTo>
                <a:cubicBezTo>
                  <a:pt x="478415" y="97195"/>
                  <a:pt x="478971" y="95616"/>
                  <a:pt x="479550" y="93615"/>
                </a:cubicBezTo>
                <a:cubicBezTo>
                  <a:pt x="480128" y="91613"/>
                  <a:pt x="480417" y="89945"/>
                  <a:pt x="480417" y="88610"/>
                </a:cubicBezTo>
                <a:lnTo>
                  <a:pt x="482018" y="88610"/>
                </a:lnTo>
                <a:close/>
                <a:moveTo>
                  <a:pt x="533929" y="88610"/>
                </a:moveTo>
                <a:cubicBezTo>
                  <a:pt x="534375" y="89501"/>
                  <a:pt x="535064" y="90480"/>
                  <a:pt x="535998" y="91547"/>
                </a:cubicBezTo>
                <a:cubicBezTo>
                  <a:pt x="536932" y="92614"/>
                  <a:pt x="538044" y="93615"/>
                  <a:pt x="539334" y="94550"/>
                </a:cubicBezTo>
                <a:cubicBezTo>
                  <a:pt x="540625" y="95484"/>
                  <a:pt x="542093" y="96263"/>
                  <a:pt x="543738" y="96886"/>
                </a:cubicBezTo>
                <a:cubicBezTo>
                  <a:pt x="545383" y="97507"/>
                  <a:pt x="547141" y="97818"/>
                  <a:pt x="549010" y="97818"/>
                </a:cubicBezTo>
                <a:cubicBezTo>
                  <a:pt x="550700" y="97818"/>
                  <a:pt x="552324" y="97552"/>
                  <a:pt x="553881" y="97018"/>
                </a:cubicBezTo>
                <a:cubicBezTo>
                  <a:pt x="555438" y="96485"/>
                  <a:pt x="556816" y="95728"/>
                  <a:pt x="558016" y="94750"/>
                </a:cubicBezTo>
                <a:cubicBezTo>
                  <a:pt x="559218" y="93771"/>
                  <a:pt x="560174" y="92525"/>
                  <a:pt x="560885" y="91013"/>
                </a:cubicBezTo>
                <a:cubicBezTo>
                  <a:pt x="561598" y="89501"/>
                  <a:pt x="561955" y="87766"/>
                  <a:pt x="561955" y="85808"/>
                </a:cubicBezTo>
                <a:cubicBezTo>
                  <a:pt x="561955" y="83050"/>
                  <a:pt x="561176" y="80937"/>
                  <a:pt x="559619" y="79469"/>
                </a:cubicBezTo>
                <a:cubicBezTo>
                  <a:pt x="558062" y="78002"/>
                  <a:pt x="556127" y="76801"/>
                  <a:pt x="553814" y="75867"/>
                </a:cubicBezTo>
                <a:cubicBezTo>
                  <a:pt x="551500" y="74932"/>
                  <a:pt x="548964" y="74109"/>
                  <a:pt x="546206" y="73397"/>
                </a:cubicBezTo>
                <a:cubicBezTo>
                  <a:pt x="543449" y="72686"/>
                  <a:pt x="540914" y="71686"/>
                  <a:pt x="538601" y="70396"/>
                </a:cubicBezTo>
                <a:cubicBezTo>
                  <a:pt x="536287" y="69105"/>
                  <a:pt x="534352" y="67392"/>
                  <a:pt x="532795" y="65258"/>
                </a:cubicBezTo>
                <a:cubicBezTo>
                  <a:pt x="531238" y="63123"/>
                  <a:pt x="530460" y="60187"/>
                  <a:pt x="530460" y="56449"/>
                </a:cubicBezTo>
                <a:cubicBezTo>
                  <a:pt x="530460" y="53513"/>
                  <a:pt x="530949" y="50822"/>
                  <a:pt x="531928" y="48376"/>
                </a:cubicBezTo>
                <a:cubicBezTo>
                  <a:pt x="532906" y="45929"/>
                  <a:pt x="534330" y="43816"/>
                  <a:pt x="536198" y="42037"/>
                </a:cubicBezTo>
                <a:cubicBezTo>
                  <a:pt x="538066" y="40257"/>
                  <a:pt x="540379" y="38856"/>
                  <a:pt x="543137" y="37834"/>
                </a:cubicBezTo>
                <a:cubicBezTo>
                  <a:pt x="545896" y="36810"/>
                  <a:pt x="549054" y="36299"/>
                  <a:pt x="552612" y="36299"/>
                </a:cubicBezTo>
                <a:cubicBezTo>
                  <a:pt x="555904" y="36299"/>
                  <a:pt x="558684" y="36744"/>
                  <a:pt x="560953" y="37634"/>
                </a:cubicBezTo>
                <a:cubicBezTo>
                  <a:pt x="563221" y="38524"/>
                  <a:pt x="565379" y="39324"/>
                  <a:pt x="567426" y="40035"/>
                </a:cubicBezTo>
                <a:cubicBezTo>
                  <a:pt x="566713" y="41370"/>
                  <a:pt x="566045" y="43016"/>
                  <a:pt x="565422" y="44973"/>
                </a:cubicBezTo>
                <a:cubicBezTo>
                  <a:pt x="564801" y="46931"/>
                  <a:pt x="564401" y="48443"/>
                  <a:pt x="564223" y="49510"/>
                </a:cubicBezTo>
                <a:lnTo>
                  <a:pt x="562620" y="49510"/>
                </a:lnTo>
                <a:cubicBezTo>
                  <a:pt x="561909" y="47374"/>
                  <a:pt x="560530" y="45462"/>
                  <a:pt x="558483" y="43772"/>
                </a:cubicBezTo>
                <a:cubicBezTo>
                  <a:pt x="556437" y="42082"/>
                  <a:pt x="553902" y="41236"/>
                  <a:pt x="550877" y="41236"/>
                </a:cubicBezTo>
                <a:cubicBezTo>
                  <a:pt x="549543" y="41236"/>
                  <a:pt x="548208" y="41459"/>
                  <a:pt x="546874" y="41904"/>
                </a:cubicBezTo>
                <a:cubicBezTo>
                  <a:pt x="545539" y="42348"/>
                  <a:pt x="544338" y="43016"/>
                  <a:pt x="543270" y="43906"/>
                </a:cubicBezTo>
                <a:cubicBezTo>
                  <a:pt x="542203" y="44795"/>
                  <a:pt x="541314" y="45952"/>
                  <a:pt x="540602" y="47376"/>
                </a:cubicBezTo>
                <a:cubicBezTo>
                  <a:pt x="539891" y="48799"/>
                  <a:pt x="539535" y="50489"/>
                  <a:pt x="539535" y="52446"/>
                </a:cubicBezTo>
                <a:cubicBezTo>
                  <a:pt x="539535" y="55293"/>
                  <a:pt x="540313" y="57495"/>
                  <a:pt x="541869" y="59052"/>
                </a:cubicBezTo>
                <a:cubicBezTo>
                  <a:pt x="543426" y="60609"/>
                  <a:pt x="545361" y="61833"/>
                  <a:pt x="547674" y="62723"/>
                </a:cubicBezTo>
                <a:cubicBezTo>
                  <a:pt x="549987" y="63612"/>
                  <a:pt x="552523" y="64391"/>
                  <a:pt x="555280" y="65059"/>
                </a:cubicBezTo>
                <a:cubicBezTo>
                  <a:pt x="558038" y="65725"/>
                  <a:pt x="560574" y="66659"/>
                  <a:pt x="562887" y="67861"/>
                </a:cubicBezTo>
                <a:cubicBezTo>
                  <a:pt x="565200" y="69061"/>
                  <a:pt x="567135" y="70728"/>
                  <a:pt x="568693" y="72864"/>
                </a:cubicBezTo>
                <a:cubicBezTo>
                  <a:pt x="570250" y="74999"/>
                  <a:pt x="571028" y="77935"/>
                  <a:pt x="571028" y="81671"/>
                </a:cubicBezTo>
                <a:cubicBezTo>
                  <a:pt x="571028" y="84251"/>
                  <a:pt x="570472" y="86787"/>
                  <a:pt x="569360" y="89278"/>
                </a:cubicBezTo>
                <a:cubicBezTo>
                  <a:pt x="568249" y="91769"/>
                  <a:pt x="566647" y="94016"/>
                  <a:pt x="564555" y="96018"/>
                </a:cubicBezTo>
                <a:cubicBezTo>
                  <a:pt x="562464" y="98019"/>
                  <a:pt x="559951" y="99576"/>
                  <a:pt x="557015" y="100687"/>
                </a:cubicBezTo>
                <a:cubicBezTo>
                  <a:pt x="554080" y="101799"/>
                  <a:pt x="550744" y="102355"/>
                  <a:pt x="547008" y="102355"/>
                </a:cubicBezTo>
                <a:cubicBezTo>
                  <a:pt x="542915" y="102355"/>
                  <a:pt x="539490" y="101955"/>
                  <a:pt x="536731" y="101154"/>
                </a:cubicBezTo>
                <a:cubicBezTo>
                  <a:pt x="533974" y="100354"/>
                  <a:pt x="531661" y="99420"/>
                  <a:pt x="529792" y="98352"/>
                </a:cubicBezTo>
                <a:cubicBezTo>
                  <a:pt x="530327" y="97195"/>
                  <a:pt x="530883" y="95616"/>
                  <a:pt x="531461" y="93615"/>
                </a:cubicBezTo>
                <a:cubicBezTo>
                  <a:pt x="532040" y="91613"/>
                  <a:pt x="532329" y="89945"/>
                  <a:pt x="532329" y="88610"/>
                </a:cubicBezTo>
                <a:lnTo>
                  <a:pt x="533929" y="88610"/>
                </a:lnTo>
                <a:close/>
                <a:moveTo>
                  <a:pt x="611865" y="40569"/>
                </a:moveTo>
                <a:cubicBezTo>
                  <a:pt x="608573" y="40569"/>
                  <a:pt x="605792" y="41325"/>
                  <a:pt x="603522" y="42837"/>
                </a:cubicBezTo>
                <a:cubicBezTo>
                  <a:pt x="601254" y="44349"/>
                  <a:pt x="599386" y="46240"/>
                  <a:pt x="597918" y="48510"/>
                </a:cubicBezTo>
                <a:cubicBezTo>
                  <a:pt x="596451" y="50778"/>
                  <a:pt x="595339" y="53269"/>
                  <a:pt x="594583" y="55983"/>
                </a:cubicBezTo>
                <a:cubicBezTo>
                  <a:pt x="593827" y="58697"/>
                  <a:pt x="593360" y="61254"/>
                  <a:pt x="593182" y="63656"/>
                </a:cubicBezTo>
                <a:cubicBezTo>
                  <a:pt x="595939" y="63745"/>
                  <a:pt x="598807" y="63835"/>
                  <a:pt x="601787" y="63925"/>
                </a:cubicBezTo>
                <a:cubicBezTo>
                  <a:pt x="604768" y="64013"/>
                  <a:pt x="607682" y="64057"/>
                  <a:pt x="610529" y="64057"/>
                </a:cubicBezTo>
                <a:cubicBezTo>
                  <a:pt x="613465" y="64057"/>
                  <a:pt x="616445" y="64013"/>
                  <a:pt x="619470" y="63925"/>
                </a:cubicBezTo>
                <a:cubicBezTo>
                  <a:pt x="622495" y="63835"/>
                  <a:pt x="625431" y="63745"/>
                  <a:pt x="628279" y="63656"/>
                </a:cubicBezTo>
                <a:cubicBezTo>
                  <a:pt x="628279" y="61254"/>
                  <a:pt x="628079" y="58719"/>
                  <a:pt x="627678" y="56050"/>
                </a:cubicBezTo>
                <a:cubicBezTo>
                  <a:pt x="627278" y="53380"/>
                  <a:pt x="626477" y="50888"/>
                  <a:pt x="625275" y="48575"/>
                </a:cubicBezTo>
                <a:cubicBezTo>
                  <a:pt x="624074" y="46262"/>
                  <a:pt x="622406" y="44349"/>
                  <a:pt x="620270" y="42837"/>
                </a:cubicBezTo>
                <a:cubicBezTo>
                  <a:pt x="618135" y="41325"/>
                  <a:pt x="615333" y="40569"/>
                  <a:pt x="611865" y="40569"/>
                </a:cubicBezTo>
                <a:moveTo>
                  <a:pt x="581037" y="71396"/>
                </a:moveTo>
                <a:cubicBezTo>
                  <a:pt x="581037" y="60453"/>
                  <a:pt x="583639" y="51868"/>
                  <a:pt x="588842" y="45641"/>
                </a:cubicBezTo>
                <a:cubicBezTo>
                  <a:pt x="594047" y="39413"/>
                  <a:pt x="601632" y="36299"/>
                  <a:pt x="611598" y="36299"/>
                </a:cubicBezTo>
                <a:cubicBezTo>
                  <a:pt x="616312" y="36299"/>
                  <a:pt x="620382" y="37033"/>
                  <a:pt x="623807" y="38502"/>
                </a:cubicBezTo>
                <a:cubicBezTo>
                  <a:pt x="627232" y="39969"/>
                  <a:pt x="630101" y="41926"/>
                  <a:pt x="632415" y="44372"/>
                </a:cubicBezTo>
                <a:cubicBezTo>
                  <a:pt x="634728" y="46819"/>
                  <a:pt x="636440" y="49688"/>
                  <a:pt x="637552" y="52980"/>
                </a:cubicBezTo>
                <a:cubicBezTo>
                  <a:pt x="638664" y="56272"/>
                  <a:pt x="639220" y="59786"/>
                  <a:pt x="639220" y="63521"/>
                </a:cubicBezTo>
                <a:cubicBezTo>
                  <a:pt x="639220" y="64412"/>
                  <a:pt x="639197" y="65280"/>
                  <a:pt x="639153" y="66126"/>
                </a:cubicBezTo>
                <a:cubicBezTo>
                  <a:pt x="639109" y="66970"/>
                  <a:pt x="639043" y="67837"/>
                  <a:pt x="638953" y="68726"/>
                </a:cubicBezTo>
                <a:cubicBezTo>
                  <a:pt x="634149" y="68638"/>
                  <a:pt x="629389" y="68550"/>
                  <a:pt x="624675" y="68461"/>
                </a:cubicBezTo>
                <a:cubicBezTo>
                  <a:pt x="619960" y="68372"/>
                  <a:pt x="615201" y="68327"/>
                  <a:pt x="610396" y="68327"/>
                </a:cubicBezTo>
                <a:cubicBezTo>
                  <a:pt x="607460" y="68327"/>
                  <a:pt x="604546" y="68372"/>
                  <a:pt x="601655" y="68461"/>
                </a:cubicBezTo>
                <a:cubicBezTo>
                  <a:pt x="598763" y="68550"/>
                  <a:pt x="595849" y="68638"/>
                  <a:pt x="592913" y="68726"/>
                </a:cubicBezTo>
                <a:cubicBezTo>
                  <a:pt x="592825" y="69171"/>
                  <a:pt x="592781" y="69839"/>
                  <a:pt x="592781" y="70728"/>
                </a:cubicBezTo>
                <a:lnTo>
                  <a:pt x="592781" y="72463"/>
                </a:lnTo>
                <a:cubicBezTo>
                  <a:pt x="592781" y="75932"/>
                  <a:pt x="593292" y="79180"/>
                  <a:pt x="594314" y="82206"/>
                </a:cubicBezTo>
                <a:cubicBezTo>
                  <a:pt x="595338" y="85231"/>
                  <a:pt x="596828" y="87833"/>
                  <a:pt x="598786" y="90013"/>
                </a:cubicBezTo>
                <a:cubicBezTo>
                  <a:pt x="600743" y="92192"/>
                  <a:pt x="603145" y="93927"/>
                  <a:pt x="605992" y="95218"/>
                </a:cubicBezTo>
                <a:cubicBezTo>
                  <a:pt x="608839" y="96508"/>
                  <a:pt x="612131" y="97152"/>
                  <a:pt x="615868" y="97152"/>
                </a:cubicBezTo>
                <a:cubicBezTo>
                  <a:pt x="617646" y="97152"/>
                  <a:pt x="619469" y="96908"/>
                  <a:pt x="621337" y="96419"/>
                </a:cubicBezTo>
                <a:cubicBezTo>
                  <a:pt x="623207" y="95929"/>
                  <a:pt x="625030" y="95261"/>
                  <a:pt x="626809" y="94416"/>
                </a:cubicBezTo>
                <a:cubicBezTo>
                  <a:pt x="628588" y="93570"/>
                  <a:pt x="630257" y="92569"/>
                  <a:pt x="631814" y="91414"/>
                </a:cubicBezTo>
                <a:cubicBezTo>
                  <a:pt x="633371" y="90258"/>
                  <a:pt x="634728" y="89011"/>
                  <a:pt x="635884" y="87676"/>
                </a:cubicBezTo>
                <a:lnTo>
                  <a:pt x="636552" y="88077"/>
                </a:lnTo>
                <a:lnTo>
                  <a:pt x="635752" y="94615"/>
                </a:lnTo>
                <a:cubicBezTo>
                  <a:pt x="633082" y="96751"/>
                  <a:pt x="629767" y="98574"/>
                  <a:pt x="625809" y="100087"/>
                </a:cubicBezTo>
                <a:cubicBezTo>
                  <a:pt x="621850" y="101599"/>
                  <a:pt x="617736" y="102355"/>
                  <a:pt x="613465" y="102355"/>
                </a:cubicBezTo>
                <a:cubicBezTo>
                  <a:pt x="608661" y="102355"/>
                  <a:pt x="604279" y="101621"/>
                  <a:pt x="600319" y="100154"/>
                </a:cubicBezTo>
                <a:cubicBezTo>
                  <a:pt x="596360" y="98686"/>
                  <a:pt x="592935" y="96552"/>
                  <a:pt x="590044" y="93750"/>
                </a:cubicBezTo>
                <a:cubicBezTo>
                  <a:pt x="587154" y="90947"/>
                  <a:pt x="584930" y="87632"/>
                  <a:pt x="583373" y="83807"/>
                </a:cubicBezTo>
                <a:cubicBezTo>
                  <a:pt x="581816" y="79981"/>
                  <a:pt x="581037" y="75844"/>
                  <a:pt x="581037" y="71396"/>
                </a:cubicBezTo>
                <a:close/>
                <a:moveTo>
                  <a:pt x="652565" y="88610"/>
                </a:moveTo>
                <a:cubicBezTo>
                  <a:pt x="653011" y="89501"/>
                  <a:pt x="653700" y="90480"/>
                  <a:pt x="654634" y="91547"/>
                </a:cubicBezTo>
                <a:cubicBezTo>
                  <a:pt x="655568" y="92614"/>
                  <a:pt x="656680" y="93615"/>
                  <a:pt x="657970" y="94550"/>
                </a:cubicBezTo>
                <a:cubicBezTo>
                  <a:pt x="659261" y="95484"/>
                  <a:pt x="660729" y="96263"/>
                  <a:pt x="662374" y="96886"/>
                </a:cubicBezTo>
                <a:cubicBezTo>
                  <a:pt x="664019" y="97507"/>
                  <a:pt x="665777" y="97818"/>
                  <a:pt x="667646" y="97818"/>
                </a:cubicBezTo>
                <a:cubicBezTo>
                  <a:pt x="669336" y="97818"/>
                  <a:pt x="670960" y="97552"/>
                  <a:pt x="672517" y="97018"/>
                </a:cubicBezTo>
                <a:cubicBezTo>
                  <a:pt x="674074" y="96485"/>
                  <a:pt x="675452" y="95728"/>
                  <a:pt x="676652" y="94750"/>
                </a:cubicBezTo>
                <a:cubicBezTo>
                  <a:pt x="677854" y="93771"/>
                  <a:pt x="678810" y="92525"/>
                  <a:pt x="679522" y="91013"/>
                </a:cubicBezTo>
                <a:cubicBezTo>
                  <a:pt x="680234" y="89501"/>
                  <a:pt x="680591" y="87766"/>
                  <a:pt x="680591" y="85808"/>
                </a:cubicBezTo>
                <a:cubicBezTo>
                  <a:pt x="680591" y="83050"/>
                  <a:pt x="679812" y="80937"/>
                  <a:pt x="678255" y="79469"/>
                </a:cubicBezTo>
                <a:cubicBezTo>
                  <a:pt x="676698" y="78002"/>
                  <a:pt x="674763" y="76801"/>
                  <a:pt x="672450" y="75867"/>
                </a:cubicBezTo>
                <a:cubicBezTo>
                  <a:pt x="670136" y="74932"/>
                  <a:pt x="667601" y="74109"/>
                  <a:pt x="664842" y="73397"/>
                </a:cubicBezTo>
                <a:cubicBezTo>
                  <a:pt x="662085" y="72686"/>
                  <a:pt x="659550" y="71686"/>
                  <a:pt x="657237" y="70396"/>
                </a:cubicBezTo>
                <a:cubicBezTo>
                  <a:pt x="654923" y="69105"/>
                  <a:pt x="652988" y="67392"/>
                  <a:pt x="651431" y="65258"/>
                </a:cubicBezTo>
                <a:cubicBezTo>
                  <a:pt x="649874" y="63123"/>
                  <a:pt x="649096" y="60187"/>
                  <a:pt x="649096" y="56449"/>
                </a:cubicBezTo>
                <a:cubicBezTo>
                  <a:pt x="649096" y="53513"/>
                  <a:pt x="649585" y="50822"/>
                  <a:pt x="650564" y="48376"/>
                </a:cubicBezTo>
                <a:cubicBezTo>
                  <a:pt x="651543" y="45929"/>
                  <a:pt x="652966" y="43816"/>
                  <a:pt x="654834" y="42037"/>
                </a:cubicBezTo>
                <a:cubicBezTo>
                  <a:pt x="656702" y="40257"/>
                  <a:pt x="659015" y="38856"/>
                  <a:pt x="661773" y="37834"/>
                </a:cubicBezTo>
                <a:cubicBezTo>
                  <a:pt x="664532" y="36810"/>
                  <a:pt x="667690" y="36299"/>
                  <a:pt x="671248" y="36299"/>
                </a:cubicBezTo>
                <a:cubicBezTo>
                  <a:pt x="674540" y="36299"/>
                  <a:pt x="677320" y="36744"/>
                  <a:pt x="679589" y="37634"/>
                </a:cubicBezTo>
                <a:cubicBezTo>
                  <a:pt x="681857" y="38524"/>
                  <a:pt x="684015" y="39324"/>
                  <a:pt x="686062" y="40035"/>
                </a:cubicBezTo>
                <a:cubicBezTo>
                  <a:pt x="685349" y="41370"/>
                  <a:pt x="684681" y="43016"/>
                  <a:pt x="684058" y="44973"/>
                </a:cubicBezTo>
                <a:cubicBezTo>
                  <a:pt x="683437" y="46931"/>
                  <a:pt x="683037" y="48443"/>
                  <a:pt x="682859" y="49510"/>
                </a:cubicBezTo>
                <a:lnTo>
                  <a:pt x="681256" y="49510"/>
                </a:lnTo>
                <a:cubicBezTo>
                  <a:pt x="680545" y="47374"/>
                  <a:pt x="679166" y="45462"/>
                  <a:pt x="677119" y="43772"/>
                </a:cubicBezTo>
                <a:cubicBezTo>
                  <a:pt x="675073" y="42082"/>
                  <a:pt x="672538" y="41236"/>
                  <a:pt x="669513" y="41236"/>
                </a:cubicBezTo>
                <a:cubicBezTo>
                  <a:pt x="668179" y="41236"/>
                  <a:pt x="666844" y="41459"/>
                  <a:pt x="665510" y="41904"/>
                </a:cubicBezTo>
                <a:cubicBezTo>
                  <a:pt x="664176" y="42348"/>
                  <a:pt x="662974" y="43016"/>
                  <a:pt x="661906" y="43906"/>
                </a:cubicBezTo>
                <a:cubicBezTo>
                  <a:pt x="660839" y="44795"/>
                  <a:pt x="659950" y="45952"/>
                  <a:pt x="659238" y="47376"/>
                </a:cubicBezTo>
                <a:cubicBezTo>
                  <a:pt x="658527" y="48799"/>
                  <a:pt x="658171" y="50489"/>
                  <a:pt x="658171" y="52446"/>
                </a:cubicBezTo>
                <a:cubicBezTo>
                  <a:pt x="658171" y="55293"/>
                  <a:pt x="658949" y="57495"/>
                  <a:pt x="660505" y="59052"/>
                </a:cubicBezTo>
                <a:cubicBezTo>
                  <a:pt x="662062" y="60609"/>
                  <a:pt x="663997" y="61833"/>
                  <a:pt x="666310" y="62723"/>
                </a:cubicBezTo>
                <a:cubicBezTo>
                  <a:pt x="668623" y="63612"/>
                  <a:pt x="671159" y="64391"/>
                  <a:pt x="673916" y="65059"/>
                </a:cubicBezTo>
                <a:cubicBezTo>
                  <a:pt x="676674" y="65725"/>
                  <a:pt x="679210" y="66659"/>
                  <a:pt x="681523" y="67861"/>
                </a:cubicBezTo>
                <a:cubicBezTo>
                  <a:pt x="683836" y="69061"/>
                  <a:pt x="685772" y="70728"/>
                  <a:pt x="687329" y="72864"/>
                </a:cubicBezTo>
                <a:cubicBezTo>
                  <a:pt x="688886" y="74999"/>
                  <a:pt x="689664" y="77935"/>
                  <a:pt x="689664" y="81671"/>
                </a:cubicBezTo>
                <a:cubicBezTo>
                  <a:pt x="689664" y="84251"/>
                  <a:pt x="689108" y="86787"/>
                  <a:pt x="687996" y="89278"/>
                </a:cubicBezTo>
                <a:cubicBezTo>
                  <a:pt x="686885" y="91769"/>
                  <a:pt x="685283" y="94016"/>
                  <a:pt x="683191" y="96018"/>
                </a:cubicBezTo>
                <a:cubicBezTo>
                  <a:pt x="681100" y="98019"/>
                  <a:pt x="678587" y="99576"/>
                  <a:pt x="675651" y="100687"/>
                </a:cubicBezTo>
                <a:cubicBezTo>
                  <a:pt x="672716" y="101799"/>
                  <a:pt x="669380" y="102355"/>
                  <a:pt x="665644" y="102355"/>
                </a:cubicBezTo>
                <a:cubicBezTo>
                  <a:pt x="661551" y="102355"/>
                  <a:pt x="658126" y="101955"/>
                  <a:pt x="655367" y="101154"/>
                </a:cubicBezTo>
                <a:cubicBezTo>
                  <a:pt x="652610" y="100354"/>
                  <a:pt x="650297" y="99420"/>
                  <a:pt x="648428" y="98352"/>
                </a:cubicBezTo>
                <a:cubicBezTo>
                  <a:pt x="648963" y="97195"/>
                  <a:pt x="649519" y="95616"/>
                  <a:pt x="650097" y="93615"/>
                </a:cubicBezTo>
                <a:cubicBezTo>
                  <a:pt x="650676" y="91613"/>
                  <a:pt x="650965" y="89945"/>
                  <a:pt x="650965" y="88610"/>
                </a:cubicBezTo>
                <a:lnTo>
                  <a:pt x="652565" y="88610"/>
                </a:lnTo>
                <a:close/>
                <a:moveTo>
                  <a:pt x="704477" y="88610"/>
                </a:moveTo>
                <a:cubicBezTo>
                  <a:pt x="704922" y="89501"/>
                  <a:pt x="705612" y="90480"/>
                  <a:pt x="706546" y="91547"/>
                </a:cubicBezTo>
                <a:cubicBezTo>
                  <a:pt x="707480" y="92614"/>
                  <a:pt x="708592" y="93615"/>
                  <a:pt x="709881" y="94550"/>
                </a:cubicBezTo>
                <a:cubicBezTo>
                  <a:pt x="711172" y="95484"/>
                  <a:pt x="712640" y="96263"/>
                  <a:pt x="714286" y="96886"/>
                </a:cubicBezTo>
                <a:cubicBezTo>
                  <a:pt x="715931" y="97507"/>
                  <a:pt x="717688" y="97818"/>
                  <a:pt x="719558" y="97818"/>
                </a:cubicBezTo>
                <a:cubicBezTo>
                  <a:pt x="721248" y="97818"/>
                  <a:pt x="722871" y="97552"/>
                  <a:pt x="724428" y="97018"/>
                </a:cubicBezTo>
                <a:cubicBezTo>
                  <a:pt x="725986" y="96485"/>
                  <a:pt x="727364" y="95728"/>
                  <a:pt x="728564" y="94750"/>
                </a:cubicBezTo>
                <a:cubicBezTo>
                  <a:pt x="729766" y="93771"/>
                  <a:pt x="730722" y="92525"/>
                  <a:pt x="731433" y="91013"/>
                </a:cubicBezTo>
                <a:cubicBezTo>
                  <a:pt x="732146" y="89501"/>
                  <a:pt x="732502" y="87766"/>
                  <a:pt x="732502" y="85808"/>
                </a:cubicBezTo>
                <a:cubicBezTo>
                  <a:pt x="732502" y="83050"/>
                  <a:pt x="731724" y="80937"/>
                  <a:pt x="730167" y="79469"/>
                </a:cubicBezTo>
                <a:cubicBezTo>
                  <a:pt x="728610" y="78002"/>
                  <a:pt x="726674" y="76801"/>
                  <a:pt x="724361" y="75867"/>
                </a:cubicBezTo>
                <a:cubicBezTo>
                  <a:pt x="722048" y="74932"/>
                  <a:pt x="719512" y="74109"/>
                  <a:pt x="716754" y="73397"/>
                </a:cubicBezTo>
                <a:cubicBezTo>
                  <a:pt x="713997" y="72686"/>
                  <a:pt x="711461" y="71686"/>
                  <a:pt x="709148" y="70396"/>
                </a:cubicBezTo>
                <a:cubicBezTo>
                  <a:pt x="706835" y="69105"/>
                  <a:pt x="704900" y="67392"/>
                  <a:pt x="703343" y="65258"/>
                </a:cubicBezTo>
                <a:cubicBezTo>
                  <a:pt x="701786" y="63123"/>
                  <a:pt x="701007" y="60187"/>
                  <a:pt x="701007" y="56449"/>
                </a:cubicBezTo>
                <a:cubicBezTo>
                  <a:pt x="701007" y="53513"/>
                  <a:pt x="701497" y="50822"/>
                  <a:pt x="702475" y="48376"/>
                </a:cubicBezTo>
                <a:cubicBezTo>
                  <a:pt x="703454" y="45929"/>
                  <a:pt x="704878" y="43816"/>
                  <a:pt x="706745" y="42037"/>
                </a:cubicBezTo>
                <a:cubicBezTo>
                  <a:pt x="708613" y="40257"/>
                  <a:pt x="710927" y="38856"/>
                  <a:pt x="713685" y="37834"/>
                </a:cubicBezTo>
                <a:cubicBezTo>
                  <a:pt x="716444" y="36810"/>
                  <a:pt x="719602" y="36299"/>
                  <a:pt x="723160" y="36299"/>
                </a:cubicBezTo>
                <a:cubicBezTo>
                  <a:pt x="726452" y="36299"/>
                  <a:pt x="729232" y="36744"/>
                  <a:pt x="731500" y="37634"/>
                </a:cubicBezTo>
                <a:cubicBezTo>
                  <a:pt x="733769" y="38524"/>
                  <a:pt x="735927" y="39324"/>
                  <a:pt x="737974" y="40035"/>
                </a:cubicBezTo>
                <a:cubicBezTo>
                  <a:pt x="737261" y="41370"/>
                  <a:pt x="736593" y="43016"/>
                  <a:pt x="735970" y="44973"/>
                </a:cubicBezTo>
                <a:cubicBezTo>
                  <a:pt x="735348" y="46931"/>
                  <a:pt x="734948" y="48443"/>
                  <a:pt x="734771" y="49510"/>
                </a:cubicBezTo>
                <a:lnTo>
                  <a:pt x="733168" y="49510"/>
                </a:lnTo>
                <a:cubicBezTo>
                  <a:pt x="732457" y="47374"/>
                  <a:pt x="731078" y="45462"/>
                  <a:pt x="729030" y="43772"/>
                </a:cubicBezTo>
                <a:cubicBezTo>
                  <a:pt x="726985" y="42082"/>
                  <a:pt x="724449" y="41236"/>
                  <a:pt x="721425" y="41236"/>
                </a:cubicBezTo>
                <a:cubicBezTo>
                  <a:pt x="720091" y="41236"/>
                  <a:pt x="718756" y="41459"/>
                  <a:pt x="717422" y="41904"/>
                </a:cubicBezTo>
                <a:cubicBezTo>
                  <a:pt x="716087" y="42348"/>
                  <a:pt x="714886" y="43016"/>
                  <a:pt x="713817" y="43906"/>
                </a:cubicBezTo>
                <a:cubicBezTo>
                  <a:pt x="712750" y="44795"/>
                  <a:pt x="711861" y="45952"/>
                  <a:pt x="711150" y="47376"/>
                </a:cubicBezTo>
                <a:cubicBezTo>
                  <a:pt x="710439" y="48799"/>
                  <a:pt x="710083" y="50489"/>
                  <a:pt x="710083" y="52446"/>
                </a:cubicBezTo>
                <a:cubicBezTo>
                  <a:pt x="710083" y="55293"/>
                  <a:pt x="710861" y="57495"/>
                  <a:pt x="712416" y="59052"/>
                </a:cubicBezTo>
                <a:cubicBezTo>
                  <a:pt x="713974" y="60609"/>
                  <a:pt x="715909" y="61833"/>
                  <a:pt x="718222" y="62723"/>
                </a:cubicBezTo>
                <a:cubicBezTo>
                  <a:pt x="720535" y="63612"/>
                  <a:pt x="723070" y="64391"/>
                  <a:pt x="725827" y="65059"/>
                </a:cubicBezTo>
                <a:cubicBezTo>
                  <a:pt x="728586" y="65725"/>
                  <a:pt x="731122" y="66659"/>
                  <a:pt x="733435" y="67861"/>
                </a:cubicBezTo>
                <a:cubicBezTo>
                  <a:pt x="735748" y="69061"/>
                  <a:pt x="737683" y="70728"/>
                  <a:pt x="739240" y="72864"/>
                </a:cubicBezTo>
                <a:cubicBezTo>
                  <a:pt x="740797" y="74999"/>
                  <a:pt x="741576" y="77935"/>
                  <a:pt x="741576" y="81671"/>
                </a:cubicBezTo>
                <a:cubicBezTo>
                  <a:pt x="741576" y="84251"/>
                  <a:pt x="741020" y="86787"/>
                  <a:pt x="739908" y="89278"/>
                </a:cubicBezTo>
                <a:cubicBezTo>
                  <a:pt x="738796" y="91769"/>
                  <a:pt x="737194" y="94016"/>
                  <a:pt x="735103" y="96018"/>
                </a:cubicBezTo>
                <a:cubicBezTo>
                  <a:pt x="733012" y="98019"/>
                  <a:pt x="730499" y="99576"/>
                  <a:pt x="727562" y="100687"/>
                </a:cubicBezTo>
                <a:cubicBezTo>
                  <a:pt x="724627" y="101799"/>
                  <a:pt x="721292" y="102355"/>
                  <a:pt x="717556" y="102355"/>
                </a:cubicBezTo>
                <a:cubicBezTo>
                  <a:pt x="713463" y="102355"/>
                  <a:pt x="710037" y="101955"/>
                  <a:pt x="707279" y="101154"/>
                </a:cubicBezTo>
                <a:cubicBezTo>
                  <a:pt x="704522" y="100354"/>
                  <a:pt x="702209" y="99420"/>
                  <a:pt x="700339" y="98352"/>
                </a:cubicBezTo>
                <a:cubicBezTo>
                  <a:pt x="700874" y="97195"/>
                  <a:pt x="701431" y="95616"/>
                  <a:pt x="702009" y="93615"/>
                </a:cubicBezTo>
                <a:cubicBezTo>
                  <a:pt x="702587" y="91613"/>
                  <a:pt x="702877" y="89945"/>
                  <a:pt x="702877" y="88610"/>
                </a:cubicBezTo>
                <a:lnTo>
                  <a:pt x="704477" y="88610"/>
                </a:lnTo>
                <a:close/>
                <a:moveTo>
                  <a:pt x="806300" y="19752"/>
                </a:moveTo>
                <a:cubicBezTo>
                  <a:pt x="806032" y="23132"/>
                  <a:pt x="805831" y="26446"/>
                  <a:pt x="805697" y="29693"/>
                </a:cubicBezTo>
                <a:cubicBezTo>
                  <a:pt x="805564" y="32940"/>
                  <a:pt x="805409" y="36210"/>
                  <a:pt x="805231" y="39502"/>
                </a:cubicBezTo>
                <a:cubicBezTo>
                  <a:pt x="806210" y="39502"/>
                  <a:pt x="808033" y="39479"/>
                  <a:pt x="810702" y="39434"/>
                </a:cubicBezTo>
                <a:cubicBezTo>
                  <a:pt x="813371" y="39390"/>
                  <a:pt x="816263" y="39278"/>
                  <a:pt x="819377" y="39100"/>
                </a:cubicBezTo>
                <a:cubicBezTo>
                  <a:pt x="819288" y="39368"/>
                  <a:pt x="819244" y="39857"/>
                  <a:pt x="819244" y="40569"/>
                </a:cubicBezTo>
                <a:lnTo>
                  <a:pt x="819244" y="41904"/>
                </a:lnTo>
                <a:lnTo>
                  <a:pt x="819244" y="43373"/>
                </a:lnTo>
                <a:cubicBezTo>
                  <a:pt x="819244" y="43994"/>
                  <a:pt x="819288" y="44439"/>
                  <a:pt x="819377" y="44706"/>
                </a:cubicBezTo>
                <a:cubicBezTo>
                  <a:pt x="818220" y="44617"/>
                  <a:pt x="817019" y="44550"/>
                  <a:pt x="815773" y="44507"/>
                </a:cubicBezTo>
                <a:cubicBezTo>
                  <a:pt x="814528" y="44462"/>
                  <a:pt x="813193" y="44440"/>
                  <a:pt x="811769" y="44440"/>
                </a:cubicBezTo>
                <a:lnTo>
                  <a:pt x="805231" y="44440"/>
                </a:lnTo>
                <a:cubicBezTo>
                  <a:pt x="805143" y="44795"/>
                  <a:pt x="805031" y="46219"/>
                  <a:pt x="804897" y="48710"/>
                </a:cubicBezTo>
                <a:cubicBezTo>
                  <a:pt x="804764" y="51201"/>
                  <a:pt x="804652" y="54159"/>
                  <a:pt x="804563" y="57584"/>
                </a:cubicBezTo>
                <a:cubicBezTo>
                  <a:pt x="804475" y="61009"/>
                  <a:pt x="804408" y="64590"/>
                  <a:pt x="804363" y="68327"/>
                </a:cubicBezTo>
                <a:cubicBezTo>
                  <a:pt x="804318" y="72063"/>
                  <a:pt x="804296" y="75399"/>
                  <a:pt x="804296" y="78335"/>
                </a:cubicBezTo>
                <a:cubicBezTo>
                  <a:pt x="804296" y="80826"/>
                  <a:pt x="804363" y="83273"/>
                  <a:pt x="804496" y="85676"/>
                </a:cubicBezTo>
                <a:cubicBezTo>
                  <a:pt x="804630" y="88077"/>
                  <a:pt x="805053" y="90235"/>
                  <a:pt x="805764" y="92147"/>
                </a:cubicBezTo>
                <a:cubicBezTo>
                  <a:pt x="806477" y="94060"/>
                  <a:pt x="807545" y="95595"/>
                  <a:pt x="808967" y="96751"/>
                </a:cubicBezTo>
                <a:cubicBezTo>
                  <a:pt x="810391" y="97908"/>
                  <a:pt x="812438" y="98486"/>
                  <a:pt x="815107" y="98486"/>
                </a:cubicBezTo>
                <a:cubicBezTo>
                  <a:pt x="815818" y="98486"/>
                  <a:pt x="816774" y="98397"/>
                  <a:pt x="817976" y="98219"/>
                </a:cubicBezTo>
                <a:cubicBezTo>
                  <a:pt x="819177" y="98042"/>
                  <a:pt x="820222" y="97819"/>
                  <a:pt x="821112" y="97552"/>
                </a:cubicBezTo>
                <a:lnTo>
                  <a:pt x="821112" y="100755"/>
                </a:lnTo>
                <a:cubicBezTo>
                  <a:pt x="819599" y="101022"/>
                  <a:pt x="817931" y="101355"/>
                  <a:pt x="816106" y="101754"/>
                </a:cubicBezTo>
                <a:cubicBezTo>
                  <a:pt x="814283" y="102155"/>
                  <a:pt x="812527" y="102355"/>
                  <a:pt x="810837" y="102355"/>
                </a:cubicBezTo>
                <a:cubicBezTo>
                  <a:pt x="805231" y="102355"/>
                  <a:pt x="801094" y="100977"/>
                  <a:pt x="798426" y="98219"/>
                </a:cubicBezTo>
                <a:cubicBezTo>
                  <a:pt x="795757" y="95461"/>
                  <a:pt x="794422" y="91413"/>
                  <a:pt x="794422" y="86075"/>
                </a:cubicBezTo>
                <a:cubicBezTo>
                  <a:pt x="794422" y="83674"/>
                  <a:pt x="794466" y="81072"/>
                  <a:pt x="794555" y="78270"/>
                </a:cubicBezTo>
                <a:cubicBezTo>
                  <a:pt x="794644" y="75467"/>
                  <a:pt x="794755" y="72398"/>
                  <a:pt x="794889" y="69062"/>
                </a:cubicBezTo>
                <a:cubicBezTo>
                  <a:pt x="795022" y="65725"/>
                  <a:pt x="795133" y="62033"/>
                  <a:pt x="795222" y="57985"/>
                </a:cubicBezTo>
                <a:cubicBezTo>
                  <a:pt x="795312" y="53937"/>
                  <a:pt x="795357" y="49422"/>
                  <a:pt x="795357" y="44440"/>
                </a:cubicBezTo>
                <a:lnTo>
                  <a:pt x="791085" y="44440"/>
                </a:lnTo>
                <a:cubicBezTo>
                  <a:pt x="790373" y="44440"/>
                  <a:pt x="789617" y="44462"/>
                  <a:pt x="788816" y="44507"/>
                </a:cubicBezTo>
                <a:cubicBezTo>
                  <a:pt x="788015" y="44550"/>
                  <a:pt x="787170" y="44617"/>
                  <a:pt x="786281" y="44706"/>
                </a:cubicBezTo>
                <a:cubicBezTo>
                  <a:pt x="786371" y="44173"/>
                  <a:pt x="786437" y="43662"/>
                  <a:pt x="786481" y="43173"/>
                </a:cubicBezTo>
                <a:cubicBezTo>
                  <a:pt x="786526" y="42683"/>
                  <a:pt x="786548" y="42171"/>
                  <a:pt x="786548" y="41638"/>
                </a:cubicBezTo>
                <a:cubicBezTo>
                  <a:pt x="786548" y="41192"/>
                  <a:pt x="786526" y="40748"/>
                  <a:pt x="786481" y="40304"/>
                </a:cubicBezTo>
                <a:cubicBezTo>
                  <a:pt x="786437" y="39859"/>
                  <a:pt x="786371" y="39413"/>
                  <a:pt x="786281" y="38968"/>
                </a:cubicBezTo>
                <a:cubicBezTo>
                  <a:pt x="790285" y="39234"/>
                  <a:pt x="793220" y="39367"/>
                  <a:pt x="795088" y="39367"/>
                </a:cubicBezTo>
                <a:cubicBezTo>
                  <a:pt x="795000" y="37589"/>
                  <a:pt x="794933" y="35365"/>
                  <a:pt x="794889" y="32696"/>
                </a:cubicBezTo>
                <a:cubicBezTo>
                  <a:pt x="794844" y="30028"/>
                  <a:pt x="794732" y="27269"/>
                  <a:pt x="794555" y="24421"/>
                </a:cubicBezTo>
                <a:lnTo>
                  <a:pt x="805632" y="19752"/>
                </a:lnTo>
                <a:lnTo>
                  <a:pt x="806300" y="19752"/>
                </a:lnTo>
                <a:close/>
                <a:moveTo>
                  <a:pt x="832321" y="38834"/>
                </a:moveTo>
                <a:cubicBezTo>
                  <a:pt x="832321" y="35809"/>
                  <a:pt x="832299" y="32518"/>
                  <a:pt x="832254" y="28960"/>
                </a:cubicBezTo>
                <a:cubicBezTo>
                  <a:pt x="832209" y="25400"/>
                  <a:pt x="832142" y="21886"/>
                  <a:pt x="832052" y="18416"/>
                </a:cubicBezTo>
                <a:cubicBezTo>
                  <a:pt x="831964" y="14946"/>
                  <a:pt x="831854" y="11633"/>
                  <a:pt x="831721" y="8475"/>
                </a:cubicBezTo>
                <a:cubicBezTo>
                  <a:pt x="831588" y="5316"/>
                  <a:pt x="831432" y="2625"/>
                  <a:pt x="831254" y="401"/>
                </a:cubicBezTo>
                <a:cubicBezTo>
                  <a:pt x="833745" y="846"/>
                  <a:pt x="835747" y="1069"/>
                  <a:pt x="837259" y="1069"/>
                </a:cubicBezTo>
                <a:cubicBezTo>
                  <a:pt x="838772" y="1069"/>
                  <a:pt x="840773" y="846"/>
                  <a:pt x="843264" y="401"/>
                </a:cubicBezTo>
                <a:cubicBezTo>
                  <a:pt x="843086" y="2625"/>
                  <a:pt x="842930" y="5294"/>
                  <a:pt x="842796" y="8408"/>
                </a:cubicBezTo>
                <a:cubicBezTo>
                  <a:pt x="842663" y="11522"/>
                  <a:pt x="842552" y="14791"/>
                  <a:pt x="842462" y="18216"/>
                </a:cubicBezTo>
                <a:cubicBezTo>
                  <a:pt x="842374" y="21641"/>
                  <a:pt x="842307" y="25089"/>
                  <a:pt x="842262" y="28559"/>
                </a:cubicBezTo>
                <a:cubicBezTo>
                  <a:pt x="842219" y="32028"/>
                  <a:pt x="842197" y="35232"/>
                  <a:pt x="842197" y="38168"/>
                </a:cubicBezTo>
                <a:lnTo>
                  <a:pt x="842197" y="48308"/>
                </a:lnTo>
                <a:lnTo>
                  <a:pt x="842464" y="48308"/>
                </a:lnTo>
                <a:cubicBezTo>
                  <a:pt x="844955" y="44483"/>
                  <a:pt x="847935" y="41525"/>
                  <a:pt x="851405" y="39434"/>
                </a:cubicBezTo>
                <a:cubicBezTo>
                  <a:pt x="854875" y="37344"/>
                  <a:pt x="859012" y="36299"/>
                  <a:pt x="863816" y="36299"/>
                </a:cubicBezTo>
                <a:cubicBezTo>
                  <a:pt x="866307" y="36299"/>
                  <a:pt x="868820" y="36655"/>
                  <a:pt x="871355" y="37368"/>
                </a:cubicBezTo>
                <a:cubicBezTo>
                  <a:pt x="873890" y="38079"/>
                  <a:pt x="876181" y="39302"/>
                  <a:pt x="878227" y="41037"/>
                </a:cubicBezTo>
                <a:cubicBezTo>
                  <a:pt x="880274" y="42772"/>
                  <a:pt x="881942" y="45130"/>
                  <a:pt x="883232" y="48111"/>
                </a:cubicBezTo>
                <a:cubicBezTo>
                  <a:pt x="884522" y="51091"/>
                  <a:pt x="885167" y="54893"/>
                  <a:pt x="885167" y="59518"/>
                </a:cubicBezTo>
                <a:cubicBezTo>
                  <a:pt x="885167" y="63344"/>
                  <a:pt x="885078" y="67280"/>
                  <a:pt x="884900" y="71328"/>
                </a:cubicBezTo>
                <a:cubicBezTo>
                  <a:pt x="884722" y="75377"/>
                  <a:pt x="884633" y="79670"/>
                  <a:pt x="884633" y="84208"/>
                </a:cubicBezTo>
                <a:lnTo>
                  <a:pt x="884633" y="92880"/>
                </a:lnTo>
                <a:cubicBezTo>
                  <a:pt x="884633" y="94304"/>
                  <a:pt x="884655" y="95706"/>
                  <a:pt x="884700" y="97085"/>
                </a:cubicBezTo>
                <a:cubicBezTo>
                  <a:pt x="884745" y="98464"/>
                  <a:pt x="884812" y="99777"/>
                  <a:pt x="884900" y="101021"/>
                </a:cubicBezTo>
                <a:cubicBezTo>
                  <a:pt x="883120" y="100844"/>
                  <a:pt x="881252" y="100755"/>
                  <a:pt x="879296" y="100755"/>
                </a:cubicBezTo>
                <a:cubicBezTo>
                  <a:pt x="877427" y="100755"/>
                  <a:pt x="875603" y="100844"/>
                  <a:pt x="873825" y="101021"/>
                </a:cubicBezTo>
                <a:cubicBezTo>
                  <a:pt x="874002" y="96395"/>
                  <a:pt x="874202" y="91636"/>
                  <a:pt x="874423" y="86743"/>
                </a:cubicBezTo>
                <a:cubicBezTo>
                  <a:pt x="874646" y="81849"/>
                  <a:pt x="874757" y="76822"/>
                  <a:pt x="874757" y="71662"/>
                </a:cubicBezTo>
                <a:lnTo>
                  <a:pt x="874757" y="63521"/>
                </a:lnTo>
                <a:cubicBezTo>
                  <a:pt x="874757" y="56849"/>
                  <a:pt x="873467" y="51801"/>
                  <a:pt x="870886" y="48376"/>
                </a:cubicBezTo>
                <a:cubicBezTo>
                  <a:pt x="868307" y="44951"/>
                  <a:pt x="864749" y="43238"/>
                  <a:pt x="860212" y="43238"/>
                </a:cubicBezTo>
                <a:cubicBezTo>
                  <a:pt x="853985" y="43238"/>
                  <a:pt x="849426" y="45151"/>
                  <a:pt x="846534" y="48976"/>
                </a:cubicBezTo>
                <a:cubicBezTo>
                  <a:pt x="843643" y="52802"/>
                  <a:pt x="842197" y="58184"/>
                  <a:pt x="842197" y="65124"/>
                </a:cubicBezTo>
                <a:cubicBezTo>
                  <a:pt x="842197" y="67615"/>
                  <a:pt x="842219" y="70507"/>
                  <a:pt x="842262" y="73798"/>
                </a:cubicBezTo>
                <a:cubicBezTo>
                  <a:pt x="842307" y="77090"/>
                  <a:pt x="842374" y="80405"/>
                  <a:pt x="842462" y="83742"/>
                </a:cubicBezTo>
                <a:cubicBezTo>
                  <a:pt x="842552" y="87077"/>
                  <a:pt x="842663" y="90302"/>
                  <a:pt x="842796" y="93416"/>
                </a:cubicBezTo>
                <a:cubicBezTo>
                  <a:pt x="842930" y="96529"/>
                  <a:pt x="843086" y="99064"/>
                  <a:pt x="843264" y="101021"/>
                </a:cubicBezTo>
                <a:cubicBezTo>
                  <a:pt x="841218" y="100844"/>
                  <a:pt x="839217" y="100755"/>
                  <a:pt x="837259" y="100755"/>
                </a:cubicBezTo>
                <a:cubicBezTo>
                  <a:pt x="835302" y="100755"/>
                  <a:pt x="833300" y="100844"/>
                  <a:pt x="831254" y="101021"/>
                </a:cubicBezTo>
                <a:cubicBezTo>
                  <a:pt x="831432" y="98976"/>
                  <a:pt x="831588" y="96396"/>
                  <a:pt x="831721" y="93282"/>
                </a:cubicBezTo>
                <a:cubicBezTo>
                  <a:pt x="831854" y="90167"/>
                  <a:pt x="831964" y="86875"/>
                  <a:pt x="832052" y="83406"/>
                </a:cubicBezTo>
                <a:cubicBezTo>
                  <a:pt x="832142" y="79936"/>
                  <a:pt x="832209" y="76422"/>
                  <a:pt x="832254" y="72864"/>
                </a:cubicBezTo>
                <a:cubicBezTo>
                  <a:pt x="832299" y="69306"/>
                  <a:pt x="832321" y="66014"/>
                  <a:pt x="832321" y="62988"/>
                </a:cubicBezTo>
                <a:lnTo>
                  <a:pt x="832321" y="38834"/>
                </a:lnTo>
                <a:close/>
                <a:moveTo>
                  <a:pt x="930808" y="40569"/>
                </a:moveTo>
                <a:cubicBezTo>
                  <a:pt x="927516" y="40569"/>
                  <a:pt x="924735" y="41325"/>
                  <a:pt x="922465" y="42837"/>
                </a:cubicBezTo>
                <a:cubicBezTo>
                  <a:pt x="920197" y="44349"/>
                  <a:pt x="918329" y="46240"/>
                  <a:pt x="916861" y="48510"/>
                </a:cubicBezTo>
                <a:cubicBezTo>
                  <a:pt x="915394" y="50778"/>
                  <a:pt x="914282" y="53269"/>
                  <a:pt x="913526" y="55983"/>
                </a:cubicBezTo>
                <a:cubicBezTo>
                  <a:pt x="912770" y="58697"/>
                  <a:pt x="912303" y="61254"/>
                  <a:pt x="912125" y="63656"/>
                </a:cubicBezTo>
                <a:cubicBezTo>
                  <a:pt x="914882" y="63745"/>
                  <a:pt x="917750" y="63835"/>
                  <a:pt x="920730" y="63925"/>
                </a:cubicBezTo>
                <a:cubicBezTo>
                  <a:pt x="923711" y="64013"/>
                  <a:pt x="926625" y="64057"/>
                  <a:pt x="929472" y="64057"/>
                </a:cubicBezTo>
                <a:cubicBezTo>
                  <a:pt x="932408" y="64057"/>
                  <a:pt x="935389" y="64013"/>
                  <a:pt x="938413" y="63925"/>
                </a:cubicBezTo>
                <a:cubicBezTo>
                  <a:pt x="941438" y="63835"/>
                  <a:pt x="944374" y="63745"/>
                  <a:pt x="947222" y="63656"/>
                </a:cubicBezTo>
                <a:cubicBezTo>
                  <a:pt x="947222" y="61254"/>
                  <a:pt x="947022" y="58719"/>
                  <a:pt x="946621" y="56050"/>
                </a:cubicBezTo>
                <a:cubicBezTo>
                  <a:pt x="946221" y="53380"/>
                  <a:pt x="945420" y="50888"/>
                  <a:pt x="944218" y="48575"/>
                </a:cubicBezTo>
                <a:cubicBezTo>
                  <a:pt x="943017" y="46262"/>
                  <a:pt x="941349" y="44349"/>
                  <a:pt x="939213" y="42837"/>
                </a:cubicBezTo>
                <a:cubicBezTo>
                  <a:pt x="937078" y="41325"/>
                  <a:pt x="934276" y="40569"/>
                  <a:pt x="930808" y="40569"/>
                </a:cubicBezTo>
                <a:moveTo>
                  <a:pt x="899980" y="71396"/>
                </a:moveTo>
                <a:cubicBezTo>
                  <a:pt x="899980" y="60453"/>
                  <a:pt x="902582" y="51868"/>
                  <a:pt x="907786" y="45641"/>
                </a:cubicBezTo>
                <a:cubicBezTo>
                  <a:pt x="912990" y="39413"/>
                  <a:pt x="920575" y="36299"/>
                  <a:pt x="930541" y="36299"/>
                </a:cubicBezTo>
                <a:cubicBezTo>
                  <a:pt x="935255" y="36299"/>
                  <a:pt x="939325" y="37033"/>
                  <a:pt x="942750" y="38502"/>
                </a:cubicBezTo>
                <a:cubicBezTo>
                  <a:pt x="946175" y="39969"/>
                  <a:pt x="949044" y="41926"/>
                  <a:pt x="951358" y="44372"/>
                </a:cubicBezTo>
                <a:cubicBezTo>
                  <a:pt x="953671" y="46819"/>
                  <a:pt x="955383" y="49688"/>
                  <a:pt x="956495" y="52980"/>
                </a:cubicBezTo>
                <a:cubicBezTo>
                  <a:pt x="957607" y="56272"/>
                  <a:pt x="958163" y="59786"/>
                  <a:pt x="958163" y="63521"/>
                </a:cubicBezTo>
                <a:cubicBezTo>
                  <a:pt x="958163" y="64412"/>
                  <a:pt x="958140" y="65280"/>
                  <a:pt x="958096" y="66126"/>
                </a:cubicBezTo>
                <a:cubicBezTo>
                  <a:pt x="958052" y="66970"/>
                  <a:pt x="957986" y="67837"/>
                  <a:pt x="957896" y="68726"/>
                </a:cubicBezTo>
                <a:cubicBezTo>
                  <a:pt x="953092" y="68638"/>
                  <a:pt x="948332" y="68550"/>
                  <a:pt x="943618" y="68461"/>
                </a:cubicBezTo>
                <a:cubicBezTo>
                  <a:pt x="938903" y="68372"/>
                  <a:pt x="934144" y="68327"/>
                  <a:pt x="929339" y="68327"/>
                </a:cubicBezTo>
                <a:cubicBezTo>
                  <a:pt x="926403" y="68327"/>
                  <a:pt x="923489" y="68372"/>
                  <a:pt x="920598" y="68461"/>
                </a:cubicBezTo>
                <a:cubicBezTo>
                  <a:pt x="917706" y="68550"/>
                  <a:pt x="914792" y="68638"/>
                  <a:pt x="911856" y="68726"/>
                </a:cubicBezTo>
                <a:cubicBezTo>
                  <a:pt x="911768" y="69171"/>
                  <a:pt x="911724" y="69839"/>
                  <a:pt x="911724" y="70728"/>
                </a:cubicBezTo>
                <a:lnTo>
                  <a:pt x="911724" y="72463"/>
                </a:lnTo>
                <a:cubicBezTo>
                  <a:pt x="911724" y="75932"/>
                  <a:pt x="912235" y="79180"/>
                  <a:pt x="913257" y="82206"/>
                </a:cubicBezTo>
                <a:cubicBezTo>
                  <a:pt x="914281" y="85231"/>
                  <a:pt x="915771" y="87833"/>
                  <a:pt x="917729" y="90013"/>
                </a:cubicBezTo>
                <a:cubicBezTo>
                  <a:pt x="919686" y="92192"/>
                  <a:pt x="922088" y="93927"/>
                  <a:pt x="924935" y="95218"/>
                </a:cubicBezTo>
                <a:cubicBezTo>
                  <a:pt x="927782" y="96508"/>
                  <a:pt x="931074" y="97152"/>
                  <a:pt x="934811" y="97152"/>
                </a:cubicBezTo>
                <a:cubicBezTo>
                  <a:pt x="936589" y="97152"/>
                  <a:pt x="938412" y="96908"/>
                  <a:pt x="940280" y="96419"/>
                </a:cubicBezTo>
                <a:cubicBezTo>
                  <a:pt x="942150" y="95929"/>
                  <a:pt x="943973" y="95261"/>
                  <a:pt x="945752" y="94416"/>
                </a:cubicBezTo>
                <a:cubicBezTo>
                  <a:pt x="947531" y="93570"/>
                  <a:pt x="949200" y="92569"/>
                  <a:pt x="950757" y="91414"/>
                </a:cubicBezTo>
                <a:cubicBezTo>
                  <a:pt x="952314" y="90258"/>
                  <a:pt x="953671" y="89011"/>
                  <a:pt x="954827" y="87676"/>
                </a:cubicBezTo>
                <a:lnTo>
                  <a:pt x="955495" y="88077"/>
                </a:lnTo>
                <a:lnTo>
                  <a:pt x="954695" y="94615"/>
                </a:lnTo>
                <a:cubicBezTo>
                  <a:pt x="952025" y="96751"/>
                  <a:pt x="948710" y="98574"/>
                  <a:pt x="944752" y="100087"/>
                </a:cubicBezTo>
                <a:cubicBezTo>
                  <a:pt x="940793" y="101599"/>
                  <a:pt x="936679" y="102355"/>
                  <a:pt x="932408" y="102355"/>
                </a:cubicBezTo>
                <a:cubicBezTo>
                  <a:pt x="927604" y="102355"/>
                  <a:pt x="923222" y="101621"/>
                  <a:pt x="919262" y="100154"/>
                </a:cubicBezTo>
                <a:cubicBezTo>
                  <a:pt x="915303" y="98686"/>
                  <a:pt x="911878" y="96552"/>
                  <a:pt x="908987" y="93750"/>
                </a:cubicBezTo>
                <a:cubicBezTo>
                  <a:pt x="906097" y="90947"/>
                  <a:pt x="903873" y="87632"/>
                  <a:pt x="902316" y="83807"/>
                </a:cubicBezTo>
                <a:cubicBezTo>
                  <a:pt x="900759" y="79981"/>
                  <a:pt x="899980" y="75844"/>
                  <a:pt x="899980" y="71396"/>
                </a:cubicBezTo>
                <a:close/>
                <a:moveTo>
                  <a:pt x="1027824" y="101021"/>
                </a:moveTo>
                <a:cubicBezTo>
                  <a:pt x="1023732" y="90524"/>
                  <a:pt x="1019617" y="80026"/>
                  <a:pt x="1015480" y="69528"/>
                </a:cubicBezTo>
                <a:cubicBezTo>
                  <a:pt x="1011343" y="59029"/>
                  <a:pt x="1006828" y="48397"/>
                  <a:pt x="1001934" y="37632"/>
                </a:cubicBezTo>
                <a:cubicBezTo>
                  <a:pt x="1003091" y="37811"/>
                  <a:pt x="1004203" y="37968"/>
                  <a:pt x="1005270" y="38101"/>
                </a:cubicBezTo>
                <a:cubicBezTo>
                  <a:pt x="1006338" y="38234"/>
                  <a:pt x="1007451" y="38300"/>
                  <a:pt x="1008607" y="38300"/>
                </a:cubicBezTo>
                <a:cubicBezTo>
                  <a:pt x="1009586" y="38300"/>
                  <a:pt x="1010565" y="38234"/>
                  <a:pt x="1011544" y="38101"/>
                </a:cubicBezTo>
                <a:cubicBezTo>
                  <a:pt x="1012522" y="37968"/>
                  <a:pt x="1013501" y="37811"/>
                  <a:pt x="1014480" y="37632"/>
                </a:cubicBezTo>
                <a:cubicBezTo>
                  <a:pt x="1017237" y="46441"/>
                  <a:pt x="1020239" y="55094"/>
                  <a:pt x="1023486" y="63591"/>
                </a:cubicBezTo>
                <a:cubicBezTo>
                  <a:pt x="1026733" y="72086"/>
                  <a:pt x="1030359" y="80782"/>
                  <a:pt x="1034364" y="89679"/>
                </a:cubicBezTo>
                <a:cubicBezTo>
                  <a:pt x="1036142" y="86032"/>
                  <a:pt x="1037899" y="82095"/>
                  <a:pt x="1039634" y="77869"/>
                </a:cubicBezTo>
                <a:cubicBezTo>
                  <a:pt x="1041369" y="73643"/>
                  <a:pt x="1043104" y="69262"/>
                  <a:pt x="1044839" y="64725"/>
                </a:cubicBezTo>
                <a:cubicBezTo>
                  <a:pt x="1046574" y="60187"/>
                  <a:pt x="1048264" y="55627"/>
                  <a:pt x="1049909" y="51045"/>
                </a:cubicBezTo>
                <a:cubicBezTo>
                  <a:pt x="1051556" y="46464"/>
                  <a:pt x="1053180" y="41993"/>
                  <a:pt x="1054782" y="37632"/>
                </a:cubicBezTo>
                <a:cubicBezTo>
                  <a:pt x="1056382" y="38078"/>
                  <a:pt x="1057761" y="38300"/>
                  <a:pt x="1058917" y="38300"/>
                </a:cubicBezTo>
                <a:cubicBezTo>
                  <a:pt x="1060074" y="38300"/>
                  <a:pt x="1061453" y="38078"/>
                  <a:pt x="1063055" y="37632"/>
                </a:cubicBezTo>
                <a:cubicBezTo>
                  <a:pt x="1058251" y="48397"/>
                  <a:pt x="1053536" y="59029"/>
                  <a:pt x="1048909" y="69528"/>
                </a:cubicBezTo>
                <a:cubicBezTo>
                  <a:pt x="1044283" y="80026"/>
                  <a:pt x="1040057" y="90524"/>
                  <a:pt x="1036231" y="101021"/>
                </a:cubicBezTo>
                <a:cubicBezTo>
                  <a:pt x="1034897" y="100844"/>
                  <a:pt x="1033518" y="100755"/>
                  <a:pt x="1032094" y="100755"/>
                </a:cubicBezTo>
                <a:cubicBezTo>
                  <a:pt x="1030671" y="100755"/>
                  <a:pt x="1029248" y="100844"/>
                  <a:pt x="1027824" y="101021"/>
                </a:cubicBezTo>
                <a:close/>
                <a:moveTo>
                  <a:pt x="1107092" y="67794"/>
                </a:moveTo>
                <a:cubicBezTo>
                  <a:pt x="1105579" y="68327"/>
                  <a:pt x="1103822" y="68772"/>
                  <a:pt x="1101820" y="69127"/>
                </a:cubicBezTo>
                <a:cubicBezTo>
                  <a:pt x="1099819" y="69483"/>
                  <a:pt x="1097795" y="69861"/>
                  <a:pt x="1095750" y="70261"/>
                </a:cubicBezTo>
                <a:cubicBezTo>
                  <a:pt x="1093704" y="70662"/>
                  <a:pt x="1091680" y="71174"/>
                  <a:pt x="1089678" y="71797"/>
                </a:cubicBezTo>
                <a:cubicBezTo>
                  <a:pt x="1087675" y="72419"/>
                  <a:pt x="1085896" y="73264"/>
                  <a:pt x="1084338" y="74332"/>
                </a:cubicBezTo>
                <a:cubicBezTo>
                  <a:pt x="1082783" y="75399"/>
                  <a:pt x="1081537" y="76733"/>
                  <a:pt x="1080602" y="78335"/>
                </a:cubicBezTo>
                <a:cubicBezTo>
                  <a:pt x="1079668" y="79937"/>
                  <a:pt x="1079201" y="81984"/>
                  <a:pt x="1079201" y="84475"/>
                </a:cubicBezTo>
                <a:cubicBezTo>
                  <a:pt x="1079201" y="88656"/>
                  <a:pt x="1080402" y="91814"/>
                  <a:pt x="1082803" y="93949"/>
                </a:cubicBezTo>
                <a:cubicBezTo>
                  <a:pt x="1085206" y="96085"/>
                  <a:pt x="1087875" y="97152"/>
                  <a:pt x="1090812" y="97152"/>
                </a:cubicBezTo>
                <a:cubicBezTo>
                  <a:pt x="1094192" y="97152"/>
                  <a:pt x="1097283" y="96218"/>
                  <a:pt x="1100085" y="94351"/>
                </a:cubicBezTo>
                <a:cubicBezTo>
                  <a:pt x="1102888" y="92481"/>
                  <a:pt x="1105046" y="90301"/>
                  <a:pt x="1106558" y="87810"/>
                </a:cubicBezTo>
                <a:lnTo>
                  <a:pt x="1107092" y="67794"/>
                </a:lnTo>
                <a:moveTo>
                  <a:pt x="1074131" y="44038"/>
                </a:moveTo>
                <a:cubicBezTo>
                  <a:pt x="1078134" y="41014"/>
                  <a:pt x="1081826" y="38968"/>
                  <a:pt x="1085206" y="37901"/>
                </a:cubicBezTo>
                <a:cubicBezTo>
                  <a:pt x="1088587" y="36833"/>
                  <a:pt x="1092057" y="36299"/>
                  <a:pt x="1095615" y="36299"/>
                </a:cubicBezTo>
                <a:cubicBezTo>
                  <a:pt x="1098819" y="36299"/>
                  <a:pt x="1101755" y="36766"/>
                  <a:pt x="1104424" y="37699"/>
                </a:cubicBezTo>
                <a:cubicBezTo>
                  <a:pt x="1107093" y="38633"/>
                  <a:pt x="1109361" y="39968"/>
                  <a:pt x="1111229" y="41703"/>
                </a:cubicBezTo>
                <a:cubicBezTo>
                  <a:pt x="1113097" y="43438"/>
                  <a:pt x="1114565" y="45529"/>
                  <a:pt x="1115632" y="47977"/>
                </a:cubicBezTo>
                <a:cubicBezTo>
                  <a:pt x="1116700" y="50423"/>
                  <a:pt x="1117234" y="53113"/>
                  <a:pt x="1117234" y="56048"/>
                </a:cubicBezTo>
                <a:cubicBezTo>
                  <a:pt x="1117234" y="61120"/>
                  <a:pt x="1117145" y="66169"/>
                  <a:pt x="1116968" y="71196"/>
                </a:cubicBezTo>
                <a:cubicBezTo>
                  <a:pt x="1116790" y="76223"/>
                  <a:pt x="1116701" y="81538"/>
                  <a:pt x="1116701" y="87142"/>
                </a:cubicBezTo>
                <a:cubicBezTo>
                  <a:pt x="1116701" y="88211"/>
                  <a:pt x="1116723" y="89345"/>
                  <a:pt x="1116768" y="90547"/>
                </a:cubicBezTo>
                <a:cubicBezTo>
                  <a:pt x="1116813" y="91747"/>
                  <a:pt x="1117013" y="92814"/>
                  <a:pt x="1117369" y="93748"/>
                </a:cubicBezTo>
                <a:cubicBezTo>
                  <a:pt x="1117724" y="94682"/>
                  <a:pt x="1118236" y="95460"/>
                  <a:pt x="1118902" y="96083"/>
                </a:cubicBezTo>
                <a:cubicBezTo>
                  <a:pt x="1119570" y="96707"/>
                  <a:pt x="1120571" y="97018"/>
                  <a:pt x="1121906" y="97018"/>
                </a:cubicBezTo>
                <a:cubicBezTo>
                  <a:pt x="1122351" y="97018"/>
                  <a:pt x="1122818" y="96996"/>
                  <a:pt x="1123307" y="96951"/>
                </a:cubicBezTo>
                <a:cubicBezTo>
                  <a:pt x="1123797" y="96906"/>
                  <a:pt x="1124264" y="96751"/>
                  <a:pt x="1124707" y="96485"/>
                </a:cubicBezTo>
                <a:lnTo>
                  <a:pt x="1124707" y="99421"/>
                </a:lnTo>
                <a:cubicBezTo>
                  <a:pt x="1123729" y="99865"/>
                  <a:pt x="1122506" y="100220"/>
                  <a:pt x="1121038" y="100488"/>
                </a:cubicBezTo>
                <a:cubicBezTo>
                  <a:pt x="1119571" y="100755"/>
                  <a:pt x="1117947" y="100889"/>
                  <a:pt x="1116167" y="100889"/>
                </a:cubicBezTo>
                <a:cubicBezTo>
                  <a:pt x="1113321" y="100889"/>
                  <a:pt x="1111141" y="100155"/>
                  <a:pt x="1109629" y="98688"/>
                </a:cubicBezTo>
                <a:cubicBezTo>
                  <a:pt x="1108117" y="97219"/>
                  <a:pt x="1107227" y="95328"/>
                  <a:pt x="1106959" y="93015"/>
                </a:cubicBezTo>
                <a:cubicBezTo>
                  <a:pt x="1103757" y="96217"/>
                  <a:pt x="1100599" y="98574"/>
                  <a:pt x="1097485" y="100087"/>
                </a:cubicBezTo>
                <a:cubicBezTo>
                  <a:pt x="1094370" y="101599"/>
                  <a:pt x="1090545" y="102355"/>
                  <a:pt x="1086008" y="102355"/>
                </a:cubicBezTo>
                <a:cubicBezTo>
                  <a:pt x="1083783" y="102355"/>
                  <a:pt x="1081603" y="102044"/>
                  <a:pt x="1079468" y="101420"/>
                </a:cubicBezTo>
                <a:cubicBezTo>
                  <a:pt x="1077334" y="100799"/>
                  <a:pt x="1075443" y="99777"/>
                  <a:pt x="1073797" y="98354"/>
                </a:cubicBezTo>
                <a:cubicBezTo>
                  <a:pt x="1072151" y="96930"/>
                  <a:pt x="1070817" y="95217"/>
                  <a:pt x="1069793" y="93216"/>
                </a:cubicBezTo>
                <a:cubicBezTo>
                  <a:pt x="1068771" y="91214"/>
                  <a:pt x="1068260" y="88923"/>
                  <a:pt x="1068260" y="86342"/>
                </a:cubicBezTo>
                <a:cubicBezTo>
                  <a:pt x="1068260" y="81004"/>
                  <a:pt x="1069928" y="76868"/>
                  <a:pt x="1073263" y="73933"/>
                </a:cubicBezTo>
                <a:cubicBezTo>
                  <a:pt x="1076600" y="70997"/>
                  <a:pt x="1081204" y="69039"/>
                  <a:pt x="1087075" y="68060"/>
                </a:cubicBezTo>
                <a:cubicBezTo>
                  <a:pt x="1091879" y="67259"/>
                  <a:pt x="1095638" y="66570"/>
                  <a:pt x="1098352" y="65991"/>
                </a:cubicBezTo>
                <a:cubicBezTo>
                  <a:pt x="1101066" y="65413"/>
                  <a:pt x="1103067" y="64812"/>
                  <a:pt x="1104357" y="64189"/>
                </a:cubicBezTo>
                <a:cubicBezTo>
                  <a:pt x="1105647" y="63566"/>
                  <a:pt x="1106425" y="62832"/>
                  <a:pt x="1106691" y="61988"/>
                </a:cubicBezTo>
                <a:cubicBezTo>
                  <a:pt x="1106958" y="61142"/>
                  <a:pt x="1107092" y="60052"/>
                  <a:pt x="1107092" y="58718"/>
                </a:cubicBezTo>
                <a:cubicBezTo>
                  <a:pt x="1107092" y="56494"/>
                  <a:pt x="1106825" y="54360"/>
                  <a:pt x="1106291" y="52314"/>
                </a:cubicBezTo>
                <a:cubicBezTo>
                  <a:pt x="1105758" y="50267"/>
                  <a:pt x="1104913" y="48487"/>
                  <a:pt x="1103756" y="46975"/>
                </a:cubicBezTo>
                <a:cubicBezTo>
                  <a:pt x="1102600" y="45462"/>
                  <a:pt x="1101087" y="44239"/>
                  <a:pt x="1099220" y="43305"/>
                </a:cubicBezTo>
                <a:cubicBezTo>
                  <a:pt x="1097352" y="42371"/>
                  <a:pt x="1095083" y="41904"/>
                  <a:pt x="1092414" y="41904"/>
                </a:cubicBezTo>
                <a:cubicBezTo>
                  <a:pt x="1088855" y="41904"/>
                  <a:pt x="1085541" y="42705"/>
                  <a:pt x="1082471" y="44307"/>
                </a:cubicBezTo>
                <a:cubicBezTo>
                  <a:pt x="1079402" y="45908"/>
                  <a:pt x="1077111" y="48131"/>
                  <a:pt x="1075599" y="50978"/>
                </a:cubicBezTo>
                <a:lnTo>
                  <a:pt x="1074131" y="50978"/>
                </a:lnTo>
                <a:lnTo>
                  <a:pt x="1074131" y="44038"/>
                </a:lnTo>
                <a:close/>
                <a:moveTo>
                  <a:pt x="1142991" y="38834"/>
                </a:moveTo>
                <a:cubicBezTo>
                  <a:pt x="1142991" y="35809"/>
                  <a:pt x="1142969" y="32518"/>
                  <a:pt x="1142924" y="28960"/>
                </a:cubicBezTo>
                <a:cubicBezTo>
                  <a:pt x="1142879" y="25400"/>
                  <a:pt x="1142812" y="21886"/>
                  <a:pt x="1142722" y="18416"/>
                </a:cubicBezTo>
                <a:cubicBezTo>
                  <a:pt x="1142634" y="14946"/>
                  <a:pt x="1142523" y="11633"/>
                  <a:pt x="1142389" y="8475"/>
                </a:cubicBezTo>
                <a:cubicBezTo>
                  <a:pt x="1142255" y="5316"/>
                  <a:pt x="1142100" y="2625"/>
                  <a:pt x="1141922" y="401"/>
                </a:cubicBezTo>
                <a:cubicBezTo>
                  <a:pt x="1144413" y="846"/>
                  <a:pt x="1146416" y="1069"/>
                  <a:pt x="1147929" y="1069"/>
                </a:cubicBezTo>
                <a:cubicBezTo>
                  <a:pt x="1149441" y="1069"/>
                  <a:pt x="1151443" y="846"/>
                  <a:pt x="1153934" y="401"/>
                </a:cubicBezTo>
                <a:cubicBezTo>
                  <a:pt x="1153756" y="2625"/>
                  <a:pt x="1153600" y="5316"/>
                  <a:pt x="1153466" y="8475"/>
                </a:cubicBezTo>
                <a:cubicBezTo>
                  <a:pt x="1153333" y="11633"/>
                  <a:pt x="1153221" y="14946"/>
                  <a:pt x="1153132" y="18416"/>
                </a:cubicBezTo>
                <a:cubicBezTo>
                  <a:pt x="1153044" y="21886"/>
                  <a:pt x="1152977" y="25400"/>
                  <a:pt x="1152932" y="28960"/>
                </a:cubicBezTo>
                <a:cubicBezTo>
                  <a:pt x="1152888" y="32518"/>
                  <a:pt x="1152865" y="35809"/>
                  <a:pt x="1152865" y="38834"/>
                </a:cubicBezTo>
                <a:lnTo>
                  <a:pt x="1152865" y="62988"/>
                </a:lnTo>
                <a:cubicBezTo>
                  <a:pt x="1152865" y="66014"/>
                  <a:pt x="1152888" y="69306"/>
                  <a:pt x="1152932" y="72864"/>
                </a:cubicBezTo>
                <a:cubicBezTo>
                  <a:pt x="1152977" y="76422"/>
                  <a:pt x="1153044" y="79936"/>
                  <a:pt x="1153132" y="83406"/>
                </a:cubicBezTo>
                <a:cubicBezTo>
                  <a:pt x="1153221" y="86875"/>
                  <a:pt x="1153333" y="90167"/>
                  <a:pt x="1153466" y="93282"/>
                </a:cubicBezTo>
                <a:cubicBezTo>
                  <a:pt x="1153600" y="96396"/>
                  <a:pt x="1153756" y="98976"/>
                  <a:pt x="1153934" y="101021"/>
                </a:cubicBezTo>
                <a:cubicBezTo>
                  <a:pt x="1151887" y="100844"/>
                  <a:pt x="1149885" y="100755"/>
                  <a:pt x="1147929" y="100755"/>
                </a:cubicBezTo>
                <a:cubicBezTo>
                  <a:pt x="1145972" y="100755"/>
                  <a:pt x="1143969" y="100844"/>
                  <a:pt x="1141922" y="101021"/>
                </a:cubicBezTo>
                <a:cubicBezTo>
                  <a:pt x="1142100" y="98976"/>
                  <a:pt x="1142255" y="96396"/>
                  <a:pt x="1142389" y="93282"/>
                </a:cubicBezTo>
                <a:cubicBezTo>
                  <a:pt x="1142523" y="90167"/>
                  <a:pt x="1142634" y="86875"/>
                  <a:pt x="1142722" y="83406"/>
                </a:cubicBezTo>
                <a:cubicBezTo>
                  <a:pt x="1142812" y="79936"/>
                  <a:pt x="1142879" y="76422"/>
                  <a:pt x="1142924" y="72864"/>
                </a:cubicBezTo>
                <a:cubicBezTo>
                  <a:pt x="1142969" y="69306"/>
                  <a:pt x="1142991" y="66014"/>
                  <a:pt x="1142991" y="62988"/>
                </a:cubicBezTo>
                <a:lnTo>
                  <a:pt x="1142991" y="38834"/>
                </a:lnTo>
                <a:close/>
                <a:moveTo>
                  <a:pt x="1176620" y="80870"/>
                </a:moveTo>
                <a:cubicBezTo>
                  <a:pt x="1176620" y="76156"/>
                  <a:pt x="1176687" y="72131"/>
                  <a:pt x="1176820" y="68795"/>
                </a:cubicBezTo>
                <a:cubicBezTo>
                  <a:pt x="1176953" y="65459"/>
                  <a:pt x="1177019" y="62144"/>
                  <a:pt x="1177019" y="58852"/>
                </a:cubicBezTo>
                <a:cubicBezTo>
                  <a:pt x="1177019" y="55738"/>
                  <a:pt x="1176997" y="52357"/>
                  <a:pt x="1176952" y="48710"/>
                </a:cubicBezTo>
                <a:cubicBezTo>
                  <a:pt x="1176909" y="45062"/>
                  <a:pt x="1176842" y="41370"/>
                  <a:pt x="1176752" y="37632"/>
                </a:cubicBezTo>
                <a:cubicBezTo>
                  <a:pt x="1178977" y="38078"/>
                  <a:pt x="1180846" y="38300"/>
                  <a:pt x="1182358" y="38300"/>
                </a:cubicBezTo>
                <a:cubicBezTo>
                  <a:pt x="1183781" y="38300"/>
                  <a:pt x="1185605" y="38078"/>
                  <a:pt x="1187830" y="37632"/>
                </a:cubicBezTo>
                <a:cubicBezTo>
                  <a:pt x="1187385" y="42971"/>
                  <a:pt x="1187051" y="48822"/>
                  <a:pt x="1186828" y="55183"/>
                </a:cubicBezTo>
                <a:cubicBezTo>
                  <a:pt x="1186605" y="61543"/>
                  <a:pt x="1186494" y="68059"/>
                  <a:pt x="1186494" y="74731"/>
                </a:cubicBezTo>
                <a:cubicBezTo>
                  <a:pt x="1186494" y="79357"/>
                  <a:pt x="1186894" y="82894"/>
                  <a:pt x="1187695" y="85342"/>
                </a:cubicBezTo>
                <a:cubicBezTo>
                  <a:pt x="1188496" y="87788"/>
                  <a:pt x="1189475" y="89634"/>
                  <a:pt x="1190632" y="90879"/>
                </a:cubicBezTo>
                <a:cubicBezTo>
                  <a:pt x="1191878" y="92303"/>
                  <a:pt x="1193457" y="93482"/>
                  <a:pt x="1195370" y="94416"/>
                </a:cubicBezTo>
                <a:cubicBezTo>
                  <a:pt x="1197283" y="95350"/>
                  <a:pt x="1199529" y="95817"/>
                  <a:pt x="1202108" y="95817"/>
                </a:cubicBezTo>
                <a:cubicBezTo>
                  <a:pt x="1205845" y="95817"/>
                  <a:pt x="1208959" y="94994"/>
                  <a:pt x="1211451" y="93349"/>
                </a:cubicBezTo>
                <a:cubicBezTo>
                  <a:pt x="1213942" y="91702"/>
                  <a:pt x="1215765" y="89678"/>
                  <a:pt x="1216922" y="87277"/>
                </a:cubicBezTo>
                <a:cubicBezTo>
                  <a:pt x="1217544" y="85764"/>
                  <a:pt x="1218032" y="84475"/>
                  <a:pt x="1218388" y="83408"/>
                </a:cubicBezTo>
                <a:cubicBezTo>
                  <a:pt x="1218745" y="82339"/>
                  <a:pt x="1219034" y="80915"/>
                  <a:pt x="1219256" y="79136"/>
                </a:cubicBezTo>
                <a:cubicBezTo>
                  <a:pt x="1219478" y="77356"/>
                  <a:pt x="1219612" y="74954"/>
                  <a:pt x="1219657" y="71929"/>
                </a:cubicBezTo>
                <a:cubicBezTo>
                  <a:pt x="1219701" y="68905"/>
                  <a:pt x="1219724" y="64768"/>
                  <a:pt x="1219724" y="59518"/>
                </a:cubicBezTo>
                <a:lnTo>
                  <a:pt x="1219724" y="48308"/>
                </a:lnTo>
                <a:cubicBezTo>
                  <a:pt x="1219724" y="46352"/>
                  <a:pt x="1219701" y="44484"/>
                  <a:pt x="1219657" y="42705"/>
                </a:cubicBezTo>
                <a:cubicBezTo>
                  <a:pt x="1219612" y="40925"/>
                  <a:pt x="1219545" y="39234"/>
                  <a:pt x="1219457" y="37632"/>
                </a:cubicBezTo>
                <a:cubicBezTo>
                  <a:pt x="1220436" y="37811"/>
                  <a:pt x="1221370" y="37968"/>
                  <a:pt x="1222259" y="38101"/>
                </a:cubicBezTo>
                <a:cubicBezTo>
                  <a:pt x="1223148" y="38234"/>
                  <a:pt x="1224082" y="38300"/>
                  <a:pt x="1225061" y="38300"/>
                </a:cubicBezTo>
                <a:cubicBezTo>
                  <a:pt x="1226040" y="38300"/>
                  <a:pt x="1226974" y="38234"/>
                  <a:pt x="1227863" y="38101"/>
                </a:cubicBezTo>
                <a:cubicBezTo>
                  <a:pt x="1228753" y="37968"/>
                  <a:pt x="1229643" y="37811"/>
                  <a:pt x="1230532" y="37632"/>
                </a:cubicBezTo>
                <a:cubicBezTo>
                  <a:pt x="1230088" y="44572"/>
                  <a:pt x="1229822" y="51267"/>
                  <a:pt x="1229732" y="57718"/>
                </a:cubicBezTo>
                <a:cubicBezTo>
                  <a:pt x="1229644" y="64168"/>
                  <a:pt x="1229600" y="70995"/>
                  <a:pt x="1229600" y="78201"/>
                </a:cubicBezTo>
                <a:cubicBezTo>
                  <a:pt x="1229600" y="82206"/>
                  <a:pt x="1229644" y="86121"/>
                  <a:pt x="1229732" y="89946"/>
                </a:cubicBezTo>
                <a:cubicBezTo>
                  <a:pt x="1229822" y="93772"/>
                  <a:pt x="1229955" y="97463"/>
                  <a:pt x="1230133" y="101021"/>
                </a:cubicBezTo>
                <a:cubicBezTo>
                  <a:pt x="1228354" y="100844"/>
                  <a:pt x="1226619" y="100755"/>
                  <a:pt x="1224929" y="100755"/>
                </a:cubicBezTo>
                <a:cubicBezTo>
                  <a:pt x="1223238" y="100755"/>
                  <a:pt x="1221504" y="100844"/>
                  <a:pt x="1219724" y="101021"/>
                </a:cubicBezTo>
                <a:cubicBezTo>
                  <a:pt x="1219812" y="100220"/>
                  <a:pt x="1219879" y="99375"/>
                  <a:pt x="1219923" y="98486"/>
                </a:cubicBezTo>
                <a:cubicBezTo>
                  <a:pt x="1219968" y="97597"/>
                  <a:pt x="1219991" y="96663"/>
                  <a:pt x="1219991" y="95684"/>
                </a:cubicBezTo>
                <a:lnTo>
                  <a:pt x="1219991" y="89946"/>
                </a:lnTo>
                <a:lnTo>
                  <a:pt x="1219724" y="89946"/>
                </a:lnTo>
                <a:cubicBezTo>
                  <a:pt x="1217411" y="94215"/>
                  <a:pt x="1214430" y="97351"/>
                  <a:pt x="1210783" y="99354"/>
                </a:cubicBezTo>
                <a:cubicBezTo>
                  <a:pt x="1207135" y="101355"/>
                  <a:pt x="1203176" y="102355"/>
                  <a:pt x="1198905" y="102355"/>
                </a:cubicBezTo>
                <a:cubicBezTo>
                  <a:pt x="1191965" y="102355"/>
                  <a:pt x="1186516" y="100510"/>
                  <a:pt x="1182558" y="96819"/>
                </a:cubicBezTo>
                <a:cubicBezTo>
                  <a:pt x="1178599" y="93126"/>
                  <a:pt x="1176620" y="87810"/>
                  <a:pt x="1176620" y="80870"/>
                </a:cubicBezTo>
                <a:close/>
                <a:moveTo>
                  <a:pt x="1276173" y="40569"/>
                </a:moveTo>
                <a:cubicBezTo>
                  <a:pt x="1272881" y="40569"/>
                  <a:pt x="1270101" y="41325"/>
                  <a:pt x="1267831" y="42837"/>
                </a:cubicBezTo>
                <a:cubicBezTo>
                  <a:pt x="1265562" y="44349"/>
                  <a:pt x="1263694" y="46240"/>
                  <a:pt x="1262227" y="48510"/>
                </a:cubicBezTo>
                <a:cubicBezTo>
                  <a:pt x="1260760" y="50778"/>
                  <a:pt x="1259648" y="53269"/>
                  <a:pt x="1258892" y="55983"/>
                </a:cubicBezTo>
                <a:cubicBezTo>
                  <a:pt x="1258135" y="58697"/>
                  <a:pt x="1257668" y="61254"/>
                  <a:pt x="1257491" y="63656"/>
                </a:cubicBezTo>
                <a:cubicBezTo>
                  <a:pt x="1260248" y="63745"/>
                  <a:pt x="1263116" y="63835"/>
                  <a:pt x="1266096" y="63925"/>
                </a:cubicBezTo>
                <a:cubicBezTo>
                  <a:pt x="1269077" y="64013"/>
                  <a:pt x="1271991" y="64057"/>
                  <a:pt x="1274838" y="64057"/>
                </a:cubicBezTo>
                <a:cubicBezTo>
                  <a:pt x="1277774" y="64057"/>
                  <a:pt x="1280754" y="64013"/>
                  <a:pt x="1283779" y="63925"/>
                </a:cubicBezTo>
                <a:cubicBezTo>
                  <a:pt x="1286803" y="63835"/>
                  <a:pt x="1289740" y="63745"/>
                  <a:pt x="1292588" y="63656"/>
                </a:cubicBezTo>
                <a:cubicBezTo>
                  <a:pt x="1292588" y="61254"/>
                  <a:pt x="1292388" y="58719"/>
                  <a:pt x="1291987" y="56050"/>
                </a:cubicBezTo>
                <a:cubicBezTo>
                  <a:pt x="1291587" y="53380"/>
                  <a:pt x="1290786" y="50888"/>
                  <a:pt x="1289584" y="48575"/>
                </a:cubicBezTo>
                <a:cubicBezTo>
                  <a:pt x="1288383" y="46262"/>
                  <a:pt x="1286715" y="44349"/>
                  <a:pt x="1284579" y="42837"/>
                </a:cubicBezTo>
                <a:cubicBezTo>
                  <a:pt x="1282444" y="41325"/>
                  <a:pt x="1279642" y="40569"/>
                  <a:pt x="1276173" y="40569"/>
                </a:cubicBezTo>
                <a:moveTo>
                  <a:pt x="1245346" y="71396"/>
                </a:moveTo>
                <a:cubicBezTo>
                  <a:pt x="1245346" y="60453"/>
                  <a:pt x="1247948" y="51868"/>
                  <a:pt x="1253151" y="45641"/>
                </a:cubicBezTo>
                <a:cubicBezTo>
                  <a:pt x="1258356" y="39413"/>
                  <a:pt x="1265941" y="36299"/>
                  <a:pt x="1275907" y="36299"/>
                </a:cubicBezTo>
                <a:cubicBezTo>
                  <a:pt x="1280621" y="36299"/>
                  <a:pt x="1284691" y="37033"/>
                  <a:pt x="1288116" y="38502"/>
                </a:cubicBezTo>
                <a:cubicBezTo>
                  <a:pt x="1291541" y="39969"/>
                  <a:pt x="1294410" y="41926"/>
                  <a:pt x="1296723" y="44372"/>
                </a:cubicBezTo>
                <a:cubicBezTo>
                  <a:pt x="1299037" y="46819"/>
                  <a:pt x="1300749" y="49688"/>
                  <a:pt x="1301861" y="52980"/>
                </a:cubicBezTo>
                <a:cubicBezTo>
                  <a:pt x="1302973" y="56272"/>
                  <a:pt x="1303529" y="59786"/>
                  <a:pt x="1303529" y="63521"/>
                </a:cubicBezTo>
                <a:cubicBezTo>
                  <a:pt x="1303529" y="64412"/>
                  <a:pt x="1303506" y="65280"/>
                  <a:pt x="1303461" y="66126"/>
                </a:cubicBezTo>
                <a:cubicBezTo>
                  <a:pt x="1303418" y="66970"/>
                  <a:pt x="1303352" y="67837"/>
                  <a:pt x="1303262" y="68726"/>
                </a:cubicBezTo>
                <a:cubicBezTo>
                  <a:pt x="1298458" y="68638"/>
                  <a:pt x="1293698" y="68550"/>
                  <a:pt x="1288984" y="68461"/>
                </a:cubicBezTo>
                <a:cubicBezTo>
                  <a:pt x="1284269" y="68372"/>
                  <a:pt x="1279510" y="68327"/>
                  <a:pt x="1274705" y="68327"/>
                </a:cubicBezTo>
                <a:cubicBezTo>
                  <a:pt x="1271769" y="68327"/>
                  <a:pt x="1268855" y="68372"/>
                  <a:pt x="1265964" y="68461"/>
                </a:cubicBezTo>
                <a:cubicBezTo>
                  <a:pt x="1263072" y="68550"/>
                  <a:pt x="1260158" y="68638"/>
                  <a:pt x="1257222" y="68726"/>
                </a:cubicBezTo>
                <a:cubicBezTo>
                  <a:pt x="1257134" y="69171"/>
                  <a:pt x="1257090" y="69839"/>
                  <a:pt x="1257090" y="70728"/>
                </a:cubicBezTo>
                <a:lnTo>
                  <a:pt x="1257090" y="72463"/>
                </a:lnTo>
                <a:cubicBezTo>
                  <a:pt x="1257090" y="75932"/>
                  <a:pt x="1257601" y="79180"/>
                  <a:pt x="1258623" y="82206"/>
                </a:cubicBezTo>
                <a:cubicBezTo>
                  <a:pt x="1259646" y="85231"/>
                  <a:pt x="1261137" y="87833"/>
                  <a:pt x="1263094" y="90013"/>
                </a:cubicBezTo>
                <a:cubicBezTo>
                  <a:pt x="1265052" y="92192"/>
                  <a:pt x="1267454" y="93927"/>
                  <a:pt x="1270301" y="95218"/>
                </a:cubicBezTo>
                <a:cubicBezTo>
                  <a:pt x="1273148" y="96508"/>
                  <a:pt x="1276440" y="97152"/>
                  <a:pt x="1280177" y="97152"/>
                </a:cubicBezTo>
                <a:cubicBezTo>
                  <a:pt x="1281955" y="97152"/>
                  <a:pt x="1283778" y="96908"/>
                  <a:pt x="1285646" y="96419"/>
                </a:cubicBezTo>
                <a:cubicBezTo>
                  <a:pt x="1287515" y="95929"/>
                  <a:pt x="1289339" y="95261"/>
                  <a:pt x="1291118" y="94416"/>
                </a:cubicBezTo>
                <a:cubicBezTo>
                  <a:pt x="1292897" y="93570"/>
                  <a:pt x="1294566" y="92569"/>
                  <a:pt x="1296123" y="91414"/>
                </a:cubicBezTo>
                <a:cubicBezTo>
                  <a:pt x="1297680" y="90258"/>
                  <a:pt x="1299037" y="89011"/>
                  <a:pt x="1300193" y="87676"/>
                </a:cubicBezTo>
                <a:lnTo>
                  <a:pt x="1300861" y="88077"/>
                </a:lnTo>
                <a:lnTo>
                  <a:pt x="1300061" y="94615"/>
                </a:lnTo>
                <a:cubicBezTo>
                  <a:pt x="1297391" y="96751"/>
                  <a:pt x="1294076" y="98574"/>
                  <a:pt x="1290118" y="100087"/>
                </a:cubicBezTo>
                <a:cubicBezTo>
                  <a:pt x="1286159" y="101599"/>
                  <a:pt x="1282045" y="102355"/>
                  <a:pt x="1277774" y="102355"/>
                </a:cubicBezTo>
                <a:cubicBezTo>
                  <a:pt x="1272970" y="102355"/>
                  <a:pt x="1268588" y="101621"/>
                  <a:pt x="1264628" y="100154"/>
                </a:cubicBezTo>
                <a:cubicBezTo>
                  <a:pt x="1260669" y="98686"/>
                  <a:pt x="1257244" y="96552"/>
                  <a:pt x="1254353" y="93750"/>
                </a:cubicBezTo>
                <a:cubicBezTo>
                  <a:pt x="1251463" y="90947"/>
                  <a:pt x="1249239" y="87632"/>
                  <a:pt x="1247682" y="83807"/>
                </a:cubicBezTo>
                <a:cubicBezTo>
                  <a:pt x="1246125" y="79981"/>
                  <a:pt x="1245346" y="75844"/>
                  <a:pt x="1245346" y="71396"/>
                </a:cubicBezTo>
                <a:close/>
                <a:moveTo>
                  <a:pt x="1360913" y="69528"/>
                </a:moveTo>
                <a:cubicBezTo>
                  <a:pt x="1360913" y="73264"/>
                  <a:pt x="1361246" y="76867"/>
                  <a:pt x="1361912" y="80337"/>
                </a:cubicBezTo>
                <a:cubicBezTo>
                  <a:pt x="1362580" y="83807"/>
                  <a:pt x="1363715" y="86898"/>
                  <a:pt x="1365315" y="89612"/>
                </a:cubicBezTo>
                <a:cubicBezTo>
                  <a:pt x="1366917" y="92326"/>
                  <a:pt x="1369052" y="94484"/>
                  <a:pt x="1371721" y="96085"/>
                </a:cubicBezTo>
                <a:cubicBezTo>
                  <a:pt x="1374390" y="97686"/>
                  <a:pt x="1377682" y="98486"/>
                  <a:pt x="1381597" y="98486"/>
                </a:cubicBezTo>
                <a:cubicBezTo>
                  <a:pt x="1385512" y="98486"/>
                  <a:pt x="1388804" y="97686"/>
                  <a:pt x="1391473" y="96085"/>
                </a:cubicBezTo>
                <a:cubicBezTo>
                  <a:pt x="1394142" y="94484"/>
                  <a:pt x="1396277" y="92326"/>
                  <a:pt x="1397877" y="89612"/>
                </a:cubicBezTo>
                <a:cubicBezTo>
                  <a:pt x="1399479" y="86898"/>
                  <a:pt x="1400613" y="83807"/>
                  <a:pt x="1401280" y="80337"/>
                </a:cubicBezTo>
                <a:cubicBezTo>
                  <a:pt x="1401948" y="76867"/>
                  <a:pt x="1402282" y="73264"/>
                  <a:pt x="1402282" y="69528"/>
                </a:cubicBezTo>
                <a:cubicBezTo>
                  <a:pt x="1402282" y="65791"/>
                  <a:pt x="1401948" y="62188"/>
                  <a:pt x="1401280" y="58718"/>
                </a:cubicBezTo>
                <a:cubicBezTo>
                  <a:pt x="1400613" y="55248"/>
                  <a:pt x="1399479" y="52157"/>
                  <a:pt x="1397877" y="49445"/>
                </a:cubicBezTo>
                <a:cubicBezTo>
                  <a:pt x="1396277" y="46731"/>
                  <a:pt x="1394142" y="44573"/>
                  <a:pt x="1391473" y="42971"/>
                </a:cubicBezTo>
                <a:cubicBezTo>
                  <a:pt x="1388804" y="41370"/>
                  <a:pt x="1385512" y="40569"/>
                  <a:pt x="1381597" y="40569"/>
                </a:cubicBezTo>
                <a:cubicBezTo>
                  <a:pt x="1377682" y="40569"/>
                  <a:pt x="1374390" y="41370"/>
                  <a:pt x="1371721" y="42971"/>
                </a:cubicBezTo>
                <a:cubicBezTo>
                  <a:pt x="1369052" y="44573"/>
                  <a:pt x="1366917" y="46731"/>
                  <a:pt x="1365315" y="49445"/>
                </a:cubicBezTo>
                <a:cubicBezTo>
                  <a:pt x="1363715" y="52157"/>
                  <a:pt x="1362580" y="55248"/>
                  <a:pt x="1361912" y="58718"/>
                </a:cubicBezTo>
                <a:cubicBezTo>
                  <a:pt x="1361246" y="62188"/>
                  <a:pt x="1360913" y="65791"/>
                  <a:pt x="1360913" y="69528"/>
                </a:cubicBezTo>
                <a:moveTo>
                  <a:pt x="1349169" y="69528"/>
                </a:moveTo>
                <a:cubicBezTo>
                  <a:pt x="1349169" y="63478"/>
                  <a:pt x="1350126" y="58340"/>
                  <a:pt x="1352039" y="54114"/>
                </a:cubicBezTo>
                <a:cubicBezTo>
                  <a:pt x="1353951" y="49888"/>
                  <a:pt x="1356464" y="46463"/>
                  <a:pt x="1359577" y="43839"/>
                </a:cubicBezTo>
                <a:cubicBezTo>
                  <a:pt x="1362691" y="41215"/>
                  <a:pt x="1366183" y="39302"/>
                  <a:pt x="1370053" y="38101"/>
                </a:cubicBezTo>
                <a:cubicBezTo>
                  <a:pt x="1373924" y="36899"/>
                  <a:pt x="1377772" y="36299"/>
                  <a:pt x="1381597" y="36299"/>
                </a:cubicBezTo>
                <a:cubicBezTo>
                  <a:pt x="1385512" y="36299"/>
                  <a:pt x="1389382" y="36899"/>
                  <a:pt x="1393208" y="38101"/>
                </a:cubicBezTo>
                <a:cubicBezTo>
                  <a:pt x="1397033" y="39302"/>
                  <a:pt x="1400502" y="41215"/>
                  <a:pt x="1403615" y="43839"/>
                </a:cubicBezTo>
                <a:cubicBezTo>
                  <a:pt x="1406729" y="46463"/>
                  <a:pt x="1409243" y="49888"/>
                  <a:pt x="1411156" y="54114"/>
                </a:cubicBezTo>
                <a:cubicBezTo>
                  <a:pt x="1413068" y="58340"/>
                  <a:pt x="1414025" y="63478"/>
                  <a:pt x="1414025" y="69528"/>
                </a:cubicBezTo>
                <a:cubicBezTo>
                  <a:pt x="1414025" y="75577"/>
                  <a:pt x="1413068" y="80715"/>
                  <a:pt x="1411156" y="84941"/>
                </a:cubicBezTo>
                <a:cubicBezTo>
                  <a:pt x="1409243" y="89167"/>
                  <a:pt x="1406729" y="92593"/>
                  <a:pt x="1403615" y="95218"/>
                </a:cubicBezTo>
                <a:cubicBezTo>
                  <a:pt x="1400502" y="97842"/>
                  <a:pt x="1397033" y="99688"/>
                  <a:pt x="1393208" y="100755"/>
                </a:cubicBezTo>
                <a:cubicBezTo>
                  <a:pt x="1389382" y="101822"/>
                  <a:pt x="1385512" y="102355"/>
                  <a:pt x="1381597" y="102355"/>
                </a:cubicBezTo>
                <a:cubicBezTo>
                  <a:pt x="1377772" y="102355"/>
                  <a:pt x="1373924" y="101822"/>
                  <a:pt x="1370053" y="100755"/>
                </a:cubicBezTo>
                <a:cubicBezTo>
                  <a:pt x="1366183" y="99688"/>
                  <a:pt x="1362691" y="97842"/>
                  <a:pt x="1359577" y="95218"/>
                </a:cubicBezTo>
                <a:cubicBezTo>
                  <a:pt x="1356464" y="92593"/>
                  <a:pt x="1353951" y="89167"/>
                  <a:pt x="1352039" y="84941"/>
                </a:cubicBezTo>
                <a:cubicBezTo>
                  <a:pt x="1350126" y="80715"/>
                  <a:pt x="1349169" y="75577"/>
                  <a:pt x="1349169" y="69528"/>
                </a:cubicBezTo>
                <a:close/>
                <a:moveTo>
                  <a:pt x="1457129" y="11476"/>
                </a:moveTo>
                <a:cubicBezTo>
                  <a:pt x="1454995" y="10142"/>
                  <a:pt x="1452548" y="9475"/>
                  <a:pt x="1449790" y="9475"/>
                </a:cubicBezTo>
                <a:cubicBezTo>
                  <a:pt x="1447832" y="9475"/>
                  <a:pt x="1446164" y="9853"/>
                  <a:pt x="1444785" y="10609"/>
                </a:cubicBezTo>
                <a:cubicBezTo>
                  <a:pt x="1443405" y="11365"/>
                  <a:pt x="1442271" y="12344"/>
                  <a:pt x="1441382" y="13545"/>
                </a:cubicBezTo>
                <a:cubicBezTo>
                  <a:pt x="1440493" y="14747"/>
                  <a:pt x="1439848" y="16148"/>
                  <a:pt x="1439448" y="17750"/>
                </a:cubicBezTo>
                <a:cubicBezTo>
                  <a:pt x="1439047" y="19351"/>
                  <a:pt x="1438847" y="21041"/>
                  <a:pt x="1438847" y="22820"/>
                </a:cubicBezTo>
                <a:cubicBezTo>
                  <a:pt x="1438847" y="24422"/>
                  <a:pt x="1439002" y="26736"/>
                  <a:pt x="1439313" y="29760"/>
                </a:cubicBezTo>
                <a:cubicBezTo>
                  <a:pt x="1439625" y="32785"/>
                  <a:pt x="1440003" y="35676"/>
                  <a:pt x="1440447" y="38435"/>
                </a:cubicBezTo>
                <a:cubicBezTo>
                  <a:pt x="1442761" y="38435"/>
                  <a:pt x="1445051" y="38412"/>
                  <a:pt x="1447320" y="38367"/>
                </a:cubicBezTo>
                <a:cubicBezTo>
                  <a:pt x="1449590" y="38323"/>
                  <a:pt x="1451881" y="38300"/>
                  <a:pt x="1454194" y="38300"/>
                </a:cubicBezTo>
                <a:cubicBezTo>
                  <a:pt x="1454105" y="38745"/>
                  <a:pt x="1454037" y="39191"/>
                  <a:pt x="1453993" y="39636"/>
                </a:cubicBezTo>
                <a:cubicBezTo>
                  <a:pt x="1453949" y="40080"/>
                  <a:pt x="1453928" y="40524"/>
                  <a:pt x="1453928" y="40970"/>
                </a:cubicBezTo>
                <a:cubicBezTo>
                  <a:pt x="1453928" y="41415"/>
                  <a:pt x="1453949" y="41860"/>
                  <a:pt x="1453993" y="42306"/>
                </a:cubicBezTo>
                <a:cubicBezTo>
                  <a:pt x="1454037" y="42749"/>
                  <a:pt x="1454105" y="43194"/>
                  <a:pt x="1454194" y="43639"/>
                </a:cubicBezTo>
                <a:cubicBezTo>
                  <a:pt x="1451881" y="43550"/>
                  <a:pt x="1449590" y="43461"/>
                  <a:pt x="1447320" y="43373"/>
                </a:cubicBezTo>
                <a:cubicBezTo>
                  <a:pt x="1445051" y="43283"/>
                  <a:pt x="1442761" y="43238"/>
                  <a:pt x="1440447" y="43238"/>
                </a:cubicBezTo>
                <a:cubicBezTo>
                  <a:pt x="1440447" y="52935"/>
                  <a:pt x="1440470" y="62566"/>
                  <a:pt x="1440515" y="72131"/>
                </a:cubicBezTo>
                <a:cubicBezTo>
                  <a:pt x="1440559" y="81694"/>
                  <a:pt x="1440716" y="91325"/>
                  <a:pt x="1440983" y="101021"/>
                </a:cubicBezTo>
                <a:cubicBezTo>
                  <a:pt x="1440004" y="100844"/>
                  <a:pt x="1439025" y="100755"/>
                  <a:pt x="1438047" y="100755"/>
                </a:cubicBezTo>
                <a:cubicBezTo>
                  <a:pt x="1437068" y="100755"/>
                  <a:pt x="1436133" y="100755"/>
                  <a:pt x="1435243" y="100755"/>
                </a:cubicBezTo>
                <a:cubicBezTo>
                  <a:pt x="1433375" y="100755"/>
                  <a:pt x="1431418" y="100844"/>
                  <a:pt x="1429372" y="101021"/>
                </a:cubicBezTo>
                <a:cubicBezTo>
                  <a:pt x="1429995" y="91325"/>
                  <a:pt x="1430351" y="81739"/>
                  <a:pt x="1430439" y="72263"/>
                </a:cubicBezTo>
                <a:cubicBezTo>
                  <a:pt x="1430529" y="62788"/>
                  <a:pt x="1430574" y="53113"/>
                  <a:pt x="1430574" y="43238"/>
                </a:cubicBezTo>
                <a:cubicBezTo>
                  <a:pt x="1428972" y="43238"/>
                  <a:pt x="1427370" y="43283"/>
                  <a:pt x="1425768" y="43373"/>
                </a:cubicBezTo>
                <a:cubicBezTo>
                  <a:pt x="1424167" y="43461"/>
                  <a:pt x="1422566" y="43550"/>
                  <a:pt x="1420964" y="43639"/>
                </a:cubicBezTo>
                <a:cubicBezTo>
                  <a:pt x="1421054" y="43194"/>
                  <a:pt x="1421120" y="42749"/>
                  <a:pt x="1421164" y="42306"/>
                </a:cubicBezTo>
                <a:cubicBezTo>
                  <a:pt x="1421209" y="41860"/>
                  <a:pt x="1421231" y="41415"/>
                  <a:pt x="1421231" y="40970"/>
                </a:cubicBezTo>
                <a:cubicBezTo>
                  <a:pt x="1421231" y="40524"/>
                  <a:pt x="1421209" y="40080"/>
                  <a:pt x="1421164" y="39636"/>
                </a:cubicBezTo>
                <a:cubicBezTo>
                  <a:pt x="1421120" y="39191"/>
                  <a:pt x="1421054" y="38745"/>
                  <a:pt x="1420964" y="38300"/>
                </a:cubicBezTo>
                <a:cubicBezTo>
                  <a:pt x="1422566" y="38300"/>
                  <a:pt x="1424190" y="38323"/>
                  <a:pt x="1425835" y="38367"/>
                </a:cubicBezTo>
                <a:cubicBezTo>
                  <a:pt x="1427482" y="38412"/>
                  <a:pt x="1429061" y="38435"/>
                  <a:pt x="1430574" y="38435"/>
                </a:cubicBezTo>
                <a:cubicBezTo>
                  <a:pt x="1430574" y="35854"/>
                  <a:pt x="1430840" y="33051"/>
                  <a:pt x="1431374" y="30027"/>
                </a:cubicBezTo>
                <a:cubicBezTo>
                  <a:pt x="1431907" y="27002"/>
                  <a:pt x="1432685" y="24022"/>
                  <a:pt x="1433707" y="21086"/>
                </a:cubicBezTo>
                <a:cubicBezTo>
                  <a:pt x="1434731" y="18149"/>
                  <a:pt x="1435955" y="15369"/>
                  <a:pt x="1437379" y="12745"/>
                </a:cubicBezTo>
                <a:cubicBezTo>
                  <a:pt x="1438803" y="10121"/>
                  <a:pt x="1440404" y="7919"/>
                  <a:pt x="1442182" y="6139"/>
                </a:cubicBezTo>
                <a:cubicBezTo>
                  <a:pt x="1443784" y="4537"/>
                  <a:pt x="1445808" y="3114"/>
                  <a:pt x="1448254" y="1869"/>
                </a:cubicBezTo>
                <a:cubicBezTo>
                  <a:pt x="1450701" y="623"/>
                  <a:pt x="1453214" y="0"/>
                  <a:pt x="1455795" y="0"/>
                </a:cubicBezTo>
                <a:cubicBezTo>
                  <a:pt x="1456774" y="0"/>
                  <a:pt x="1457663" y="134"/>
                  <a:pt x="1458464" y="401"/>
                </a:cubicBezTo>
                <a:cubicBezTo>
                  <a:pt x="1458375" y="2181"/>
                  <a:pt x="1458263" y="3961"/>
                  <a:pt x="1458130" y="5740"/>
                </a:cubicBezTo>
                <a:cubicBezTo>
                  <a:pt x="1457997" y="7519"/>
                  <a:pt x="1457931" y="9298"/>
                  <a:pt x="1457931" y="11077"/>
                </a:cubicBezTo>
                <a:lnTo>
                  <a:pt x="1457129" y="11476"/>
                </a:lnTo>
                <a:close/>
                <a:moveTo>
                  <a:pt x="1514912" y="7608"/>
                </a:moveTo>
                <a:lnTo>
                  <a:pt x="1514912" y="46040"/>
                </a:lnTo>
                <a:lnTo>
                  <a:pt x="1507974" y="46040"/>
                </a:lnTo>
                <a:lnTo>
                  <a:pt x="1507974" y="7608"/>
                </a:lnTo>
                <a:lnTo>
                  <a:pt x="1514912" y="7608"/>
                </a:lnTo>
                <a:close/>
                <a:moveTo>
                  <a:pt x="1540135" y="83672"/>
                </a:moveTo>
                <a:cubicBezTo>
                  <a:pt x="1540846" y="85274"/>
                  <a:pt x="1541802" y="86898"/>
                  <a:pt x="1543002" y="88545"/>
                </a:cubicBezTo>
                <a:cubicBezTo>
                  <a:pt x="1544204" y="90190"/>
                  <a:pt x="1545672" y="91680"/>
                  <a:pt x="1547407" y="93015"/>
                </a:cubicBezTo>
                <a:cubicBezTo>
                  <a:pt x="1549141" y="94349"/>
                  <a:pt x="1551166" y="95439"/>
                  <a:pt x="1553479" y="96285"/>
                </a:cubicBezTo>
                <a:cubicBezTo>
                  <a:pt x="1555792" y="97129"/>
                  <a:pt x="1558372" y="97552"/>
                  <a:pt x="1561219" y="97552"/>
                </a:cubicBezTo>
                <a:cubicBezTo>
                  <a:pt x="1564155" y="97552"/>
                  <a:pt x="1566802" y="97040"/>
                  <a:pt x="1569160" y="96018"/>
                </a:cubicBezTo>
                <a:cubicBezTo>
                  <a:pt x="1571518" y="94995"/>
                  <a:pt x="1573520" y="93615"/>
                  <a:pt x="1575165" y="91881"/>
                </a:cubicBezTo>
                <a:cubicBezTo>
                  <a:pt x="1576810" y="90146"/>
                  <a:pt x="1578078" y="88099"/>
                  <a:pt x="1578967" y="85741"/>
                </a:cubicBezTo>
                <a:cubicBezTo>
                  <a:pt x="1579857" y="83383"/>
                  <a:pt x="1580303" y="80870"/>
                  <a:pt x="1580303" y="78201"/>
                </a:cubicBezTo>
                <a:cubicBezTo>
                  <a:pt x="1580303" y="74109"/>
                  <a:pt x="1579257" y="70863"/>
                  <a:pt x="1577167" y="68461"/>
                </a:cubicBezTo>
                <a:cubicBezTo>
                  <a:pt x="1575076" y="66059"/>
                  <a:pt x="1572474" y="64057"/>
                  <a:pt x="1569360" y="62456"/>
                </a:cubicBezTo>
                <a:cubicBezTo>
                  <a:pt x="1566245" y="60855"/>
                  <a:pt x="1562887" y="59386"/>
                  <a:pt x="1559284" y="58052"/>
                </a:cubicBezTo>
                <a:cubicBezTo>
                  <a:pt x="1555681" y="56716"/>
                  <a:pt x="1552323" y="55048"/>
                  <a:pt x="1549209" y="53047"/>
                </a:cubicBezTo>
                <a:cubicBezTo>
                  <a:pt x="1546095" y="51045"/>
                  <a:pt x="1543492" y="48487"/>
                  <a:pt x="1541402" y="45374"/>
                </a:cubicBezTo>
                <a:cubicBezTo>
                  <a:pt x="1539311" y="42260"/>
                  <a:pt x="1538266" y="38078"/>
                  <a:pt x="1538266" y="32829"/>
                </a:cubicBezTo>
                <a:cubicBezTo>
                  <a:pt x="1538266" y="29093"/>
                  <a:pt x="1538933" y="25690"/>
                  <a:pt x="1540267" y="22621"/>
                </a:cubicBezTo>
                <a:cubicBezTo>
                  <a:pt x="1541602" y="19552"/>
                  <a:pt x="1543537" y="16905"/>
                  <a:pt x="1546073" y="14682"/>
                </a:cubicBezTo>
                <a:cubicBezTo>
                  <a:pt x="1548609" y="12457"/>
                  <a:pt x="1551656" y="10722"/>
                  <a:pt x="1555214" y="9477"/>
                </a:cubicBezTo>
                <a:cubicBezTo>
                  <a:pt x="1558773" y="8231"/>
                  <a:pt x="1562777" y="7608"/>
                  <a:pt x="1567226" y="7608"/>
                </a:cubicBezTo>
                <a:cubicBezTo>
                  <a:pt x="1571495" y="7608"/>
                  <a:pt x="1575187" y="8119"/>
                  <a:pt x="1578301" y="9143"/>
                </a:cubicBezTo>
                <a:cubicBezTo>
                  <a:pt x="1581415" y="10165"/>
                  <a:pt x="1584307" y="11744"/>
                  <a:pt x="1586975" y="13879"/>
                </a:cubicBezTo>
                <a:cubicBezTo>
                  <a:pt x="1586174" y="15391"/>
                  <a:pt x="1585507" y="16993"/>
                  <a:pt x="1584974" y="18685"/>
                </a:cubicBezTo>
                <a:cubicBezTo>
                  <a:pt x="1584440" y="20375"/>
                  <a:pt x="1583906" y="22510"/>
                  <a:pt x="1583371" y="25089"/>
                </a:cubicBezTo>
                <a:lnTo>
                  <a:pt x="1581771" y="25089"/>
                </a:lnTo>
                <a:cubicBezTo>
                  <a:pt x="1581325" y="23844"/>
                  <a:pt x="1580725" y="22488"/>
                  <a:pt x="1579969" y="21020"/>
                </a:cubicBezTo>
                <a:cubicBezTo>
                  <a:pt x="1579212" y="19552"/>
                  <a:pt x="1578190" y="18195"/>
                  <a:pt x="1576900" y="16950"/>
                </a:cubicBezTo>
                <a:cubicBezTo>
                  <a:pt x="1575610" y="15704"/>
                  <a:pt x="1574076" y="14658"/>
                  <a:pt x="1572296" y="13814"/>
                </a:cubicBezTo>
                <a:cubicBezTo>
                  <a:pt x="1570516" y="12968"/>
                  <a:pt x="1568381" y="12545"/>
                  <a:pt x="1565890" y="12545"/>
                </a:cubicBezTo>
                <a:cubicBezTo>
                  <a:pt x="1563399" y="12545"/>
                  <a:pt x="1561108" y="12946"/>
                  <a:pt x="1559017" y="13747"/>
                </a:cubicBezTo>
                <a:cubicBezTo>
                  <a:pt x="1556927" y="14546"/>
                  <a:pt x="1555103" y="15681"/>
                  <a:pt x="1553546" y="17149"/>
                </a:cubicBezTo>
                <a:cubicBezTo>
                  <a:pt x="1551989" y="18617"/>
                  <a:pt x="1550787" y="20374"/>
                  <a:pt x="1549942" y="22421"/>
                </a:cubicBezTo>
                <a:cubicBezTo>
                  <a:pt x="1549097" y="24467"/>
                  <a:pt x="1548675" y="26691"/>
                  <a:pt x="1548675" y="29092"/>
                </a:cubicBezTo>
                <a:cubicBezTo>
                  <a:pt x="1548675" y="33273"/>
                  <a:pt x="1549720" y="36565"/>
                  <a:pt x="1551811" y="38968"/>
                </a:cubicBezTo>
                <a:cubicBezTo>
                  <a:pt x="1553902" y="41370"/>
                  <a:pt x="1556504" y="43394"/>
                  <a:pt x="1559618" y="45040"/>
                </a:cubicBezTo>
                <a:cubicBezTo>
                  <a:pt x="1562732" y="46686"/>
                  <a:pt x="1566091" y="48154"/>
                  <a:pt x="1569694" y="49445"/>
                </a:cubicBezTo>
                <a:cubicBezTo>
                  <a:pt x="1573296" y="50734"/>
                  <a:pt x="1576655" y="52313"/>
                  <a:pt x="1579769" y="54181"/>
                </a:cubicBezTo>
                <a:cubicBezTo>
                  <a:pt x="1582883" y="56049"/>
                  <a:pt x="1585486" y="58451"/>
                  <a:pt x="1587576" y="61387"/>
                </a:cubicBezTo>
                <a:cubicBezTo>
                  <a:pt x="1589667" y="64324"/>
                  <a:pt x="1590712" y="68238"/>
                  <a:pt x="1590712" y="73131"/>
                </a:cubicBezTo>
                <a:cubicBezTo>
                  <a:pt x="1590712" y="77223"/>
                  <a:pt x="1589978" y="81094"/>
                  <a:pt x="1588509" y="84741"/>
                </a:cubicBezTo>
                <a:cubicBezTo>
                  <a:pt x="1587041" y="88389"/>
                  <a:pt x="1584906" y="91570"/>
                  <a:pt x="1582103" y="94283"/>
                </a:cubicBezTo>
                <a:cubicBezTo>
                  <a:pt x="1579301" y="96996"/>
                  <a:pt x="1575876" y="99086"/>
                  <a:pt x="1571828" y="100555"/>
                </a:cubicBezTo>
                <a:cubicBezTo>
                  <a:pt x="1567781" y="102023"/>
                  <a:pt x="1563178" y="102756"/>
                  <a:pt x="1558018" y="102756"/>
                </a:cubicBezTo>
                <a:cubicBezTo>
                  <a:pt x="1552501" y="102756"/>
                  <a:pt x="1548030" y="102023"/>
                  <a:pt x="1544605" y="100555"/>
                </a:cubicBezTo>
                <a:cubicBezTo>
                  <a:pt x="1541180" y="99086"/>
                  <a:pt x="1538311" y="97418"/>
                  <a:pt x="1535997" y="95550"/>
                </a:cubicBezTo>
                <a:cubicBezTo>
                  <a:pt x="1536798" y="93504"/>
                  <a:pt x="1537354" y="91659"/>
                  <a:pt x="1537665" y="90013"/>
                </a:cubicBezTo>
                <a:cubicBezTo>
                  <a:pt x="1537977" y="88367"/>
                  <a:pt x="1538266" y="86253"/>
                  <a:pt x="1538533" y="83672"/>
                </a:cubicBezTo>
                <a:lnTo>
                  <a:pt x="1540135" y="83672"/>
                </a:lnTo>
                <a:close/>
                <a:moveTo>
                  <a:pt x="1613131" y="69528"/>
                </a:moveTo>
                <a:cubicBezTo>
                  <a:pt x="1613131" y="73264"/>
                  <a:pt x="1613465" y="76867"/>
                  <a:pt x="1614131" y="80337"/>
                </a:cubicBezTo>
                <a:cubicBezTo>
                  <a:pt x="1614799" y="83807"/>
                  <a:pt x="1615933" y="86898"/>
                  <a:pt x="1617534" y="89612"/>
                </a:cubicBezTo>
                <a:cubicBezTo>
                  <a:pt x="1619136" y="92326"/>
                  <a:pt x="1621271" y="94484"/>
                  <a:pt x="1623940" y="96085"/>
                </a:cubicBezTo>
                <a:cubicBezTo>
                  <a:pt x="1626609" y="97686"/>
                  <a:pt x="1629901" y="98486"/>
                  <a:pt x="1633816" y="98486"/>
                </a:cubicBezTo>
                <a:cubicBezTo>
                  <a:pt x="1637731" y="98486"/>
                  <a:pt x="1641023" y="97686"/>
                  <a:pt x="1643692" y="96085"/>
                </a:cubicBezTo>
                <a:cubicBezTo>
                  <a:pt x="1646361" y="94484"/>
                  <a:pt x="1648495" y="92326"/>
                  <a:pt x="1650096" y="89612"/>
                </a:cubicBezTo>
                <a:cubicBezTo>
                  <a:pt x="1651698" y="86898"/>
                  <a:pt x="1652832" y="83807"/>
                  <a:pt x="1653498" y="80337"/>
                </a:cubicBezTo>
                <a:cubicBezTo>
                  <a:pt x="1654166" y="76867"/>
                  <a:pt x="1654500" y="73264"/>
                  <a:pt x="1654500" y="69528"/>
                </a:cubicBezTo>
                <a:cubicBezTo>
                  <a:pt x="1654500" y="65791"/>
                  <a:pt x="1654166" y="62188"/>
                  <a:pt x="1653498" y="58718"/>
                </a:cubicBezTo>
                <a:cubicBezTo>
                  <a:pt x="1652832" y="55248"/>
                  <a:pt x="1651698" y="52157"/>
                  <a:pt x="1650096" y="49445"/>
                </a:cubicBezTo>
                <a:cubicBezTo>
                  <a:pt x="1648495" y="46731"/>
                  <a:pt x="1646361" y="44573"/>
                  <a:pt x="1643692" y="42971"/>
                </a:cubicBezTo>
                <a:cubicBezTo>
                  <a:pt x="1641023" y="41370"/>
                  <a:pt x="1637731" y="40569"/>
                  <a:pt x="1633816" y="40569"/>
                </a:cubicBezTo>
                <a:cubicBezTo>
                  <a:pt x="1629901" y="40569"/>
                  <a:pt x="1626609" y="41370"/>
                  <a:pt x="1623940" y="42971"/>
                </a:cubicBezTo>
                <a:cubicBezTo>
                  <a:pt x="1621271" y="44573"/>
                  <a:pt x="1619136" y="46731"/>
                  <a:pt x="1617534" y="49445"/>
                </a:cubicBezTo>
                <a:cubicBezTo>
                  <a:pt x="1615933" y="52157"/>
                  <a:pt x="1614799" y="55248"/>
                  <a:pt x="1614131" y="58718"/>
                </a:cubicBezTo>
                <a:cubicBezTo>
                  <a:pt x="1613465" y="62188"/>
                  <a:pt x="1613131" y="65791"/>
                  <a:pt x="1613131" y="69528"/>
                </a:cubicBezTo>
                <a:moveTo>
                  <a:pt x="1601388" y="69528"/>
                </a:moveTo>
                <a:cubicBezTo>
                  <a:pt x="1601388" y="63478"/>
                  <a:pt x="1602345" y="58340"/>
                  <a:pt x="1604257" y="54114"/>
                </a:cubicBezTo>
                <a:cubicBezTo>
                  <a:pt x="1606170" y="49888"/>
                  <a:pt x="1608683" y="46463"/>
                  <a:pt x="1611796" y="43839"/>
                </a:cubicBezTo>
                <a:cubicBezTo>
                  <a:pt x="1614910" y="41215"/>
                  <a:pt x="1618402" y="39302"/>
                  <a:pt x="1622272" y="38101"/>
                </a:cubicBezTo>
                <a:cubicBezTo>
                  <a:pt x="1626142" y="36899"/>
                  <a:pt x="1629990" y="36299"/>
                  <a:pt x="1633816" y="36299"/>
                </a:cubicBezTo>
                <a:cubicBezTo>
                  <a:pt x="1637731" y="36299"/>
                  <a:pt x="1641601" y="36899"/>
                  <a:pt x="1645427" y="38101"/>
                </a:cubicBezTo>
                <a:cubicBezTo>
                  <a:pt x="1649252" y="39302"/>
                  <a:pt x="1652721" y="41215"/>
                  <a:pt x="1655834" y="43839"/>
                </a:cubicBezTo>
                <a:cubicBezTo>
                  <a:pt x="1658948" y="46463"/>
                  <a:pt x="1661462" y="49888"/>
                  <a:pt x="1663374" y="54114"/>
                </a:cubicBezTo>
                <a:cubicBezTo>
                  <a:pt x="1665287" y="58340"/>
                  <a:pt x="1666243" y="63478"/>
                  <a:pt x="1666243" y="69528"/>
                </a:cubicBezTo>
                <a:cubicBezTo>
                  <a:pt x="1666243" y="75577"/>
                  <a:pt x="1665287" y="80715"/>
                  <a:pt x="1663374" y="84941"/>
                </a:cubicBezTo>
                <a:cubicBezTo>
                  <a:pt x="1661462" y="89167"/>
                  <a:pt x="1658948" y="92593"/>
                  <a:pt x="1655834" y="95218"/>
                </a:cubicBezTo>
                <a:cubicBezTo>
                  <a:pt x="1652721" y="97842"/>
                  <a:pt x="1649252" y="99688"/>
                  <a:pt x="1645427" y="100755"/>
                </a:cubicBezTo>
                <a:cubicBezTo>
                  <a:pt x="1641601" y="101822"/>
                  <a:pt x="1637731" y="102355"/>
                  <a:pt x="1633816" y="102355"/>
                </a:cubicBezTo>
                <a:cubicBezTo>
                  <a:pt x="1629990" y="102355"/>
                  <a:pt x="1626142" y="101822"/>
                  <a:pt x="1622272" y="100755"/>
                </a:cubicBezTo>
                <a:cubicBezTo>
                  <a:pt x="1618402" y="99688"/>
                  <a:pt x="1614910" y="97842"/>
                  <a:pt x="1611796" y="95218"/>
                </a:cubicBezTo>
                <a:cubicBezTo>
                  <a:pt x="1608683" y="92593"/>
                  <a:pt x="1606170" y="89167"/>
                  <a:pt x="1604257" y="84941"/>
                </a:cubicBezTo>
                <a:cubicBezTo>
                  <a:pt x="1602345" y="80715"/>
                  <a:pt x="1601388" y="75577"/>
                  <a:pt x="1601388" y="69528"/>
                </a:cubicBezTo>
                <a:close/>
                <a:moveTo>
                  <a:pt x="1676520" y="69528"/>
                </a:moveTo>
                <a:cubicBezTo>
                  <a:pt x="1676520" y="63745"/>
                  <a:pt x="1677498" y="58763"/>
                  <a:pt x="1679455" y="54582"/>
                </a:cubicBezTo>
                <a:cubicBezTo>
                  <a:pt x="1681412" y="50400"/>
                  <a:pt x="1683970" y="46952"/>
                  <a:pt x="1687127" y="44240"/>
                </a:cubicBezTo>
                <a:cubicBezTo>
                  <a:pt x="1690286" y="41526"/>
                  <a:pt x="1693911" y="39525"/>
                  <a:pt x="1698003" y="38235"/>
                </a:cubicBezTo>
                <a:cubicBezTo>
                  <a:pt x="1702096" y="36944"/>
                  <a:pt x="1706278" y="36299"/>
                  <a:pt x="1710548" y="36299"/>
                </a:cubicBezTo>
                <a:cubicBezTo>
                  <a:pt x="1715442" y="36299"/>
                  <a:pt x="1719824" y="36899"/>
                  <a:pt x="1723692" y="38101"/>
                </a:cubicBezTo>
                <a:cubicBezTo>
                  <a:pt x="1727563" y="39302"/>
                  <a:pt x="1730343" y="40659"/>
                  <a:pt x="1732033" y="42171"/>
                </a:cubicBezTo>
                <a:cubicBezTo>
                  <a:pt x="1731411" y="43506"/>
                  <a:pt x="1730855" y="44907"/>
                  <a:pt x="1730365" y="46374"/>
                </a:cubicBezTo>
                <a:cubicBezTo>
                  <a:pt x="1729877" y="47841"/>
                  <a:pt x="1729454" y="49376"/>
                  <a:pt x="1729099" y="50978"/>
                </a:cubicBezTo>
                <a:lnTo>
                  <a:pt x="1728030" y="50978"/>
                </a:lnTo>
                <a:cubicBezTo>
                  <a:pt x="1727408" y="49821"/>
                  <a:pt x="1726563" y="48643"/>
                  <a:pt x="1725495" y="47443"/>
                </a:cubicBezTo>
                <a:cubicBezTo>
                  <a:pt x="1724428" y="46242"/>
                  <a:pt x="1723160" y="45129"/>
                  <a:pt x="1721691" y="44106"/>
                </a:cubicBezTo>
                <a:cubicBezTo>
                  <a:pt x="1720223" y="43082"/>
                  <a:pt x="1718600" y="42237"/>
                  <a:pt x="1716820" y="41570"/>
                </a:cubicBezTo>
                <a:cubicBezTo>
                  <a:pt x="1715042" y="40903"/>
                  <a:pt x="1713085" y="40569"/>
                  <a:pt x="1710950" y="40569"/>
                </a:cubicBezTo>
                <a:cubicBezTo>
                  <a:pt x="1706946" y="40569"/>
                  <a:pt x="1703499" y="41303"/>
                  <a:pt x="1700607" y="42772"/>
                </a:cubicBezTo>
                <a:cubicBezTo>
                  <a:pt x="1697716" y="44239"/>
                  <a:pt x="1695358" y="46263"/>
                  <a:pt x="1693533" y="48844"/>
                </a:cubicBezTo>
                <a:cubicBezTo>
                  <a:pt x="1691710" y="51423"/>
                  <a:pt x="1690376" y="54470"/>
                  <a:pt x="1689530" y="57985"/>
                </a:cubicBezTo>
                <a:cubicBezTo>
                  <a:pt x="1688686" y="61498"/>
                  <a:pt x="1688263" y="65301"/>
                  <a:pt x="1688263" y="69394"/>
                </a:cubicBezTo>
                <a:cubicBezTo>
                  <a:pt x="1688263" y="78557"/>
                  <a:pt x="1690220" y="85474"/>
                  <a:pt x="1694134" y="90146"/>
                </a:cubicBezTo>
                <a:cubicBezTo>
                  <a:pt x="1698049" y="94817"/>
                  <a:pt x="1703787" y="97152"/>
                  <a:pt x="1711349" y="97152"/>
                </a:cubicBezTo>
                <a:cubicBezTo>
                  <a:pt x="1713128" y="97152"/>
                  <a:pt x="1714952" y="96908"/>
                  <a:pt x="1716820" y="96419"/>
                </a:cubicBezTo>
                <a:cubicBezTo>
                  <a:pt x="1718689" y="95929"/>
                  <a:pt x="1720513" y="95261"/>
                  <a:pt x="1722292" y="94416"/>
                </a:cubicBezTo>
                <a:cubicBezTo>
                  <a:pt x="1724071" y="93570"/>
                  <a:pt x="1725740" y="92569"/>
                  <a:pt x="1727297" y="91414"/>
                </a:cubicBezTo>
                <a:cubicBezTo>
                  <a:pt x="1728854" y="90258"/>
                  <a:pt x="1730211" y="89011"/>
                  <a:pt x="1731367" y="87676"/>
                </a:cubicBezTo>
                <a:lnTo>
                  <a:pt x="1732033" y="88077"/>
                </a:lnTo>
                <a:cubicBezTo>
                  <a:pt x="1731589" y="90212"/>
                  <a:pt x="1731322" y="92392"/>
                  <a:pt x="1731233" y="94615"/>
                </a:cubicBezTo>
                <a:cubicBezTo>
                  <a:pt x="1728564" y="96751"/>
                  <a:pt x="1725250" y="98574"/>
                  <a:pt x="1721290" y="100087"/>
                </a:cubicBezTo>
                <a:cubicBezTo>
                  <a:pt x="1717331" y="101599"/>
                  <a:pt x="1713217" y="102355"/>
                  <a:pt x="1708948" y="102355"/>
                </a:cubicBezTo>
                <a:cubicBezTo>
                  <a:pt x="1705122" y="102355"/>
                  <a:pt x="1701275" y="101799"/>
                  <a:pt x="1697404" y="100687"/>
                </a:cubicBezTo>
                <a:cubicBezTo>
                  <a:pt x="1693534" y="99576"/>
                  <a:pt x="1690042" y="97708"/>
                  <a:pt x="1686928" y="95084"/>
                </a:cubicBezTo>
                <a:cubicBezTo>
                  <a:pt x="1683815" y="92458"/>
                  <a:pt x="1681302" y="89055"/>
                  <a:pt x="1679389" y="84874"/>
                </a:cubicBezTo>
                <a:cubicBezTo>
                  <a:pt x="1677477" y="80693"/>
                  <a:pt x="1676520" y="75577"/>
                  <a:pt x="1676520" y="69528"/>
                </a:cubicBezTo>
                <a:close/>
                <a:moveTo>
                  <a:pt x="1749382" y="14413"/>
                </a:moveTo>
                <a:cubicBezTo>
                  <a:pt x="1749382" y="12545"/>
                  <a:pt x="1750049" y="10944"/>
                  <a:pt x="1751384" y="9609"/>
                </a:cubicBezTo>
                <a:cubicBezTo>
                  <a:pt x="1752718" y="8275"/>
                  <a:pt x="1754320" y="7608"/>
                  <a:pt x="1756189" y="7608"/>
                </a:cubicBezTo>
                <a:cubicBezTo>
                  <a:pt x="1758057" y="7608"/>
                  <a:pt x="1759658" y="8275"/>
                  <a:pt x="1760993" y="9609"/>
                </a:cubicBezTo>
                <a:cubicBezTo>
                  <a:pt x="1762327" y="10944"/>
                  <a:pt x="1762994" y="12545"/>
                  <a:pt x="1762994" y="14413"/>
                </a:cubicBezTo>
                <a:cubicBezTo>
                  <a:pt x="1762994" y="16281"/>
                  <a:pt x="1762327" y="17883"/>
                  <a:pt x="1760993" y="19218"/>
                </a:cubicBezTo>
                <a:cubicBezTo>
                  <a:pt x="1759658" y="20553"/>
                  <a:pt x="1758057" y="21220"/>
                  <a:pt x="1756189" y="21220"/>
                </a:cubicBezTo>
                <a:cubicBezTo>
                  <a:pt x="1754320" y="21220"/>
                  <a:pt x="1752718" y="20553"/>
                  <a:pt x="1751384" y="19218"/>
                </a:cubicBezTo>
                <a:cubicBezTo>
                  <a:pt x="1750049" y="17883"/>
                  <a:pt x="1749382" y="16281"/>
                  <a:pt x="1749382" y="14413"/>
                </a:cubicBezTo>
                <a:moveTo>
                  <a:pt x="1751251" y="62589"/>
                </a:moveTo>
                <a:cubicBezTo>
                  <a:pt x="1751251" y="58586"/>
                  <a:pt x="1751184" y="54382"/>
                  <a:pt x="1751050" y="49978"/>
                </a:cubicBezTo>
                <a:cubicBezTo>
                  <a:pt x="1750917" y="45574"/>
                  <a:pt x="1750628" y="41459"/>
                  <a:pt x="1750182" y="37632"/>
                </a:cubicBezTo>
                <a:cubicBezTo>
                  <a:pt x="1752673" y="38078"/>
                  <a:pt x="1754676" y="38300"/>
                  <a:pt x="1756189" y="38300"/>
                </a:cubicBezTo>
                <a:cubicBezTo>
                  <a:pt x="1757702" y="38300"/>
                  <a:pt x="1759703" y="38078"/>
                  <a:pt x="1762194" y="37632"/>
                </a:cubicBezTo>
                <a:cubicBezTo>
                  <a:pt x="1761749" y="41459"/>
                  <a:pt x="1761459" y="45574"/>
                  <a:pt x="1761325" y="49978"/>
                </a:cubicBezTo>
                <a:cubicBezTo>
                  <a:pt x="1761192" y="54382"/>
                  <a:pt x="1761125" y="58586"/>
                  <a:pt x="1761125" y="62589"/>
                </a:cubicBezTo>
                <a:lnTo>
                  <a:pt x="1761125" y="76466"/>
                </a:lnTo>
                <a:cubicBezTo>
                  <a:pt x="1761125" y="80471"/>
                  <a:pt x="1761192" y="84675"/>
                  <a:pt x="1761325" y="89079"/>
                </a:cubicBezTo>
                <a:cubicBezTo>
                  <a:pt x="1761459" y="93482"/>
                  <a:pt x="1761749" y="97463"/>
                  <a:pt x="1762194" y="101021"/>
                </a:cubicBezTo>
                <a:cubicBezTo>
                  <a:pt x="1760147" y="100844"/>
                  <a:pt x="1758145" y="100755"/>
                  <a:pt x="1756189" y="100755"/>
                </a:cubicBezTo>
                <a:cubicBezTo>
                  <a:pt x="1754232" y="100755"/>
                  <a:pt x="1752229" y="100844"/>
                  <a:pt x="1750182" y="101021"/>
                </a:cubicBezTo>
                <a:cubicBezTo>
                  <a:pt x="1750628" y="97463"/>
                  <a:pt x="1750917" y="93482"/>
                  <a:pt x="1751050" y="89079"/>
                </a:cubicBezTo>
                <a:cubicBezTo>
                  <a:pt x="1751184" y="84675"/>
                  <a:pt x="1751251" y="80471"/>
                  <a:pt x="1751251" y="76466"/>
                </a:cubicBezTo>
                <a:lnTo>
                  <a:pt x="1751251" y="62589"/>
                </a:lnTo>
                <a:close/>
                <a:moveTo>
                  <a:pt x="1819175" y="67794"/>
                </a:moveTo>
                <a:cubicBezTo>
                  <a:pt x="1817663" y="68327"/>
                  <a:pt x="1815906" y="68772"/>
                  <a:pt x="1813903" y="69127"/>
                </a:cubicBezTo>
                <a:cubicBezTo>
                  <a:pt x="1811902" y="69483"/>
                  <a:pt x="1809879" y="69861"/>
                  <a:pt x="1807833" y="70261"/>
                </a:cubicBezTo>
                <a:cubicBezTo>
                  <a:pt x="1805787" y="70662"/>
                  <a:pt x="1803763" y="71174"/>
                  <a:pt x="1801761" y="71797"/>
                </a:cubicBezTo>
                <a:cubicBezTo>
                  <a:pt x="1799759" y="72419"/>
                  <a:pt x="1797979" y="73264"/>
                  <a:pt x="1796422" y="74332"/>
                </a:cubicBezTo>
                <a:cubicBezTo>
                  <a:pt x="1794866" y="75399"/>
                  <a:pt x="1793621" y="76733"/>
                  <a:pt x="1792685" y="78335"/>
                </a:cubicBezTo>
                <a:cubicBezTo>
                  <a:pt x="1791751" y="79937"/>
                  <a:pt x="1791284" y="81984"/>
                  <a:pt x="1791284" y="84475"/>
                </a:cubicBezTo>
                <a:cubicBezTo>
                  <a:pt x="1791284" y="88656"/>
                  <a:pt x="1792485" y="91814"/>
                  <a:pt x="1794887" y="93949"/>
                </a:cubicBezTo>
                <a:cubicBezTo>
                  <a:pt x="1797289" y="96085"/>
                  <a:pt x="1799959" y="97152"/>
                  <a:pt x="1802895" y="97152"/>
                </a:cubicBezTo>
                <a:cubicBezTo>
                  <a:pt x="1806275" y="97152"/>
                  <a:pt x="1809367" y="96218"/>
                  <a:pt x="1812168" y="94351"/>
                </a:cubicBezTo>
                <a:cubicBezTo>
                  <a:pt x="1814972" y="92481"/>
                  <a:pt x="1817129" y="90301"/>
                  <a:pt x="1818642" y="87810"/>
                </a:cubicBezTo>
                <a:lnTo>
                  <a:pt x="1819175" y="67794"/>
                </a:lnTo>
                <a:moveTo>
                  <a:pt x="1786214" y="44038"/>
                </a:moveTo>
                <a:cubicBezTo>
                  <a:pt x="1790217" y="41014"/>
                  <a:pt x="1793909" y="38968"/>
                  <a:pt x="1797289" y="37901"/>
                </a:cubicBezTo>
                <a:cubicBezTo>
                  <a:pt x="1800671" y="36833"/>
                  <a:pt x="1804141" y="36299"/>
                  <a:pt x="1807699" y="36299"/>
                </a:cubicBezTo>
                <a:cubicBezTo>
                  <a:pt x="1810903" y="36299"/>
                  <a:pt x="1813839" y="36766"/>
                  <a:pt x="1816508" y="37699"/>
                </a:cubicBezTo>
                <a:cubicBezTo>
                  <a:pt x="1819177" y="38633"/>
                  <a:pt x="1821445" y="39968"/>
                  <a:pt x="1823313" y="41703"/>
                </a:cubicBezTo>
                <a:cubicBezTo>
                  <a:pt x="1825181" y="43438"/>
                  <a:pt x="1826648" y="45529"/>
                  <a:pt x="1827715" y="47977"/>
                </a:cubicBezTo>
                <a:cubicBezTo>
                  <a:pt x="1828784" y="50423"/>
                  <a:pt x="1829318" y="53113"/>
                  <a:pt x="1829318" y="56048"/>
                </a:cubicBezTo>
                <a:cubicBezTo>
                  <a:pt x="1829318" y="61120"/>
                  <a:pt x="1829229" y="66169"/>
                  <a:pt x="1829051" y="71196"/>
                </a:cubicBezTo>
                <a:cubicBezTo>
                  <a:pt x="1828873" y="76223"/>
                  <a:pt x="1828784" y="81538"/>
                  <a:pt x="1828784" y="87142"/>
                </a:cubicBezTo>
                <a:cubicBezTo>
                  <a:pt x="1828784" y="88211"/>
                  <a:pt x="1828807" y="89345"/>
                  <a:pt x="1828852" y="90547"/>
                </a:cubicBezTo>
                <a:cubicBezTo>
                  <a:pt x="1828896" y="91747"/>
                  <a:pt x="1829097" y="92814"/>
                  <a:pt x="1829452" y="93748"/>
                </a:cubicBezTo>
                <a:cubicBezTo>
                  <a:pt x="1829808" y="94682"/>
                  <a:pt x="1830319" y="95460"/>
                  <a:pt x="1830986" y="96083"/>
                </a:cubicBezTo>
                <a:cubicBezTo>
                  <a:pt x="1831654" y="96707"/>
                  <a:pt x="1832655" y="97018"/>
                  <a:pt x="1833989" y="97018"/>
                </a:cubicBezTo>
                <a:cubicBezTo>
                  <a:pt x="1834434" y="97018"/>
                  <a:pt x="1834901" y="96996"/>
                  <a:pt x="1835390" y="96951"/>
                </a:cubicBezTo>
                <a:cubicBezTo>
                  <a:pt x="1835880" y="96906"/>
                  <a:pt x="1836347" y="96751"/>
                  <a:pt x="1836791" y="96485"/>
                </a:cubicBezTo>
                <a:lnTo>
                  <a:pt x="1836791" y="99421"/>
                </a:lnTo>
                <a:cubicBezTo>
                  <a:pt x="1835812" y="99865"/>
                  <a:pt x="1834589" y="100220"/>
                  <a:pt x="1833122" y="100488"/>
                </a:cubicBezTo>
                <a:cubicBezTo>
                  <a:pt x="1831654" y="100755"/>
                  <a:pt x="1830031" y="100889"/>
                  <a:pt x="1828251" y="100889"/>
                </a:cubicBezTo>
                <a:cubicBezTo>
                  <a:pt x="1825404" y="100889"/>
                  <a:pt x="1823225" y="100155"/>
                  <a:pt x="1821712" y="98688"/>
                </a:cubicBezTo>
                <a:cubicBezTo>
                  <a:pt x="1820200" y="97219"/>
                  <a:pt x="1819310" y="95328"/>
                  <a:pt x="1819043" y="93015"/>
                </a:cubicBezTo>
                <a:cubicBezTo>
                  <a:pt x="1815841" y="96217"/>
                  <a:pt x="1812682" y="98574"/>
                  <a:pt x="1809568" y="100087"/>
                </a:cubicBezTo>
                <a:cubicBezTo>
                  <a:pt x="1806454" y="101599"/>
                  <a:pt x="1802629" y="102355"/>
                  <a:pt x="1798092" y="102355"/>
                </a:cubicBezTo>
                <a:cubicBezTo>
                  <a:pt x="1795867" y="102355"/>
                  <a:pt x="1793687" y="102044"/>
                  <a:pt x="1791551" y="101420"/>
                </a:cubicBezTo>
                <a:cubicBezTo>
                  <a:pt x="1789417" y="100799"/>
                  <a:pt x="1787527" y="99777"/>
                  <a:pt x="1785880" y="98354"/>
                </a:cubicBezTo>
                <a:cubicBezTo>
                  <a:pt x="1784235" y="96930"/>
                  <a:pt x="1782900" y="95217"/>
                  <a:pt x="1781877" y="93216"/>
                </a:cubicBezTo>
                <a:cubicBezTo>
                  <a:pt x="1780855" y="91214"/>
                  <a:pt x="1780344" y="88923"/>
                  <a:pt x="1780344" y="86342"/>
                </a:cubicBezTo>
                <a:cubicBezTo>
                  <a:pt x="1780344" y="81004"/>
                  <a:pt x="1782011" y="76868"/>
                  <a:pt x="1785347" y="73933"/>
                </a:cubicBezTo>
                <a:cubicBezTo>
                  <a:pt x="1788683" y="70997"/>
                  <a:pt x="1793287" y="69039"/>
                  <a:pt x="1799159" y="68060"/>
                </a:cubicBezTo>
                <a:cubicBezTo>
                  <a:pt x="1803963" y="67259"/>
                  <a:pt x="1807722" y="66570"/>
                  <a:pt x="1810436" y="65991"/>
                </a:cubicBezTo>
                <a:cubicBezTo>
                  <a:pt x="1813149" y="65413"/>
                  <a:pt x="1815151" y="64812"/>
                  <a:pt x="1816441" y="64189"/>
                </a:cubicBezTo>
                <a:cubicBezTo>
                  <a:pt x="1817730" y="63566"/>
                  <a:pt x="1818508" y="62832"/>
                  <a:pt x="1818774" y="61988"/>
                </a:cubicBezTo>
                <a:cubicBezTo>
                  <a:pt x="1819042" y="61142"/>
                  <a:pt x="1819175" y="60052"/>
                  <a:pt x="1819175" y="58718"/>
                </a:cubicBezTo>
                <a:cubicBezTo>
                  <a:pt x="1819175" y="56494"/>
                  <a:pt x="1818909" y="54360"/>
                  <a:pt x="1818375" y="52314"/>
                </a:cubicBezTo>
                <a:cubicBezTo>
                  <a:pt x="1817842" y="50267"/>
                  <a:pt x="1816996" y="48487"/>
                  <a:pt x="1815840" y="46975"/>
                </a:cubicBezTo>
                <a:cubicBezTo>
                  <a:pt x="1814683" y="45462"/>
                  <a:pt x="1813171" y="44239"/>
                  <a:pt x="1811303" y="43305"/>
                </a:cubicBezTo>
                <a:cubicBezTo>
                  <a:pt x="1809435" y="42371"/>
                  <a:pt x="1807167" y="41904"/>
                  <a:pt x="1804498" y="41904"/>
                </a:cubicBezTo>
                <a:cubicBezTo>
                  <a:pt x="1800938" y="41904"/>
                  <a:pt x="1797624" y="42705"/>
                  <a:pt x="1794555" y="44307"/>
                </a:cubicBezTo>
                <a:cubicBezTo>
                  <a:pt x="1791485" y="45908"/>
                  <a:pt x="1789195" y="48131"/>
                  <a:pt x="1787682" y="50978"/>
                </a:cubicBezTo>
                <a:lnTo>
                  <a:pt x="1786214" y="50978"/>
                </a:lnTo>
                <a:lnTo>
                  <a:pt x="1786214" y="44038"/>
                </a:lnTo>
                <a:close/>
                <a:moveTo>
                  <a:pt x="1855075" y="38834"/>
                </a:moveTo>
                <a:cubicBezTo>
                  <a:pt x="1855075" y="35809"/>
                  <a:pt x="1855052" y="32518"/>
                  <a:pt x="1855007" y="28960"/>
                </a:cubicBezTo>
                <a:cubicBezTo>
                  <a:pt x="1854963" y="25400"/>
                  <a:pt x="1854895" y="21886"/>
                  <a:pt x="1854806" y="18416"/>
                </a:cubicBezTo>
                <a:cubicBezTo>
                  <a:pt x="1854718" y="14946"/>
                  <a:pt x="1854606" y="11633"/>
                  <a:pt x="1854472" y="8475"/>
                </a:cubicBezTo>
                <a:cubicBezTo>
                  <a:pt x="1854339" y="5316"/>
                  <a:pt x="1854183" y="2625"/>
                  <a:pt x="1854006" y="401"/>
                </a:cubicBezTo>
                <a:cubicBezTo>
                  <a:pt x="1856497" y="846"/>
                  <a:pt x="1858499" y="1069"/>
                  <a:pt x="1860013" y="1069"/>
                </a:cubicBezTo>
                <a:cubicBezTo>
                  <a:pt x="1861525" y="1069"/>
                  <a:pt x="1863526" y="846"/>
                  <a:pt x="1866017" y="401"/>
                </a:cubicBezTo>
                <a:cubicBezTo>
                  <a:pt x="1865840" y="2625"/>
                  <a:pt x="1865684" y="5316"/>
                  <a:pt x="1865549" y="8475"/>
                </a:cubicBezTo>
                <a:cubicBezTo>
                  <a:pt x="1865416" y="11633"/>
                  <a:pt x="1865305" y="14946"/>
                  <a:pt x="1865215" y="18416"/>
                </a:cubicBezTo>
                <a:cubicBezTo>
                  <a:pt x="1865127" y="21886"/>
                  <a:pt x="1865060" y="25400"/>
                  <a:pt x="1865016" y="28960"/>
                </a:cubicBezTo>
                <a:cubicBezTo>
                  <a:pt x="1864971" y="32518"/>
                  <a:pt x="1864948" y="35809"/>
                  <a:pt x="1864948" y="38834"/>
                </a:cubicBezTo>
                <a:lnTo>
                  <a:pt x="1864948" y="62988"/>
                </a:lnTo>
                <a:cubicBezTo>
                  <a:pt x="1864948" y="66014"/>
                  <a:pt x="1864971" y="69306"/>
                  <a:pt x="1865016" y="72864"/>
                </a:cubicBezTo>
                <a:cubicBezTo>
                  <a:pt x="1865060" y="76422"/>
                  <a:pt x="1865127" y="79936"/>
                  <a:pt x="1865215" y="83406"/>
                </a:cubicBezTo>
                <a:cubicBezTo>
                  <a:pt x="1865305" y="86875"/>
                  <a:pt x="1865416" y="90167"/>
                  <a:pt x="1865549" y="93282"/>
                </a:cubicBezTo>
                <a:cubicBezTo>
                  <a:pt x="1865684" y="96396"/>
                  <a:pt x="1865840" y="98976"/>
                  <a:pt x="1866017" y="101021"/>
                </a:cubicBezTo>
                <a:cubicBezTo>
                  <a:pt x="1863970" y="100844"/>
                  <a:pt x="1861969" y="100755"/>
                  <a:pt x="1860013" y="100755"/>
                </a:cubicBezTo>
                <a:cubicBezTo>
                  <a:pt x="1858055" y="100755"/>
                  <a:pt x="1856053" y="100844"/>
                  <a:pt x="1854006" y="101021"/>
                </a:cubicBezTo>
                <a:cubicBezTo>
                  <a:pt x="1854183" y="98976"/>
                  <a:pt x="1854339" y="96396"/>
                  <a:pt x="1854472" y="93282"/>
                </a:cubicBezTo>
                <a:cubicBezTo>
                  <a:pt x="1854606" y="90167"/>
                  <a:pt x="1854718" y="86875"/>
                  <a:pt x="1854806" y="83406"/>
                </a:cubicBezTo>
                <a:cubicBezTo>
                  <a:pt x="1854895" y="79936"/>
                  <a:pt x="1854963" y="76422"/>
                  <a:pt x="1855007" y="72864"/>
                </a:cubicBezTo>
                <a:cubicBezTo>
                  <a:pt x="1855052" y="69306"/>
                  <a:pt x="1855075" y="66014"/>
                  <a:pt x="1855075" y="62988"/>
                </a:cubicBezTo>
                <a:lnTo>
                  <a:pt x="1855075" y="38834"/>
                </a:lnTo>
                <a:close/>
                <a:moveTo>
                  <a:pt x="1939680" y="53914"/>
                </a:moveTo>
                <a:cubicBezTo>
                  <a:pt x="1942705" y="54626"/>
                  <a:pt x="1945864" y="54981"/>
                  <a:pt x="1949156" y="54981"/>
                </a:cubicBezTo>
                <a:cubicBezTo>
                  <a:pt x="1951913" y="54981"/>
                  <a:pt x="1954760" y="54670"/>
                  <a:pt x="1957696" y="54049"/>
                </a:cubicBezTo>
                <a:cubicBezTo>
                  <a:pt x="1960633" y="53426"/>
                  <a:pt x="1963324" y="52291"/>
                  <a:pt x="1965770" y="50646"/>
                </a:cubicBezTo>
                <a:cubicBezTo>
                  <a:pt x="1968216" y="48999"/>
                  <a:pt x="1970218" y="46730"/>
                  <a:pt x="1971775" y="43839"/>
                </a:cubicBezTo>
                <a:cubicBezTo>
                  <a:pt x="1973332" y="40947"/>
                  <a:pt x="1974111" y="37233"/>
                  <a:pt x="1974111" y="32696"/>
                </a:cubicBezTo>
                <a:cubicBezTo>
                  <a:pt x="1974111" y="28871"/>
                  <a:pt x="1973577" y="25757"/>
                  <a:pt x="1972508" y="23356"/>
                </a:cubicBezTo>
                <a:cubicBezTo>
                  <a:pt x="1971441" y="20953"/>
                  <a:pt x="1969951" y="19085"/>
                  <a:pt x="1968039" y="17750"/>
                </a:cubicBezTo>
                <a:cubicBezTo>
                  <a:pt x="1966126" y="16416"/>
                  <a:pt x="1963790" y="15504"/>
                  <a:pt x="1961032" y="15015"/>
                </a:cubicBezTo>
                <a:cubicBezTo>
                  <a:pt x="1958275" y="14525"/>
                  <a:pt x="1955161" y="14280"/>
                  <a:pt x="1951691" y="14280"/>
                </a:cubicBezTo>
                <a:lnTo>
                  <a:pt x="1939680" y="14280"/>
                </a:lnTo>
                <a:lnTo>
                  <a:pt x="1939680" y="53914"/>
                </a:lnTo>
                <a:moveTo>
                  <a:pt x="1928739" y="43906"/>
                </a:moveTo>
                <a:cubicBezTo>
                  <a:pt x="1928739" y="38033"/>
                  <a:pt x="1928627" y="32273"/>
                  <a:pt x="1928405" y="26624"/>
                </a:cubicBezTo>
                <a:cubicBezTo>
                  <a:pt x="1928182" y="20974"/>
                  <a:pt x="1927937" y="15214"/>
                  <a:pt x="1927670" y="9342"/>
                </a:cubicBezTo>
                <a:cubicBezTo>
                  <a:pt x="1929805" y="9520"/>
                  <a:pt x="1931962" y="9676"/>
                  <a:pt x="1934141" y="9811"/>
                </a:cubicBezTo>
                <a:cubicBezTo>
                  <a:pt x="1936321" y="9944"/>
                  <a:pt x="1938479" y="10010"/>
                  <a:pt x="1940614" y="10010"/>
                </a:cubicBezTo>
                <a:cubicBezTo>
                  <a:pt x="1941683" y="10010"/>
                  <a:pt x="1942973" y="9966"/>
                  <a:pt x="1944485" y="9876"/>
                </a:cubicBezTo>
                <a:cubicBezTo>
                  <a:pt x="1945997" y="9786"/>
                  <a:pt x="1947532" y="9720"/>
                  <a:pt x="1949089" y="9676"/>
                </a:cubicBezTo>
                <a:cubicBezTo>
                  <a:pt x="1950646" y="9632"/>
                  <a:pt x="1952136" y="9565"/>
                  <a:pt x="1953559" y="9477"/>
                </a:cubicBezTo>
                <a:cubicBezTo>
                  <a:pt x="1954983" y="9387"/>
                  <a:pt x="1956184" y="9342"/>
                  <a:pt x="1957163" y="9342"/>
                </a:cubicBezTo>
                <a:cubicBezTo>
                  <a:pt x="1958497" y="9342"/>
                  <a:pt x="1960143" y="9387"/>
                  <a:pt x="1962099" y="9477"/>
                </a:cubicBezTo>
                <a:cubicBezTo>
                  <a:pt x="1964056" y="9565"/>
                  <a:pt x="1966125" y="9832"/>
                  <a:pt x="1968305" y="10277"/>
                </a:cubicBezTo>
                <a:cubicBezTo>
                  <a:pt x="1970486" y="10721"/>
                  <a:pt x="1972643" y="11388"/>
                  <a:pt x="1974777" y="12279"/>
                </a:cubicBezTo>
                <a:cubicBezTo>
                  <a:pt x="1976912" y="13168"/>
                  <a:pt x="1978847" y="14458"/>
                  <a:pt x="1980582" y="16148"/>
                </a:cubicBezTo>
                <a:cubicBezTo>
                  <a:pt x="1982317" y="17838"/>
                  <a:pt x="1983718" y="19951"/>
                  <a:pt x="1984785" y="22487"/>
                </a:cubicBezTo>
                <a:cubicBezTo>
                  <a:pt x="1985853" y="25022"/>
                  <a:pt x="1986387" y="28158"/>
                  <a:pt x="1986387" y="31894"/>
                </a:cubicBezTo>
                <a:cubicBezTo>
                  <a:pt x="1986387" y="37767"/>
                  <a:pt x="1985120" y="42527"/>
                  <a:pt x="1982584" y="46174"/>
                </a:cubicBezTo>
                <a:cubicBezTo>
                  <a:pt x="1980049" y="49822"/>
                  <a:pt x="1976936" y="52669"/>
                  <a:pt x="1973243" y="54715"/>
                </a:cubicBezTo>
                <a:cubicBezTo>
                  <a:pt x="1969551" y="56760"/>
                  <a:pt x="1965636" y="58140"/>
                  <a:pt x="1961498" y="58852"/>
                </a:cubicBezTo>
                <a:cubicBezTo>
                  <a:pt x="1957362" y="59564"/>
                  <a:pt x="1953692" y="59919"/>
                  <a:pt x="1950490" y="59919"/>
                </a:cubicBezTo>
                <a:cubicBezTo>
                  <a:pt x="1948444" y="59919"/>
                  <a:pt x="1946576" y="59897"/>
                  <a:pt x="1944884" y="59852"/>
                </a:cubicBezTo>
                <a:cubicBezTo>
                  <a:pt x="1943194" y="59807"/>
                  <a:pt x="1941459" y="59696"/>
                  <a:pt x="1939680" y="59518"/>
                </a:cubicBezTo>
                <a:lnTo>
                  <a:pt x="1939680" y="66859"/>
                </a:lnTo>
                <a:cubicBezTo>
                  <a:pt x="1939680" y="72730"/>
                  <a:pt x="1939791" y="78513"/>
                  <a:pt x="1940013" y="84208"/>
                </a:cubicBezTo>
                <a:cubicBezTo>
                  <a:pt x="1940236" y="89901"/>
                  <a:pt x="1940481" y="95506"/>
                  <a:pt x="1940749" y="101021"/>
                </a:cubicBezTo>
                <a:cubicBezTo>
                  <a:pt x="1938701" y="100844"/>
                  <a:pt x="1936522" y="100755"/>
                  <a:pt x="1934210" y="100755"/>
                </a:cubicBezTo>
                <a:cubicBezTo>
                  <a:pt x="1931897" y="100755"/>
                  <a:pt x="1929717" y="100844"/>
                  <a:pt x="1927670" y="101021"/>
                </a:cubicBezTo>
                <a:cubicBezTo>
                  <a:pt x="1927937" y="95506"/>
                  <a:pt x="1928182" y="89901"/>
                  <a:pt x="1928405" y="84208"/>
                </a:cubicBezTo>
                <a:cubicBezTo>
                  <a:pt x="1928627" y="78513"/>
                  <a:pt x="1928739" y="72730"/>
                  <a:pt x="1928739" y="66859"/>
                </a:cubicBezTo>
                <a:lnTo>
                  <a:pt x="1928739" y="43906"/>
                </a:lnTo>
                <a:close/>
                <a:moveTo>
                  <a:pt x="2000267" y="69528"/>
                </a:moveTo>
                <a:cubicBezTo>
                  <a:pt x="2000267" y="73264"/>
                  <a:pt x="2000600" y="76867"/>
                  <a:pt x="2001266" y="80337"/>
                </a:cubicBezTo>
                <a:cubicBezTo>
                  <a:pt x="2001934" y="83807"/>
                  <a:pt x="2003068" y="86898"/>
                  <a:pt x="2004669" y="89612"/>
                </a:cubicBezTo>
                <a:cubicBezTo>
                  <a:pt x="2006271" y="92326"/>
                  <a:pt x="2008406" y="94484"/>
                  <a:pt x="2011075" y="96085"/>
                </a:cubicBezTo>
                <a:cubicBezTo>
                  <a:pt x="2013744" y="97686"/>
                  <a:pt x="2017036" y="98486"/>
                  <a:pt x="2020951" y="98486"/>
                </a:cubicBezTo>
                <a:cubicBezTo>
                  <a:pt x="2024866" y="98486"/>
                  <a:pt x="2028158" y="97686"/>
                  <a:pt x="2030827" y="96085"/>
                </a:cubicBezTo>
                <a:cubicBezTo>
                  <a:pt x="2033496" y="94484"/>
                  <a:pt x="2035630" y="92326"/>
                  <a:pt x="2037231" y="89612"/>
                </a:cubicBezTo>
                <a:cubicBezTo>
                  <a:pt x="2038833" y="86898"/>
                  <a:pt x="2039967" y="83807"/>
                  <a:pt x="2040634" y="80337"/>
                </a:cubicBezTo>
                <a:cubicBezTo>
                  <a:pt x="2041301" y="76867"/>
                  <a:pt x="2041635" y="73264"/>
                  <a:pt x="2041635" y="69528"/>
                </a:cubicBezTo>
                <a:cubicBezTo>
                  <a:pt x="2041635" y="65791"/>
                  <a:pt x="2041301" y="62188"/>
                  <a:pt x="2040634" y="58718"/>
                </a:cubicBezTo>
                <a:cubicBezTo>
                  <a:pt x="2039967" y="55248"/>
                  <a:pt x="2038833" y="52157"/>
                  <a:pt x="2037231" y="49445"/>
                </a:cubicBezTo>
                <a:cubicBezTo>
                  <a:pt x="2035630" y="46731"/>
                  <a:pt x="2033496" y="44573"/>
                  <a:pt x="2030827" y="42971"/>
                </a:cubicBezTo>
                <a:cubicBezTo>
                  <a:pt x="2028158" y="41370"/>
                  <a:pt x="2024866" y="40569"/>
                  <a:pt x="2020951" y="40569"/>
                </a:cubicBezTo>
                <a:cubicBezTo>
                  <a:pt x="2017036" y="40569"/>
                  <a:pt x="2013744" y="41370"/>
                  <a:pt x="2011075" y="42971"/>
                </a:cubicBezTo>
                <a:cubicBezTo>
                  <a:pt x="2008406" y="44573"/>
                  <a:pt x="2006271" y="46731"/>
                  <a:pt x="2004669" y="49445"/>
                </a:cubicBezTo>
                <a:cubicBezTo>
                  <a:pt x="2003068" y="52157"/>
                  <a:pt x="2001934" y="55248"/>
                  <a:pt x="2001266" y="58718"/>
                </a:cubicBezTo>
                <a:cubicBezTo>
                  <a:pt x="2000600" y="62188"/>
                  <a:pt x="2000267" y="65791"/>
                  <a:pt x="2000267" y="69528"/>
                </a:cubicBezTo>
                <a:moveTo>
                  <a:pt x="1988523" y="69528"/>
                </a:moveTo>
                <a:cubicBezTo>
                  <a:pt x="1988523" y="63478"/>
                  <a:pt x="1989480" y="58340"/>
                  <a:pt x="1991393" y="54114"/>
                </a:cubicBezTo>
                <a:cubicBezTo>
                  <a:pt x="1993305" y="49888"/>
                  <a:pt x="1995818" y="46463"/>
                  <a:pt x="1998931" y="43839"/>
                </a:cubicBezTo>
                <a:cubicBezTo>
                  <a:pt x="2002045" y="41215"/>
                  <a:pt x="2005537" y="39302"/>
                  <a:pt x="2009407" y="38101"/>
                </a:cubicBezTo>
                <a:cubicBezTo>
                  <a:pt x="2013278" y="36899"/>
                  <a:pt x="2017126" y="36299"/>
                  <a:pt x="2020951" y="36299"/>
                </a:cubicBezTo>
                <a:cubicBezTo>
                  <a:pt x="2024866" y="36299"/>
                  <a:pt x="2028736" y="36899"/>
                  <a:pt x="2032562" y="38101"/>
                </a:cubicBezTo>
                <a:cubicBezTo>
                  <a:pt x="2036387" y="39302"/>
                  <a:pt x="2039856" y="41215"/>
                  <a:pt x="2042969" y="43839"/>
                </a:cubicBezTo>
                <a:cubicBezTo>
                  <a:pt x="2046083" y="46463"/>
                  <a:pt x="2048597" y="49888"/>
                  <a:pt x="2050509" y="54114"/>
                </a:cubicBezTo>
                <a:cubicBezTo>
                  <a:pt x="2052422" y="58340"/>
                  <a:pt x="2053379" y="63478"/>
                  <a:pt x="2053379" y="69528"/>
                </a:cubicBezTo>
                <a:cubicBezTo>
                  <a:pt x="2053379" y="75577"/>
                  <a:pt x="2052422" y="80715"/>
                  <a:pt x="2050509" y="84941"/>
                </a:cubicBezTo>
                <a:cubicBezTo>
                  <a:pt x="2048597" y="89167"/>
                  <a:pt x="2046083" y="92593"/>
                  <a:pt x="2042969" y="95218"/>
                </a:cubicBezTo>
                <a:cubicBezTo>
                  <a:pt x="2039856" y="97842"/>
                  <a:pt x="2036387" y="99688"/>
                  <a:pt x="2032562" y="100755"/>
                </a:cubicBezTo>
                <a:cubicBezTo>
                  <a:pt x="2028736" y="101822"/>
                  <a:pt x="2024866" y="102355"/>
                  <a:pt x="2020951" y="102355"/>
                </a:cubicBezTo>
                <a:cubicBezTo>
                  <a:pt x="2017126" y="102355"/>
                  <a:pt x="2013278" y="101822"/>
                  <a:pt x="2009407" y="100755"/>
                </a:cubicBezTo>
                <a:cubicBezTo>
                  <a:pt x="2005537" y="99688"/>
                  <a:pt x="2002045" y="97842"/>
                  <a:pt x="1998931" y="95218"/>
                </a:cubicBezTo>
                <a:cubicBezTo>
                  <a:pt x="1995818" y="92593"/>
                  <a:pt x="1993305" y="89167"/>
                  <a:pt x="1991393" y="84941"/>
                </a:cubicBezTo>
                <a:cubicBezTo>
                  <a:pt x="1989480" y="80715"/>
                  <a:pt x="1988523" y="75577"/>
                  <a:pt x="1988523" y="69528"/>
                </a:cubicBezTo>
                <a:close/>
                <a:moveTo>
                  <a:pt x="2082203" y="101021"/>
                </a:moveTo>
                <a:cubicBezTo>
                  <a:pt x="2081136" y="97729"/>
                  <a:pt x="2079713" y="93548"/>
                  <a:pt x="2077933" y="88478"/>
                </a:cubicBezTo>
                <a:cubicBezTo>
                  <a:pt x="2076155" y="83406"/>
                  <a:pt x="2074220" y="78001"/>
                  <a:pt x="2072128" y="72263"/>
                </a:cubicBezTo>
                <a:cubicBezTo>
                  <a:pt x="2070037" y="66525"/>
                  <a:pt x="2067858" y="60654"/>
                  <a:pt x="2065589" y="54649"/>
                </a:cubicBezTo>
                <a:cubicBezTo>
                  <a:pt x="2063321" y="48644"/>
                  <a:pt x="2061075" y="42971"/>
                  <a:pt x="2058851" y="37632"/>
                </a:cubicBezTo>
                <a:cubicBezTo>
                  <a:pt x="2059918" y="37811"/>
                  <a:pt x="2060963" y="37968"/>
                  <a:pt x="2061985" y="38101"/>
                </a:cubicBezTo>
                <a:cubicBezTo>
                  <a:pt x="2063009" y="38234"/>
                  <a:pt x="2064055" y="38300"/>
                  <a:pt x="2065123" y="38300"/>
                </a:cubicBezTo>
                <a:cubicBezTo>
                  <a:pt x="2066102" y="38300"/>
                  <a:pt x="2067080" y="38234"/>
                  <a:pt x="2068059" y="38101"/>
                </a:cubicBezTo>
                <a:cubicBezTo>
                  <a:pt x="2069038" y="37968"/>
                  <a:pt x="2070105" y="37811"/>
                  <a:pt x="2071260" y="37632"/>
                </a:cubicBezTo>
                <a:cubicBezTo>
                  <a:pt x="2073573" y="45996"/>
                  <a:pt x="2076131" y="54381"/>
                  <a:pt x="2078933" y="62788"/>
                </a:cubicBezTo>
                <a:cubicBezTo>
                  <a:pt x="2081736" y="71195"/>
                  <a:pt x="2084873" y="79848"/>
                  <a:pt x="2088343" y="88745"/>
                </a:cubicBezTo>
                <a:cubicBezTo>
                  <a:pt x="2089411" y="86254"/>
                  <a:pt x="2090701" y="82962"/>
                  <a:pt x="2092213" y="78869"/>
                </a:cubicBezTo>
                <a:cubicBezTo>
                  <a:pt x="2093726" y="74776"/>
                  <a:pt x="2095282" y="70372"/>
                  <a:pt x="2096883" y="65657"/>
                </a:cubicBezTo>
                <a:cubicBezTo>
                  <a:pt x="2098484" y="60943"/>
                  <a:pt x="2100086" y="56139"/>
                  <a:pt x="2101686" y="51247"/>
                </a:cubicBezTo>
                <a:cubicBezTo>
                  <a:pt x="2103288" y="46353"/>
                  <a:pt x="2104712" y="41815"/>
                  <a:pt x="2105958" y="37632"/>
                </a:cubicBezTo>
                <a:cubicBezTo>
                  <a:pt x="2107560" y="38078"/>
                  <a:pt x="2108895" y="38300"/>
                  <a:pt x="2109962" y="38300"/>
                </a:cubicBezTo>
                <a:cubicBezTo>
                  <a:pt x="2110673" y="38300"/>
                  <a:pt x="2111295" y="38234"/>
                  <a:pt x="2111829" y="38101"/>
                </a:cubicBezTo>
                <a:cubicBezTo>
                  <a:pt x="2112364" y="37968"/>
                  <a:pt x="2112987" y="37811"/>
                  <a:pt x="2113698" y="37632"/>
                </a:cubicBezTo>
                <a:cubicBezTo>
                  <a:pt x="2115922" y="46174"/>
                  <a:pt x="2118502" y="54604"/>
                  <a:pt x="2121438" y="62923"/>
                </a:cubicBezTo>
                <a:cubicBezTo>
                  <a:pt x="2124374" y="71240"/>
                  <a:pt x="2127444" y="79848"/>
                  <a:pt x="2130646" y="88745"/>
                </a:cubicBezTo>
                <a:cubicBezTo>
                  <a:pt x="2131803" y="85898"/>
                  <a:pt x="2133159" y="82406"/>
                  <a:pt x="2134717" y="78270"/>
                </a:cubicBezTo>
                <a:cubicBezTo>
                  <a:pt x="2136274" y="74132"/>
                  <a:pt x="2137897" y="69773"/>
                  <a:pt x="2139587" y="65191"/>
                </a:cubicBezTo>
                <a:cubicBezTo>
                  <a:pt x="2141277" y="60610"/>
                  <a:pt x="2142990" y="55917"/>
                  <a:pt x="2144725" y="51112"/>
                </a:cubicBezTo>
                <a:cubicBezTo>
                  <a:pt x="2146460" y="46308"/>
                  <a:pt x="2148083" y="41815"/>
                  <a:pt x="2149596" y="37632"/>
                </a:cubicBezTo>
                <a:cubicBezTo>
                  <a:pt x="2151375" y="38078"/>
                  <a:pt x="2152799" y="38300"/>
                  <a:pt x="2153866" y="38300"/>
                </a:cubicBezTo>
                <a:cubicBezTo>
                  <a:pt x="2155022" y="38300"/>
                  <a:pt x="2156357" y="38078"/>
                  <a:pt x="2157869" y="37632"/>
                </a:cubicBezTo>
                <a:cubicBezTo>
                  <a:pt x="2152799" y="48397"/>
                  <a:pt x="2148062" y="59029"/>
                  <a:pt x="2143658" y="69528"/>
                </a:cubicBezTo>
                <a:cubicBezTo>
                  <a:pt x="2139254" y="80026"/>
                  <a:pt x="2135139" y="90524"/>
                  <a:pt x="2131314" y="101021"/>
                </a:cubicBezTo>
                <a:cubicBezTo>
                  <a:pt x="2130335" y="100844"/>
                  <a:pt x="2129179" y="100755"/>
                  <a:pt x="2127844" y="100755"/>
                </a:cubicBezTo>
                <a:cubicBezTo>
                  <a:pt x="2127221" y="100755"/>
                  <a:pt x="2126598" y="100755"/>
                  <a:pt x="2125975" y="100755"/>
                </a:cubicBezTo>
                <a:cubicBezTo>
                  <a:pt x="2125353" y="100755"/>
                  <a:pt x="2124820" y="100844"/>
                  <a:pt x="2124374" y="101021"/>
                </a:cubicBezTo>
                <a:cubicBezTo>
                  <a:pt x="2122061" y="93103"/>
                  <a:pt x="2119525" y="85140"/>
                  <a:pt x="2116767" y="77134"/>
                </a:cubicBezTo>
                <a:cubicBezTo>
                  <a:pt x="2114010" y="69127"/>
                  <a:pt x="2110851" y="60720"/>
                  <a:pt x="2107292" y="51913"/>
                </a:cubicBezTo>
                <a:cubicBezTo>
                  <a:pt x="2106225" y="54582"/>
                  <a:pt x="2104935" y="57896"/>
                  <a:pt x="2103423" y="61856"/>
                </a:cubicBezTo>
                <a:cubicBezTo>
                  <a:pt x="2101911" y="65814"/>
                  <a:pt x="2100354" y="70062"/>
                  <a:pt x="2098752" y="74599"/>
                </a:cubicBezTo>
                <a:cubicBezTo>
                  <a:pt x="2097150" y="79136"/>
                  <a:pt x="2095548" y="83740"/>
                  <a:pt x="2093946" y="88411"/>
                </a:cubicBezTo>
                <a:cubicBezTo>
                  <a:pt x="2092346" y="93082"/>
                  <a:pt x="2090922" y="97285"/>
                  <a:pt x="2089676" y="101021"/>
                </a:cubicBezTo>
                <a:cubicBezTo>
                  <a:pt x="2088609" y="100844"/>
                  <a:pt x="2087364" y="100755"/>
                  <a:pt x="2085940" y="100755"/>
                </a:cubicBezTo>
                <a:cubicBezTo>
                  <a:pt x="2084517" y="100755"/>
                  <a:pt x="2083272" y="100844"/>
                  <a:pt x="2082203" y="101021"/>
                </a:cubicBezTo>
                <a:close/>
                <a:moveTo>
                  <a:pt x="2195770" y="40569"/>
                </a:moveTo>
                <a:cubicBezTo>
                  <a:pt x="2192478" y="40569"/>
                  <a:pt x="2189697" y="41325"/>
                  <a:pt x="2187427" y="42837"/>
                </a:cubicBezTo>
                <a:cubicBezTo>
                  <a:pt x="2185159" y="44349"/>
                  <a:pt x="2183291" y="46240"/>
                  <a:pt x="2181824" y="48510"/>
                </a:cubicBezTo>
                <a:cubicBezTo>
                  <a:pt x="2180356" y="50778"/>
                  <a:pt x="2179244" y="53269"/>
                  <a:pt x="2178488" y="55983"/>
                </a:cubicBezTo>
                <a:cubicBezTo>
                  <a:pt x="2177732" y="58697"/>
                  <a:pt x="2177265" y="61254"/>
                  <a:pt x="2177087" y="63656"/>
                </a:cubicBezTo>
                <a:cubicBezTo>
                  <a:pt x="2179844" y="63745"/>
                  <a:pt x="2182713" y="63835"/>
                  <a:pt x="2185692" y="63925"/>
                </a:cubicBezTo>
                <a:cubicBezTo>
                  <a:pt x="2188674" y="64013"/>
                  <a:pt x="2191587" y="64057"/>
                  <a:pt x="2194434" y="64057"/>
                </a:cubicBezTo>
                <a:cubicBezTo>
                  <a:pt x="2197370" y="64057"/>
                  <a:pt x="2200351" y="64013"/>
                  <a:pt x="2203375" y="63925"/>
                </a:cubicBezTo>
                <a:cubicBezTo>
                  <a:pt x="2206400" y="63835"/>
                  <a:pt x="2209336" y="63745"/>
                  <a:pt x="2212184" y="63656"/>
                </a:cubicBezTo>
                <a:cubicBezTo>
                  <a:pt x="2212184" y="61254"/>
                  <a:pt x="2211984" y="58719"/>
                  <a:pt x="2211584" y="56050"/>
                </a:cubicBezTo>
                <a:cubicBezTo>
                  <a:pt x="2211183" y="53380"/>
                  <a:pt x="2210382" y="50888"/>
                  <a:pt x="2209181" y="48575"/>
                </a:cubicBezTo>
                <a:cubicBezTo>
                  <a:pt x="2207979" y="46262"/>
                  <a:pt x="2206311" y="44349"/>
                  <a:pt x="2204176" y="42837"/>
                </a:cubicBezTo>
                <a:cubicBezTo>
                  <a:pt x="2202040" y="41325"/>
                  <a:pt x="2199238" y="40569"/>
                  <a:pt x="2195770" y="40569"/>
                </a:cubicBezTo>
                <a:moveTo>
                  <a:pt x="2164943" y="71396"/>
                </a:moveTo>
                <a:cubicBezTo>
                  <a:pt x="2164943" y="60453"/>
                  <a:pt x="2167545" y="51868"/>
                  <a:pt x="2172748" y="45641"/>
                </a:cubicBezTo>
                <a:cubicBezTo>
                  <a:pt x="2177953" y="39413"/>
                  <a:pt x="2185538" y="36299"/>
                  <a:pt x="2195503" y="36299"/>
                </a:cubicBezTo>
                <a:cubicBezTo>
                  <a:pt x="2200218" y="36299"/>
                  <a:pt x="2204288" y="37033"/>
                  <a:pt x="2207713" y="38502"/>
                </a:cubicBezTo>
                <a:cubicBezTo>
                  <a:pt x="2211138" y="39969"/>
                  <a:pt x="2214007" y="41926"/>
                  <a:pt x="2216320" y="44372"/>
                </a:cubicBezTo>
                <a:cubicBezTo>
                  <a:pt x="2218633" y="46819"/>
                  <a:pt x="2220346" y="49688"/>
                  <a:pt x="2221458" y="52980"/>
                </a:cubicBezTo>
                <a:cubicBezTo>
                  <a:pt x="2222569" y="56272"/>
                  <a:pt x="2223125" y="59786"/>
                  <a:pt x="2223125" y="63521"/>
                </a:cubicBezTo>
                <a:cubicBezTo>
                  <a:pt x="2223125" y="64412"/>
                  <a:pt x="2223103" y="65280"/>
                  <a:pt x="2223058" y="66126"/>
                </a:cubicBezTo>
                <a:cubicBezTo>
                  <a:pt x="2223015" y="66970"/>
                  <a:pt x="2222948" y="67837"/>
                  <a:pt x="2222858" y="68726"/>
                </a:cubicBezTo>
                <a:cubicBezTo>
                  <a:pt x="2218054" y="68638"/>
                  <a:pt x="2213295" y="68550"/>
                  <a:pt x="2208580" y="68461"/>
                </a:cubicBezTo>
                <a:cubicBezTo>
                  <a:pt x="2203865" y="68372"/>
                  <a:pt x="2199106" y="68327"/>
                  <a:pt x="2194302" y="68327"/>
                </a:cubicBezTo>
                <a:cubicBezTo>
                  <a:pt x="2191366" y="68327"/>
                  <a:pt x="2188452" y="68372"/>
                  <a:pt x="2185560" y="68461"/>
                </a:cubicBezTo>
                <a:cubicBezTo>
                  <a:pt x="2182669" y="68550"/>
                  <a:pt x="2179755" y="68638"/>
                  <a:pt x="2176818" y="68726"/>
                </a:cubicBezTo>
                <a:cubicBezTo>
                  <a:pt x="2176730" y="69171"/>
                  <a:pt x="2176686" y="69839"/>
                  <a:pt x="2176686" y="70728"/>
                </a:cubicBezTo>
                <a:lnTo>
                  <a:pt x="2176686" y="72463"/>
                </a:lnTo>
                <a:cubicBezTo>
                  <a:pt x="2176686" y="75932"/>
                  <a:pt x="2177197" y="79180"/>
                  <a:pt x="2178219" y="82206"/>
                </a:cubicBezTo>
                <a:cubicBezTo>
                  <a:pt x="2179243" y="85231"/>
                  <a:pt x="2180733" y="87833"/>
                  <a:pt x="2182691" y="90013"/>
                </a:cubicBezTo>
                <a:cubicBezTo>
                  <a:pt x="2184649" y="92192"/>
                  <a:pt x="2187051" y="93927"/>
                  <a:pt x="2189897" y="95218"/>
                </a:cubicBezTo>
                <a:cubicBezTo>
                  <a:pt x="2192744" y="96508"/>
                  <a:pt x="2196036" y="97152"/>
                  <a:pt x="2199773" y="97152"/>
                </a:cubicBezTo>
                <a:cubicBezTo>
                  <a:pt x="2201552" y="97152"/>
                  <a:pt x="2203375" y="96908"/>
                  <a:pt x="2205243" y="96419"/>
                </a:cubicBezTo>
                <a:cubicBezTo>
                  <a:pt x="2207112" y="95929"/>
                  <a:pt x="2208936" y="95261"/>
                  <a:pt x="2210714" y="94416"/>
                </a:cubicBezTo>
                <a:cubicBezTo>
                  <a:pt x="2212494" y="93570"/>
                  <a:pt x="2214162" y="92569"/>
                  <a:pt x="2215719" y="91414"/>
                </a:cubicBezTo>
                <a:cubicBezTo>
                  <a:pt x="2217276" y="90258"/>
                  <a:pt x="2218633" y="89011"/>
                  <a:pt x="2219790" y="87676"/>
                </a:cubicBezTo>
                <a:lnTo>
                  <a:pt x="2220458" y="88077"/>
                </a:lnTo>
                <a:lnTo>
                  <a:pt x="2219657" y="94615"/>
                </a:lnTo>
                <a:cubicBezTo>
                  <a:pt x="2216987" y="96751"/>
                  <a:pt x="2213673" y="98574"/>
                  <a:pt x="2209714" y="100087"/>
                </a:cubicBezTo>
                <a:cubicBezTo>
                  <a:pt x="2205756" y="101599"/>
                  <a:pt x="2201641" y="102355"/>
                  <a:pt x="2197370" y="102355"/>
                </a:cubicBezTo>
                <a:cubicBezTo>
                  <a:pt x="2192566" y="102355"/>
                  <a:pt x="2188184" y="101621"/>
                  <a:pt x="2184224" y="100154"/>
                </a:cubicBezTo>
                <a:cubicBezTo>
                  <a:pt x="2180266" y="98686"/>
                  <a:pt x="2176841" y="96552"/>
                  <a:pt x="2173949" y="93750"/>
                </a:cubicBezTo>
                <a:cubicBezTo>
                  <a:pt x="2171059" y="90947"/>
                  <a:pt x="2168836" y="87632"/>
                  <a:pt x="2167278" y="83807"/>
                </a:cubicBezTo>
                <a:cubicBezTo>
                  <a:pt x="2165721" y="79981"/>
                  <a:pt x="2164943" y="75844"/>
                  <a:pt x="2164943" y="71396"/>
                </a:cubicBezTo>
                <a:close/>
                <a:moveTo>
                  <a:pt x="2267697" y="48575"/>
                </a:moveTo>
                <a:cubicBezTo>
                  <a:pt x="2267253" y="48042"/>
                  <a:pt x="2266386" y="47553"/>
                  <a:pt x="2265095" y="47109"/>
                </a:cubicBezTo>
                <a:cubicBezTo>
                  <a:pt x="2263805" y="46664"/>
                  <a:pt x="2262493" y="46441"/>
                  <a:pt x="2261159" y="46441"/>
                </a:cubicBezTo>
                <a:cubicBezTo>
                  <a:pt x="2259023" y="46441"/>
                  <a:pt x="2257110" y="46931"/>
                  <a:pt x="2255420" y="47909"/>
                </a:cubicBezTo>
                <a:cubicBezTo>
                  <a:pt x="2253730" y="48888"/>
                  <a:pt x="2252307" y="50200"/>
                  <a:pt x="2251150" y="51845"/>
                </a:cubicBezTo>
                <a:cubicBezTo>
                  <a:pt x="2249994" y="53491"/>
                  <a:pt x="2249104" y="55448"/>
                  <a:pt x="2248481" y="57718"/>
                </a:cubicBezTo>
                <a:cubicBezTo>
                  <a:pt x="2247859" y="59986"/>
                  <a:pt x="2247548" y="62410"/>
                  <a:pt x="2247548" y="64990"/>
                </a:cubicBezTo>
                <a:lnTo>
                  <a:pt x="2247548" y="79669"/>
                </a:lnTo>
                <a:cubicBezTo>
                  <a:pt x="2247548" y="85630"/>
                  <a:pt x="2247570" y="90190"/>
                  <a:pt x="2247613" y="93349"/>
                </a:cubicBezTo>
                <a:cubicBezTo>
                  <a:pt x="2247658" y="96506"/>
                  <a:pt x="2247814" y="99064"/>
                  <a:pt x="2248082" y="101021"/>
                </a:cubicBezTo>
                <a:cubicBezTo>
                  <a:pt x="2246302" y="100844"/>
                  <a:pt x="2244522" y="100755"/>
                  <a:pt x="2242742" y="100755"/>
                </a:cubicBezTo>
                <a:cubicBezTo>
                  <a:pt x="2240785" y="100755"/>
                  <a:pt x="2238917" y="100844"/>
                  <a:pt x="2237139" y="101021"/>
                </a:cubicBezTo>
                <a:cubicBezTo>
                  <a:pt x="2237405" y="97997"/>
                  <a:pt x="2237560" y="93882"/>
                  <a:pt x="2237605" y="88677"/>
                </a:cubicBezTo>
                <a:cubicBezTo>
                  <a:pt x="2237650" y="83473"/>
                  <a:pt x="2237672" y="77090"/>
                  <a:pt x="2237672" y="69528"/>
                </a:cubicBezTo>
                <a:lnTo>
                  <a:pt x="2237672" y="65256"/>
                </a:lnTo>
                <a:cubicBezTo>
                  <a:pt x="2237672" y="61788"/>
                  <a:pt x="2237650" y="57785"/>
                  <a:pt x="2237605" y="53248"/>
                </a:cubicBezTo>
                <a:cubicBezTo>
                  <a:pt x="2237560" y="48710"/>
                  <a:pt x="2237405" y="43505"/>
                  <a:pt x="2237139" y="37632"/>
                </a:cubicBezTo>
                <a:cubicBezTo>
                  <a:pt x="2238117" y="37811"/>
                  <a:pt x="2239051" y="37968"/>
                  <a:pt x="2239941" y="38101"/>
                </a:cubicBezTo>
                <a:cubicBezTo>
                  <a:pt x="2240830" y="38234"/>
                  <a:pt x="2241764" y="38300"/>
                  <a:pt x="2242742" y="38300"/>
                </a:cubicBezTo>
                <a:cubicBezTo>
                  <a:pt x="2243543" y="38300"/>
                  <a:pt x="2244388" y="38234"/>
                  <a:pt x="2245278" y="38101"/>
                </a:cubicBezTo>
                <a:cubicBezTo>
                  <a:pt x="2246168" y="37968"/>
                  <a:pt x="2247103" y="37811"/>
                  <a:pt x="2248082" y="37632"/>
                </a:cubicBezTo>
                <a:cubicBezTo>
                  <a:pt x="2247726" y="40836"/>
                  <a:pt x="2247526" y="43372"/>
                  <a:pt x="2247481" y="45240"/>
                </a:cubicBezTo>
                <a:cubicBezTo>
                  <a:pt x="2247436" y="47108"/>
                  <a:pt x="2247414" y="48887"/>
                  <a:pt x="2247414" y="50577"/>
                </a:cubicBezTo>
                <a:lnTo>
                  <a:pt x="2247680" y="50711"/>
                </a:lnTo>
                <a:cubicBezTo>
                  <a:pt x="2252930" y="41103"/>
                  <a:pt x="2258802" y="36299"/>
                  <a:pt x="2265296" y="36299"/>
                </a:cubicBezTo>
                <a:cubicBezTo>
                  <a:pt x="2266097" y="36299"/>
                  <a:pt x="2266787" y="36343"/>
                  <a:pt x="2267365" y="36433"/>
                </a:cubicBezTo>
                <a:cubicBezTo>
                  <a:pt x="2267943" y="36521"/>
                  <a:pt x="2268677" y="36743"/>
                  <a:pt x="2269566" y="37099"/>
                </a:cubicBezTo>
                <a:cubicBezTo>
                  <a:pt x="2269121" y="38167"/>
                  <a:pt x="2268854" y="39791"/>
                  <a:pt x="2268764" y="41972"/>
                </a:cubicBezTo>
                <a:cubicBezTo>
                  <a:pt x="2268676" y="44150"/>
                  <a:pt x="2268632" y="46130"/>
                  <a:pt x="2268632" y="47909"/>
                </a:cubicBezTo>
                <a:lnTo>
                  <a:pt x="2267697" y="48575"/>
                </a:lnTo>
                <a:close/>
                <a:moveTo>
                  <a:pt x="2293453" y="7608"/>
                </a:moveTo>
                <a:lnTo>
                  <a:pt x="2293453" y="46040"/>
                </a:lnTo>
                <a:lnTo>
                  <a:pt x="2286515" y="46040"/>
                </a:lnTo>
                <a:lnTo>
                  <a:pt x="2286515" y="7608"/>
                </a:lnTo>
                <a:lnTo>
                  <a:pt x="2293453" y="7608"/>
                </a:lnTo>
                <a:close/>
                <a:moveTo>
                  <a:pt x="2402481" y="67258"/>
                </a:moveTo>
                <a:cubicBezTo>
                  <a:pt x="2402481" y="63166"/>
                  <a:pt x="2401969" y="59542"/>
                  <a:pt x="2400945" y="56384"/>
                </a:cubicBezTo>
                <a:cubicBezTo>
                  <a:pt x="2399923" y="53225"/>
                  <a:pt x="2398589" y="50578"/>
                  <a:pt x="2396942" y="48443"/>
                </a:cubicBezTo>
                <a:cubicBezTo>
                  <a:pt x="2395297" y="46307"/>
                  <a:pt x="2393384" y="44684"/>
                  <a:pt x="2391204" y="43572"/>
                </a:cubicBezTo>
                <a:cubicBezTo>
                  <a:pt x="2389025" y="42460"/>
                  <a:pt x="2386779" y="41904"/>
                  <a:pt x="2384466" y="41904"/>
                </a:cubicBezTo>
                <a:cubicBezTo>
                  <a:pt x="2381708" y="41904"/>
                  <a:pt x="2379060" y="42416"/>
                  <a:pt x="2376525" y="43440"/>
                </a:cubicBezTo>
                <a:cubicBezTo>
                  <a:pt x="2373990" y="44462"/>
                  <a:pt x="2371788" y="46152"/>
                  <a:pt x="2369919" y="48510"/>
                </a:cubicBezTo>
                <a:cubicBezTo>
                  <a:pt x="2368051" y="50867"/>
                  <a:pt x="2366561" y="53936"/>
                  <a:pt x="2365449" y="57718"/>
                </a:cubicBezTo>
                <a:cubicBezTo>
                  <a:pt x="2364337" y="61499"/>
                  <a:pt x="2363782" y="66147"/>
                  <a:pt x="2363782" y="71662"/>
                </a:cubicBezTo>
                <a:cubicBezTo>
                  <a:pt x="2363782" y="89545"/>
                  <a:pt x="2370276" y="98486"/>
                  <a:pt x="2383265" y="98486"/>
                </a:cubicBezTo>
                <a:cubicBezTo>
                  <a:pt x="2386023" y="98486"/>
                  <a:pt x="2388559" y="97752"/>
                  <a:pt x="2390872" y="96285"/>
                </a:cubicBezTo>
                <a:cubicBezTo>
                  <a:pt x="2393185" y="94816"/>
                  <a:pt x="2395209" y="92703"/>
                  <a:pt x="2396944" y="89946"/>
                </a:cubicBezTo>
                <a:cubicBezTo>
                  <a:pt x="2398679" y="87188"/>
                  <a:pt x="2400035" y="83896"/>
                  <a:pt x="2401013" y="80070"/>
                </a:cubicBezTo>
                <a:cubicBezTo>
                  <a:pt x="2401991" y="76245"/>
                  <a:pt x="2402481" y="71974"/>
                  <a:pt x="2402481" y="67258"/>
                </a:cubicBezTo>
                <a:moveTo>
                  <a:pt x="2414226" y="67659"/>
                </a:moveTo>
                <a:cubicBezTo>
                  <a:pt x="2414226" y="72819"/>
                  <a:pt x="2413448" y="77534"/>
                  <a:pt x="2411890" y="81805"/>
                </a:cubicBezTo>
                <a:cubicBezTo>
                  <a:pt x="2410333" y="86076"/>
                  <a:pt x="2408198" y="89746"/>
                  <a:pt x="2405484" y="92815"/>
                </a:cubicBezTo>
                <a:cubicBezTo>
                  <a:pt x="2402771" y="95885"/>
                  <a:pt x="2399568" y="98242"/>
                  <a:pt x="2395875" y="99887"/>
                </a:cubicBezTo>
                <a:cubicBezTo>
                  <a:pt x="2392184" y="101532"/>
                  <a:pt x="2388203" y="102355"/>
                  <a:pt x="2383932" y="102355"/>
                </a:cubicBezTo>
                <a:cubicBezTo>
                  <a:pt x="2379662" y="102355"/>
                  <a:pt x="2375814" y="101444"/>
                  <a:pt x="2372389" y="99620"/>
                </a:cubicBezTo>
                <a:cubicBezTo>
                  <a:pt x="2368964" y="97796"/>
                  <a:pt x="2366361" y="95594"/>
                  <a:pt x="2364582" y="93015"/>
                </a:cubicBezTo>
                <a:cubicBezTo>
                  <a:pt x="2361379" y="95594"/>
                  <a:pt x="2358399" y="98174"/>
                  <a:pt x="2355641" y="100755"/>
                </a:cubicBezTo>
                <a:lnTo>
                  <a:pt x="2353240" y="100755"/>
                </a:lnTo>
                <a:cubicBezTo>
                  <a:pt x="2353418" y="98619"/>
                  <a:pt x="2353573" y="96039"/>
                  <a:pt x="2353706" y="93015"/>
                </a:cubicBezTo>
                <a:cubicBezTo>
                  <a:pt x="2353839" y="89990"/>
                  <a:pt x="2353950" y="86765"/>
                  <a:pt x="2354038" y="83340"/>
                </a:cubicBezTo>
                <a:cubicBezTo>
                  <a:pt x="2354128" y="79914"/>
                  <a:pt x="2354195" y="76422"/>
                  <a:pt x="2354240" y="72864"/>
                </a:cubicBezTo>
                <a:cubicBezTo>
                  <a:pt x="2354284" y="69306"/>
                  <a:pt x="2354307" y="66014"/>
                  <a:pt x="2354307" y="62988"/>
                </a:cubicBezTo>
                <a:lnTo>
                  <a:pt x="2354307" y="38834"/>
                </a:lnTo>
                <a:cubicBezTo>
                  <a:pt x="2354307" y="35809"/>
                  <a:pt x="2354284" y="32518"/>
                  <a:pt x="2354240" y="28960"/>
                </a:cubicBezTo>
                <a:cubicBezTo>
                  <a:pt x="2354195" y="25400"/>
                  <a:pt x="2354128" y="21886"/>
                  <a:pt x="2354038" y="18416"/>
                </a:cubicBezTo>
                <a:cubicBezTo>
                  <a:pt x="2353950" y="14946"/>
                  <a:pt x="2353839" y="11633"/>
                  <a:pt x="2353706" y="8475"/>
                </a:cubicBezTo>
                <a:cubicBezTo>
                  <a:pt x="2353573" y="5316"/>
                  <a:pt x="2353418" y="2625"/>
                  <a:pt x="2353240" y="401"/>
                </a:cubicBezTo>
                <a:cubicBezTo>
                  <a:pt x="2355731" y="846"/>
                  <a:pt x="2357732" y="1069"/>
                  <a:pt x="2359245" y="1069"/>
                </a:cubicBezTo>
                <a:cubicBezTo>
                  <a:pt x="2360224" y="1069"/>
                  <a:pt x="2361246" y="1003"/>
                  <a:pt x="2362313" y="869"/>
                </a:cubicBezTo>
                <a:cubicBezTo>
                  <a:pt x="2363380" y="735"/>
                  <a:pt x="2364537" y="579"/>
                  <a:pt x="2365783" y="401"/>
                </a:cubicBezTo>
                <a:cubicBezTo>
                  <a:pt x="2365516" y="2181"/>
                  <a:pt x="2365293" y="5006"/>
                  <a:pt x="2365115" y="8876"/>
                </a:cubicBezTo>
                <a:cubicBezTo>
                  <a:pt x="2364937" y="12745"/>
                  <a:pt x="2364804" y="17060"/>
                  <a:pt x="2364714" y="21821"/>
                </a:cubicBezTo>
                <a:cubicBezTo>
                  <a:pt x="2364626" y="26580"/>
                  <a:pt x="2364537" y="31473"/>
                  <a:pt x="2364447" y="36500"/>
                </a:cubicBezTo>
                <a:cubicBezTo>
                  <a:pt x="2364359" y="41526"/>
                  <a:pt x="2364271" y="46085"/>
                  <a:pt x="2364183" y="50178"/>
                </a:cubicBezTo>
                <a:lnTo>
                  <a:pt x="2364449" y="50178"/>
                </a:lnTo>
                <a:cubicBezTo>
                  <a:pt x="2367474" y="45374"/>
                  <a:pt x="2370810" y="41860"/>
                  <a:pt x="2374458" y="39636"/>
                </a:cubicBezTo>
                <a:cubicBezTo>
                  <a:pt x="2378105" y="37411"/>
                  <a:pt x="2382331" y="36299"/>
                  <a:pt x="2387136" y="36299"/>
                </a:cubicBezTo>
                <a:cubicBezTo>
                  <a:pt x="2391762" y="36299"/>
                  <a:pt x="2395765" y="37166"/>
                  <a:pt x="2399145" y="38901"/>
                </a:cubicBezTo>
                <a:cubicBezTo>
                  <a:pt x="2402526" y="40636"/>
                  <a:pt x="2405328" y="42927"/>
                  <a:pt x="2407551" y="45773"/>
                </a:cubicBezTo>
                <a:cubicBezTo>
                  <a:pt x="2409776" y="48620"/>
                  <a:pt x="2411445" y="51934"/>
                  <a:pt x="2412556" y="55716"/>
                </a:cubicBezTo>
                <a:cubicBezTo>
                  <a:pt x="2413669" y="59497"/>
                  <a:pt x="2414226" y="63478"/>
                  <a:pt x="2414226" y="67659"/>
                </a:cubicBezTo>
                <a:close/>
                <a:moveTo>
                  <a:pt x="2455328" y="40569"/>
                </a:moveTo>
                <a:cubicBezTo>
                  <a:pt x="2452036" y="40569"/>
                  <a:pt x="2449256" y="41325"/>
                  <a:pt x="2446986" y="42837"/>
                </a:cubicBezTo>
                <a:cubicBezTo>
                  <a:pt x="2444717" y="44349"/>
                  <a:pt x="2442849" y="46240"/>
                  <a:pt x="2441382" y="48510"/>
                </a:cubicBezTo>
                <a:cubicBezTo>
                  <a:pt x="2439914" y="50778"/>
                  <a:pt x="2438803" y="53269"/>
                  <a:pt x="2438047" y="55983"/>
                </a:cubicBezTo>
                <a:cubicBezTo>
                  <a:pt x="2437290" y="58697"/>
                  <a:pt x="2436823" y="61254"/>
                  <a:pt x="2436646" y="63656"/>
                </a:cubicBezTo>
                <a:cubicBezTo>
                  <a:pt x="2439403" y="63745"/>
                  <a:pt x="2442271" y="63835"/>
                  <a:pt x="2445251" y="63925"/>
                </a:cubicBezTo>
                <a:cubicBezTo>
                  <a:pt x="2448232" y="64013"/>
                  <a:pt x="2451146" y="64057"/>
                  <a:pt x="2453993" y="64057"/>
                </a:cubicBezTo>
                <a:cubicBezTo>
                  <a:pt x="2456929" y="64057"/>
                  <a:pt x="2459909" y="64013"/>
                  <a:pt x="2462934" y="63925"/>
                </a:cubicBezTo>
                <a:cubicBezTo>
                  <a:pt x="2465958" y="63835"/>
                  <a:pt x="2468895" y="63745"/>
                  <a:pt x="2471743" y="63656"/>
                </a:cubicBezTo>
                <a:cubicBezTo>
                  <a:pt x="2471743" y="61254"/>
                  <a:pt x="2471542" y="58719"/>
                  <a:pt x="2471142" y="56050"/>
                </a:cubicBezTo>
                <a:cubicBezTo>
                  <a:pt x="2470742" y="53380"/>
                  <a:pt x="2469941" y="50888"/>
                  <a:pt x="2468739" y="48575"/>
                </a:cubicBezTo>
                <a:cubicBezTo>
                  <a:pt x="2467538" y="46262"/>
                  <a:pt x="2465869" y="44349"/>
                  <a:pt x="2463734" y="42837"/>
                </a:cubicBezTo>
                <a:cubicBezTo>
                  <a:pt x="2461599" y="41325"/>
                  <a:pt x="2458797" y="40569"/>
                  <a:pt x="2455328" y="40569"/>
                </a:cubicBezTo>
                <a:moveTo>
                  <a:pt x="2424501" y="71396"/>
                </a:moveTo>
                <a:cubicBezTo>
                  <a:pt x="2424501" y="60453"/>
                  <a:pt x="2427103" y="51868"/>
                  <a:pt x="2432306" y="45641"/>
                </a:cubicBezTo>
                <a:cubicBezTo>
                  <a:pt x="2437511" y="39413"/>
                  <a:pt x="2445096" y="36299"/>
                  <a:pt x="2455062" y="36299"/>
                </a:cubicBezTo>
                <a:cubicBezTo>
                  <a:pt x="2459776" y="36299"/>
                  <a:pt x="2463846" y="37033"/>
                  <a:pt x="2467271" y="38502"/>
                </a:cubicBezTo>
                <a:cubicBezTo>
                  <a:pt x="2470696" y="39969"/>
                  <a:pt x="2473565" y="41926"/>
                  <a:pt x="2475878" y="44372"/>
                </a:cubicBezTo>
                <a:cubicBezTo>
                  <a:pt x="2478192" y="46819"/>
                  <a:pt x="2479904" y="49688"/>
                  <a:pt x="2481016" y="52980"/>
                </a:cubicBezTo>
                <a:cubicBezTo>
                  <a:pt x="2482128" y="56272"/>
                  <a:pt x="2482684" y="59786"/>
                  <a:pt x="2482684" y="63521"/>
                </a:cubicBezTo>
                <a:cubicBezTo>
                  <a:pt x="2482684" y="64412"/>
                  <a:pt x="2482661" y="65280"/>
                  <a:pt x="2482616" y="66126"/>
                </a:cubicBezTo>
                <a:cubicBezTo>
                  <a:pt x="2482573" y="66970"/>
                  <a:pt x="2482506" y="67837"/>
                  <a:pt x="2482417" y="68726"/>
                </a:cubicBezTo>
                <a:cubicBezTo>
                  <a:pt x="2477613" y="68638"/>
                  <a:pt x="2472853" y="68550"/>
                  <a:pt x="2468139" y="68461"/>
                </a:cubicBezTo>
                <a:cubicBezTo>
                  <a:pt x="2463424" y="68372"/>
                  <a:pt x="2458664" y="68327"/>
                  <a:pt x="2453860" y="68327"/>
                </a:cubicBezTo>
                <a:cubicBezTo>
                  <a:pt x="2450924" y="68327"/>
                  <a:pt x="2448010" y="68372"/>
                  <a:pt x="2445118" y="68461"/>
                </a:cubicBezTo>
                <a:cubicBezTo>
                  <a:pt x="2442227" y="68550"/>
                  <a:pt x="2439313" y="68638"/>
                  <a:pt x="2436377" y="68726"/>
                </a:cubicBezTo>
                <a:cubicBezTo>
                  <a:pt x="2436289" y="69171"/>
                  <a:pt x="2436244" y="69839"/>
                  <a:pt x="2436244" y="70728"/>
                </a:cubicBezTo>
                <a:lnTo>
                  <a:pt x="2436244" y="72463"/>
                </a:lnTo>
                <a:cubicBezTo>
                  <a:pt x="2436244" y="75932"/>
                  <a:pt x="2436756" y="79180"/>
                  <a:pt x="2437778" y="82206"/>
                </a:cubicBezTo>
                <a:cubicBezTo>
                  <a:pt x="2438801" y="85231"/>
                  <a:pt x="2440292" y="87833"/>
                  <a:pt x="2442249" y="90013"/>
                </a:cubicBezTo>
                <a:cubicBezTo>
                  <a:pt x="2444207" y="92192"/>
                  <a:pt x="2446609" y="93927"/>
                  <a:pt x="2449456" y="95218"/>
                </a:cubicBezTo>
                <a:cubicBezTo>
                  <a:pt x="2452302" y="96508"/>
                  <a:pt x="2455594" y="97152"/>
                  <a:pt x="2459332" y="97152"/>
                </a:cubicBezTo>
                <a:cubicBezTo>
                  <a:pt x="2461110" y="97152"/>
                  <a:pt x="2462933" y="96908"/>
                  <a:pt x="2464801" y="96419"/>
                </a:cubicBezTo>
                <a:cubicBezTo>
                  <a:pt x="2466670" y="95929"/>
                  <a:pt x="2468494" y="95261"/>
                  <a:pt x="2470273" y="94416"/>
                </a:cubicBezTo>
                <a:cubicBezTo>
                  <a:pt x="2472052" y="93570"/>
                  <a:pt x="2473721" y="92569"/>
                  <a:pt x="2475278" y="91414"/>
                </a:cubicBezTo>
                <a:cubicBezTo>
                  <a:pt x="2476835" y="90258"/>
                  <a:pt x="2478192" y="89011"/>
                  <a:pt x="2479348" y="87676"/>
                </a:cubicBezTo>
                <a:lnTo>
                  <a:pt x="2480016" y="88077"/>
                </a:lnTo>
                <a:lnTo>
                  <a:pt x="2479216" y="94615"/>
                </a:lnTo>
                <a:cubicBezTo>
                  <a:pt x="2476546" y="96751"/>
                  <a:pt x="2473231" y="98574"/>
                  <a:pt x="2469273" y="100087"/>
                </a:cubicBezTo>
                <a:cubicBezTo>
                  <a:pt x="2465314" y="101599"/>
                  <a:pt x="2461200" y="102355"/>
                  <a:pt x="2456929" y="102355"/>
                </a:cubicBezTo>
                <a:cubicBezTo>
                  <a:pt x="2452125" y="102355"/>
                  <a:pt x="2447743" y="101621"/>
                  <a:pt x="2443783" y="100154"/>
                </a:cubicBezTo>
                <a:cubicBezTo>
                  <a:pt x="2439824" y="98686"/>
                  <a:pt x="2436399" y="96552"/>
                  <a:pt x="2433508" y="93750"/>
                </a:cubicBezTo>
                <a:cubicBezTo>
                  <a:pt x="2430618" y="90947"/>
                  <a:pt x="2428394" y="87632"/>
                  <a:pt x="2426837" y="83807"/>
                </a:cubicBezTo>
                <a:cubicBezTo>
                  <a:pt x="2425280" y="79981"/>
                  <a:pt x="2424501" y="75844"/>
                  <a:pt x="2424501" y="71396"/>
                </a:cubicBezTo>
                <a:close/>
                <a:moveTo>
                  <a:pt x="2492160" y="69528"/>
                </a:moveTo>
                <a:cubicBezTo>
                  <a:pt x="2492160" y="63745"/>
                  <a:pt x="2493138" y="58763"/>
                  <a:pt x="2495095" y="54582"/>
                </a:cubicBezTo>
                <a:cubicBezTo>
                  <a:pt x="2497052" y="50400"/>
                  <a:pt x="2499610" y="46952"/>
                  <a:pt x="2502767" y="44240"/>
                </a:cubicBezTo>
                <a:cubicBezTo>
                  <a:pt x="2505926" y="41526"/>
                  <a:pt x="2509551" y="39525"/>
                  <a:pt x="2513643" y="38235"/>
                </a:cubicBezTo>
                <a:cubicBezTo>
                  <a:pt x="2517736" y="36944"/>
                  <a:pt x="2521918" y="36299"/>
                  <a:pt x="2526188" y="36299"/>
                </a:cubicBezTo>
                <a:cubicBezTo>
                  <a:pt x="2531082" y="36299"/>
                  <a:pt x="2535464" y="36899"/>
                  <a:pt x="2539332" y="38101"/>
                </a:cubicBezTo>
                <a:cubicBezTo>
                  <a:pt x="2543203" y="39302"/>
                  <a:pt x="2545983" y="40659"/>
                  <a:pt x="2547673" y="42171"/>
                </a:cubicBezTo>
                <a:cubicBezTo>
                  <a:pt x="2547051" y="43506"/>
                  <a:pt x="2546495" y="44907"/>
                  <a:pt x="2546005" y="46374"/>
                </a:cubicBezTo>
                <a:cubicBezTo>
                  <a:pt x="2545517" y="47841"/>
                  <a:pt x="2545094" y="49376"/>
                  <a:pt x="2544739" y="50978"/>
                </a:cubicBezTo>
                <a:lnTo>
                  <a:pt x="2543670" y="50978"/>
                </a:lnTo>
                <a:cubicBezTo>
                  <a:pt x="2543048" y="49821"/>
                  <a:pt x="2542203" y="48643"/>
                  <a:pt x="2541135" y="47443"/>
                </a:cubicBezTo>
                <a:cubicBezTo>
                  <a:pt x="2540068" y="46242"/>
                  <a:pt x="2538800" y="45129"/>
                  <a:pt x="2537331" y="44106"/>
                </a:cubicBezTo>
                <a:cubicBezTo>
                  <a:pt x="2535863" y="43082"/>
                  <a:pt x="2534240" y="42237"/>
                  <a:pt x="2532460" y="41570"/>
                </a:cubicBezTo>
                <a:cubicBezTo>
                  <a:pt x="2530682" y="40903"/>
                  <a:pt x="2528725" y="40569"/>
                  <a:pt x="2526589" y="40569"/>
                </a:cubicBezTo>
                <a:cubicBezTo>
                  <a:pt x="2522586" y="40569"/>
                  <a:pt x="2519139" y="41303"/>
                  <a:pt x="2516247" y="42772"/>
                </a:cubicBezTo>
                <a:cubicBezTo>
                  <a:pt x="2513356" y="44239"/>
                  <a:pt x="2510998" y="46263"/>
                  <a:pt x="2509173" y="48844"/>
                </a:cubicBezTo>
                <a:cubicBezTo>
                  <a:pt x="2507350" y="51423"/>
                  <a:pt x="2506016" y="54470"/>
                  <a:pt x="2505170" y="57985"/>
                </a:cubicBezTo>
                <a:cubicBezTo>
                  <a:pt x="2504326" y="61498"/>
                  <a:pt x="2503903" y="65301"/>
                  <a:pt x="2503903" y="69394"/>
                </a:cubicBezTo>
                <a:cubicBezTo>
                  <a:pt x="2503903" y="78557"/>
                  <a:pt x="2505860" y="85474"/>
                  <a:pt x="2509774" y="90146"/>
                </a:cubicBezTo>
                <a:cubicBezTo>
                  <a:pt x="2513689" y="94817"/>
                  <a:pt x="2519427" y="97152"/>
                  <a:pt x="2526989" y="97152"/>
                </a:cubicBezTo>
                <a:cubicBezTo>
                  <a:pt x="2528768" y="97152"/>
                  <a:pt x="2530592" y="96908"/>
                  <a:pt x="2532460" y="96419"/>
                </a:cubicBezTo>
                <a:cubicBezTo>
                  <a:pt x="2534329" y="95929"/>
                  <a:pt x="2536153" y="95261"/>
                  <a:pt x="2537932" y="94416"/>
                </a:cubicBezTo>
                <a:cubicBezTo>
                  <a:pt x="2539711" y="93570"/>
                  <a:pt x="2541380" y="92569"/>
                  <a:pt x="2542937" y="91414"/>
                </a:cubicBezTo>
                <a:cubicBezTo>
                  <a:pt x="2544494" y="90258"/>
                  <a:pt x="2545851" y="89011"/>
                  <a:pt x="2547007" y="87676"/>
                </a:cubicBezTo>
                <a:lnTo>
                  <a:pt x="2547673" y="88077"/>
                </a:lnTo>
                <a:cubicBezTo>
                  <a:pt x="2547229" y="90212"/>
                  <a:pt x="2546962" y="92392"/>
                  <a:pt x="2546873" y="94615"/>
                </a:cubicBezTo>
                <a:cubicBezTo>
                  <a:pt x="2544204" y="96751"/>
                  <a:pt x="2540890" y="98574"/>
                  <a:pt x="2536930" y="100087"/>
                </a:cubicBezTo>
                <a:cubicBezTo>
                  <a:pt x="2532971" y="101599"/>
                  <a:pt x="2528857" y="102355"/>
                  <a:pt x="2524588" y="102355"/>
                </a:cubicBezTo>
                <a:cubicBezTo>
                  <a:pt x="2520762" y="102355"/>
                  <a:pt x="2516915" y="101799"/>
                  <a:pt x="2513044" y="100687"/>
                </a:cubicBezTo>
                <a:cubicBezTo>
                  <a:pt x="2509174" y="99576"/>
                  <a:pt x="2505682" y="97708"/>
                  <a:pt x="2502568" y="95084"/>
                </a:cubicBezTo>
                <a:cubicBezTo>
                  <a:pt x="2499455" y="92458"/>
                  <a:pt x="2496942" y="89055"/>
                  <a:pt x="2495029" y="84874"/>
                </a:cubicBezTo>
                <a:cubicBezTo>
                  <a:pt x="2493117" y="80693"/>
                  <a:pt x="2492160" y="75577"/>
                  <a:pt x="2492160" y="69528"/>
                </a:cubicBezTo>
                <a:close/>
                <a:moveTo>
                  <a:pt x="2597716" y="67794"/>
                </a:moveTo>
                <a:cubicBezTo>
                  <a:pt x="2596204" y="68327"/>
                  <a:pt x="2594447" y="68772"/>
                  <a:pt x="2592444" y="69127"/>
                </a:cubicBezTo>
                <a:cubicBezTo>
                  <a:pt x="2590443" y="69483"/>
                  <a:pt x="2588420" y="69861"/>
                  <a:pt x="2586374" y="70261"/>
                </a:cubicBezTo>
                <a:cubicBezTo>
                  <a:pt x="2584328" y="70662"/>
                  <a:pt x="2582304" y="71174"/>
                  <a:pt x="2580302" y="71797"/>
                </a:cubicBezTo>
                <a:cubicBezTo>
                  <a:pt x="2578300" y="72419"/>
                  <a:pt x="2576520" y="73264"/>
                  <a:pt x="2574963" y="74332"/>
                </a:cubicBezTo>
                <a:cubicBezTo>
                  <a:pt x="2573407" y="75399"/>
                  <a:pt x="2572162" y="76733"/>
                  <a:pt x="2571226" y="78335"/>
                </a:cubicBezTo>
                <a:cubicBezTo>
                  <a:pt x="2570292" y="79937"/>
                  <a:pt x="2569825" y="81984"/>
                  <a:pt x="2569825" y="84475"/>
                </a:cubicBezTo>
                <a:cubicBezTo>
                  <a:pt x="2569825" y="88656"/>
                  <a:pt x="2571026" y="91814"/>
                  <a:pt x="2573428" y="93949"/>
                </a:cubicBezTo>
                <a:cubicBezTo>
                  <a:pt x="2575830" y="96085"/>
                  <a:pt x="2578500" y="97152"/>
                  <a:pt x="2581436" y="97152"/>
                </a:cubicBezTo>
                <a:cubicBezTo>
                  <a:pt x="2584816" y="97152"/>
                  <a:pt x="2587908" y="96218"/>
                  <a:pt x="2590709" y="94351"/>
                </a:cubicBezTo>
                <a:cubicBezTo>
                  <a:pt x="2593513" y="92481"/>
                  <a:pt x="2595670" y="90301"/>
                  <a:pt x="2597183" y="87810"/>
                </a:cubicBezTo>
                <a:lnTo>
                  <a:pt x="2597716" y="67794"/>
                </a:lnTo>
                <a:moveTo>
                  <a:pt x="2564755" y="44038"/>
                </a:moveTo>
                <a:cubicBezTo>
                  <a:pt x="2568758" y="41014"/>
                  <a:pt x="2572450" y="38968"/>
                  <a:pt x="2575830" y="37901"/>
                </a:cubicBezTo>
                <a:cubicBezTo>
                  <a:pt x="2579212" y="36833"/>
                  <a:pt x="2582682" y="36299"/>
                  <a:pt x="2586240" y="36299"/>
                </a:cubicBezTo>
                <a:cubicBezTo>
                  <a:pt x="2589444" y="36299"/>
                  <a:pt x="2592380" y="36766"/>
                  <a:pt x="2595049" y="37699"/>
                </a:cubicBezTo>
                <a:cubicBezTo>
                  <a:pt x="2597718" y="38633"/>
                  <a:pt x="2599986" y="39968"/>
                  <a:pt x="2601854" y="41703"/>
                </a:cubicBezTo>
                <a:cubicBezTo>
                  <a:pt x="2603722" y="43438"/>
                  <a:pt x="2605189" y="45529"/>
                  <a:pt x="2606256" y="47977"/>
                </a:cubicBezTo>
                <a:cubicBezTo>
                  <a:pt x="2607325" y="50423"/>
                  <a:pt x="2607859" y="53113"/>
                  <a:pt x="2607859" y="56048"/>
                </a:cubicBezTo>
                <a:cubicBezTo>
                  <a:pt x="2607859" y="61120"/>
                  <a:pt x="2607770" y="66169"/>
                  <a:pt x="2607592" y="71196"/>
                </a:cubicBezTo>
                <a:cubicBezTo>
                  <a:pt x="2607414" y="76223"/>
                  <a:pt x="2607325" y="81538"/>
                  <a:pt x="2607325" y="87142"/>
                </a:cubicBezTo>
                <a:cubicBezTo>
                  <a:pt x="2607325" y="88211"/>
                  <a:pt x="2607348" y="89345"/>
                  <a:pt x="2607393" y="90547"/>
                </a:cubicBezTo>
                <a:cubicBezTo>
                  <a:pt x="2607437" y="91747"/>
                  <a:pt x="2607638" y="92814"/>
                  <a:pt x="2607993" y="93748"/>
                </a:cubicBezTo>
                <a:cubicBezTo>
                  <a:pt x="2608349" y="94682"/>
                  <a:pt x="2608860" y="95460"/>
                  <a:pt x="2609527" y="96083"/>
                </a:cubicBezTo>
                <a:cubicBezTo>
                  <a:pt x="2610195" y="96707"/>
                  <a:pt x="2611196" y="97018"/>
                  <a:pt x="2612530" y="97018"/>
                </a:cubicBezTo>
                <a:cubicBezTo>
                  <a:pt x="2612975" y="97018"/>
                  <a:pt x="2613442" y="96996"/>
                  <a:pt x="2613931" y="96951"/>
                </a:cubicBezTo>
                <a:cubicBezTo>
                  <a:pt x="2614421" y="96906"/>
                  <a:pt x="2614888" y="96751"/>
                  <a:pt x="2615332" y="96485"/>
                </a:cubicBezTo>
                <a:lnTo>
                  <a:pt x="2615332" y="99421"/>
                </a:lnTo>
                <a:cubicBezTo>
                  <a:pt x="2614353" y="99865"/>
                  <a:pt x="2613130" y="100220"/>
                  <a:pt x="2611663" y="100488"/>
                </a:cubicBezTo>
                <a:cubicBezTo>
                  <a:pt x="2610195" y="100755"/>
                  <a:pt x="2608572" y="100889"/>
                  <a:pt x="2606792" y="100889"/>
                </a:cubicBezTo>
                <a:cubicBezTo>
                  <a:pt x="2603945" y="100889"/>
                  <a:pt x="2601766" y="100155"/>
                  <a:pt x="2600253" y="98688"/>
                </a:cubicBezTo>
                <a:cubicBezTo>
                  <a:pt x="2598741" y="97219"/>
                  <a:pt x="2597851" y="95328"/>
                  <a:pt x="2597584" y="93015"/>
                </a:cubicBezTo>
                <a:cubicBezTo>
                  <a:pt x="2594382" y="96217"/>
                  <a:pt x="2591223" y="98574"/>
                  <a:pt x="2588109" y="100087"/>
                </a:cubicBezTo>
                <a:cubicBezTo>
                  <a:pt x="2584995" y="101599"/>
                  <a:pt x="2581170" y="102355"/>
                  <a:pt x="2576633" y="102355"/>
                </a:cubicBezTo>
                <a:cubicBezTo>
                  <a:pt x="2574408" y="102355"/>
                  <a:pt x="2572228" y="102044"/>
                  <a:pt x="2570092" y="101420"/>
                </a:cubicBezTo>
                <a:cubicBezTo>
                  <a:pt x="2567958" y="100799"/>
                  <a:pt x="2566068" y="99777"/>
                  <a:pt x="2564421" y="98354"/>
                </a:cubicBezTo>
                <a:cubicBezTo>
                  <a:pt x="2562776" y="96930"/>
                  <a:pt x="2561441" y="95217"/>
                  <a:pt x="2560418" y="93216"/>
                </a:cubicBezTo>
                <a:cubicBezTo>
                  <a:pt x="2559396" y="91214"/>
                  <a:pt x="2558885" y="88923"/>
                  <a:pt x="2558885" y="86342"/>
                </a:cubicBezTo>
                <a:cubicBezTo>
                  <a:pt x="2558885" y="81004"/>
                  <a:pt x="2560552" y="76868"/>
                  <a:pt x="2563888" y="73933"/>
                </a:cubicBezTo>
                <a:cubicBezTo>
                  <a:pt x="2567224" y="70997"/>
                  <a:pt x="2571828" y="69039"/>
                  <a:pt x="2577700" y="68060"/>
                </a:cubicBezTo>
                <a:cubicBezTo>
                  <a:pt x="2582504" y="67259"/>
                  <a:pt x="2586263" y="66570"/>
                  <a:pt x="2588977" y="65991"/>
                </a:cubicBezTo>
                <a:cubicBezTo>
                  <a:pt x="2591690" y="65413"/>
                  <a:pt x="2593692" y="64812"/>
                  <a:pt x="2594982" y="64189"/>
                </a:cubicBezTo>
                <a:cubicBezTo>
                  <a:pt x="2596271" y="63566"/>
                  <a:pt x="2597049" y="62832"/>
                  <a:pt x="2597315" y="61988"/>
                </a:cubicBezTo>
                <a:cubicBezTo>
                  <a:pt x="2597583" y="61142"/>
                  <a:pt x="2597716" y="60052"/>
                  <a:pt x="2597716" y="58718"/>
                </a:cubicBezTo>
                <a:cubicBezTo>
                  <a:pt x="2597716" y="56494"/>
                  <a:pt x="2597449" y="54360"/>
                  <a:pt x="2596916" y="52314"/>
                </a:cubicBezTo>
                <a:cubicBezTo>
                  <a:pt x="2596382" y="50267"/>
                  <a:pt x="2595537" y="48487"/>
                  <a:pt x="2594381" y="46975"/>
                </a:cubicBezTo>
                <a:cubicBezTo>
                  <a:pt x="2593224" y="45462"/>
                  <a:pt x="2591712" y="44239"/>
                  <a:pt x="2589844" y="43305"/>
                </a:cubicBezTo>
                <a:cubicBezTo>
                  <a:pt x="2587976" y="42371"/>
                  <a:pt x="2585708" y="41904"/>
                  <a:pt x="2583039" y="41904"/>
                </a:cubicBezTo>
                <a:cubicBezTo>
                  <a:pt x="2579479" y="41904"/>
                  <a:pt x="2576165" y="42705"/>
                  <a:pt x="2573096" y="44307"/>
                </a:cubicBezTo>
                <a:cubicBezTo>
                  <a:pt x="2570026" y="45908"/>
                  <a:pt x="2567736" y="48131"/>
                  <a:pt x="2566223" y="50978"/>
                </a:cubicBezTo>
                <a:lnTo>
                  <a:pt x="2564755" y="50978"/>
                </a:lnTo>
                <a:lnTo>
                  <a:pt x="2564755" y="44038"/>
                </a:lnTo>
                <a:close/>
                <a:moveTo>
                  <a:pt x="2630146" y="80870"/>
                </a:moveTo>
                <a:cubicBezTo>
                  <a:pt x="2630146" y="76156"/>
                  <a:pt x="2630212" y="72131"/>
                  <a:pt x="2630345" y="68795"/>
                </a:cubicBezTo>
                <a:cubicBezTo>
                  <a:pt x="2630478" y="65459"/>
                  <a:pt x="2630545" y="62144"/>
                  <a:pt x="2630545" y="58852"/>
                </a:cubicBezTo>
                <a:cubicBezTo>
                  <a:pt x="2630545" y="55738"/>
                  <a:pt x="2630523" y="52357"/>
                  <a:pt x="2630478" y="48710"/>
                </a:cubicBezTo>
                <a:cubicBezTo>
                  <a:pt x="2630434" y="45062"/>
                  <a:pt x="2630368" y="41370"/>
                  <a:pt x="2630278" y="37632"/>
                </a:cubicBezTo>
                <a:cubicBezTo>
                  <a:pt x="2632503" y="38078"/>
                  <a:pt x="2634372" y="38300"/>
                  <a:pt x="2635884" y="38300"/>
                </a:cubicBezTo>
                <a:cubicBezTo>
                  <a:pt x="2637307" y="38300"/>
                  <a:pt x="2639130" y="38078"/>
                  <a:pt x="2641355" y="37632"/>
                </a:cubicBezTo>
                <a:cubicBezTo>
                  <a:pt x="2640910" y="42971"/>
                  <a:pt x="2640576" y="48822"/>
                  <a:pt x="2640354" y="55183"/>
                </a:cubicBezTo>
                <a:cubicBezTo>
                  <a:pt x="2640131" y="61543"/>
                  <a:pt x="2640020" y="68059"/>
                  <a:pt x="2640020" y="74731"/>
                </a:cubicBezTo>
                <a:cubicBezTo>
                  <a:pt x="2640020" y="79357"/>
                  <a:pt x="2640420" y="82894"/>
                  <a:pt x="2641221" y="85342"/>
                </a:cubicBezTo>
                <a:cubicBezTo>
                  <a:pt x="2642022" y="87788"/>
                  <a:pt x="2643001" y="89634"/>
                  <a:pt x="2644157" y="90879"/>
                </a:cubicBezTo>
                <a:cubicBezTo>
                  <a:pt x="2645404" y="92303"/>
                  <a:pt x="2646983" y="93482"/>
                  <a:pt x="2648896" y="94416"/>
                </a:cubicBezTo>
                <a:cubicBezTo>
                  <a:pt x="2650808" y="95350"/>
                  <a:pt x="2653055" y="95817"/>
                  <a:pt x="2655634" y="95817"/>
                </a:cubicBezTo>
                <a:cubicBezTo>
                  <a:pt x="2659371" y="95817"/>
                  <a:pt x="2662485" y="94994"/>
                  <a:pt x="2664976" y="93349"/>
                </a:cubicBezTo>
                <a:cubicBezTo>
                  <a:pt x="2667467" y="91702"/>
                  <a:pt x="2669291" y="89678"/>
                  <a:pt x="2670448" y="87277"/>
                </a:cubicBezTo>
                <a:cubicBezTo>
                  <a:pt x="2671069" y="85764"/>
                  <a:pt x="2671558" y="84475"/>
                  <a:pt x="2671914" y="83408"/>
                </a:cubicBezTo>
                <a:cubicBezTo>
                  <a:pt x="2672271" y="82339"/>
                  <a:pt x="2672560" y="80915"/>
                  <a:pt x="2672781" y="79136"/>
                </a:cubicBezTo>
                <a:cubicBezTo>
                  <a:pt x="2673004" y="77356"/>
                  <a:pt x="2673138" y="74954"/>
                  <a:pt x="2673182" y="71929"/>
                </a:cubicBezTo>
                <a:cubicBezTo>
                  <a:pt x="2673227" y="68905"/>
                  <a:pt x="2673250" y="64768"/>
                  <a:pt x="2673250" y="59518"/>
                </a:cubicBezTo>
                <a:lnTo>
                  <a:pt x="2673250" y="48308"/>
                </a:lnTo>
                <a:cubicBezTo>
                  <a:pt x="2673250" y="46352"/>
                  <a:pt x="2673227" y="44484"/>
                  <a:pt x="2673182" y="42705"/>
                </a:cubicBezTo>
                <a:cubicBezTo>
                  <a:pt x="2673138" y="40925"/>
                  <a:pt x="2673071" y="39234"/>
                  <a:pt x="2672983" y="37632"/>
                </a:cubicBezTo>
                <a:cubicBezTo>
                  <a:pt x="2673962" y="37811"/>
                  <a:pt x="2674896" y="37968"/>
                  <a:pt x="2675785" y="38101"/>
                </a:cubicBezTo>
                <a:cubicBezTo>
                  <a:pt x="2676674" y="38234"/>
                  <a:pt x="2677608" y="38300"/>
                  <a:pt x="2678587" y="38300"/>
                </a:cubicBezTo>
                <a:cubicBezTo>
                  <a:pt x="2679565" y="38300"/>
                  <a:pt x="2680499" y="38234"/>
                  <a:pt x="2681389" y="38101"/>
                </a:cubicBezTo>
                <a:cubicBezTo>
                  <a:pt x="2682279" y="37968"/>
                  <a:pt x="2683169" y="37811"/>
                  <a:pt x="2684058" y="37632"/>
                </a:cubicBezTo>
                <a:cubicBezTo>
                  <a:pt x="2683614" y="44572"/>
                  <a:pt x="2683347" y="51267"/>
                  <a:pt x="2683258" y="57718"/>
                </a:cubicBezTo>
                <a:cubicBezTo>
                  <a:pt x="2683170" y="64168"/>
                  <a:pt x="2683125" y="70995"/>
                  <a:pt x="2683125" y="78201"/>
                </a:cubicBezTo>
                <a:cubicBezTo>
                  <a:pt x="2683125" y="82206"/>
                  <a:pt x="2683170" y="86121"/>
                  <a:pt x="2683258" y="89946"/>
                </a:cubicBezTo>
                <a:cubicBezTo>
                  <a:pt x="2683347" y="93772"/>
                  <a:pt x="2683481" y="97463"/>
                  <a:pt x="2683659" y="101021"/>
                </a:cubicBezTo>
                <a:cubicBezTo>
                  <a:pt x="2681879" y="100844"/>
                  <a:pt x="2680144" y="100755"/>
                  <a:pt x="2678454" y="100755"/>
                </a:cubicBezTo>
                <a:cubicBezTo>
                  <a:pt x="2676764" y="100755"/>
                  <a:pt x="2675029" y="100844"/>
                  <a:pt x="2673250" y="101021"/>
                </a:cubicBezTo>
                <a:cubicBezTo>
                  <a:pt x="2673338" y="100220"/>
                  <a:pt x="2673404" y="99375"/>
                  <a:pt x="2673449" y="98486"/>
                </a:cubicBezTo>
                <a:cubicBezTo>
                  <a:pt x="2673494" y="97597"/>
                  <a:pt x="2673516" y="96663"/>
                  <a:pt x="2673516" y="95684"/>
                </a:cubicBezTo>
                <a:lnTo>
                  <a:pt x="2673516" y="89946"/>
                </a:lnTo>
                <a:lnTo>
                  <a:pt x="2673250" y="89946"/>
                </a:lnTo>
                <a:cubicBezTo>
                  <a:pt x="2670936" y="94215"/>
                  <a:pt x="2667956" y="97351"/>
                  <a:pt x="2664308" y="99354"/>
                </a:cubicBezTo>
                <a:cubicBezTo>
                  <a:pt x="2660661" y="101355"/>
                  <a:pt x="2656701" y="102355"/>
                  <a:pt x="2652431" y="102355"/>
                </a:cubicBezTo>
                <a:cubicBezTo>
                  <a:pt x="2645491" y="102355"/>
                  <a:pt x="2640042" y="100510"/>
                  <a:pt x="2636084" y="96819"/>
                </a:cubicBezTo>
                <a:cubicBezTo>
                  <a:pt x="2632125" y="93126"/>
                  <a:pt x="2630146" y="87810"/>
                  <a:pt x="2630146" y="80870"/>
                </a:cubicBezTo>
                <a:close/>
                <a:moveTo>
                  <a:pt x="2703675" y="88610"/>
                </a:moveTo>
                <a:cubicBezTo>
                  <a:pt x="2704121" y="89501"/>
                  <a:pt x="2704810" y="90480"/>
                  <a:pt x="2705744" y="91547"/>
                </a:cubicBezTo>
                <a:cubicBezTo>
                  <a:pt x="2706678" y="92614"/>
                  <a:pt x="2707790" y="93615"/>
                  <a:pt x="2709080" y="94550"/>
                </a:cubicBezTo>
                <a:cubicBezTo>
                  <a:pt x="2710371" y="95484"/>
                  <a:pt x="2711839" y="96263"/>
                  <a:pt x="2713484" y="96886"/>
                </a:cubicBezTo>
                <a:cubicBezTo>
                  <a:pt x="2715129" y="97507"/>
                  <a:pt x="2716887" y="97818"/>
                  <a:pt x="2718756" y="97818"/>
                </a:cubicBezTo>
                <a:cubicBezTo>
                  <a:pt x="2720446" y="97818"/>
                  <a:pt x="2722070" y="97552"/>
                  <a:pt x="2723627" y="97018"/>
                </a:cubicBezTo>
                <a:cubicBezTo>
                  <a:pt x="2725184" y="96485"/>
                  <a:pt x="2726562" y="95728"/>
                  <a:pt x="2727762" y="94750"/>
                </a:cubicBezTo>
                <a:cubicBezTo>
                  <a:pt x="2728964" y="93771"/>
                  <a:pt x="2729920" y="92525"/>
                  <a:pt x="2730632" y="91013"/>
                </a:cubicBezTo>
                <a:cubicBezTo>
                  <a:pt x="2731344" y="89501"/>
                  <a:pt x="2731701" y="87766"/>
                  <a:pt x="2731701" y="85808"/>
                </a:cubicBezTo>
                <a:cubicBezTo>
                  <a:pt x="2731701" y="83050"/>
                  <a:pt x="2730922" y="80937"/>
                  <a:pt x="2729365" y="79469"/>
                </a:cubicBezTo>
                <a:cubicBezTo>
                  <a:pt x="2727808" y="78002"/>
                  <a:pt x="2725873" y="76801"/>
                  <a:pt x="2723560" y="75867"/>
                </a:cubicBezTo>
                <a:cubicBezTo>
                  <a:pt x="2721246" y="74932"/>
                  <a:pt x="2718711" y="74109"/>
                  <a:pt x="2715952" y="73397"/>
                </a:cubicBezTo>
                <a:cubicBezTo>
                  <a:pt x="2713195" y="72686"/>
                  <a:pt x="2710660" y="71686"/>
                  <a:pt x="2708347" y="70396"/>
                </a:cubicBezTo>
                <a:cubicBezTo>
                  <a:pt x="2706033" y="69105"/>
                  <a:pt x="2704098" y="67392"/>
                  <a:pt x="2702541" y="65258"/>
                </a:cubicBezTo>
                <a:cubicBezTo>
                  <a:pt x="2700984" y="63123"/>
                  <a:pt x="2700206" y="60187"/>
                  <a:pt x="2700206" y="56449"/>
                </a:cubicBezTo>
                <a:cubicBezTo>
                  <a:pt x="2700206" y="53513"/>
                  <a:pt x="2700695" y="50822"/>
                  <a:pt x="2701674" y="48376"/>
                </a:cubicBezTo>
                <a:cubicBezTo>
                  <a:pt x="2702653" y="45929"/>
                  <a:pt x="2704076" y="43816"/>
                  <a:pt x="2705944" y="42037"/>
                </a:cubicBezTo>
                <a:cubicBezTo>
                  <a:pt x="2707812" y="40257"/>
                  <a:pt x="2710125" y="38856"/>
                  <a:pt x="2712883" y="37834"/>
                </a:cubicBezTo>
                <a:cubicBezTo>
                  <a:pt x="2715642" y="36810"/>
                  <a:pt x="2718800" y="36299"/>
                  <a:pt x="2722358" y="36299"/>
                </a:cubicBezTo>
                <a:cubicBezTo>
                  <a:pt x="2725650" y="36299"/>
                  <a:pt x="2728430" y="36744"/>
                  <a:pt x="2730699" y="37634"/>
                </a:cubicBezTo>
                <a:cubicBezTo>
                  <a:pt x="2732967" y="38524"/>
                  <a:pt x="2735125" y="39324"/>
                  <a:pt x="2737172" y="40035"/>
                </a:cubicBezTo>
                <a:cubicBezTo>
                  <a:pt x="2736459" y="41370"/>
                  <a:pt x="2735792" y="43016"/>
                  <a:pt x="2735168" y="44973"/>
                </a:cubicBezTo>
                <a:cubicBezTo>
                  <a:pt x="2734547" y="46931"/>
                  <a:pt x="2734147" y="48443"/>
                  <a:pt x="2733969" y="49510"/>
                </a:cubicBezTo>
                <a:lnTo>
                  <a:pt x="2732366" y="49510"/>
                </a:lnTo>
                <a:cubicBezTo>
                  <a:pt x="2731655" y="47374"/>
                  <a:pt x="2730276" y="45462"/>
                  <a:pt x="2728229" y="43772"/>
                </a:cubicBezTo>
                <a:cubicBezTo>
                  <a:pt x="2726183" y="42082"/>
                  <a:pt x="2723648" y="41236"/>
                  <a:pt x="2720623" y="41236"/>
                </a:cubicBezTo>
                <a:cubicBezTo>
                  <a:pt x="2719289" y="41236"/>
                  <a:pt x="2717954" y="41459"/>
                  <a:pt x="2716620" y="41904"/>
                </a:cubicBezTo>
                <a:cubicBezTo>
                  <a:pt x="2715286" y="42348"/>
                  <a:pt x="2714084" y="43016"/>
                  <a:pt x="2713016" y="43906"/>
                </a:cubicBezTo>
                <a:cubicBezTo>
                  <a:pt x="2711949" y="44795"/>
                  <a:pt x="2711060" y="45952"/>
                  <a:pt x="2710348" y="47376"/>
                </a:cubicBezTo>
                <a:cubicBezTo>
                  <a:pt x="2709637" y="48799"/>
                  <a:pt x="2709281" y="50489"/>
                  <a:pt x="2709281" y="52446"/>
                </a:cubicBezTo>
                <a:cubicBezTo>
                  <a:pt x="2709281" y="55293"/>
                  <a:pt x="2710059" y="57495"/>
                  <a:pt x="2711615" y="59052"/>
                </a:cubicBezTo>
                <a:cubicBezTo>
                  <a:pt x="2713172" y="60609"/>
                  <a:pt x="2715107" y="61833"/>
                  <a:pt x="2717420" y="62723"/>
                </a:cubicBezTo>
                <a:cubicBezTo>
                  <a:pt x="2719733" y="63612"/>
                  <a:pt x="2722269" y="64391"/>
                  <a:pt x="2725026" y="65059"/>
                </a:cubicBezTo>
                <a:cubicBezTo>
                  <a:pt x="2727784" y="65725"/>
                  <a:pt x="2730320" y="66659"/>
                  <a:pt x="2732633" y="67861"/>
                </a:cubicBezTo>
                <a:cubicBezTo>
                  <a:pt x="2734946" y="69061"/>
                  <a:pt x="2736882" y="70728"/>
                  <a:pt x="2738439" y="72864"/>
                </a:cubicBezTo>
                <a:cubicBezTo>
                  <a:pt x="2739996" y="74999"/>
                  <a:pt x="2740774" y="77935"/>
                  <a:pt x="2740774" y="81671"/>
                </a:cubicBezTo>
                <a:cubicBezTo>
                  <a:pt x="2740774" y="84251"/>
                  <a:pt x="2740218" y="86787"/>
                  <a:pt x="2739107" y="89278"/>
                </a:cubicBezTo>
                <a:cubicBezTo>
                  <a:pt x="2737995" y="91769"/>
                  <a:pt x="2736393" y="94016"/>
                  <a:pt x="2734301" y="96018"/>
                </a:cubicBezTo>
                <a:cubicBezTo>
                  <a:pt x="2732210" y="98019"/>
                  <a:pt x="2729697" y="99576"/>
                  <a:pt x="2726761" y="100687"/>
                </a:cubicBezTo>
                <a:cubicBezTo>
                  <a:pt x="2723826" y="101799"/>
                  <a:pt x="2720490" y="102355"/>
                  <a:pt x="2716754" y="102355"/>
                </a:cubicBezTo>
                <a:cubicBezTo>
                  <a:pt x="2712662" y="102355"/>
                  <a:pt x="2709236" y="101955"/>
                  <a:pt x="2706477" y="101154"/>
                </a:cubicBezTo>
                <a:cubicBezTo>
                  <a:pt x="2703720" y="100354"/>
                  <a:pt x="2701407" y="99420"/>
                  <a:pt x="2699538" y="98352"/>
                </a:cubicBezTo>
                <a:cubicBezTo>
                  <a:pt x="2700073" y="97195"/>
                  <a:pt x="2700629" y="95616"/>
                  <a:pt x="2701208" y="93615"/>
                </a:cubicBezTo>
                <a:cubicBezTo>
                  <a:pt x="2701786" y="91613"/>
                  <a:pt x="2702075" y="89945"/>
                  <a:pt x="2702075" y="88610"/>
                </a:cubicBezTo>
                <a:lnTo>
                  <a:pt x="2703675" y="88610"/>
                </a:lnTo>
                <a:close/>
                <a:moveTo>
                  <a:pt x="2781611" y="40569"/>
                </a:moveTo>
                <a:cubicBezTo>
                  <a:pt x="2778319" y="40569"/>
                  <a:pt x="2775538" y="41325"/>
                  <a:pt x="2773268" y="42837"/>
                </a:cubicBezTo>
                <a:cubicBezTo>
                  <a:pt x="2771000" y="44349"/>
                  <a:pt x="2769132" y="46240"/>
                  <a:pt x="2767664" y="48510"/>
                </a:cubicBezTo>
                <a:cubicBezTo>
                  <a:pt x="2766197" y="50778"/>
                  <a:pt x="2765085" y="53269"/>
                  <a:pt x="2764329" y="55983"/>
                </a:cubicBezTo>
                <a:cubicBezTo>
                  <a:pt x="2763573" y="58697"/>
                  <a:pt x="2763106" y="61254"/>
                  <a:pt x="2762928" y="63656"/>
                </a:cubicBezTo>
                <a:cubicBezTo>
                  <a:pt x="2765685" y="63745"/>
                  <a:pt x="2768554" y="63835"/>
                  <a:pt x="2771533" y="63925"/>
                </a:cubicBezTo>
                <a:cubicBezTo>
                  <a:pt x="2774515" y="64013"/>
                  <a:pt x="2777428" y="64057"/>
                  <a:pt x="2780275" y="64057"/>
                </a:cubicBezTo>
                <a:cubicBezTo>
                  <a:pt x="2783211" y="64057"/>
                  <a:pt x="2786192" y="64013"/>
                  <a:pt x="2789216" y="63925"/>
                </a:cubicBezTo>
                <a:cubicBezTo>
                  <a:pt x="2792241" y="63835"/>
                  <a:pt x="2795177" y="63745"/>
                  <a:pt x="2798025" y="63656"/>
                </a:cubicBezTo>
                <a:cubicBezTo>
                  <a:pt x="2798025" y="61254"/>
                  <a:pt x="2797825" y="58719"/>
                  <a:pt x="2797425" y="56050"/>
                </a:cubicBezTo>
                <a:cubicBezTo>
                  <a:pt x="2797024" y="53380"/>
                  <a:pt x="2796223" y="50888"/>
                  <a:pt x="2795022" y="48575"/>
                </a:cubicBezTo>
                <a:cubicBezTo>
                  <a:pt x="2793820" y="46262"/>
                  <a:pt x="2792152" y="44349"/>
                  <a:pt x="2790017" y="42837"/>
                </a:cubicBezTo>
                <a:cubicBezTo>
                  <a:pt x="2787881" y="41325"/>
                  <a:pt x="2785079" y="40569"/>
                  <a:pt x="2781611" y="40569"/>
                </a:cubicBezTo>
                <a:moveTo>
                  <a:pt x="2750784" y="71396"/>
                </a:moveTo>
                <a:cubicBezTo>
                  <a:pt x="2750784" y="60453"/>
                  <a:pt x="2753385" y="51868"/>
                  <a:pt x="2758589" y="45641"/>
                </a:cubicBezTo>
                <a:cubicBezTo>
                  <a:pt x="2763794" y="39413"/>
                  <a:pt x="2771379" y="36299"/>
                  <a:pt x="2781344" y="36299"/>
                </a:cubicBezTo>
                <a:cubicBezTo>
                  <a:pt x="2786059" y="36299"/>
                  <a:pt x="2790129" y="37033"/>
                  <a:pt x="2793554" y="38502"/>
                </a:cubicBezTo>
                <a:cubicBezTo>
                  <a:pt x="2796979" y="39969"/>
                  <a:pt x="2799848" y="41926"/>
                  <a:pt x="2802161" y="44372"/>
                </a:cubicBezTo>
                <a:cubicBezTo>
                  <a:pt x="2804474" y="46819"/>
                  <a:pt x="2806187" y="49688"/>
                  <a:pt x="2807298" y="52980"/>
                </a:cubicBezTo>
                <a:cubicBezTo>
                  <a:pt x="2808410" y="56272"/>
                  <a:pt x="2808966" y="59786"/>
                  <a:pt x="2808966" y="63521"/>
                </a:cubicBezTo>
                <a:cubicBezTo>
                  <a:pt x="2808966" y="64412"/>
                  <a:pt x="2808944" y="65280"/>
                  <a:pt x="2808899" y="66126"/>
                </a:cubicBezTo>
                <a:cubicBezTo>
                  <a:pt x="2808856" y="66970"/>
                  <a:pt x="2808789" y="67837"/>
                  <a:pt x="2808699" y="68726"/>
                </a:cubicBezTo>
                <a:cubicBezTo>
                  <a:pt x="2803895" y="68638"/>
                  <a:pt x="2799136" y="68550"/>
                  <a:pt x="2794421" y="68461"/>
                </a:cubicBezTo>
                <a:cubicBezTo>
                  <a:pt x="2789706" y="68372"/>
                  <a:pt x="2784947" y="68327"/>
                  <a:pt x="2780143" y="68327"/>
                </a:cubicBezTo>
                <a:cubicBezTo>
                  <a:pt x="2777206" y="68327"/>
                  <a:pt x="2774293" y="68372"/>
                  <a:pt x="2771401" y="68461"/>
                </a:cubicBezTo>
                <a:cubicBezTo>
                  <a:pt x="2768510" y="68550"/>
                  <a:pt x="2765596" y="68638"/>
                  <a:pt x="2762659" y="68726"/>
                </a:cubicBezTo>
                <a:cubicBezTo>
                  <a:pt x="2762571" y="69171"/>
                  <a:pt x="2762527" y="69839"/>
                  <a:pt x="2762527" y="70728"/>
                </a:cubicBezTo>
                <a:lnTo>
                  <a:pt x="2762527" y="72463"/>
                </a:lnTo>
                <a:cubicBezTo>
                  <a:pt x="2762527" y="75932"/>
                  <a:pt x="2763038" y="79180"/>
                  <a:pt x="2764060" y="82206"/>
                </a:cubicBezTo>
                <a:cubicBezTo>
                  <a:pt x="2765084" y="85231"/>
                  <a:pt x="2766574" y="87833"/>
                  <a:pt x="2768532" y="90013"/>
                </a:cubicBezTo>
                <a:cubicBezTo>
                  <a:pt x="2770489" y="92192"/>
                  <a:pt x="2772892" y="93927"/>
                  <a:pt x="2775738" y="95218"/>
                </a:cubicBezTo>
                <a:cubicBezTo>
                  <a:pt x="2778585" y="96508"/>
                  <a:pt x="2781877" y="97152"/>
                  <a:pt x="2785614" y="97152"/>
                </a:cubicBezTo>
                <a:cubicBezTo>
                  <a:pt x="2787393" y="97152"/>
                  <a:pt x="2789216" y="96908"/>
                  <a:pt x="2791084" y="96419"/>
                </a:cubicBezTo>
                <a:cubicBezTo>
                  <a:pt x="2792953" y="95929"/>
                  <a:pt x="2794777" y="95261"/>
                  <a:pt x="2796555" y="94416"/>
                </a:cubicBezTo>
                <a:cubicBezTo>
                  <a:pt x="2798335" y="93570"/>
                  <a:pt x="2800003" y="92569"/>
                  <a:pt x="2801560" y="91414"/>
                </a:cubicBezTo>
                <a:cubicBezTo>
                  <a:pt x="2803117" y="90258"/>
                  <a:pt x="2804474" y="89011"/>
                  <a:pt x="2805631" y="87676"/>
                </a:cubicBezTo>
                <a:lnTo>
                  <a:pt x="2806299" y="88077"/>
                </a:lnTo>
                <a:lnTo>
                  <a:pt x="2805498" y="94615"/>
                </a:lnTo>
                <a:cubicBezTo>
                  <a:pt x="2802828" y="96751"/>
                  <a:pt x="2799514" y="98574"/>
                  <a:pt x="2795555" y="100087"/>
                </a:cubicBezTo>
                <a:cubicBezTo>
                  <a:pt x="2791597" y="101599"/>
                  <a:pt x="2787482" y="102355"/>
                  <a:pt x="2783211" y="102355"/>
                </a:cubicBezTo>
                <a:cubicBezTo>
                  <a:pt x="2778407" y="102355"/>
                  <a:pt x="2774025" y="101621"/>
                  <a:pt x="2770065" y="100154"/>
                </a:cubicBezTo>
                <a:cubicBezTo>
                  <a:pt x="2766107" y="98686"/>
                  <a:pt x="2762682" y="96552"/>
                  <a:pt x="2759790" y="93750"/>
                </a:cubicBezTo>
                <a:cubicBezTo>
                  <a:pt x="2756900" y="90947"/>
                  <a:pt x="2754676" y="87632"/>
                  <a:pt x="2753119" y="83807"/>
                </a:cubicBezTo>
                <a:cubicBezTo>
                  <a:pt x="2751562" y="79981"/>
                  <a:pt x="2750784" y="75844"/>
                  <a:pt x="2750784" y="71396"/>
                </a:cubicBezTo>
                <a:close/>
                <a:moveTo>
                  <a:pt x="2861679" y="14413"/>
                </a:moveTo>
                <a:cubicBezTo>
                  <a:pt x="2861679" y="12545"/>
                  <a:pt x="2862346" y="10944"/>
                  <a:pt x="2863681" y="9609"/>
                </a:cubicBezTo>
                <a:cubicBezTo>
                  <a:pt x="2865015" y="8275"/>
                  <a:pt x="2866617" y="7608"/>
                  <a:pt x="2868486" y="7608"/>
                </a:cubicBezTo>
                <a:cubicBezTo>
                  <a:pt x="2870354" y="7608"/>
                  <a:pt x="2871955" y="8275"/>
                  <a:pt x="2873290" y="9609"/>
                </a:cubicBezTo>
                <a:cubicBezTo>
                  <a:pt x="2874624" y="10944"/>
                  <a:pt x="2875292" y="12545"/>
                  <a:pt x="2875292" y="14413"/>
                </a:cubicBezTo>
                <a:cubicBezTo>
                  <a:pt x="2875292" y="16281"/>
                  <a:pt x="2874624" y="17883"/>
                  <a:pt x="2873290" y="19218"/>
                </a:cubicBezTo>
                <a:cubicBezTo>
                  <a:pt x="2871955" y="20553"/>
                  <a:pt x="2870354" y="21220"/>
                  <a:pt x="2868486" y="21220"/>
                </a:cubicBezTo>
                <a:cubicBezTo>
                  <a:pt x="2866617" y="21220"/>
                  <a:pt x="2865015" y="20553"/>
                  <a:pt x="2863681" y="19218"/>
                </a:cubicBezTo>
                <a:cubicBezTo>
                  <a:pt x="2862346" y="17883"/>
                  <a:pt x="2861679" y="16281"/>
                  <a:pt x="2861679" y="14413"/>
                </a:cubicBezTo>
                <a:moveTo>
                  <a:pt x="2863548" y="62589"/>
                </a:moveTo>
                <a:cubicBezTo>
                  <a:pt x="2863548" y="58586"/>
                  <a:pt x="2863481" y="54382"/>
                  <a:pt x="2863347" y="49978"/>
                </a:cubicBezTo>
                <a:cubicBezTo>
                  <a:pt x="2863214" y="45574"/>
                  <a:pt x="2862925" y="41459"/>
                  <a:pt x="2862479" y="37632"/>
                </a:cubicBezTo>
                <a:cubicBezTo>
                  <a:pt x="2864970" y="38078"/>
                  <a:pt x="2866973" y="38300"/>
                  <a:pt x="2868486" y="38300"/>
                </a:cubicBezTo>
                <a:cubicBezTo>
                  <a:pt x="2869999" y="38300"/>
                  <a:pt x="2872000" y="38078"/>
                  <a:pt x="2874491" y="37632"/>
                </a:cubicBezTo>
                <a:cubicBezTo>
                  <a:pt x="2874046" y="41459"/>
                  <a:pt x="2873756" y="45574"/>
                  <a:pt x="2873622" y="49978"/>
                </a:cubicBezTo>
                <a:cubicBezTo>
                  <a:pt x="2873489" y="54382"/>
                  <a:pt x="2873422" y="58586"/>
                  <a:pt x="2873422" y="62589"/>
                </a:cubicBezTo>
                <a:lnTo>
                  <a:pt x="2873422" y="76466"/>
                </a:lnTo>
                <a:cubicBezTo>
                  <a:pt x="2873422" y="80471"/>
                  <a:pt x="2873489" y="84675"/>
                  <a:pt x="2873622" y="89079"/>
                </a:cubicBezTo>
                <a:cubicBezTo>
                  <a:pt x="2873756" y="93482"/>
                  <a:pt x="2874046" y="97463"/>
                  <a:pt x="2874491" y="101021"/>
                </a:cubicBezTo>
                <a:cubicBezTo>
                  <a:pt x="2872444" y="100844"/>
                  <a:pt x="2870442" y="100755"/>
                  <a:pt x="2868486" y="100755"/>
                </a:cubicBezTo>
                <a:cubicBezTo>
                  <a:pt x="2866529" y="100755"/>
                  <a:pt x="2864526" y="100844"/>
                  <a:pt x="2862479" y="101021"/>
                </a:cubicBezTo>
                <a:cubicBezTo>
                  <a:pt x="2862925" y="97463"/>
                  <a:pt x="2863214" y="93482"/>
                  <a:pt x="2863347" y="89079"/>
                </a:cubicBezTo>
                <a:cubicBezTo>
                  <a:pt x="2863481" y="84675"/>
                  <a:pt x="2863548" y="80471"/>
                  <a:pt x="2863548" y="76466"/>
                </a:cubicBezTo>
                <a:lnTo>
                  <a:pt x="2863548" y="62589"/>
                </a:lnTo>
                <a:close/>
                <a:moveTo>
                  <a:pt x="2909322" y="19752"/>
                </a:moveTo>
                <a:cubicBezTo>
                  <a:pt x="2909054" y="23132"/>
                  <a:pt x="2908853" y="26446"/>
                  <a:pt x="2908719" y="29693"/>
                </a:cubicBezTo>
                <a:cubicBezTo>
                  <a:pt x="2908586" y="32940"/>
                  <a:pt x="2908431" y="36210"/>
                  <a:pt x="2908253" y="39502"/>
                </a:cubicBezTo>
                <a:cubicBezTo>
                  <a:pt x="2909231" y="39502"/>
                  <a:pt x="2911055" y="39479"/>
                  <a:pt x="2913724" y="39434"/>
                </a:cubicBezTo>
                <a:cubicBezTo>
                  <a:pt x="2916393" y="39390"/>
                  <a:pt x="2919285" y="39278"/>
                  <a:pt x="2922399" y="39100"/>
                </a:cubicBezTo>
                <a:cubicBezTo>
                  <a:pt x="2922310" y="39368"/>
                  <a:pt x="2922266" y="39857"/>
                  <a:pt x="2922266" y="40569"/>
                </a:cubicBezTo>
                <a:lnTo>
                  <a:pt x="2922266" y="41904"/>
                </a:lnTo>
                <a:lnTo>
                  <a:pt x="2922266" y="43373"/>
                </a:lnTo>
                <a:cubicBezTo>
                  <a:pt x="2922266" y="43994"/>
                  <a:pt x="2922310" y="44439"/>
                  <a:pt x="2922399" y="44706"/>
                </a:cubicBezTo>
                <a:cubicBezTo>
                  <a:pt x="2921242" y="44617"/>
                  <a:pt x="2920041" y="44550"/>
                  <a:pt x="2918794" y="44507"/>
                </a:cubicBezTo>
                <a:cubicBezTo>
                  <a:pt x="2917550" y="44462"/>
                  <a:pt x="2916215" y="44440"/>
                  <a:pt x="2914791" y="44440"/>
                </a:cubicBezTo>
                <a:lnTo>
                  <a:pt x="2908253" y="44440"/>
                </a:lnTo>
                <a:cubicBezTo>
                  <a:pt x="2908164" y="44795"/>
                  <a:pt x="2908053" y="46219"/>
                  <a:pt x="2907919" y="48710"/>
                </a:cubicBezTo>
                <a:cubicBezTo>
                  <a:pt x="2907786" y="51201"/>
                  <a:pt x="2907674" y="54159"/>
                  <a:pt x="2907585" y="57584"/>
                </a:cubicBezTo>
                <a:cubicBezTo>
                  <a:pt x="2907497" y="61009"/>
                  <a:pt x="2907430" y="64590"/>
                  <a:pt x="2907385" y="68327"/>
                </a:cubicBezTo>
                <a:cubicBezTo>
                  <a:pt x="2907340" y="72063"/>
                  <a:pt x="2907318" y="75399"/>
                  <a:pt x="2907318" y="78335"/>
                </a:cubicBezTo>
                <a:cubicBezTo>
                  <a:pt x="2907318" y="80826"/>
                  <a:pt x="2907385" y="83273"/>
                  <a:pt x="2907518" y="85676"/>
                </a:cubicBezTo>
                <a:cubicBezTo>
                  <a:pt x="2907652" y="88077"/>
                  <a:pt x="2908075" y="90235"/>
                  <a:pt x="2908786" y="92147"/>
                </a:cubicBezTo>
                <a:cubicBezTo>
                  <a:pt x="2909499" y="94060"/>
                  <a:pt x="2910567" y="95595"/>
                  <a:pt x="2911989" y="96751"/>
                </a:cubicBezTo>
                <a:cubicBezTo>
                  <a:pt x="2913413" y="97908"/>
                  <a:pt x="2915460" y="98486"/>
                  <a:pt x="2918129" y="98486"/>
                </a:cubicBezTo>
                <a:cubicBezTo>
                  <a:pt x="2918840" y="98486"/>
                  <a:pt x="2919796" y="98397"/>
                  <a:pt x="2920998" y="98219"/>
                </a:cubicBezTo>
                <a:cubicBezTo>
                  <a:pt x="2922199" y="98042"/>
                  <a:pt x="2923244" y="97819"/>
                  <a:pt x="2924134" y="97552"/>
                </a:cubicBezTo>
                <a:lnTo>
                  <a:pt x="2924134" y="100755"/>
                </a:lnTo>
                <a:cubicBezTo>
                  <a:pt x="2922621" y="101022"/>
                  <a:pt x="2920953" y="101355"/>
                  <a:pt x="2919128" y="101754"/>
                </a:cubicBezTo>
                <a:cubicBezTo>
                  <a:pt x="2917305" y="102155"/>
                  <a:pt x="2915549" y="102355"/>
                  <a:pt x="2913859" y="102355"/>
                </a:cubicBezTo>
                <a:cubicBezTo>
                  <a:pt x="2908253" y="102355"/>
                  <a:pt x="2904116" y="100977"/>
                  <a:pt x="2901447" y="98219"/>
                </a:cubicBezTo>
                <a:cubicBezTo>
                  <a:pt x="2898779" y="95461"/>
                  <a:pt x="2897444" y="91413"/>
                  <a:pt x="2897444" y="86075"/>
                </a:cubicBezTo>
                <a:cubicBezTo>
                  <a:pt x="2897444" y="83674"/>
                  <a:pt x="2897488" y="81072"/>
                  <a:pt x="2897577" y="78270"/>
                </a:cubicBezTo>
                <a:cubicBezTo>
                  <a:pt x="2897666" y="75467"/>
                  <a:pt x="2897777" y="72398"/>
                  <a:pt x="2897910" y="69062"/>
                </a:cubicBezTo>
                <a:cubicBezTo>
                  <a:pt x="2898044" y="65725"/>
                  <a:pt x="2898155" y="62033"/>
                  <a:pt x="2898244" y="57985"/>
                </a:cubicBezTo>
                <a:cubicBezTo>
                  <a:pt x="2898334" y="53937"/>
                  <a:pt x="2898379" y="49422"/>
                  <a:pt x="2898379" y="44440"/>
                </a:cubicBezTo>
                <a:lnTo>
                  <a:pt x="2894107" y="44440"/>
                </a:lnTo>
                <a:cubicBezTo>
                  <a:pt x="2893395" y="44440"/>
                  <a:pt x="2892639" y="44462"/>
                  <a:pt x="2891838" y="44507"/>
                </a:cubicBezTo>
                <a:cubicBezTo>
                  <a:pt x="2891037" y="44550"/>
                  <a:pt x="2890192" y="44617"/>
                  <a:pt x="2889303" y="44706"/>
                </a:cubicBezTo>
                <a:cubicBezTo>
                  <a:pt x="2889393" y="44173"/>
                  <a:pt x="2889459" y="43662"/>
                  <a:pt x="2889503" y="43173"/>
                </a:cubicBezTo>
                <a:cubicBezTo>
                  <a:pt x="2889548" y="42683"/>
                  <a:pt x="2889570" y="42171"/>
                  <a:pt x="2889570" y="41638"/>
                </a:cubicBezTo>
                <a:cubicBezTo>
                  <a:pt x="2889570" y="41192"/>
                  <a:pt x="2889548" y="40748"/>
                  <a:pt x="2889503" y="40304"/>
                </a:cubicBezTo>
                <a:cubicBezTo>
                  <a:pt x="2889459" y="39859"/>
                  <a:pt x="2889393" y="39413"/>
                  <a:pt x="2889303" y="38968"/>
                </a:cubicBezTo>
                <a:cubicBezTo>
                  <a:pt x="2893306" y="39234"/>
                  <a:pt x="2896242" y="39367"/>
                  <a:pt x="2898110" y="39367"/>
                </a:cubicBezTo>
                <a:cubicBezTo>
                  <a:pt x="2898022" y="37589"/>
                  <a:pt x="2897955" y="35365"/>
                  <a:pt x="2897910" y="32696"/>
                </a:cubicBezTo>
                <a:cubicBezTo>
                  <a:pt x="2897866" y="30028"/>
                  <a:pt x="2897754" y="27269"/>
                  <a:pt x="2897577" y="24421"/>
                </a:cubicBezTo>
                <a:lnTo>
                  <a:pt x="2908654" y="19752"/>
                </a:lnTo>
                <a:lnTo>
                  <a:pt x="2909322" y="19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demonstratescontrolanddominanceoverothersby">
            <a:extLst xmlns:a="http://schemas.openxmlformats.org/drawingml/2006/main">
              <a:ext uri="{FF2B5EF4-FFF2-40B4-BE49-F238E27FC236}">
                <a16:creationId xmlns:a16="http://schemas.microsoft.com/office/drawing/2014/main" id="{4B8E687B-068F-430D-8957-0106AB02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07" y="3360187"/>
            <a:ext cx="2973108" cy="135717"/>
          </a:xfrm>
          <a:custGeom xmlns:a="http://schemas.openxmlformats.org/drawingml/2006/main">
            <a:pathLst>
              <a:path w="2973108" h="135717">
                <a:moveTo>
                  <a:pt x="11743" y="70327"/>
                </a:moveTo>
                <a:cubicBezTo>
                  <a:pt x="11743" y="75666"/>
                  <a:pt x="12299" y="80070"/>
                  <a:pt x="13411" y="83540"/>
                </a:cubicBezTo>
                <a:cubicBezTo>
                  <a:pt x="14523" y="87008"/>
                  <a:pt x="15946" y="89789"/>
                  <a:pt x="17681" y="91881"/>
                </a:cubicBezTo>
                <a:cubicBezTo>
                  <a:pt x="19416" y="93971"/>
                  <a:pt x="21395" y="95417"/>
                  <a:pt x="23619" y="96218"/>
                </a:cubicBezTo>
                <a:cubicBezTo>
                  <a:pt x="25844" y="97017"/>
                  <a:pt x="28024" y="97417"/>
                  <a:pt x="30159" y="97417"/>
                </a:cubicBezTo>
                <a:cubicBezTo>
                  <a:pt x="33629" y="97417"/>
                  <a:pt x="36609" y="96550"/>
                  <a:pt x="39100" y="94815"/>
                </a:cubicBezTo>
                <a:cubicBezTo>
                  <a:pt x="41591" y="93080"/>
                  <a:pt x="43660" y="90812"/>
                  <a:pt x="45305" y="88010"/>
                </a:cubicBezTo>
                <a:cubicBezTo>
                  <a:pt x="46950" y="85208"/>
                  <a:pt x="48151" y="82028"/>
                  <a:pt x="48907" y="78470"/>
                </a:cubicBezTo>
                <a:cubicBezTo>
                  <a:pt x="49665" y="74910"/>
                  <a:pt x="50043" y="71351"/>
                  <a:pt x="50043" y="67791"/>
                </a:cubicBezTo>
                <a:cubicBezTo>
                  <a:pt x="50043" y="59251"/>
                  <a:pt x="48397" y="52735"/>
                  <a:pt x="45105" y="48243"/>
                </a:cubicBezTo>
                <a:cubicBezTo>
                  <a:pt x="41813" y="43750"/>
                  <a:pt x="36964" y="41503"/>
                  <a:pt x="30558" y="41503"/>
                </a:cubicBezTo>
                <a:cubicBezTo>
                  <a:pt x="27356" y="41503"/>
                  <a:pt x="24576" y="42237"/>
                  <a:pt x="22218" y="43704"/>
                </a:cubicBezTo>
                <a:cubicBezTo>
                  <a:pt x="19861" y="45172"/>
                  <a:pt x="17904" y="47218"/>
                  <a:pt x="16347" y="49844"/>
                </a:cubicBezTo>
                <a:cubicBezTo>
                  <a:pt x="14790" y="52468"/>
                  <a:pt x="13634" y="55537"/>
                  <a:pt x="12877" y="59052"/>
                </a:cubicBezTo>
                <a:cubicBezTo>
                  <a:pt x="12121" y="62565"/>
                  <a:pt x="11743" y="66323"/>
                  <a:pt x="11743" y="70327"/>
                </a:cubicBezTo>
                <a:moveTo>
                  <a:pt x="49642" y="87942"/>
                </a:moveTo>
                <a:cubicBezTo>
                  <a:pt x="48931" y="89366"/>
                  <a:pt x="47975" y="90902"/>
                  <a:pt x="46773" y="92548"/>
                </a:cubicBezTo>
                <a:cubicBezTo>
                  <a:pt x="45572" y="94194"/>
                  <a:pt x="44059" y="95728"/>
                  <a:pt x="42234" y="97152"/>
                </a:cubicBezTo>
                <a:cubicBezTo>
                  <a:pt x="40411" y="98575"/>
                  <a:pt x="38254" y="99731"/>
                  <a:pt x="35763" y="100620"/>
                </a:cubicBezTo>
                <a:cubicBezTo>
                  <a:pt x="33272" y="101509"/>
                  <a:pt x="30380" y="101954"/>
                  <a:pt x="27088" y="101954"/>
                </a:cubicBezTo>
                <a:cubicBezTo>
                  <a:pt x="23708" y="101954"/>
                  <a:pt x="20395" y="101376"/>
                  <a:pt x="17147" y="100219"/>
                </a:cubicBezTo>
                <a:cubicBezTo>
                  <a:pt x="13900" y="99062"/>
                  <a:pt x="11009" y="97172"/>
                  <a:pt x="8473" y="94548"/>
                </a:cubicBezTo>
                <a:cubicBezTo>
                  <a:pt x="5937" y="91924"/>
                  <a:pt x="3891" y="88544"/>
                  <a:pt x="2334" y="84407"/>
                </a:cubicBezTo>
                <a:cubicBezTo>
                  <a:pt x="778" y="80270"/>
                  <a:pt x="0" y="75309"/>
                  <a:pt x="0" y="69526"/>
                </a:cubicBezTo>
                <a:cubicBezTo>
                  <a:pt x="0" y="63833"/>
                  <a:pt x="845" y="58896"/>
                  <a:pt x="2535" y="54715"/>
                </a:cubicBezTo>
                <a:cubicBezTo>
                  <a:pt x="4225" y="50532"/>
                  <a:pt x="6427" y="47040"/>
                  <a:pt x="9141" y="44238"/>
                </a:cubicBezTo>
                <a:cubicBezTo>
                  <a:pt x="11854" y="41436"/>
                  <a:pt x="14924" y="39345"/>
                  <a:pt x="18349" y="37966"/>
                </a:cubicBezTo>
                <a:cubicBezTo>
                  <a:pt x="21774" y="36587"/>
                  <a:pt x="25221" y="35897"/>
                  <a:pt x="28691" y="35897"/>
                </a:cubicBezTo>
                <a:cubicBezTo>
                  <a:pt x="38566" y="35897"/>
                  <a:pt x="45416" y="40346"/>
                  <a:pt x="49241" y="49243"/>
                </a:cubicBezTo>
                <a:lnTo>
                  <a:pt x="49508" y="49243"/>
                </a:lnTo>
                <a:lnTo>
                  <a:pt x="49508" y="36164"/>
                </a:lnTo>
                <a:cubicBezTo>
                  <a:pt x="49508" y="32784"/>
                  <a:pt x="49485" y="29381"/>
                  <a:pt x="49441" y="25956"/>
                </a:cubicBezTo>
                <a:cubicBezTo>
                  <a:pt x="49397" y="22531"/>
                  <a:pt x="49353" y="19262"/>
                  <a:pt x="49308" y="16148"/>
                </a:cubicBezTo>
                <a:cubicBezTo>
                  <a:pt x="49263" y="13033"/>
                  <a:pt x="49219" y="10098"/>
                  <a:pt x="49174" y="7341"/>
                </a:cubicBezTo>
                <a:cubicBezTo>
                  <a:pt x="49130" y="4582"/>
                  <a:pt x="49064" y="2135"/>
                  <a:pt x="48974" y="0"/>
                </a:cubicBezTo>
                <a:cubicBezTo>
                  <a:pt x="50043" y="178"/>
                  <a:pt x="51066" y="334"/>
                  <a:pt x="52043" y="468"/>
                </a:cubicBezTo>
                <a:cubicBezTo>
                  <a:pt x="53022" y="601"/>
                  <a:pt x="54001" y="668"/>
                  <a:pt x="54979" y="668"/>
                </a:cubicBezTo>
                <a:cubicBezTo>
                  <a:pt x="55958" y="668"/>
                  <a:pt x="56914" y="601"/>
                  <a:pt x="57848" y="468"/>
                </a:cubicBezTo>
                <a:cubicBezTo>
                  <a:pt x="58782" y="334"/>
                  <a:pt x="59828" y="178"/>
                  <a:pt x="60984" y="0"/>
                </a:cubicBezTo>
                <a:cubicBezTo>
                  <a:pt x="60718" y="2847"/>
                  <a:pt x="60496" y="6961"/>
                  <a:pt x="60318" y="12344"/>
                </a:cubicBezTo>
                <a:cubicBezTo>
                  <a:pt x="60141" y="17726"/>
                  <a:pt x="59984" y="23665"/>
                  <a:pt x="59850" y="30159"/>
                </a:cubicBezTo>
                <a:cubicBezTo>
                  <a:pt x="59717" y="36654"/>
                  <a:pt x="59606" y="43326"/>
                  <a:pt x="59516" y="50178"/>
                </a:cubicBezTo>
                <a:cubicBezTo>
                  <a:pt x="59428" y="57028"/>
                  <a:pt x="59384" y="63299"/>
                  <a:pt x="59384" y="68993"/>
                </a:cubicBezTo>
                <a:cubicBezTo>
                  <a:pt x="59384" y="75132"/>
                  <a:pt x="59428" y="80648"/>
                  <a:pt x="59516" y="85542"/>
                </a:cubicBezTo>
                <a:cubicBezTo>
                  <a:pt x="59606" y="90434"/>
                  <a:pt x="59695" y="95460"/>
                  <a:pt x="59785" y="100620"/>
                </a:cubicBezTo>
                <a:cubicBezTo>
                  <a:pt x="58005" y="100442"/>
                  <a:pt x="56270" y="100353"/>
                  <a:pt x="54580" y="100353"/>
                </a:cubicBezTo>
                <a:cubicBezTo>
                  <a:pt x="52978" y="100353"/>
                  <a:pt x="51288" y="100442"/>
                  <a:pt x="49508" y="100620"/>
                </a:cubicBezTo>
                <a:lnTo>
                  <a:pt x="49909" y="87942"/>
                </a:lnTo>
                <a:lnTo>
                  <a:pt x="49642" y="87942"/>
                </a:lnTo>
                <a:close/>
                <a:moveTo>
                  <a:pt x="104090" y="40167"/>
                </a:moveTo>
                <a:cubicBezTo>
                  <a:pt x="100798" y="40167"/>
                  <a:pt x="98017" y="40924"/>
                  <a:pt x="95747" y="42436"/>
                </a:cubicBezTo>
                <a:cubicBezTo>
                  <a:pt x="93479" y="43948"/>
                  <a:pt x="91611" y="45839"/>
                  <a:pt x="90144" y="48109"/>
                </a:cubicBezTo>
                <a:cubicBezTo>
                  <a:pt x="88676" y="50377"/>
                  <a:pt x="87564" y="52868"/>
                  <a:pt x="86808" y="55582"/>
                </a:cubicBezTo>
                <a:cubicBezTo>
                  <a:pt x="86052" y="58296"/>
                  <a:pt x="85585" y="60853"/>
                  <a:pt x="85407" y="63255"/>
                </a:cubicBezTo>
                <a:cubicBezTo>
                  <a:pt x="88164" y="63344"/>
                  <a:pt x="91033" y="63434"/>
                  <a:pt x="94013" y="63523"/>
                </a:cubicBezTo>
                <a:cubicBezTo>
                  <a:pt x="96994" y="63612"/>
                  <a:pt x="99908" y="63656"/>
                  <a:pt x="102754" y="63656"/>
                </a:cubicBezTo>
                <a:cubicBezTo>
                  <a:pt x="105691" y="63656"/>
                  <a:pt x="108671" y="63612"/>
                  <a:pt x="111696" y="63523"/>
                </a:cubicBezTo>
                <a:cubicBezTo>
                  <a:pt x="114720" y="63434"/>
                  <a:pt x="117656" y="63344"/>
                  <a:pt x="120504" y="63255"/>
                </a:cubicBezTo>
                <a:cubicBezTo>
                  <a:pt x="120504" y="60853"/>
                  <a:pt x="120304" y="58318"/>
                  <a:pt x="119904" y="55649"/>
                </a:cubicBezTo>
                <a:cubicBezTo>
                  <a:pt x="119503" y="52979"/>
                  <a:pt x="118702" y="50487"/>
                  <a:pt x="117501" y="48174"/>
                </a:cubicBezTo>
                <a:cubicBezTo>
                  <a:pt x="116300" y="45861"/>
                  <a:pt x="114631" y="43948"/>
                  <a:pt x="112496" y="42436"/>
                </a:cubicBezTo>
                <a:cubicBezTo>
                  <a:pt x="110360" y="40924"/>
                  <a:pt x="107558" y="40167"/>
                  <a:pt x="104090" y="40167"/>
                </a:cubicBezTo>
                <a:moveTo>
                  <a:pt x="73263" y="70995"/>
                </a:moveTo>
                <a:cubicBezTo>
                  <a:pt x="73263" y="60052"/>
                  <a:pt x="75865" y="51467"/>
                  <a:pt x="81068" y="45240"/>
                </a:cubicBezTo>
                <a:cubicBezTo>
                  <a:pt x="86273" y="39012"/>
                  <a:pt x="93858" y="35897"/>
                  <a:pt x="103823" y="35897"/>
                </a:cubicBezTo>
                <a:cubicBezTo>
                  <a:pt x="108538" y="35897"/>
                  <a:pt x="112608" y="36632"/>
                  <a:pt x="116033" y="38101"/>
                </a:cubicBezTo>
                <a:cubicBezTo>
                  <a:pt x="119458" y="39568"/>
                  <a:pt x="122327" y="41525"/>
                  <a:pt x="124640" y="43971"/>
                </a:cubicBezTo>
                <a:cubicBezTo>
                  <a:pt x="126953" y="46417"/>
                  <a:pt x="128666" y="49287"/>
                  <a:pt x="129778" y="52579"/>
                </a:cubicBezTo>
                <a:cubicBezTo>
                  <a:pt x="130889" y="55870"/>
                  <a:pt x="131445" y="59384"/>
                  <a:pt x="131445" y="63120"/>
                </a:cubicBezTo>
                <a:cubicBezTo>
                  <a:pt x="131445" y="64011"/>
                  <a:pt x="131423" y="64879"/>
                  <a:pt x="131378" y="65725"/>
                </a:cubicBezTo>
                <a:cubicBezTo>
                  <a:pt x="131335" y="66569"/>
                  <a:pt x="131268" y="67436"/>
                  <a:pt x="131179" y="68325"/>
                </a:cubicBezTo>
                <a:cubicBezTo>
                  <a:pt x="126374" y="68237"/>
                  <a:pt x="121615" y="68149"/>
                  <a:pt x="116900" y="68060"/>
                </a:cubicBezTo>
                <a:cubicBezTo>
                  <a:pt x="112186" y="67971"/>
                  <a:pt x="107426" y="67926"/>
                  <a:pt x="102622" y="67926"/>
                </a:cubicBezTo>
                <a:cubicBezTo>
                  <a:pt x="99686" y="67926"/>
                  <a:pt x="96772" y="67971"/>
                  <a:pt x="93880" y="68060"/>
                </a:cubicBezTo>
                <a:cubicBezTo>
                  <a:pt x="90989" y="68149"/>
                  <a:pt x="88075" y="68237"/>
                  <a:pt x="85138" y="68325"/>
                </a:cubicBezTo>
                <a:cubicBezTo>
                  <a:pt x="85050" y="68770"/>
                  <a:pt x="85006" y="69437"/>
                  <a:pt x="85006" y="70327"/>
                </a:cubicBezTo>
                <a:lnTo>
                  <a:pt x="85006" y="72062"/>
                </a:lnTo>
                <a:cubicBezTo>
                  <a:pt x="85006" y="75531"/>
                  <a:pt x="85517" y="78779"/>
                  <a:pt x="86539" y="81805"/>
                </a:cubicBezTo>
                <a:cubicBezTo>
                  <a:pt x="87563" y="84830"/>
                  <a:pt x="89054" y="87432"/>
                  <a:pt x="91011" y="89612"/>
                </a:cubicBezTo>
                <a:cubicBezTo>
                  <a:pt x="92969" y="91791"/>
                  <a:pt x="95371" y="93526"/>
                  <a:pt x="98217" y="94817"/>
                </a:cubicBezTo>
                <a:cubicBezTo>
                  <a:pt x="101064" y="96106"/>
                  <a:pt x="104356" y="96751"/>
                  <a:pt x="108093" y="96751"/>
                </a:cubicBezTo>
                <a:cubicBezTo>
                  <a:pt x="109872" y="96751"/>
                  <a:pt x="111695" y="96507"/>
                  <a:pt x="113563" y="96018"/>
                </a:cubicBezTo>
                <a:cubicBezTo>
                  <a:pt x="115432" y="95528"/>
                  <a:pt x="117256" y="94860"/>
                  <a:pt x="119034" y="94015"/>
                </a:cubicBezTo>
                <a:cubicBezTo>
                  <a:pt x="120814" y="93169"/>
                  <a:pt x="122482" y="92168"/>
                  <a:pt x="124039" y="91013"/>
                </a:cubicBezTo>
                <a:cubicBezTo>
                  <a:pt x="125596" y="89856"/>
                  <a:pt x="126953" y="88610"/>
                  <a:pt x="128110" y="87275"/>
                </a:cubicBezTo>
                <a:lnTo>
                  <a:pt x="128778" y="87676"/>
                </a:lnTo>
                <a:lnTo>
                  <a:pt x="127978" y="94214"/>
                </a:lnTo>
                <a:cubicBezTo>
                  <a:pt x="125307" y="96349"/>
                  <a:pt x="121993" y="98173"/>
                  <a:pt x="118034" y="99686"/>
                </a:cubicBezTo>
                <a:cubicBezTo>
                  <a:pt x="114076" y="101198"/>
                  <a:pt x="109961" y="101954"/>
                  <a:pt x="105691" y="101954"/>
                </a:cubicBezTo>
                <a:cubicBezTo>
                  <a:pt x="100886" y="101954"/>
                  <a:pt x="96504" y="101220"/>
                  <a:pt x="92544" y="99753"/>
                </a:cubicBezTo>
                <a:cubicBezTo>
                  <a:pt x="88586" y="98285"/>
                  <a:pt x="85161" y="96151"/>
                  <a:pt x="82269" y="93349"/>
                </a:cubicBezTo>
                <a:cubicBezTo>
                  <a:pt x="79379" y="90545"/>
                  <a:pt x="77156" y="87231"/>
                  <a:pt x="75599" y="83406"/>
                </a:cubicBezTo>
                <a:cubicBezTo>
                  <a:pt x="74042" y="79580"/>
                  <a:pt x="73263" y="75443"/>
                  <a:pt x="73263" y="70995"/>
                </a:cubicBezTo>
                <a:close/>
                <a:moveTo>
                  <a:pt x="145726" y="62188"/>
                </a:moveTo>
                <a:cubicBezTo>
                  <a:pt x="145726" y="58184"/>
                  <a:pt x="145658" y="53981"/>
                  <a:pt x="145524" y="49577"/>
                </a:cubicBezTo>
                <a:cubicBezTo>
                  <a:pt x="145391" y="45173"/>
                  <a:pt x="145103" y="41058"/>
                  <a:pt x="144659" y="37231"/>
                </a:cubicBezTo>
                <a:cubicBezTo>
                  <a:pt x="147150" y="37676"/>
                  <a:pt x="149151" y="37899"/>
                  <a:pt x="150664" y="37899"/>
                </a:cubicBezTo>
                <a:cubicBezTo>
                  <a:pt x="151375" y="37899"/>
                  <a:pt x="152153" y="37833"/>
                  <a:pt x="152997" y="37699"/>
                </a:cubicBezTo>
                <a:cubicBezTo>
                  <a:pt x="153843" y="37566"/>
                  <a:pt x="154844" y="37410"/>
                  <a:pt x="156001" y="37231"/>
                </a:cubicBezTo>
                <a:cubicBezTo>
                  <a:pt x="155733" y="40791"/>
                  <a:pt x="155600" y="44349"/>
                  <a:pt x="155600" y="47907"/>
                </a:cubicBezTo>
                <a:lnTo>
                  <a:pt x="155868" y="47907"/>
                </a:lnTo>
                <a:cubicBezTo>
                  <a:pt x="160583" y="39901"/>
                  <a:pt x="167210" y="35897"/>
                  <a:pt x="175750" y="35897"/>
                </a:cubicBezTo>
                <a:cubicBezTo>
                  <a:pt x="177975" y="35897"/>
                  <a:pt x="180156" y="36231"/>
                  <a:pt x="182291" y="36899"/>
                </a:cubicBezTo>
                <a:cubicBezTo>
                  <a:pt x="184426" y="37566"/>
                  <a:pt x="186361" y="38477"/>
                  <a:pt x="188094" y="39634"/>
                </a:cubicBezTo>
                <a:cubicBezTo>
                  <a:pt x="189829" y="40791"/>
                  <a:pt x="191319" y="42192"/>
                  <a:pt x="192564" y="43839"/>
                </a:cubicBezTo>
                <a:cubicBezTo>
                  <a:pt x="193810" y="45484"/>
                  <a:pt x="194656" y="47241"/>
                  <a:pt x="195101" y="49109"/>
                </a:cubicBezTo>
                <a:lnTo>
                  <a:pt x="195368" y="49109"/>
                </a:lnTo>
                <a:cubicBezTo>
                  <a:pt x="197503" y="44838"/>
                  <a:pt x="200417" y="41568"/>
                  <a:pt x="204110" y="39300"/>
                </a:cubicBezTo>
                <a:cubicBezTo>
                  <a:pt x="207802" y="37032"/>
                  <a:pt x="212050" y="35897"/>
                  <a:pt x="216853" y="35897"/>
                </a:cubicBezTo>
                <a:cubicBezTo>
                  <a:pt x="219789" y="35897"/>
                  <a:pt x="222503" y="36298"/>
                  <a:pt x="224994" y="37099"/>
                </a:cubicBezTo>
                <a:cubicBezTo>
                  <a:pt x="227485" y="37900"/>
                  <a:pt x="229642" y="39145"/>
                  <a:pt x="231465" y="40835"/>
                </a:cubicBezTo>
                <a:cubicBezTo>
                  <a:pt x="233289" y="42525"/>
                  <a:pt x="234713" y="44705"/>
                  <a:pt x="235737" y="47374"/>
                </a:cubicBezTo>
                <a:cubicBezTo>
                  <a:pt x="236760" y="50043"/>
                  <a:pt x="237272" y="53246"/>
                  <a:pt x="237272" y="56983"/>
                </a:cubicBezTo>
                <a:cubicBezTo>
                  <a:pt x="237272" y="58495"/>
                  <a:pt x="237227" y="60141"/>
                  <a:pt x="237138" y="61921"/>
                </a:cubicBezTo>
                <a:cubicBezTo>
                  <a:pt x="237048" y="63699"/>
                  <a:pt x="236959" y="65767"/>
                  <a:pt x="236869" y="68125"/>
                </a:cubicBezTo>
                <a:cubicBezTo>
                  <a:pt x="236781" y="70483"/>
                  <a:pt x="236692" y="73153"/>
                  <a:pt x="236602" y="76134"/>
                </a:cubicBezTo>
                <a:cubicBezTo>
                  <a:pt x="236514" y="79114"/>
                  <a:pt x="236470" y="82561"/>
                  <a:pt x="236470" y="86474"/>
                </a:cubicBezTo>
                <a:cubicBezTo>
                  <a:pt x="236470" y="88877"/>
                  <a:pt x="236492" y="91191"/>
                  <a:pt x="236537" y="93416"/>
                </a:cubicBezTo>
                <a:cubicBezTo>
                  <a:pt x="236582" y="95640"/>
                  <a:pt x="236693" y="98041"/>
                  <a:pt x="236871" y="100620"/>
                </a:cubicBezTo>
                <a:cubicBezTo>
                  <a:pt x="235892" y="100442"/>
                  <a:pt x="234914" y="100353"/>
                  <a:pt x="233935" y="100353"/>
                </a:cubicBezTo>
                <a:cubicBezTo>
                  <a:pt x="232956" y="100353"/>
                  <a:pt x="232022" y="100353"/>
                  <a:pt x="231133" y="100353"/>
                </a:cubicBezTo>
                <a:cubicBezTo>
                  <a:pt x="230154" y="100353"/>
                  <a:pt x="229175" y="100353"/>
                  <a:pt x="228197" y="100353"/>
                </a:cubicBezTo>
                <a:cubicBezTo>
                  <a:pt x="227218" y="100353"/>
                  <a:pt x="226239" y="100442"/>
                  <a:pt x="225260" y="100620"/>
                </a:cubicBezTo>
                <a:cubicBezTo>
                  <a:pt x="225528" y="98397"/>
                  <a:pt x="225817" y="93904"/>
                  <a:pt x="226128" y="87142"/>
                </a:cubicBezTo>
                <a:cubicBezTo>
                  <a:pt x="226440" y="80380"/>
                  <a:pt x="226596" y="70950"/>
                  <a:pt x="226596" y="58850"/>
                </a:cubicBezTo>
                <a:cubicBezTo>
                  <a:pt x="226596" y="56627"/>
                  <a:pt x="226351" y="54536"/>
                  <a:pt x="225861" y="52579"/>
                </a:cubicBezTo>
                <a:cubicBezTo>
                  <a:pt x="225372" y="50621"/>
                  <a:pt x="224594" y="48931"/>
                  <a:pt x="223525" y="47508"/>
                </a:cubicBezTo>
                <a:cubicBezTo>
                  <a:pt x="222458" y="46084"/>
                  <a:pt x="221035" y="44950"/>
                  <a:pt x="219255" y="44106"/>
                </a:cubicBezTo>
                <a:cubicBezTo>
                  <a:pt x="217476" y="43260"/>
                  <a:pt x="215251" y="42837"/>
                  <a:pt x="212582" y="42837"/>
                </a:cubicBezTo>
                <a:cubicBezTo>
                  <a:pt x="209380" y="42837"/>
                  <a:pt x="206666" y="43460"/>
                  <a:pt x="204441" y="44706"/>
                </a:cubicBezTo>
                <a:cubicBezTo>
                  <a:pt x="202218" y="45951"/>
                  <a:pt x="200484" y="47419"/>
                  <a:pt x="199239" y="49109"/>
                </a:cubicBezTo>
                <a:cubicBezTo>
                  <a:pt x="198526" y="50087"/>
                  <a:pt x="197970" y="51066"/>
                  <a:pt x="197569" y="52045"/>
                </a:cubicBezTo>
                <a:cubicBezTo>
                  <a:pt x="197170" y="53024"/>
                  <a:pt x="196859" y="54514"/>
                  <a:pt x="196636" y="56517"/>
                </a:cubicBezTo>
                <a:cubicBezTo>
                  <a:pt x="196414" y="58518"/>
                  <a:pt x="196258" y="61320"/>
                  <a:pt x="196168" y="64922"/>
                </a:cubicBezTo>
                <a:cubicBezTo>
                  <a:pt x="196080" y="68525"/>
                  <a:pt x="196036" y="73485"/>
                  <a:pt x="196036" y="79801"/>
                </a:cubicBezTo>
                <a:cubicBezTo>
                  <a:pt x="196036" y="83628"/>
                  <a:pt x="196102" y="87121"/>
                  <a:pt x="196235" y="90280"/>
                </a:cubicBezTo>
                <a:cubicBezTo>
                  <a:pt x="196368" y="93438"/>
                  <a:pt x="196524" y="96884"/>
                  <a:pt x="196704" y="100620"/>
                </a:cubicBezTo>
                <a:cubicBezTo>
                  <a:pt x="194657" y="100442"/>
                  <a:pt x="192699" y="100353"/>
                  <a:pt x="190831" y="100353"/>
                </a:cubicBezTo>
                <a:cubicBezTo>
                  <a:pt x="188963" y="100353"/>
                  <a:pt x="187006" y="100442"/>
                  <a:pt x="184958" y="100620"/>
                </a:cubicBezTo>
                <a:cubicBezTo>
                  <a:pt x="185404" y="95728"/>
                  <a:pt x="185715" y="90746"/>
                  <a:pt x="185893" y="85674"/>
                </a:cubicBezTo>
                <a:cubicBezTo>
                  <a:pt x="186071" y="80602"/>
                  <a:pt x="186160" y="75620"/>
                  <a:pt x="186160" y="70728"/>
                </a:cubicBezTo>
                <a:cubicBezTo>
                  <a:pt x="186160" y="66547"/>
                  <a:pt x="186137" y="63277"/>
                  <a:pt x="186093" y="60919"/>
                </a:cubicBezTo>
                <a:cubicBezTo>
                  <a:pt x="186049" y="58561"/>
                  <a:pt x="185939" y="56693"/>
                  <a:pt x="185761" y="55315"/>
                </a:cubicBezTo>
                <a:cubicBezTo>
                  <a:pt x="185583" y="53936"/>
                  <a:pt x="185338" y="52802"/>
                  <a:pt x="185026" y="51913"/>
                </a:cubicBezTo>
                <a:cubicBezTo>
                  <a:pt x="184715" y="51022"/>
                  <a:pt x="184293" y="50043"/>
                  <a:pt x="183759" y="48976"/>
                </a:cubicBezTo>
                <a:cubicBezTo>
                  <a:pt x="182780" y="47285"/>
                  <a:pt x="181245" y="45839"/>
                  <a:pt x="179153" y="44639"/>
                </a:cubicBezTo>
                <a:cubicBezTo>
                  <a:pt x="177062" y="43438"/>
                  <a:pt x="174905" y="42837"/>
                  <a:pt x="172682" y="42837"/>
                </a:cubicBezTo>
                <a:cubicBezTo>
                  <a:pt x="166811" y="42837"/>
                  <a:pt x="162496" y="44750"/>
                  <a:pt x="159737" y="48575"/>
                </a:cubicBezTo>
                <a:cubicBezTo>
                  <a:pt x="156979" y="52401"/>
                  <a:pt x="155600" y="57783"/>
                  <a:pt x="155600" y="64723"/>
                </a:cubicBezTo>
                <a:lnTo>
                  <a:pt x="155600" y="76065"/>
                </a:lnTo>
                <a:cubicBezTo>
                  <a:pt x="155600" y="80070"/>
                  <a:pt x="155666" y="84274"/>
                  <a:pt x="155799" y="88677"/>
                </a:cubicBezTo>
                <a:cubicBezTo>
                  <a:pt x="155933" y="93081"/>
                  <a:pt x="156223" y="97062"/>
                  <a:pt x="156669" y="100620"/>
                </a:cubicBezTo>
                <a:cubicBezTo>
                  <a:pt x="154621" y="100442"/>
                  <a:pt x="152620" y="100353"/>
                  <a:pt x="150664" y="100353"/>
                </a:cubicBezTo>
                <a:cubicBezTo>
                  <a:pt x="148706" y="100353"/>
                  <a:pt x="146704" y="100442"/>
                  <a:pt x="144659" y="100620"/>
                </a:cubicBezTo>
                <a:cubicBezTo>
                  <a:pt x="145103" y="97062"/>
                  <a:pt x="145391" y="93081"/>
                  <a:pt x="145524" y="88677"/>
                </a:cubicBezTo>
                <a:cubicBezTo>
                  <a:pt x="145658" y="84274"/>
                  <a:pt x="145726" y="80070"/>
                  <a:pt x="145726" y="76065"/>
                </a:cubicBezTo>
                <a:lnTo>
                  <a:pt x="145726" y="62188"/>
                </a:lnTo>
                <a:close/>
                <a:moveTo>
                  <a:pt x="262894" y="69127"/>
                </a:moveTo>
                <a:cubicBezTo>
                  <a:pt x="262894" y="72863"/>
                  <a:pt x="263227" y="76466"/>
                  <a:pt x="263893" y="79936"/>
                </a:cubicBezTo>
                <a:cubicBezTo>
                  <a:pt x="264561" y="83406"/>
                  <a:pt x="265695" y="86497"/>
                  <a:pt x="267296" y="89211"/>
                </a:cubicBezTo>
                <a:cubicBezTo>
                  <a:pt x="268898" y="91925"/>
                  <a:pt x="271033" y="94082"/>
                  <a:pt x="273702" y="95684"/>
                </a:cubicBezTo>
                <a:cubicBezTo>
                  <a:pt x="276371" y="97285"/>
                  <a:pt x="279663" y="98085"/>
                  <a:pt x="283578" y="98085"/>
                </a:cubicBezTo>
                <a:cubicBezTo>
                  <a:pt x="287493" y="98085"/>
                  <a:pt x="290785" y="97285"/>
                  <a:pt x="293454" y="95684"/>
                </a:cubicBezTo>
                <a:cubicBezTo>
                  <a:pt x="296123" y="94082"/>
                  <a:pt x="298257" y="91925"/>
                  <a:pt x="299858" y="89211"/>
                </a:cubicBezTo>
                <a:cubicBezTo>
                  <a:pt x="301460" y="86497"/>
                  <a:pt x="302594" y="83406"/>
                  <a:pt x="303261" y="79936"/>
                </a:cubicBezTo>
                <a:cubicBezTo>
                  <a:pt x="303928" y="76466"/>
                  <a:pt x="304262" y="72863"/>
                  <a:pt x="304262" y="69127"/>
                </a:cubicBezTo>
                <a:cubicBezTo>
                  <a:pt x="304262" y="65390"/>
                  <a:pt x="303928" y="61787"/>
                  <a:pt x="303261" y="58317"/>
                </a:cubicBezTo>
                <a:cubicBezTo>
                  <a:pt x="302594" y="54847"/>
                  <a:pt x="301460" y="51756"/>
                  <a:pt x="299858" y="49044"/>
                </a:cubicBezTo>
                <a:cubicBezTo>
                  <a:pt x="298257" y="46330"/>
                  <a:pt x="296123" y="44172"/>
                  <a:pt x="293454" y="42570"/>
                </a:cubicBezTo>
                <a:cubicBezTo>
                  <a:pt x="290785" y="40968"/>
                  <a:pt x="287493" y="40167"/>
                  <a:pt x="283578" y="40167"/>
                </a:cubicBezTo>
                <a:cubicBezTo>
                  <a:pt x="279663" y="40167"/>
                  <a:pt x="276371" y="40968"/>
                  <a:pt x="273702" y="42570"/>
                </a:cubicBezTo>
                <a:cubicBezTo>
                  <a:pt x="271033" y="44172"/>
                  <a:pt x="268898" y="46330"/>
                  <a:pt x="267296" y="49044"/>
                </a:cubicBezTo>
                <a:cubicBezTo>
                  <a:pt x="265695" y="51756"/>
                  <a:pt x="264561" y="54847"/>
                  <a:pt x="263893" y="58317"/>
                </a:cubicBezTo>
                <a:cubicBezTo>
                  <a:pt x="263227" y="61787"/>
                  <a:pt x="262894" y="65390"/>
                  <a:pt x="262894" y="69127"/>
                </a:cubicBezTo>
                <a:moveTo>
                  <a:pt x="251150" y="69127"/>
                </a:moveTo>
                <a:cubicBezTo>
                  <a:pt x="251150" y="63077"/>
                  <a:pt x="252107" y="57939"/>
                  <a:pt x="254020" y="53713"/>
                </a:cubicBezTo>
                <a:cubicBezTo>
                  <a:pt x="255932" y="49487"/>
                  <a:pt x="258445" y="46062"/>
                  <a:pt x="261558" y="43438"/>
                </a:cubicBezTo>
                <a:cubicBezTo>
                  <a:pt x="264672" y="40814"/>
                  <a:pt x="268164" y="38901"/>
                  <a:pt x="272034" y="37699"/>
                </a:cubicBezTo>
                <a:cubicBezTo>
                  <a:pt x="275905" y="36498"/>
                  <a:pt x="279753" y="35897"/>
                  <a:pt x="283578" y="35897"/>
                </a:cubicBezTo>
                <a:cubicBezTo>
                  <a:pt x="287493" y="35897"/>
                  <a:pt x="291363" y="36498"/>
                  <a:pt x="295189" y="37699"/>
                </a:cubicBezTo>
                <a:cubicBezTo>
                  <a:pt x="299014" y="38901"/>
                  <a:pt x="302483" y="40814"/>
                  <a:pt x="305596" y="43438"/>
                </a:cubicBezTo>
                <a:cubicBezTo>
                  <a:pt x="308710" y="46062"/>
                  <a:pt x="311224" y="49487"/>
                  <a:pt x="313137" y="53713"/>
                </a:cubicBezTo>
                <a:cubicBezTo>
                  <a:pt x="315049" y="57939"/>
                  <a:pt x="316006" y="63077"/>
                  <a:pt x="316006" y="69127"/>
                </a:cubicBezTo>
                <a:cubicBezTo>
                  <a:pt x="316006" y="75176"/>
                  <a:pt x="315049" y="80314"/>
                  <a:pt x="313137" y="84540"/>
                </a:cubicBezTo>
                <a:cubicBezTo>
                  <a:pt x="311224" y="88766"/>
                  <a:pt x="308710" y="92191"/>
                  <a:pt x="305596" y="94817"/>
                </a:cubicBezTo>
                <a:cubicBezTo>
                  <a:pt x="302483" y="97441"/>
                  <a:pt x="299014" y="99286"/>
                  <a:pt x="295189" y="100353"/>
                </a:cubicBezTo>
                <a:cubicBezTo>
                  <a:pt x="291363" y="101420"/>
                  <a:pt x="287493" y="101954"/>
                  <a:pt x="283578" y="101954"/>
                </a:cubicBezTo>
                <a:cubicBezTo>
                  <a:pt x="279753" y="101954"/>
                  <a:pt x="275905" y="101420"/>
                  <a:pt x="272034" y="100353"/>
                </a:cubicBezTo>
                <a:cubicBezTo>
                  <a:pt x="268164" y="99286"/>
                  <a:pt x="264672" y="97441"/>
                  <a:pt x="261558" y="94817"/>
                </a:cubicBezTo>
                <a:cubicBezTo>
                  <a:pt x="258445" y="92191"/>
                  <a:pt x="255932" y="88766"/>
                  <a:pt x="254020" y="84540"/>
                </a:cubicBezTo>
                <a:cubicBezTo>
                  <a:pt x="252107" y="80314"/>
                  <a:pt x="251150" y="75176"/>
                  <a:pt x="251150" y="69127"/>
                </a:cubicBezTo>
                <a:close/>
                <a:moveTo>
                  <a:pt x="374322" y="63120"/>
                </a:moveTo>
                <a:cubicBezTo>
                  <a:pt x="374322" y="56448"/>
                  <a:pt x="373032" y="51400"/>
                  <a:pt x="370451" y="47975"/>
                </a:cubicBezTo>
                <a:cubicBezTo>
                  <a:pt x="367872" y="44550"/>
                  <a:pt x="364314" y="42837"/>
                  <a:pt x="359777" y="42837"/>
                </a:cubicBezTo>
                <a:cubicBezTo>
                  <a:pt x="353550" y="42837"/>
                  <a:pt x="348991" y="44750"/>
                  <a:pt x="346100" y="48575"/>
                </a:cubicBezTo>
                <a:cubicBezTo>
                  <a:pt x="343208" y="52401"/>
                  <a:pt x="341762" y="57783"/>
                  <a:pt x="341762" y="64723"/>
                </a:cubicBezTo>
                <a:lnTo>
                  <a:pt x="341762" y="76065"/>
                </a:lnTo>
                <a:cubicBezTo>
                  <a:pt x="341762" y="80070"/>
                  <a:pt x="341829" y="84274"/>
                  <a:pt x="341962" y="88677"/>
                </a:cubicBezTo>
                <a:cubicBezTo>
                  <a:pt x="342095" y="93081"/>
                  <a:pt x="342384" y="97062"/>
                  <a:pt x="342829" y="100620"/>
                </a:cubicBezTo>
                <a:cubicBezTo>
                  <a:pt x="340784" y="100442"/>
                  <a:pt x="338782" y="100353"/>
                  <a:pt x="336825" y="100353"/>
                </a:cubicBezTo>
                <a:cubicBezTo>
                  <a:pt x="334867" y="100353"/>
                  <a:pt x="332865" y="100442"/>
                  <a:pt x="330820" y="100620"/>
                </a:cubicBezTo>
                <a:cubicBezTo>
                  <a:pt x="331263" y="97062"/>
                  <a:pt x="331552" y="93081"/>
                  <a:pt x="331685" y="88677"/>
                </a:cubicBezTo>
                <a:cubicBezTo>
                  <a:pt x="331819" y="84274"/>
                  <a:pt x="331887" y="80070"/>
                  <a:pt x="331887" y="76065"/>
                </a:cubicBezTo>
                <a:lnTo>
                  <a:pt x="331887" y="62188"/>
                </a:lnTo>
                <a:cubicBezTo>
                  <a:pt x="331887" y="58184"/>
                  <a:pt x="331819" y="53981"/>
                  <a:pt x="331685" y="49577"/>
                </a:cubicBezTo>
                <a:cubicBezTo>
                  <a:pt x="331552" y="45173"/>
                  <a:pt x="331263" y="41058"/>
                  <a:pt x="330820" y="37231"/>
                </a:cubicBezTo>
                <a:cubicBezTo>
                  <a:pt x="333311" y="37676"/>
                  <a:pt x="335312" y="37899"/>
                  <a:pt x="336825" y="37899"/>
                </a:cubicBezTo>
                <a:cubicBezTo>
                  <a:pt x="337536" y="37899"/>
                  <a:pt x="338314" y="37833"/>
                  <a:pt x="339158" y="37699"/>
                </a:cubicBezTo>
                <a:cubicBezTo>
                  <a:pt x="340004" y="37566"/>
                  <a:pt x="341005" y="37410"/>
                  <a:pt x="342162" y="37231"/>
                </a:cubicBezTo>
                <a:cubicBezTo>
                  <a:pt x="341896" y="40791"/>
                  <a:pt x="341762" y="44349"/>
                  <a:pt x="341762" y="47907"/>
                </a:cubicBezTo>
                <a:lnTo>
                  <a:pt x="342029" y="47907"/>
                </a:lnTo>
                <a:cubicBezTo>
                  <a:pt x="344520" y="44082"/>
                  <a:pt x="347501" y="41124"/>
                  <a:pt x="350970" y="39033"/>
                </a:cubicBezTo>
                <a:cubicBezTo>
                  <a:pt x="354440" y="36943"/>
                  <a:pt x="358577" y="35897"/>
                  <a:pt x="363382" y="35897"/>
                </a:cubicBezTo>
                <a:cubicBezTo>
                  <a:pt x="365873" y="35897"/>
                  <a:pt x="368385" y="36254"/>
                  <a:pt x="370920" y="36966"/>
                </a:cubicBezTo>
                <a:cubicBezTo>
                  <a:pt x="373456" y="37678"/>
                  <a:pt x="375746" y="38901"/>
                  <a:pt x="377792" y="40636"/>
                </a:cubicBezTo>
                <a:cubicBezTo>
                  <a:pt x="379839" y="42371"/>
                  <a:pt x="381508" y="44729"/>
                  <a:pt x="382797" y="47710"/>
                </a:cubicBezTo>
                <a:cubicBezTo>
                  <a:pt x="384087" y="50690"/>
                  <a:pt x="384732" y="54492"/>
                  <a:pt x="384732" y="59117"/>
                </a:cubicBezTo>
                <a:cubicBezTo>
                  <a:pt x="384732" y="62942"/>
                  <a:pt x="384643" y="66879"/>
                  <a:pt x="384465" y="70927"/>
                </a:cubicBezTo>
                <a:cubicBezTo>
                  <a:pt x="384287" y="74975"/>
                  <a:pt x="384198" y="79269"/>
                  <a:pt x="384198" y="83807"/>
                </a:cubicBezTo>
                <a:lnTo>
                  <a:pt x="384198" y="92479"/>
                </a:lnTo>
                <a:cubicBezTo>
                  <a:pt x="384198" y="93903"/>
                  <a:pt x="384221" y="95305"/>
                  <a:pt x="384266" y="96684"/>
                </a:cubicBezTo>
                <a:cubicBezTo>
                  <a:pt x="384310" y="98063"/>
                  <a:pt x="384377" y="99375"/>
                  <a:pt x="384465" y="100620"/>
                </a:cubicBezTo>
                <a:cubicBezTo>
                  <a:pt x="382685" y="100442"/>
                  <a:pt x="380817" y="100353"/>
                  <a:pt x="378861" y="100353"/>
                </a:cubicBezTo>
                <a:cubicBezTo>
                  <a:pt x="376992" y="100353"/>
                  <a:pt x="375168" y="100442"/>
                  <a:pt x="373390" y="100620"/>
                </a:cubicBezTo>
                <a:cubicBezTo>
                  <a:pt x="373568" y="95994"/>
                  <a:pt x="373767" y="91234"/>
                  <a:pt x="373988" y="86342"/>
                </a:cubicBezTo>
                <a:cubicBezTo>
                  <a:pt x="374211" y="81448"/>
                  <a:pt x="374322" y="76421"/>
                  <a:pt x="374322" y="71261"/>
                </a:cubicBezTo>
                <a:lnTo>
                  <a:pt x="374322" y="63120"/>
                </a:lnTo>
                <a:close/>
                <a:moveTo>
                  <a:pt x="404349" y="88209"/>
                </a:moveTo>
                <a:cubicBezTo>
                  <a:pt x="404795" y="89100"/>
                  <a:pt x="405484" y="90078"/>
                  <a:pt x="406418" y="91145"/>
                </a:cubicBezTo>
                <a:cubicBezTo>
                  <a:pt x="407352" y="92212"/>
                  <a:pt x="408464" y="93214"/>
                  <a:pt x="409754" y="94149"/>
                </a:cubicBezTo>
                <a:cubicBezTo>
                  <a:pt x="411045" y="95083"/>
                  <a:pt x="412513" y="95861"/>
                  <a:pt x="414158" y="96485"/>
                </a:cubicBezTo>
                <a:cubicBezTo>
                  <a:pt x="415803" y="97106"/>
                  <a:pt x="417561" y="97417"/>
                  <a:pt x="419430" y="97417"/>
                </a:cubicBezTo>
                <a:cubicBezTo>
                  <a:pt x="421120" y="97417"/>
                  <a:pt x="422744" y="97150"/>
                  <a:pt x="424301" y="96617"/>
                </a:cubicBezTo>
                <a:cubicBezTo>
                  <a:pt x="425858" y="96083"/>
                  <a:pt x="427236" y="95327"/>
                  <a:pt x="428436" y="94349"/>
                </a:cubicBezTo>
                <a:cubicBezTo>
                  <a:pt x="429638" y="93370"/>
                  <a:pt x="430594" y="92124"/>
                  <a:pt x="431305" y="90612"/>
                </a:cubicBezTo>
                <a:cubicBezTo>
                  <a:pt x="432018" y="89100"/>
                  <a:pt x="432374" y="87365"/>
                  <a:pt x="432374" y="85407"/>
                </a:cubicBezTo>
                <a:cubicBezTo>
                  <a:pt x="432374" y="82649"/>
                  <a:pt x="431596" y="80536"/>
                  <a:pt x="430039" y="79068"/>
                </a:cubicBezTo>
                <a:cubicBezTo>
                  <a:pt x="428482" y="77601"/>
                  <a:pt x="426547" y="76400"/>
                  <a:pt x="424233" y="75466"/>
                </a:cubicBezTo>
                <a:cubicBezTo>
                  <a:pt x="421920" y="74531"/>
                  <a:pt x="419384" y="73708"/>
                  <a:pt x="416626" y="72996"/>
                </a:cubicBezTo>
                <a:cubicBezTo>
                  <a:pt x="413869" y="72285"/>
                  <a:pt x="411334" y="71284"/>
                  <a:pt x="409020" y="69995"/>
                </a:cubicBezTo>
                <a:cubicBezTo>
                  <a:pt x="406707" y="68704"/>
                  <a:pt x="404772" y="66991"/>
                  <a:pt x="403215" y="64857"/>
                </a:cubicBezTo>
                <a:cubicBezTo>
                  <a:pt x="401658" y="62722"/>
                  <a:pt x="400879" y="59786"/>
                  <a:pt x="400879" y="56048"/>
                </a:cubicBezTo>
                <a:cubicBezTo>
                  <a:pt x="400879" y="53112"/>
                  <a:pt x="401369" y="50421"/>
                  <a:pt x="402348" y="47975"/>
                </a:cubicBezTo>
                <a:cubicBezTo>
                  <a:pt x="403326" y="45528"/>
                  <a:pt x="404750" y="43415"/>
                  <a:pt x="406618" y="41636"/>
                </a:cubicBezTo>
                <a:cubicBezTo>
                  <a:pt x="408486" y="39856"/>
                  <a:pt x="410799" y="38455"/>
                  <a:pt x="413557" y="37433"/>
                </a:cubicBezTo>
                <a:cubicBezTo>
                  <a:pt x="416316" y="36409"/>
                  <a:pt x="419474" y="35897"/>
                  <a:pt x="423032" y="35897"/>
                </a:cubicBezTo>
                <a:cubicBezTo>
                  <a:pt x="426324" y="35897"/>
                  <a:pt x="429104" y="36343"/>
                  <a:pt x="431373" y="37233"/>
                </a:cubicBezTo>
                <a:cubicBezTo>
                  <a:pt x="433641" y="38122"/>
                  <a:pt x="435799" y="38923"/>
                  <a:pt x="437846" y="39634"/>
                </a:cubicBezTo>
                <a:cubicBezTo>
                  <a:pt x="437133" y="40968"/>
                  <a:pt x="436465" y="42614"/>
                  <a:pt x="435842" y="44572"/>
                </a:cubicBezTo>
                <a:cubicBezTo>
                  <a:pt x="435220" y="46529"/>
                  <a:pt x="434821" y="48042"/>
                  <a:pt x="434643" y="49109"/>
                </a:cubicBezTo>
                <a:lnTo>
                  <a:pt x="433040" y="49109"/>
                </a:lnTo>
                <a:cubicBezTo>
                  <a:pt x="432329" y="46973"/>
                  <a:pt x="430950" y="45061"/>
                  <a:pt x="428903" y="43371"/>
                </a:cubicBezTo>
                <a:cubicBezTo>
                  <a:pt x="426857" y="41680"/>
                  <a:pt x="424322" y="40835"/>
                  <a:pt x="421297" y="40835"/>
                </a:cubicBezTo>
                <a:cubicBezTo>
                  <a:pt x="419963" y="40835"/>
                  <a:pt x="418628" y="41058"/>
                  <a:pt x="417294" y="41503"/>
                </a:cubicBezTo>
                <a:cubicBezTo>
                  <a:pt x="415959" y="41947"/>
                  <a:pt x="414758" y="42614"/>
                  <a:pt x="413690" y="43505"/>
                </a:cubicBezTo>
                <a:cubicBezTo>
                  <a:pt x="412623" y="44394"/>
                  <a:pt x="411733" y="45551"/>
                  <a:pt x="411022" y="46975"/>
                </a:cubicBezTo>
                <a:cubicBezTo>
                  <a:pt x="410311" y="48397"/>
                  <a:pt x="409955" y="50087"/>
                  <a:pt x="409955" y="52045"/>
                </a:cubicBezTo>
                <a:cubicBezTo>
                  <a:pt x="409955" y="54892"/>
                  <a:pt x="410733" y="57094"/>
                  <a:pt x="412289" y="58651"/>
                </a:cubicBezTo>
                <a:cubicBezTo>
                  <a:pt x="413846" y="60208"/>
                  <a:pt x="415781" y="61432"/>
                  <a:pt x="418094" y="62322"/>
                </a:cubicBezTo>
                <a:cubicBezTo>
                  <a:pt x="420407" y="63211"/>
                  <a:pt x="422942" y="63990"/>
                  <a:pt x="425700" y="64658"/>
                </a:cubicBezTo>
                <a:cubicBezTo>
                  <a:pt x="428458" y="65324"/>
                  <a:pt x="430994" y="66258"/>
                  <a:pt x="433307" y="67460"/>
                </a:cubicBezTo>
                <a:cubicBezTo>
                  <a:pt x="435620" y="68660"/>
                  <a:pt x="437555" y="70327"/>
                  <a:pt x="439112" y="72463"/>
                </a:cubicBezTo>
                <a:cubicBezTo>
                  <a:pt x="440670" y="74598"/>
                  <a:pt x="441448" y="77534"/>
                  <a:pt x="441448" y="81270"/>
                </a:cubicBezTo>
                <a:cubicBezTo>
                  <a:pt x="441448" y="83850"/>
                  <a:pt x="440892" y="86386"/>
                  <a:pt x="439780" y="88877"/>
                </a:cubicBezTo>
                <a:cubicBezTo>
                  <a:pt x="438669" y="91368"/>
                  <a:pt x="437067" y="93615"/>
                  <a:pt x="434975" y="95617"/>
                </a:cubicBezTo>
                <a:cubicBezTo>
                  <a:pt x="432884" y="97618"/>
                  <a:pt x="430371" y="99174"/>
                  <a:pt x="427434" y="100286"/>
                </a:cubicBezTo>
                <a:cubicBezTo>
                  <a:pt x="424500" y="101398"/>
                  <a:pt x="421164" y="101954"/>
                  <a:pt x="417428" y="101954"/>
                </a:cubicBezTo>
                <a:cubicBezTo>
                  <a:pt x="413335" y="101954"/>
                  <a:pt x="409910" y="101554"/>
                  <a:pt x="407151" y="100753"/>
                </a:cubicBezTo>
                <a:cubicBezTo>
                  <a:pt x="404394" y="99953"/>
                  <a:pt x="402081" y="99019"/>
                  <a:pt x="400212" y="97951"/>
                </a:cubicBezTo>
                <a:cubicBezTo>
                  <a:pt x="400746" y="96794"/>
                  <a:pt x="401303" y="95215"/>
                  <a:pt x="401881" y="93214"/>
                </a:cubicBezTo>
                <a:cubicBezTo>
                  <a:pt x="402460" y="91212"/>
                  <a:pt x="402749" y="89544"/>
                  <a:pt x="402749" y="88209"/>
                </a:cubicBezTo>
                <a:lnTo>
                  <a:pt x="404349" y="88209"/>
                </a:lnTo>
                <a:close/>
                <a:moveTo>
                  <a:pt x="469073" y="19351"/>
                </a:moveTo>
                <a:cubicBezTo>
                  <a:pt x="468806" y="22731"/>
                  <a:pt x="468605" y="26045"/>
                  <a:pt x="468470" y="29292"/>
                </a:cubicBezTo>
                <a:cubicBezTo>
                  <a:pt x="468337" y="32539"/>
                  <a:pt x="468182" y="35808"/>
                  <a:pt x="468004" y="39100"/>
                </a:cubicBezTo>
                <a:cubicBezTo>
                  <a:pt x="468983" y="39100"/>
                  <a:pt x="470807" y="39078"/>
                  <a:pt x="473476" y="39033"/>
                </a:cubicBezTo>
                <a:cubicBezTo>
                  <a:pt x="476144" y="38988"/>
                  <a:pt x="479036" y="38877"/>
                  <a:pt x="482150" y="38699"/>
                </a:cubicBezTo>
                <a:cubicBezTo>
                  <a:pt x="482062" y="38967"/>
                  <a:pt x="482018" y="39456"/>
                  <a:pt x="482018" y="40167"/>
                </a:cubicBezTo>
                <a:lnTo>
                  <a:pt x="482018" y="41503"/>
                </a:lnTo>
                <a:lnTo>
                  <a:pt x="482018" y="42971"/>
                </a:lnTo>
                <a:cubicBezTo>
                  <a:pt x="482018" y="43593"/>
                  <a:pt x="482062" y="44038"/>
                  <a:pt x="482150" y="44305"/>
                </a:cubicBezTo>
                <a:cubicBezTo>
                  <a:pt x="480993" y="44216"/>
                  <a:pt x="479792" y="44149"/>
                  <a:pt x="478546" y="44106"/>
                </a:cubicBezTo>
                <a:cubicBezTo>
                  <a:pt x="477301" y="44061"/>
                  <a:pt x="475967" y="44038"/>
                  <a:pt x="474543" y="44038"/>
                </a:cubicBezTo>
                <a:lnTo>
                  <a:pt x="468004" y="44038"/>
                </a:lnTo>
                <a:cubicBezTo>
                  <a:pt x="467916" y="44394"/>
                  <a:pt x="467804" y="45817"/>
                  <a:pt x="467670" y="48308"/>
                </a:cubicBezTo>
                <a:cubicBezTo>
                  <a:pt x="467537" y="50799"/>
                  <a:pt x="467426" y="53758"/>
                  <a:pt x="467336" y="57183"/>
                </a:cubicBezTo>
                <a:cubicBezTo>
                  <a:pt x="467248" y="60608"/>
                  <a:pt x="467181" y="64189"/>
                  <a:pt x="467137" y="67926"/>
                </a:cubicBezTo>
                <a:cubicBezTo>
                  <a:pt x="467092" y="71662"/>
                  <a:pt x="467069" y="74998"/>
                  <a:pt x="467069" y="77934"/>
                </a:cubicBezTo>
                <a:cubicBezTo>
                  <a:pt x="467069" y="80425"/>
                  <a:pt x="467136" y="82872"/>
                  <a:pt x="467269" y="85275"/>
                </a:cubicBezTo>
                <a:cubicBezTo>
                  <a:pt x="467403" y="87676"/>
                  <a:pt x="467826" y="89833"/>
                  <a:pt x="468538" y="91746"/>
                </a:cubicBezTo>
                <a:cubicBezTo>
                  <a:pt x="469250" y="93659"/>
                  <a:pt x="470318" y="95194"/>
                  <a:pt x="471741" y="96350"/>
                </a:cubicBezTo>
                <a:cubicBezTo>
                  <a:pt x="473165" y="97507"/>
                  <a:pt x="475211" y="98085"/>
                  <a:pt x="477880" y="98085"/>
                </a:cubicBezTo>
                <a:cubicBezTo>
                  <a:pt x="478591" y="98085"/>
                  <a:pt x="479548" y="97996"/>
                  <a:pt x="480749" y="97818"/>
                </a:cubicBezTo>
                <a:cubicBezTo>
                  <a:pt x="481950" y="97640"/>
                  <a:pt x="482996" y="97418"/>
                  <a:pt x="483885" y="97150"/>
                </a:cubicBezTo>
                <a:lnTo>
                  <a:pt x="483885" y="100353"/>
                </a:lnTo>
                <a:cubicBezTo>
                  <a:pt x="482373" y="100621"/>
                  <a:pt x="480704" y="100954"/>
                  <a:pt x="478880" y="101353"/>
                </a:cubicBezTo>
                <a:cubicBezTo>
                  <a:pt x="477057" y="101754"/>
                  <a:pt x="475300" y="101954"/>
                  <a:pt x="473610" y="101954"/>
                </a:cubicBezTo>
                <a:cubicBezTo>
                  <a:pt x="468005" y="101954"/>
                  <a:pt x="463868" y="100575"/>
                  <a:pt x="461199" y="97818"/>
                </a:cubicBezTo>
                <a:cubicBezTo>
                  <a:pt x="458530" y="95060"/>
                  <a:pt x="457196" y="91012"/>
                  <a:pt x="457196" y="85674"/>
                </a:cubicBezTo>
                <a:cubicBezTo>
                  <a:pt x="457196" y="83273"/>
                  <a:pt x="457240" y="80671"/>
                  <a:pt x="457328" y="77869"/>
                </a:cubicBezTo>
                <a:cubicBezTo>
                  <a:pt x="457417" y="75066"/>
                  <a:pt x="457529" y="71996"/>
                  <a:pt x="457662" y="68661"/>
                </a:cubicBezTo>
                <a:cubicBezTo>
                  <a:pt x="457795" y="65324"/>
                  <a:pt x="457906" y="61632"/>
                  <a:pt x="457996" y="57584"/>
                </a:cubicBezTo>
                <a:cubicBezTo>
                  <a:pt x="458085" y="53536"/>
                  <a:pt x="458130" y="49020"/>
                  <a:pt x="458130" y="44038"/>
                </a:cubicBezTo>
                <a:lnTo>
                  <a:pt x="453858" y="44038"/>
                </a:lnTo>
                <a:cubicBezTo>
                  <a:pt x="453147" y="44038"/>
                  <a:pt x="452391" y="44061"/>
                  <a:pt x="451590" y="44106"/>
                </a:cubicBezTo>
                <a:cubicBezTo>
                  <a:pt x="450789" y="44149"/>
                  <a:pt x="449944" y="44216"/>
                  <a:pt x="449055" y="44305"/>
                </a:cubicBezTo>
                <a:cubicBezTo>
                  <a:pt x="449144" y="43772"/>
                  <a:pt x="449211" y="43261"/>
                  <a:pt x="449254" y="42772"/>
                </a:cubicBezTo>
                <a:cubicBezTo>
                  <a:pt x="449299" y="42282"/>
                  <a:pt x="449321" y="41770"/>
                  <a:pt x="449321" y="41236"/>
                </a:cubicBezTo>
                <a:cubicBezTo>
                  <a:pt x="449321" y="40791"/>
                  <a:pt x="449299" y="40347"/>
                  <a:pt x="449254" y="39903"/>
                </a:cubicBezTo>
                <a:cubicBezTo>
                  <a:pt x="449211" y="39457"/>
                  <a:pt x="449144" y="39012"/>
                  <a:pt x="449055" y="38567"/>
                </a:cubicBezTo>
                <a:cubicBezTo>
                  <a:pt x="453058" y="38833"/>
                  <a:pt x="455993" y="38966"/>
                  <a:pt x="457861" y="38966"/>
                </a:cubicBezTo>
                <a:cubicBezTo>
                  <a:pt x="457773" y="37188"/>
                  <a:pt x="457707" y="34964"/>
                  <a:pt x="457662" y="32295"/>
                </a:cubicBezTo>
                <a:cubicBezTo>
                  <a:pt x="457617" y="29626"/>
                  <a:pt x="457506" y="26868"/>
                  <a:pt x="457328" y="24020"/>
                </a:cubicBezTo>
                <a:lnTo>
                  <a:pt x="468405" y="19351"/>
                </a:lnTo>
                <a:lnTo>
                  <a:pt x="469073" y="19351"/>
                </a:lnTo>
                <a:close/>
                <a:moveTo>
                  <a:pt x="524586" y="48174"/>
                </a:moveTo>
                <a:cubicBezTo>
                  <a:pt x="524142" y="47641"/>
                  <a:pt x="523275" y="47152"/>
                  <a:pt x="521984" y="46708"/>
                </a:cubicBezTo>
                <a:cubicBezTo>
                  <a:pt x="520694" y="46263"/>
                  <a:pt x="519382" y="46040"/>
                  <a:pt x="518047" y="46040"/>
                </a:cubicBezTo>
                <a:cubicBezTo>
                  <a:pt x="515912" y="46040"/>
                  <a:pt x="513999" y="46529"/>
                  <a:pt x="512309" y="47508"/>
                </a:cubicBezTo>
                <a:cubicBezTo>
                  <a:pt x="510619" y="48487"/>
                  <a:pt x="509196" y="49799"/>
                  <a:pt x="508039" y="51444"/>
                </a:cubicBezTo>
                <a:cubicBezTo>
                  <a:pt x="506883" y="53090"/>
                  <a:pt x="505993" y="55047"/>
                  <a:pt x="505370" y="57317"/>
                </a:cubicBezTo>
                <a:cubicBezTo>
                  <a:pt x="504748" y="59585"/>
                  <a:pt x="504437" y="62009"/>
                  <a:pt x="504437" y="64588"/>
                </a:cubicBezTo>
                <a:lnTo>
                  <a:pt x="504437" y="79268"/>
                </a:lnTo>
                <a:cubicBezTo>
                  <a:pt x="504437" y="85229"/>
                  <a:pt x="504459" y="89789"/>
                  <a:pt x="504502" y="92948"/>
                </a:cubicBezTo>
                <a:cubicBezTo>
                  <a:pt x="504547" y="96105"/>
                  <a:pt x="504703" y="98663"/>
                  <a:pt x="504971" y="100620"/>
                </a:cubicBezTo>
                <a:cubicBezTo>
                  <a:pt x="503191" y="100442"/>
                  <a:pt x="501411" y="100353"/>
                  <a:pt x="499631" y="100353"/>
                </a:cubicBezTo>
                <a:cubicBezTo>
                  <a:pt x="497674" y="100353"/>
                  <a:pt x="495806" y="100442"/>
                  <a:pt x="494028" y="100620"/>
                </a:cubicBezTo>
                <a:cubicBezTo>
                  <a:pt x="494294" y="97596"/>
                  <a:pt x="494449" y="93481"/>
                  <a:pt x="494494" y="88276"/>
                </a:cubicBezTo>
                <a:cubicBezTo>
                  <a:pt x="494539" y="83072"/>
                  <a:pt x="494561" y="76689"/>
                  <a:pt x="494561" y="69127"/>
                </a:cubicBezTo>
                <a:lnTo>
                  <a:pt x="494561" y="64855"/>
                </a:lnTo>
                <a:cubicBezTo>
                  <a:pt x="494561" y="61387"/>
                  <a:pt x="494539" y="57384"/>
                  <a:pt x="494494" y="52847"/>
                </a:cubicBezTo>
                <a:cubicBezTo>
                  <a:pt x="494449" y="48309"/>
                  <a:pt x="494294" y="43104"/>
                  <a:pt x="494028" y="37231"/>
                </a:cubicBezTo>
                <a:cubicBezTo>
                  <a:pt x="495006" y="37410"/>
                  <a:pt x="495940" y="37566"/>
                  <a:pt x="496830" y="37699"/>
                </a:cubicBezTo>
                <a:cubicBezTo>
                  <a:pt x="497719" y="37833"/>
                  <a:pt x="498653" y="37899"/>
                  <a:pt x="499631" y="37899"/>
                </a:cubicBezTo>
                <a:cubicBezTo>
                  <a:pt x="500432" y="37899"/>
                  <a:pt x="501277" y="37833"/>
                  <a:pt x="502167" y="37699"/>
                </a:cubicBezTo>
                <a:cubicBezTo>
                  <a:pt x="503057" y="37566"/>
                  <a:pt x="503992" y="37410"/>
                  <a:pt x="504971" y="37231"/>
                </a:cubicBezTo>
                <a:cubicBezTo>
                  <a:pt x="504615" y="40435"/>
                  <a:pt x="504415" y="42971"/>
                  <a:pt x="504370" y="44839"/>
                </a:cubicBezTo>
                <a:cubicBezTo>
                  <a:pt x="504325" y="46707"/>
                  <a:pt x="504303" y="48486"/>
                  <a:pt x="504303" y="50176"/>
                </a:cubicBezTo>
                <a:lnTo>
                  <a:pt x="504569" y="50310"/>
                </a:lnTo>
                <a:cubicBezTo>
                  <a:pt x="509819" y="40702"/>
                  <a:pt x="515691" y="35897"/>
                  <a:pt x="522185" y="35897"/>
                </a:cubicBezTo>
                <a:cubicBezTo>
                  <a:pt x="522986" y="35897"/>
                  <a:pt x="523676" y="35942"/>
                  <a:pt x="524254" y="36032"/>
                </a:cubicBezTo>
                <a:cubicBezTo>
                  <a:pt x="524832" y="36120"/>
                  <a:pt x="525566" y="36342"/>
                  <a:pt x="526455" y="36698"/>
                </a:cubicBezTo>
                <a:cubicBezTo>
                  <a:pt x="526010" y="37766"/>
                  <a:pt x="525743" y="39390"/>
                  <a:pt x="525653" y="41570"/>
                </a:cubicBezTo>
                <a:cubicBezTo>
                  <a:pt x="525565" y="43749"/>
                  <a:pt x="525521" y="45728"/>
                  <a:pt x="525521" y="47508"/>
                </a:cubicBezTo>
                <a:lnTo>
                  <a:pt x="524586" y="48174"/>
                </a:lnTo>
                <a:close/>
                <a:moveTo>
                  <a:pt x="571160" y="67392"/>
                </a:moveTo>
                <a:cubicBezTo>
                  <a:pt x="569647" y="67926"/>
                  <a:pt x="567890" y="68370"/>
                  <a:pt x="565888" y="68726"/>
                </a:cubicBezTo>
                <a:cubicBezTo>
                  <a:pt x="563887" y="69082"/>
                  <a:pt x="561863" y="69460"/>
                  <a:pt x="559818" y="69860"/>
                </a:cubicBezTo>
                <a:cubicBezTo>
                  <a:pt x="557772" y="70261"/>
                  <a:pt x="555748" y="70773"/>
                  <a:pt x="553745" y="71396"/>
                </a:cubicBezTo>
                <a:cubicBezTo>
                  <a:pt x="551743" y="72017"/>
                  <a:pt x="549963" y="72862"/>
                  <a:pt x="548406" y="73931"/>
                </a:cubicBezTo>
                <a:cubicBezTo>
                  <a:pt x="546851" y="74998"/>
                  <a:pt x="545605" y="76332"/>
                  <a:pt x="544670" y="77934"/>
                </a:cubicBezTo>
                <a:cubicBezTo>
                  <a:pt x="543736" y="79536"/>
                  <a:pt x="543269" y="81582"/>
                  <a:pt x="543269" y="84073"/>
                </a:cubicBezTo>
                <a:cubicBezTo>
                  <a:pt x="543269" y="88255"/>
                  <a:pt x="544470" y="91413"/>
                  <a:pt x="546871" y="93548"/>
                </a:cubicBezTo>
                <a:cubicBezTo>
                  <a:pt x="549274" y="95684"/>
                  <a:pt x="551943" y="96751"/>
                  <a:pt x="554880" y="96751"/>
                </a:cubicBezTo>
                <a:cubicBezTo>
                  <a:pt x="558260" y="96751"/>
                  <a:pt x="561351" y="95817"/>
                  <a:pt x="564153" y="93949"/>
                </a:cubicBezTo>
                <a:cubicBezTo>
                  <a:pt x="566956" y="92080"/>
                  <a:pt x="569114" y="89900"/>
                  <a:pt x="570626" y="87409"/>
                </a:cubicBezTo>
                <a:lnTo>
                  <a:pt x="571160" y="67392"/>
                </a:lnTo>
                <a:moveTo>
                  <a:pt x="538198" y="43637"/>
                </a:moveTo>
                <a:cubicBezTo>
                  <a:pt x="542202" y="40613"/>
                  <a:pt x="545894" y="38567"/>
                  <a:pt x="549274" y="37500"/>
                </a:cubicBezTo>
                <a:cubicBezTo>
                  <a:pt x="552655" y="36432"/>
                  <a:pt x="556125" y="35897"/>
                  <a:pt x="559683" y="35897"/>
                </a:cubicBezTo>
                <a:cubicBezTo>
                  <a:pt x="562887" y="35897"/>
                  <a:pt x="565823" y="36364"/>
                  <a:pt x="568492" y="37298"/>
                </a:cubicBezTo>
                <a:cubicBezTo>
                  <a:pt x="571161" y="38232"/>
                  <a:pt x="573429" y="39567"/>
                  <a:pt x="575297" y="41302"/>
                </a:cubicBezTo>
                <a:cubicBezTo>
                  <a:pt x="577165" y="43037"/>
                  <a:pt x="578633" y="45128"/>
                  <a:pt x="579700" y="47575"/>
                </a:cubicBezTo>
                <a:cubicBezTo>
                  <a:pt x="580768" y="50022"/>
                  <a:pt x="581302" y="52712"/>
                  <a:pt x="581302" y="55647"/>
                </a:cubicBezTo>
                <a:cubicBezTo>
                  <a:pt x="581302" y="60719"/>
                  <a:pt x="581213" y="65768"/>
                  <a:pt x="581035" y="70795"/>
                </a:cubicBezTo>
                <a:cubicBezTo>
                  <a:pt x="580858" y="75822"/>
                  <a:pt x="580769" y="81137"/>
                  <a:pt x="580769" y="86741"/>
                </a:cubicBezTo>
                <a:cubicBezTo>
                  <a:pt x="580769" y="87809"/>
                  <a:pt x="580791" y="88944"/>
                  <a:pt x="580836" y="90146"/>
                </a:cubicBezTo>
                <a:cubicBezTo>
                  <a:pt x="580881" y="91346"/>
                  <a:pt x="581081" y="92413"/>
                  <a:pt x="581437" y="93347"/>
                </a:cubicBezTo>
                <a:cubicBezTo>
                  <a:pt x="581792" y="94281"/>
                  <a:pt x="582303" y="95059"/>
                  <a:pt x="582970" y="95682"/>
                </a:cubicBezTo>
                <a:cubicBezTo>
                  <a:pt x="583638" y="96305"/>
                  <a:pt x="584639" y="96617"/>
                  <a:pt x="585973" y="96617"/>
                </a:cubicBezTo>
                <a:cubicBezTo>
                  <a:pt x="586419" y="96617"/>
                  <a:pt x="586886" y="96595"/>
                  <a:pt x="587374" y="96550"/>
                </a:cubicBezTo>
                <a:cubicBezTo>
                  <a:pt x="587864" y="96505"/>
                  <a:pt x="588331" y="96349"/>
                  <a:pt x="588775" y="96083"/>
                </a:cubicBezTo>
                <a:lnTo>
                  <a:pt x="588775" y="99020"/>
                </a:lnTo>
                <a:cubicBezTo>
                  <a:pt x="587797" y="99464"/>
                  <a:pt x="586573" y="99819"/>
                  <a:pt x="585106" y="100087"/>
                </a:cubicBezTo>
                <a:cubicBezTo>
                  <a:pt x="583639" y="100354"/>
                  <a:pt x="582015" y="100488"/>
                  <a:pt x="580235" y="100488"/>
                </a:cubicBezTo>
                <a:cubicBezTo>
                  <a:pt x="577389" y="100488"/>
                  <a:pt x="575209" y="99754"/>
                  <a:pt x="573697" y="98287"/>
                </a:cubicBezTo>
                <a:cubicBezTo>
                  <a:pt x="572185" y="96818"/>
                  <a:pt x="571295" y="94927"/>
                  <a:pt x="571027" y="92614"/>
                </a:cubicBezTo>
                <a:cubicBezTo>
                  <a:pt x="567825" y="95816"/>
                  <a:pt x="564667" y="98173"/>
                  <a:pt x="561552" y="99686"/>
                </a:cubicBezTo>
                <a:cubicBezTo>
                  <a:pt x="558438" y="101198"/>
                  <a:pt x="554613" y="101954"/>
                  <a:pt x="550076" y="101954"/>
                </a:cubicBezTo>
                <a:cubicBezTo>
                  <a:pt x="547851" y="101954"/>
                  <a:pt x="545671" y="101642"/>
                  <a:pt x="543536" y="101019"/>
                </a:cubicBezTo>
                <a:cubicBezTo>
                  <a:pt x="541402" y="100398"/>
                  <a:pt x="539511" y="99375"/>
                  <a:pt x="537865" y="97953"/>
                </a:cubicBezTo>
                <a:cubicBezTo>
                  <a:pt x="536219" y="96529"/>
                  <a:pt x="534885" y="94816"/>
                  <a:pt x="533861" y="92815"/>
                </a:cubicBezTo>
                <a:cubicBezTo>
                  <a:pt x="532839" y="90813"/>
                  <a:pt x="532328" y="88521"/>
                  <a:pt x="532328" y="85941"/>
                </a:cubicBezTo>
                <a:cubicBezTo>
                  <a:pt x="532328" y="80603"/>
                  <a:pt x="533996" y="76467"/>
                  <a:pt x="537331" y="73532"/>
                </a:cubicBezTo>
                <a:cubicBezTo>
                  <a:pt x="540668" y="70595"/>
                  <a:pt x="545272" y="68638"/>
                  <a:pt x="551143" y="67659"/>
                </a:cubicBezTo>
                <a:cubicBezTo>
                  <a:pt x="555947" y="66858"/>
                  <a:pt x="559706" y="66169"/>
                  <a:pt x="562420" y="65590"/>
                </a:cubicBezTo>
                <a:cubicBezTo>
                  <a:pt x="565134" y="65012"/>
                  <a:pt x="567135" y="64411"/>
                  <a:pt x="568425" y="63788"/>
                </a:cubicBezTo>
                <a:cubicBezTo>
                  <a:pt x="569715" y="63165"/>
                  <a:pt x="570492" y="62431"/>
                  <a:pt x="570758" y="61587"/>
                </a:cubicBezTo>
                <a:cubicBezTo>
                  <a:pt x="571026" y="60741"/>
                  <a:pt x="571160" y="59651"/>
                  <a:pt x="571160" y="58317"/>
                </a:cubicBezTo>
                <a:cubicBezTo>
                  <a:pt x="571160" y="56093"/>
                  <a:pt x="570893" y="53958"/>
                  <a:pt x="570359" y="51913"/>
                </a:cubicBezTo>
                <a:cubicBezTo>
                  <a:pt x="569826" y="49866"/>
                  <a:pt x="568981" y="48086"/>
                  <a:pt x="567824" y="46574"/>
                </a:cubicBezTo>
                <a:cubicBezTo>
                  <a:pt x="566668" y="45061"/>
                  <a:pt x="565155" y="43838"/>
                  <a:pt x="563287" y="42904"/>
                </a:cubicBezTo>
                <a:cubicBezTo>
                  <a:pt x="561419" y="41970"/>
                  <a:pt x="559151" y="41503"/>
                  <a:pt x="556482" y="41503"/>
                </a:cubicBezTo>
                <a:cubicBezTo>
                  <a:pt x="552923" y="41503"/>
                  <a:pt x="549608" y="42304"/>
                  <a:pt x="546539" y="43906"/>
                </a:cubicBezTo>
                <a:cubicBezTo>
                  <a:pt x="543470" y="45507"/>
                  <a:pt x="541179" y="47730"/>
                  <a:pt x="539667" y="50577"/>
                </a:cubicBezTo>
                <a:lnTo>
                  <a:pt x="538198" y="50577"/>
                </a:lnTo>
                <a:lnTo>
                  <a:pt x="538198" y="43637"/>
                </a:lnTo>
                <a:close/>
                <a:moveTo>
                  <a:pt x="615734" y="19351"/>
                </a:moveTo>
                <a:cubicBezTo>
                  <a:pt x="615466" y="22731"/>
                  <a:pt x="615265" y="26045"/>
                  <a:pt x="615131" y="29292"/>
                </a:cubicBezTo>
                <a:cubicBezTo>
                  <a:pt x="614998" y="32539"/>
                  <a:pt x="614842" y="35808"/>
                  <a:pt x="614664" y="39100"/>
                </a:cubicBezTo>
                <a:cubicBezTo>
                  <a:pt x="615643" y="39100"/>
                  <a:pt x="617467" y="39078"/>
                  <a:pt x="620136" y="39033"/>
                </a:cubicBezTo>
                <a:cubicBezTo>
                  <a:pt x="622805" y="38988"/>
                  <a:pt x="625696" y="38877"/>
                  <a:pt x="628810" y="38699"/>
                </a:cubicBezTo>
                <a:cubicBezTo>
                  <a:pt x="628722" y="38967"/>
                  <a:pt x="628678" y="39456"/>
                  <a:pt x="628678" y="40167"/>
                </a:cubicBezTo>
                <a:lnTo>
                  <a:pt x="628678" y="41503"/>
                </a:lnTo>
                <a:lnTo>
                  <a:pt x="628678" y="42971"/>
                </a:lnTo>
                <a:cubicBezTo>
                  <a:pt x="628678" y="43593"/>
                  <a:pt x="628722" y="44038"/>
                  <a:pt x="628810" y="44305"/>
                </a:cubicBezTo>
                <a:cubicBezTo>
                  <a:pt x="627654" y="44216"/>
                  <a:pt x="626452" y="44149"/>
                  <a:pt x="625206" y="44106"/>
                </a:cubicBezTo>
                <a:cubicBezTo>
                  <a:pt x="623961" y="44061"/>
                  <a:pt x="622627" y="44038"/>
                  <a:pt x="621203" y="44038"/>
                </a:cubicBezTo>
                <a:lnTo>
                  <a:pt x="614664" y="44038"/>
                </a:lnTo>
                <a:cubicBezTo>
                  <a:pt x="614576" y="44394"/>
                  <a:pt x="614465" y="45817"/>
                  <a:pt x="614331" y="48308"/>
                </a:cubicBezTo>
                <a:cubicBezTo>
                  <a:pt x="614197" y="50799"/>
                  <a:pt x="614086" y="53758"/>
                  <a:pt x="613997" y="57183"/>
                </a:cubicBezTo>
                <a:cubicBezTo>
                  <a:pt x="613908" y="60608"/>
                  <a:pt x="613842" y="64189"/>
                  <a:pt x="613797" y="67926"/>
                </a:cubicBezTo>
                <a:cubicBezTo>
                  <a:pt x="613752" y="71662"/>
                  <a:pt x="613730" y="74998"/>
                  <a:pt x="613730" y="77934"/>
                </a:cubicBezTo>
                <a:cubicBezTo>
                  <a:pt x="613730" y="80425"/>
                  <a:pt x="613796" y="82872"/>
                  <a:pt x="613929" y="85275"/>
                </a:cubicBezTo>
                <a:cubicBezTo>
                  <a:pt x="614064" y="87676"/>
                  <a:pt x="614487" y="89833"/>
                  <a:pt x="615198" y="91746"/>
                </a:cubicBezTo>
                <a:cubicBezTo>
                  <a:pt x="615911" y="93659"/>
                  <a:pt x="616978" y="95194"/>
                  <a:pt x="618401" y="96350"/>
                </a:cubicBezTo>
                <a:cubicBezTo>
                  <a:pt x="619825" y="97507"/>
                  <a:pt x="621871" y="98085"/>
                  <a:pt x="624540" y="98085"/>
                </a:cubicBezTo>
                <a:cubicBezTo>
                  <a:pt x="625252" y="98085"/>
                  <a:pt x="626208" y="97996"/>
                  <a:pt x="627409" y="97818"/>
                </a:cubicBezTo>
                <a:cubicBezTo>
                  <a:pt x="628611" y="97640"/>
                  <a:pt x="629656" y="97418"/>
                  <a:pt x="630545" y="97150"/>
                </a:cubicBezTo>
                <a:lnTo>
                  <a:pt x="630545" y="100353"/>
                </a:lnTo>
                <a:cubicBezTo>
                  <a:pt x="629033" y="100621"/>
                  <a:pt x="627365" y="100954"/>
                  <a:pt x="625540" y="101353"/>
                </a:cubicBezTo>
                <a:cubicBezTo>
                  <a:pt x="623717" y="101754"/>
                  <a:pt x="621960" y="101954"/>
                  <a:pt x="620270" y="101954"/>
                </a:cubicBezTo>
                <a:cubicBezTo>
                  <a:pt x="614665" y="101954"/>
                  <a:pt x="610528" y="100575"/>
                  <a:pt x="607859" y="97818"/>
                </a:cubicBezTo>
                <a:cubicBezTo>
                  <a:pt x="605190" y="95060"/>
                  <a:pt x="603856" y="91012"/>
                  <a:pt x="603856" y="85674"/>
                </a:cubicBezTo>
                <a:cubicBezTo>
                  <a:pt x="603856" y="83273"/>
                  <a:pt x="603900" y="80671"/>
                  <a:pt x="603988" y="77869"/>
                </a:cubicBezTo>
                <a:cubicBezTo>
                  <a:pt x="604078" y="75066"/>
                  <a:pt x="604189" y="71996"/>
                  <a:pt x="604322" y="68661"/>
                </a:cubicBezTo>
                <a:cubicBezTo>
                  <a:pt x="604455" y="65324"/>
                  <a:pt x="604567" y="61632"/>
                  <a:pt x="604656" y="57584"/>
                </a:cubicBezTo>
                <a:cubicBezTo>
                  <a:pt x="604746" y="53536"/>
                  <a:pt x="604791" y="49020"/>
                  <a:pt x="604791" y="44038"/>
                </a:cubicBezTo>
                <a:lnTo>
                  <a:pt x="600519" y="44038"/>
                </a:lnTo>
                <a:cubicBezTo>
                  <a:pt x="599807" y="44038"/>
                  <a:pt x="599051" y="44061"/>
                  <a:pt x="598250" y="44106"/>
                </a:cubicBezTo>
                <a:cubicBezTo>
                  <a:pt x="597449" y="44149"/>
                  <a:pt x="596604" y="44216"/>
                  <a:pt x="595715" y="44305"/>
                </a:cubicBezTo>
                <a:cubicBezTo>
                  <a:pt x="595805" y="43772"/>
                  <a:pt x="595871" y="43261"/>
                  <a:pt x="595914" y="42772"/>
                </a:cubicBezTo>
                <a:cubicBezTo>
                  <a:pt x="595959" y="42282"/>
                  <a:pt x="595982" y="41770"/>
                  <a:pt x="595982" y="41236"/>
                </a:cubicBezTo>
                <a:cubicBezTo>
                  <a:pt x="595982" y="40791"/>
                  <a:pt x="595959" y="40347"/>
                  <a:pt x="595914" y="39903"/>
                </a:cubicBezTo>
                <a:cubicBezTo>
                  <a:pt x="595871" y="39457"/>
                  <a:pt x="595805" y="39012"/>
                  <a:pt x="595715" y="38567"/>
                </a:cubicBezTo>
                <a:cubicBezTo>
                  <a:pt x="599718" y="38833"/>
                  <a:pt x="602654" y="38966"/>
                  <a:pt x="604522" y="38966"/>
                </a:cubicBezTo>
                <a:cubicBezTo>
                  <a:pt x="604434" y="37188"/>
                  <a:pt x="604367" y="34964"/>
                  <a:pt x="604322" y="32295"/>
                </a:cubicBezTo>
                <a:cubicBezTo>
                  <a:pt x="604277" y="29626"/>
                  <a:pt x="604166" y="26868"/>
                  <a:pt x="603988" y="24020"/>
                </a:cubicBezTo>
                <a:lnTo>
                  <a:pt x="615066" y="19351"/>
                </a:lnTo>
                <a:lnTo>
                  <a:pt x="615734" y="19351"/>
                </a:lnTo>
                <a:close/>
                <a:moveTo>
                  <a:pt x="666044" y="40167"/>
                </a:moveTo>
                <a:cubicBezTo>
                  <a:pt x="662752" y="40167"/>
                  <a:pt x="659971" y="40924"/>
                  <a:pt x="657701" y="42436"/>
                </a:cubicBezTo>
                <a:cubicBezTo>
                  <a:pt x="655433" y="43948"/>
                  <a:pt x="653565" y="45839"/>
                  <a:pt x="652097" y="48109"/>
                </a:cubicBezTo>
                <a:cubicBezTo>
                  <a:pt x="650630" y="50377"/>
                  <a:pt x="649518" y="52868"/>
                  <a:pt x="648762" y="55582"/>
                </a:cubicBezTo>
                <a:cubicBezTo>
                  <a:pt x="648006" y="58296"/>
                  <a:pt x="647539" y="60853"/>
                  <a:pt x="647361" y="63255"/>
                </a:cubicBezTo>
                <a:cubicBezTo>
                  <a:pt x="650118" y="63344"/>
                  <a:pt x="652986" y="63434"/>
                  <a:pt x="655966" y="63523"/>
                </a:cubicBezTo>
                <a:cubicBezTo>
                  <a:pt x="658947" y="63612"/>
                  <a:pt x="661861" y="63656"/>
                  <a:pt x="664708" y="63656"/>
                </a:cubicBezTo>
                <a:cubicBezTo>
                  <a:pt x="667644" y="63656"/>
                  <a:pt x="670625" y="63612"/>
                  <a:pt x="673649" y="63523"/>
                </a:cubicBezTo>
                <a:cubicBezTo>
                  <a:pt x="676674" y="63434"/>
                  <a:pt x="679610" y="63344"/>
                  <a:pt x="682458" y="63255"/>
                </a:cubicBezTo>
                <a:cubicBezTo>
                  <a:pt x="682458" y="60853"/>
                  <a:pt x="682258" y="58318"/>
                  <a:pt x="681857" y="55649"/>
                </a:cubicBezTo>
                <a:cubicBezTo>
                  <a:pt x="681457" y="52979"/>
                  <a:pt x="680656" y="50487"/>
                  <a:pt x="679454" y="48174"/>
                </a:cubicBezTo>
                <a:cubicBezTo>
                  <a:pt x="678253" y="45861"/>
                  <a:pt x="676585" y="43948"/>
                  <a:pt x="674449" y="42436"/>
                </a:cubicBezTo>
                <a:cubicBezTo>
                  <a:pt x="672314" y="40924"/>
                  <a:pt x="669512" y="40167"/>
                  <a:pt x="666044" y="40167"/>
                </a:cubicBezTo>
                <a:moveTo>
                  <a:pt x="635217" y="70995"/>
                </a:moveTo>
                <a:cubicBezTo>
                  <a:pt x="635217" y="60052"/>
                  <a:pt x="637818" y="51467"/>
                  <a:pt x="643022" y="45240"/>
                </a:cubicBezTo>
                <a:cubicBezTo>
                  <a:pt x="648226" y="39012"/>
                  <a:pt x="655811" y="35897"/>
                  <a:pt x="665777" y="35897"/>
                </a:cubicBezTo>
                <a:cubicBezTo>
                  <a:pt x="670492" y="35897"/>
                  <a:pt x="674561" y="36632"/>
                  <a:pt x="677986" y="38101"/>
                </a:cubicBezTo>
                <a:cubicBezTo>
                  <a:pt x="681411" y="39568"/>
                  <a:pt x="684280" y="41525"/>
                  <a:pt x="686594" y="43971"/>
                </a:cubicBezTo>
                <a:cubicBezTo>
                  <a:pt x="688907" y="46417"/>
                  <a:pt x="690619" y="49287"/>
                  <a:pt x="691731" y="52579"/>
                </a:cubicBezTo>
                <a:cubicBezTo>
                  <a:pt x="692843" y="55870"/>
                  <a:pt x="693399" y="59384"/>
                  <a:pt x="693399" y="63120"/>
                </a:cubicBezTo>
                <a:cubicBezTo>
                  <a:pt x="693399" y="64011"/>
                  <a:pt x="693376" y="64879"/>
                  <a:pt x="693332" y="65725"/>
                </a:cubicBezTo>
                <a:cubicBezTo>
                  <a:pt x="693288" y="66569"/>
                  <a:pt x="693222" y="67436"/>
                  <a:pt x="693132" y="68325"/>
                </a:cubicBezTo>
                <a:cubicBezTo>
                  <a:pt x="688328" y="68237"/>
                  <a:pt x="683568" y="68149"/>
                  <a:pt x="678854" y="68060"/>
                </a:cubicBezTo>
                <a:cubicBezTo>
                  <a:pt x="674139" y="67971"/>
                  <a:pt x="669380" y="67926"/>
                  <a:pt x="664575" y="67926"/>
                </a:cubicBezTo>
                <a:cubicBezTo>
                  <a:pt x="661639" y="67926"/>
                  <a:pt x="658725" y="67971"/>
                  <a:pt x="655834" y="68060"/>
                </a:cubicBezTo>
                <a:cubicBezTo>
                  <a:pt x="652942" y="68149"/>
                  <a:pt x="650028" y="68237"/>
                  <a:pt x="647092" y="68325"/>
                </a:cubicBezTo>
                <a:cubicBezTo>
                  <a:pt x="647004" y="68770"/>
                  <a:pt x="646960" y="69437"/>
                  <a:pt x="646960" y="70327"/>
                </a:cubicBezTo>
                <a:lnTo>
                  <a:pt x="646960" y="72062"/>
                </a:lnTo>
                <a:cubicBezTo>
                  <a:pt x="646960" y="75531"/>
                  <a:pt x="647471" y="78779"/>
                  <a:pt x="648493" y="81805"/>
                </a:cubicBezTo>
                <a:cubicBezTo>
                  <a:pt x="649517" y="84830"/>
                  <a:pt x="651007" y="87432"/>
                  <a:pt x="652965" y="89612"/>
                </a:cubicBezTo>
                <a:cubicBezTo>
                  <a:pt x="654922" y="91791"/>
                  <a:pt x="657324" y="93526"/>
                  <a:pt x="660171" y="94817"/>
                </a:cubicBezTo>
                <a:cubicBezTo>
                  <a:pt x="663018" y="96106"/>
                  <a:pt x="666310" y="96751"/>
                  <a:pt x="670047" y="96751"/>
                </a:cubicBezTo>
                <a:cubicBezTo>
                  <a:pt x="671825" y="96751"/>
                  <a:pt x="673648" y="96507"/>
                  <a:pt x="675516" y="96018"/>
                </a:cubicBezTo>
                <a:cubicBezTo>
                  <a:pt x="677386" y="95528"/>
                  <a:pt x="679209" y="94860"/>
                  <a:pt x="680988" y="94015"/>
                </a:cubicBezTo>
                <a:cubicBezTo>
                  <a:pt x="682768" y="93169"/>
                  <a:pt x="684436" y="92168"/>
                  <a:pt x="685993" y="91013"/>
                </a:cubicBezTo>
                <a:cubicBezTo>
                  <a:pt x="687550" y="89856"/>
                  <a:pt x="688907" y="88610"/>
                  <a:pt x="690063" y="87275"/>
                </a:cubicBezTo>
                <a:lnTo>
                  <a:pt x="690731" y="87676"/>
                </a:lnTo>
                <a:lnTo>
                  <a:pt x="689931" y="94214"/>
                </a:lnTo>
                <a:cubicBezTo>
                  <a:pt x="687261" y="96349"/>
                  <a:pt x="683947" y="98173"/>
                  <a:pt x="679988" y="99686"/>
                </a:cubicBezTo>
                <a:cubicBezTo>
                  <a:pt x="676029" y="101198"/>
                  <a:pt x="671915" y="101954"/>
                  <a:pt x="667644" y="101954"/>
                </a:cubicBezTo>
                <a:cubicBezTo>
                  <a:pt x="662840" y="101954"/>
                  <a:pt x="658458" y="101220"/>
                  <a:pt x="654498" y="99753"/>
                </a:cubicBezTo>
                <a:cubicBezTo>
                  <a:pt x="650539" y="98285"/>
                  <a:pt x="647114" y="96151"/>
                  <a:pt x="644223" y="93349"/>
                </a:cubicBezTo>
                <a:cubicBezTo>
                  <a:pt x="641333" y="90545"/>
                  <a:pt x="639109" y="87231"/>
                  <a:pt x="637552" y="83406"/>
                </a:cubicBezTo>
                <a:cubicBezTo>
                  <a:pt x="635995" y="79580"/>
                  <a:pt x="635217" y="75443"/>
                  <a:pt x="635217" y="70995"/>
                </a:cubicBezTo>
                <a:close/>
                <a:moveTo>
                  <a:pt x="706745" y="88209"/>
                </a:moveTo>
                <a:cubicBezTo>
                  <a:pt x="707190" y="89100"/>
                  <a:pt x="707879" y="90078"/>
                  <a:pt x="708813" y="91145"/>
                </a:cubicBezTo>
                <a:cubicBezTo>
                  <a:pt x="709747" y="92212"/>
                  <a:pt x="710859" y="93214"/>
                  <a:pt x="712149" y="94149"/>
                </a:cubicBezTo>
                <a:cubicBezTo>
                  <a:pt x="713440" y="95083"/>
                  <a:pt x="714908" y="95861"/>
                  <a:pt x="716553" y="96485"/>
                </a:cubicBezTo>
                <a:cubicBezTo>
                  <a:pt x="718199" y="97106"/>
                  <a:pt x="719956" y="97417"/>
                  <a:pt x="721825" y="97417"/>
                </a:cubicBezTo>
                <a:cubicBezTo>
                  <a:pt x="723515" y="97417"/>
                  <a:pt x="725139" y="97150"/>
                  <a:pt x="726696" y="96617"/>
                </a:cubicBezTo>
                <a:cubicBezTo>
                  <a:pt x="728253" y="96083"/>
                  <a:pt x="729632" y="95327"/>
                  <a:pt x="730832" y="94349"/>
                </a:cubicBezTo>
                <a:cubicBezTo>
                  <a:pt x="732033" y="93370"/>
                  <a:pt x="732989" y="92124"/>
                  <a:pt x="733701" y="90612"/>
                </a:cubicBezTo>
                <a:cubicBezTo>
                  <a:pt x="734413" y="89100"/>
                  <a:pt x="734770" y="87365"/>
                  <a:pt x="734770" y="85407"/>
                </a:cubicBezTo>
                <a:cubicBezTo>
                  <a:pt x="734770" y="82649"/>
                  <a:pt x="733991" y="80536"/>
                  <a:pt x="732434" y="79068"/>
                </a:cubicBezTo>
                <a:cubicBezTo>
                  <a:pt x="730877" y="77601"/>
                  <a:pt x="728942" y="76400"/>
                  <a:pt x="726629" y="75466"/>
                </a:cubicBezTo>
                <a:cubicBezTo>
                  <a:pt x="724316" y="74531"/>
                  <a:pt x="721780" y="73708"/>
                  <a:pt x="719021" y="72996"/>
                </a:cubicBezTo>
                <a:cubicBezTo>
                  <a:pt x="716264" y="72285"/>
                  <a:pt x="713729" y="71284"/>
                  <a:pt x="711416" y="69995"/>
                </a:cubicBezTo>
                <a:cubicBezTo>
                  <a:pt x="709103" y="68704"/>
                  <a:pt x="707167" y="66991"/>
                  <a:pt x="705610" y="64857"/>
                </a:cubicBezTo>
                <a:cubicBezTo>
                  <a:pt x="704053" y="62722"/>
                  <a:pt x="703275" y="59786"/>
                  <a:pt x="703275" y="56048"/>
                </a:cubicBezTo>
                <a:cubicBezTo>
                  <a:pt x="703275" y="53112"/>
                  <a:pt x="703764" y="50421"/>
                  <a:pt x="704743" y="47975"/>
                </a:cubicBezTo>
                <a:cubicBezTo>
                  <a:pt x="705722" y="45528"/>
                  <a:pt x="707145" y="43415"/>
                  <a:pt x="709013" y="41636"/>
                </a:cubicBezTo>
                <a:cubicBezTo>
                  <a:pt x="710881" y="39856"/>
                  <a:pt x="713194" y="38455"/>
                  <a:pt x="715953" y="37433"/>
                </a:cubicBezTo>
                <a:cubicBezTo>
                  <a:pt x="718711" y="36409"/>
                  <a:pt x="721869" y="35897"/>
                  <a:pt x="725427" y="35897"/>
                </a:cubicBezTo>
                <a:cubicBezTo>
                  <a:pt x="728719" y="35897"/>
                  <a:pt x="731500" y="36343"/>
                  <a:pt x="733768" y="37233"/>
                </a:cubicBezTo>
                <a:cubicBezTo>
                  <a:pt x="736036" y="38122"/>
                  <a:pt x="738194" y="38923"/>
                  <a:pt x="740241" y="39634"/>
                </a:cubicBezTo>
                <a:cubicBezTo>
                  <a:pt x="739529" y="40968"/>
                  <a:pt x="738861" y="42614"/>
                  <a:pt x="738238" y="44572"/>
                </a:cubicBezTo>
                <a:cubicBezTo>
                  <a:pt x="737616" y="46529"/>
                  <a:pt x="737216" y="48042"/>
                  <a:pt x="737038" y="49109"/>
                </a:cubicBezTo>
                <a:lnTo>
                  <a:pt x="735436" y="49109"/>
                </a:lnTo>
                <a:cubicBezTo>
                  <a:pt x="734724" y="46973"/>
                  <a:pt x="733345" y="45061"/>
                  <a:pt x="731298" y="43371"/>
                </a:cubicBezTo>
                <a:cubicBezTo>
                  <a:pt x="729252" y="41680"/>
                  <a:pt x="726717" y="40835"/>
                  <a:pt x="723692" y="40835"/>
                </a:cubicBezTo>
                <a:cubicBezTo>
                  <a:pt x="722358" y="40835"/>
                  <a:pt x="721024" y="41058"/>
                  <a:pt x="719689" y="41503"/>
                </a:cubicBezTo>
                <a:cubicBezTo>
                  <a:pt x="718355" y="41947"/>
                  <a:pt x="717153" y="42614"/>
                  <a:pt x="716085" y="43505"/>
                </a:cubicBezTo>
                <a:cubicBezTo>
                  <a:pt x="715018" y="44394"/>
                  <a:pt x="714129" y="45551"/>
                  <a:pt x="713417" y="46975"/>
                </a:cubicBezTo>
                <a:cubicBezTo>
                  <a:pt x="712706" y="48397"/>
                  <a:pt x="712350" y="50087"/>
                  <a:pt x="712350" y="52045"/>
                </a:cubicBezTo>
                <a:cubicBezTo>
                  <a:pt x="712350" y="54892"/>
                  <a:pt x="713128" y="57094"/>
                  <a:pt x="714684" y="58651"/>
                </a:cubicBezTo>
                <a:cubicBezTo>
                  <a:pt x="716241" y="60208"/>
                  <a:pt x="718176" y="61432"/>
                  <a:pt x="720489" y="62322"/>
                </a:cubicBezTo>
                <a:cubicBezTo>
                  <a:pt x="722803" y="63211"/>
                  <a:pt x="725338" y="63990"/>
                  <a:pt x="728095" y="64658"/>
                </a:cubicBezTo>
                <a:cubicBezTo>
                  <a:pt x="730853" y="65324"/>
                  <a:pt x="733389" y="66258"/>
                  <a:pt x="735702" y="67460"/>
                </a:cubicBezTo>
                <a:cubicBezTo>
                  <a:pt x="738016" y="68660"/>
                  <a:pt x="739951" y="70327"/>
                  <a:pt x="741508" y="72463"/>
                </a:cubicBezTo>
                <a:cubicBezTo>
                  <a:pt x="743065" y="74598"/>
                  <a:pt x="743843" y="77534"/>
                  <a:pt x="743843" y="81270"/>
                </a:cubicBezTo>
                <a:cubicBezTo>
                  <a:pt x="743843" y="83850"/>
                  <a:pt x="743288" y="86386"/>
                  <a:pt x="742176" y="88877"/>
                </a:cubicBezTo>
                <a:cubicBezTo>
                  <a:pt x="741064" y="91368"/>
                  <a:pt x="739462" y="93615"/>
                  <a:pt x="737370" y="95617"/>
                </a:cubicBezTo>
                <a:cubicBezTo>
                  <a:pt x="735280" y="97618"/>
                  <a:pt x="732766" y="99174"/>
                  <a:pt x="729830" y="100286"/>
                </a:cubicBezTo>
                <a:cubicBezTo>
                  <a:pt x="726895" y="101398"/>
                  <a:pt x="723559" y="101954"/>
                  <a:pt x="719824" y="101954"/>
                </a:cubicBezTo>
                <a:cubicBezTo>
                  <a:pt x="715731" y="101954"/>
                  <a:pt x="712305" y="101554"/>
                  <a:pt x="709547" y="100753"/>
                </a:cubicBezTo>
                <a:cubicBezTo>
                  <a:pt x="706789" y="99953"/>
                  <a:pt x="704476" y="99019"/>
                  <a:pt x="702607" y="97951"/>
                </a:cubicBezTo>
                <a:cubicBezTo>
                  <a:pt x="703142" y="96794"/>
                  <a:pt x="703698" y="95215"/>
                  <a:pt x="704277" y="93214"/>
                </a:cubicBezTo>
                <a:cubicBezTo>
                  <a:pt x="704855" y="91212"/>
                  <a:pt x="705144" y="89544"/>
                  <a:pt x="705144" y="88209"/>
                </a:cubicBezTo>
                <a:lnTo>
                  <a:pt x="706745" y="88209"/>
                </a:lnTo>
                <a:close/>
                <a:moveTo>
                  <a:pt x="791886" y="69127"/>
                </a:moveTo>
                <a:cubicBezTo>
                  <a:pt x="791886" y="63344"/>
                  <a:pt x="792864" y="58362"/>
                  <a:pt x="794820" y="54181"/>
                </a:cubicBezTo>
                <a:cubicBezTo>
                  <a:pt x="796778" y="49999"/>
                  <a:pt x="799335" y="46551"/>
                  <a:pt x="802493" y="43839"/>
                </a:cubicBezTo>
                <a:cubicBezTo>
                  <a:pt x="805652" y="41125"/>
                  <a:pt x="809277" y="39124"/>
                  <a:pt x="813369" y="37834"/>
                </a:cubicBezTo>
                <a:cubicBezTo>
                  <a:pt x="817462" y="36543"/>
                  <a:pt x="821643" y="35897"/>
                  <a:pt x="825914" y="35897"/>
                </a:cubicBezTo>
                <a:cubicBezTo>
                  <a:pt x="830808" y="35897"/>
                  <a:pt x="835189" y="36498"/>
                  <a:pt x="839058" y="37699"/>
                </a:cubicBezTo>
                <a:cubicBezTo>
                  <a:pt x="842929" y="38901"/>
                  <a:pt x="845709" y="40258"/>
                  <a:pt x="847399" y="41770"/>
                </a:cubicBezTo>
                <a:cubicBezTo>
                  <a:pt x="846777" y="43104"/>
                  <a:pt x="846221" y="44505"/>
                  <a:pt x="845731" y="45973"/>
                </a:cubicBezTo>
                <a:cubicBezTo>
                  <a:pt x="845242" y="47440"/>
                  <a:pt x="844820" y="48975"/>
                  <a:pt x="844465" y="50577"/>
                </a:cubicBezTo>
                <a:lnTo>
                  <a:pt x="843396" y="50577"/>
                </a:lnTo>
                <a:cubicBezTo>
                  <a:pt x="842774" y="49420"/>
                  <a:pt x="841929" y="48242"/>
                  <a:pt x="840860" y="47042"/>
                </a:cubicBezTo>
                <a:cubicBezTo>
                  <a:pt x="839793" y="45840"/>
                  <a:pt x="838525" y="44728"/>
                  <a:pt x="837057" y="43704"/>
                </a:cubicBezTo>
                <a:cubicBezTo>
                  <a:pt x="835589" y="42681"/>
                  <a:pt x="833966" y="41836"/>
                  <a:pt x="832186" y="41169"/>
                </a:cubicBezTo>
                <a:cubicBezTo>
                  <a:pt x="830408" y="40501"/>
                  <a:pt x="828451" y="40167"/>
                  <a:pt x="826315" y="40167"/>
                </a:cubicBezTo>
                <a:cubicBezTo>
                  <a:pt x="822312" y="40167"/>
                  <a:pt x="818865" y="40902"/>
                  <a:pt x="815973" y="42371"/>
                </a:cubicBezTo>
                <a:cubicBezTo>
                  <a:pt x="813082" y="43838"/>
                  <a:pt x="810724" y="45862"/>
                  <a:pt x="808899" y="48443"/>
                </a:cubicBezTo>
                <a:cubicBezTo>
                  <a:pt x="807076" y="51022"/>
                  <a:pt x="805742" y="54069"/>
                  <a:pt x="804896" y="57584"/>
                </a:cubicBezTo>
                <a:cubicBezTo>
                  <a:pt x="804051" y="61097"/>
                  <a:pt x="803629" y="64900"/>
                  <a:pt x="803629" y="68993"/>
                </a:cubicBezTo>
                <a:cubicBezTo>
                  <a:pt x="803629" y="78156"/>
                  <a:pt x="805586" y="85073"/>
                  <a:pt x="809500" y="89745"/>
                </a:cubicBezTo>
                <a:cubicBezTo>
                  <a:pt x="813415" y="94416"/>
                  <a:pt x="819153" y="96751"/>
                  <a:pt x="826714" y="96751"/>
                </a:cubicBezTo>
                <a:cubicBezTo>
                  <a:pt x="828494" y="96751"/>
                  <a:pt x="830318" y="96507"/>
                  <a:pt x="832186" y="96018"/>
                </a:cubicBezTo>
                <a:cubicBezTo>
                  <a:pt x="834055" y="95528"/>
                  <a:pt x="835879" y="94860"/>
                  <a:pt x="837657" y="94015"/>
                </a:cubicBezTo>
                <a:cubicBezTo>
                  <a:pt x="839437" y="93169"/>
                  <a:pt x="841105" y="92168"/>
                  <a:pt x="842662" y="91013"/>
                </a:cubicBezTo>
                <a:cubicBezTo>
                  <a:pt x="844220" y="89856"/>
                  <a:pt x="845576" y="88610"/>
                  <a:pt x="846733" y="87275"/>
                </a:cubicBezTo>
                <a:lnTo>
                  <a:pt x="847399" y="87676"/>
                </a:lnTo>
                <a:cubicBezTo>
                  <a:pt x="846955" y="89811"/>
                  <a:pt x="846688" y="91991"/>
                  <a:pt x="846599" y="94214"/>
                </a:cubicBezTo>
                <a:cubicBezTo>
                  <a:pt x="843930" y="96349"/>
                  <a:pt x="840615" y="98173"/>
                  <a:pt x="836656" y="99686"/>
                </a:cubicBezTo>
                <a:cubicBezTo>
                  <a:pt x="832697" y="101198"/>
                  <a:pt x="828583" y="101954"/>
                  <a:pt x="824314" y="101954"/>
                </a:cubicBezTo>
                <a:cubicBezTo>
                  <a:pt x="820488" y="101954"/>
                  <a:pt x="816640" y="101398"/>
                  <a:pt x="812770" y="100286"/>
                </a:cubicBezTo>
                <a:cubicBezTo>
                  <a:pt x="808900" y="99174"/>
                  <a:pt x="805408" y="97307"/>
                  <a:pt x="802293" y="94682"/>
                </a:cubicBezTo>
                <a:cubicBezTo>
                  <a:pt x="799181" y="92057"/>
                  <a:pt x="796668" y="88654"/>
                  <a:pt x="794755" y="84473"/>
                </a:cubicBezTo>
                <a:cubicBezTo>
                  <a:pt x="792842" y="80291"/>
                  <a:pt x="791886" y="75176"/>
                  <a:pt x="791886" y="69127"/>
                </a:cubicBezTo>
                <a:close/>
                <a:moveTo>
                  <a:pt x="869419" y="69127"/>
                </a:moveTo>
                <a:cubicBezTo>
                  <a:pt x="869419" y="72863"/>
                  <a:pt x="869752" y="76466"/>
                  <a:pt x="870419" y="79936"/>
                </a:cubicBezTo>
                <a:cubicBezTo>
                  <a:pt x="871087" y="83406"/>
                  <a:pt x="872221" y="86497"/>
                  <a:pt x="873821" y="89211"/>
                </a:cubicBezTo>
                <a:cubicBezTo>
                  <a:pt x="875423" y="91925"/>
                  <a:pt x="877559" y="94082"/>
                  <a:pt x="880228" y="95684"/>
                </a:cubicBezTo>
                <a:cubicBezTo>
                  <a:pt x="882896" y="97285"/>
                  <a:pt x="886188" y="98085"/>
                  <a:pt x="890103" y="98085"/>
                </a:cubicBezTo>
                <a:cubicBezTo>
                  <a:pt x="894019" y="98085"/>
                  <a:pt x="897311" y="97285"/>
                  <a:pt x="899979" y="95684"/>
                </a:cubicBezTo>
                <a:cubicBezTo>
                  <a:pt x="902648" y="94082"/>
                  <a:pt x="904783" y="91925"/>
                  <a:pt x="906383" y="89211"/>
                </a:cubicBezTo>
                <a:cubicBezTo>
                  <a:pt x="907985" y="86497"/>
                  <a:pt x="909120" y="83406"/>
                  <a:pt x="909786" y="79936"/>
                </a:cubicBezTo>
                <a:cubicBezTo>
                  <a:pt x="910454" y="76466"/>
                  <a:pt x="910788" y="72863"/>
                  <a:pt x="910788" y="69127"/>
                </a:cubicBezTo>
                <a:cubicBezTo>
                  <a:pt x="910788" y="65390"/>
                  <a:pt x="910454" y="61787"/>
                  <a:pt x="909786" y="58317"/>
                </a:cubicBezTo>
                <a:cubicBezTo>
                  <a:pt x="909120" y="54847"/>
                  <a:pt x="907985" y="51756"/>
                  <a:pt x="906383" y="49044"/>
                </a:cubicBezTo>
                <a:cubicBezTo>
                  <a:pt x="904783" y="46330"/>
                  <a:pt x="902648" y="44172"/>
                  <a:pt x="899979" y="42570"/>
                </a:cubicBezTo>
                <a:cubicBezTo>
                  <a:pt x="897311" y="40968"/>
                  <a:pt x="894019" y="40167"/>
                  <a:pt x="890103" y="40167"/>
                </a:cubicBezTo>
                <a:cubicBezTo>
                  <a:pt x="886188" y="40167"/>
                  <a:pt x="882896" y="40968"/>
                  <a:pt x="880228" y="42570"/>
                </a:cubicBezTo>
                <a:cubicBezTo>
                  <a:pt x="877559" y="44172"/>
                  <a:pt x="875423" y="46330"/>
                  <a:pt x="873821" y="49044"/>
                </a:cubicBezTo>
                <a:cubicBezTo>
                  <a:pt x="872221" y="51756"/>
                  <a:pt x="871087" y="54847"/>
                  <a:pt x="870419" y="58317"/>
                </a:cubicBezTo>
                <a:cubicBezTo>
                  <a:pt x="869752" y="61787"/>
                  <a:pt x="869419" y="65390"/>
                  <a:pt x="869419" y="69127"/>
                </a:cubicBezTo>
                <a:moveTo>
                  <a:pt x="857676" y="69127"/>
                </a:moveTo>
                <a:cubicBezTo>
                  <a:pt x="857676" y="63077"/>
                  <a:pt x="858632" y="57939"/>
                  <a:pt x="860545" y="53713"/>
                </a:cubicBezTo>
                <a:cubicBezTo>
                  <a:pt x="862458" y="49487"/>
                  <a:pt x="864970" y="46062"/>
                  <a:pt x="868083" y="43438"/>
                </a:cubicBezTo>
                <a:cubicBezTo>
                  <a:pt x="871197" y="40814"/>
                  <a:pt x="874690" y="38901"/>
                  <a:pt x="878560" y="37699"/>
                </a:cubicBezTo>
                <a:cubicBezTo>
                  <a:pt x="882430" y="36498"/>
                  <a:pt x="886278" y="35897"/>
                  <a:pt x="890103" y="35897"/>
                </a:cubicBezTo>
                <a:cubicBezTo>
                  <a:pt x="894019" y="35897"/>
                  <a:pt x="897889" y="36498"/>
                  <a:pt x="901714" y="37699"/>
                </a:cubicBezTo>
                <a:cubicBezTo>
                  <a:pt x="905540" y="38901"/>
                  <a:pt x="909009" y="40814"/>
                  <a:pt x="912122" y="43438"/>
                </a:cubicBezTo>
                <a:cubicBezTo>
                  <a:pt x="915236" y="46062"/>
                  <a:pt x="917749" y="49487"/>
                  <a:pt x="919662" y="53713"/>
                </a:cubicBezTo>
                <a:cubicBezTo>
                  <a:pt x="921575" y="57939"/>
                  <a:pt x="922531" y="63077"/>
                  <a:pt x="922531" y="69127"/>
                </a:cubicBezTo>
                <a:cubicBezTo>
                  <a:pt x="922531" y="75176"/>
                  <a:pt x="921575" y="80314"/>
                  <a:pt x="919662" y="84540"/>
                </a:cubicBezTo>
                <a:cubicBezTo>
                  <a:pt x="917749" y="88766"/>
                  <a:pt x="915236" y="92191"/>
                  <a:pt x="912122" y="94817"/>
                </a:cubicBezTo>
                <a:cubicBezTo>
                  <a:pt x="909009" y="97441"/>
                  <a:pt x="905540" y="99286"/>
                  <a:pt x="901714" y="100353"/>
                </a:cubicBezTo>
                <a:cubicBezTo>
                  <a:pt x="897889" y="101420"/>
                  <a:pt x="894019" y="101954"/>
                  <a:pt x="890103" y="101954"/>
                </a:cubicBezTo>
                <a:cubicBezTo>
                  <a:pt x="886278" y="101954"/>
                  <a:pt x="882430" y="101420"/>
                  <a:pt x="878560" y="100353"/>
                </a:cubicBezTo>
                <a:cubicBezTo>
                  <a:pt x="874690" y="99286"/>
                  <a:pt x="871197" y="97441"/>
                  <a:pt x="868083" y="94817"/>
                </a:cubicBezTo>
                <a:cubicBezTo>
                  <a:pt x="864970" y="92191"/>
                  <a:pt x="862458" y="88766"/>
                  <a:pt x="860545" y="84540"/>
                </a:cubicBezTo>
                <a:cubicBezTo>
                  <a:pt x="858632" y="80314"/>
                  <a:pt x="857676" y="75176"/>
                  <a:pt x="857676" y="69127"/>
                </a:cubicBezTo>
                <a:close/>
                <a:moveTo>
                  <a:pt x="980848" y="63120"/>
                </a:moveTo>
                <a:cubicBezTo>
                  <a:pt x="980848" y="56448"/>
                  <a:pt x="979557" y="51400"/>
                  <a:pt x="976977" y="47975"/>
                </a:cubicBezTo>
                <a:cubicBezTo>
                  <a:pt x="974398" y="44550"/>
                  <a:pt x="970840" y="42837"/>
                  <a:pt x="966303" y="42837"/>
                </a:cubicBezTo>
                <a:cubicBezTo>
                  <a:pt x="960076" y="42837"/>
                  <a:pt x="955517" y="44750"/>
                  <a:pt x="952625" y="48575"/>
                </a:cubicBezTo>
                <a:cubicBezTo>
                  <a:pt x="949734" y="52401"/>
                  <a:pt x="948288" y="57783"/>
                  <a:pt x="948288" y="64723"/>
                </a:cubicBezTo>
                <a:lnTo>
                  <a:pt x="948288" y="76065"/>
                </a:lnTo>
                <a:cubicBezTo>
                  <a:pt x="948288" y="80070"/>
                  <a:pt x="948354" y="84274"/>
                  <a:pt x="948487" y="88677"/>
                </a:cubicBezTo>
                <a:cubicBezTo>
                  <a:pt x="948620" y="93081"/>
                  <a:pt x="948910" y="97062"/>
                  <a:pt x="949355" y="100620"/>
                </a:cubicBezTo>
                <a:cubicBezTo>
                  <a:pt x="947309" y="100442"/>
                  <a:pt x="945307" y="100353"/>
                  <a:pt x="943350" y="100353"/>
                </a:cubicBezTo>
                <a:cubicBezTo>
                  <a:pt x="941392" y="100353"/>
                  <a:pt x="939391" y="100442"/>
                  <a:pt x="937345" y="100620"/>
                </a:cubicBezTo>
                <a:cubicBezTo>
                  <a:pt x="937789" y="97062"/>
                  <a:pt x="938077" y="93081"/>
                  <a:pt x="938210" y="88677"/>
                </a:cubicBezTo>
                <a:cubicBezTo>
                  <a:pt x="938345" y="84274"/>
                  <a:pt x="938412" y="80070"/>
                  <a:pt x="938412" y="76065"/>
                </a:cubicBezTo>
                <a:lnTo>
                  <a:pt x="938412" y="62188"/>
                </a:lnTo>
                <a:cubicBezTo>
                  <a:pt x="938412" y="58184"/>
                  <a:pt x="938345" y="53981"/>
                  <a:pt x="938210" y="49577"/>
                </a:cubicBezTo>
                <a:cubicBezTo>
                  <a:pt x="938077" y="45173"/>
                  <a:pt x="937789" y="41058"/>
                  <a:pt x="937345" y="37231"/>
                </a:cubicBezTo>
                <a:cubicBezTo>
                  <a:pt x="939836" y="37676"/>
                  <a:pt x="941838" y="37899"/>
                  <a:pt x="943350" y="37899"/>
                </a:cubicBezTo>
                <a:cubicBezTo>
                  <a:pt x="944061" y="37899"/>
                  <a:pt x="944839" y="37833"/>
                  <a:pt x="945683" y="37699"/>
                </a:cubicBezTo>
                <a:cubicBezTo>
                  <a:pt x="946529" y="37566"/>
                  <a:pt x="947530" y="37410"/>
                  <a:pt x="948687" y="37231"/>
                </a:cubicBezTo>
                <a:cubicBezTo>
                  <a:pt x="948421" y="40791"/>
                  <a:pt x="948288" y="44349"/>
                  <a:pt x="948288" y="47907"/>
                </a:cubicBezTo>
                <a:lnTo>
                  <a:pt x="948555" y="47907"/>
                </a:lnTo>
                <a:cubicBezTo>
                  <a:pt x="951046" y="44082"/>
                  <a:pt x="954026" y="41124"/>
                  <a:pt x="957496" y="39033"/>
                </a:cubicBezTo>
                <a:cubicBezTo>
                  <a:pt x="960966" y="36943"/>
                  <a:pt x="965103" y="35897"/>
                  <a:pt x="969907" y="35897"/>
                </a:cubicBezTo>
                <a:cubicBezTo>
                  <a:pt x="972398" y="35897"/>
                  <a:pt x="974911" y="36254"/>
                  <a:pt x="977445" y="36966"/>
                </a:cubicBezTo>
                <a:cubicBezTo>
                  <a:pt x="979981" y="37678"/>
                  <a:pt x="982272" y="38901"/>
                  <a:pt x="984318" y="40636"/>
                </a:cubicBezTo>
                <a:cubicBezTo>
                  <a:pt x="986365" y="42371"/>
                  <a:pt x="988033" y="44729"/>
                  <a:pt x="989323" y="47710"/>
                </a:cubicBezTo>
                <a:cubicBezTo>
                  <a:pt x="990612" y="50690"/>
                  <a:pt x="991257" y="54492"/>
                  <a:pt x="991257" y="59117"/>
                </a:cubicBezTo>
                <a:cubicBezTo>
                  <a:pt x="991257" y="62942"/>
                  <a:pt x="991168" y="66879"/>
                  <a:pt x="990990" y="70927"/>
                </a:cubicBezTo>
                <a:cubicBezTo>
                  <a:pt x="990813" y="74975"/>
                  <a:pt x="990724" y="79269"/>
                  <a:pt x="990724" y="83807"/>
                </a:cubicBezTo>
                <a:lnTo>
                  <a:pt x="990724" y="92479"/>
                </a:lnTo>
                <a:cubicBezTo>
                  <a:pt x="990724" y="93903"/>
                  <a:pt x="990746" y="95305"/>
                  <a:pt x="990791" y="96684"/>
                </a:cubicBezTo>
                <a:cubicBezTo>
                  <a:pt x="990836" y="98063"/>
                  <a:pt x="990902" y="99375"/>
                  <a:pt x="990990" y="100620"/>
                </a:cubicBezTo>
                <a:cubicBezTo>
                  <a:pt x="989211" y="100442"/>
                  <a:pt x="987343" y="100353"/>
                  <a:pt x="985387" y="100353"/>
                </a:cubicBezTo>
                <a:cubicBezTo>
                  <a:pt x="983517" y="100353"/>
                  <a:pt x="981694" y="100442"/>
                  <a:pt x="979915" y="100620"/>
                </a:cubicBezTo>
                <a:cubicBezTo>
                  <a:pt x="980093" y="95994"/>
                  <a:pt x="980293" y="91234"/>
                  <a:pt x="980514" y="86342"/>
                </a:cubicBezTo>
                <a:cubicBezTo>
                  <a:pt x="980736" y="81448"/>
                  <a:pt x="980848" y="76421"/>
                  <a:pt x="980848" y="71261"/>
                </a:cubicBezTo>
                <a:lnTo>
                  <a:pt x="980848" y="63120"/>
                </a:lnTo>
                <a:close/>
                <a:moveTo>
                  <a:pt x="1023687" y="19351"/>
                </a:moveTo>
                <a:cubicBezTo>
                  <a:pt x="1023420" y="22731"/>
                  <a:pt x="1023219" y="26045"/>
                  <a:pt x="1023084" y="29292"/>
                </a:cubicBezTo>
                <a:cubicBezTo>
                  <a:pt x="1022951" y="32539"/>
                  <a:pt x="1022796" y="35808"/>
                  <a:pt x="1022618" y="39100"/>
                </a:cubicBezTo>
                <a:cubicBezTo>
                  <a:pt x="1023597" y="39100"/>
                  <a:pt x="1025421" y="39078"/>
                  <a:pt x="1028089" y="39033"/>
                </a:cubicBezTo>
                <a:cubicBezTo>
                  <a:pt x="1030758" y="38988"/>
                  <a:pt x="1033650" y="38877"/>
                  <a:pt x="1036764" y="38699"/>
                </a:cubicBezTo>
                <a:cubicBezTo>
                  <a:pt x="1036676" y="38967"/>
                  <a:pt x="1036632" y="39456"/>
                  <a:pt x="1036632" y="40167"/>
                </a:cubicBezTo>
                <a:lnTo>
                  <a:pt x="1036632" y="41503"/>
                </a:lnTo>
                <a:lnTo>
                  <a:pt x="1036632" y="42971"/>
                </a:lnTo>
                <a:cubicBezTo>
                  <a:pt x="1036632" y="43593"/>
                  <a:pt x="1036676" y="44038"/>
                  <a:pt x="1036764" y="44305"/>
                </a:cubicBezTo>
                <a:cubicBezTo>
                  <a:pt x="1035607" y="44216"/>
                  <a:pt x="1034406" y="44149"/>
                  <a:pt x="1033160" y="44106"/>
                </a:cubicBezTo>
                <a:cubicBezTo>
                  <a:pt x="1031915" y="44061"/>
                  <a:pt x="1030580" y="44038"/>
                  <a:pt x="1029156" y="44038"/>
                </a:cubicBezTo>
                <a:lnTo>
                  <a:pt x="1022618" y="44038"/>
                </a:lnTo>
                <a:cubicBezTo>
                  <a:pt x="1022530" y="44394"/>
                  <a:pt x="1022418" y="45817"/>
                  <a:pt x="1022284" y="48308"/>
                </a:cubicBezTo>
                <a:cubicBezTo>
                  <a:pt x="1022151" y="50799"/>
                  <a:pt x="1022040" y="53758"/>
                  <a:pt x="1021950" y="57183"/>
                </a:cubicBezTo>
                <a:cubicBezTo>
                  <a:pt x="1021862" y="60608"/>
                  <a:pt x="1021795" y="64189"/>
                  <a:pt x="1021750" y="67926"/>
                </a:cubicBezTo>
                <a:cubicBezTo>
                  <a:pt x="1021706" y="71662"/>
                  <a:pt x="1021683" y="74998"/>
                  <a:pt x="1021683" y="77934"/>
                </a:cubicBezTo>
                <a:cubicBezTo>
                  <a:pt x="1021683" y="80425"/>
                  <a:pt x="1021750" y="82872"/>
                  <a:pt x="1021883" y="85275"/>
                </a:cubicBezTo>
                <a:cubicBezTo>
                  <a:pt x="1022017" y="87676"/>
                  <a:pt x="1022440" y="89833"/>
                  <a:pt x="1023151" y="91746"/>
                </a:cubicBezTo>
                <a:cubicBezTo>
                  <a:pt x="1023864" y="93659"/>
                  <a:pt x="1024932" y="95194"/>
                  <a:pt x="1026354" y="96350"/>
                </a:cubicBezTo>
                <a:cubicBezTo>
                  <a:pt x="1027779" y="97507"/>
                  <a:pt x="1029825" y="98085"/>
                  <a:pt x="1032494" y="98085"/>
                </a:cubicBezTo>
                <a:cubicBezTo>
                  <a:pt x="1033205" y="98085"/>
                  <a:pt x="1034162" y="97996"/>
                  <a:pt x="1035363" y="97818"/>
                </a:cubicBezTo>
                <a:cubicBezTo>
                  <a:pt x="1036564" y="97640"/>
                  <a:pt x="1037610" y="97418"/>
                  <a:pt x="1038499" y="97150"/>
                </a:cubicBezTo>
                <a:lnTo>
                  <a:pt x="1038499" y="100353"/>
                </a:lnTo>
                <a:cubicBezTo>
                  <a:pt x="1036987" y="100621"/>
                  <a:pt x="1035318" y="100954"/>
                  <a:pt x="1033494" y="101353"/>
                </a:cubicBezTo>
                <a:cubicBezTo>
                  <a:pt x="1031671" y="101754"/>
                  <a:pt x="1029914" y="101954"/>
                  <a:pt x="1028224" y="101954"/>
                </a:cubicBezTo>
                <a:cubicBezTo>
                  <a:pt x="1022619" y="101954"/>
                  <a:pt x="1018482" y="100575"/>
                  <a:pt x="1015813" y="97818"/>
                </a:cubicBezTo>
                <a:cubicBezTo>
                  <a:pt x="1013144" y="95060"/>
                  <a:pt x="1011809" y="91012"/>
                  <a:pt x="1011809" y="85674"/>
                </a:cubicBezTo>
                <a:cubicBezTo>
                  <a:pt x="1011809" y="83273"/>
                  <a:pt x="1011854" y="80671"/>
                  <a:pt x="1011942" y="77869"/>
                </a:cubicBezTo>
                <a:cubicBezTo>
                  <a:pt x="1012031" y="75066"/>
                  <a:pt x="1012143" y="71996"/>
                  <a:pt x="1012276" y="68661"/>
                </a:cubicBezTo>
                <a:cubicBezTo>
                  <a:pt x="1012409" y="65324"/>
                  <a:pt x="1012520" y="61632"/>
                  <a:pt x="1012610" y="57584"/>
                </a:cubicBezTo>
                <a:cubicBezTo>
                  <a:pt x="1012699" y="53536"/>
                  <a:pt x="1012744" y="49020"/>
                  <a:pt x="1012744" y="44038"/>
                </a:cubicBezTo>
                <a:lnTo>
                  <a:pt x="1008472" y="44038"/>
                </a:lnTo>
                <a:cubicBezTo>
                  <a:pt x="1007761" y="44038"/>
                  <a:pt x="1007005" y="44061"/>
                  <a:pt x="1006204" y="44106"/>
                </a:cubicBezTo>
                <a:cubicBezTo>
                  <a:pt x="1005403" y="44149"/>
                  <a:pt x="1004558" y="44216"/>
                  <a:pt x="1003668" y="44305"/>
                </a:cubicBezTo>
                <a:cubicBezTo>
                  <a:pt x="1003758" y="43772"/>
                  <a:pt x="1003825" y="43261"/>
                  <a:pt x="1003868" y="42772"/>
                </a:cubicBezTo>
                <a:cubicBezTo>
                  <a:pt x="1003913" y="42282"/>
                  <a:pt x="1003935" y="41770"/>
                  <a:pt x="1003935" y="41236"/>
                </a:cubicBezTo>
                <a:cubicBezTo>
                  <a:pt x="1003935" y="40791"/>
                  <a:pt x="1003913" y="40347"/>
                  <a:pt x="1003868" y="39903"/>
                </a:cubicBezTo>
                <a:cubicBezTo>
                  <a:pt x="1003825" y="39457"/>
                  <a:pt x="1003758" y="39012"/>
                  <a:pt x="1003668" y="38567"/>
                </a:cubicBezTo>
                <a:cubicBezTo>
                  <a:pt x="1007672" y="38833"/>
                  <a:pt x="1010607" y="38966"/>
                  <a:pt x="1012475" y="38966"/>
                </a:cubicBezTo>
                <a:cubicBezTo>
                  <a:pt x="1012387" y="37188"/>
                  <a:pt x="1012321" y="34964"/>
                  <a:pt x="1012276" y="32295"/>
                </a:cubicBezTo>
                <a:cubicBezTo>
                  <a:pt x="1012231" y="29626"/>
                  <a:pt x="1012120" y="26868"/>
                  <a:pt x="1011942" y="24020"/>
                </a:cubicBezTo>
                <a:lnTo>
                  <a:pt x="1023019" y="19351"/>
                </a:lnTo>
                <a:lnTo>
                  <a:pt x="1023687" y="19351"/>
                </a:lnTo>
                <a:close/>
                <a:moveTo>
                  <a:pt x="1079200" y="48174"/>
                </a:moveTo>
                <a:cubicBezTo>
                  <a:pt x="1078756" y="47641"/>
                  <a:pt x="1077888" y="47152"/>
                  <a:pt x="1076597" y="46708"/>
                </a:cubicBezTo>
                <a:cubicBezTo>
                  <a:pt x="1075308" y="46263"/>
                  <a:pt x="1073996" y="46040"/>
                  <a:pt x="1072661" y="46040"/>
                </a:cubicBezTo>
                <a:cubicBezTo>
                  <a:pt x="1070526" y="46040"/>
                  <a:pt x="1068613" y="46529"/>
                  <a:pt x="1066923" y="47508"/>
                </a:cubicBezTo>
                <a:cubicBezTo>
                  <a:pt x="1065233" y="48487"/>
                  <a:pt x="1063810" y="49799"/>
                  <a:pt x="1062653" y="51444"/>
                </a:cubicBezTo>
                <a:cubicBezTo>
                  <a:pt x="1061496" y="53090"/>
                  <a:pt x="1060607" y="55047"/>
                  <a:pt x="1059983" y="57317"/>
                </a:cubicBezTo>
                <a:cubicBezTo>
                  <a:pt x="1059362" y="59585"/>
                  <a:pt x="1059051" y="62009"/>
                  <a:pt x="1059051" y="64588"/>
                </a:cubicBezTo>
                <a:lnTo>
                  <a:pt x="1059051" y="79268"/>
                </a:lnTo>
                <a:cubicBezTo>
                  <a:pt x="1059051" y="85229"/>
                  <a:pt x="1059073" y="89789"/>
                  <a:pt x="1059116" y="92948"/>
                </a:cubicBezTo>
                <a:cubicBezTo>
                  <a:pt x="1059161" y="96105"/>
                  <a:pt x="1059317" y="98663"/>
                  <a:pt x="1059584" y="100620"/>
                </a:cubicBezTo>
                <a:cubicBezTo>
                  <a:pt x="1057805" y="100442"/>
                  <a:pt x="1056025" y="100353"/>
                  <a:pt x="1054245" y="100353"/>
                </a:cubicBezTo>
                <a:cubicBezTo>
                  <a:pt x="1052288" y="100353"/>
                  <a:pt x="1050420" y="100442"/>
                  <a:pt x="1048641" y="100620"/>
                </a:cubicBezTo>
                <a:cubicBezTo>
                  <a:pt x="1048907" y="97596"/>
                  <a:pt x="1049063" y="93481"/>
                  <a:pt x="1049108" y="88276"/>
                </a:cubicBezTo>
                <a:cubicBezTo>
                  <a:pt x="1049152" y="83072"/>
                  <a:pt x="1049175" y="76689"/>
                  <a:pt x="1049175" y="69127"/>
                </a:cubicBezTo>
                <a:lnTo>
                  <a:pt x="1049175" y="64855"/>
                </a:lnTo>
                <a:cubicBezTo>
                  <a:pt x="1049175" y="61387"/>
                  <a:pt x="1049152" y="57384"/>
                  <a:pt x="1049108" y="52847"/>
                </a:cubicBezTo>
                <a:cubicBezTo>
                  <a:pt x="1049063" y="48309"/>
                  <a:pt x="1048907" y="43104"/>
                  <a:pt x="1048641" y="37231"/>
                </a:cubicBezTo>
                <a:cubicBezTo>
                  <a:pt x="1049620" y="37410"/>
                  <a:pt x="1050554" y="37566"/>
                  <a:pt x="1051443" y="37699"/>
                </a:cubicBezTo>
                <a:cubicBezTo>
                  <a:pt x="1052332" y="37833"/>
                  <a:pt x="1053266" y="37899"/>
                  <a:pt x="1054245" y="37899"/>
                </a:cubicBezTo>
                <a:cubicBezTo>
                  <a:pt x="1055046" y="37899"/>
                  <a:pt x="1055891" y="37833"/>
                  <a:pt x="1056780" y="37699"/>
                </a:cubicBezTo>
                <a:cubicBezTo>
                  <a:pt x="1057671" y="37566"/>
                  <a:pt x="1058606" y="37410"/>
                  <a:pt x="1059584" y="37231"/>
                </a:cubicBezTo>
                <a:cubicBezTo>
                  <a:pt x="1059229" y="40435"/>
                  <a:pt x="1059028" y="42971"/>
                  <a:pt x="1058984" y="44839"/>
                </a:cubicBezTo>
                <a:cubicBezTo>
                  <a:pt x="1058939" y="46707"/>
                  <a:pt x="1058916" y="48486"/>
                  <a:pt x="1058916" y="50176"/>
                </a:cubicBezTo>
                <a:lnTo>
                  <a:pt x="1059183" y="50310"/>
                </a:lnTo>
                <a:cubicBezTo>
                  <a:pt x="1064433" y="40702"/>
                  <a:pt x="1070305" y="35897"/>
                  <a:pt x="1076799" y="35897"/>
                </a:cubicBezTo>
                <a:cubicBezTo>
                  <a:pt x="1077600" y="35897"/>
                  <a:pt x="1078289" y="35942"/>
                  <a:pt x="1078868" y="36032"/>
                </a:cubicBezTo>
                <a:cubicBezTo>
                  <a:pt x="1079446" y="36120"/>
                  <a:pt x="1080180" y="36342"/>
                  <a:pt x="1081069" y="36698"/>
                </a:cubicBezTo>
                <a:cubicBezTo>
                  <a:pt x="1080624" y="37766"/>
                  <a:pt x="1080356" y="39390"/>
                  <a:pt x="1080267" y="41570"/>
                </a:cubicBezTo>
                <a:cubicBezTo>
                  <a:pt x="1080178" y="43749"/>
                  <a:pt x="1080134" y="45728"/>
                  <a:pt x="1080134" y="47508"/>
                </a:cubicBezTo>
                <a:lnTo>
                  <a:pt x="1079200" y="48174"/>
                </a:lnTo>
                <a:close/>
                <a:moveTo>
                  <a:pt x="1099352" y="69127"/>
                </a:moveTo>
                <a:cubicBezTo>
                  <a:pt x="1099352" y="72863"/>
                  <a:pt x="1099685" y="76466"/>
                  <a:pt x="1100351" y="79936"/>
                </a:cubicBezTo>
                <a:cubicBezTo>
                  <a:pt x="1101019" y="83406"/>
                  <a:pt x="1102154" y="86497"/>
                  <a:pt x="1103754" y="89211"/>
                </a:cubicBezTo>
                <a:cubicBezTo>
                  <a:pt x="1105356" y="91925"/>
                  <a:pt x="1107491" y="94082"/>
                  <a:pt x="1110160" y="95684"/>
                </a:cubicBezTo>
                <a:cubicBezTo>
                  <a:pt x="1112829" y="97285"/>
                  <a:pt x="1116121" y="98085"/>
                  <a:pt x="1120036" y="98085"/>
                </a:cubicBezTo>
                <a:cubicBezTo>
                  <a:pt x="1123951" y="98085"/>
                  <a:pt x="1127243" y="97285"/>
                  <a:pt x="1129912" y="95684"/>
                </a:cubicBezTo>
                <a:cubicBezTo>
                  <a:pt x="1132581" y="94082"/>
                  <a:pt x="1134716" y="91925"/>
                  <a:pt x="1136316" y="89211"/>
                </a:cubicBezTo>
                <a:cubicBezTo>
                  <a:pt x="1137918" y="86497"/>
                  <a:pt x="1139052" y="83406"/>
                  <a:pt x="1139719" y="79936"/>
                </a:cubicBezTo>
                <a:cubicBezTo>
                  <a:pt x="1140387" y="76466"/>
                  <a:pt x="1140720" y="72863"/>
                  <a:pt x="1140720" y="69127"/>
                </a:cubicBezTo>
                <a:cubicBezTo>
                  <a:pt x="1140720" y="65390"/>
                  <a:pt x="1140387" y="61787"/>
                  <a:pt x="1139719" y="58317"/>
                </a:cubicBezTo>
                <a:cubicBezTo>
                  <a:pt x="1139052" y="54847"/>
                  <a:pt x="1137918" y="51756"/>
                  <a:pt x="1136316" y="49044"/>
                </a:cubicBezTo>
                <a:cubicBezTo>
                  <a:pt x="1134716" y="46330"/>
                  <a:pt x="1132581" y="44172"/>
                  <a:pt x="1129912" y="42570"/>
                </a:cubicBezTo>
                <a:cubicBezTo>
                  <a:pt x="1127243" y="40968"/>
                  <a:pt x="1123951" y="40167"/>
                  <a:pt x="1120036" y="40167"/>
                </a:cubicBezTo>
                <a:cubicBezTo>
                  <a:pt x="1116121" y="40167"/>
                  <a:pt x="1112829" y="40968"/>
                  <a:pt x="1110160" y="42570"/>
                </a:cubicBezTo>
                <a:cubicBezTo>
                  <a:pt x="1107491" y="44172"/>
                  <a:pt x="1105356" y="46330"/>
                  <a:pt x="1103754" y="49044"/>
                </a:cubicBezTo>
                <a:cubicBezTo>
                  <a:pt x="1102154" y="51756"/>
                  <a:pt x="1101019" y="54847"/>
                  <a:pt x="1100351" y="58317"/>
                </a:cubicBezTo>
                <a:cubicBezTo>
                  <a:pt x="1099685" y="61787"/>
                  <a:pt x="1099352" y="65390"/>
                  <a:pt x="1099352" y="69127"/>
                </a:cubicBezTo>
                <a:moveTo>
                  <a:pt x="1087608" y="69127"/>
                </a:moveTo>
                <a:cubicBezTo>
                  <a:pt x="1087608" y="63077"/>
                  <a:pt x="1088565" y="57939"/>
                  <a:pt x="1090478" y="53713"/>
                </a:cubicBezTo>
                <a:cubicBezTo>
                  <a:pt x="1092390" y="49487"/>
                  <a:pt x="1094903" y="46062"/>
                  <a:pt x="1098016" y="43438"/>
                </a:cubicBezTo>
                <a:cubicBezTo>
                  <a:pt x="1101130" y="40814"/>
                  <a:pt x="1104622" y="38901"/>
                  <a:pt x="1108492" y="37699"/>
                </a:cubicBezTo>
                <a:cubicBezTo>
                  <a:pt x="1112363" y="36498"/>
                  <a:pt x="1116211" y="35897"/>
                  <a:pt x="1120036" y="35897"/>
                </a:cubicBezTo>
                <a:cubicBezTo>
                  <a:pt x="1123951" y="35897"/>
                  <a:pt x="1127821" y="36498"/>
                  <a:pt x="1131647" y="37699"/>
                </a:cubicBezTo>
                <a:cubicBezTo>
                  <a:pt x="1135472" y="38901"/>
                  <a:pt x="1138941" y="40814"/>
                  <a:pt x="1142054" y="43438"/>
                </a:cubicBezTo>
                <a:cubicBezTo>
                  <a:pt x="1145168" y="46062"/>
                  <a:pt x="1147682" y="49487"/>
                  <a:pt x="1149595" y="53713"/>
                </a:cubicBezTo>
                <a:cubicBezTo>
                  <a:pt x="1151507" y="57939"/>
                  <a:pt x="1152464" y="63077"/>
                  <a:pt x="1152464" y="69127"/>
                </a:cubicBezTo>
                <a:cubicBezTo>
                  <a:pt x="1152464" y="75176"/>
                  <a:pt x="1151507" y="80314"/>
                  <a:pt x="1149595" y="84540"/>
                </a:cubicBezTo>
                <a:cubicBezTo>
                  <a:pt x="1147682" y="88766"/>
                  <a:pt x="1145168" y="92191"/>
                  <a:pt x="1142054" y="94817"/>
                </a:cubicBezTo>
                <a:cubicBezTo>
                  <a:pt x="1138941" y="97441"/>
                  <a:pt x="1135472" y="99286"/>
                  <a:pt x="1131647" y="100353"/>
                </a:cubicBezTo>
                <a:cubicBezTo>
                  <a:pt x="1127821" y="101420"/>
                  <a:pt x="1123951" y="101954"/>
                  <a:pt x="1120036" y="101954"/>
                </a:cubicBezTo>
                <a:cubicBezTo>
                  <a:pt x="1116211" y="101954"/>
                  <a:pt x="1112363" y="101420"/>
                  <a:pt x="1108492" y="100353"/>
                </a:cubicBezTo>
                <a:cubicBezTo>
                  <a:pt x="1104622" y="99286"/>
                  <a:pt x="1101130" y="97441"/>
                  <a:pt x="1098016" y="94817"/>
                </a:cubicBezTo>
                <a:cubicBezTo>
                  <a:pt x="1094903" y="92191"/>
                  <a:pt x="1092390" y="88766"/>
                  <a:pt x="1090478" y="84540"/>
                </a:cubicBezTo>
                <a:cubicBezTo>
                  <a:pt x="1088565" y="80314"/>
                  <a:pt x="1087608" y="75176"/>
                  <a:pt x="1087608" y="69127"/>
                </a:cubicBezTo>
                <a:close/>
                <a:moveTo>
                  <a:pt x="1170747" y="38433"/>
                </a:moveTo>
                <a:cubicBezTo>
                  <a:pt x="1170747" y="35408"/>
                  <a:pt x="1170725" y="32117"/>
                  <a:pt x="1170680" y="28559"/>
                </a:cubicBezTo>
                <a:cubicBezTo>
                  <a:pt x="1170635" y="24999"/>
                  <a:pt x="1170568" y="21485"/>
                  <a:pt x="1170479" y="18015"/>
                </a:cubicBezTo>
                <a:cubicBezTo>
                  <a:pt x="1170390" y="14545"/>
                  <a:pt x="1170279" y="11231"/>
                  <a:pt x="1170145" y="8074"/>
                </a:cubicBezTo>
                <a:cubicBezTo>
                  <a:pt x="1170012" y="4915"/>
                  <a:pt x="1169856" y="2224"/>
                  <a:pt x="1169678" y="0"/>
                </a:cubicBezTo>
                <a:cubicBezTo>
                  <a:pt x="1172169" y="445"/>
                  <a:pt x="1174172" y="668"/>
                  <a:pt x="1175685" y="668"/>
                </a:cubicBezTo>
                <a:cubicBezTo>
                  <a:pt x="1177198" y="668"/>
                  <a:pt x="1179199" y="445"/>
                  <a:pt x="1181690" y="0"/>
                </a:cubicBezTo>
                <a:cubicBezTo>
                  <a:pt x="1181513" y="2224"/>
                  <a:pt x="1181356" y="4915"/>
                  <a:pt x="1181222" y="8074"/>
                </a:cubicBezTo>
                <a:cubicBezTo>
                  <a:pt x="1181089" y="11231"/>
                  <a:pt x="1180978" y="14545"/>
                  <a:pt x="1180888" y="18015"/>
                </a:cubicBezTo>
                <a:cubicBezTo>
                  <a:pt x="1180800" y="21485"/>
                  <a:pt x="1180733" y="24999"/>
                  <a:pt x="1180689" y="28559"/>
                </a:cubicBezTo>
                <a:cubicBezTo>
                  <a:pt x="1180644" y="32117"/>
                  <a:pt x="1180621" y="35408"/>
                  <a:pt x="1180621" y="38433"/>
                </a:cubicBezTo>
                <a:lnTo>
                  <a:pt x="1180621" y="62587"/>
                </a:lnTo>
                <a:cubicBezTo>
                  <a:pt x="1180621" y="65613"/>
                  <a:pt x="1180644" y="68905"/>
                  <a:pt x="1180689" y="72463"/>
                </a:cubicBezTo>
                <a:cubicBezTo>
                  <a:pt x="1180733" y="76021"/>
                  <a:pt x="1180800" y="79535"/>
                  <a:pt x="1180888" y="83004"/>
                </a:cubicBezTo>
                <a:cubicBezTo>
                  <a:pt x="1180978" y="86474"/>
                  <a:pt x="1181089" y="89766"/>
                  <a:pt x="1181222" y="92880"/>
                </a:cubicBezTo>
                <a:cubicBezTo>
                  <a:pt x="1181356" y="95994"/>
                  <a:pt x="1181513" y="98574"/>
                  <a:pt x="1181690" y="100620"/>
                </a:cubicBezTo>
                <a:cubicBezTo>
                  <a:pt x="1179643" y="100442"/>
                  <a:pt x="1177642" y="100353"/>
                  <a:pt x="1175685" y="100353"/>
                </a:cubicBezTo>
                <a:cubicBezTo>
                  <a:pt x="1173728" y="100353"/>
                  <a:pt x="1171726" y="100442"/>
                  <a:pt x="1169678" y="100620"/>
                </a:cubicBezTo>
                <a:cubicBezTo>
                  <a:pt x="1169856" y="98574"/>
                  <a:pt x="1170012" y="95994"/>
                  <a:pt x="1170145" y="92880"/>
                </a:cubicBezTo>
                <a:cubicBezTo>
                  <a:pt x="1170279" y="89766"/>
                  <a:pt x="1170390" y="86474"/>
                  <a:pt x="1170479" y="83004"/>
                </a:cubicBezTo>
                <a:cubicBezTo>
                  <a:pt x="1170568" y="79535"/>
                  <a:pt x="1170635" y="76021"/>
                  <a:pt x="1170680" y="72463"/>
                </a:cubicBezTo>
                <a:cubicBezTo>
                  <a:pt x="1170725" y="68905"/>
                  <a:pt x="1170747" y="65613"/>
                  <a:pt x="1170747" y="62587"/>
                </a:cubicBezTo>
                <a:lnTo>
                  <a:pt x="1170747" y="38433"/>
                </a:lnTo>
                <a:close/>
                <a:moveTo>
                  <a:pt x="1275770" y="67392"/>
                </a:moveTo>
                <a:cubicBezTo>
                  <a:pt x="1274258" y="67926"/>
                  <a:pt x="1272500" y="68370"/>
                  <a:pt x="1270498" y="68726"/>
                </a:cubicBezTo>
                <a:cubicBezTo>
                  <a:pt x="1268497" y="69082"/>
                  <a:pt x="1266474" y="69460"/>
                  <a:pt x="1264428" y="69860"/>
                </a:cubicBezTo>
                <a:cubicBezTo>
                  <a:pt x="1262382" y="70261"/>
                  <a:pt x="1260358" y="70773"/>
                  <a:pt x="1258356" y="71396"/>
                </a:cubicBezTo>
                <a:cubicBezTo>
                  <a:pt x="1256354" y="72017"/>
                  <a:pt x="1254574" y="72862"/>
                  <a:pt x="1253017" y="73931"/>
                </a:cubicBezTo>
                <a:cubicBezTo>
                  <a:pt x="1251461" y="74998"/>
                  <a:pt x="1250216" y="76332"/>
                  <a:pt x="1249280" y="77934"/>
                </a:cubicBezTo>
                <a:cubicBezTo>
                  <a:pt x="1248346" y="79536"/>
                  <a:pt x="1247879" y="81582"/>
                  <a:pt x="1247879" y="84073"/>
                </a:cubicBezTo>
                <a:cubicBezTo>
                  <a:pt x="1247879" y="88255"/>
                  <a:pt x="1249080" y="91413"/>
                  <a:pt x="1251481" y="93548"/>
                </a:cubicBezTo>
                <a:cubicBezTo>
                  <a:pt x="1253884" y="95684"/>
                  <a:pt x="1256554" y="96751"/>
                  <a:pt x="1259490" y="96751"/>
                </a:cubicBezTo>
                <a:cubicBezTo>
                  <a:pt x="1262870" y="96751"/>
                  <a:pt x="1265961" y="95817"/>
                  <a:pt x="1268763" y="93949"/>
                </a:cubicBezTo>
                <a:cubicBezTo>
                  <a:pt x="1271567" y="92080"/>
                  <a:pt x="1273724" y="89900"/>
                  <a:pt x="1275237" y="87409"/>
                </a:cubicBezTo>
                <a:lnTo>
                  <a:pt x="1275770" y="67392"/>
                </a:lnTo>
                <a:moveTo>
                  <a:pt x="1242809" y="43637"/>
                </a:moveTo>
                <a:cubicBezTo>
                  <a:pt x="1246812" y="40613"/>
                  <a:pt x="1250504" y="38567"/>
                  <a:pt x="1253884" y="37500"/>
                </a:cubicBezTo>
                <a:cubicBezTo>
                  <a:pt x="1257266" y="36432"/>
                  <a:pt x="1260736" y="35897"/>
                  <a:pt x="1264294" y="35897"/>
                </a:cubicBezTo>
                <a:cubicBezTo>
                  <a:pt x="1267497" y="35897"/>
                  <a:pt x="1270434" y="36364"/>
                  <a:pt x="1273103" y="37298"/>
                </a:cubicBezTo>
                <a:cubicBezTo>
                  <a:pt x="1275771" y="38232"/>
                  <a:pt x="1278040" y="39567"/>
                  <a:pt x="1279908" y="41302"/>
                </a:cubicBezTo>
                <a:cubicBezTo>
                  <a:pt x="1281776" y="43037"/>
                  <a:pt x="1283243" y="45128"/>
                  <a:pt x="1284310" y="47575"/>
                </a:cubicBezTo>
                <a:cubicBezTo>
                  <a:pt x="1285379" y="50022"/>
                  <a:pt x="1285913" y="52712"/>
                  <a:pt x="1285913" y="55647"/>
                </a:cubicBezTo>
                <a:cubicBezTo>
                  <a:pt x="1285913" y="60719"/>
                  <a:pt x="1285824" y="65768"/>
                  <a:pt x="1285646" y="70795"/>
                </a:cubicBezTo>
                <a:cubicBezTo>
                  <a:pt x="1285468" y="75822"/>
                  <a:pt x="1285379" y="81137"/>
                  <a:pt x="1285379" y="86741"/>
                </a:cubicBezTo>
                <a:cubicBezTo>
                  <a:pt x="1285379" y="87809"/>
                  <a:pt x="1285402" y="88944"/>
                  <a:pt x="1285446" y="90146"/>
                </a:cubicBezTo>
                <a:cubicBezTo>
                  <a:pt x="1285491" y="91346"/>
                  <a:pt x="1285691" y="92413"/>
                  <a:pt x="1286047" y="93347"/>
                </a:cubicBezTo>
                <a:cubicBezTo>
                  <a:pt x="1286403" y="94281"/>
                  <a:pt x="1286914" y="95059"/>
                  <a:pt x="1287580" y="95682"/>
                </a:cubicBezTo>
                <a:cubicBezTo>
                  <a:pt x="1288248" y="96305"/>
                  <a:pt x="1289249" y="96617"/>
                  <a:pt x="1290584" y="96617"/>
                </a:cubicBezTo>
                <a:cubicBezTo>
                  <a:pt x="1291029" y="96617"/>
                  <a:pt x="1291496" y="96595"/>
                  <a:pt x="1291985" y="96550"/>
                </a:cubicBezTo>
                <a:cubicBezTo>
                  <a:pt x="1292475" y="96505"/>
                  <a:pt x="1292942" y="96349"/>
                  <a:pt x="1293386" y="96083"/>
                </a:cubicBezTo>
                <a:lnTo>
                  <a:pt x="1293386" y="99020"/>
                </a:lnTo>
                <a:cubicBezTo>
                  <a:pt x="1292407" y="99464"/>
                  <a:pt x="1291184" y="99819"/>
                  <a:pt x="1289716" y="100087"/>
                </a:cubicBezTo>
                <a:cubicBezTo>
                  <a:pt x="1288249" y="100354"/>
                  <a:pt x="1286625" y="100488"/>
                  <a:pt x="1284846" y="100488"/>
                </a:cubicBezTo>
                <a:cubicBezTo>
                  <a:pt x="1281999" y="100488"/>
                  <a:pt x="1279820" y="99754"/>
                  <a:pt x="1278307" y="98287"/>
                </a:cubicBezTo>
                <a:cubicBezTo>
                  <a:pt x="1276795" y="96818"/>
                  <a:pt x="1275905" y="94927"/>
                  <a:pt x="1275638" y="92614"/>
                </a:cubicBezTo>
                <a:cubicBezTo>
                  <a:pt x="1272435" y="95816"/>
                  <a:pt x="1269277" y="98173"/>
                  <a:pt x="1266163" y="99686"/>
                </a:cubicBezTo>
                <a:cubicBezTo>
                  <a:pt x="1263049" y="101198"/>
                  <a:pt x="1259223" y="101954"/>
                  <a:pt x="1254687" y="101954"/>
                </a:cubicBezTo>
                <a:cubicBezTo>
                  <a:pt x="1252462" y="101954"/>
                  <a:pt x="1250281" y="101642"/>
                  <a:pt x="1248146" y="101019"/>
                </a:cubicBezTo>
                <a:cubicBezTo>
                  <a:pt x="1246012" y="100398"/>
                  <a:pt x="1244122" y="99375"/>
                  <a:pt x="1242475" y="97953"/>
                </a:cubicBezTo>
                <a:cubicBezTo>
                  <a:pt x="1240830" y="96529"/>
                  <a:pt x="1239495" y="94816"/>
                  <a:pt x="1238472" y="92815"/>
                </a:cubicBezTo>
                <a:cubicBezTo>
                  <a:pt x="1237450" y="90813"/>
                  <a:pt x="1236938" y="88521"/>
                  <a:pt x="1236938" y="85941"/>
                </a:cubicBezTo>
                <a:cubicBezTo>
                  <a:pt x="1236938" y="80603"/>
                  <a:pt x="1238606" y="76467"/>
                  <a:pt x="1241942" y="73532"/>
                </a:cubicBezTo>
                <a:cubicBezTo>
                  <a:pt x="1245278" y="70595"/>
                  <a:pt x="1249882" y="68638"/>
                  <a:pt x="1255754" y="67659"/>
                </a:cubicBezTo>
                <a:cubicBezTo>
                  <a:pt x="1260558" y="66858"/>
                  <a:pt x="1264317" y="66169"/>
                  <a:pt x="1267030" y="65590"/>
                </a:cubicBezTo>
                <a:cubicBezTo>
                  <a:pt x="1269744" y="65012"/>
                  <a:pt x="1271746" y="64411"/>
                  <a:pt x="1273035" y="63788"/>
                </a:cubicBezTo>
                <a:cubicBezTo>
                  <a:pt x="1274325" y="63165"/>
                  <a:pt x="1275103" y="62431"/>
                  <a:pt x="1275369" y="61587"/>
                </a:cubicBezTo>
                <a:cubicBezTo>
                  <a:pt x="1275636" y="60741"/>
                  <a:pt x="1275770" y="59651"/>
                  <a:pt x="1275770" y="58317"/>
                </a:cubicBezTo>
                <a:cubicBezTo>
                  <a:pt x="1275770" y="56093"/>
                  <a:pt x="1275503" y="53958"/>
                  <a:pt x="1274970" y="51913"/>
                </a:cubicBezTo>
                <a:cubicBezTo>
                  <a:pt x="1274436" y="49866"/>
                  <a:pt x="1273591" y="48086"/>
                  <a:pt x="1272435" y="46574"/>
                </a:cubicBezTo>
                <a:cubicBezTo>
                  <a:pt x="1271278" y="45061"/>
                  <a:pt x="1269766" y="43838"/>
                  <a:pt x="1267898" y="42904"/>
                </a:cubicBezTo>
                <a:cubicBezTo>
                  <a:pt x="1266030" y="41970"/>
                  <a:pt x="1263761" y="41503"/>
                  <a:pt x="1261093" y="41503"/>
                </a:cubicBezTo>
                <a:cubicBezTo>
                  <a:pt x="1257533" y="41503"/>
                  <a:pt x="1254219" y="42304"/>
                  <a:pt x="1251150" y="43906"/>
                </a:cubicBezTo>
                <a:cubicBezTo>
                  <a:pt x="1248080" y="45507"/>
                  <a:pt x="1245789" y="47730"/>
                  <a:pt x="1244277" y="50577"/>
                </a:cubicBezTo>
                <a:lnTo>
                  <a:pt x="1242809" y="50577"/>
                </a:lnTo>
                <a:lnTo>
                  <a:pt x="1242809" y="43637"/>
                </a:lnTo>
                <a:close/>
                <a:moveTo>
                  <a:pt x="1351703" y="63120"/>
                </a:moveTo>
                <a:cubicBezTo>
                  <a:pt x="1351703" y="56448"/>
                  <a:pt x="1350412" y="51400"/>
                  <a:pt x="1347832" y="47975"/>
                </a:cubicBezTo>
                <a:cubicBezTo>
                  <a:pt x="1345252" y="44550"/>
                  <a:pt x="1341694" y="42837"/>
                  <a:pt x="1337158" y="42837"/>
                </a:cubicBezTo>
                <a:cubicBezTo>
                  <a:pt x="1330931" y="42837"/>
                  <a:pt x="1326371" y="44750"/>
                  <a:pt x="1323480" y="48575"/>
                </a:cubicBezTo>
                <a:cubicBezTo>
                  <a:pt x="1320588" y="52401"/>
                  <a:pt x="1319143" y="57783"/>
                  <a:pt x="1319143" y="64723"/>
                </a:cubicBezTo>
                <a:lnTo>
                  <a:pt x="1319143" y="76065"/>
                </a:lnTo>
                <a:cubicBezTo>
                  <a:pt x="1319143" y="80070"/>
                  <a:pt x="1319209" y="84274"/>
                  <a:pt x="1319342" y="88677"/>
                </a:cubicBezTo>
                <a:cubicBezTo>
                  <a:pt x="1319475" y="93081"/>
                  <a:pt x="1319764" y="97062"/>
                  <a:pt x="1320210" y="100620"/>
                </a:cubicBezTo>
                <a:cubicBezTo>
                  <a:pt x="1318164" y="100442"/>
                  <a:pt x="1316162" y="100353"/>
                  <a:pt x="1314205" y="100353"/>
                </a:cubicBezTo>
                <a:cubicBezTo>
                  <a:pt x="1312247" y="100353"/>
                  <a:pt x="1310245" y="100442"/>
                  <a:pt x="1308200" y="100620"/>
                </a:cubicBezTo>
                <a:cubicBezTo>
                  <a:pt x="1308644" y="97062"/>
                  <a:pt x="1308932" y="93081"/>
                  <a:pt x="1309065" y="88677"/>
                </a:cubicBezTo>
                <a:cubicBezTo>
                  <a:pt x="1309200" y="84274"/>
                  <a:pt x="1309267" y="80070"/>
                  <a:pt x="1309267" y="76065"/>
                </a:cubicBezTo>
                <a:lnTo>
                  <a:pt x="1309267" y="62188"/>
                </a:lnTo>
                <a:cubicBezTo>
                  <a:pt x="1309267" y="58184"/>
                  <a:pt x="1309200" y="53981"/>
                  <a:pt x="1309065" y="49577"/>
                </a:cubicBezTo>
                <a:cubicBezTo>
                  <a:pt x="1308932" y="45173"/>
                  <a:pt x="1308644" y="41058"/>
                  <a:pt x="1308200" y="37231"/>
                </a:cubicBezTo>
                <a:cubicBezTo>
                  <a:pt x="1310691" y="37676"/>
                  <a:pt x="1312692" y="37899"/>
                  <a:pt x="1314205" y="37899"/>
                </a:cubicBezTo>
                <a:cubicBezTo>
                  <a:pt x="1314916" y="37899"/>
                  <a:pt x="1315694" y="37833"/>
                  <a:pt x="1316538" y="37699"/>
                </a:cubicBezTo>
                <a:cubicBezTo>
                  <a:pt x="1317384" y="37566"/>
                  <a:pt x="1318385" y="37410"/>
                  <a:pt x="1319542" y="37231"/>
                </a:cubicBezTo>
                <a:cubicBezTo>
                  <a:pt x="1319276" y="40791"/>
                  <a:pt x="1319143" y="44349"/>
                  <a:pt x="1319143" y="47907"/>
                </a:cubicBezTo>
                <a:lnTo>
                  <a:pt x="1319409" y="47907"/>
                </a:lnTo>
                <a:cubicBezTo>
                  <a:pt x="1321900" y="44082"/>
                  <a:pt x="1324881" y="41124"/>
                  <a:pt x="1328351" y="39033"/>
                </a:cubicBezTo>
                <a:cubicBezTo>
                  <a:pt x="1331820" y="36943"/>
                  <a:pt x="1335957" y="35897"/>
                  <a:pt x="1340762" y="35897"/>
                </a:cubicBezTo>
                <a:cubicBezTo>
                  <a:pt x="1343253" y="35897"/>
                  <a:pt x="1345765" y="36254"/>
                  <a:pt x="1348300" y="36966"/>
                </a:cubicBezTo>
                <a:cubicBezTo>
                  <a:pt x="1350836" y="37678"/>
                  <a:pt x="1353127" y="38901"/>
                  <a:pt x="1355172" y="40636"/>
                </a:cubicBezTo>
                <a:cubicBezTo>
                  <a:pt x="1357220" y="42371"/>
                  <a:pt x="1358888" y="44729"/>
                  <a:pt x="1360178" y="47710"/>
                </a:cubicBezTo>
                <a:cubicBezTo>
                  <a:pt x="1361467" y="50690"/>
                  <a:pt x="1362112" y="54492"/>
                  <a:pt x="1362112" y="59117"/>
                </a:cubicBezTo>
                <a:cubicBezTo>
                  <a:pt x="1362112" y="62942"/>
                  <a:pt x="1362023" y="66879"/>
                  <a:pt x="1361845" y="70927"/>
                </a:cubicBezTo>
                <a:cubicBezTo>
                  <a:pt x="1361667" y="74975"/>
                  <a:pt x="1361578" y="79269"/>
                  <a:pt x="1361578" y="83807"/>
                </a:cubicBezTo>
                <a:lnTo>
                  <a:pt x="1361578" y="92479"/>
                </a:lnTo>
                <a:cubicBezTo>
                  <a:pt x="1361578" y="93903"/>
                  <a:pt x="1361601" y="95305"/>
                  <a:pt x="1361646" y="96684"/>
                </a:cubicBezTo>
                <a:cubicBezTo>
                  <a:pt x="1361690" y="98063"/>
                  <a:pt x="1361757" y="99375"/>
                  <a:pt x="1361845" y="100620"/>
                </a:cubicBezTo>
                <a:cubicBezTo>
                  <a:pt x="1360066" y="100442"/>
                  <a:pt x="1358198" y="100353"/>
                  <a:pt x="1356241" y="100353"/>
                </a:cubicBezTo>
                <a:cubicBezTo>
                  <a:pt x="1354372" y="100353"/>
                  <a:pt x="1352548" y="100442"/>
                  <a:pt x="1350770" y="100620"/>
                </a:cubicBezTo>
                <a:cubicBezTo>
                  <a:pt x="1350948" y="95994"/>
                  <a:pt x="1351147" y="91234"/>
                  <a:pt x="1351369" y="86342"/>
                </a:cubicBezTo>
                <a:cubicBezTo>
                  <a:pt x="1351591" y="81448"/>
                  <a:pt x="1351703" y="76421"/>
                  <a:pt x="1351703" y="71261"/>
                </a:cubicBezTo>
                <a:lnTo>
                  <a:pt x="1351703" y="63120"/>
                </a:lnTo>
                <a:close/>
                <a:moveTo>
                  <a:pt x="1389604" y="70327"/>
                </a:moveTo>
                <a:cubicBezTo>
                  <a:pt x="1389604" y="75666"/>
                  <a:pt x="1390159" y="80070"/>
                  <a:pt x="1391271" y="83540"/>
                </a:cubicBezTo>
                <a:cubicBezTo>
                  <a:pt x="1392383" y="87008"/>
                  <a:pt x="1393806" y="89789"/>
                  <a:pt x="1395541" y="91881"/>
                </a:cubicBezTo>
                <a:cubicBezTo>
                  <a:pt x="1397276" y="93971"/>
                  <a:pt x="1399255" y="95417"/>
                  <a:pt x="1401479" y="96218"/>
                </a:cubicBezTo>
                <a:cubicBezTo>
                  <a:pt x="1403704" y="97017"/>
                  <a:pt x="1405884" y="97417"/>
                  <a:pt x="1408020" y="97417"/>
                </a:cubicBezTo>
                <a:cubicBezTo>
                  <a:pt x="1411489" y="97417"/>
                  <a:pt x="1414470" y="96550"/>
                  <a:pt x="1416961" y="94815"/>
                </a:cubicBezTo>
                <a:cubicBezTo>
                  <a:pt x="1419452" y="93080"/>
                  <a:pt x="1421520" y="90812"/>
                  <a:pt x="1423165" y="88010"/>
                </a:cubicBezTo>
                <a:cubicBezTo>
                  <a:pt x="1424811" y="85208"/>
                  <a:pt x="1426011" y="82028"/>
                  <a:pt x="1426768" y="78470"/>
                </a:cubicBezTo>
                <a:cubicBezTo>
                  <a:pt x="1427525" y="74910"/>
                  <a:pt x="1427904" y="71351"/>
                  <a:pt x="1427904" y="67791"/>
                </a:cubicBezTo>
                <a:cubicBezTo>
                  <a:pt x="1427904" y="59251"/>
                  <a:pt x="1426258" y="52735"/>
                  <a:pt x="1422966" y="48243"/>
                </a:cubicBezTo>
                <a:cubicBezTo>
                  <a:pt x="1419674" y="43750"/>
                  <a:pt x="1414825" y="41503"/>
                  <a:pt x="1408419" y="41503"/>
                </a:cubicBezTo>
                <a:cubicBezTo>
                  <a:pt x="1405216" y="41503"/>
                  <a:pt x="1402436" y="42237"/>
                  <a:pt x="1400078" y="43704"/>
                </a:cubicBezTo>
                <a:cubicBezTo>
                  <a:pt x="1397722" y="45172"/>
                  <a:pt x="1395765" y="47218"/>
                  <a:pt x="1394208" y="49844"/>
                </a:cubicBezTo>
                <a:cubicBezTo>
                  <a:pt x="1392651" y="52468"/>
                  <a:pt x="1391494" y="55537"/>
                  <a:pt x="1390738" y="59052"/>
                </a:cubicBezTo>
                <a:cubicBezTo>
                  <a:pt x="1389982" y="62565"/>
                  <a:pt x="1389604" y="66323"/>
                  <a:pt x="1389604" y="70327"/>
                </a:cubicBezTo>
                <a:moveTo>
                  <a:pt x="1427503" y="87942"/>
                </a:moveTo>
                <a:cubicBezTo>
                  <a:pt x="1426791" y="89366"/>
                  <a:pt x="1425835" y="90902"/>
                  <a:pt x="1424634" y="92548"/>
                </a:cubicBezTo>
                <a:cubicBezTo>
                  <a:pt x="1423432" y="94194"/>
                  <a:pt x="1421919" y="95728"/>
                  <a:pt x="1420095" y="97152"/>
                </a:cubicBezTo>
                <a:cubicBezTo>
                  <a:pt x="1418272" y="98575"/>
                  <a:pt x="1416114" y="99731"/>
                  <a:pt x="1413623" y="100620"/>
                </a:cubicBezTo>
                <a:cubicBezTo>
                  <a:pt x="1411132" y="101509"/>
                  <a:pt x="1408241" y="101954"/>
                  <a:pt x="1404949" y="101954"/>
                </a:cubicBezTo>
                <a:cubicBezTo>
                  <a:pt x="1401569" y="101954"/>
                  <a:pt x="1398255" y="101376"/>
                  <a:pt x="1395008" y="100219"/>
                </a:cubicBezTo>
                <a:cubicBezTo>
                  <a:pt x="1391761" y="99062"/>
                  <a:pt x="1388869" y="97172"/>
                  <a:pt x="1386333" y="94548"/>
                </a:cubicBezTo>
                <a:cubicBezTo>
                  <a:pt x="1383797" y="91924"/>
                  <a:pt x="1381751" y="88544"/>
                  <a:pt x="1380194" y="84407"/>
                </a:cubicBezTo>
                <a:cubicBezTo>
                  <a:pt x="1378638" y="80270"/>
                  <a:pt x="1377860" y="75309"/>
                  <a:pt x="1377860" y="69526"/>
                </a:cubicBezTo>
                <a:cubicBezTo>
                  <a:pt x="1377860" y="63833"/>
                  <a:pt x="1378705" y="58896"/>
                  <a:pt x="1380396" y="54715"/>
                </a:cubicBezTo>
                <a:cubicBezTo>
                  <a:pt x="1382086" y="50532"/>
                  <a:pt x="1384288" y="47040"/>
                  <a:pt x="1387001" y="44238"/>
                </a:cubicBezTo>
                <a:cubicBezTo>
                  <a:pt x="1389715" y="41436"/>
                  <a:pt x="1392784" y="39345"/>
                  <a:pt x="1396209" y="37966"/>
                </a:cubicBezTo>
                <a:cubicBezTo>
                  <a:pt x="1399634" y="36587"/>
                  <a:pt x="1403082" y="35897"/>
                  <a:pt x="1406551" y="35897"/>
                </a:cubicBezTo>
                <a:cubicBezTo>
                  <a:pt x="1416426" y="35897"/>
                  <a:pt x="1423276" y="40346"/>
                  <a:pt x="1427101" y="49243"/>
                </a:cubicBezTo>
                <a:lnTo>
                  <a:pt x="1427368" y="49243"/>
                </a:lnTo>
                <a:lnTo>
                  <a:pt x="1427368" y="36164"/>
                </a:lnTo>
                <a:cubicBezTo>
                  <a:pt x="1427368" y="32784"/>
                  <a:pt x="1427346" y="29381"/>
                  <a:pt x="1427301" y="25956"/>
                </a:cubicBezTo>
                <a:cubicBezTo>
                  <a:pt x="1427258" y="22531"/>
                  <a:pt x="1427213" y="19262"/>
                  <a:pt x="1427169" y="16148"/>
                </a:cubicBezTo>
                <a:cubicBezTo>
                  <a:pt x="1427124" y="13033"/>
                  <a:pt x="1427079" y="10098"/>
                  <a:pt x="1427034" y="7341"/>
                </a:cubicBezTo>
                <a:cubicBezTo>
                  <a:pt x="1426991" y="4582"/>
                  <a:pt x="1426924" y="2135"/>
                  <a:pt x="1426835" y="0"/>
                </a:cubicBezTo>
                <a:cubicBezTo>
                  <a:pt x="1427903" y="178"/>
                  <a:pt x="1428926" y="334"/>
                  <a:pt x="1429903" y="468"/>
                </a:cubicBezTo>
                <a:cubicBezTo>
                  <a:pt x="1430882" y="601"/>
                  <a:pt x="1431861" y="668"/>
                  <a:pt x="1432840" y="668"/>
                </a:cubicBezTo>
                <a:cubicBezTo>
                  <a:pt x="1433818" y="668"/>
                  <a:pt x="1434775" y="601"/>
                  <a:pt x="1435709" y="468"/>
                </a:cubicBezTo>
                <a:cubicBezTo>
                  <a:pt x="1436643" y="334"/>
                  <a:pt x="1437688" y="178"/>
                  <a:pt x="1438845" y="0"/>
                </a:cubicBezTo>
                <a:cubicBezTo>
                  <a:pt x="1438579" y="2847"/>
                  <a:pt x="1438357" y="6961"/>
                  <a:pt x="1438179" y="12344"/>
                </a:cubicBezTo>
                <a:cubicBezTo>
                  <a:pt x="1438001" y="17726"/>
                  <a:pt x="1437845" y="23665"/>
                  <a:pt x="1437710" y="30159"/>
                </a:cubicBezTo>
                <a:cubicBezTo>
                  <a:pt x="1437577" y="36654"/>
                  <a:pt x="1437466" y="43326"/>
                  <a:pt x="1437376" y="50178"/>
                </a:cubicBezTo>
                <a:cubicBezTo>
                  <a:pt x="1437288" y="57028"/>
                  <a:pt x="1437244" y="63299"/>
                  <a:pt x="1437244" y="68993"/>
                </a:cubicBezTo>
                <a:cubicBezTo>
                  <a:pt x="1437244" y="75132"/>
                  <a:pt x="1437288" y="80648"/>
                  <a:pt x="1437376" y="85542"/>
                </a:cubicBezTo>
                <a:cubicBezTo>
                  <a:pt x="1437466" y="90434"/>
                  <a:pt x="1437556" y="95460"/>
                  <a:pt x="1437645" y="100620"/>
                </a:cubicBezTo>
                <a:cubicBezTo>
                  <a:pt x="1435866" y="100442"/>
                  <a:pt x="1434131" y="100353"/>
                  <a:pt x="1432441" y="100353"/>
                </a:cubicBezTo>
                <a:cubicBezTo>
                  <a:pt x="1430839" y="100353"/>
                  <a:pt x="1429148" y="100442"/>
                  <a:pt x="1427368" y="100620"/>
                </a:cubicBezTo>
                <a:lnTo>
                  <a:pt x="1427769" y="87942"/>
                </a:lnTo>
                <a:lnTo>
                  <a:pt x="1427503" y="87942"/>
                </a:lnTo>
                <a:close/>
                <a:moveTo>
                  <a:pt x="1500900" y="70327"/>
                </a:moveTo>
                <a:cubicBezTo>
                  <a:pt x="1500900" y="75666"/>
                  <a:pt x="1501456" y="80070"/>
                  <a:pt x="1502568" y="83540"/>
                </a:cubicBezTo>
                <a:cubicBezTo>
                  <a:pt x="1503679" y="87008"/>
                  <a:pt x="1505103" y="89789"/>
                  <a:pt x="1506838" y="91881"/>
                </a:cubicBezTo>
                <a:cubicBezTo>
                  <a:pt x="1508573" y="93971"/>
                  <a:pt x="1510552" y="95417"/>
                  <a:pt x="1512775" y="96218"/>
                </a:cubicBezTo>
                <a:cubicBezTo>
                  <a:pt x="1515000" y="97017"/>
                  <a:pt x="1517181" y="97417"/>
                  <a:pt x="1519316" y="97417"/>
                </a:cubicBezTo>
                <a:cubicBezTo>
                  <a:pt x="1522786" y="97417"/>
                  <a:pt x="1525766" y="96550"/>
                  <a:pt x="1528257" y="94815"/>
                </a:cubicBezTo>
                <a:cubicBezTo>
                  <a:pt x="1530748" y="93080"/>
                  <a:pt x="1532816" y="90812"/>
                  <a:pt x="1534462" y="88010"/>
                </a:cubicBezTo>
                <a:cubicBezTo>
                  <a:pt x="1536107" y="85208"/>
                  <a:pt x="1537308" y="82028"/>
                  <a:pt x="1538064" y="78470"/>
                </a:cubicBezTo>
                <a:cubicBezTo>
                  <a:pt x="1538821" y="74910"/>
                  <a:pt x="1539200" y="71351"/>
                  <a:pt x="1539200" y="67791"/>
                </a:cubicBezTo>
                <a:cubicBezTo>
                  <a:pt x="1539200" y="59251"/>
                  <a:pt x="1537554" y="52735"/>
                  <a:pt x="1534262" y="48243"/>
                </a:cubicBezTo>
                <a:cubicBezTo>
                  <a:pt x="1530970" y="43750"/>
                  <a:pt x="1526121" y="41503"/>
                  <a:pt x="1519715" y="41503"/>
                </a:cubicBezTo>
                <a:cubicBezTo>
                  <a:pt x="1516513" y="41503"/>
                  <a:pt x="1513733" y="42237"/>
                  <a:pt x="1511375" y="43704"/>
                </a:cubicBezTo>
                <a:cubicBezTo>
                  <a:pt x="1509018" y="45172"/>
                  <a:pt x="1507061" y="47218"/>
                  <a:pt x="1505504" y="49844"/>
                </a:cubicBezTo>
                <a:cubicBezTo>
                  <a:pt x="1503947" y="52468"/>
                  <a:pt x="1502790" y="55537"/>
                  <a:pt x="1502034" y="59052"/>
                </a:cubicBezTo>
                <a:cubicBezTo>
                  <a:pt x="1501278" y="62565"/>
                  <a:pt x="1500900" y="66323"/>
                  <a:pt x="1500900" y="70327"/>
                </a:cubicBezTo>
                <a:moveTo>
                  <a:pt x="1538799" y="87942"/>
                </a:moveTo>
                <a:cubicBezTo>
                  <a:pt x="1538088" y="89366"/>
                  <a:pt x="1537131" y="90902"/>
                  <a:pt x="1535930" y="92548"/>
                </a:cubicBezTo>
                <a:cubicBezTo>
                  <a:pt x="1534728" y="94194"/>
                  <a:pt x="1533216" y="95728"/>
                  <a:pt x="1531391" y="97152"/>
                </a:cubicBezTo>
                <a:cubicBezTo>
                  <a:pt x="1529568" y="98575"/>
                  <a:pt x="1527411" y="99731"/>
                  <a:pt x="1524920" y="100620"/>
                </a:cubicBezTo>
                <a:cubicBezTo>
                  <a:pt x="1522429" y="101509"/>
                  <a:pt x="1519537" y="101954"/>
                  <a:pt x="1516245" y="101954"/>
                </a:cubicBezTo>
                <a:cubicBezTo>
                  <a:pt x="1512865" y="101954"/>
                  <a:pt x="1509551" y="101376"/>
                  <a:pt x="1506304" y="100219"/>
                </a:cubicBezTo>
                <a:cubicBezTo>
                  <a:pt x="1503057" y="99062"/>
                  <a:pt x="1500166" y="97172"/>
                  <a:pt x="1497630" y="94548"/>
                </a:cubicBezTo>
                <a:cubicBezTo>
                  <a:pt x="1495094" y="91924"/>
                  <a:pt x="1493047" y="88544"/>
                  <a:pt x="1491490" y="84407"/>
                </a:cubicBezTo>
                <a:cubicBezTo>
                  <a:pt x="1489935" y="80270"/>
                  <a:pt x="1489157" y="75309"/>
                  <a:pt x="1489157" y="69526"/>
                </a:cubicBezTo>
                <a:cubicBezTo>
                  <a:pt x="1489157" y="63833"/>
                  <a:pt x="1490002" y="58896"/>
                  <a:pt x="1491692" y="54715"/>
                </a:cubicBezTo>
                <a:cubicBezTo>
                  <a:pt x="1493382" y="50532"/>
                  <a:pt x="1495584" y="47040"/>
                  <a:pt x="1498298" y="44238"/>
                </a:cubicBezTo>
                <a:cubicBezTo>
                  <a:pt x="1501011" y="41436"/>
                  <a:pt x="1504081" y="39345"/>
                  <a:pt x="1507506" y="37966"/>
                </a:cubicBezTo>
                <a:cubicBezTo>
                  <a:pt x="1510931" y="36587"/>
                  <a:pt x="1514378" y="35897"/>
                  <a:pt x="1517848" y="35897"/>
                </a:cubicBezTo>
                <a:cubicBezTo>
                  <a:pt x="1527722" y="35897"/>
                  <a:pt x="1534572" y="40346"/>
                  <a:pt x="1538398" y="49243"/>
                </a:cubicBezTo>
                <a:lnTo>
                  <a:pt x="1538665" y="49243"/>
                </a:lnTo>
                <a:lnTo>
                  <a:pt x="1538665" y="36164"/>
                </a:lnTo>
                <a:cubicBezTo>
                  <a:pt x="1538665" y="32784"/>
                  <a:pt x="1538642" y="29381"/>
                  <a:pt x="1538597" y="25956"/>
                </a:cubicBezTo>
                <a:cubicBezTo>
                  <a:pt x="1538554" y="22531"/>
                  <a:pt x="1538510" y="19262"/>
                  <a:pt x="1538465" y="16148"/>
                </a:cubicBezTo>
                <a:cubicBezTo>
                  <a:pt x="1538420" y="13033"/>
                  <a:pt x="1538375" y="10098"/>
                  <a:pt x="1538331" y="7341"/>
                </a:cubicBezTo>
                <a:cubicBezTo>
                  <a:pt x="1538287" y="4582"/>
                  <a:pt x="1538221" y="2135"/>
                  <a:pt x="1538131" y="0"/>
                </a:cubicBezTo>
                <a:cubicBezTo>
                  <a:pt x="1539199" y="178"/>
                  <a:pt x="1540222" y="334"/>
                  <a:pt x="1541200" y="468"/>
                </a:cubicBezTo>
                <a:cubicBezTo>
                  <a:pt x="1542179" y="601"/>
                  <a:pt x="1543157" y="668"/>
                  <a:pt x="1544136" y="668"/>
                </a:cubicBezTo>
                <a:cubicBezTo>
                  <a:pt x="1545115" y="668"/>
                  <a:pt x="1546071" y="601"/>
                  <a:pt x="1547005" y="468"/>
                </a:cubicBezTo>
                <a:cubicBezTo>
                  <a:pt x="1547939" y="334"/>
                  <a:pt x="1548984" y="178"/>
                  <a:pt x="1550141" y="0"/>
                </a:cubicBezTo>
                <a:cubicBezTo>
                  <a:pt x="1549875" y="2847"/>
                  <a:pt x="1549653" y="6961"/>
                  <a:pt x="1549475" y="12344"/>
                </a:cubicBezTo>
                <a:cubicBezTo>
                  <a:pt x="1549297" y="17726"/>
                  <a:pt x="1549141" y="23665"/>
                  <a:pt x="1549007" y="30159"/>
                </a:cubicBezTo>
                <a:cubicBezTo>
                  <a:pt x="1548874" y="36654"/>
                  <a:pt x="1548762" y="43326"/>
                  <a:pt x="1548673" y="50178"/>
                </a:cubicBezTo>
                <a:cubicBezTo>
                  <a:pt x="1548585" y="57028"/>
                  <a:pt x="1548541" y="63299"/>
                  <a:pt x="1548541" y="68993"/>
                </a:cubicBezTo>
                <a:cubicBezTo>
                  <a:pt x="1548541" y="75132"/>
                  <a:pt x="1548585" y="80648"/>
                  <a:pt x="1548673" y="85542"/>
                </a:cubicBezTo>
                <a:cubicBezTo>
                  <a:pt x="1548762" y="90434"/>
                  <a:pt x="1548852" y="95460"/>
                  <a:pt x="1548942" y="100620"/>
                </a:cubicBezTo>
                <a:cubicBezTo>
                  <a:pt x="1547162" y="100442"/>
                  <a:pt x="1545427" y="100353"/>
                  <a:pt x="1543737" y="100353"/>
                </a:cubicBezTo>
                <a:cubicBezTo>
                  <a:pt x="1542135" y="100353"/>
                  <a:pt x="1540444" y="100442"/>
                  <a:pt x="1538665" y="100620"/>
                </a:cubicBezTo>
                <a:lnTo>
                  <a:pt x="1539066" y="87942"/>
                </a:lnTo>
                <a:lnTo>
                  <a:pt x="1538799" y="87942"/>
                </a:lnTo>
                <a:close/>
                <a:moveTo>
                  <a:pt x="1574163" y="69127"/>
                </a:moveTo>
                <a:cubicBezTo>
                  <a:pt x="1574163" y="72863"/>
                  <a:pt x="1574496" y="76466"/>
                  <a:pt x="1575163" y="79936"/>
                </a:cubicBezTo>
                <a:cubicBezTo>
                  <a:pt x="1575831" y="83406"/>
                  <a:pt x="1576965" y="86497"/>
                  <a:pt x="1578565" y="89211"/>
                </a:cubicBezTo>
                <a:cubicBezTo>
                  <a:pt x="1580167" y="91925"/>
                  <a:pt x="1582303" y="94082"/>
                  <a:pt x="1584971" y="95684"/>
                </a:cubicBezTo>
                <a:cubicBezTo>
                  <a:pt x="1587640" y="97285"/>
                  <a:pt x="1590932" y="98085"/>
                  <a:pt x="1594847" y="98085"/>
                </a:cubicBezTo>
                <a:cubicBezTo>
                  <a:pt x="1598762" y="98085"/>
                  <a:pt x="1602054" y="97285"/>
                  <a:pt x="1604723" y="95684"/>
                </a:cubicBezTo>
                <a:cubicBezTo>
                  <a:pt x="1607392" y="94082"/>
                  <a:pt x="1609527" y="91925"/>
                  <a:pt x="1611127" y="89211"/>
                </a:cubicBezTo>
                <a:cubicBezTo>
                  <a:pt x="1612729" y="86497"/>
                  <a:pt x="1613863" y="83406"/>
                  <a:pt x="1614530" y="79936"/>
                </a:cubicBezTo>
                <a:cubicBezTo>
                  <a:pt x="1615198" y="76466"/>
                  <a:pt x="1615532" y="72863"/>
                  <a:pt x="1615532" y="69127"/>
                </a:cubicBezTo>
                <a:cubicBezTo>
                  <a:pt x="1615532" y="65390"/>
                  <a:pt x="1615198" y="61787"/>
                  <a:pt x="1614530" y="58317"/>
                </a:cubicBezTo>
                <a:cubicBezTo>
                  <a:pt x="1613863" y="54847"/>
                  <a:pt x="1612729" y="51756"/>
                  <a:pt x="1611127" y="49044"/>
                </a:cubicBezTo>
                <a:cubicBezTo>
                  <a:pt x="1609527" y="46330"/>
                  <a:pt x="1607392" y="44172"/>
                  <a:pt x="1604723" y="42570"/>
                </a:cubicBezTo>
                <a:cubicBezTo>
                  <a:pt x="1602054" y="40968"/>
                  <a:pt x="1598762" y="40167"/>
                  <a:pt x="1594847" y="40167"/>
                </a:cubicBezTo>
                <a:cubicBezTo>
                  <a:pt x="1590932" y="40167"/>
                  <a:pt x="1587640" y="40968"/>
                  <a:pt x="1584971" y="42570"/>
                </a:cubicBezTo>
                <a:cubicBezTo>
                  <a:pt x="1582303" y="44172"/>
                  <a:pt x="1580167" y="46330"/>
                  <a:pt x="1578565" y="49044"/>
                </a:cubicBezTo>
                <a:cubicBezTo>
                  <a:pt x="1576965" y="51756"/>
                  <a:pt x="1575831" y="54847"/>
                  <a:pt x="1575163" y="58317"/>
                </a:cubicBezTo>
                <a:cubicBezTo>
                  <a:pt x="1574496" y="61787"/>
                  <a:pt x="1574163" y="65390"/>
                  <a:pt x="1574163" y="69127"/>
                </a:cubicBezTo>
                <a:moveTo>
                  <a:pt x="1562420" y="69127"/>
                </a:moveTo>
                <a:cubicBezTo>
                  <a:pt x="1562420" y="63077"/>
                  <a:pt x="1563376" y="57939"/>
                  <a:pt x="1565289" y="53713"/>
                </a:cubicBezTo>
                <a:cubicBezTo>
                  <a:pt x="1567202" y="49487"/>
                  <a:pt x="1569714" y="46062"/>
                  <a:pt x="1572827" y="43438"/>
                </a:cubicBezTo>
                <a:cubicBezTo>
                  <a:pt x="1575941" y="40814"/>
                  <a:pt x="1579433" y="38901"/>
                  <a:pt x="1583304" y="37699"/>
                </a:cubicBezTo>
                <a:cubicBezTo>
                  <a:pt x="1587174" y="36498"/>
                  <a:pt x="1591022" y="35897"/>
                  <a:pt x="1594847" y="35897"/>
                </a:cubicBezTo>
                <a:cubicBezTo>
                  <a:pt x="1598762" y="35897"/>
                  <a:pt x="1602633" y="36498"/>
                  <a:pt x="1606458" y="37699"/>
                </a:cubicBezTo>
                <a:cubicBezTo>
                  <a:pt x="1610284" y="38901"/>
                  <a:pt x="1613753" y="40814"/>
                  <a:pt x="1616865" y="43438"/>
                </a:cubicBezTo>
                <a:cubicBezTo>
                  <a:pt x="1619980" y="46062"/>
                  <a:pt x="1622493" y="49487"/>
                  <a:pt x="1624406" y="53713"/>
                </a:cubicBezTo>
                <a:cubicBezTo>
                  <a:pt x="1626318" y="57939"/>
                  <a:pt x="1627275" y="63077"/>
                  <a:pt x="1627275" y="69127"/>
                </a:cubicBezTo>
                <a:cubicBezTo>
                  <a:pt x="1627275" y="75176"/>
                  <a:pt x="1626318" y="80314"/>
                  <a:pt x="1624406" y="84540"/>
                </a:cubicBezTo>
                <a:cubicBezTo>
                  <a:pt x="1622493" y="88766"/>
                  <a:pt x="1619980" y="92191"/>
                  <a:pt x="1616865" y="94817"/>
                </a:cubicBezTo>
                <a:cubicBezTo>
                  <a:pt x="1613753" y="97441"/>
                  <a:pt x="1610284" y="99286"/>
                  <a:pt x="1606458" y="100353"/>
                </a:cubicBezTo>
                <a:cubicBezTo>
                  <a:pt x="1602633" y="101420"/>
                  <a:pt x="1598762" y="101954"/>
                  <a:pt x="1594847" y="101954"/>
                </a:cubicBezTo>
                <a:cubicBezTo>
                  <a:pt x="1591022" y="101954"/>
                  <a:pt x="1587174" y="101420"/>
                  <a:pt x="1583304" y="100353"/>
                </a:cubicBezTo>
                <a:cubicBezTo>
                  <a:pt x="1579433" y="99286"/>
                  <a:pt x="1575941" y="97441"/>
                  <a:pt x="1572827" y="94817"/>
                </a:cubicBezTo>
                <a:cubicBezTo>
                  <a:pt x="1569714" y="92191"/>
                  <a:pt x="1567202" y="88766"/>
                  <a:pt x="1565289" y="84540"/>
                </a:cubicBezTo>
                <a:cubicBezTo>
                  <a:pt x="1563376" y="80314"/>
                  <a:pt x="1562420" y="75176"/>
                  <a:pt x="1562420" y="69127"/>
                </a:cubicBezTo>
                <a:close/>
                <a:moveTo>
                  <a:pt x="1642356" y="62188"/>
                </a:moveTo>
                <a:cubicBezTo>
                  <a:pt x="1642356" y="58184"/>
                  <a:pt x="1642288" y="53981"/>
                  <a:pt x="1642154" y="49577"/>
                </a:cubicBezTo>
                <a:cubicBezTo>
                  <a:pt x="1642021" y="45173"/>
                  <a:pt x="1641732" y="41058"/>
                  <a:pt x="1641289" y="37231"/>
                </a:cubicBezTo>
                <a:cubicBezTo>
                  <a:pt x="1643780" y="37676"/>
                  <a:pt x="1645781" y="37899"/>
                  <a:pt x="1647294" y="37899"/>
                </a:cubicBezTo>
                <a:cubicBezTo>
                  <a:pt x="1648005" y="37899"/>
                  <a:pt x="1648783" y="37833"/>
                  <a:pt x="1649627" y="37699"/>
                </a:cubicBezTo>
                <a:cubicBezTo>
                  <a:pt x="1650473" y="37566"/>
                  <a:pt x="1651474" y="37410"/>
                  <a:pt x="1652631" y="37231"/>
                </a:cubicBezTo>
                <a:cubicBezTo>
                  <a:pt x="1652363" y="40791"/>
                  <a:pt x="1652229" y="44349"/>
                  <a:pt x="1652229" y="47907"/>
                </a:cubicBezTo>
                <a:lnTo>
                  <a:pt x="1652498" y="47907"/>
                </a:lnTo>
                <a:cubicBezTo>
                  <a:pt x="1657213" y="39901"/>
                  <a:pt x="1663840" y="35897"/>
                  <a:pt x="1672380" y="35897"/>
                </a:cubicBezTo>
                <a:cubicBezTo>
                  <a:pt x="1674605" y="35897"/>
                  <a:pt x="1676785" y="36231"/>
                  <a:pt x="1678921" y="36899"/>
                </a:cubicBezTo>
                <a:cubicBezTo>
                  <a:pt x="1681056" y="37566"/>
                  <a:pt x="1682991" y="38477"/>
                  <a:pt x="1684724" y="39634"/>
                </a:cubicBezTo>
                <a:cubicBezTo>
                  <a:pt x="1686459" y="40791"/>
                  <a:pt x="1687949" y="42192"/>
                  <a:pt x="1689194" y="43839"/>
                </a:cubicBezTo>
                <a:cubicBezTo>
                  <a:pt x="1690440" y="45484"/>
                  <a:pt x="1691286" y="47241"/>
                  <a:pt x="1691731" y="49109"/>
                </a:cubicBezTo>
                <a:lnTo>
                  <a:pt x="1691998" y="49109"/>
                </a:lnTo>
                <a:cubicBezTo>
                  <a:pt x="1694133" y="44838"/>
                  <a:pt x="1697047" y="41568"/>
                  <a:pt x="1700739" y="39300"/>
                </a:cubicBezTo>
                <a:cubicBezTo>
                  <a:pt x="1704432" y="37032"/>
                  <a:pt x="1708680" y="35897"/>
                  <a:pt x="1713482" y="35897"/>
                </a:cubicBezTo>
                <a:cubicBezTo>
                  <a:pt x="1716419" y="35897"/>
                  <a:pt x="1719132" y="36298"/>
                  <a:pt x="1721623" y="37099"/>
                </a:cubicBezTo>
                <a:cubicBezTo>
                  <a:pt x="1724115" y="37900"/>
                  <a:pt x="1726272" y="39145"/>
                  <a:pt x="1728095" y="40835"/>
                </a:cubicBezTo>
                <a:cubicBezTo>
                  <a:pt x="1729919" y="42525"/>
                  <a:pt x="1731343" y="44705"/>
                  <a:pt x="1732367" y="47374"/>
                </a:cubicBezTo>
                <a:cubicBezTo>
                  <a:pt x="1733390" y="50043"/>
                  <a:pt x="1733902" y="53246"/>
                  <a:pt x="1733902" y="56983"/>
                </a:cubicBezTo>
                <a:cubicBezTo>
                  <a:pt x="1733902" y="58495"/>
                  <a:pt x="1733857" y="60141"/>
                  <a:pt x="1733768" y="61921"/>
                </a:cubicBezTo>
                <a:cubicBezTo>
                  <a:pt x="1733678" y="63699"/>
                  <a:pt x="1733589" y="65767"/>
                  <a:pt x="1733499" y="68125"/>
                </a:cubicBezTo>
                <a:cubicBezTo>
                  <a:pt x="1733411" y="70483"/>
                  <a:pt x="1733322" y="73153"/>
                  <a:pt x="1733232" y="76134"/>
                </a:cubicBezTo>
                <a:cubicBezTo>
                  <a:pt x="1733144" y="79114"/>
                  <a:pt x="1733100" y="82561"/>
                  <a:pt x="1733100" y="86474"/>
                </a:cubicBezTo>
                <a:cubicBezTo>
                  <a:pt x="1733100" y="88877"/>
                  <a:pt x="1733122" y="91191"/>
                  <a:pt x="1733167" y="93416"/>
                </a:cubicBezTo>
                <a:cubicBezTo>
                  <a:pt x="1733212" y="95640"/>
                  <a:pt x="1733323" y="98041"/>
                  <a:pt x="1733501" y="100620"/>
                </a:cubicBezTo>
                <a:cubicBezTo>
                  <a:pt x="1732522" y="100442"/>
                  <a:pt x="1731543" y="100353"/>
                  <a:pt x="1730565" y="100353"/>
                </a:cubicBezTo>
                <a:cubicBezTo>
                  <a:pt x="1729586" y="100353"/>
                  <a:pt x="1728652" y="100353"/>
                  <a:pt x="1727763" y="100353"/>
                </a:cubicBezTo>
                <a:cubicBezTo>
                  <a:pt x="1726784" y="100353"/>
                  <a:pt x="1725805" y="100353"/>
                  <a:pt x="1724827" y="100353"/>
                </a:cubicBezTo>
                <a:cubicBezTo>
                  <a:pt x="1723848" y="100353"/>
                  <a:pt x="1722869" y="100442"/>
                  <a:pt x="1721890" y="100620"/>
                </a:cubicBezTo>
                <a:cubicBezTo>
                  <a:pt x="1722158" y="98397"/>
                  <a:pt x="1722447" y="93904"/>
                  <a:pt x="1722758" y="87142"/>
                </a:cubicBezTo>
                <a:cubicBezTo>
                  <a:pt x="1723070" y="80380"/>
                  <a:pt x="1723226" y="70950"/>
                  <a:pt x="1723226" y="58850"/>
                </a:cubicBezTo>
                <a:cubicBezTo>
                  <a:pt x="1723226" y="56627"/>
                  <a:pt x="1722981" y="54536"/>
                  <a:pt x="1722491" y="52579"/>
                </a:cubicBezTo>
                <a:cubicBezTo>
                  <a:pt x="1722002" y="50621"/>
                  <a:pt x="1721224" y="48931"/>
                  <a:pt x="1720155" y="47508"/>
                </a:cubicBezTo>
                <a:cubicBezTo>
                  <a:pt x="1719088" y="46084"/>
                  <a:pt x="1717665" y="44950"/>
                  <a:pt x="1715885" y="44106"/>
                </a:cubicBezTo>
                <a:cubicBezTo>
                  <a:pt x="1714106" y="43260"/>
                  <a:pt x="1711881" y="42837"/>
                  <a:pt x="1709212" y="42837"/>
                </a:cubicBezTo>
                <a:cubicBezTo>
                  <a:pt x="1706010" y="42837"/>
                  <a:pt x="1703296" y="43460"/>
                  <a:pt x="1701071" y="44706"/>
                </a:cubicBezTo>
                <a:cubicBezTo>
                  <a:pt x="1698848" y="45951"/>
                  <a:pt x="1697114" y="47419"/>
                  <a:pt x="1695869" y="49109"/>
                </a:cubicBezTo>
                <a:cubicBezTo>
                  <a:pt x="1695156" y="50087"/>
                  <a:pt x="1694599" y="51066"/>
                  <a:pt x="1694199" y="52045"/>
                </a:cubicBezTo>
                <a:cubicBezTo>
                  <a:pt x="1693800" y="53024"/>
                  <a:pt x="1693489" y="54514"/>
                  <a:pt x="1693266" y="56517"/>
                </a:cubicBezTo>
                <a:cubicBezTo>
                  <a:pt x="1693044" y="58518"/>
                  <a:pt x="1692888" y="61320"/>
                  <a:pt x="1692798" y="64922"/>
                </a:cubicBezTo>
                <a:cubicBezTo>
                  <a:pt x="1692710" y="68525"/>
                  <a:pt x="1692666" y="73485"/>
                  <a:pt x="1692666" y="79801"/>
                </a:cubicBezTo>
                <a:cubicBezTo>
                  <a:pt x="1692666" y="83628"/>
                  <a:pt x="1692732" y="87121"/>
                  <a:pt x="1692865" y="90280"/>
                </a:cubicBezTo>
                <a:cubicBezTo>
                  <a:pt x="1692998" y="93438"/>
                  <a:pt x="1693154" y="96884"/>
                  <a:pt x="1693334" y="100620"/>
                </a:cubicBezTo>
                <a:cubicBezTo>
                  <a:pt x="1691286" y="100442"/>
                  <a:pt x="1689329" y="100353"/>
                  <a:pt x="1687461" y="100353"/>
                </a:cubicBezTo>
                <a:cubicBezTo>
                  <a:pt x="1685593" y="100353"/>
                  <a:pt x="1683636" y="100442"/>
                  <a:pt x="1681588" y="100620"/>
                </a:cubicBezTo>
                <a:cubicBezTo>
                  <a:pt x="1682034" y="95728"/>
                  <a:pt x="1682345" y="90746"/>
                  <a:pt x="1682523" y="85674"/>
                </a:cubicBezTo>
                <a:cubicBezTo>
                  <a:pt x="1682701" y="80602"/>
                  <a:pt x="1682790" y="75620"/>
                  <a:pt x="1682790" y="70728"/>
                </a:cubicBezTo>
                <a:cubicBezTo>
                  <a:pt x="1682790" y="66547"/>
                  <a:pt x="1682767" y="63277"/>
                  <a:pt x="1682723" y="60919"/>
                </a:cubicBezTo>
                <a:cubicBezTo>
                  <a:pt x="1682679" y="58561"/>
                  <a:pt x="1682568" y="56693"/>
                  <a:pt x="1682391" y="55315"/>
                </a:cubicBezTo>
                <a:cubicBezTo>
                  <a:pt x="1682213" y="53936"/>
                  <a:pt x="1681968" y="52802"/>
                  <a:pt x="1681656" y="51913"/>
                </a:cubicBezTo>
                <a:cubicBezTo>
                  <a:pt x="1681345" y="51022"/>
                  <a:pt x="1680923" y="50043"/>
                  <a:pt x="1680389" y="48976"/>
                </a:cubicBezTo>
                <a:cubicBezTo>
                  <a:pt x="1679410" y="47285"/>
                  <a:pt x="1677875" y="45839"/>
                  <a:pt x="1675783" y="44639"/>
                </a:cubicBezTo>
                <a:cubicBezTo>
                  <a:pt x="1673692" y="43438"/>
                  <a:pt x="1671535" y="42837"/>
                  <a:pt x="1669312" y="42837"/>
                </a:cubicBezTo>
                <a:cubicBezTo>
                  <a:pt x="1663440" y="42837"/>
                  <a:pt x="1659126" y="44750"/>
                  <a:pt x="1656367" y="48575"/>
                </a:cubicBezTo>
                <a:cubicBezTo>
                  <a:pt x="1653609" y="52401"/>
                  <a:pt x="1652229" y="57783"/>
                  <a:pt x="1652229" y="64723"/>
                </a:cubicBezTo>
                <a:lnTo>
                  <a:pt x="1652229" y="76065"/>
                </a:lnTo>
                <a:cubicBezTo>
                  <a:pt x="1652229" y="80070"/>
                  <a:pt x="1652296" y="84274"/>
                  <a:pt x="1652429" y="88677"/>
                </a:cubicBezTo>
                <a:cubicBezTo>
                  <a:pt x="1652563" y="93081"/>
                  <a:pt x="1652853" y="97062"/>
                  <a:pt x="1653298" y="100620"/>
                </a:cubicBezTo>
                <a:cubicBezTo>
                  <a:pt x="1651251" y="100442"/>
                  <a:pt x="1649250" y="100353"/>
                  <a:pt x="1647294" y="100353"/>
                </a:cubicBezTo>
                <a:cubicBezTo>
                  <a:pt x="1645336" y="100353"/>
                  <a:pt x="1643334" y="100442"/>
                  <a:pt x="1641289" y="100620"/>
                </a:cubicBezTo>
                <a:cubicBezTo>
                  <a:pt x="1641732" y="97062"/>
                  <a:pt x="1642021" y="93081"/>
                  <a:pt x="1642154" y="88677"/>
                </a:cubicBezTo>
                <a:cubicBezTo>
                  <a:pt x="1642288" y="84274"/>
                  <a:pt x="1642356" y="80070"/>
                  <a:pt x="1642356" y="76065"/>
                </a:cubicBezTo>
                <a:lnTo>
                  <a:pt x="1642356" y="62188"/>
                </a:lnTo>
                <a:close/>
                <a:moveTo>
                  <a:pt x="1754852" y="14012"/>
                </a:moveTo>
                <a:cubicBezTo>
                  <a:pt x="1754852" y="12144"/>
                  <a:pt x="1755519" y="10542"/>
                  <a:pt x="1756854" y="9208"/>
                </a:cubicBezTo>
                <a:cubicBezTo>
                  <a:pt x="1758188" y="7874"/>
                  <a:pt x="1759790" y="7206"/>
                  <a:pt x="1761659" y="7206"/>
                </a:cubicBezTo>
                <a:cubicBezTo>
                  <a:pt x="1763527" y="7206"/>
                  <a:pt x="1765129" y="7874"/>
                  <a:pt x="1766463" y="9208"/>
                </a:cubicBezTo>
                <a:cubicBezTo>
                  <a:pt x="1767797" y="10542"/>
                  <a:pt x="1768465" y="12144"/>
                  <a:pt x="1768465" y="14012"/>
                </a:cubicBezTo>
                <a:cubicBezTo>
                  <a:pt x="1768465" y="15880"/>
                  <a:pt x="1767797" y="17481"/>
                  <a:pt x="1766463" y="18817"/>
                </a:cubicBezTo>
                <a:cubicBezTo>
                  <a:pt x="1765129" y="20152"/>
                  <a:pt x="1763527" y="20819"/>
                  <a:pt x="1761659" y="20819"/>
                </a:cubicBezTo>
                <a:cubicBezTo>
                  <a:pt x="1759790" y="20819"/>
                  <a:pt x="1758188" y="20152"/>
                  <a:pt x="1756854" y="18817"/>
                </a:cubicBezTo>
                <a:cubicBezTo>
                  <a:pt x="1755519" y="17481"/>
                  <a:pt x="1754852" y="15880"/>
                  <a:pt x="1754852" y="14012"/>
                </a:cubicBezTo>
                <a:moveTo>
                  <a:pt x="1756722" y="62188"/>
                </a:moveTo>
                <a:cubicBezTo>
                  <a:pt x="1756722" y="58184"/>
                  <a:pt x="1756654" y="53981"/>
                  <a:pt x="1756520" y="49577"/>
                </a:cubicBezTo>
                <a:cubicBezTo>
                  <a:pt x="1756387" y="45173"/>
                  <a:pt x="1756098" y="41058"/>
                  <a:pt x="1755653" y="37231"/>
                </a:cubicBezTo>
                <a:cubicBezTo>
                  <a:pt x="1758144" y="37676"/>
                  <a:pt x="1760146" y="37899"/>
                  <a:pt x="1761659" y="37899"/>
                </a:cubicBezTo>
                <a:cubicBezTo>
                  <a:pt x="1763172" y="37899"/>
                  <a:pt x="1765173" y="37676"/>
                  <a:pt x="1767664" y="37231"/>
                </a:cubicBezTo>
                <a:cubicBezTo>
                  <a:pt x="1767219" y="41058"/>
                  <a:pt x="1766929" y="45173"/>
                  <a:pt x="1766795" y="49577"/>
                </a:cubicBezTo>
                <a:cubicBezTo>
                  <a:pt x="1766662" y="53981"/>
                  <a:pt x="1766595" y="58184"/>
                  <a:pt x="1766595" y="62188"/>
                </a:cubicBezTo>
                <a:lnTo>
                  <a:pt x="1766595" y="76065"/>
                </a:lnTo>
                <a:cubicBezTo>
                  <a:pt x="1766595" y="80070"/>
                  <a:pt x="1766662" y="84274"/>
                  <a:pt x="1766795" y="88677"/>
                </a:cubicBezTo>
                <a:cubicBezTo>
                  <a:pt x="1766929" y="93081"/>
                  <a:pt x="1767219" y="97062"/>
                  <a:pt x="1767664" y="100620"/>
                </a:cubicBezTo>
                <a:cubicBezTo>
                  <a:pt x="1765617" y="100442"/>
                  <a:pt x="1763616" y="100353"/>
                  <a:pt x="1761659" y="100353"/>
                </a:cubicBezTo>
                <a:cubicBezTo>
                  <a:pt x="1759702" y="100353"/>
                  <a:pt x="1757700" y="100442"/>
                  <a:pt x="1755653" y="100620"/>
                </a:cubicBezTo>
                <a:cubicBezTo>
                  <a:pt x="1756098" y="97062"/>
                  <a:pt x="1756387" y="93081"/>
                  <a:pt x="1756520" y="88677"/>
                </a:cubicBezTo>
                <a:cubicBezTo>
                  <a:pt x="1756654" y="84274"/>
                  <a:pt x="1756722" y="80070"/>
                  <a:pt x="1756722" y="76065"/>
                </a:cubicBezTo>
                <a:lnTo>
                  <a:pt x="1756722" y="62188"/>
                </a:lnTo>
                <a:close/>
                <a:moveTo>
                  <a:pt x="1833853" y="63120"/>
                </a:moveTo>
                <a:cubicBezTo>
                  <a:pt x="1833853" y="56448"/>
                  <a:pt x="1832563" y="51400"/>
                  <a:pt x="1829982" y="47975"/>
                </a:cubicBezTo>
                <a:cubicBezTo>
                  <a:pt x="1827403" y="44550"/>
                  <a:pt x="1823845" y="42837"/>
                  <a:pt x="1819308" y="42837"/>
                </a:cubicBezTo>
                <a:cubicBezTo>
                  <a:pt x="1813081" y="42837"/>
                  <a:pt x="1808522" y="44750"/>
                  <a:pt x="1805631" y="48575"/>
                </a:cubicBezTo>
                <a:cubicBezTo>
                  <a:pt x="1802739" y="52401"/>
                  <a:pt x="1801293" y="57783"/>
                  <a:pt x="1801293" y="64723"/>
                </a:cubicBezTo>
                <a:lnTo>
                  <a:pt x="1801293" y="76065"/>
                </a:lnTo>
                <a:cubicBezTo>
                  <a:pt x="1801293" y="80070"/>
                  <a:pt x="1801360" y="84274"/>
                  <a:pt x="1801493" y="88677"/>
                </a:cubicBezTo>
                <a:cubicBezTo>
                  <a:pt x="1801626" y="93081"/>
                  <a:pt x="1801915" y="97062"/>
                  <a:pt x="1802360" y="100620"/>
                </a:cubicBezTo>
                <a:cubicBezTo>
                  <a:pt x="1800315" y="100442"/>
                  <a:pt x="1798313" y="100353"/>
                  <a:pt x="1796355" y="100353"/>
                </a:cubicBezTo>
                <a:cubicBezTo>
                  <a:pt x="1794398" y="100353"/>
                  <a:pt x="1792396" y="100442"/>
                  <a:pt x="1790350" y="100620"/>
                </a:cubicBezTo>
                <a:cubicBezTo>
                  <a:pt x="1790794" y="97062"/>
                  <a:pt x="1791083" y="93081"/>
                  <a:pt x="1791216" y="88677"/>
                </a:cubicBezTo>
                <a:cubicBezTo>
                  <a:pt x="1791350" y="84274"/>
                  <a:pt x="1791417" y="80070"/>
                  <a:pt x="1791417" y="76065"/>
                </a:cubicBezTo>
                <a:lnTo>
                  <a:pt x="1791417" y="62188"/>
                </a:lnTo>
                <a:cubicBezTo>
                  <a:pt x="1791417" y="58184"/>
                  <a:pt x="1791350" y="53981"/>
                  <a:pt x="1791216" y="49577"/>
                </a:cubicBezTo>
                <a:cubicBezTo>
                  <a:pt x="1791083" y="45173"/>
                  <a:pt x="1790794" y="41058"/>
                  <a:pt x="1790350" y="37231"/>
                </a:cubicBezTo>
                <a:cubicBezTo>
                  <a:pt x="1792841" y="37676"/>
                  <a:pt x="1794843" y="37899"/>
                  <a:pt x="1796355" y="37899"/>
                </a:cubicBezTo>
                <a:cubicBezTo>
                  <a:pt x="1797067" y="37899"/>
                  <a:pt x="1797845" y="37833"/>
                  <a:pt x="1798689" y="37699"/>
                </a:cubicBezTo>
                <a:cubicBezTo>
                  <a:pt x="1799535" y="37566"/>
                  <a:pt x="1800536" y="37410"/>
                  <a:pt x="1801692" y="37231"/>
                </a:cubicBezTo>
                <a:cubicBezTo>
                  <a:pt x="1801426" y="40791"/>
                  <a:pt x="1801293" y="44349"/>
                  <a:pt x="1801293" y="47907"/>
                </a:cubicBezTo>
                <a:lnTo>
                  <a:pt x="1801560" y="47907"/>
                </a:lnTo>
                <a:cubicBezTo>
                  <a:pt x="1804051" y="44082"/>
                  <a:pt x="1807031" y="41124"/>
                  <a:pt x="1810501" y="39033"/>
                </a:cubicBezTo>
                <a:cubicBezTo>
                  <a:pt x="1813971" y="36943"/>
                  <a:pt x="1818108" y="35897"/>
                  <a:pt x="1822912" y="35897"/>
                </a:cubicBezTo>
                <a:cubicBezTo>
                  <a:pt x="1825403" y="35897"/>
                  <a:pt x="1827916" y="36254"/>
                  <a:pt x="1830451" y="36966"/>
                </a:cubicBezTo>
                <a:cubicBezTo>
                  <a:pt x="1832986" y="37678"/>
                  <a:pt x="1835277" y="38901"/>
                  <a:pt x="1837323" y="40636"/>
                </a:cubicBezTo>
                <a:cubicBezTo>
                  <a:pt x="1839370" y="42371"/>
                  <a:pt x="1841039" y="44729"/>
                  <a:pt x="1842328" y="47710"/>
                </a:cubicBezTo>
                <a:cubicBezTo>
                  <a:pt x="1843618" y="50690"/>
                  <a:pt x="1844263" y="54492"/>
                  <a:pt x="1844263" y="59117"/>
                </a:cubicBezTo>
                <a:cubicBezTo>
                  <a:pt x="1844263" y="62942"/>
                  <a:pt x="1844174" y="66879"/>
                  <a:pt x="1843996" y="70927"/>
                </a:cubicBezTo>
                <a:cubicBezTo>
                  <a:pt x="1843818" y="74975"/>
                  <a:pt x="1843729" y="79269"/>
                  <a:pt x="1843729" y="83807"/>
                </a:cubicBezTo>
                <a:lnTo>
                  <a:pt x="1843729" y="92479"/>
                </a:lnTo>
                <a:cubicBezTo>
                  <a:pt x="1843729" y="93903"/>
                  <a:pt x="1843752" y="95305"/>
                  <a:pt x="1843796" y="96684"/>
                </a:cubicBezTo>
                <a:cubicBezTo>
                  <a:pt x="1843841" y="98063"/>
                  <a:pt x="1843908" y="99375"/>
                  <a:pt x="1843996" y="100620"/>
                </a:cubicBezTo>
                <a:cubicBezTo>
                  <a:pt x="1842216" y="100442"/>
                  <a:pt x="1840348" y="100353"/>
                  <a:pt x="1838392" y="100353"/>
                </a:cubicBezTo>
                <a:cubicBezTo>
                  <a:pt x="1836523" y="100353"/>
                  <a:pt x="1834699" y="100442"/>
                  <a:pt x="1832921" y="100620"/>
                </a:cubicBezTo>
                <a:cubicBezTo>
                  <a:pt x="1833098" y="95994"/>
                  <a:pt x="1833298" y="91234"/>
                  <a:pt x="1833519" y="86342"/>
                </a:cubicBezTo>
                <a:cubicBezTo>
                  <a:pt x="1833742" y="81448"/>
                  <a:pt x="1833853" y="76421"/>
                  <a:pt x="1833853" y="71261"/>
                </a:cubicBezTo>
                <a:lnTo>
                  <a:pt x="1833853" y="63120"/>
                </a:lnTo>
                <a:close/>
                <a:moveTo>
                  <a:pt x="1898843" y="67392"/>
                </a:moveTo>
                <a:cubicBezTo>
                  <a:pt x="1897331" y="67926"/>
                  <a:pt x="1895574" y="68370"/>
                  <a:pt x="1893571" y="68726"/>
                </a:cubicBezTo>
                <a:cubicBezTo>
                  <a:pt x="1891570" y="69082"/>
                  <a:pt x="1889547" y="69460"/>
                  <a:pt x="1887501" y="69860"/>
                </a:cubicBezTo>
                <a:cubicBezTo>
                  <a:pt x="1885455" y="70261"/>
                  <a:pt x="1883431" y="70773"/>
                  <a:pt x="1881429" y="71396"/>
                </a:cubicBezTo>
                <a:cubicBezTo>
                  <a:pt x="1879427" y="72017"/>
                  <a:pt x="1877647" y="72862"/>
                  <a:pt x="1876090" y="73931"/>
                </a:cubicBezTo>
                <a:cubicBezTo>
                  <a:pt x="1874534" y="74998"/>
                  <a:pt x="1873289" y="76332"/>
                  <a:pt x="1872353" y="77934"/>
                </a:cubicBezTo>
                <a:cubicBezTo>
                  <a:pt x="1871419" y="79536"/>
                  <a:pt x="1870952" y="81582"/>
                  <a:pt x="1870952" y="84073"/>
                </a:cubicBezTo>
                <a:cubicBezTo>
                  <a:pt x="1870952" y="88255"/>
                  <a:pt x="1872153" y="91413"/>
                  <a:pt x="1874554" y="93548"/>
                </a:cubicBezTo>
                <a:cubicBezTo>
                  <a:pt x="1876957" y="95684"/>
                  <a:pt x="1879627" y="96751"/>
                  <a:pt x="1882563" y="96751"/>
                </a:cubicBezTo>
                <a:cubicBezTo>
                  <a:pt x="1885943" y="96751"/>
                  <a:pt x="1889034" y="95817"/>
                  <a:pt x="1891836" y="93949"/>
                </a:cubicBezTo>
                <a:cubicBezTo>
                  <a:pt x="1894640" y="92080"/>
                  <a:pt x="1896797" y="89900"/>
                  <a:pt x="1898310" y="87409"/>
                </a:cubicBezTo>
                <a:lnTo>
                  <a:pt x="1898843" y="67392"/>
                </a:lnTo>
                <a:moveTo>
                  <a:pt x="1865882" y="43637"/>
                </a:moveTo>
                <a:cubicBezTo>
                  <a:pt x="1869885" y="40613"/>
                  <a:pt x="1873577" y="38567"/>
                  <a:pt x="1876957" y="37500"/>
                </a:cubicBezTo>
                <a:cubicBezTo>
                  <a:pt x="1880339" y="36432"/>
                  <a:pt x="1883809" y="35897"/>
                  <a:pt x="1887367" y="35897"/>
                </a:cubicBezTo>
                <a:cubicBezTo>
                  <a:pt x="1890570" y="35897"/>
                  <a:pt x="1893507" y="36364"/>
                  <a:pt x="1896176" y="37298"/>
                </a:cubicBezTo>
                <a:cubicBezTo>
                  <a:pt x="1898844" y="38232"/>
                  <a:pt x="1901113" y="39567"/>
                  <a:pt x="1902981" y="41302"/>
                </a:cubicBezTo>
                <a:cubicBezTo>
                  <a:pt x="1904849" y="43037"/>
                  <a:pt x="1906316" y="45128"/>
                  <a:pt x="1907383" y="47575"/>
                </a:cubicBezTo>
                <a:cubicBezTo>
                  <a:pt x="1908452" y="50022"/>
                  <a:pt x="1908986" y="52712"/>
                  <a:pt x="1908986" y="55647"/>
                </a:cubicBezTo>
                <a:cubicBezTo>
                  <a:pt x="1908986" y="60719"/>
                  <a:pt x="1908897" y="65768"/>
                  <a:pt x="1908719" y="70795"/>
                </a:cubicBezTo>
                <a:cubicBezTo>
                  <a:pt x="1908541" y="75822"/>
                  <a:pt x="1908452" y="81137"/>
                  <a:pt x="1908452" y="86741"/>
                </a:cubicBezTo>
                <a:cubicBezTo>
                  <a:pt x="1908452" y="87809"/>
                  <a:pt x="1908475" y="88944"/>
                  <a:pt x="1908519" y="90146"/>
                </a:cubicBezTo>
                <a:cubicBezTo>
                  <a:pt x="1908564" y="91346"/>
                  <a:pt x="1908764" y="92413"/>
                  <a:pt x="1909120" y="93347"/>
                </a:cubicBezTo>
                <a:cubicBezTo>
                  <a:pt x="1909476" y="94281"/>
                  <a:pt x="1909987" y="95059"/>
                  <a:pt x="1910653" y="95682"/>
                </a:cubicBezTo>
                <a:cubicBezTo>
                  <a:pt x="1911321" y="96305"/>
                  <a:pt x="1912322" y="96617"/>
                  <a:pt x="1913657" y="96617"/>
                </a:cubicBezTo>
                <a:cubicBezTo>
                  <a:pt x="1914102" y="96617"/>
                  <a:pt x="1914569" y="96595"/>
                  <a:pt x="1915058" y="96550"/>
                </a:cubicBezTo>
                <a:cubicBezTo>
                  <a:pt x="1915548" y="96505"/>
                  <a:pt x="1916015" y="96349"/>
                  <a:pt x="1916459" y="96083"/>
                </a:cubicBezTo>
                <a:lnTo>
                  <a:pt x="1916459" y="99020"/>
                </a:lnTo>
                <a:cubicBezTo>
                  <a:pt x="1915480" y="99464"/>
                  <a:pt x="1914257" y="99819"/>
                  <a:pt x="1912789" y="100087"/>
                </a:cubicBezTo>
                <a:cubicBezTo>
                  <a:pt x="1911322" y="100354"/>
                  <a:pt x="1909698" y="100488"/>
                  <a:pt x="1907919" y="100488"/>
                </a:cubicBezTo>
                <a:cubicBezTo>
                  <a:pt x="1905072" y="100488"/>
                  <a:pt x="1902893" y="99754"/>
                  <a:pt x="1901380" y="98287"/>
                </a:cubicBezTo>
                <a:cubicBezTo>
                  <a:pt x="1899868" y="96818"/>
                  <a:pt x="1898978" y="94927"/>
                  <a:pt x="1898711" y="92614"/>
                </a:cubicBezTo>
                <a:cubicBezTo>
                  <a:pt x="1895508" y="95816"/>
                  <a:pt x="1892350" y="98173"/>
                  <a:pt x="1889236" y="99686"/>
                </a:cubicBezTo>
                <a:cubicBezTo>
                  <a:pt x="1886122" y="101198"/>
                  <a:pt x="1882296" y="101954"/>
                  <a:pt x="1877760" y="101954"/>
                </a:cubicBezTo>
                <a:cubicBezTo>
                  <a:pt x="1875535" y="101954"/>
                  <a:pt x="1873354" y="101642"/>
                  <a:pt x="1871219" y="101019"/>
                </a:cubicBezTo>
                <a:cubicBezTo>
                  <a:pt x="1869085" y="100398"/>
                  <a:pt x="1867195" y="99375"/>
                  <a:pt x="1865548" y="97953"/>
                </a:cubicBezTo>
                <a:cubicBezTo>
                  <a:pt x="1863903" y="96529"/>
                  <a:pt x="1862568" y="94816"/>
                  <a:pt x="1861545" y="92815"/>
                </a:cubicBezTo>
                <a:cubicBezTo>
                  <a:pt x="1860523" y="90813"/>
                  <a:pt x="1860011" y="88521"/>
                  <a:pt x="1860011" y="85941"/>
                </a:cubicBezTo>
                <a:cubicBezTo>
                  <a:pt x="1860011" y="80603"/>
                  <a:pt x="1861679" y="76467"/>
                  <a:pt x="1865015" y="73532"/>
                </a:cubicBezTo>
                <a:cubicBezTo>
                  <a:pt x="1868351" y="70595"/>
                  <a:pt x="1872955" y="68638"/>
                  <a:pt x="1878827" y="67659"/>
                </a:cubicBezTo>
                <a:cubicBezTo>
                  <a:pt x="1883631" y="66858"/>
                  <a:pt x="1887390" y="66169"/>
                  <a:pt x="1890103" y="65590"/>
                </a:cubicBezTo>
                <a:cubicBezTo>
                  <a:pt x="1892817" y="65012"/>
                  <a:pt x="1894819" y="64411"/>
                  <a:pt x="1896108" y="63788"/>
                </a:cubicBezTo>
                <a:cubicBezTo>
                  <a:pt x="1897398" y="63165"/>
                  <a:pt x="1898176" y="62431"/>
                  <a:pt x="1898442" y="61587"/>
                </a:cubicBezTo>
                <a:cubicBezTo>
                  <a:pt x="1898709" y="60741"/>
                  <a:pt x="1898843" y="59651"/>
                  <a:pt x="1898843" y="58317"/>
                </a:cubicBezTo>
                <a:cubicBezTo>
                  <a:pt x="1898843" y="56093"/>
                  <a:pt x="1898576" y="53958"/>
                  <a:pt x="1898043" y="51913"/>
                </a:cubicBezTo>
                <a:cubicBezTo>
                  <a:pt x="1897509" y="49866"/>
                  <a:pt x="1896664" y="48086"/>
                  <a:pt x="1895508" y="46574"/>
                </a:cubicBezTo>
                <a:cubicBezTo>
                  <a:pt x="1894351" y="45061"/>
                  <a:pt x="1892839" y="43838"/>
                  <a:pt x="1890971" y="42904"/>
                </a:cubicBezTo>
                <a:cubicBezTo>
                  <a:pt x="1889103" y="41970"/>
                  <a:pt x="1886835" y="41503"/>
                  <a:pt x="1884166" y="41503"/>
                </a:cubicBezTo>
                <a:cubicBezTo>
                  <a:pt x="1880606" y="41503"/>
                  <a:pt x="1877292" y="42304"/>
                  <a:pt x="1874223" y="43906"/>
                </a:cubicBezTo>
                <a:cubicBezTo>
                  <a:pt x="1871153" y="45507"/>
                  <a:pt x="1868862" y="47730"/>
                  <a:pt x="1867350" y="50577"/>
                </a:cubicBezTo>
                <a:lnTo>
                  <a:pt x="1865882" y="50577"/>
                </a:lnTo>
                <a:lnTo>
                  <a:pt x="1865882" y="43637"/>
                </a:lnTo>
                <a:close/>
                <a:moveTo>
                  <a:pt x="1974775" y="63120"/>
                </a:moveTo>
                <a:cubicBezTo>
                  <a:pt x="1974775" y="56448"/>
                  <a:pt x="1973485" y="51400"/>
                  <a:pt x="1970904" y="47975"/>
                </a:cubicBezTo>
                <a:cubicBezTo>
                  <a:pt x="1968325" y="44550"/>
                  <a:pt x="1964767" y="42837"/>
                  <a:pt x="1960230" y="42837"/>
                </a:cubicBezTo>
                <a:cubicBezTo>
                  <a:pt x="1954003" y="42837"/>
                  <a:pt x="1949444" y="44750"/>
                  <a:pt x="1946553" y="48575"/>
                </a:cubicBezTo>
                <a:cubicBezTo>
                  <a:pt x="1943661" y="52401"/>
                  <a:pt x="1942215" y="57783"/>
                  <a:pt x="1942215" y="64723"/>
                </a:cubicBezTo>
                <a:lnTo>
                  <a:pt x="1942215" y="76065"/>
                </a:lnTo>
                <a:cubicBezTo>
                  <a:pt x="1942215" y="80070"/>
                  <a:pt x="1942282" y="84274"/>
                  <a:pt x="1942415" y="88677"/>
                </a:cubicBezTo>
                <a:cubicBezTo>
                  <a:pt x="1942548" y="93081"/>
                  <a:pt x="1942837" y="97062"/>
                  <a:pt x="1943282" y="100620"/>
                </a:cubicBezTo>
                <a:cubicBezTo>
                  <a:pt x="1941237" y="100442"/>
                  <a:pt x="1939235" y="100353"/>
                  <a:pt x="1937278" y="100353"/>
                </a:cubicBezTo>
                <a:cubicBezTo>
                  <a:pt x="1935320" y="100353"/>
                  <a:pt x="1933318" y="100442"/>
                  <a:pt x="1931273" y="100620"/>
                </a:cubicBezTo>
                <a:cubicBezTo>
                  <a:pt x="1931716" y="97062"/>
                  <a:pt x="1932005" y="93081"/>
                  <a:pt x="1932138" y="88677"/>
                </a:cubicBezTo>
                <a:cubicBezTo>
                  <a:pt x="1932272" y="84274"/>
                  <a:pt x="1932340" y="80070"/>
                  <a:pt x="1932340" y="76065"/>
                </a:cubicBezTo>
                <a:lnTo>
                  <a:pt x="1932340" y="62188"/>
                </a:lnTo>
                <a:cubicBezTo>
                  <a:pt x="1932340" y="58184"/>
                  <a:pt x="1932272" y="53981"/>
                  <a:pt x="1932138" y="49577"/>
                </a:cubicBezTo>
                <a:cubicBezTo>
                  <a:pt x="1932005" y="45173"/>
                  <a:pt x="1931716" y="41058"/>
                  <a:pt x="1931273" y="37231"/>
                </a:cubicBezTo>
                <a:cubicBezTo>
                  <a:pt x="1933764" y="37676"/>
                  <a:pt x="1935765" y="37899"/>
                  <a:pt x="1937278" y="37899"/>
                </a:cubicBezTo>
                <a:cubicBezTo>
                  <a:pt x="1937989" y="37899"/>
                  <a:pt x="1938767" y="37833"/>
                  <a:pt x="1939611" y="37699"/>
                </a:cubicBezTo>
                <a:cubicBezTo>
                  <a:pt x="1940457" y="37566"/>
                  <a:pt x="1941458" y="37410"/>
                  <a:pt x="1942615" y="37231"/>
                </a:cubicBezTo>
                <a:cubicBezTo>
                  <a:pt x="1942349" y="40791"/>
                  <a:pt x="1942215" y="44349"/>
                  <a:pt x="1942215" y="47907"/>
                </a:cubicBezTo>
                <a:lnTo>
                  <a:pt x="1942482" y="47907"/>
                </a:lnTo>
                <a:cubicBezTo>
                  <a:pt x="1944973" y="44082"/>
                  <a:pt x="1947954" y="41124"/>
                  <a:pt x="1951423" y="39033"/>
                </a:cubicBezTo>
                <a:cubicBezTo>
                  <a:pt x="1954893" y="36943"/>
                  <a:pt x="1959030" y="35897"/>
                  <a:pt x="1963835" y="35897"/>
                </a:cubicBezTo>
                <a:cubicBezTo>
                  <a:pt x="1966326" y="35897"/>
                  <a:pt x="1968838" y="36254"/>
                  <a:pt x="1971373" y="36966"/>
                </a:cubicBezTo>
                <a:cubicBezTo>
                  <a:pt x="1973909" y="37678"/>
                  <a:pt x="1976199" y="38901"/>
                  <a:pt x="1978245" y="40636"/>
                </a:cubicBezTo>
                <a:cubicBezTo>
                  <a:pt x="1980292" y="42371"/>
                  <a:pt x="1981961" y="44729"/>
                  <a:pt x="1983250" y="47710"/>
                </a:cubicBezTo>
                <a:cubicBezTo>
                  <a:pt x="1984540" y="50690"/>
                  <a:pt x="1985185" y="54492"/>
                  <a:pt x="1985185" y="59117"/>
                </a:cubicBezTo>
                <a:cubicBezTo>
                  <a:pt x="1985185" y="62942"/>
                  <a:pt x="1985096" y="66879"/>
                  <a:pt x="1984918" y="70927"/>
                </a:cubicBezTo>
                <a:cubicBezTo>
                  <a:pt x="1984740" y="74975"/>
                  <a:pt x="1984651" y="79269"/>
                  <a:pt x="1984651" y="83807"/>
                </a:cubicBezTo>
                <a:lnTo>
                  <a:pt x="1984651" y="92479"/>
                </a:lnTo>
                <a:cubicBezTo>
                  <a:pt x="1984651" y="93903"/>
                  <a:pt x="1984674" y="95305"/>
                  <a:pt x="1984719" y="96684"/>
                </a:cubicBezTo>
                <a:cubicBezTo>
                  <a:pt x="1984763" y="98063"/>
                  <a:pt x="1984830" y="99375"/>
                  <a:pt x="1984918" y="100620"/>
                </a:cubicBezTo>
                <a:cubicBezTo>
                  <a:pt x="1983138" y="100442"/>
                  <a:pt x="1981270" y="100353"/>
                  <a:pt x="1979314" y="100353"/>
                </a:cubicBezTo>
                <a:cubicBezTo>
                  <a:pt x="1977445" y="100353"/>
                  <a:pt x="1975621" y="100442"/>
                  <a:pt x="1973843" y="100620"/>
                </a:cubicBezTo>
                <a:cubicBezTo>
                  <a:pt x="1974021" y="95994"/>
                  <a:pt x="1974220" y="91234"/>
                  <a:pt x="1974441" y="86342"/>
                </a:cubicBezTo>
                <a:cubicBezTo>
                  <a:pt x="1974664" y="81448"/>
                  <a:pt x="1974775" y="76421"/>
                  <a:pt x="1974775" y="71261"/>
                </a:cubicBezTo>
                <a:lnTo>
                  <a:pt x="1974775" y="63120"/>
                </a:lnTo>
                <a:close/>
                <a:moveTo>
                  <a:pt x="2000934" y="69127"/>
                </a:moveTo>
                <a:cubicBezTo>
                  <a:pt x="2000934" y="63344"/>
                  <a:pt x="2001912" y="58362"/>
                  <a:pt x="2003868" y="54181"/>
                </a:cubicBezTo>
                <a:cubicBezTo>
                  <a:pt x="2005825" y="49999"/>
                  <a:pt x="2008383" y="46551"/>
                  <a:pt x="2011540" y="43839"/>
                </a:cubicBezTo>
                <a:cubicBezTo>
                  <a:pt x="2014699" y="41125"/>
                  <a:pt x="2018325" y="39124"/>
                  <a:pt x="2022416" y="37834"/>
                </a:cubicBezTo>
                <a:cubicBezTo>
                  <a:pt x="2026509" y="36543"/>
                  <a:pt x="2030691" y="35897"/>
                  <a:pt x="2034962" y="35897"/>
                </a:cubicBezTo>
                <a:cubicBezTo>
                  <a:pt x="2039855" y="35897"/>
                  <a:pt x="2044237" y="36498"/>
                  <a:pt x="2048106" y="37699"/>
                </a:cubicBezTo>
                <a:cubicBezTo>
                  <a:pt x="2051976" y="38901"/>
                  <a:pt x="2054756" y="40258"/>
                  <a:pt x="2056446" y="41770"/>
                </a:cubicBezTo>
                <a:cubicBezTo>
                  <a:pt x="2055825" y="43104"/>
                  <a:pt x="2055269" y="44505"/>
                  <a:pt x="2054779" y="45973"/>
                </a:cubicBezTo>
                <a:cubicBezTo>
                  <a:pt x="2054290" y="47440"/>
                  <a:pt x="2053868" y="48975"/>
                  <a:pt x="2053512" y="50577"/>
                </a:cubicBezTo>
                <a:lnTo>
                  <a:pt x="2052443" y="50577"/>
                </a:lnTo>
                <a:cubicBezTo>
                  <a:pt x="2051821" y="49420"/>
                  <a:pt x="2050976" y="48242"/>
                  <a:pt x="2049908" y="47042"/>
                </a:cubicBezTo>
                <a:cubicBezTo>
                  <a:pt x="2048841" y="45840"/>
                  <a:pt x="2047573" y="44728"/>
                  <a:pt x="2046104" y="43704"/>
                </a:cubicBezTo>
                <a:cubicBezTo>
                  <a:pt x="2044637" y="42681"/>
                  <a:pt x="2043013" y="41836"/>
                  <a:pt x="2041233" y="41169"/>
                </a:cubicBezTo>
                <a:cubicBezTo>
                  <a:pt x="2039455" y="40501"/>
                  <a:pt x="2037498" y="40167"/>
                  <a:pt x="2035363" y="40167"/>
                </a:cubicBezTo>
                <a:cubicBezTo>
                  <a:pt x="2031359" y="40167"/>
                  <a:pt x="2027912" y="40902"/>
                  <a:pt x="2025021" y="42371"/>
                </a:cubicBezTo>
                <a:cubicBezTo>
                  <a:pt x="2022129" y="43838"/>
                  <a:pt x="2019771" y="45862"/>
                  <a:pt x="2017947" y="48443"/>
                </a:cubicBezTo>
                <a:cubicBezTo>
                  <a:pt x="2016123" y="51022"/>
                  <a:pt x="2014789" y="54069"/>
                  <a:pt x="2013943" y="57584"/>
                </a:cubicBezTo>
                <a:cubicBezTo>
                  <a:pt x="2013099" y="61097"/>
                  <a:pt x="2012677" y="64900"/>
                  <a:pt x="2012677" y="68993"/>
                </a:cubicBezTo>
                <a:cubicBezTo>
                  <a:pt x="2012677" y="78156"/>
                  <a:pt x="2014634" y="85073"/>
                  <a:pt x="2018547" y="89745"/>
                </a:cubicBezTo>
                <a:cubicBezTo>
                  <a:pt x="2022462" y="94416"/>
                  <a:pt x="2028201" y="96751"/>
                  <a:pt x="2035762" y="96751"/>
                </a:cubicBezTo>
                <a:cubicBezTo>
                  <a:pt x="2037542" y="96751"/>
                  <a:pt x="2039365" y="96507"/>
                  <a:pt x="2041233" y="96018"/>
                </a:cubicBezTo>
                <a:cubicBezTo>
                  <a:pt x="2043103" y="95528"/>
                  <a:pt x="2044926" y="94860"/>
                  <a:pt x="2046705" y="94015"/>
                </a:cubicBezTo>
                <a:cubicBezTo>
                  <a:pt x="2048485" y="93169"/>
                  <a:pt x="2050153" y="92168"/>
                  <a:pt x="2051710" y="91013"/>
                </a:cubicBezTo>
                <a:cubicBezTo>
                  <a:pt x="2053267" y="89856"/>
                  <a:pt x="2054624" y="88610"/>
                  <a:pt x="2055780" y="87275"/>
                </a:cubicBezTo>
                <a:lnTo>
                  <a:pt x="2056446" y="87676"/>
                </a:lnTo>
                <a:cubicBezTo>
                  <a:pt x="2056002" y="89811"/>
                  <a:pt x="2055736" y="91991"/>
                  <a:pt x="2055646" y="94214"/>
                </a:cubicBezTo>
                <a:cubicBezTo>
                  <a:pt x="2052977" y="96349"/>
                  <a:pt x="2049663" y="98173"/>
                  <a:pt x="2045703" y="99686"/>
                </a:cubicBezTo>
                <a:cubicBezTo>
                  <a:pt x="2041744" y="101198"/>
                  <a:pt x="2037631" y="101954"/>
                  <a:pt x="2033361" y="101954"/>
                </a:cubicBezTo>
                <a:cubicBezTo>
                  <a:pt x="2029536" y="101954"/>
                  <a:pt x="2025688" y="101398"/>
                  <a:pt x="2021818" y="100286"/>
                </a:cubicBezTo>
                <a:cubicBezTo>
                  <a:pt x="2017947" y="99174"/>
                  <a:pt x="2014455" y="97307"/>
                  <a:pt x="2011341" y="94682"/>
                </a:cubicBezTo>
                <a:cubicBezTo>
                  <a:pt x="2008228" y="92057"/>
                  <a:pt x="2005715" y="88654"/>
                  <a:pt x="2003803" y="84473"/>
                </a:cubicBezTo>
                <a:cubicBezTo>
                  <a:pt x="2001890" y="80291"/>
                  <a:pt x="2000934" y="75176"/>
                  <a:pt x="2000934" y="69127"/>
                </a:cubicBezTo>
                <a:close/>
                <a:moveTo>
                  <a:pt x="2097550" y="40167"/>
                </a:moveTo>
                <a:cubicBezTo>
                  <a:pt x="2094258" y="40167"/>
                  <a:pt x="2091477" y="40924"/>
                  <a:pt x="2089208" y="42436"/>
                </a:cubicBezTo>
                <a:cubicBezTo>
                  <a:pt x="2086939" y="43948"/>
                  <a:pt x="2085071" y="45839"/>
                  <a:pt x="2083604" y="48109"/>
                </a:cubicBezTo>
                <a:cubicBezTo>
                  <a:pt x="2082136" y="50377"/>
                  <a:pt x="2081025" y="52868"/>
                  <a:pt x="2080268" y="55582"/>
                </a:cubicBezTo>
                <a:cubicBezTo>
                  <a:pt x="2079512" y="58296"/>
                  <a:pt x="2079045" y="60853"/>
                  <a:pt x="2078868" y="63255"/>
                </a:cubicBezTo>
                <a:cubicBezTo>
                  <a:pt x="2081625" y="63344"/>
                  <a:pt x="2084493" y="63434"/>
                  <a:pt x="2087473" y="63523"/>
                </a:cubicBezTo>
                <a:cubicBezTo>
                  <a:pt x="2090454" y="63612"/>
                  <a:pt x="2093368" y="63656"/>
                  <a:pt x="2096215" y="63656"/>
                </a:cubicBezTo>
                <a:cubicBezTo>
                  <a:pt x="2099151" y="63656"/>
                  <a:pt x="2102131" y="63612"/>
                  <a:pt x="2105156" y="63523"/>
                </a:cubicBezTo>
                <a:cubicBezTo>
                  <a:pt x="2108180" y="63434"/>
                  <a:pt x="2111117" y="63344"/>
                  <a:pt x="2113965" y="63255"/>
                </a:cubicBezTo>
                <a:cubicBezTo>
                  <a:pt x="2113965" y="60853"/>
                  <a:pt x="2113764" y="58318"/>
                  <a:pt x="2113364" y="55649"/>
                </a:cubicBezTo>
                <a:cubicBezTo>
                  <a:pt x="2112964" y="52979"/>
                  <a:pt x="2112163" y="50487"/>
                  <a:pt x="2110961" y="48174"/>
                </a:cubicBezTo>
                <a:cubicBezTo>
                  <a:pt x="2109760" y="45861"/>
                  <a:pt x="2108091" y="43948"/>
                  <a:pt x="2105956" y="42436"/>
                </a:cubicBezTo>
                <a:cubicBezTo>
                  <a:pt x="2103821" y="40924"/>
                  <a:pt x="2101019" y="40167"/>
                  <a:pt x="2097550" y="40167"/>
                </a:cubicBezTo>
                <a:moveTo>
                  <a:pt x="2066723" y="70995"/>
                </a:moveTo>
                <a:cubicBezTo>
                  <a:pt x="2066723" y="60052"/>
                  <a:pt x="2069325" y="51467"/>
                  <a:pt x="2074528" y="45240"/>
                </a:cubicBezTo>
                <a:cubicBezTo>
                  <a:pt x="2079733" y="39012"/>
                  <a:pt x="2087318" y="35897"/>
                  <a:pt x="2097284" y="35897"/>
                </a:cubicBezTo>
                <a:cubicBezTo>
                  <a:pt x="2101998" y="35897"/>
                  <a:pt x="2106068" y="36632"/>
                  <a:pt x="2109493" y="38101"/>
                </a:cubicBezTo>
                <a:cubicBezTo>
                  <a:pt x="2112918" y="39568"/>
                  <a:pt x="2115787" y="41525"/>
                  <a:pt x="2118100" y="43971"/>
                </a:cubicBezTo>
                <a:cubicBezTo>
                  <a:pt x="2120414" y="46417"/>
                  <a:pt x="2122126" y="49287"/>
                  <a:pt x="2123238" y="52579"/>
                </a:cubicBezTo>
                <a:cubicBezTo>
                  <a:pt x="2124350" y="55870"/>
                  <a:pt x="2124906" y="59384"/>
                  <a:pt x="2124906" y="63120"/>
                </a:cubicBezTo>
                <a:cubicBezTo>
                  <a:pt x="2124906" y="64011"/>
                  <a:pt x="2124883" y="64879"/>
                  <a:pt x="2124838" y="65725"/>
                </a:cubicBezTo>
                <a:cubicBezTo>
                  <a:pt x="2124795" y="66569"/>
                  <a:pt x="2124728" y="67436"/>
                  <a:pt x="2124639" y="68325"/>
                </a:cubicBezTo>
                <a:cubicBezTo>
                  <a:pt x="2119835" y="68237"/>
                  <a:pt x="2115075" y="68149"/>
                  <a:pt x="2110360" y="68060"/>
                </a:cubicBezTo>
                <a:cubicBezTo>
                  <a:pt x="2105646" y="67971"/>
                  <a:pt x="2100886" y="67926"/>
                  <a:pt x="2096082" y="67926"/>
                </a:cubicBezTo>
                <a:cubicBezTo>
                  <a:pt x="2093146" y="67926"/>
                  <a:pt x="2090232" y="67971"/>
                  <a:pt x="2087340" y="68060"/>
                </a:cubicBezTo>
                <a:cubicBezTo>
                  <a:pt x="2084449" y="68149"/>
                  <a:pt x="2081535" y="68237"/>
                  <a:pt x="2078599" y="68325"/>
                </a:cubicBezTo>
                <a:cubicBezTo>
                  <a:pt x="2078511" y="68770"/>
                  <a:pt x="2078466" y="69437"/>
                  <a:pt x="2078466" y="70327"/>
                </a:cubicBezTo>
                <a:lnTo>
                  <a:pt x="2078466" y="72062"/>
                </a:lnTo>
                <a:cubicBezTo>
                  <a:pt x="2078466" y="75531"/>
                  <a:pt x="2078978" y="78779"/>
                  <a:pt x="2080000" y="81805"/>
                </a:cubicBezTo>
                <a:cubicBezTo>
                  <a:pt x="2081023" y="84830"/>
                  <a:pt x="2082514" y="87432"/>
                  <a:pt x="2084471" y="89612"/>
                </a:cubicBezTo>
                <a:cubicBezTo>
                  <a:pt x="2086429" y="91791"/>
                  <a:pt x="2088831" y="93526"/>
                  <a:pt x="2091678" y="94817"/>
                </a:cubicBezTo>
                <a:cubicBezTo>
                  <a:pt x="2094524" y="96106"/>
                  <a:pt x="2097816" y="96751"/>
                  <a:pt x="2101554" y="96751"/>
                </a:cubicBezTo>
                <a:cubicBezTo>
                  <a:pt x="2103332" y="96751"/>
                  <a:pt x="2105155" y="96507"/>
                  <a:pt x="2107023" y="96018"/>
                </a:cubicBezTo>
                <a:cubicBezTo>
                  <a:pt x="2108892" y="95528"/>
                  <a:pt x="2110716" y="94860"/>
                  <a:pt x="2112494" y="94015"/>
                </a:cubicBezTo>
                <a:cubicBezTo>
                  <a:pt x="2114274" y="93169"/>
                  <a:pt x="2115943" y="92168"/>
                  <a:pt x="2117500" y="91013"/>
                </a:cubicBezTo>
                <a:cubicBezTo>
                  <a:pt x="2119057" y="89856"/>
                  <a:pt x="2120414" y="88610"/>
                  <a:pt x="2121570" y="87275"/>
                </a:cubicBezTo>
                <a:lnTo>
                  <a:pt x="2122238" y="87676"/>
                </a:lnTo>
                <a:lnTo>
                  <a:pt x="2121438" y="94214"/>
                </a:lnTo>
                <a:cubicBezTo>
                  <a:pt x="2118768" y="96349"/>
                  <a:pt x="2115453" y="98173"/>
                  <a:pt x="2111495" y="99686"/>
                </a:cubicBezTo>
                <a:cubicBezTo>
                  <a:pt x="2107536" y="101198"/>
                  <a:pt x="2103422" y="101954"/>
                  <a:pt x="2099151" y="101954"/>
                </a:cubicBezTo>
                <a:cubicBezTo>
                  <a:pt x="2094347" y="101954"/>
                  <a:pt x="2089965" y="101220"/>
                  <a:pt x="2086005" y="99753"/>
                </a:cubicBezTo>
                <a:cubicBezTo>
                  <a:pt x="2082046" y="98285"/>
                  <a:pt x="2078621" y="96151"/>
                  <a:pt x="2075730" y="93349"/>
                </a:cubicBezTo>
                <a:cubicBezTo>
                  <a:pt x="2072840" y="90545"/>
                  <a:pt x="2070616" y="87231"/>
                  <a:pt x="2069059" y="83406"/>
                </a:cubicBezTo>
                <a:cubicBezTo>
                  <a:pt x="2067502" y="79580"/>
                  <a:pt x="2066723" y="75443"/>
                  <a:pt x="2066723" y="70995"/>
                </a:cubicBezTo>
                <a:close/>
                <a:moveTo>
                  <a:pt x="2182290" y="69127"/>
                </a:moveTo>
                <a:cubicBezTo>
                  <a:pt x="2182290" y="72863"/>
                  <a:pt x="2182623" y="76466"/>
                  <a:pt x="2183290" y="79936"/>
                </a:cubicBezTo>
                <a:cubicBezTo>
                  <a:pt x="2183958" y="83406"/>
                  <a:pt x="2185092" y="86497"/>
                  <a:pt x="2186692" y="89211"/>
                </a:cubicBezTo>
                <a:cubicBezTo>
                  <a:pt x="2188294" y="91925"/>
                  <a:pt x="2190430" y="94082"/>
                  <a:pt x="2193098" y="95684"/>
                </a:cubicBezTo>
                <a:cubicBezTo>
                  <a:pt x="2195767" y="97285"/>
                  <a:pt x="2199059" y="98085"/>
                  <a:pt x="2202974" y="98085"/>
                </a:cubicBezTo>
                <a:cubicBezTo>
                  <a:pt x="2206889" y="98085"/>
                  <a:pt x="2210181" y="97285"/>
                  <a:pt x="2212850" y="95684"/>
                </a:cubicBezTo>
                <a:cubicBezTo>
                  <a:pt x="2215519" y="94082"/>
                  <a:pt x="2217654" y="91925"/>
                  <a:pt x="2219254" y="89211"/>
                </a:cubicBezTo>
                <a:cubicBezTo>
                  <a:pt x="2220856" y="86497"/>
                  <a:pt x="2221990" y="83406"/>
                  <a:pt x="2222657" y="79936"/>
                </a:cubicBezTo>
                <a:cubicBezTo>
                  <a:pt x="2223325" y="76466"/>
                  <a:pt x="2223659" y="72863"/>
                  <a:pt x="2223659" y="69127"/>
                </a:cubicBezTo>
                <a:cubicBezTo>
                  <a:pt x="2223659" y="65390"/>
                  <a:pt x="2223325" y="61787"/>
                  <a:pt x="2222657" y="58317"/>
                </a:cubicBezTo>
                <a:cubicBezTo>
                  <a:pt x="2221990" y="54847"/>
                  <a:pt x="2220856" y="51756"/>
                  <a:pt x="2219254" y="49044"/>
                </a:cubicBezTo>
                <a:cubicBezTo>
                  <a:pt x="2217654" y="46330"/>
                  <a:pt x="2215519" y="44172"/>
                  <a:pt x="2212850" y="42570"/>
                </a:cubicBezTo>
                <a:cubicBezTo>
                  <a:pt x="2210181" y="40968"/>
                  <a:pt x="2206889" y="40167"/>
                  <a:pt x="2202974" y="40167"/>
                </a:cubicBezTo>
                <a:cubicBezTo>
                  <a:pt x="2199059" y="40167"/>
                  <a:pt x="2195767" y="40968"/>
                  <a:pt x="2193098" y="42570"/>
                </a:cubicBezTo>
                <a:cubicBezTo>
                  <a:pt x="2190430" y="44172"/>
                  <a:pt x="2188294" y="46330"/>
                  <a:pt x="2186692" y="49044"/>
                </a:cubicBezTo>
                <a:cubicBezTo>
                  <a:pt x="2185092" y="51756"/>
                  <a:pt x="2183958" y="54847"/>
                  <a:pt x="2183290" y="58317"/>
                </a:cubicBezTo>
                <a:cubicBezTo>
                  <a:pt x="2182623" y="61787"/>
                  <a:pt x="2182290" y="65390"/>
                  <a:pt x="2182290" y="69127"/>
                </a:cubicBezTo>
                <a:moveTo>
                  <a:pt x="2170547" y="69127"/>
                </a:moveTo>
                <a:cubicBezTo>
                  <a:pt x="2170547" y="63077"/>
                  <a:pt x="2171503" y="57939"/>
                  <a:pt x="2173416" y="53713"/>
                </a:cubicBezTo>
                <a:cubicBezTo>
                  <a:pt x="2175329" y="49487"/>
                  <a:pt x="2177841" y="46062"/>
                  <a:pt x="2180954" y="43438"/>
                </a:cubicBezTo>
                <a:cubicBezTo>
                  <a:pt x="2184068" y="40814"/>
                  <a:pt x="2187560" y="38901"/>
                  <a:pt x="2191431" y="37699"/>
                </a:cubicBezTo>
                <a:cubicBezTo>
                  <a:pt x="2195301" y="36498"/>
                  <a:pt x="2199149" y="35897"/>
                  <a:pt x="2202974" y="35897"/>
                </a:cubicBezTo>
                <a:cubicBezTo>
                  <a:pt x="2206889" y="35897"/>
                  <a:pt x="2210760" y="36498"/>
                  <a:pt x="2214585" y="37699"/>
                </a:cubicBezTo>
                <a:cubicBezTo>
                  <a:pt x="2218411" y="38901"/>
                  <a:pt x="2221880" y="40814"/>
                  <a:pt x="2224993" y="43438"/>
                </a:cubicBezTo>
                <a:cubicBezTo>
                  <a:pt x="2228107" y="46062"/>
                  <a:pt x="2230620" y="49487"/>
                  <a:pt x="2232533" y="53713"/>
                </a:cubicBezTo>
                <a:cubicBezTo>
                  <a:pt x="2234446" y="57939"/>
                  <a:pt x="2235402" y="63077"/>
                  <a:pt x="2235402" y="69127"/>
                </a:cubicBezTo>
                <a:cubicBezTo>
                  <a:pt x="2235402" y="75176"/>
                  <a:pt x="2234446" y="80314"/>
                  <a:pt x="2232533" y="84540"/>
                </a:cubicBezTo>
                <a:cubicBezTo>
                  <a:pt x="2230620" y="88766"/>
                  <a:pt x="2228107" y="92191"/>
                  <a:pt x="2224993" y="94817"/>
                </a:cubicBezTo>
                <a:cubicBezTo>
                  <a:pt x="2221880" y="97441"/>
                  <a:pt x="2218411" y="99286"/>
                  <a:pt x="2214585" y="100353"/>
                </a:cubicBezTo>
                <a:cubicBezTo>
                  <a:pt x="2210760" y="101420"/>
                  <a:pt x="2206889" y="101954"/>
                  <a:pt x="2202974" y="101954"/>
                </a:cubicBezTo>
                <a:cubicBezTo>
                  <a:pt x="2199149" y="101954"/>
                  <a:pt x="2195301" y="101420"/>
                  <a:pt x="2191431" y="100353"/>
                </a:cubicBezTo>
                <a:cubicBezTo>
                  <a:pt x="2187560" y="99286"/>
                  <a:pt x="2184068" y="97441"/>
                  <a:pt x="2180954" y="94817"/>
                </a:cubicBezTo>
                <a:cubicBezTo>
                  <a:pt x="2177841" y="92191"/>
                  <a:pt x="2175329" y="88766"/>
                  <a:pt x="2173416" y="84540"/>
                </a:cubicBezTo>
                <a:cubicBezTo>
                  <a:pt x="2171503" y="80314"/>
                  <a:pt x="2170547" y="75176"/>
                  <a:pt x="2170547" y="69127"/>
                </a:cubicBezTo>
                <a:close/>
                <a:moveTo>
                  <a:pt x="2267163" y="100620"/>
                </a:moveTo>
                <a:cubicBezTo>
                  <a:pt x="2263071" y="90123"/>
                  <a:pt x="2258957" y="79625"/>
                  <a:pt x="2254819" y="69127"/>
                </a:cubicBezTo>
                <a:cubicBezTo>
                  <a:pt x="2250683" y="58628"/>
                  <a:pt x="2246168" y="47996"/>
                  <a:pt x="2241274" y="37231"/>
                </a:cubicBezTo>
                <a:cubicBezTo>
                  <a:pt x="2242430" y="37410"/>
                  <a:pt x="2243542" y="37566"/>
                  <a:pt x="2244609" y="37699"/>
                </a:cubicBezTo>
                <a:cubicBezTo>
                  <a:pt x="2245677" y="37833"/>
                  <a:pt x="2246790" y="37899"/>
                  <a:pt x="2247947" y="37899"/>
                </a:cubicBezTo>
                <a:cubicBezTo>
                  <a:pt x="2248925" y="37899"/>
                  <a:pt x="2249904" y="37833"/>
                  <a:pt x="2250883" y="37699"/>
                </a:cubicBezTo>
                <a:cubicBezTo>
                  <a:pt x="2251862" y="37566"/>
                  <a:pt x="2252840" y="37410"/>
                  <a:pt x="2253819" y="37231"/>
                </a:cubicBezTo>
                <a:cubicBezTo>
                  <a:pt x="2256576" y="46040"/>
                  <a:pt x="2259578" y="54693"/>
                  <a:pt x="2262826" y="63190"/>
                </a:cubicBezTo>
                <a:cubicBezTo>
                  <a:pt x="2266073" y="71685"/>
                  <a:pt x="2269699" y="80381"/>
                  <a:pt x="2273703" y="89278"/>
                </a:cubicBezTo>
                <a:cubicBezTo>
                  <a:pt x="2275482" y="85631"/>
                  <a:pt x="2277238" y="81694"/>
                  <a:pt x="2278973" y="77468"/>
                </a:cubicBezTo>
                <a:cubicBezTo>
                  <a:pt x="2280708" y="73242"/>
                  <a:pt x="2282443" y="68861"/>
                  <a:pt x="2284178" y="64324"/>
                </a:cubicBezTo>
                <a:cubicBezTo>
                  <a:pt x="2285913" y="59786"/>
                  <a:pt x="2287603" y="55226"/>
                  <a:pt x="2289248" y="50644"/>
                </a:cubicBezTo>
                <a:cubicBezTo>
                  <a:pt x="2290895" y="46062"/>
                  <a:pt x="2292519" y="41591"/>
                  <a:pt x="2294121" y="37231"/>
                </a:cubicBezTo>
                <a:cubicBezTo>
                  <a:pt x="2295722" y="37676"/>
                  <a:pt x="2297100" y="37899"/>
                  <a:pt x="2298257" y="37899"/>
                </a:cubicBezTo>
                <a:cubicBezTo>
                  <a:pt x="2299413" y="37899"/>
                  <a:pt x="2300793" y="37676"/>
                  <a:pt x="2302394" y="37231"/>
                </a:cubicBezTo>
                <a:cubicBezTo>
                  <a:pt x="2297590" y="47996"/>
                  <a:pt x="2292875" y="58628"/>
                  <a:pt x="2288248" y="69127"/>
                </a:cubicBezTo>
                <a:cubicBezTo>
                  <a:pt x="2283622" y="79625"/>
                  <a:pt x="2279396" y="90123"/>
                  <a:pt x="2275571" y="100620"/>
                </a:cubicBezTo>
                <a:cubicBezTo>
                  <a:pt x="2274236" y="100442"/>
                  <a:pt x="2272857" y="100353"/>
                  <a:pt x="2271433" y="100353"/>
                </a:cubicBezTo>
                <a:cubicBezTo>
                  <a:pt x="2270010" y="100353"/>
                  <a:pt x="2268587" y="100442"/>
                  <a:pt x="2267163" y="100620"/>
                </a:cubicBezTo>
                <a:close/>
                <a:moveTo>
                  <a:pt x="2339093" y="40167"/>
                </a:moveTo>
                <a:cubicBezTo>
                  <a:pt x="2335801" y="40167"/>
                  <a:pt x="2333020" y="40924"/>
                  <a:pt x="2330751" y="42436"/>
                </a:cubicBezTo>
                <a:cubicBezTo>
                  <a:pt x="2328482" y="43948"/>
                  <a:pt x="2326614" y="45839"/>
                  <a:pt x="2325147" y="48109"/>
                </a:cubicBezTo>
                <a:cubicBezTo>
                  <a:pt x="2323679" y="50377"/>
                  <a:pt x="2322567" y="52868"/>
                  <a:pt x="2321811" y="55582"/>
                </a:cubicBezTo>
                <a:cubicBezTo>
                  <a:pt x="2321055" y="58296"/>
                  <a:pt x="2320588" y="60853"/>
                  <a:pt x="2320410" y="63255"/>
                </a:cubicBezTo>
                <a:cubicBezTo>
                  <a:pt x="2323167" y="63344"/>
                  <a:pt x="2326036" y="63434"/>
                  <a:pt x="2329016" y="63523"/>
                </a:cubicBezTo>
                <a:cubicBezTo>
                  <a:pt x="2331997" y="63612"/>
                  <a:pt x="2334911" y="63656"/>
                  <a:pt x="2337757" y="63656"/>
                </a:cubicBezTo>
                <a:cubicBezTo>
                  <a:pt x="2340694" y="63656"/>
                  <a:pt x="2343674" y="63612"/>
                  <a:pt x="2346699" y="63523"/>
                </a:cubicBezTo>
                <a:cubicBezTo>
                  <a:pt x="2349723" y="63434"/>
                  <a:pt x="2352659" y="63344"/>
                  <a:pt x="2355508" y="63255"/>
                </a:cubicBezTo>
                <a:cubicBezTo>
                  <a:pt x="2355508" y="60853"/>
                  <a:pt x="2355307" y="58318"/>
                  <a:pt x="2354907" y="55649"/>
                </a:cubicBezTo>
                <a:cubicBezTo>
                  <a:pt x="2354506" y="52979"/>
                  <a:pt x="2353705" y="50487"/>
                  <a:pt x="2352504" y="48174"/>
                </a:cubicBezTo>
                <a:cubicBezTo>
                  <a:pt x="2351303" y="45861"/>
                  <a:pt x="2349634" y="43948"/>
                  <a:pt x="2347499" y="42436"/>
                </a:cubicBezTo>
                <a:cubicBezTo>
                  <a:pt x="2345363" y="40924"/>
                  <a:pt x="2342562" y="40167"/>
                  <a:pt x="2339093" y="40167"/>
                </a:cubicBezTo>
                <a:moveTo>
                  <a:pt x="2308266" y="70995"/>
                </a:moveTo>
                <a:cubicBezTo>
                  <a:pt x="2308266" y="60052"/>
                  <a:pt x="2310868" y="51467"/>
                  <a:pt x="2316071" y="45240"/>
                </a:cubicBezTo>
                <a:cubicBezTo>
                  <a:pt x="2321276" y="39012"/>
                  <a:pt x="2328861" y="35897"/>
                  <a:pt x="2338826" y="35897"/>
                </a:cubicBezTo>
                <a:cubicBezTo>
                  <a:pt x="2343541" y="35897"/>
                  <a:pt x="2347611" y="36632"/>
                  <a:pt x="2351036" y="38101"/>
                </a:cubicBezTo>
                <a:cubicBezTo>
                  <a:pt x="2354461" y="39568"/>
                  <a:pt x="2357330" y="41525"/>
                  <a:pt x="2359643" y="43971"/>
                </a:cubicBezTo>
                <a:cubicBezTo>
                  <a:pt x="2361956" y="46417"/>
                  <a:pt x="2363669" y="49287"/>
                  <a:pt x="2364781" y="52579"/>
                </a:cubicBezTo>
                <a:cubicBezTo>
                  <a:pt x="2365892" y="55870"/>
                  <a:pt x="2366448" y="59384"/>
                  <a:pt x="2366448" y="63120"/>
                </a:cubicBezTo>
                <a:cubicBezTo>
                  <a:pt x="2366448" y="64011"/>
                  <a:pt x="2366426" y="64879"/>
                  <a:pt x="2366381" y="65725"/>
                </a:cubicBezTo>
                <a:cubicBezTo>
                  <a:pt x="2366338" y="66569"/>
                  <a:pt x="2366271" y="67436"/>
                  <a:pt x="2366182" y="68325"/>
                </a:cubicBezTo>
                <a:cubicBezTo>
                  <a:pt x="2361377" y="68237"/>
                  <a:pt x="2356618" y="68149"/>
                  <a:pt x="2351903" y="68060"/>
                </a:cubicBezTo>
                <a:cubicBezTo>
                  <a:pt x="2347189" y="67971"/>
                  <a:pt x="2342429" y="67926"/>
                  <a:pt x="2337625" y="67926"/>
                </a:cubicBezTo>
                <a:cubicBezTo>
                  <a:pt x="2334689" y="67926"/>
                  <a:pt x="2331775" y="67971"/>
                  <a:pt x="2328883" y="68060"/>
                </a:cubicBezTo>
                <a:cubicBezTo>
                  <a:pt x="2325992" y="68149"/>
                  <a:pt x="2323078" y="68237"/>
                  <a:pt x="2320142" y="68325"/>
                </a:cubicBezTo>
                <a:cubicBezTo>
                  <a:pt x="2320053" y="68770"/>
                  <a:pt x="2320009" y="69437"/>
                  <a:pt x="2320009" y="70327"/>
                </a:cubicBezTo>
                <a:lnTo>
                  <a:pt x="2320009" y="72062"/>
                </a:lnTo>
                <a:cubicBezTo>
                  <a:pt x="2320009" y="75531"/>
                  <a:pt x="2320520" y="78779"/>
                  <a:pt x="2321543" y="81805"/>
                </a:cubicBezTo>
                <a:cubicBezTo>
                  <a:pt x="2322566" y="84830"/>
                  <a:pt x="2324057" y="87432"/>
                  <a:pt x="2326014" y="89612"/>
                </a:cubicBezTo>
                <a:cubicBezTo>
                  <a:pt x="2327972" y="91791"/>
                  <a:pt x="2330374" y="93526"/>
                  <a:pt x="2333221" y="94817"/>
                </a:cubicBezTo>
                <a:cubicBezTo>
                  <a:pt x="2336067" y="96106"/>
                  <a:pt x="2339359" y="96751"/>
                  <a:pt x="2343096" y="96751"/>
                </a:cubicBezTo>
                <a:cubicBezTo>
                  <a:pt x="2344875" y="96751"/>
                  <a:pt x="2346698" y="96507"/>
                  <a:pt x="2348566" y="96018"/>
                </a:cubicBezTo>
                <a:cubicBezTo>
                  <a:pt x="2350435" y="95528"/>
                  <a:pt x="2352259" y="94860"/>
                  <a:pt x="2354037" y="94015"/>
                </a:cubicBezTo>
                <a:cubicBezTo>
                  <a:pt x="2355817" y="93169"/>
                  <a:pt x="2357485" y="92168"/>
                  <a:pt x="2359042" y="91013"/>
                </a:cubicBezTo>
                <a:cubicBezTo>
                  <a:pt x="2360600" y="89856"/>
                  <a:pt x="2361956" y="88610"/>
                  <a:pt x="2363113" y="87275"/>
                </a:cubicBezTo>
                <a:lnTo>
                  <a:pt x="2363781" y="87676"/>
                </a:lnTo>
                <a:lnTo>
                  <a:pt x="2362981" y="94214"/>
                </a:lnTo>
                <a:cubicBezTo>
                  <a:pt x="2360310" y="96349"/>
                  <a:pt x="2356996" y="98173"/>
                  <a:pt x="2353038" y="99686"/>
                </a:cubicBezTo>
                <a:cubicBezTo>
                  <a:pt x="2349079" y="101198"/>
                  <a:pt x="2344964" y="101954"/>
                  <a:pt x="2340694" y="101954"/>
                </a:cubicBezTo>
                <a:cubicBezTo>
                  <a:pt x="2335889" y="101954"/>
                  <a:pt x="2331507" y="101220"/>
                  <a:pt x="2327547" y="99753"/>
                </a:cubicBezTo>
                <a:cubicBezTo>
                  <a:pt x="2323589" y="98285"/>
                  <a:pt x="2320164" y="96151"/>
                  <a:pt x="2317272" y="93349"/>
                </a:cubicBezTo>
                <a:cubicBezTo>
                  <a:pt x="2314382" y="90545"/>
                  <a:pt x="2312159" y="87231"/>
                  <a:pt x="2310602" y="83406"/>
                </a:cubicBezTo>
                <a:cubicBezTo>
                  <a:pt x="2309045" y="79580"/>
                  <a:pt x="2308266" y="75443"/>
                  <a:pt x="2308266" y="70995"/>
                </a:cubicBezTo>
                <a:close/>
                <a:moveTo>
                  <a:pt x="2411020" y="48174"/>
                </a:moveTo>
                <a:cubicBezTo>
                  <a:pt x="2410576" y="47641"/>
                  <a:pt x="2409709" y="47152"/>
                  <a:pt x="2408418" y="46708"/>
                </a:cubicBezTo>
                <a:cubicBezTo>
                  <a:pt x="2407128" y="46263"/>
                  <a:pt x="2405816" y="46040"/>
                  <a:pt x="2404482" y="46040"/>
                </a:cubicBezTo>
                <a:cubicBezTo>
                  <a:pt x="2402346" y="46040"/>
                  <a:pt x="2400434" y="46529"/>
                  <a:pt x="2398743" y="47508"/>
                </a:cubicBezTo>
                <a:cubicBezTo>
                  <a:pt x="2397053" y="48487"/>
                  <a:pt x="2395630" y="49799"/>
                  <a:pt x="2394473" y="51444"/>
                </a:cubicBezTo>
                <a:cubicBezTo>
                  <a:pt x="2393317" y="53090"/>
                  <a:pt x="2392427" y="55047"/>
                  <a:pt x="2391804" y="57317"/>
                </a:cubicBezTo>
                <a:cubicBezTo>
                  <a:pt x="2391182" y="59585"/>
                  <a:pt x="2390871" y="62009"/>
                  <a:pt x="2390871" y="64588"/>
                </a:cubicBezTo>
                <a:lnTo>
                  <a:pt x="2390871" y="79268"/>
                </a:lnTo>
                <a:cubicBezTo>
                  <a:pt x="2390871" y="85229"/>
                  <a:pt x="2390893" y="89789"/>
                  <a:pt x="2390936" y="92948"/>
                </a:cubicBezTo>
                <a:cubicBezTo>
                  <a:pt x="2390981" y="96105"/>
                  <a:pt x="2391137" y="98663"/>
                  <a:pt x="2391405" y="100620"/>
                </a:cubicBezTo>
                <a:cubicBezTo>
                  <a:pt x="2389625" y="100442"/>
                  <a:pt x="2387845" y="100353"/>
                  <a:pt x="2386066" y="100353"/>
                </a:cubicBezTo>
                <a:cubicBezTo>
                  <a:pt x="2384108" y="100353"/>
                  <a:pt x="2382240" y="100442"/>
                  <a:pt x="2380462" y="100620"/>
                </a:cubicBezTo>
                <a:cubicBezTo>
                  <a:pt x="2380728" y="97596"/>
                  <a:pt x="2380883" y="93481"/>
                  <a:pt x="2380928" y="88276"/>
                </a:cubicBezTo>
                <a:cubicBezTo>
                  <a:pt x="2380973" y="83072"/>
                  <a:pt x="2380995" y="76689"/>
                  <a:pt x="2380995" y="69127"/>
                </a:cubicBezTo>
                <a:lnTo>
                  <a:pt x="2380995" y="64855"/>
                </a:lnTo>
                <a:cubicBezTo>
                  <a:pt x="2380995" y="61387"/>
                  <a:pt x="2380973" y="57384"/>
                  <a:pt x="2380928" y="52847"/>
                </a:cubicBezTo>
                <a:cubicBezTo>
                  <a:pt x="2380883" y="48309"/>
                  <a:pt x="2380728" y="43104"/>
                  <a:pt x="2380462" y="37231"/>
                </a:cubicBezTo>
                <a:cubicBezTo>
                  <a:pt x="2381441" y="37410"/>
                  <a:pt x="2382375" y="37566"/>
                  <a:pt x="2383264" y="37699"/>
                </a:cubicBezTo>
                <a:cubicBezTo>
                  <a:pt x="2384153" y="37833"/>
                  <a:pt x="2385087" y="37899"/>
                  <a:pt x="2386066" y="37899"/>
                </a:cubicBezTo>
                <a:cubicBezTo>
                  <a:pt x="2386867" y="37899"/>
                  <a:pt x="2387712" y="37833"/>
                  <a:pt x="2388601" y="37699"/>
                </a:cubicBezTo>
                <a:cubicBezTo>
                  <a:pt x="2389491" y="37566"/>
                  <a:pt x="2390426" y="37410"/>
                  <a:pt x="2391405" y="37231"/>
                </a:cubicBezTo>
                <a:cubicBezTo>
                  <a:pt x="2391049" y="40435"/>
                  <a:pt x="2390849" y="42971"/>
                  <a:pt x="2390804" y="44839"/>
                </a:cubicBezTo>
                <a:cubicBezTo>
                  <a:pt x="2390759" y="46707"/>
                  <a:pt x="2390737" y="48486"/>
                  <a:pt x="2390737" y="50176"/>
                </a:cubicBezTo>
                <a:lnTo>
                  <a:pt x="2391004" y="50310"/>
                </a:lnTo>
                <a:cubicBezTo>
                  <a:pt x="2396253" y="40702"/>
                  <a:pt x="2402125" y="35897"/>
                  <a:pt x="2408619" y="35897"/>
                </a:cubicBezTo>
                <a:cubicBezTo>
                  <a:pt x="2409420" y="35897"/>
                  <a:pt x="2410110" y="35942"/>
                  <a:pt x="2410688" y="36032"/>
                </a:cubicBezTo>
                <a:cubicBezTo>
                  <a:pt x="2411267" y="36120"/>
                  <a:pt x="2412000" y="36342"/>
                  <a:pt x="2412889" y="36698"/>
                </a:cubicBezTo>
                <a:cubicBezTo>
                  <a:pt x="2412444" y="37766"/>
                  <a:pt x="2412177" y="39390"/>
                  <a:pt x="2412087" y="41570"/>
                </a:cubicBezTo>
                <a:cubicBezTo>
                  <a:pt x="2411999" y="43749"/>
                  <a:pt x="2411955" y="45728"/>
                  <a:pt x="2411955" y="47508"/>
                </a:cubicBezTo>
                <a:lnTo>
                  <a:pt x="2411020" y="48174"/>
                </a:lnTo>
                <a:close/>
                <a:moveTo>
                  <a:pt x="2468271" y="69127"/>
                </a:moveTo>
                <a:cubicBezTo>
                  <a:pt x="2468271" y="72863"/>
                  <a:pt x="2468604" y="76466"/>
                  <a:pt x="2469271" y="79936"/>
                </a:cubicBezTo>
                <a:cubicBezTo>
                  <a:pt x="2469939" y="83406"/>
                  <a:pt x="2471073" y="86497"/>
                  <a:pt x="2472673" y="89211"/>
                </a:cubicBezTo>
                <a:cubicBezTo>
                  <a:pt x="2474275" y="91925"/>
                  <a:pt x="2476411" y="94082"/>
                  <a:pt x="2479079" y="95684"/>
                </a:cubicBezTo>
                <a:cubicBezTo>
                  <a:pt x="2481748" y="97285"/>
                  <a:pt x="2485040" y="98085"/>
                  <a:pt x="2488955" y="98085"/>
                </a:cubicBezTo>
                <a:cubicBezTo>
                  <a:pt x="2492870" y="98085"/>
                  <a:pt x="2496162" y="97285"/>
                  <a:pt x="2498831" y="95684"/>
                </a:cubicBezTo>
                <a:cubicBezTo>
                  <a:pt x="2501500" y="94082"/>
                  <a:pt x="2503635" y="91925"/>
                  <a:pt x="2505235" y="89211"/>
                </a:cubicBezTo>
                <a:cubicBezTo>
                  <a:pt x="2506837" y="86497"/>
                  <a:pt x="2507971" y="83406"/>
                  <a:pt x="2508638" y="79936"/>
                </a:cubicBezTo>
                <a:cubicBezTo>
                  <a:pt x="2509306" y="76466"/>
                  <a:pt x="2509640" y="72863"/>
                  <a:pt x="2509640" y="69127"/>
                </a:cubicBezTo>
                <a:cubicBezTo>
                  <a:pt x="2509640" y="65390"/>
                  <a:pt x="2509306" y="61787"/>
                  <a:pt x="2508638" y="58317"/>
                </a:cubicBezTo>
                <a:cubicBezTo>
                  <a:pt x="2507971" y="54847"/>
                  <a:pt x="2506837" y="51756"/>
                  <a:pt x="2505235" y="49044"/>
                </a:cubicBezTo>
                <a:cubicBezTo>
                  <a:pt x="2503635" y="46330"/>
                  <a:pt x="2501500" y="44172"/>
                  <a:pt x="2498831" y="42570"/>
                </a:cubicBezTo>
                <a:cubicBezTo>
                  <a:pt x="2496162" y="40968"/>
                  <a:pt x="2492870" y="40167"/>
                  <a:pt x="2488955" y="40167"/>
                </a:cubicBezTo>
                <a:cubicBezTo>
                  <a:pt x="2485040" y="40167"/>
                  <a:pt x="2481748" y="40968"/>
                  <a:pt x="2479079" y="42570"/>
                </a:cubicBezTo>
                <a:cubicBezTo>
                  <a:pt x="2476411" y="44172"/>
                  <a:pt x="2474275" y="46330"/>
                  <a:pt x="2472673" y="49044"/>
                </a:cubicBezTo>
                <a:cubicBezTo>
                  <a:pt x="2471073" y="51756"/>
                  <a:pt x="2469939" y="54847"/>
                  <a:pt x="2469271" y="58317"/>
                </a:cubicBezTo>
                <a:cubicBezTo>
                  <a:pt x="2468604" y="61787"/>
                  <a:pt x="2468271" y="65390"/>
                  <a:pt x="2468271" y="69127"/>
                </a:cubicBezTo>
                <a:moveTo>
                  <a:pt x="2456528" y="69127"/>
                </a:moveTo>
                <a:cubicBezTo>
                  <a:pt x="2456528" y="63077"/>
                  <a:pt x="2457484" y="57939"/>
                  <a:pt x="2459397" y="53713"/>
                </a:cubicBezTo>
                <a:cubicBezTo>
                  <a:pt x="2461310" y="49487"/>
                  <a:pt x="2463822" y="46062"/>
                  <a:pt x="2466935" y="43438"/>
                </a:cubicBezTo>
                <a:cubicBezTo>
                  <a:pt x="2470049" y="40814"/>
                  <a:pt x="2473541" y="38901"/>
                  <a:pt x="2477412" y="37699"/>
                </a:cubicBezTo>
                <a:cubicBezTo>
                  <a:pt x="2481282" y="36498"/>
                  <a:pt x="2485130" y="35897"/>
                  <a:pt x="2488955" y="35897"/>
                </a:cubicBezTo>
                <a:cubicBezTo>
                  <a:pt x="2492870" y="35897"/>
                  <a:pt x="2496741" y="36498"/>
                  <a:pt x="2500566" y="37699"/>
                </a:cubicBezTo>
                <a:cubicBezTo>
                  <a:pt x="2504392" y="38901"/>
                  <a:pt x="2507861" y="40814"/>
                  <a:pt x="2510973" y="43438"/>
                </a:cubicBezTo>
                <a:cubicBezTo>
                  <a:pt x="2514088" y="46062"/>
                  <a:pt x="2516601" y="49487"/>
                  <a:pt x="2518514" y="53713"/>
                </a:cubicBezTo>
                <a:cubicBezTo>
                  <a:pt x="2520427" y="57939"/>
                  <a:pt x="2521383" y="63077"/>
                  <a:pt x="2521383" y="69127"/>
                </a:cubicBezTo>
                <a:cubicBezTo>
                  <a:pt x="2521383" y="75176"/>
                  <a:pt x="2520427" y="80314"/>
                  <a:pt x="2518514" y="84540"/>
                </a:cubicBezTo>
                <a:cubicBezTo>
                  <a:pt x="2516601" y="88766"/>
                  <a:pt x="2514088" y="92191"/>
                  <a:pt x="2510973" y="94817"/>
                </a:cubicBezTo>
                <a:cubicBezTo>
                  <a:pt x="2507861" y="97441"/>
                  <a:pt x="2504392" y="99286"/>
                  <a:pt x="2500566" y="100353"/>
                </a:cubicBezTo>
                <a:cubicBezTo>
                  <a:pt x="2496741" y="101420"/>
                  <a:pt x="2492870" y="101954"/>
                  <a:pt x="2488955" y="101954"/>
                </a:cubicBezTo>
                <a:cubicBezTo>
                  <a:pt x="2485130" y="101954"/>
                  <a:pt x="2481282" y="101420"/>
                  <a:pt x="2477412" y="100353"/>
                </a:cubicBezTo>
                <a:cubicBezTo>
                  <a:pt x="2473541" y="99286"/>
                  <a:pt x="2470049" y="97441"/>
                  <a:pt x="2466935" y="94817"/>
                </a:cubicBezTo>
                <a:cubicBezTo>
                  <a:pt x="2463822" y="92191"/>
                  <a:pt x="2461310" y="88766"/>
                  <a:pt x="2459397" y="84540"/>
                </a:cubicBezTo>
                <a:cubicBezTo>
                  <a:pt x="2457484" y="80314"/>
                  <a:pt x="2456528" y="75176"/>
                  <a:pt x="2456528" y="69127"/>
                </a:cubicBezTo>
                <a:close/>
                <a:moveTo>
                  <a:pt x="2548341" y="19351"/>
                </a:moveTo>
                <a:cubicBezTo>
                  <a:pt x="2548074" y="22731"/>
                  <a:pt x="2547873" y="26045"/>
                  <a:pt x="2547738" y="29292"/>
                </a:cubicBezTo>
                <a:cubicBezTo>
                  <a:pt x="2547605" y="32539"/>
                  <a:pt x="2547450" y="35808"/>
                  <a:pt x="2547272" y="39100"/>
                </a:cubicBezTo>
                <a:cubicBezTo>
                  <a:pt x="2548251" y="39100"/>
                  <a:pt x="2550075" y="39078"/>
                  <a:pt x="2552743" y="39033"/>
                </a:cubicBezTo>
                <a:cubicBezTo>
                  <a:pt x="2555412" y="38988"/>
                  <a:pt x="2558304" y="38877"/>
                  <a:pt x="2561418" y="38699"/>
                </a:cubicBezTo>
                <a:cubicBezTo>
                  <a:pt x="2561330" y="38967"/>
                  <a:pt x="2561286" y="39456"/>
                  <a:pt x="2561286" y="40167"/>
                </a:cubicBezTo>
                <a:lnTo>
                  <a:pt x="2561286" y="41503"/>
                </a:lnTo>
                <a:lnTo>
                  <a:pt x="2561286" y="42971"/>
                </a:lnTo>
                <a:cubicBezTo>
                  <a:pt x="2561286" y="43593"/>
                  <a:pt x="2561330" y="44038"/>
                  <a:pt x="2561418" y="44305"/>
                </a:cubicBezTo>
                <a:cubicBezTo>
                  <a:pt x="2560261" y="44216"/>
                  <a:pt x="2559060" y="44149"/>
                  <a:pt x="2557814" y="44106"/>
                </a:cubicBezTo>
                <a:cubicBezTo>
                  <a:pt x="2556569" y="44061"/>
                  <a:pt x="2555235" y="44038"/>
                  <a:pt x="2553810" y="44038"/>
                </a:cubicBezTo>
                <a:lnTo>
                  <a:pt x="2547272" y="44038"/>
                </a:lnTo>
                <a:cubicBezTo>
                  <a:pt x="2547184" y="44394"/>
                  <a:pt x="2547072" y="45817"/>
                  <a:pt x="2546938" y="48308"/>
                </a:cubicBezTo>
                <a:cubicBezTo>
                  <a:pt x="2546805" y="50799"/>
                  <a:pt x="2546694" y="53758"/>
                  <a:pt x="2546604" y="57183"/>
                </a:cubicBezTo>
                <a:cubicBezTo>
                  <a:pt x="2546516" y="60608"/>
                  <a:pt x="2546449" y="64189"/>
                  <a:pt x="2546405" y="67926"/>
                </a:cubicBezTo>
                <a:cubicBezTo>
                  <a:pt x="2546360" y="71662"/>
                  <a:pt x="2546337" y="74998"/>
                  <a:pt x="2546337" y="77934"/>
                </a:cubicBezTo>
                <a:cubicBezTo>
                  <a:pt x="2546337" y="80425"/>
                  <a:pt x="2546404" y="82872"/>
                  <a:pt x="2546537" y="85275"/>
                </a:cubicBezTo>
                <a:cubicBezTo>
                  <a:pt x="2546671" y="87676"/>
                  <a:pt x="2547094" y="89833"/>
                  <a:pt x="2547806" y="91746"/>
                </a:cubicBezTo>
                <a:cubicBezTo>
                  <a:pt x="2548518" y="93659"/>
                  <a:pt x="2549586" y="95194"/>
                  <a:pt x="2551009" y="96350"/>
                </a:cubicBezTo>
                <a:cubicBezTo>
                  <a:pt x="2552433" y="97507"/>
                  <a:pt x="2554479" y="98085"/>
                  <a:pt x="2557148" y="98085"/>
                </a:cubicBezTo>
                <a:cubicBezTo>
                  <a:pt x="2557859" y="98085"/>
                  <a:pt x="2558816" y="97996"/>
                  <a:pt x="2560017" y="97818"/>
                </a:cubicBezTo>
                <a:cubicBezTo>
                  <a:pt x="2561218" y="97640"/>
                  <a:pt x="2562264" y="97418"/>
                  <a:pt x="2563153" y="97150"/>
                </a:cubicBezTo>
                <a:lnTo>
                  <a:pt x="2563153" y="100353"/>
                </a:lnTo>
                <a:cubicBezTo>
                  <a:pt x="2561641" y="100621"/>
                  <a:pt x="2559972" y="100954"/>
                  <a:pt x="2558148" y="101353"/>
                </a:cubicBezTo>
                <a:cubicBezTo>
                  <a:pt x="2556325" y="101754"/>
                  <a:pt x="2554568" y="101954"/>
                  <a:pt x="2552878" y="101954"/>
                </a:cubicBezTo>
                <a:cubicBezTo>
                  <a:pt x="2547273" y="101954"/>
                  <a:pt x="2543136" y="100575"/>
                  <a:pt x="2540467" y="97818"/>
                </a:cubicBezTo>
                <a:cubicBezTo>
                  <a:pt x="2537798" y="95060"/>
                  <a:pt x="2536463" y="91012"/>
                  <a:pt x="2536463" y="85674"/>
                </a:cubicBezTo>
                <a:cubicBezTo>
                  <a:pt x="2536463" y="83273"/>
                  <a:pt x="2536508" y="80671"/>
                  <a:pt x="2536596" y="77869"/>
                </a:cubicBezTo>
                <a:cubicBezTo>
                  <a:pt x="2536685" y="75066"/>
                  <a:pt x="2536797" y="71996"/>
                  <a:pt x="2536930" y="68661"/>
                </a:cubicBezTo>
                <a:cubicBezTo>
                  <a:pt x="2537063" y="65324"/>
                  <a:pt x="2537174" y="61632"/>
                  <a:pt x="2537264" y="57584"/>
                </a:cubicBezTo>
                <a:cubicBezTo>
                  <a:pt x="2537353" y="53536"/>
                  <a:pt x="2537398" y="49020"/>
                  <a:pt x="2537398" y="44038"/>
                </a:cubicBezTo>
                <a:lnTo>
                  <a:pt x="2533126" y="44038"/>
                </a:lnTo>
                <a:cubicBezTo>
                  <a:pt x="2532415" y="44038"/>
                  <a:pt x="2531659" y="44061"/>
                  <a:pt x="2530858" y="44106"/>
                </a:cubicBezTo>
                <a:cubicBezTo>
                  <a:pt x="2530057" y="44149"/>
                  <a:pt x="2529212" y="44216"/>
                  <a:pt x="2528322" y="44305"/>
                </a:cubicBezTo>
                <a:cubicBezTo>
                  <a:pt x="2528412" y="43772"/>
                  <a:pt x="2528479" y="43261"/>
                  <a:pt x="2528522" y="42772"/>
                </a:cubicBezTo>
                <a:cubicBezTo>
                  <a:pt x="2528567" y="42282"/>
                  <a:pt x="2528589" y="41770"/>
                  <a:pt x="2528589" y="41236"/>
                </a:cubicBezTo>
                <a:cubicBezTo>
                  <a:pt x="2528589" y="40791"/>
                  <a:pt x="2528567" y="40347"/>
                  <a:pt x="2528522" y="39903"/>
                </a:cubicBezTo>
                <a:cubicBezTo>
                  <a:pt x="2528479" y="39457"/>
                  <a:pt x="2528412" y="39012"/>
                  <a:pt x="2528322" y="38567"/>
                </a:cubicBezTo>
                <a:cubicBezTo>
                  <a:pt x="2532326" y="38833"/>
                  <a:pt x="2535261" y="38966"/>
                  <a:pt x="2537129" y="38966"/>
                </a:cubicBezTo>
                <a:cubicBezTo>
                  <a:pt x="2537041" y="37188"/>
                  <a:pt x="2536975" y="34964"/>
                  <a:pt x="2536930" y="32295"/>
                </a:cubicBezTo>
                <a:cubicBezTo>
                  <a:pt x="2536885" y="29626"/>
                  <a:pt x="2536774" y="26868"/>
                  <a:pt x="2536596" y="24020"/>
                </a:cubicBezTo>
                <a:lnTo>
                  <a:pt x="2547673" y="19351"/>
                </a:lnTo>
                <a:lnTo>
                  <a:pt x="2548341" y="19351"/>
                </a:lnTo>
                <a:close/>
                <a:moveTo>
                  <a:pt x="2574363" y="38433"/>
                </a:moveTo>
                <a:cubicBezTo>
                  <a:pt x="2574363" y="35408"/>
                  <a:pt x="2574340" y="32117"/>
                  <a:pt x="2574295" y="28559"/>
                </a:cubicBezTo>
                <a:cubicBezTo>
                  <a:pt x="2574251" y="24999"/>
                  <a:pt x="2574183" y="21485"/>
                  <a:pt x="2574094" y="18015"/>
                </a:cubicBezTo>
                <a:cubicBezTo>
                  <a:pt x="2574006" y="14545"/>
                  <a:pt x="2573895" y="11231"/>
                  <a:pt x="2573762" y="8074"/>
                </a:cubicBezTo>
                <a:cubicBezTo>
                  <a:pt x="2573629" y="4915"/>
                  <a:pt x="2573473" y="2224"/>
                  <a:pt x="2573296" y="0"/>
                </a:cubicBezTo>
                <a:cubicBezTo>
                  <a:pt x="2575787" y="445"/>
                  <a:pt x="2577788" y="668"/>
                  <a:pt x="2579301" y="668"/>
                </a:cubicBezTo>
                <a:cubicBezTo>
                  <a:pt x="2580813" y="668"/>
                  <a:pt x="2582814" y="445"/>
                  <a:pt x="2585305" y="0"/>
                </a:cubicBezTo>
                <a:cubicBezTo>
                  <a:pt x="2585128" y="2224"/>
                  <a:pt x="2584972" y="4892"/>
                  <a:pt x="2584837" y="8007"/>
                </a:cubicBezTo>
                <a:cubicBezTo>
                  <a:pt x="2584704" y="11121"/>
                  <a:pt x="2584593" y="14390"/>
                  <a:pt x="2584503" y="17815"/>
                </a:cubicBezTo>
                <a:cubicBezTo>
                  <a:pt x="2584415" y="21240"/>
                  <a:pt x="2584348" y="24688"/>
                  <a:pt x="2584304" y="28158"/>
                </a:cubicBezTo>
                <a:cubicBezTo>
                  <a:pt x="2584260" y="31627"/>
                  <a:pt x="2584238" y="34830"/>
                  <a:pt x="2584238" y="37767"/>
                </a:cubicBezTo>
                <a:lnTo>
                  <a:pt x="2584238" y="47907"/>
                </a:lnTo>
                <a:lnTo>
                  <a:pt x="2584505" y="47907"/>
                </a:lnTo>
                <a:cubicBezTo>
                  <a:pt x="2586996" y="44082"/>
                  <a:pt x="2589977" y="41124"/>
                  <a:pt x="2593446" y="39033"/>
                </a:cubicBezTo>
                <a:cubicBezTo>
                  <a:pt x="2596916" y="36943"/>
                  <a:pt x="2601053" y="35897"/>
                  <a:pt x="2605858" y="35897"/>
                </a:cubicBezTo>
                <a:cubicBezTo>
                  <a:pt x="2608349" y="35897"/>
                  <a:pt x="2610861" y="36254"/>
                  <a:pt x="2613396" y="36966"/>
                </a:cubicBezTo>
                <a:cubicBezTo>
                  <a:pt x="2615932" y="37678"/>
                  <a:pt x="2618222" y="38901"/>
                  <a:pt x="2620268" y="40636"/>
                </a:cubicBezTo>
                <a:cubicBezTo>
                  <a:pt x="2622315" y="42371"/>
                  <a:pt x="2623984" y="44729"/>
                  <a:pt x="2625273" y="47710"/>
                </a:cubicBezTo>
                <a:cubicBezTo>
                  <a:pt x="2626563" y="50690"/>
                  <a:pt x="2627208" y="54492"/>
                  <a:pt x="2627208" y="59117"/>
                </a:cubicBezTo>
                <a:cubicBezTo>
                  <a:pt x="2627208" y="62942"/>
                  <a:pt x="2627119" y="66879"/>
                  <a:pt x="2626941" y="70927"/>
                </a:cubicBezTo>
                <a:cubicBezTo>
                  <a:pt x="2626763" y="74975"/>
                  <a:pt x="2626674" y="79269"/>
                  <a:pt x="2626674" y="83807"/>
                </a:cubicBezTo>
                <a:lnTo>
                  <a:pt x="2626674" y="92479"/>
                </a:lnTo>
                <a:cubicBezTo>
                  <a:pt x="2626674" y="93903"/>
                  <a:pt x="2626697" y="95305"/>
                  <a:pt x="2626742" y="96684"/>
                </a:cubicBezTo>
                <a:cubicBezTo>
                  <a:pt x="2626786" y="98063"/>
                  <a:pt x="2626853" y="99375"/>
                  <a:pt x="2626941" y="100620"/>
                </a:cubicBezTo>
                <a:cubicBezTo>
                  <a:pt x="2625161" y="100442"/>
                  <a:pt x="2623293" y="100353"/>
                  <a:pt x="2621337" y="100353"/>
                </a:cubicBezTo>
                <a:cubicBezTo>
                  <a:pt x="2619468" y="100353"/>
                  <a:pt x="2617644" y="100442"/>
                  <a:pt x="2615866" y="100620"/>
                </a:cubicBezTo>
                <a:cubicBezTo>
                  <a:pt x="2616044" y="95994"/>
                  <a:pt x="2616243" y="91234"/>
                  <a:pt x="2616464" y="86342"/>
                </a:cubicBezTo>
                <a:cubicBezTo>
                  <a:pt x="2616687" y="81448"/>
                  <a:pt x="2616798" y="76421"/>
                  <a:pt x="2616798" y="71261"/>
                </a:cubicBezTo>
                <a:lnTo>
                  <a:pt x="2616798" y="63120"/>
                </a:lnTo>
                <a:cubicBezTo>
                  <a:pt x="2616798" y="56448"/>
                  <a:pt x="2615508" y="51400"/>
                  <a:pt x="2612927" y="47975"/>
                </a:cubicBezTo>
                <a:cubicBezTo>
                  <a:pt x="2610348" y="44550"/>
                  <a:pt x="2606790" y="42837"/>
                  <a:pt x="2602253" y="42837"/>
                </a:cubicBezTo>
                <a:cubicBezTo>
                  <a:pt x="2596026" y="42837"/>
                  <a:pt x="2591467" y="44750"/>
                  <a:pt x="2588576" y="48575"/>
                </a:cubicBezTo>
                <a:cubicBezTo>
                  <a:pt x="2585684" y="52401"/>
                  <a:pt x="2584238" y="57783"/>
                  <a:pt x="2584238" y="64723"/>
                </a:cubicBezTo>
                <a:cubicBezTo>
                  <a:pt x="2584238" y="67214"/>
                  <a:pt x="2584260" y="70105"/>
                  <a:pt x="2584304" y="73397"/>
                </a:cubicBezTo>
                <a:cubicBezTo>
                  <a:pt x="2584348" y="76689"/>
                  <a:pt x="2584415" y="80004"/>
                  <a:pt x="2584503" y="83340"/>
                </a:cubicBezTo>
                <a:cubicBezTo>
                  <a:pt x="2584593" y="86676"/>
                  <a:pt x="2584704" y="89901"/>
                  <a:pt x="2584837" y="93015"/>
                </a:cubicBezTo>
                <a:cubicBezTo>
                  <a:pt x="2584972" y="96128"/>
                  <a:pt x="2585128" y="98663"/>
                  <a:pt x="2585305" y="100620"/>
                </a:cubicBezTo>
                <a:cubicBezTo>
                  <a:pt x="2583260" y="100442"/>
                  <a:pt x="2581258" y="100353"/>
                  <a:pt x="2579301" y="100353"/>
                </a:cubicBezTo>
                <a:cubicBezTo>
                  <a:pt x="2577343" y="100353"/>
                  <a:pt x="2575341" y="100442"/>
                  <a:pt x="2573296" y="100620"/>
                </a:cubicBezTo>
                <a:cubicBezTo>
                  <a:pt x="2573473" y="98574"/>
                  <a:pt x="2573629" y="95994"/>
                  <a:pt x="2573762" y="92880"/>
                </a:cubicBezTo>
                <a:cubicBezTo>
                  <a:pt x="2573895" y="89766"/>
                  <a:pt x="2574006" y="86474"/>
                  <a:pt x="2574094" y="83004"/>
                </a:cubicBezTo>
                <a:cubicBezTo>
                  <a:pt x="2574183" y="79535"/>
                  <a:pt x="2574251" y="76021"/>
                  <a:pt x="2574295" y="72463"/>
                </a:cubicBezTo>
                <a:cubicBezTo>
                  <a:pt x="2574340" y="68905"/>
                  <a:pt x="2574363" y="65613"/>
                  <a:pt x="2574363" y="62587"/>
                </a:cubicBezTo>
                <a:lnTo>
                  <a:pt x="2574363" y="38433"/>
                </a:lnTo>
                <a:close/>
                <a:moveTo>
                  <a:pt x="2672849" y="40167"/>
                </a:moveTo>
                <a:cubicBezTo>
                  <a:pt x="2669557" y="40167"/>
                  <a:pt x="2666776" y="40924"/>
                  <a:pt x="2664506" y="42436"/>
                </a:cubicBezTo>
                <a:cubicBezTo>
                  <a:pt x="2662238" y="43948"/>
                  <a:pt x="2660370" y="45839"/>
                  <a:pt x="2658902" y="48109"/>
                </a:cubicBezTo>
                <a:cubicBezTo>
                  <a:pt x="2657435" y="50377"/>
                  <a:pt x="2656323" y="52868"/>
                  <a:pt x="2655567" y="55582"/>
                </a:cubicBezTo>
                <a:cubicBezTo>
                  <a:pt x="2654811" y="58296"/>
                  <a:pt x="2654344" y="60853"/>
                  <a:pt x="2654166" y="63255"/>
                </a:cubicBezTo>
                <a:cubicBezTo>
                  <a:pt x="2656923" y="63344"/>
                  <a:pt x="2659792" y="63434"/>
                  <a:pt x="2662771" y="63523"/>
                </a:cubicBezTo>
                <a:cubicBezTo>
                  <a:pt x="2665752" y="63612"/>
                  <a:pt x="2668666" y="63656"/>
                  <a:pt x="2671513" y="63656"/>
                </a:cubicBezTo>
                <a:cubicBezTo>
                  <a:pt x="2674449" y="63656"/>
                  <a:pt x="2677430" y="63612"/>
                  <a:pt x="2680454" y="63523"/>
                </a:cubicBezTo>
                <a:cubicBezTo>
                  <a:pt x="2683479" y="63434"/>
                  <a:pt x="2686415" y="63344"/>
                  <a:pt x="2689263" y="63255"/>
                </a:cubicBezTo>
                <a:cubicBezTo>
                  <a:pt x="2689263" y="60853"/>
                  <a:pt x="2689063" y="58318"/>
                  <a:pt x="2688663" y="55649"/>
                </a:cubicBezTo>
                <a:cubicBezTo>
                  <a:pt x="2688262" y="52979"/>
                  <a:pt x="2687461" y="50487"/>
                  <a:pt x="2686260" y="48174"/>
                </a:cubicBezTo>
                <a:cubicBezTo>
                  <a:pt x="2685058" y="45861"/>
                  <a:pt x="2683390" y="43948"/>
                  <a:pt x="2681255" y="42436"/>
                </a:cubicBezTo>
                <a:cubicBezTo>
                  <a:pt x="2679119" y="40924"/>
                  <a:pt x="2676317" y="40167"/>
                  <a:pt x="2672849" y="40167"/>
                </a:cubicBezTo>
                <a:moveTo>
                  <a:pt x="2642022" y="70995"/>
                </a:moveTo>
                <a:cubicBezTo>
                  <a:pt x="2642022" y="60052"/>
                  <a:pt x="2644623" y="51467"/>
                  <a:pt x="2649827" y="45240"/>
                </a:cubicBezTo>
                <a:cubicBezTo>
                  <a:pt x="2655031" y="39012"/>
                  <a:pt x="2662617" y="35897"/>
                  <a:pt x="2672582" y="35897"/>
                </a:cubicBezTo>
                <a:cubicBezTo>
                  <a:pt x="2677297" y="35897"/>
                  <a:pt x="2681367" y="36632"/>
                  <a:pt x="2684792" y="38101"/>
                </a:cubicBezTo>
                <a:cubicBezTo>
                  <a:pt x="2688217" y="39568"/>
                  <a:pt x="2691086" y="41525"/>
                  <a:pt x="2693399" y="43971"/>
                </a:cubicBezTo>
                <a:cubicBezTo>
                  <a:pt x="2695712" y="46417"/>
                  <a:pt x="2697425" y="49287"/>
                  <a:pt x="2698536" y="52579"/>
                </a:cubicBezTo>
                <a:cubicBezTo>
                  <a:pt x="2699648" y="55870"/>
                  <a:pt x="2700204" y="59384"/>
                  <a:pt x="2700204" y="63120"/>
                </a:cubicBezTo>
                <a:cubicBezTo>
                  <a:pt x="2700204" y="64011"/>
                  <a:pt x="2700182" y="64879"/>
                  <a:pt x="2700137" y="65725"/>
                </a:cubicBezTo>
                <a:cubicBezTo>
                  <a:pt x="2700093" y="66569"/>
                  <a:pt x="2700027" y="67436"/>
                  <a:pt x="2699937" y="68325"/>
                </a:cubicBezTo>
                <a:cubicBezTo>
                  <a:pt x="2695133" y="68237"/>
                  <a:pt x="2690374" y="68149"/>
                  <a:pt x="2685659" y="68060"/>
                </a:cubicBezTo>
                <a:cubicBezTo>
                  <a:pt x="2680944" y="67971"/>
                  <a:pt x="2676185" y="67926"/>
                  <a:pt x="2671381" y="67926"/>
                </a:cubicBezTo>
                <a:cubicBezTo>
                  <a:pt x="2668444" y="67926"/>
                  <a:pt x="2665530" y="67971"/>
                  <a:pt x="2662639" y="68060"/>
                </a:cubicBezTo>
                <a:cubicBezTo>
                  <a:pt x="2659747" y="68149"/>
                  <a:pt x="2656834" y="68237"/>
                  <a:pt x="2653897" y="68325"/>
                </a:cubicBezTo>
                <a:cubicBezTo>
                  <a:pt x="2653809" y="68770"/>
                  <a:pt x="2653765" y="69437"/>
                  <a:pt x="2653765" y="70327"/>
                </a:cubicBezTo>
                <a:lnTo>
                  <a:pt x="2653765" y="72062"/>
                </a:lnTo>
                <a:cubicBezTo>
                  <a:pt x="2653765" y="75531"/>
                  <a:pt x="2654276" y="78779"/>
                  <a:pt x="2655298" y="81805"/>
                </a:cubicBezTo>
                <a:cubicBezTo>
                  <a:pt x="2656322" y="84830"/>
                  <a:pt x="2657812" y="87432"/>
                  <a:pt x="2659770" y="89612"/>
                </a:cubicBezTo>
                <a:cubicBezTo>
                  <a:pt x="2661727" y="91791"/>
                  <a:pt x="2664130" y="93526"/>
                  <a:pt x="2666976" y="94817"/>
                </a:cubicBezTo>
                <a:cubicBezTo>
                  <a:pt x="2669823" y="96106"/>
                  <a:pt x="2673115" y="96751"/>
                  <a:pt x="2676852" y="96751"/>
                </a:cubicBezTo>
                <a:cubicBezTo>
                  <a:pt x="2678630" y="96751"/>
                  <a:pt x="2680454" y="96507"/>
                  <a:pt x="2682322" y="96018"/>
                </a:cubicBezTo>
                <a:cubicBezTo>
                  <a:pt x="2684191" y="95528"/>
                  <a:pt x="2686015" y="94860"/>
                  <a:pt x="2687793" y="94015"/>
                </a:cubicBezTo>
                <a:cubicBezTo>
                  <a:pt x="2689573" y="93169"/>
                  <a:pt x="2691241" y="92168"/>
                  <a:pt x="2692798" y="91013"/>
                </a:cubicBezTo>
                <a:cubicBezTo>
                  <a:pt x="2694355" y="89856"/>
                  <a:pt x="2695712" y="88610"/>
                  <a:pt x="2696869" y="87275"/>
                </a:cubicBezTo>
                <a:lnTo>
                  <a:pt x="2697537" y="87676"/>
                </a:lnTo>
                <a:lnTo>
                  <a:pt x="2696736" y="94214"/>
                </a:lnTo>
                <a:cubicBezTo>
                  <a:pt x="2694066" y="96349"/>
                  <a:pt x="2690752" y="98173"/>
                  <a:pt x="2686793" y="99686"/>
                </a:cubicBezTo>
                <a:cubicBezTo>
                  <a:pt x="2682835" y="101198"/>
                  <a:pt x="2678720" y="101954"/>
                  <a:pt x="2674449" y="101954"/>
                </a:cubicBezTo>
                <a:cubicBezTo>
                  <a:pt x="2669645" y="101954"/>
                  <a:pt x="2665263" y="101220"/>
                  <a:pt x="2661303" y="99753"/>
                </a:cubicBezTo>
                <a:cubicBezTo>
                  <a:pt x="2657345" y="98285"/>
                  <a:pt x="2653920" y="96151"/>
                  <a:pt x="2651028" y="93349"/>
                </a:cubicBezTo>
                <a:cubicBezTo>
                  <a:pt x="2648138" y="90545"/>
                  <a:pt x="2645914" y="87231"/>
                  <a:pt x="2644357" y="83406"/>
                </a:cubicBezTo>
                <a:cubicBezTo>
                  <a:pt x="2642800" y="79580"/>
                  <a:pt x="2642022" y="75443"/>
                  <a:pt x="2642022" y="70995"/>
                </a:cubicBezTo>
                <a:close/>
                <a:moveTo>
                  <a:pt x="2744776" y="48174"/>
                </a:moveTo>
                <a:cubicBezTo>
                  <a:pt x="2744332" y="47641"/>
                  <a:pt x="2743465" y="47152"/>
                  <a:pt x="2742174" y="46708"/>
                </a:cubicBezTo>
                <a:cubicBezTo>
                  <a:pt x="2740884" y="46263"/>
                  <a:pt x="2739572" y="46040"/>
                  <a:pt x="2738237" y="46040"/>
                </a:cubicBezTo>
                <a:cubicBezTo>
                  <a:pt x="2736102" y="46040"/>
                  <a:pt x="2734189" y="46529"/>
                  <a:pt x="2732499" y="47508"/>
                </a:cubicBezTo>
                <a:cubicBezTo>
                  <a:pt x="2730809" y="48487"/>
                  <a:pt x="2729386" y="49799"/>
                  <a:pt x="2728229" y="51444"/>
                </a:cubicBezTo>
                <a:cubicBezTo>
                  <a:pt x="2727073" y="53090"/>
                  <a:pt x="2726183" y="55047"/>
                  <a:pt x="2725560" y="57317"/>
                </a:cubicBezTo>
                <a:cubicBezTo>
                  <a:pt x="2724938" y="59585"/>
                  <a:pt x="2724627" y="62009"/>
                  <a:pt x="2724627" y="64588"/>
                </a:cubicBezTo>
                <a:lnTo>
                  <a:pt x="2724627" y="79268"/>
                </a:lnTo>
                <a:cubicBezTo>
                  <a:pt x="2724627" y="85229"/>
                  <a:pt x="2724649" y="89789"/>
                  <a:pt x="2724692" y="92948"/>
                </a:cubicBezTo>
                <a:cubicBezTo>
                  <a:pt x="2724737" y="96105"/>
                  <a:pt x="2724893" y="98663"/>
                  <a:pt x="2725160" y="100620"/>
                </a:cubicBezTo>
                <a:cubicBezTo>
                  <a:pt x="2723381" y="100442"/>
                  <a:pt x="2721601" y="100353"/>
                  <a:pt x="2719821" y="100353"/>
                </a:cubicBezTo>
                <a:cubicBezTo>
                  <a:pt x="2717864" y="100353"/>
                  <a:pt x="2715996" y="100442"/>
                  <a:pt x="2714218" y="100620"/>
                </a:cubicBezTo>
                <a:cubicBezTo>
                  <a:pt x="2714484" y="97596"/>
                  <a:pt x="2714639" y="93481"/>
                  <a:pt x="2714684" y="88276"/>
                </a:cubicBezTo>
                <a:cubicBezTo>
                  <a:pt x="2714729" y="83072"/>
                  <a:pt x="2714751" y="76689"/>
                  <a:pt x="2714751" y="69127"/>
                </a:cubicBezTo>
                <a:lnTo>
                  <a:pt x="2714751" y="64855"/>
                </a:lnTo>
                <a:cubicBezTo>
                  <a:pt x="2714751" y="61387"/>
                  <a:pt x="2714729" y="57384"/>
                  <a:pt x="2714684" y="52847"/>
                </a:cubicBezTo>
                <a:cubicBezTo>
                  <a:pt x="2714639" y="48309"/>
                  <a:pt x="2714484" y="43104"/>
                  <a:pt x="2714218" y="37231"/>
                </a:cubicBezTo>
                <a:cubicBezTo>
                  <a:pt x="2715196" y="37410"/>
                  <a:pt x="2716130" y="37566"/>
                  <a:pt x="2717019" y="37699"/>
                </a:cubicBezTo>
                <a:cubicBezTo>
                  <a:pt x="2717909" y="37833"/>
                  <a:pt x="2718843" y="37899"/>
                  <a:pt x="2719821" y="37899"/>
                </a:cubicBezTo>
                <a:cubicBezTo>
                  <a:pt x="2720622" y="37899"/>
                  <a:pt x="2721467" y="37833"/>
                  <a:pt x="2722357" y="37699"/>
                </a:cubicBezTo>
                <a:cubicBezTo>
                  <a:pt x="2723247" y="37566"/>
                  <a:pt x="2724182" y="37410"/>
                  <a:pt x="2725160" y="37231"/>
                </a:cubicBezTo>
                <a:cubicBezTo>
                  <a:pt x="2724805" y="40435"/>
                  <a:pt x="2724605" y="42971"/>
                  <a:pt x="2724560" y="44839"/>
                </a:cubicBezTo>
                <a:cubicBezTo>
                  <a:pt x="2724515" y="46707"/>
                  <a:pt x="2724493" y="48486"/>
                  <a:pt x="2724493" y="50176"/>
                </a:cubicBezTo>
                <a:lnTo>
                  <a:pt x="2724759" y="50310"/>
                </a:lnTo>
                <a:cubicBezTo>
                  <a:pt x="2730009" y="40702"/>
                  <a:pt x="2735881" y="35897"/>
                  <a:pt x="2742375" y="35897"/>
                </a:cubicBezTo>
                <a:cubicBezTo>
                  <a:pt x="2743176" y="35897"/>
                  <a:pt x="2743866" y="35942"/>
                  <a:pt x="2744444" y="36032"/>
                </a:cubicBezTo>
                <a:cubicBezTo>
                  <a:pt x="2745022" y="36120"/>
                  <a:pt x="2745756" y="36342"/>
                  <a:pt x="2746645" y="36698"/>
                </a:cubicBezTo>
                <a:cubicBezTo>
                  <a:pt x="2746200" y="37766"/>
                  <a:pt x="2745932" y="39390"/>
                  <a:pt x="2745843" y="41570"/>
                </a:cubicBezTo>
                <a:cubicBezTo>
                  <a:pt x="2745755" y="43749"/>
                  <a:pt x="2745711" y="45728"/>
                  <a:pt x="2745711" y="47508"/>
                </a:cubicBezTo>
                <a:lnTo>
                  <a:pt x="2744776" y="48174"/>
                </a:lnTo>
                <a:close/>
                <a:moveTo>
                  <a:pt x="2757988" y="88209"/>
                </a:moveTo>
                <a:cubicBezTo>
                  <a:pt x="2758433" y="89100"/>
                  <a:pt x="2759123" y="90078"/>
                  <a:pt x="2760057" y="91145"/>
                </a:cubicBezTo>
                <a:cubicBezTo>
                  <a:pt x="2760991" y="92212"/>
                  <a:pt x="2762103" y="93214"/>
                  <a:pt x="2763392" y="94149"/>
                </a:cubicBezTo>
                <a:cubicBezTo>
                  <a:pt x="2764683" y="95083"/>
                  <a:pt x="2766151" y="95861"/>
                  <a:pt x="2767797" y="96485"/>
                </a:cubicBezTo>
                <a:cubicBezTo>
                  <a:pt x="2769442" y="97106"/>
                  <a:pt x="2771199" y="97417"/>
                  <a:pt x="2773069" y="97417"/>
                </a:cubicBezTo>
                <a:cubicBezTo>
                  <a:pt x="2774759" y="97417"/>
                  <a:pt x="2776382" y="97150"/>
                  <a:pt x="2777939" y="96617"/>
                </a:cubicBezTo>
                <a:cubicBezTo>
                  <a:pt x="2779497" y="96083"/>
                  <a:pt x="2780875" y="95327"/>
                  <a:pt x="2782075" y="94349"/>
                </a:cubicBezTo>
                <a:cubicBezTo>
                  <a:pt x="2783277" y="93370"/>
                  <a:pt x="2784233" y="92124"/>
                  <a:pt x="2784944" y="90612"/>
                </a:cubicBezTo>
                <a:cubicBezTo>
                  <a:pt x="2785657" y="89100"/>
                  <a:pt x="2786013" y="87365"/>
                  <a:pt x="2786013" y="85407"/>
                </a:cubicBezTo>
                <a:cubicBezTo>
                  <a:pt x="2786013" y="82649"/>
                  <a:pt x="2785235" y="80536"/>
                  <a:pt x="2783678" y="79068"/>
                </a:cubicBezTo>
                <a:cubicBezTo>
                  <a:pt x="2782121" y="77601"/>
                  <a:pt x="2780185" y="76400"/>
                  <a:pt x="2777872" y="75466"/>
                </a:cubicBezTo>
                <a:cubicBezTo>
                  <a:pt x="2775559" y="74531"/>
                  <a:pt x="2773023" y="73708"/>
                  <a:pt x="2770265" y="72996"/>
                </a:cubicBezTo>
                <a:cubicBezTo>
                  <a:pt x="2767508" y="72285"/>
                  <a:pt x="2764972" y="71284"/>
                  <a:pt x="2762659" y="69995"/>
                </a:cubicBezTo>
                <a:cubicBezTo>
                  <a:pt x="2760346" y="68704"/>
                  <a:pt x="2758411" y="66991"/>
                  <a:pt x="2756854" y="64857"/>
                </a:cubicBezTo>
                <a:cubicBezTo>
                  <a:pt x="2755297" y="62722"/>
                  <a:pt x="2754518" y="59786"/>
                  <a:pt x="2754518" y="56048"/>
                </a:cubicBezTo>
                <a:cubicBezTo>
                  <a:pt x="2754518" y="53112"/>
                  <a:pt x="2755008" y="50421"/>
                  <a:pt x="2755986" y="47975"/>
                </a:cubicBezTo>
                <a:cubicBezTo>
                  <a:pt x="2756965" y="45528"/>
                  <a:pt x="2758389" y="43415"/>
                  <a:pt x="2760256" y="41636"/>
                </a:cubicBezTo>
                <a:cubicBezTo>
                  <a:pt x="2762124" y="39856"/>
                  <a:pt x="2764438" y="38455"/>
                  <a:pt x="2767196" y="37433"/>
                </a:cubicBezTo>
                <a:cubicBezTo>
                  <a:pt x="2769955" y="36409"/>
                  <a:pt x="2773113" y="35897"/>
                  <a:pt x="2776671" y="35897"/>
                </a:cubicBezTo>
                <a:cubicBezTo>
                  <a:pt x="2779963" y="35897"/>
                  <a:pt x="2782743" y="36343"/>
                  <a:pt x="2785011" y="37233"/>
                </a:cubicBezTo>
                <a:cubicBezTo>
                  <a:pt x="2787280" y="38122"/>
                  <a:pt x="2789438" y="38923"/>
                  <a:pt x="2791485" y="39634"/>
                </a:cubicBezTo>
                <a:cubicBezTo>
                  <a:pt x="2790772" y="40968"/>
                  <a:pt x="2790104" y="42614"/>
                  <a:pt x="2789481" y="44572"/>
                </a:cubicBezTo>
                <a:cubicBezTo>
                  <a:pt x="2788859" y="46529"/>
                  <a:pt x="2788459" y="48042"/>
                  <a:pt x="2788282" y="49109"/>
                </a:cubicBezTo>
                <a:lnTo>
                  <a:pt x="2786679" y="49109"/>
                </a:lnTo>
                <a:cubicBezTo>
                  <a:pt x="2785968" y="46973"/>
                  <a:pt x="2784589" y="45061"/>
                  <a:pt x="2782541" y="43371"/>
                </a:cubicBezTo>
                <a:cubicBezTo>
                  <a:pt x="2780496" y="41680"/>
                  <a:pt x="2777960" y="40835"/>
                  <a:pt x="2774936" y="40835"/>
                </a:cubicBezTo>
                <a:cubicBezTo>
                  <a:pt x="2773602" y="40835"/>
                  <a:pt x="2772267" y="41058"/>
                  <a:pt x="2770933" y="41503"/>
                </a:cubicBezTo>
                <a:cubicBezTo>
                  <a:pt x="2769598" y="41947"/>
                  <a:pt x="2768397" y="42614"/>
                  <a:pt x="2767328" y="43505"/>
                </a:cubicBezTo>
                <a:cubicBezTo>
                  <a:pt x="2766261" y="44394"/>
                  <a:pt x="2765372" y="45551"/>
                  <a:pt x="2764661" y="46975"/>
                </a:cubicBezTo>
                <a:cubicBezTo>
                  <a:pt x="2763950" y="48397"/>
                  <a:pt x="2763594" y="50087"/>
                  <a:pt x="2763594" y="52045"/>
                </a:cubicBezTo>
                <a:cubicBezTo>
                  <a:pt x="2763594" y="54892"/>
                  <a:pt x="2764372" y="57094"/>
                  <a:pt x="2765927" y="58651"/>
                </a:cubicBezTo>
                <a:cubicBezTo>
                  <a:pt x="2767485" y="60208"/>
                  <a:pt x="2769420" y="61432"/>
                  <a:pt x="2771733" y="62322"/>
                </a:cubicBezTo>
                <a:cubicBezTo>
                  <a:pt x="2774046" y="63211"/>
                  <a:pt x="2776581" y="63990"/>
                  <a:pt x="2779338" y="64658"/>
                </a:cubicBezTo>
                <a:cubicBezTo>
                  <a:pt x="2782097" y="65324"/>
                  <a:pt x="2784633" y="66258"/>
                  <a:pt x="2786946" y="67460"/>
                </a:cubicBezTo>
                <a:cubicBezTo>
                  <a:pt x="2789259" y="68660"/>
                  <a:pt x="2791194" y="70327"/>
                  <a:pt x="2792751" y="72463"/>
                </a:cubicBezTo>
                <a:cubicBezTo>
                  <a:pt x="2794308" y="74598"/>
                  <a:pt x="2795087" y="77534"/>
                  <a:pt x="2795087" y="81270"/>
                </a:cubicBezTo>
                <a:cubicBezTo>
                  <a:pt x="2795087" y="83850"/>
                  <a:pt x="2794531" y="86386"/>
                  <a:pt x="2793419" y="88877"/>
                </a:cubicBezTo>
                <a:cubicBezTo>
                  <a:pt x="2792307" y="91368"/>
                  <a:pt x="2790705" y="93615"/>
                  <a:pt x="2788614" y="95617"/>
                </a:cubicBezTo>
                <a:cubicBezTo>
                  <a:pt x="2786523" y="97618"/>
                  <a:pt x="2784010" y="99174"/>
                  <a:pt x="2781073" y="100286"/>
                </a:cubicBezTo>
                <a:cubicBezTo>
                  <a:pt x="2778138" y="101398"/>
                  <a:pt x="2774803" y="101954"/>
                  <a:pt x="2771067" y="101954"/>
                </a:cubicBezTo>
                <a:cubicBezTo>
                  <a:pt x="2766974" y="101954"/>
                  <a:pt x="2763548" y="101554"/>
                  <a:pt x="2760790" y="100753"/>
                </a:cubicBezTo>
                <a:cubicBezTo>
                  <a:pt x="2758033" y="99953"/>
                  <a:pt x="2755720" y="99019"/>
                  <a:pt x="2753850" y="97951"/>
                </a:cubicBezTo>
                <a:cubicBezTo>
                  <a:pt x="2754385" y="96794"/>
                  <a:pt x="2754942" y="95215"/>
                  <a:pt x="2755520" y="93214"/>
                </a:cubicBezTo>
                <a:cubicBezTo>
                  <a:pt x="2756098" y="91212"/>
                  <a:pt x="2756388" y="89544"/>
                  <a:pt x="2756388" y="88209"/>
                </a:cubicBezTo>
                <a:lnTo>
                  <a:pt x="2757988" y="88209"/>
                </a:lnTo>
                <a:close/>
                <a:moveTo>
                  <a:pt x="2894372" y="66857"/>
                </a:moveTo>
                <a:cubicBezTo>
                  <a:pt x="2894372" y="62765"/>
                  <a:pt x="2893861" y="59141"/>
                  <a:pt x="2892837" y="55983"/>
                </a:cubicBezTo>
                <a:cubicBezTo>
                  <a:pt x="2891815" y="52824"/>
                  <a:pt x="2890480" y="50177"/>
                  <a:pt x="2888834" y="48042"/>
                </a:cubicBezTo>
                <a:cubicBezTo>
                  <a:pt x="2887188" y="45906"/>
                  <a:pt x="2885276" y="44283"/>
                  <a:pt x="2883096" y="43171"/>
                </a:cubicBezTo>
                <a:cubicBezTo>
                  <a:pt x="2880917" y="42059"/>
                  <a:pt x="2878671" y="41503"/>
                  <a:pt x="2876358" y="41503"/>
                </a:cubicBezTo>
                <a:cubicBezTo>
                  <a:pt x="2873599" y="41503"/>
                  <a:pt x="2870952" y="42015"/>
                  <a:pt x="2868416" y="43039"/>
                </a:cubicBezTo>
                <a:cubicBezTo>
                  <a:pt x="2865882" y="44061"/>
                  <a:pt x="2863680" y="45751"/>
                  <a:pt x="2861810" y="48109"/>
                </a:cubicBezTo>
                <a:cubicBezTo>
                  <a:pt x="2859943" y="50466"/>
                  <a:pt x="2858453" y="53535"/>
                  <a:pt x="2857341" y="57317"/>
                </a:cubicBezTo>
                <a:cubicBezTo>
                  <a:pt x="2856229" y="61098"/>
                  <a:pt x="2855673" y="65746"/>
                  <a:pt x="2855673" y="71261"/>
                </a:cubicBezTo>
                <a:cubicBezTo>
                  <a:pt x="2855673" y="89144"/>
                  <a:pt x="2862167" y="98085"/>
                  <a:pt x="2875156" y="98085"/>
                </a:cubicBezTo>
                <a:cubicBezTo>
                  <a:pt x="2877915" y="98085"/>
                  <a:pt x="2880450" y="97351"/>
                  <a:pt x="2882764" y="95884"/>
                </a:cubicBezTo>
                <a:cubicBezTo>
                  <a:pt x="2885077" y="94415"/>
                  <a:pt x="2887101" y="92302"/>
                  <a:pt x="2888836" y="89545"/>
                </a:cubicBezTo>
                <a:cubicBezTo>
                  <a:pt x="2890571" y="86786"/>
                  <a:pt x="2891927" y="83495"/>
                  <a:pt x="2892904" y="79669"/>
                </a:cubicBezTo>
                <a:cubicBezTo>
                  <a:pt x="2893883" y="75844"/>
                  <a:pt x="2894372" y="71573"/>
                  <a:pt x="2894372" y="66857"/>
                </a:cubicBezTo>
                <a:moveTo>
                  <a:pt x="2906118" y="67258"/>
                </a:moveTo>
                <a:cubicBezTo>
                  <a:pt x="2906118" y="72418"/>
                  <a:pt x="2905339" y="77133"/>
                  <a:pt x="2903782" y="81404"/>
                </a:cubicBezTo>
                <a:cubicBezTo>
                  <a:pt x="2902225" y="85675"/>
                  <a:pt x="2900090" y="89345"/>
                  <a:pt x="2897376" y="92414"/>
                </a:cubicBezTo>
                <a:cubicBezTo>
                  <a:pt x="2894662" y="95483"/>
                  <a:pt x="2891459" y="97841"/>
                  <a:pt x="2887767" y="99486"/>
                </a:cubicBezTo>
                <a:cubicBezTo>
                  <a:pt x="2884076" y="101131"/>
                  <a:pt x="2880095" y="101954"/>
                  <a:pt x="2875824" y="101954"/>
                </a:cubicBezTo>
                <a:cubicBezTo>
                  <a:pt x="2871553" y="101954"/>
                  <a:pt x="2867705" y="101042"/>
                  <a:pt x="2864280" y="99219"/>
                </a:cubicBezTo>
                <a:cubicBezTo>
                  <a:pt x="2860855" y="97395"/>
                  <a:pt x="2858253" y="95193"/>
                  <a:pt x="2856473" y="92614"/>
                </a:cubicBezTo>
                <a:cubicBezTo>
                  <a:pt x="2853271" y="95193"/>
                  <a:pt x="2850291" y="97773"/>
                  <a:pt x="2847532" y="100353"/>
                </a:cubicBezTo>
                <a:lnTo>
                  <a:pt x="2845131" y="100353"/>
                </a:lnTo>
                <a:cubicBezTo>
                  <a:pt x="2845309" y="98218"/>
                  <a:pt x="2845465" y="95638"/>
                  <a:pt x="2845598" y="92614"/>
                </a:cubicBezTo>
                <a:cubicBezTo>
                  <a:pt x="2845731" y="89589"/>
                  <a:pt x="2845841" y="86364"/>
                  <a:pt x="2845930" y="82939"/>
                </a:cubicBezTo>
                <a:cubicBezTo>
                  <a:pt x="2846019" y="79513"/>
                  <a:pt x="2846086" y="76021"/>
                  <a:pt x="2846131" y="72463"/>
                </a:cubicBezTo>
                <a:cubicBezTo>
                  <a:pt x="2846176" y="68905"/>
                  <a:pt x="2846198" y="65613"/>
                  <a:pt x="2846198" y="62587"/>
                </a:cubicBezTo>
                <a:lnTo>
                  <a:pt x="2846198" y="38433"/>
                </a:lnTo>
                <a:cubicBezTo>
                  <a:pt x="2846198" y="35408"/>
                  <a:pt x="2846176" y="32117"/>
                  <a:pt x="2846131" y="28559"/>
                </a:cubicBezTo>
                <a:cubicBezTo>
                  <a:pt x="2846086" y="24999"/>
                  <a:pt x="2846019" y="21485"/>
                  <a:pt x="2845930" y="18015"/>
                </a:cubicBezTo>
                <a:cubicBezTo>
                  <a:pt x="2845841" y="14545"/>
                  <a:pt x="2845731" y="11231"/>
                  <a:pt x="2845598" y="8074"/>
                </a:cubicBezTo>
                <a:cubicBezTo>
                  <a:pt x="2845465" y="4915"/>
                  <a:pt x="2845309" y="2224"/>
                  <a:pt x="2845131" y="0"/>
                </a:cubicBezTo>
                <a:cubicBezTo>
                  <a:pt x="2847622" y="445"/>
                  <a:pt x="2849624" y="668"/>
                  <a:pt x="2851136" y="668"/>
                </a:cubicBezTo>
                <a:cubicBezTo>
                  <a:pt x="2852115" y="668"/>
                  <a:pt x="2853138" y="601"/>
                  <a:pt x="2854205" y="468"/>
                </a:cubicBezTo>
                <a:cubicBezTo>
                  <a:pt x="2855272" y="334"/>
                  <a:pt x="2856429" y="178"/>
                  <a:pt x="2857675" y="0"/>
                </a:cubicBezTo>
                <a:cubicBezTo>
                  <a:pt x="2857407" y="1780"/>
                  <a:pt x="2857185" y="4605"/>
                  <a:pt x="2857007" y="8475"/>
                </a:cubicBezTo>
                <a:cubicBezTo>
                  <a:pt x="2856829" y="12344"/>
                  <a:pt x="2856695" y="16659"/>
                  <a:pt x="2856606" y="21420"/>
                </a:cubicBezTo>
                <a:cubicBezTo>
                  <a:pt x="2856518" y="26179"/>
                  <a:pt x="2856429" y="31072"/>
                  <a:pt x="2856339" y="36099"/>
                </a:cubicBezTo>
                <a:cubicBezTo>
                  <a:pt x="2856251" y="41124"/>
                  <a:pt x="2856163" y="45684"/>
                  <a:pt x="2856074" y="49777"/>
                </a:cubicBezTo>
                <a:lnTo>
                  <a:pt x="2856341" y="49777"/>
                </a:lnTo>
                <a:cubicBezTo>
                  <a:pt x="2859366" y="44972"/>
                  <a:pt x="2862702" y="41458"/>
                  <a:pt x="2866349" y="39235"/>
                </a:cubicBezTo>
                <a:cubicBezTo>
                  <a:pt x="2869997" y="37010"/>
                  <a:pt x="2874223" y="35897"/>
                  <a:pt x="2879027" y="35897"/>
                </a:cubicBezTo>
                <a:cubicBezTo>
                  <a:pt x="2883654" y="35897"/>
                  <a:pt x="2887657" y="36765"/>
                  <a:pt x="2891037" y="38500"/>
                </a:cubicBezTo>
                <a:cubicBezTo>
                  <a:pt x="2894417" y="40235"/>
                  <a:pt x="2897219" y="42525"/>
                  <a:pt x="2899443" y="45372"/>
                </a:cubicBezTo>
                <a:cubicBezTo>
                  <a:pt x="2901668" y="48219"/>
                  <a:pt x="2903336" y="51533"/>
                  <a:pt x="2904448" y="55315"/>
                </a:cubicBezTo>
                <a:cubicBezTo>
                  <a:pt x="2905561" y="59096"/>
                  <a:pt x="2906118" y="63077"/>
                  <a:pt x="2906118" y="67258"/>
                </a:cubicBezTo>
                <a:close/>
                <a:moveTo>
                  <a:pt x="2938945" y="100755"/>
                </a:moveTo>
                <a:cubicBezTo>
                  <a:pt x="2937966" y="98352"/>
                  <a:pt x="2936698" y="95238"/>
                  <a:pt x="2935141" y="91412"/>
                </a:cubicBezTo>
                <a:cubicBezTo>
                  <a:pt x="2933584" y="87587"/>
                  <a:pt x="2931916" y="83561"/>
                  <a:pt x="2930136" y="79335"/>
                </a:cubicBezTo>
                <a:cubicBezTo>
                  <a:pt x="2928358" y="75109"/>
                  <a:pt x="2926534" y="70794"/>
                  <a:pt x="2924665" y="66391"/>
                </a:cubicBezTo>
                <a:cubicBezTo>
                  <a:pt x="2922797" y="61987"/>
                  <a:pt x="2921040" y="57850"/>
                  <a:pt x="2919395" y="53979"/>
                </a:cubicBezTo>
                <a:cubicBezTo>
                  <a:pt x="2917750" y="50109"/>
                  <a:pt x="2916304" y="46707"/>
                  <a:pt x="2915058" y="43772"/>
                </a:cubicBezTo>
                <a:cubicBezTo>
                  <a:pt x="2913813" y="40835"/>
                  <a:pt x="2912879" y="38655"/>
                  <a:pt x="2912256" y="37231"/>
                </a:cubicBezTo>
                <a:cubicBezTo>
                  <a:pt x="2913412" y="37410"/>
                  <a:pt x="2914480" y="37566"/>
                  <a:pt x="2915459" y="37699"/>
                </a:cubicBezTo>
                <a:cubicBezTo>
                  <a:pt x="2916438" y="37833"/>
                  <a:pt x="2917416" y="37899"/>
                  <a:pt x="2918393" y="37899"/>
                </a:cubicBezTo>
                <a:cubicBezTo>
                  <a:pt x="2919372" y="37899"/>
                  <a:pt x="2920351" y="37833"/>
                  <a:pt x="2921329" y="37699"/>
                </a:cubicBezTo>
                <a:cubicBezTo>
                  <a:pt x="2922308" y="37566"/>
                  <a:pt x="2923376" y="37410"/>
                  <a:pt x="2924532" y="37231"/>
                </a:cubicBezTo>
                <a:cubicBezTo>
                  <a:pt x="2927291" y="45773"/>
                  <a:pt x="2930360" y="54225"/>
                  <a:pt x="2933740" y="62589"/>
                </a:cubicBezTo>
                <a:cubicBezTo>
                  <a:pt x="2937121" y="70951"/>
                  <a:pt x="2940679" y="79580"/>
                  <a:pt x="2944417" y="88476"/>
                </a:cubicBezTo>
                <a:cubicBezTo>
                  <a:pt x="2948152" y="80647"/>
                  <a:pt x="2951733" y="72285"/>
                  <a:pt x="2955158" y="63389"/>
                </a:cubicBezTo>
                <a:cubicBezTo>
                  <a:pt x="2958584" y="54492"/>
                  <a:pt x="2961632" y="45773"/>
                  <a:pt x="2964301" y="37231"/>
                </a:cubicBezTo>
                <a:cubicBezTo>
                  <a:pt x="2966080" y="37676"/>
                  <a:pt x="2967549" y="37899"/>
                  <a:pt x="2968705" y="37899"/>
                </a:cubicBezTo>
                <a:cubicBezTo>
                  <a:pt x="2969860" y="37899"/>
                  <a:pt x="2971328" y="37676"/>
                  <a:pt x="2973108" y="37231"/>
                </a:cubicBezTo>
                <a:cubicBezTo>
                  <a:pt x="2972484" y="38477"/>
                  <a:pt x="2971483" y="40591"/>
                  <a:pt x="2970104" y="43572"/>
                </a:cubicBezTo>
                <a:cubicBezTo>
                  <a:pt x="2968726" y="46552"/>
                  <a:pt x="2967081" y="50111"/>
                  <a:pt x="2965168" y="54248"/>
                </a:cubicBezTo>
                <a:cubicBezTo>
                  <a:pt x="2963255" y="58385"/>
                  <a:pt x="2961164" y="62966"/>
                  <a:pt x="2958894" y="67993"/>
                </a:cubicBezTo>
                <a:cubicBezTo>
                  <a:pt x="2956626" y="73019"/>
                  <a:pt x="2954313" y="78178"/>
                  <a:pt x="2951955" y="83473"/>
                </a:cubicBezTo>
                <a:cubicBezTo>
                  <a:pt x="2949598" y="88766"/>
                  <a:pt x="2947263" y="94015"/>
                  <a:pt x="2944950" y="99219"/>
                </a:cubicBezTo>
                <a:cubicBezTo>
                  <a:pt x="2942637" y="104424"/>
                  <a:pt x="2940501" y="109361"/>
                  <a:pt x="2938544" y="114031"/>
                </a:cubicBezTo>
                <a:cubicBezTo>
                  <a:pt x="2936588" y="118702"/>
                  <a:pt x="2934875" y="122928"/>
                  <a:pt x="2933406" y="126709"/>
                </a:cubicBezTo>
                <a:cubicBezTo>
                  <a:pt x="2931939" y="130491"/>
                  <a:pt x="2930850" y="133494"/>
                  <a:pt x="2930138" y="135717"/>
                </a:cubicBezTo>
                <a:cubicBezTo>
                  <a:pt x="2928359" y="135272"/>
                  <a:pt x="2926846" y="135049"/>
                  <a:pt x="2925599" y="135049"/>
                </a:cubicBezTo>
                <a:cubicBezTo>
                  <a:pt x="2924355" y="135049"/>
                  <a:pt x="2922842" y="135272"/>
                  <a:pt x="2921063" y="135717"/>
                </a:cubicBezTo>
                <a:cubicBezTo>
                  <a:pt x="2928092" y="124063"/>
                  <a:pt x="2934053" y="112409"/>
                  <a:pt x="2938945" y="1007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takingchargeofcriticalhealthcaredecisionsand">
            <a:extLst xmlns:a="http://schemas.openxmlformats.org/drawingml/2006/main">
              <a:ext uri="{FF2B5EF4-FFF2-40B4-BE49-F238E27FC236}">
                <a16:creationId xmlns:a16="http://schemas.microsoft.com/office/drawing/2014/main" id="{D88B814C-44E9-4FD6-8E46-803C8FA3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70" y="3537702"/>
            <a:ext cx="2835656" cy="136520"/>
          </a:xfrm>
          <a:custGeom xmlns:a="http://schemas.openxmlformats.org/drawingml/2006/main">
            <a:pathLst>
              <a:path w="2835656" h="136520">
                <a:moveTo>
                  <a:pt x="20019" y="19752"/>
                </a:moveTo>
                <a:cubicBezTo>
                  <a:pt x="19751" y="23132"/>
                  <a:pt x="19550" y="26446"/>
                  <a:pt x="19416" y="29693"/>
                </a:cubicBezTo>
                <a:cubicBezTo>
                  <a:pt x="19283" y="32940"/>
                  <a:pt x="19127" y="36210"/>
                  <a:pt x="18950" y="39502"/>
                </a:cubicBezTo>
                <a:cubicBezTo>
                  <a:pt x="19928" y="39502"/>
                  <a:pt x="21752" y="39479"/>
                  <a:pt x="24421" y="39434"/>
                </a:cubicBezTo>
                <a:cubicBezTo>
                  <a:pt x="27090" y="39390"/>
                  <a:pt x="29981" y="39278"/>
                  <a:pt x="33095" y="39100"/>
                </a:cubicBezTo>
                <a:cubicBezTo>
                  <a:pt x="33007" y="39368"/>
                  <a:pt x="32963" y="39857"/>
                  <a:pt x="32963" y="40569"/>
                </a:cubicBezTo>
                <a:lnTo>
                  <a:pt x="32963" y="41904"/>
                </a:lnTo>
                <a:lnTo>
                  <a:pt x="32963" y="43373"/>
                </a:lnTo>
                <a:cubicBezTo>
                  <a:pt x="32963" y="43994"/>
                  <a:pt x="33007" y="44439"/>
                  <a:pt x="33095" y="44706"/>
                </a:cubicBezTo>
                <a:cubicBezTo>
                  <a:pt x="31939" y="44617"/>
                  <a:pt x="30737" y="44550"/>
                  <a:pt x="29491" y="44507"/>
                </a:cubicBezTo>
                <a:cubicBezTo>
                  <a:pt x="28246" y="44462"/>
                  <a:pt x="26912" y="44440"/>
                  <a:pt x="25488" y="44440"/>
                </a:cubicBezTo>
                <a:lnTo>
                  <a:pt x="18950" y="44440"/>
                </a:lnTo>
                <a:cubicBezTo>
                  <a:pt x="18861" y="44795"/>
                  <a:pt x="18750" y="46219"/>
                  <a:pt x="18616" y="48710"/>
                </a:cubicBezTo>
                <a:cubicBezTo>
                  <a:pt x="18483" y="51201"/>
                  <a:pt x="18371" y="54159"/>
                  <a:pt x="18282" y="57584"/>
                </a:cubicBezTo>
                <a:cubicBezTo>
                  <a:pt x="18193" y="61009"/>
                  <a:pt x="18127" y="64590"/>
                  <a:pt x="18082" y="68327"/>
                </a:cubicBezTo>
                <a:cubicBezTo>
                  <a:pt x="18037" y="72063"/>
                  <a:pt x="18015" y="75399"/>
                  <a:pt x="18015" y="78335"/>
                </a:cubicBezTo>
                <a:cubicBezTo>
                  <a:pt x="18015" y="80826"/>
                  <a:pt x="18081" y="83273"/>
                  <a:pt x="18214" y="85676"/>
                </a:cubicBezTo>
                <a:cubicBezTo>
                  <a:pt x="18349" y="88077"/>
                  <a:pt x="18772" y="90235"/>
                  <a:pt x="19483" y="92147"/>
                </a:cubicBezTo>
                <a:cubicBezTo>
                  <a:pt x="20196" y="94060"/>
                  <a:pt x="21263" y="95595"/>
                  <a:pt x="22686" y="96751"/>
                </a:cubicBezTo>
                <a:cubicBezTo>
                  <a:pt x="24110" y="97908"/>
                  <a:pt x="26157" y="98486"/>
                  <a:pt x="28825" y="98486"/>
                </a:cubicBezTo>
                <a:cubicBezTo>
                  <a:pt x="29537" y="98486"/>
                  <a:pt x="30493" y="98397"/>
                  <a:pt x="31695" y="98219"/>
                </a:cubicBezTo>
                <a:cubicBezTo>
                  <a:pt x="32896" y="98042"/>
                  <a:pt x="33941" y="97819"/>
                  <a:pt x="34830" y="97552"/>
                </a:cubicBezTo>
                <a:lnTo>
                  <a:pt x="34830" y="100755"/>
                </a:lnTo>
                <a:cubicBezTo>
                  <a:pt x="33318" y="101022"/>
                  <a:pt x="31650" y="101355"/>
                  <a:pt x="29825" y="101754"/>
                </a:cubicBezTo>
                <a:cubicBezTo>
                  <a:pt x="28002" y="102155"/>
                  <a:pt x="26245" y="102355"/>
                  <a:pt x="24555" y="102355"/>
                </a:cubicBezTo>
                <a:cubicBezTo>
                  <a:pt x="18950" y="102355"/>
                  <a:pt x="14813" y="100977"/>
                  <a:pt x="12144" y="98219"/>
                </a:cubicBezTo>
                <a:cubicBezTo>
                  <a:pt x="9475" y="95461"/>
                  <a:pt x="8141" y="91413"/>
                  <a:pt x="8141" y="86075"/>
                </a:cubicBezTo>
                <a:cubicBezTo>
                  <a:pt x="8141" y="83674"/>
                  <a:pt x="8185" y="81072"/>
                  <a:pt x="8273" y="78270"/>
                </a:cubicBezTo>
                <a:cubicBezTo>
                  <a:pt x="8363" y="75467"/>
                  <a:pt x="8474" y="72398"/>
                  <a:pt x="8607" y="69062"/>
                </a:cubicBezTo>
                <a:cubicBezTo>
                  <a:pt x="8740" y="65725"/>
                  <a:pt x="8852" y="62033"/>
                  <a:pt x="8941" y="57985"/>
                </a:cubicBezTo>
                <a:cubicBezTo>
                  <a:pt x="9031" y="53937"/>
                  <a:pt x="9076" y="49422"/>
                  <a:pt x="9076" y="44440"/>
                </a:cubicBezTo>
                <a:lnTo>
                  <a:pt x="4804" y="44440"/>
                </a:lnTo>
                <a:cubicBezTo>
                  <a:pt x="4092" y="44440"/>
                  <a:pt x="3336" y="44462"/>
                  <a:pt x="2535" y="44507"/>
                </a:cubicBezTo>
                <a:cubicBezTo>
                  <a:pt x="1734" y="44550"/>
                  <a:pt x="889" y="44617"/>
                  <a:pt x="0" y="44706"/>
                </a:cubicBezTo>
                <a:cubicBezTo>
                  <a:pt x="90" y="44173"/>
                  <a:pt x="156" y="43662"/>
                  <a:pt x="200" y="43173"/>
                </a:cubicBezTo>
                <a:cubicBezTo>
                  <a:pt x="244" y="42683"/>
                  <a:pt x="267" y="42171"/>
                  <a:pt x="267" y="41638"/>
                </a:cubicBezTo>
                <a:cubicBezTo>
                  <a:pt x="267" y="41192"/>
                  <a:pt x="244" y="40748"/>
                  <a:pt x="200" y="40304"/>
                </a:cubicBezTo>
                <a:cubicBezTo>
                  <a:pt x="156" y="39859"/>
                  <a:pt x="90" y="39413"/>
                  <a:pt x="0" y="38968"/>
                </a:cubicBezTo>
                <a:cubicBezTo>
                  <a:pt x="4003" y="39234"/>
                  <a:pt x="6939" y="39367"/>
                  <a:pt x="8807" y="39367"/>
                </a:cubicBezTo>
                <a:cubicBezTo>
                  <a:pt x="8719" y="37589"/>
                  <a:pt x="8652" y="35365"/>
                  <a:pt x="8607" y="32696"/>
                </a:cubicBezTo>
                <a:cubicBezTo>
                  <a:pt x="8563" y="30028"/>
                  <a:pt x="8451" y="27269"/>
                  <a:pt x="8273" y="24421"/>
                </a:cubicBezTo>
                <a:lnTo>
                  <a:pt x="19351" y="19752"/>
                </a:lnTo>
                <a:lnTo>
                  <a:pt x="20019" y="19752"/>
                </a:lnTo>
                <a:close/>
                <a:moveTo>
                  <a:pt x="79268" y="67794"/>
                </a:moveTo>
                <a:cubicBezTo>
                  <a:pt x="77756" y="68327"/>
                  <a:pt x="75998" y="68772"/>
                  <a:pt x="73996" y="69127"/>
                </a:cubicBezTo>
                <a:cubicBezTo>
                  <a:pt x="71995" y="69483"/>
                  <a:pt x="69972" y="69861"/>
                  <a:pt x="67926" y="70261"/>
                </a:cubicBezTo>
                <a:cubicBezTo>
                  <a:pt x="65880" y="70662"/>
                  <a:pt x="63856" y="71174"/>
                  <a:pt x="61854" y="71797"/>
                </a:cubicBezTo>
                <a:cubicBezTo>
                  <a:pt x="59851" y="72419"/>
                  <a:pt x="58072" y="73264"/>
                  <a:pt x="56515" y="74332"/>
                </a:cubicBezTo>
                <a:cubicBezTo>
                  <a:pt x="54959" y="75399"/>
                  <a:pt x="53713" y="76733"/>
                  <a:pt x="52778" y="78335"/>
                </a:cubicBezTo>
                <a:cubicBezTo>
                  <a:pt x="51844" y="79937"/>
                  <a:pt x="51377" y="81984"/>
                  <a:pt x="51377" y="84475"/>
                </a:cubicBezTo>
                <a:cubicBezTo>
                  <a:pt x="51377" y="88656"/>
                  <a:pt x="52578" y="91814"/>
                  <a:pt x="54979" y="93949"/>
                </a:cubicBezTo>
                <a:cubicBezTo>
                  <a:pt x="57382" y="96085"/>
                  <a:pt x="60052" y="97152"/>
                  <a:pt x="62988" y="97152"/>
                </a:cubicBezTo>
                <a:cubicBezTo>
                  <a:pt x="66368" y="97152"/>
                  <a:pt x="69459" y="96218"/>
                  <a:pt x="72261" y="94351"/>
                </a:cubicBezTo>
                <a:cubicBezTo>
                  <a:pt x="75064" y="92481"/>
                  <a:pt x="77222" y="90301"/>
                  <a:pt x="78734" y="87810"/>
                </a:cubicBezTo>
                <a:lnTo>
                  <a:pt x="79268" y="67794"/>
                </a:lnTo>
                <a:moveTo>
                  <a:pt x="46307" y="44038"/>
                </a:moveTo>
                <a:cubicBezTo>
                  <a:pt x="50310" y="41014"/>
                  <a:pt x="54002" y="38968"/>
                  <a:pt x="57382" y="37901"/>
                </a:cubicBezTo>
                <a:cubicBezTo>
                  <a:pt x="60764" y="36833"/>
                  <a:pt x="64233" y="36299"/>
                  <a:pt x="67791" y="36299"/>
                </a:cubicBezTo>
                <a:cubicBezTo>
                  <a:pt x="70995" y="36299"/>
                  <a:pt x="73932" y="36766"/>
                  <a:pt x="76600" y="37699"/>
                </a:cubicBezTo>
                <a:cubicBezTo>
                  <a:pt x="79269" y="38633"/>
                  <a:pt x="81538" y="39968"/>
                  <a:pt x="83406" y="41703"/>
                </a:cubicBezTo>
                <a:cubicBezTo>
                  <a:pt x="85274" y="43438"/>
                  <a:pt x="86741" y="45529"/>
                  <a:pt x="87808" y="47977"/>
                </a:cubicBezTo>
                <a:cubicBezTo>
                  <a:pt x="88876" y="50423"/>
                  <a:pt x="89411" y="53113"/>
                  <a:pt x="89411" y="56048"/>
                </a:cubicBezTo>
                <a:cubicBezTo>
                  <a:pt x="89411" y="61120"/>
                  <a:pt x="89322" y="66169"/>
                  <a:pt x="89144" y="71196"/>
                </a:cubicBezTo>
                <a:cubicBezTo>
                  <a:pt x="88966" y="76223"/>
                  <a:pt x="88877" y="81538"/>
                  <a:pt x="88877" y="87142"/>
                </a:cubicBezTo>
                <a:cubicBezTo>
                  <a:pt x="88877" y="88211"/>
                  <a:pt x="88899" y="89345"/>
                  <a:pt x="88944" y="90547"/>
                </a:cubicBezTo>
                <a:cubicBezTo>
                  <a:pt x="88989" y="91747"/>
                  <a:pt x="89189" y="92814"/>
                  <a:pt x="89545" y="93748"/>
                </a:cubicBezTo>
                <a:cubicBezTo>
                  <a:pt x="89901" y="94682"/>
                  <a:pt x="90412" y="95460"/>
                  <a:pt x="91078" y="96083"/>
                </a:cubicBezTo>
                <a:cubicBezTo>
                  <a:pt x="91746" y="96707"/>
                  <a:pt x="92747" y="97018"/>
                  <a:pt x="94082" y="97018"/>
                </a:cubicBezTo>
                <a:cubicBezTo>
                  <a:pt x="94527" y="97018"/>
                  <a:pt x="94994" y="96996"/>
                  <a:pt x="95483" y="96951"/>
                </a:cubicBezTo>
                <a:cubicBezTo>
                  <a:pt x="95973" y="96906"/>
                  <a:pt x="96440" y="96751"/>
                  <a:pt x="96884" y="96485"/>
                </a:cubicBezTo>
                <a:lnTo>
                  <a:pt x="96884" y="99421"/>
                </a:lnTo>
                <a:cubicBezTo>
                  <a:pt x="95905" y="99865"/>
                  <a:pt x="94682" y="100220"/>
                  <a:pt x="93214" y="100488"/>
                </a:cubicBezTo>
                <a:cubicBezTo>
                  <a:pt x="91747" y="100755"/>
                  <a:pt x="90123" y="100889"/>
                  <a:pt x="88344" y="100889"/>
                </a:cubicBezTo>
                <a:cubicBezTo>
                  <a:pt x="85497" y="100889"/>
                  <a:pt x="83317" y="100155"/>
                  <a:pt x="81805" y="98688"/>
                </a:cubicBezTo>
                <a:cubicBezTo>
                  <a:pt x="80293" y="97219"/>
                  <a:pt x="79403" y="95328"/>
                  <a:pt x="79136" y="93015"/>
                </a:cubicBezTo>
                <a:cubicBezTo>
                  <a:pt x="75933" y="96217"/>
                  <a:pt x="72775" y="98574"/>
                  <a:pt x="69661" y="100087"/>
                </a:cubicBezTo>
                <a:cubicBezTo>
                  <a:pt x="66547" y="101599"/>
                  <a:pt x="62721" y="102355"/>
                  <a:pt x="58184" y="102355"/>
                </a:cubicBezTo>
                <a:cubicBezTo>
                  <a:pt x="55959" y="102355"/>
                  <a:pt x="53779" y="102044"/>
                  <a:pt x="51644" y="101420"/>
                </a:cubicBezTo>
                <a:cubicBezTo>
                  <a:pt x="49510" y="100799"/>
                  <a:pt x="47620" y="99777"/>
                  <a:pt x="45973" y="98354"/>
                </a:cubicBezTo>
                <a:cubicBezTo>
                  <a:pt x="44328" y="96930"/>
                  <a:pt x="42993" y="95217"/>
                  <a:pt x="41970" y="93216"/>
                </a:cubicBezTo>
                <a:cubicBezTo>
                  <a:pt x="40947" y="91214"/>
                  <a:pt x="40436" y="88923"/>
                  <a:pt x="40436" y="86342"/>
                </a:cubicBezTo>
                <a:cubicBezTo>
                  <a:pt x="40436" y="81004"/>
                  <a:pt x="42104" y="76868"/>
                  <a:pt x="45439" y="73933"/>
                </a:cubicBezTo>
                <a:cubicBezTo>
                  <a:pt x="48776" y="70997"/>
                  <a:pt x="53380" y="69039"/>
                  <a:pt x="59251" y="68060"/>
                </a:cubicBezTo>
                <a:cubicBezTo>
                  <a:pt x="64056" y="67259"/>
                  <a:pt x="67815" y="66570"/>
                  <a:pt x="70528" y="65991"/>
                </a:cubicBezTo>
                <a:cubicBezTo>
                  <a:pt x="73242" y="65413"/>
                  <a:pt x="75244" y="64812"/>
                  <a:pt x="76533" y="64189"/>
                </a:cubicBezTo>
                <a:cubicBezTo>
                  <a:pt x="77823" y="63566"/>
                  <a:pt x="78601" y="62832"/>
                  <a:pt x="78867" y="61988"/>
                </a:cubicBezTo>
                <a:cubicBezTo>
                  <a:pt x="79134" y="61142"/>
                  <a:pt x="79268" y="60052"/>
                  <a:pt x="79268" y="58718"/>
                </a:cubicBezTo>
                <a:cubicBezTo>
                  <a:pt x="79268" y="56494"/>
                  <a:pt x="79001" y="54360"/>
                  <a:pt x="78468" y="52314"/>
                </a:cubicBezTo>
                <a:cubicBezTo>
                  <a:pt x="77934" y="50267"/>
                  <a:pt x="77089" y="48487"/>
                  <a:pt x="75933" y="46975"/>
                </a:cubicBezTo>
                <a:cubicBezTo>
                  <a:pt x="74776" y="45462"/>
                  <a:pt x="73264" y="44239"/>
                  <a:pt x="71396" y="43305"/>
                </a:cubicBezTo>
                <a:cubicBezTo>
                  <a:pt x="69528" y="42371"/>
                  <a:pt x="67259" y="41904"/>
                  <a:pt x="64590" y="41904"/>
                </a:cubicBezTo>
                <a:cubicBezTo>
                  <a:pt x="61031" y="41904"/>
                  <a:pt x="57717" y="42705"/>
                  <a:pt x="54647" y="44307"/>
                </a:cubicBezTo>
                <a:cubicBezTo>
                  <a:pt x="51578" y="45908"/>
                  <a:pt x="49287" y="48131"/>
                  <a:pt x="47775" y="50978"/>
                </a:cubicBezTo>
                <a:lnTo>
                  <a:pt x="46307" y="50978"/>
                </a:lnTo>
                <a:lnTo>
                  <a:pt x="46307" y="44038"/>
                </a:lnTo>
                <a:close/>
                <a:moveTo>
                  <a:pt x="112765" y="38834"/>
                </a:moveTo>
                <a:cubicBezTo>
                  <a:pt x="112765" y="35809"/>
                  <a:pt x="112742" y="32518"/>
                  <a:pt x="112697" y="28960"/>
                </a:cubicBezTo>
                <a:cubicBezTo>
                  <a:pt x="112653" y="25400"/>
                  <a:pt x="112585" y="21886"/>
                  <a:pt x="112496" y="18416"/>
                </a:cubicBezTo>
                <a:cubicBezTo>
                  <a:pt x="112408" y="14946"/>
                  <a:pt x="112297" y="11633"/>
                  <a:pt x="112164" y="8475"/>
                </a:cubicBezTo>
                <a:cubicBezTo>
                  <a:pt x="112031" y="5316"/>
                  <a:pt x="111875" y="2625"/>
                  <a:pt x="111698" y="401"/>
                </a:cubicBezTo>
                <a:cubicBezTo>
                  <a:pt x="114189" y="846"/>
                  <a:pt x="116190" y="1069"/>
                  <a:pt x="117703" y="1069"/>
                </a:cubicBezTo>
                <a:cubicBezTo>
                  <a:pt x="119215" y="1069"/>
                  <a:pt x="121216" y="846"/>
                  <a:pt x="123707" y="401"/>
                </a:cubicBezTo>
                <a:cubicBezTo>
                  <a:pt x="123530" y="2625"/>
                  <a:pt x="123374" y="5316"/>
                  <a:pt x="123239" y="8475"/>
                </a:cubicBezTo>
                <a:cubicBezTo>
                  <a:pt x="123106" y="11633"/>
                  <a:pt x="122995" y="14946"/>
                  <a:pt x="122905" y="18416"/>
                </a:cubicBezTo>
                <a:cubicBezTo>
                  <a:pt x="122817" y="21886"/>
                  <a:pt x="122750" y="25400"/>
                  <a:pt x="122706" y="28960"/>
                </a:cubicBezTo>
                <a:cubicBezTo>
                  <a:pt x="122662" y="32518"/>
                  <a:pt x="122640" y="35809"/>
                  <a:pt x="122640" y="38834"/>
                </a:cubicBezTo>
                <a:lnTo>
                  <a:pt x="122640" y="63122"/>
                </a:lnTo>
                <a:cubicBezTo>
                  <a:pt x="122640" y="64812"/>
                  <a:pt x="123174" y="65657"/>
                  <a:pt x="124241" y="65657"/>
                </a:cubicBezTo>
                <a:cubicBezTo>
                  <a:pt x="124952" y="65657"/>
                  <a:pt x="125731" y="65347"/>
                  <a:pt x="126577" y="64725"/>
                </a:cubicBezTo>
                <a:cubicBezTo>
                  <a:pt x="127422" y="64102"/>
                  <a:pt x="128379" y="63390"/>
                  <a:pt x="129446" y="62589"/>
                </a:cubicBezTo>
                <a:cubicBezTo>
                  <a:pt x="130247" y="61966"/>
                  <a:pt x="131603" y="60765"/>
                  <a:pt x="133516" y="58987"/>
                </a:cubicBezTo>
                <a:cubicBezTo>
                  <a:pt x="135429" y="57207"/>
                  <a:pt x="137564" y="55138"/>
                  <a:pt x="139920" y="52780"/>
                </a:cubicBezTo>
                <a:cubicBezTo>
                  <a:pt x="142278" y="50422"/>
                  <a:pt x="144703" y="47909"/>
                  <a:pt x="147194" y="45240"/>
                </a:cubicBezTo>
                <a:cubicBezTo>
                  <a:pt x="149685" y="42571"/>
                  <a:pt x="151954" y="40035"/>
                  <a:pt x="154001" y="37632"/>
                </a:cubicBezTo>
                <a:cubicBezTo>
                  <a:pt x="155779" y="38078"/>
                  <a:pt x="157469" y="38300"/>
                  <a:pt x="159071" y="38300"/>
                </a:cubicBezTo>
                <a:cubicBezTo>
                  <a:pt x="160050" y="38300"/>
                  <a:pt x="161029" y="38234"/>
                  <a:pt x="162008" y="38101"/>
                </a:cubicBezTo>
                <a:cubicBezTo>
                  <a:pt x="162986" y="37968"/>
                  <a:pt x="164232" y="37811"/>
                  <a:pt x="165744" y="37632"/>
                </a:cubicBezTo>
                <a:cubicBezTo>
                  <a:pt x="160139" y="42170"/>
                  <a:pt x="154778" y="46641"/>
                  <a:pt x="149662" y="51045"/>
                </a:cubicBezTo>
                <a:cubicBezTo>
                  <a:pt x="144547" y="55449"/>
                  <a:pt x="139677" y="59919"/>
                  <a:pt x="135052" y="64456"/>
                </a:cubicBezTo>
                <a:cubicBezTo>
                  <a:pt x="140122" y="70595"/>
                  <a:pt x="145348" y="76733"/>
                  <a:pt x="150731" y="82872"/>
                </a:cubicBezTo>
                <a:cubicBezTo>
                  <a:pt x="156113" y="89011"/>
                  <a:pt x="161607" y="95061"/>
                  <a:pt x="167212" y="101021"/>
                </a:cubicBezTo>
                <a:cubicBezTo>
                  <a:pt x="165700" y="100844"/>
                  <a:pt x="164343" y="100755"/>
                  <a:pt x="163142" y="100755"/>
                </a:cubicBezTo>
                <a:cubicBezTo>
                  <a:pt x="161940" y="100755"/>
                  <a:pt x="160761" y="100755"/>
                  <a:pt x="159605" y="100755"/>
                </a:cubicBezTo>
                <a:cubicBezTo>
                  <a:pt x="158626" y="100755"/>
                  <a:pt x="157558" y="100755"/>
                  <a:pt x="156402" y="100755"/>
                </a:cubicBezTo>
                <a:cubicBezTo>
                  <a:pt x="155245" y="100755"/>
                  <a:pt x="154044" y="100844"/>
                  <a:pt x="152800" y="101021"/>
                </a:cubicBezTo>
                <a:cubicBezTo>
                  <a:pt x="150842" y="98798"/>
                  <a:pt x="148618" y="96196"/>
                  <a:pt x="146127" y="93216"/>
                </a:cubicBezTo>
                <a:cubicBezTo>
                  <a:pt x="143636" y="90235"/>
                  <a:pt x="141167" y="87277"/>
                  <a:pt x="138721" y="84340"/>
                </a:cubicBezTo>
                <a:cubicBezTo>
                  <a:pt x="136275" y="81404"/>
                  <a:pt x="133939" y="78646"/>
                  <a:pt x="131714" y="76067"/>
                </a:cubicBezTo>
                <a:cubicBezTo>
                  <a:pt x="129490" y="73486"/>
                  <a:pt x="127578" y="71351"/>
                  <a:pt x="125976" y="69661"/>
                </a:cubicBezTo>
                <a:cubicBezTo>
                  <a:pt x="125708" y="69305"/>
                  <a:pt x="125397" y="68994"/>
                  <a:pt x="125041" y="68728"/>
                </a:cubicBezTo>
                <a:cubicBezTo>
                  <a:pt x="124686" y="68461"/>
                  <a:pt x="124330" y="68327"/>
                  <a:pt x="123974" y="68327"/>
                </a:cubicBezTo>
                <a:cubicBezTo>
                  <a:pt x="123085" y="68327"/>
                  <a:pt x="122640" y="68861"/>
                  <a:pt x="122640" y="69928"/>
                </a:cubicBezTo>
                <a:lnTo>
                  <a:pt x="122640" y="77934"/>
                </a:lnTo>
                <a:cubicBezTo>
                  <a:pt x="122640" y="81937"/>
                  <a:pt x="122707" y="85830"/>
                  <a:pt x="122840" y="89612"/>
                </a:cubicBezTo>
                <a:cubicBezTo>
                  <a:pt x="122973" y="93393"/>
                  <a:pt x="123262" y="97196"/>
                  <a:pt x="123707" y="101021"/>
                </a:cubicBezTo>
                <a:cubicBezTo>
                  <a:pt x="121662" y="100844"/>
                  <a:pt x="119660" y="100755"/>
                  <a:pt x="117703" y="100755"/>
                </a:cubicBezTo>
                <a:cubicBezTo>
                  <a:pt x="115745" y="100755"/>
                  <a:pt x="113743" y="100844"/>
                  <a:pt x="111698" y="101021"/>
                </a:cubicBezTo>
                <a:cubicBezTo>
                  <a:pt x="111875" y="98976"/>
                  <a:pt x="112031" y="96396"/>
                  <a:pt x="112164" y="93282"/>
                </a:cubicBezTo>
                <a:cubicBezTo>
                  <a:pt x="112297" y="90167"/>
                  <a:pt x="112408" y="86875"/>
                  <a:pt x="112496" y="83406"/>
                </a:cubicBezTo>
                <a:cubicBezTo>
                  <a:pt x="112585" y="79936"/>
                  <a:pt x="112653" y="76422"/>
                  <a:pt x="112697" y="72864"/>
                </a:cubicBezTo>
                <a:cubicBezTo>
                  <a:pt x="112742" y="69306"/>
                  <a:pt x="112765" y="66014"/>
                  <a:pt x="112765" y="62988"/>
                </a:cubicBezTo>
                <a:lnTo>
                  <a:pt x="112765" y="38834"/>
                </a:lnTo>
                <a:close/>
                <a:moveTo>
                  <a:pt x="180023" y="14413"/>
                </a:moveTo>
                <a:cubicBezTo>
                  <a:pt x="180023" y="12545"/>
                  <a:pt x="180690" y="10944"/>
                  <a:pt x="182024" y="9609"/>
                </a:cubicBezTo>
                <a:cubicBezTo>
                  <a:pt x="183359" y="8275"/>
                  <a:pt x="184960" y="7608"/>
                  <a:pt x="186830" y="7608"/>
                </a:cubicBezTo>
                <a:cubicBezTo>
                  <a:pt x="188698" y="7608"/>
                  <a:pt x="190299" y="8275"/>
                  <a:pt x="191633" y="9609"/>
                </a:cubicBezTo>
                <a:cubicBezTo>
                  <a:pt x="192968" y="10944"/>
                  <a:pt x="193635" y="12545"/>
                  <a:pt x="193635" y="14413"/>
                </a:cubicBezTo>
                <a:cubicBezTo>
                  <a:pt x="193635" y="16281"/>
                  <a:pt x="192968" y="17883"/>
                  <a:pt x="191633" y="19218"/>
                </a:cubicBezTo>
                <a:cubicBezTo>
                  <a:pt x="190299" y="20553"/>
                  <a:pt x="188698" y="21220"/>
                  <a:pt x="186830" y="21220"/>
                </a:cubicBezTo>
                <a:cubicBezTo>
                  <a:pt x="184960" y="21220"/>
                  <a:pt x="183359" y="20553"/>
                  <a:pt x="182024" y="19218"/>
                </a:cubicBezTo>
                <a:cubicBezTo>
                  <a:pt x="180690" y="17883"/>
                  <a:pt x="180023" y="16281"/>
                  <a:pt x="180023" y="14413"/>
                </a:cubicBezTo>
                <a:moveTo>
                  <a:pt x="181892" y="62589"/>
                </a:moveTo>
                <a:cubicBezTo>
                  <a:pt x="181892" y="58586"/>
                  <a:pt x="181825" y="54382"/>
                  <a:pt x="181690" y="49978"/>
                </a:cubicBezTo>
                <a:cubicBezTo>
                  <a:pt x="181557" y="45574"/>
                  <a:pt x="181268" y="41459"/>
                  <a:pt x="180823" y="37632"/>
                </a:cubicBezTo>
                <a:cubicBezTo>
                  <a:pt x="183314" y="38078"/>
                  <a:pt x="185316" y="38300"/>
                  <a:pt x="186830" y="38300"/>
                </a:cubicBezTo>
                <a:cubicBezTo>
                  <a:pt x="188342" y="38300"/>
                  <a:pt x="190344" y="38078"/>
                  <a:pt x="192835" y="37632"/>
                </a:cubicBezTo>
                <a:cubicBezTo>
                  <a:pt x="192389" y="41459"/>
                  <a:pt x="192100" y="45574"/>
                  <a:pt x="191965" y="49978"/>
                </a:cubicBezTo>
                <a:cubicBezTo>
                  <a:pt x="191832" y="54382"/>
                  <a:pt x="191766" y="58586"/>
                  <a:pt x="191766" y="62589"/>
                </a:cubicBezTo>
                <a:lnTo>
                  <a:pt x="191766" y="76466"/>
                </a:lnTo>
                <a:cubicBezTo>
                  <a:pt x="191766" y="80471"/>
                  <a:pt x="191832" y="84675"/>
                  <a:pt x="191965" y="89079"/>
                </a:cubicBezTo>
                <a:cubicBezTo>
                  <a:pt x="192100" y="93482"/>
                  <a:pt x="192389" y="97463"/>
                  <a:pt x="192835" y="101021"/>
                </a:cubicBezTo>
                <a:cubicBezTo>
                  <a:pt x="190788" y="100844"/>
                  <a:pt x="188786" y="100755"/>
                  <a:pt x="186830" y="100755"/>
                </a:cubicBezTo>
                <a:cubicBezTo>
                  <a:pt x="184872" y="100755"/>
                  <a:pt x="182870" y="100844"/>
                  <a:pt x="180823" y="101021"/>
                </a:cubicBezTo>
                <a:cubicBezTo>
                  <a:pt x="181268" y="97463"/>
                  <a:pt x="181557" y="93482"/>
                  <a:pt x="181690" y="89079"/>
                </a:cubicBezTo>
                <a:cubicBezTo>
                  <a:pt x="181825" y="84675"/>
                  <a:pt x="181892" y="80471"/>
                  <a:pt x="181892" y="76466"/>
                </a:cubicBezTo>
                <a:lnTo>
                  <a:pt x="181892" y="62589"/>
                </a:lnTo>
                <a:close/>
                <a:moveTo>
                  <a:pt x="259024" y="63521"/>
                </a:moveTo>
                <a:cubicBezTo>
                  <a:pt x="259024" y="56849"/>
                  <a:pt x="257733" y="51801"/>
                  <a:pt x="255153" y="48376"/>
                </a:cubicBezTo>
                <a:cubicBezTo>
                  <a:pt x="252573" y="44951"/>
                  <a:pt x="249015" y="43238"/>
                  <a:pt x="244479" y="43238"/>
                </a:cubicBezTo>
                <a:cubicBezTo>
                  <a:pt x="238252" y="43238"/>
                  <a:pt x="233693" y="45151"/>
                  <a:pt x="230801" y="48976"/>
                </a:cubicBezTo>
                <a:cubicBezTo>
                  <a:pt x="227909" y="52802"/>
                  <a:pt x="226464" y="58184"/>
                  <a:pt x="226464" y="65124"/>
                </a:cubicBezTo>
                <a:lnTo>
                  <a:pt x="226464" y="76466"/>
                </a:lnTo>
                <a:cubicBezTo>
                  <a:pt x="226464" y="80471"/>
                  <a:pt x="226530" y="84675"/>
                  <a:pt x="226663" y="89079"/>
                </a:cubicBezTo>
                <a:cubicBezTo>
                  <a:pt x="226796" y="93482"/>
                  <a:pt x="227085" y="97463"/>
                  <a:pt x="227531" y="101021"/>
                </a:cubicBezTo>
                <a:cubicBezTo>
                  <a:pt x="225485" y="100844"/>
                  <a:pt x="223483" y="100755"/>
                  <a:pt x="221526" y="100755"/>
                </a:cubicBezTo>
                <a:cubicBezTo>
                  <a:pt x="219568" y="100755"/>
                  <a:pt x="217567" y="100844"/>
                  <a:pt x="215521" y="101021"/>
                </a:cubicBezTo>
                <a:cubicBezTo>
                  <a:pt x="215965" y="97463"/>
                  <a:pt x="216253" y="93482"/>
                  <a:pt x="216386" y="89079"/>
                </a:cubicBezTo>
                <a:cubicBezTo>
                  <a:pt x="216521" y="84675"/>
                  <a:pt x="216588" y="80471"/>
                  <a:pt x="216588" y="76466"/>
                </a:cubicBezTo>
                <a:lnTo>
                  <a:pt x="216588" y="62589"/>
                </a:lnTo>
                <a:cubicBezTo>
                  <a:pt x="216588" y="58586"/>
                  <a:pt x="216521" y="54382"/>
                  <a:pt x="216386" y="49978"/>
                </a:cubicBezTo>
                <a:cubicBezTo>
                  <a:pt x="216253" y="45574"/>
                  <a:pt x="215965" y="41459"/>
                  <a:pt x="215521" y="37632"/>
                </a:cubicBezTo>
                <a:cubicBezTo>
                  <a:pt x="218012" y="38078"/>
                  <a:pt x="220014" y="38300"/>
                  <a:pt x="221526" y="38300"/>
                </a:cubicBezTo>
                <a:cubicBezTo>
                  <a:pt x="222237" y="38300"/>
                  <a:pt x="223015" y="38234"/>
                  <a:pt x="223859" y="38101"/>
                </a:cubicBezTo>
                <a:cubicBezTo>
                  <a:pt x="224705" y="37968"/>
                  <a:pt x="225706" y="37811"/>
                  <a:pt x="226863" y="37632"/>
                </a:cubicBezTo>
                <a:cubicBezTo>
                  <a:pt x="226597" y="41192"/>
                  <a:pt x="226464" y="44750"/>
                  <a:pt x="226464" y="48308"/>
                </a:cubicBezTo>
                <a:lnTo>
                  <a:pt x="226730" y="48308"/>
                </a:lnTo>
                <a:cubicBezTo>
                  <a:pt x="229222" y="44483"/>
                  <a:pt x="232202" y="41525"/>
                  <a:pt x="235672" y="39434"/>
                </a:cubicBezTo>
                <a:cubicBezTo>
                  <a:pt x="239142" y="37344"/>
                  <a:pt x="243279" y="36299"/>
                  <a:pt x="248083" y="36299"/>
                </a:cubicBezTo>
                <a:cubicBezTo>
                  <a:pt x="250574" y="36299"/>
                  <a:pt x="253087" y="36655"/>
                  <a:pt x="255621" y="37368"/>
                </a:cubicBezTo>
                <a:cubicBezTo>
                  <a:pt x="258157" y="38079"/>
                  <a:pt x="260448" y="39302"/>
                  <a:pt x="262493" y="41037"/>
                </a:cubicBezTo>
                <a:cubicBezTo>
                  <a:pt x="264541" y="42772"/>
                  <a:pt x="266209" y="45130"/>
                  <a:pt x="267499" y="48111"/>
                </a:cubicBezTo>
                <a:cubicBezTo>
                  <a:pt x="268788" y="51091"/>
                  <a:pt x="269433" y="54893"/>
                  <a:pt x="269433" y="59518"/>
                </a:cubicBezTo>
                <a:cubicBezTo>
                  <a:pt x="269433" y="63344"/>
                  <a:pt x="269344" y="67280"/>
                  <a:pt x="269166" y="71328"/>
                </a:cubicBezTo>
                <a:cubicBezTo>
                  <a:pt x="268989" y="75377"/>
                  <a:pt x="268900" y="79670"/>
                  <a:pt x="268900" y="84208"/>
                </a:cubicBezTo>
                <a:lnTo>
                  <a:pt x="268900" y="92880"/>
                </a:lnTo>
                <a:cubicBezTo>
                  <a:pt x="268900" y="94304"/>
                  <a:pt x="268922" y="95706"/>
                  <a:pt x="268967" y="97085"/>
                </a:cubicBezTo>
                <a:cubicBezTo>
                  <a:pt x="269012" y="98464"/>
                  <a:pt x="269078" y="99777"/>
                  <a:pt x="269166" y="101021"/>
                </a:cubicBezTo>
                <a:cubicBezTo>
                  <a:pt x="267387" y="100844"/>
                  <a:pt x="265519" y="100755"/>
                  <a:pt x="263563" y="100755"/>
                </a:cubicBezTo>
                <a:cubicBezTo>
                  <a:pt x="261693" y="100755"/>
                  <a:pt x="259869" y="100844"/>
                  <a:pt x="258091" y="101021"/>
                </a:cubicBezTo>
                <a:cubicBezTo>
                  <a:pt x="258269" y="96395"/>
                  <a:pt x="258468" y="91636"/>
                  <a:pt x="258690" y="86743"/>
                </a:cubicBezTo>
                <a:cubicBezTo>
                  <a:pt x="258912" y="81849"/>
                  <a:pt x="259024" y="76822"/>
                  <a:pt x="259024" y="71662"/>
                </a:cubicBezTo>
                <a:lnTo>
                  <a:pt x="259024" y="63521"/>
                </a:lnTo>
                <a:close/>
                <a:moveTo>
                  <a:pt x="333622" y="115167"/>
                </a:moveTo>
                <a:cubicBezTo>
                  <a:pt x="333622" y="109830"/>
                  <a:pt x="332065" y="106093"/>
                  <a:pt x="328951" y="103958"/>
                </a:cubicBezTo>
                <a:cubicBezTo>
                  <a:pt x="325838" y="101822"/>
                  <a:pt x="320679" y="100755"/>
                  <a:pt x="313472" y="100755"/>
                </a:cubicBezTo>
                <a:cubicBezTo>
                  <a:pt x="306799" y="100755"/>
                  <a:pt x="301639" y="101844"/>
                  <a:pt x="297992" y="104023"/>
                </a:cubicBezTo>
                <a:cubicBezTo>
                  <a:pt x="294344" y="106203"/>
                  <a:pt x="292520" y="110140"/>
                  <a:pt x="292520" y="115835"/>
                </a:cubicBezTo>
                <a:cubicBezTo>
                  <a:pt x="292520" y="118860"/>
                  <a:pt x="293031" y="121440"/>
                  <a:pt x="294054" y="123575"/>
                </a:cubicBezTo>
                <a:cubicBezTo>
                  <a:pt x="295077" y="125710"/>
                  <a:pt x="296456" y="127445"/>
                  <a:pt x="298191" y="128780"/>
                </a:cubicBezTo>
                <a:cubicBezTo>
                  <a:pt x="299926" y="130114"/>
                  <a:pt x="301994" y="131092"/>
                  <a:pt x="304396" y="131714"/>
                </a:cubicBezTo>
                <a:cubicBezTo>
                  <a:pt x="306799" y="132337"/>
                  <a:pt x="309379" y="132649"/>
                  <a:pt x="312138" y="132649"/>
                </a:cubicBezTo>
                <a:cubicBezTo>
                  <a:pt x="314807" y="132649"/>
                  <a:pt x="317431" y="132293"/>
                  <a:pt x="320010" y="131582"/>
                </a:cubicBezTo>
                <a:cubicBezTo>
                  <a:pt x="322591" y="130870"/>
                  <a:pt x="324881" y="129803"/>
                  <a:pt x="326882" y="128379"/>
                </a:cubicBezTo>
                <a:cubicBezTo>
                  <a:pt x="328885" y="126955"/>
                  <a:pt x="330508" y="125153"/>
                  <a:pt x="331753" y="122972"/>
                </a:cubicBezTo>
                <a:cubicBezTo>
                  <a:pt x="332999" y="120794"/>
                  <a:pt x="333622" y="118192"/>
                  <a:pt x="333622" y="115167"/>
                </a:cubicBezTo>
                <a:moveTo>
                  <a:pt x="326416" y="57384"/>
                </a:moveTo>
                <a:cubicBezTo>
                  <a:pt x="326416" y="51779"/>
                  <a:pt x="325082" y="47509"/>
                  <a:pt x="322413" y="44574"/>
                </a:cubicBezTo>
                <a:cubicBezTo>
                  <a:pt x="319744" y="41638"/>
                  <a:pt x="316230" y="40169"/>
                  <a:pt x="311871" y="40169"/>
                </a:cubicBezTo>
                <a:cubicBezTo>
                  <a:pt x="307067" y="40169"/>
                  <a:pt x="303330" y="41793"/>
                  <a:pt x="300661" y="45040"/>
                </a:cubicBezTo>
                <a:cubicBezTo>
                  <a:pt x="297992" y="48287"/>
                  <a:pt x="296658" y="52624"/>
                  <a:pt x="296658" y="58050"/>
                </a:cubicBezTo>
                <a:cubicBezTo>
                  <a:pt x="296658" y="63655"/>
                  <a:pt x="297881" y="68081"/>
                  <a:pt x="300327" y="71328"/>
                </a:cubicBezTo>
                <a:cubicBezTo>
                  <a:pt x="302774" y="74576"/>
                  <a:pt x="306577" y="76199"/>
                  <a:pt x="311737" y="76199"/>
                </a:cubicBezTo>
                <a:cubicBezTo>
                  <a:pt x="314317" y="76199"/>
                  <a:pt x="316519" y="75688"/>
                  <a:pt x="318342" y="74666"/>
                </a:cubicBezTo>
                <a:cubicBezTo>
                  <a:pt x="320167" y="73642"/>
                  <a:pt x="321679" y="72263"/>
                  <a:pt x="322879" y="70528"/>
                </a:cubicBezTo>
                <a:cubicBezTo>
                  <a:pt x="324080" y="68793"/>
                  <a:pt x="324970" y="66792"/>
                  <a:pt x="325549" y="64523"/>
                </a:cubicBezTo>
                <a:cubicBezTo>
                  <a:pt x="326127" y="62255"/>
                  <a:pt x="326416" y="59875"/>
                  <a:pt x="326416" y="57384"/>
                </a:cubicBezTo>
                <a:moveTo>
                  <a:pt x="286249" y="58050"/>
                </a:moveTo>
                <a:cubicBezTo>
                  <a:pt x="286249" y="54314"/>
                  <a:pt x="286916" y="51089"/>
                  <a:pt x="288250" y="48376"/>
                </a:cubicBezTo>
                <a:cubicBezTo>
                  <a:pt x="289585" y="45662"/>
                  <a:pt x="291430" y="43416"/>
                  <a:pt x="293787" y="41638"/>
                </a:cubicBezTo>
                <a:cubicBezTo>
                  <a:pt x="296145" y="39858"/>
                  <a:pt x="298859" y="38524"/>
                  <a:pt x="301928" y="37634"/>
                </a:cubicBezTo>
                <a:cubicBezTo>
                  <a:pt x="304997" y="36744"/>
                  <a:pt x="308267" y="36299"/>
                  <a:pt x="311737" y="36299"/>
                </a:cubicBezTo>
                <a:cubicBezTo>
                  <a:pt x="313427" y="36299"/>
                  <a:pt x="315050" y="36343"/>
                  <a:pt x="316607" y="36433"/>
                </a:cubicBezTo>
                <a:cubicBezTo>
                  <a:pt x="318164" y="36521"/>
                  <a:pt x="320144" y="36654"/>
                  <a:pt x="322547" y="36832"/>
                </a:cubicBezTo>
                <a:cubicBezTo>
                  <a:pt x="324593" y="37010"/>
                  <a:pt x="326416" y="37144"/>
                  <a:pt x="328017" y="37233"/>
                </a:cubicBezTo>
                <a:cubicBezTo>
                  <a:pt x="329618" y="37321"/>
                  <a:pt x="330909" y="37366"/>
                  <a:pt x="331888" y="37366"/>
                </a:cubicBezTo>
                <a:cubicBezTo>
                  <a:pt x="336870" y="37366"/>
                  <a:pt x="340473" y="37144"/>
                  <a:pt x="342698" y="36700"/>
                </a:cubicBezTo>
                <a:cubicBezTo>
                  <a:pt x="342609" y="37144"/>
                  <a:pt x="342541" y="37611"/>
                  <a:pt x="342497" y="38101"/>
                </a:cubicBezTo>
                <a:cubicBezTo>
                  <a:pt x="342452" y="38589"/>
                  <a:pt x="342429" y="39056"/>
                  <a:pt x="342429" y="39502"/>
                </a:cubicBezTo>
                <a:cubicBezTo>
                  <a:pt x="342429" y="39947"/>
                  <a:pt x="342452" y="40415"/>
                  <a:pt x="342497" y="40905"/>
                </a:cubicBezTo>
                <a:cubicBezTo>
                  <a:pt x="342541" y="41393"/>
                  <a:pt x="342609" y="41860"/>
                  <a:pt x="342698" y="42303"/>
                </a:cubicBezTo>
                <a:cubicBezTo>
                  <a:pt x="340117" y="42126"/>
                  <a:pt x="337604" y="41925"/>
                  <a:pt x="335158" y="41703"/>
                </a:cubicBezTo>
                <a:cubicBezTo>
                  <a:pt x="332712" y="41480"/>
                  <a:pt x="330287" y="41325"/>
                  <a:pt x="327884" y="41236"/>
                </a:cubicBezTo>
                <a:lnTo>
                  <a:pt x="327617" y="41503"/>
                </a:lnTo>
                <a:cubicBezTo>
                  <a:pt x="330376" y="43016"/>
                  <a:pt x="332600" y="45351"/>
                  <a:pt x="334290" y="48510"/>
                </a:cubicBezTo>
                <a:cubicBezTo>
                  <a:pt x="335980" y="51668"/>
                  <a:pt x="336826" y="54937"/>
                  <a:pt x="336826" y="58319"/>
                </a:cubicBezTo>
                <a:cubicBezTo>
                  <a:pt x="336826" y="64991"/>
                  <a:pt x="334579" y="70217"/>
                  <a:pt x="330085" y="73998"/>
                </a:cubicBezTo>
                <a:cubicBezTo>
                  <a:pt x="325593" y="77779"/>
                  <a:pt x="319566" y="79669"/>
                  <a:pt x="312003" y="79669"/>
                </a:cubicBezTo>
                <a:cubicBezTo>
                  <a:pt x="310759" y="79669"/>
                  <a:pt x="309535" y="79625"/>
                  <a:pt x="308334" y="79537"/>
                </a:cubicBezTo>
                <a:cubicBezTo>
                  <a:pt x="307133" y="79447"/>
                  <a:pt x="305910" y="79402"/>
                  <a:pt x="304665" y="79402"/>
                </a:cubicBezTo>
                <a:cubicBezTo>
                  <a:pt x="303063" y="79402"/>
                  <a:pt x="301572" y="79981"/>
                  <a:pt x="300193" y="81137"/>
                </a:cubicBezTo>
                <a:cubicBezTo>
                  <a:pt x="298815" y="82294"/>
                  <a:pt x="298126" y="83762"/>
                  <a:pt x="298126" y="85542"/>
                </a:cubicBezTo>
                <a:cubicBezTo>
                  <a:pt x="298126" y="87855"/>
                  <a:pt x="298682" y="89546"/>
                  <a:pt x="299794" y="90614"/>
                </a:cubicBezTo>
                <a:cubicBezTo>
                  <a:pt x="300906" y="91681"/>
                  <a:pt x="302974" y="92259"/>
                  <a:pt x="305998" y="92347"/>
                </a:cubicBezTo>
                <a:cubicBezTo>
                  <a:pt x="308489" y="92436"/>
                  <a:pt x="310936" y="92504"/>
                  <a:pt x="313337" y="92548"/>
                </a:cubicBezTo>
                <a:cubicBezTo>
                  <a:pt x="315740" y="92592"/>
                  <a:pt x="318187" y="92658"/>
                  <a:pt x="320678" y="92748"/>
                </a:cubicBezTo>
                <a:cubicBezTo>
                  <a:pt x="324771" y="92836"/>
                  <a:pt x="328263" y="93326"/>
                  <a:pt x="331154" y="94216"/>
                </a:cubicBezTo>
                <a:cubicBezTo>
                  <a:pt x="334046" y="95105"/>
                  <a:pt x="336403" y="96306"/>
                  <a:pt x="338226" y="97818"/>
                </a:cubicBezTo>
                <a:cubicBezTo>
                  <a:pt x="340051" y="99331"/>
                  <a:pt x="341385" y="101065"/>
                  <a:pt x="342230" y="103023"/>
                </a:cubicBezTo>
                <a:cubicBezTo>
                  <a:pt x="343075" y="104981"/>
                  <a:pt x="343498" y="107116"/>
                  <a:pt x="343498" y="109429"/>
                </a:cubicBezTo>
                <a:cubicBezTo>
                  <a:pt x="343498" y="112543"/>
                  <a:pt x="342898" y="115702"/>
                  <a:pt x="341696" y="118904"/>
                </a:cubicBezTo>
                <a:cubicBezTo>
                  <a:pt x="340495" y="122106"/>
                  <a:pt x="338626" y="124997"/>
                  <a:pt x="336090" y="127576"/>
                </a:cubicBezTo>
                <a:cubicBezTo>
                  <a:pt x="333556" y="130157"/>
                  <a:pt x="330286" y="132292"/>
                  <a:pt x="326282" y="133982"/>
                </a:cubicBezTo>
                <a:cubicBezTo>
                  <a:pt x="322278" y="135674"/>
                  <a:pt x="317475" y="136520"/>
                  <a:pt x="311871" y="136520"/>
                </a:cubicBezTo>
                <a:cubicBezTo>
                  <a:pt x="303241" y="136520"/>
                  <a:pt x="296435" y="134806"/>
                  <a:pt x="291453" y="131380"/>
                </a:cubicBezTo>
                <a:cubicBezTo>
                  <a:pt x="286471" y="127955"/>
                  <a:pt x="283980" y="123262"/>
                  <a:pt x="283980" y="117301"/>
                </a:cubicBezTo>
                <a:cubicBezTo>
                  <a:pt x="283980" y="114989"/>
                  <a:pt x="284402" y="112855"/>
                  <a:pt x="285247" y="110897"/>
                </a:cubicBezTo>
                <a:cubicBezTo>
                  <a:pt x="286093" y="108940"/>
                  <a:pt x="287183" y="107205"/>
                  <a:pt x="288517" y="105693"/>
                </a:cubicBezTo>
                <a:cubicBezTo>
                  <a:pt x="289851" y="104180"/>
                  <a:pt x="291364" y="102979"/>
                  <a:pt x="293054" y="102088"/>
                </a:cubicBezTo>
                <a:cubicBezTo>
                  <a:pt x="294744" y="101199"/>
                  <a:pt x="296479" y="100532"/>
                  <a:pt x="298259" y="100087"/>
                </a:cubicBezTo>
                <a:lnTo>
                  <a:pt x="298259" y="99820"/>
                </a:lnTo>
                <a:cubicBezTo>
                  <a:pt x="295500" y="99019"/>
                  <a:pt x="293409" y="97685"/>
                  <a:pt x="291985" y="95817"/>
                </a:cubicBezTo>
                <a:cubicBezTo>
                  <a:pt x="290562" y="93949"/>
                  <a:pt x="289851" y="91724"/>
                  <a:pt x="289851" y="89144"/>
                </a:cubicBezTo>
                <a:cubicBezTo>
                  <a:pt x="289851" y="87632"/>
                  <a:pt x="290140" y="86253"/>
                  <a:pt x="290718" y="85008"/>
                </a:cubicBezTo>
                <a:cubicBezTo>
                  <a:pt x="291297" y="83762"/>
                  <a:pt x="292030" y="82649"/>
                  <a:pt x="292919" y="81671"/>
                </a:cubicBezTo>
                <a:cubicBezTo>
                  <a:pt x="293810" y="80692"/>
                  <a:pt x="294834" y="79892"/>
                  <a:pt x="295990" y="79270"/>
                </a:cubicBezTo>
                <a:cubicBezTo>
                  <a:pt x="297147" y="78647"/>
                  <a:pt x="298259" y="78246"/>
                  <a:pt x="299326" y="78069"/>
                </a:cubicBezTo>
                <a:lnTo>
                  <a:pt x="299326" y="77802"/>
                </a:lnTo>
                <a:cubicBezTo>
                  <a:pt x="295234" y="76022"/>
                  <a:pt x="292032" y="73509"/>
                  <a:pt x="289718" y="70261"/>
                </a:cubicBezTo>
                <a:cubicBezTo>
                  <a:pt x="287405" y="67014"/>
                  <a:pt x="286249" y="62944"/>
                  <a:pt x="286249" y="58050"/>
                </a:cubicBezTo>
                <a:close/>
                <a:moveTo>
                  <a:pt x="389005" y="69528"/>
                </a:moveTo>
                <a:cubicBezTo>
                  <a:pt x="389005" y="63745"/>
                  <a:pt x="389983" y="58763"/>
                  <a:pt x="391939" y="54582"/>
                </a:cubicBezTo>
                <a:cubicBezTo>
                  <a:pt x="393897" y="50400"/>
                  <a:pt x="396454" y="46952"/>
                  <a:pt x="399612" y="44240"/>
                </a:cubicBezTo>
                <a:cubicBezTo>
                  <a:pt x="402771" y="41526"/>
                  <a:pt x="406396" y="39525"/>
                  <a:pt x="410488" y="38235"/>
                </a:cubicBezTo>
                <a:cubicBezTo>
                  <a:pt x="414580" y="36944"/>
                  <a:pt x="418762" y="36299"/>
                  <a:pt x="423033" y="36299"/>
                </a:cubicBezTo>
                <a:cubicBezTo>
                  <a:pt x="427927" y="36299"/>
                  <a:pt x="432308" y="36899"/>
                  <a:pt x="436177" y="38101"/>
                </a:cubicBezTo>
                <a:cubicBezTo>
                  <a:pt x="440047" y="39302"/>
                  <a:pt x="442828" y="40659"/>
                  <a:pt x="444518" y="42171"/>
                </a:cubicBezTo>
                <a:cubicBezTo>
                  <a:pt x="443896" y="43506"/>
                  <a:pt x="443340" y="44907"/>
                  <a:pt x="442850" y="46374"/>
                </a:cubicBezTo>
                <a:cubicBezTo>
                  <a:pt x="442361" y="47841"/>
                  <a:pt x="441939" y="49376"/>
                  <a:pt x="441583" y="50978"/>
                </a:cubicBezTo>
                <a:lnTo>
                  <a:pt x="440514" y="50978"/>
                </a:lnTo>
                <a:cubicBezTo>
                  <a:pt x="439893" y="49821"/>
                  <a:pt x="439048" y="48643"/>
                  <a:pt x="437979" y="47443"/>
                </a:cubicBezTo>
                <a:cubicBezTo>
                  <a:pt x="436912" y="46242"/>
                  <a:pt x="435644" y="45129"/>
                  <a:pt x="434175" y="44106"/>
                </a:cubicBezTo>
                <a:cubicBezTo>
                  <a:pt x="432708" y="43082"/>
                  <a:pt x="431084" y="42237"/>
                  <a:pt x="429305" y="41570"/>
                </a:cubicBezTo>
                <a:cubicBezTo>
                  <a:pt x="427526" y="40903"/>
                  <a:pt x="425569" y="40569"/>
                  <a:pt x="423434" y="40569"/>
                </a:cubicBezTo>
                <a:cubicBezTo>
                  <a:pt x="419431" y="40569"/>
                  <a:pt x="415983" y="41303"/>
                  <a:pt x="413092" y="42772"/>
                </a:cubicBezTo>
                <a:cubicBezTo>
                  <a:pt x="410200" y="44239"/>
                  <a:pt x="407842" y="46263"/>
                  <a:pt x="406018" y="48844"/>
                </a:cubicBezTo>
                <a:cubicBezTo>
                  <a:pt x="404195" y="51423"/>
                  <a:pt x="402860" y="54470"/>
                  <a:pt x="402015" y="57985"/>
                </a:cubicBezTo>
                <a:cubicBezTo>
                  <a:pt x="401170" y="61498"/>
                  <a:pt x="400748" y="65301"/>
                  <a:pt x="400748" y="69394"/>
                </a:cubicBezTo>
                <a:cubicBezTo>
                  <a:pt x="400748" y="78557"/>
                  <a:pt x="402705" y="85474"/>
                  <a:pt x="406619" y="90146"/>
                </a:cubicBezTo>
                <a:cubicBezTo>
                  <a:pt x="410534" y="94817"/>
                  <a:pt x="416272" y="97152"/>
                  <a:pt x="423833" y="97152"/>
                </a:cubicBezTo>
                <a:cubicBezTo>
                  <a:pt x="425613" y="97152"/>
                  <a:pt x="427437" y="96908"/>
                  <a:pt x="429305" y="96419"/>
                </a:cubicBezTo>
                <a:cubicBezTo>
                  <a:pt x="431174" y="95929"/>
                  <a:pt x="432998" y="95261"/>
                  <a:pt x="434776" y="94416"/>
                </a:cubicBezTo>
                <a:cubicBezTo>
                  <a:pt x="436556" y="93570"/>
                  <a:pt x="438224" y="92569"/>
                  <a:pt x="439781" y="91414"/>
                </a:cubicBezTo>
                <a:cubicBezTo>
                  <a:pt x="441338" y="90258"/>
                  <a:pt x="442695" y="89011"/>
                  <a:pt x="443852" y="87676"/>
                </a:cubicBezTo>
                <a:lnTo>
                  <a:pt x="444518" y="88077"/>
                </a:lnTo>
                <a:cubicBezTo>
                  <a:pt x="444074" y="90212"/>
                  <a:pt x="443807" y="92392"/>
                  <a:pt x="443717" y="94615"/>
                </a:cubicBezTo>
                <a:cubicBezTo>
                  <a:pt x="441049" y="96751"/>
                  <a:pt x="437734" y="98574"/>
                  <a:pt x="433774" y="100087"/>
                </a:cubicBezTo>
                <a:cubicBezTo>
                  <a:pt x="429816" y="101599"/>
                  <a:pt x="425702" y="102355"/>
                  <a:pt x="421432" y="102355"/>
                </a:cubicBezTo>
                <a:cubicBezTo>
                  <a:pt x="417607" y="102355"/>
                  <a:pt x="413759" y="101799"/>
                  <a:pt x="409889" y="100687"/>
                </a:cubicBezTo>
                <a:cubicBezTo>
                  <a:pt x="406019" y="99576"/>
                  <a:pt x="402526" y="97708"/>
                  <a:pt x="399412" y="95084"/>
                </a:cubicBezTo>
                <a:cubicBezTo>
                  <a:pt x="396299" y="92458"/>
                  <a:pt x="393787" y="89055"/>
                  <a:pt x="391874" y="84874"/>
                </a:cubicBezTo>
                <a:cubicBezTo>
                  <a:pt x="389961" y="80693"/>
                  <a:pt x="389005" y="75577"/>
                  <a:pt x="389005" y="69528"/>
                </a:cubicBezTo>
                <a:close/>
                <a:moveTo>
                  <a:pt x="458931" y="38834"/>
                </a:moveTo>
                <a:cubicBezTo>
                  <a:pt x="458931" y="35809"/>
                  <a:pt x="458909" y="32518"/>
                  <a:pt x="458864" y="28960"/>
                </a:cubicBezTo>
                <a:cubicBezTo>
                  <a:pt x="458819" y="25400"/>
                  <a:pt x="458752" y="21886"/>
                  <a:pt x="458662" y="18416"/>
                </a:cubicBezTo>
                <a:cubicBezTo>
                  <a:pt x="458574" y="14946"/>
                  <a:pt x="458463" y="11633"/>
                  <a:pt x="458330" y="8475"/>
                </a:cubicBezTo>
                <a:cubicBezTo>
                  <a:pt x="458197" y="5316"/>
                  <a:pt x="458042" y="2625"/>
                  <a:pt x="457864" y="401"/>
                </a:cubicBezTo>
                <a:cubicBezTo>
                  <a:pt x="460355" y="846"/>
                  <a:pt x="462357" y="1069"/>
                  <a:pt x="463869" y="1069"/>
                </a:cubicBezTo>
                <a:cubicBezTo>
                  <a:pt x="465381" y="1069"/>
                  <a:pt x="467383" y="846"/>
                  <a:pt x="469874" y="401"/>
                </a:cubicBezTo>
                <a:cubicBezTo>
                  <a:pt x="469696" y="2625"/>
                  <a:pt x="469540" y="5294"/>
                  <a:pt x="469406" y="8408"/>
                </a:cubicBezTo>
                <a:cubicBezTo>
                  <a:pt x="469273" y="11522"/>
                  <a:pt x="469161" y="14791"/>
                  <a:pt x="469072" y="18216"/>
                </a:cubicBezTo>
                <a:cubicBezTo>
                  <a:pt x="468984" y="21641"/>
                  <a:pt x="468917" y="25089"/>
                  <a:pt x="468872" y="28559"/>
                </a:cubicBezTo>
                <a:cubicBezTo>
                  <a:pt x="468829" y="32028"/>
                  <a:pt x="468807" y="35232"/>
                  <a:pt x="468807" y="38168"/>
                </a:cubicBezTo>
                <a:lnTo>
                  <a:pt x="468807" y="48308"/>
                </a:lnTo>
                <a:lnTo>
                  <a:pt x="469074" y="48308"/>
                </a:lnTo>
                <a:cubicBezTo>
                  <a:pt x="471565" y="44483"/>
                  <a:pt x="474545" y="41525"/>
                  <a:pt x="478015" y="39434"/>
                </a:cubicBezTo>
                <a:cubicBezTo>
                  <a:pt x="481485" y="37344"/>
                  <a:pt x="485622" y="36299"/>
                  <a:pt x="490426" y="36299"/>
                </a:cubicBezTo>
                <a:cubicBezTo>
                  <a:pt x="492917" y="36299"/>
                  <a:pt x="495430" y="36655"/>
                  <a:pt x="497964" y="37368"/>
                </a:cubicBezTo>
                <a:cubicBezTo>
                  <a:pt x="500500" y="38079"/>
                  <a:pt x="502791" y="39302"/>
                  <a:pt x="504837" y="41037"/>
                </a:cubicBezTo>
                <a:cubicBezTo>
                  <a:pt x="506884" y="42772"/>
                  <a:pt x="508552" y="45130"/>
                  <a:pt x="509842" y="48111"/>
                </a:cubicBezTo>
                <a:cubicBezTo>
                  <a:pt x="511132" y="51091"/>
                  <a:pt x="511776" y="54893"/>
                  <a:pt x="511776" y="59518"/>
                </a:cubicBezTo>
                <a:cubicBezTo>
                  <a:pt x="511776" y="63344"/>
                  <a:pt x="511687" y="67280"/>
                  <a:pt x="511510" y="71328"/>
                </a:cubicBezTo>
                <a:cubicBezTo>
                  <a:pt x="511332" y="75377"/>
                  <a:pt x="511243" y="79670"/>
                  <a:pt x="511243" y="84208"/>
                </a:cubicBezTo>
                <a:lnTo>
                  <a:pt x="511243" y="92880"/>
                </a:lnTo>
                <a:cubicBezTo>
                  <a:pt x="511243" y="94304"/>
                  <a:pt x="511265" y="95706"/>
                  <a:pt x="511310" y="97085"/>
                </a:cubicBezTo>
                <a:cubicBezTo>
                  <a:pt x="511355" y="98464"/>
                  <a:pt x="511421" y="99777"/>
                  <a:pt x="511510" y="101021"/>
                </a:cubicBezTo>
                <a:cubicBezTo>
                  <a:pt x="509730" y="100844"/>
                  <a:pt x="507862" y="100755"/>
                  <a:pt x="505906" y="100755"/>
                </a:cubicBezTo>
                <a:cubicBezTo>
                  <a:pt x="504037" y="100755"/>
                  <a:pt x="502213" y="100844"/>
                  <a:pt x="500434" y="101021"/>
                </a:cubicBezTo>
                <a:cubicBezTo>
                  <a:pt x="500612" y="96395"/>
                  <a:pt x="500812" y="91636"/>
                  <a:pt x="501033" y="86743"/>
                </a:cubicBezTo>
                <a:cubicBezTo>
                  <a:pt x="501256" y="81849"/>
                  <a:pt x="501367" y="76822"/>
                  <a:pt x="501367" y="71662"/>
                </a:cubicBezTo>
                <a:lnTo>
                  <a:pt x="501367" y="63521"/>
                </a:lnTo>
                <a:cubicBezTo>
                  <a:pt x="501367" y="56849"/>
                  <a:pt x="500077" y="51801"/>
                  <a:pt x="497496" y="48376"/>
                </a:cubicBezTo>
                <a:cubicBezTo>
                  <a:pt x="494917" y="44951"/>
                  <a:pt x="491359" y="43238"/>
                  <a:pt x="486822" y="43238"/>
                </a:cubicBezTo>
                <a:cubicBezTo>
                  <a:pt x="480595" y="43238"/>
                  <a:pt x="476036" y="45151"/>
                  <a:pt x="473144" y="48976"/>
                </a:cubicBezTo>
                <a:cubicBezTo>
                  <a:pt x="470253" y="52802"/>
                  <a:pt x="468807" y="58184"/>
                  <a:pt x="468807" y="65124"/>
                </a:cubicBezTo>
                <a:cubicBezTo>
                  <a:pt x="468807" y="67615"/>
                  <a:pt x="468829" y="70507"/>
                  <a:pt x="468872" y="73798"/>
                </a:cubicBezTo>
                <a:cubicBezTo>
                  <a:pt x="468917" y="77090"/>
                  <a:pt x="468984" y="80405"/>
                  <a:pt x="469072" y="83742"/>
                </a:cubicBezTo>
                <a:cubicBezTo>
                  <a:pt x="469161" y="87077"/>
                  <a:pt x="469273" y="90302"/>
                  <a:pt x="469406" y="93416"/>
                </a:cubicBezTo>
                <a:cubicBezTo>
                  <a:pt x="469540" y="96529"/>
                  <a:pt x="469696" y="99064"/>
                  <a:pt x="469874" y="101021"/>
                </a:cubicBezTo>
                <a:cubicBezTo>
                  <a:pt x="467828" y="100844"/>
                  <a:pt x="465827" y="100755"/>
                  <a:pt x="463869" y="100755"/>
                </a:cubicBezTo>
                <a:cubicBezTo>
                  <a:pt x="461912" y="100755"/>
                  <a:pt x="459910" y="100844"/>
                  <a:pt x="457864" y="101021"/>
                </a:cubicBezTo>
                <a:cubicBezTo>
                  <a:pt x="458042" y="98976"/>
                  <a:pt x="458197" y="96396"/>
                  <a:pt x="458330" y="93282"/>
                </a:cubicBezTo>
                <a:cubicBezTo>
                  <a:pt x="458463" y="90167"/>
                  <a:pt x="458574" y="86875"/>
                  <a:pt x="458662" y="83406"/>
                </a:cubicBezTo>
                <a:cubicBezTo>
                  <a:pt x="458752" y="79936"/>
                  <a:pt x="458819" y="76422"/>
                  <a:pt x="458864" y="72864"/>
                </a:cubicBezTo>
                <a:cubicBezTo>
                  <a:pt x="458909" y="69306"/>
                  <a:pt x="458931" y="66014"/>
                  <a:pt x="458931" y="62988"/>
                </a:cubicBezTo>
                <a:lnTo>
                  <a:pt x="458931" y="38834"/>
                </a:lnTo>
                <a:close/>
                <a:moveTo>
                  <a:pt x="566357" y="67794"/>
                </a:moveTo>
                <a:cubicBezTo>
                  <a:pt x="564844" y="68327"/>
                  <a:pt x="563087" y="68772"/>
                  <a:pt x="561085" y="69127"/>
                </a:cubicBezTo>
                <a:cubicBezTo>
                  <a:pt x="559084" y="69483"/>
                  <a:pt x="557060" y="69861"/>
                  <a:pt x="555015" y="70261"/>
                </a:cubicBezTo>
                <a:cubicBezTo>
                  <a:pt x="552969" y="70662"/>
                  <a:pt x="550945" y="71174"/>
                  <a:pt x="548942" y="71797"/>
                </a:cubicBezTo>
                <a:cubicBezTo>
                  <a:pt x="546940" y="72419"/>
                  <a:pt x="545160" y="73264"/>
                  <a:pt x="543603" y="74332"/>
                </a:cubicBezTo>
                <a:cubicBezTo>
                  <a:pt x="542048" y="75399"/>
                  <a:pt x="540802" y="76733"/>
                  <a:pt x="539867" y="78335"/>
                </a:cubicBezTo>
                <a:cubicBezTo>
                  <a:pt x="538933" y="79937"/>
                  <a:pt x="538466" y="81984"/>
                  <a:pt x="538466" y="84475"/>
                </a:cubicBezTo>
                <a:cubicBezTo>
                  <a:pt x="538466" y="88656"/>
                  <a:pt x="539667" y="91814"/>
                  <a:pt x="542068" y="93949"/>
                </a:cubicBezTo>
                <a:cubicBezTo>
                  <a:pt x="544471" y="96085"/>
                  <a:pt x="547140" y="97152"/>
                  <a:pt x="550077" y="97152"/>
                </a:cubicBezTo>
                <a:cubicBezTo>
                  <a:pt x="553457" y="97152"/>
                  <a:pt x="556548" y="96218"/>
                  <a:pt x="559350" y="94351"/>
                </a:cubicBezTo>
                <a:cubicBezTo>
                  <a:pt x="562153" y="92481"/>
                  <a:pt x="564311" y="90301"/>
                  <a:pt x="565823" y="87810"/>
                </a:cubicBezTo>
                <a:lnTo>
                  <a:pt x="566357" y="67794"/>
                </a:lnTo>
                <a:moveTo>
                  <a:pt x="533395" y="44038"/>
                </a:moveTo>
                <a:cubicBezTo>
                  <a:pt x="537399" y="41014"/>
                  <a:pt x="541091" y="38968"/>
                  <a:pt x="544471" y="37901"/>
                </a:cubicBezTo>
                <a:cubicBezTo>
                  <a:pt x="547852" y="36833"/>
                  <a:pt x="551322" y="36299"/>
                  <a:pt x="554880" y="36299"/>
                </a:cubicBezTo>
                <a:cubicBezTo>
                  <a:pt x="558084" y="36299"/>
                  <a:pt x="561020" y="36766"/>
                  <a:pt x="563689" y="37699"/>
                </a:cubicBezTo>
                <a:cubicBezTo>
                  <a:pt x="566358" y="38633"/>
                  <a:pt x="568626" y="39968"/>
                  <a:pt x="570494" y="41703"/>
                </a:cubicBezTo>
                <a:cubicBezTo>
                  <a:pt x="572362" y="43438"/>
                  <a:pt x="573830" y="45529"/>
                  <a:pt x="574897" y="47977"/>
                </a:cubicBezTo>
                <a:cubicBezTo>
                  <a:pt x="575965" y="50423"/>
                  <a:pt x="576499" y="53113"/>
                  <a:pt x="576499" y="56048"/>
                </a:cubicBezTo>
                <a:cubicBezTo>
                  <a:pt x="576499" y="61120"/>
                  <a:pt x="576410" y="66169"/>
                  <a:pt x="576232" y="71196"/>
                </a:cubicBezTo>
                <a:cubicBezTo>
                  <a:pt x="576055" y="76223"/>
                  <a:pt x="575966" y="81538"/>
                  <a:pt x="575966" y="87142"/>
                </a:cubicBezTo>
                <a:cubicBezTo>
                  <a:pt x="575966" y="88211"/>
                  <a:pt x="575988" y="89345"/>
                  <a:pt x="576033" y="90547"/>
                </a:cubicBezTo>
                <a:cubicBezTo>
                  <a:pt x="576078" y="91747"/>
                  <a:pt x="576278" y="92814"/>
                  <a:pt x="576634" y="93748"/>
                </a:cubicBezTo>
                <a:cubicBezTo>
                  <a:pt x="576989" y="94682"/>
                  <a:pt x="577500" y="95460"/>
                  <a:pt x="578167" y="96083"/>
                </a:cubicBezTo>
                <a:cubicBezTo>
                  <a:pt x="578835" y="96707"/>
                  <a:pt x="579836" y="97018"/>
                  <a:pt x="581170" y="97018"/>
                </a:cubicBezTo>
                <a:cubicBezTo>
                  <a:pt x="581616" y="97018"/>
                  <a:pt x="582083" y="96996"/>
                  <a:pt x="582571" y="96951"/>
                </a:cubicBezTo>
                <a:cubicBezTo>
                  <a:pt x="583061" y="96906"/>
                  <a:pt x="583528" y="96751"/>
                  <a:pt x="583972" y="96485"/>
                </a:cubicBezTo>
                <a:lnTo>
                  <a:pt x="583972" y="99421"/>
                </a:lnTo>
                <a:cubicBezTo>
                  <a:pt x="582994" y="99865"/>
                  <a:pt x="581770" y="100220"/>
                  <a:pt x="580303" y="100488"/>
                </a:cubicBezTo>
                <a:cubicBezTo>
                  <a:pt x="578836" y="100755"/>
                  <a:pt x="577212" y="100889"/>
                  <a:pt x="575432" y="100889"/>
                </a:cubicBezTo>
                <a:cubicBezTo>
                  <a:pt x="572586" y="100889"/>
                  <a:pt x="570406" y="100155"/>
                  <a:pt x="568894" y="98688"/>
                </a:cubicBezTo>
                <a:cubicBezTo>
                  <a:pt x="567382" y="97219"/>
                  <a:pt x="566492" y="95328"/>
                  <a:pt x="566224" y="93015"/>
                </a:cubicBezTo>
                <a:cubicBezTo>
                  <a:pt x="563022" y="96217"/>
                  <a:pt x="559864" y="98574"/>
                  <a:pt x="556749" y="100087"/>
                </a:cubicBezTo>
                <a:cubicBezTo>
                  <a:pt x="553635" y="101599"/>
                  <a:pt x="549810" y="102355"/>
                  <a:pt x="545273" y="102355"/>
                </a:cubicBezTo>
                <a:cubicBezTo>
                  <a:pt x="543048" y="102355"/>
                  <a:pt x="540868" y="102044"/>
                  <a:pt x="538733" y="101420"/>
                </a:cubicBezTo>
                <a:cubicBezTo>
                  <a:pt x="536599" y="100799"/>
                  <a:pt x="534708" y="99777"/>
                  <a:pt x="533062" y="98354"/>
                </a:cubicBezTo>
                <a:cubicBezTo>
                  <a:pt x="531416" y="96930"/>
                  <a:pt x="530082" y="95217"/>
                  <a:pt x="529058" y="93216"/>
                </a:cubicBezTo>
                <a:cubicBezTo>
                  <a:pt x="528036" y="91214"/>
                  <a:pt x="527525" y="88923"/>
                  <a:pt x="527525" y="86342"/>
                </a:cubicBezTo>
                <a:cubicBezTo>
                  <a:pt x="527525" y="81004"/>
                  <a:pt x="529193" y="76868"/>
                  <a:pt x="532528" y="73933"/>
                </a:cubicBezTo>
                <a:cubicBezTo>
                  <a:pt x="535865" y="70997"/>
                  <a:pt x="540469" y="69039"/>
                  <a:pt x="546340" y="68060"/>
                </a:cubicBezTo>
                <a:cubicBezTo>
                  <a:pt x="551144" y="67259"/>
                  <a:pt x="554903" y="66570"/>
                  <a:pt x="557617" y="65991"/>
                </a:cubicBezTo>
                <a:cubicBezTo>
                  <a:pt x="560331" y="65413"/>
                  <a:pt x="562332" y="64812"/>
                  <a:pt x="563622" y="64189"/>
                </a:cubicBezTo>
                <a:cubicBezTo>
                  <a:pt x="564912" y="63566"/>
                  <a:pt x="565689" y="62832"/>
                  <a:pt x="565955" y="61988"/>
                </a:cubicBezTo>
                <a:cubicBezTo>
                  <a:pt x="566223" y="61142"/>
                  <a:pt x="566357" y="60052"/>
                  <a:pt x="566357" y="58718"/>
                </a:cubicBezTo>
                <a:cubicBezTo>
                  <a:pt x="566357" y="56494"/>
                  <a:pt x="566090" y="54360"/>
                  <a:pt x="565556" y="52314"/>
                </a:cubicBezTo>
                <a:cubicBezTo>
                  <a:pt x="565023" y="50267"/>
                  <a:pt x="564178" y="48487"/>
                  <a:pt x="563021" y="46975"/>
                </a:cubicBezTo>
                <a:cubicBezTo>
                  <a:pt x="561865" y="45462"/>
                  <a:pt x="560352" y="44239"/>
                  <a:pt x="558484" y="43305"/>
                </a:cubicBezTo>
                <a:cubicBezTo>
                  <a:pt x="556616" y="42371"/>
                  <a:pt x="554348" y="41904"/>
                  <a:pt x="551679" y="41904"/>
                </a:cubicBezTo>
                <a:cubicBezTo>
                  <a:pt x="548120" y="41904"/>
                  <a:pt x="544805" y="42705"/>
                  <a:pt x="541736" y="44307"/>
                </a:cubicBezTo>
                <a:cubicBezTo>
                  <a:pt x="538667" y="45908"/>
                  <a:pt x="536376" y="48131"/>
                  <a:pt x="534864" y="50978"/>
                </a:cubicBezTo>
                <a:lnTo>
                  <a:pt x="533395" y="50978"/>
                </a:lnTo>
                <a:lnTo>
                  <a:pt x="533395" y="44038"/>
                </a:lnTo>
                <a:close/>
                <a:moveTo>
                  <a:pt x="629344" y="48575"/>
                </a:moveTo>
                <a:cubicBezTo>
                  <a:pt x="628901" y="48042"/>
                  <a:pt x="628033" y="47553"/>
                  <a:pt x="626742" y="47109"/>
                </a:cubicBezTo>
                <a:cubicBezTo>
                  <a:pt x="625452" y="46664"/>
                  <a:pt x="624140" y="46441"/>
                  <a:pt x="622806" y="46441"/>
                </a:cubicBezTo>
                <a:cubicBezTo>
                  <a:pt x="620671" y="46441"/>
                  <a:pt x="618758" y="46931"/>
                  <a:pt x="617068" y="47909"/>
                </a:cubicBezTo>
                <a:cubicBezTo>
                  <a:pt x="615378" y="48888"/>
                  <a:pt x="613954" y="50200"/>
                  <a:pt x="612798" y="51845"/>
                </a:cubicBezTo>
                <a:cubicBezTo>
                  <a:pt x="611641" y="53491"/>
                  <a:pt x="610751" y="55448"/>
                  <a:pt x="610128" y="57718"/>
                </a:cubicBezTo>
                <a:cubicBezTo>
                  <a:pt x="609506" y="59986"/>
                  <a:pt x="609196" y="62410"/>
                  <a:pt x="609196" y="64990"/>
                </a:cubicBezTo>
                <a:lnTo>
                  <a:pt x="609196" y="79669"/>
                </a:lnTo>
                <a:cubicBezTo>
                  <a:pt x="609196" y="85630"/>
                  <a:pt x="609217" y="90190"/>
                  <a:pt x="609261" y="93349"/>
                </a:cubicBezTo>
                <a:cubicBezTo>
                  <a:pt x="609306" y="96506"/>
                  <a:pt x="609462" y="99064"/>
                  <a:pt x="609729" y="101021"/>
                </a:cubicBezTo>
                <a:cubicBezTo>
                  <a:pt x="607949" y="100844"/>
                  <a:pt x="606170" y="100755"/>
                  <a:pt x="604390" y="100755"/>
                </a:cubicBezTo>
                <a:cubicBezTo>
                  <a:pt x="602432" y="100755"/>
                  <a:pt x="600565" y="100844"/>
                  <a:pt x="598786" y="101021"/>
                </a:cubicBezTo>
                <a:cubicBezTo>
                  <a:pt x="599052" y="97997"/>
                  <a:pt x="599208" y="93882"/>
                  <a:pt x="599252" y="88677"/>
                </a:cubicBezTo>
                <a:cubicBezTo>
                  <a:pt x="599297" y="83473"/>
                  <a:pt x="599320" y="77090"/>
                  <a:pt x="599320" y="69528"/>
                </a:cubicBezTo>
                <a:lnTo>
                  <a:pt x="599320" y="65256"/>
                </a:lnTo>
                <a:cubicBezTo>
                  <a:pt x="599320" y="61788"/>
                  <a:pt x="599297" y="57785"/>
                  <a:pt x="599252" y="53248"/>
                </a:cubicBezTo>
                <a:cubicBezTo>
                  <a:pt x="599208" y="48710"/>
                  <a:pt x="599052" y="43505"/>
                  <a:pt x="598786" y="37632"/>
                </a:cubicBezTo>
                <a:cubicBezTo>
                  <a:pt x="599765" y="37811"/>
                  <a:pt x="600699" y="37968"/>
                  <a:pt x="601588" y="38101"/>
                </a:cubicBezTo>
                <a:cubicBezTo>
                  <a:pt x="602477" y="38234"/>
                  <a:pt x="603411" y="38300"/>
                  <a:pt x="604390" y="38300"/>
                </a:cubicBezTo>
                <a:cubicBezTo>
                  <a:pt x="605191" y="38300"/>
                  <a:pt x="606036" y="38234"/>
                  <a:pt x="606925" y="38101"/>
                </a:cubicBezTo>
                <a:cubicBezTo>
                  <a:pt x="607816" y="37968"/>
                  <a:pt x="608750" y="37811"/>
                  <a:pt x="609729" y="37632"/>
                </a:cubicBezTo>
                <a:cubicBezTo>
                  <a:pt x="609373" y="40836"/>
                  <a:pt x="609173" y="43372"/>
                  <a:pt x="609128" y="45240"/>
                </a:cubicBezTo>
                <a:cubicBezTo>
                  <a:pt x="609084" y="47108"/>
                  <a:pt x="609061" y="48887"/>
                  <a:pt x="609061" y="50577"/>
                </a:cubicBezTo>
                <a:lnTo>
                  <a:pt x="609328" y="50711"/>
                </a:lnTo>
                <a:cubicBezTo>
                  <a:pt x="614577" y="41103"/>
                  <a:pt x="620449" y="36299"/>
                  <a:pt x="626944" y="36299"/>
                </a:cubicBezTo>
                <a:cubicBezTo>
                  <a:pt x="627745" y="36299"/>
                  <a:pt x="628434" y="36343"/>
                  <a:pt x="629013" y="36433"/>
                </a:cubicBezTo>
                <a:cubicBezTo>
                  <a:pt x="629591" y="36521"/>
                  <a:pt x="630325" y="36743"/>
                  <a:pt x="631214" y="37099"/>
                </a:cubicBezTo>
                <a:cubicBezTo>
                  <a:pt x="630769" y="38167"/>
                  <a:pt x="630501" y="39791"/>
                  <a:pt x="630411" y="41972"/>
                </a:cubicBezTo>
                <a:cubicBezTo>
                  <a:pt x="630323" y="44150"/>
                  <a:pt x="630279" y="46130"/>
                  <a:pt x="630279" y="47909"/>
                </a:cubicBezTo>
                <a:lnTo>
                  <a:pt x="629344" y="48575"/>
                </a:lnTo>
                <a:close/>
                <a:moveTo>
                  <a:pt x="687129" y="115167"/>
                </a:moveTo>
                <a:cubicBezTo>
                  <a:pt x="687129" y="109830"/>
                  <a:pt x="685572" y="106093"/>
                  <a:pt x="682457" y="103958"/>
                </a:cubicBezTo>
                <a:cubicBezTo>
                  <a:pt x="679345" y="101822"/>
                  <a:pt x="674185" y="100755"/>
                  <a:pt x="666978" y="100755"/>
                </a:cubicBezTo>
                <a:cubicBezTo>
                  <a:pt x="660306" y="100755"/>
                  <a:pt x="655146" y="101844"/>
                  <a:pt x="651498" y="104023"/>
                </a:cubicBezTo>
                <a:cubicBezTo>
                  <a:pt x="647850" y="106203"/>
                  <a:pt x="646027" y="110140"/>
                  <a:pt x="646027" y="115835"/>
                </a:cubicBezTo>
                <a:cubicBezTo>
                  <a:pt x="646027" y="118860"/>
                  <a:pt x="646538" y="121440"/>
                  <a:pt x="647560" y="123575"/>
                </a:cubicBezTo>
                <a:cubicBezTo>
                  <a:pt x="648583" y="125710"/>
                  <a:pt x="649963" y="127445"/>
                  <a:pt x="651698" y="128780"/>
                </a:cubicBezTo>
                <a:cubicBezTo>
                  <a:pt x="653433" y="130114"/>
                  <a:pt x="655501" y="131092"/>
                  <a:pt x="657902" y="131714"/>
                </a:cubicBezTo>
                <a:cubicBezTo>
                  <a:pt x="660305" y="132337"/>
                  <a:pt x="662886" y="132649"/>
                  <a:pt x="665644" y="132649"/>
                </a:cubicBezTo>
                <a:cubicBezTo>
                  <a:pt x="668313" y="132649"/>
                  <a:pt x="670937" y="132293"/>
                  <a:pt x="673516" y="131582"/>
                </a:cubicBezTo>
                <a:cubicBezTo>
                  <a:pt x="676097" y="130870"/>
                  <a:pt x="678388" y="129803"/>
                  <a:pt x="680389" y="128379"/>
                </a:cubicBezTo>
                <a:cubicBezTo>
                  <a:pt x="682391" y="126955"/>
                  <a:pt x="684015" y="125153"/>
                  <a:pt x="685259" y="122972"/>
                </a:cubicBezTo>
                <a:cubicBezTo>
                  <a:pt x="686506" y="120794"/>
                  <a:pt x="687129" y="118192"/>
                  <a:pt x="687129" y="115167"/>
                </a:cubicBezTo>
                <a:moveTo>
                  <a:pt x="679922" y="57384"/>
                </a:moveTo>
                <a:cubicBezTo>
                  <a:pt x="679922" y="51779"/>
                  <a:pt x="678588" y="47509"/>
                  <a:pt x="675919" y="44574"/>
                </a:cubicBezTo>
                <a:cubicBezTo>
                  <a:pt x="673250" y="41638"/>
                  <a:pt x="669736" y="40169"/>
                  <a:pt x="665377" y="40169"/>
                </a:cubicBezTo>
                <a:cubicBezTo>
                  <a:pt x="660573" y="40169"/>
                  <a:pt x="656836" y="41793"/>
                  <a:pt x="654168" y="45040"/>
                </a:cubicBezTo>
                <a:cubicBezTo>
                  <a:pt x="651499" y="48287"/>
                  <a:pt x="650164" y="52624"/>
                  <a:pt x="650164" y="58050"/>
                </a:cubicBezTo>
                <a:cubicBezTo>
                  <a:pt x="650164" y="63655"/>
                  <a:pt x="651387" y="68081"/>
                  <a:pt x="653834" y="71328"/>
                </a:cubicBezTo>
                <a:cubicBezTo>
                  <a:pt x="656280" y="74576"/>
                  <a:pt x="660083" y="76199"/>
                  <a:pt x="665243" y="76199"/>
                </a:cubicBezTo>
                <a:cubicBezTo>
                  <a:pt x="667824" y="76199"/>
                  <a:pt x="670025" y="75688"/>
                  <a:pt x="671849" y="74666"/>
                </a:cubicBezTo>
                <a:cubicBezTo>
                  <a:pt x="673673" y="73642"/>
                  <a:pt x="675185" y="72263"/>
                  <a:pt x="676385" y="70528"/>
                </a:cubicBezTo>
                <a:cubicBezTo>
                  <a:pt x="677587" y="68793"/>
                  <a:pt x="678477" y="66792"/>
                  <a:pt x="679055" y="64523"/>
                </a:cubicBezTo>
                <a:cubicBezTo>
                  <a:pt x="679633" y="62255"/>
                  <a:pt x="679922" y="59875"/>
                  <a:pt x="679922" y="57384"/>
                </a:cubicBezTo>
                <a:moveTo>
                  <a:pt x="639755" y="58050"/>
                </a:moveTo>
                <a:cubicBezTo>
                  <a:pt x="639755" y="54314"/>
                  <a:pt x="640422" y="51089"/>
                  <a:pt x="641757" y="48376"/>
                </a:cubicBezTo>
                <a:cubicBezTo>
                  <a:pt x="643091" y="45662"/>
                  <a:pt x="644937" y="43416"/>
                  <a:pt x="647293" y="41638"/>
                </a:cubicBezTo>
                <a:cubicBezTo>
                  <a:pt x="649651" y="39858"/>
                  <a:pt x="652365" y="38524"/>
                  <a:pt x="655434" y="37634"/>
                </a:cubicBezTo>
                <a:cubicBezTo>
                  <a:pt x="658503" y="36744"/>
                  <a:pt x="661773" y="36299"/>
                  <a:pt x="665243" y="36299"/>
                </a:cubicBezTo>
                <a:cubicBezTo>
                  <a:pt x="666933" y="36299"/>
                  <a:pt x="668557" y="36343"/>
                  <a:pt x="670114" y="36433"/>
                </a:cubicBezTo>
                <a:cubicBezTo>
                  <a:pt x="671671" y="36521"/>
                  <a:pt x="673651" y="36654"/>
                  <a:pt x="676053" y="36832"/>
                </a:cubicBezTo>
                <a:cubicBezTo>
                  <a:pt x="678099" y="37010"/>
                  <a:pt x="679922" y="37144"/>
                  <a:pt x="681523" y="37233"/>
                </a:cubicBezTo>
                <a:cubicBezTo>
                  <a:pt x="683125" y="37321"/>
                  <a:pt x="684415" y="37366"/>
                  <a:pt x="685394" y="37366"/>
                </a:cubicBezTo>
                <a:cubicBezTo>
                  <a:pt x="690376" y="37366"/>
                  <a:pt x="693979" y="37144"/>
                  <a:pt x="696204" y="36700"/>
                </a:cubicBezTo>
                <a:cubicBezTo>
                  <a:pt x="696115" y="37144"/>
                  <a:pt x="696048" y="37611"/>
                  <a:pt x="696003" y="38101"/>
                </a:cubicBezTo>
                <a:cubicBezTo>
                  <a:pt x="695958" y="38589"/>
                  <a:pt x="695936" y="39056"/>
                  <a:pt x="695936" y="39502"/>
                </a:cubicBezTo>
                <a:cubicBezTo>
                  <a:pt x="695936" y="39947"/>
                  <a:pt x="695958" y="40415"/>
                  <a:pt x="696003" y="40905"/>
                </a:cubicBezTo>
                <a:cubicBezTo>
                  <a:pt x="696048" y="41393"/>
                  <a:pt x="696115" y="41860"/>
                  <a:pt x="696204" y="42303"/>
                </a:cubicBezTo>
                <a:cubicBezTo>
                  <a:pt x="693624" y="42126"/>
                  <a:pt x="691110" y="41925"/>
                  <a:pt x="688664" y="41703"/>
                </a:cubicBezTo>
                <a:cubicBezTo>
                  <a:pt x="686218" y="41480"/>
                  <a:pt x="683793" y="41325"/>
                  <a:pt x="681390" y="41236"/>
                </a:cubicBezTo>
                <a:lnTo>
                  <a:pt x="681124" y="41503"/>
                </a:lnTo>
                <a:cubicBezTo>
                  <a:pt x="683882" y="43016"/>
                  <a:pt x="686106" y="45351"/>
                  <a:pt x="687797" y="48510"/>
                </a:cubicBezTo>
                <a:cubicBezTo>
                  <a:pt x="689487" y="51668"/>
                  <a:pt x="690332" y="54937"/>
                  <a:pt x="690332" y="58319"/>
                </a:cubicBezTo>
                <a:cubicBezTo>
                  <a:pt x="690332" y="64991"/>
                  <a:pt x="688085" y="70217"/>
                  <a:pt x="683592" y="73998"/>
                </a:cubicBezTo>
                <a:cubicBezTo>
                  <a:pt x="679100" y="77779"/>
                  <a:pt x="673072" y="79669"/>
                  <a:pt x="665510" y="79669"/>
                </a:cubicBezTo>
                <a:cubicBezTo>
                  <a:pt x="664265" y="79669"/>
                  <a:pt x="663042" y="79625"/>
                  <a:pt x="661840" y="79537"/>
                </a:cubicBezTo>
                <a:cubicBezTo>
                  <a:pt x="660639" y="79447"/>
                  <a:pt x="659416" y="79402"/>
                  <a:pt x="658171" y="79402"/>
                </a:cubicBezTo>
                <a:cubicBezTo>
                  <a:pt x="656569" y="79402"/>
                  <a:pt x="655078" y="79981"/>
                  <a:pt x="653699" y="81137"/>
                </a:cubicBezTo>
                <a:cubicBezTo>
                  <a:pt x="652321" y="82294"/>
                  <a:pt x="651632" y="83762"/>
                  <a:pt x="651632" y="85542"/>
                </a:cubicBezTo>
                <a:cubicBezTo>
                  <a:pt x="651632" y="87855"/>
                  <a:pt x="652188" y="89546"/>
                  <a:pt x="653300" y="90614"/>
                </a:cubicBezTo>
                <a:cubicBezTo>
                  <a:pt x="654412" y="91681"/>
                  <a:pt x="656480" y="92259"/>
                  <a:pt x="659505" y="92347"/>
                </a:cubicBezTo>
                <a:cubicBezTo>
                  <a:pt x="661996" y="92436"/>
                  <a:pt x="664442" y="92504"/>
                  <a:pt x="666843" y="92548"/>
                </a:cubicBezTo>
                <a:cubicBezTo>
                  <a:pt x="669246" y="92592"/>
                  <a:pt x="671693" y="92658"/>
                  <a:pt x="674184" y="92748"/>
                </a:cubicBezTo>
                <a:cubicBezTo>
                  <a:pt x="678277" y="92836"/>
                  <a:pt x="681769" y="93326"/>
                  <a:pt x="684661" y="94216"/>
                </a:cubicBezTo>
                <a:cubicBezTo>
                  <a:pt x="687552" y="95105"/>
                  <a:pt x="689910" y="96306"/>
                  <a:pt x="691733" y="97818"/>
                </a:cubicBezTo>
                <a:cubicBezTo>
                  <a:pt x="693557" y="99331"/>
                  <a:pt x="694892" y="101065"/>
                  <a:pt x="695736" y="103023"/>
                </a:cubicBezTo>
                <a:cubicBezTo>
                  <a:pt x="696582" y="104981"/>
                  <a:pt x="697005" y="107116"/>
                  <a:pt x="697005" y="109429"/>
                </a:cubicBezTo>
                <a:cubicBezTo>
                  <a:pt x="697005" y="112543"/>
                  <a:pt x="696404" y="115702"/>
                  <a:pt x="695203" y="118904"/>
                </a:cubicBezTo>
                <a:cubicBezTo>
                  <a:pt x="694001" y="122106"/>
                  <a:pt x="692132" y="124997"/>
                  <a:pt x="689597" y="127576"/>
                </a:cubicBezTo>
                <a:cubicBezTo>
                  <a:pt x="687062" y="130157"/>
                  <a:pt x="683793" y="132292"/>
                  <a:pt x="679788" y="133982"/>
                </a:cubicBezTo>
                <a:cubicBezTo>
                  <a:pt x="675785" y="135674"/>
                  <a:pt x="670981" y="136520"/>
                  <a:pt x="665377" y="136520"/>
                </a:cubicBezTo>
                <a:cubicBezTo>
                  <a:pt x="656748" y="136520"/>
                  <a:pt x="649942" y="134806"/>
                  <a:pt x="644960" y="131380"/>
                </a:cubicBezTo>
                <a:cubicBezTo>
                  <a:pt x="639978" y="127955"/>
                  <a:pt x="637486" y="123262"/>
                  <a:pt x="637486" y="117301"/>
                </a:cubicBezTo>
                <a:cubicBezTo>
                  <a:pt x="637486" y="114989"/>
                  <a:pt x="637909" y="112855"/>
                  <a:pt x="638753" y="110897"/>
                </a:cubicBezTo>
                <a:cubicBezTo>
                  <a:pt x="639599" y="108940"/>
                  <a:pt x="640689" y="107205"/>
                  <a:pt x="642023" y="105693"/>
                </a:cubicBezTo>
                <a:cubicBezTo>
                  <a:pt x="643358" y="104180"/>
                  <a:pt x="644870" y="102979"/>
                  <a:pt x="646560" y="102088"/>
                </a:cubicBezTo>
                <a:cubicBezTo>
                  <a:pt x="648250" y="101199"/>
                  <a:pt x="649985" y="100532"/>
                  <a:pt x="651765" y="100087"/>
                </a:cubicBezTo>
                <a:lnTo>
                  <a:pt x="651765" y="99820"/>
                </a:lnTo>
                <a:cubicBezTo>
                  <a:pt x="649006" y="99019"/>
                  <a:pt x="646915" y="97685"/>
                  <a:pt x="645491" y="95817"/>
                </a:cubicBezTo>
                <a:cubicBezTo>
                  <a:pt x="644068" y="93949"/>
                  <a:pt x="643357" y="91724"/>
                  <a:pt x="643357" y="89144"/>
                </a:cubicBezTo>
                <a:cubicBezTo>
                  <a:pt x="643357" y="87632"/>
                  <a:pt x="643646" y="86253"/>
                  <a:pt x="644224" y="85008"/>
                </a:cubicBezTo>
                <a:cubicBezTo>
                  <a:pt x="644803" y="83762"/>
                  <a:pt x="645537" y="82649"/>
                  <a:pt x="646426" y="81671"/>
                </a:cubicBezTo>
                <a:cubicBezTo>
                  <a:pt x="647316" y="80692"/>
                  <a:pt x="648340" y="79892"/>
                  <a:pt x="649496" y="79270"/>
                </a:cubicBezTo>
                <a:cubicBezTo>
                  <a:pt x="650653" y="78647"/>
                  <a:pt x="651765" y="78246"/>
                  <a:pt x="652832" y="78069"/>
                </a:cubicBezTo>
                <a:lnTo>
                  <a:pt x="652832" y="77802"/>
                </a:lnTo>
                <a:cubicBezTo>
                  <a:pt x="648740" y="76022"/>
                  <a:pt x="645538" y="73509"/>
                  <a:pt x="643225" y="70261"/>
                </a:cubicBezTo>
                <a:cubicBezTo>
                  <a:pt x="640911" y="67014"/>
                  <a:pt x="639755" y="62944"/>
                  <a:pt x="639755" y="58050"/>
                </a:cubicBezTo>
                <a:close/>
                <a:moveTo>
                  <a:pt x="735305" y="40569"/>
                </a:moveTo>
                <a:cubicBezTo>
                  <a:pt x="732013" y="40569"/>
                  <a:pt x="729232" y="41325"/>
                  <a:pt x="726962" y="42837"/>
                </a:cubicBezTo>
                <a:cubicBezTo>
                  <a:pt x="724694" y="44349"/>
                  <a:pt x="722826" y="46240"/>
                  <a:pt x="721358" y="48510"/>
                </a:cubicBezTo>
                <a:cubicBezTo>
                  <a:pt x="719891" y="50778"/>
                  <a:pt x="718779" y="53269"/>
                  <a:pt x="718023" y="55983"/>
                </a:cubicBezTo>
                <a:cubicBezTo>
                  <a:pt x="717267" y="58697"/>
                  <a:pt x="716800" y="61254"/>
                  <a:pt x="716622" y="63656"/>
                </a:cubicBezTo>
                <a:cubicBezTo>
                  <a:pt x="719379" y="63745"/>
                  <a:pt x="722248" y="63835"/>
                  <a:pt x="725227" y="63925"/>
                </a:cubicBezTo>
                <a:cubicBezTo>
                  <a:pt x="728208" y="64013"/>
                  <a:pt x="731122" y="64057"/>
                  <a:pt x="733969" y="64057"/>
                </a:cubicBezTo>
                <a:cubicBezTo>
                  <a:pt x="736905" y="64057"/>
                  <a:pt x="739886" y="64013"/>
                  <a:pt x="742910" y="63925"/>
                </a:cubicBezTo>
                <a:cubicBezTo>
                  <a:pt x="745935" y="63835"/>
                  <a:pt x="748871" y="63745"/>
                  <a:pt x="751719" y="63656"/>
                </a:cubicBezTo>
                <a:cubicBezTo>
                  <a:pt x="751719" y="61254"/>
                  <a:pt x="751519" y="58719"/>
                  <a:pt x="751118" y="56050"/>
                </a:cubicBezTo>
                <a:cubicBezTo>
                  <a:pt x="750718" y="53380"/>
                  <a:pt x="749917" y="50888"/>
                  <a:pt x="748716" y="48575"/>
                </a:cubicBezTo>
                <a:cubicBezTo>
                  <a:pt x="747514" y="46262"/>
                  <a:pt x="745846" y="44349"/>
                  <a:pt x="743711" y="42837"/>
                </a:cubicBezTo>
                <a:cubicBezTo>
                  <a:pt x="741575" y="41325"/>
                  <a:pt x="738773" y="40569"/>
                  <a:pt x="735305" y="40569"/>
                </a:cubicBezTo>
                <a:moveTo>
                  <a:pt x="704478" y="71396"/>
                </a:moveTo>
                <a:cubicBezTo>
                  <a:pt x="704478" y="60453"/>
                  <a:pt x="707079" y="51868"/>
                  <a:pt x="712283" y="45641"/>
                </a:cubicBezTo>
                <a:cubicBezTo>
                  <a:pt x="717487" y="39413"/>
                  <a:pt x="725073" y="36299"/>
                  <a:pt x="735038" y="36299"/>
                </a:cubicBezTo>
                <a:cubicBezTo>
                  <a:pt x="739753" y="36299"/>
                  <a:pt x="743823" y="37033"/>
                  <a:pt x="747248" y="38502"/>
                </a:cubicBezTo>
                <a:cubicBezTo>
                  <a:pt x="750673" y="39969"/>
                  <a:pt x="753542" y="41926"/>
                  <a:pt x="755855" y="44372"/>
                </a:cubicBezTo>
                <a:cubicBezTo>
                  <a:pt x="758168" y="46819"/>
                  <a:pt x="759881" y="49688"/>
                  <a:pt x="760992" y="52980"/>
                </a:cubicBezTo>
                <a:cubicBezTo>
                  <a:pt x="762104" y="56272"/>
                  <a:pt x="762660" y="59786"/>
                  <a:pt x="762660" y="63521"/>
                </a:cubicBezTo>
                <a:cubicBezTo>
                  <a:pt x="762660" y="64412"/>
                  <a:pt x="762638" y="65280"/>
                  <a:pt x="762593" y="66126"/>
                </a:cubicBezTo>
                <a:cubicBezTo>
                  <a:pt x="762549" y="66970"/>
                  <a:pt x="762483" y="67837"/>
                  <a:pt x="762393" y="68726"/>
                </a:cubicBezTo>
                <a:cubicBezTo>
                  <a:pt x="757589" y="68638"/>
                  <a:pt x="752830" y="68550"/>
                  <a:pt x="748115" y="68461"/>
                </a:cubicBezTo>
                <a:cubicBezTo>
                  <a:pt x="743400" y="68372"/>
                  <a:pt x="738641" y="68327"/>
                  <a:pt x="733837" y="68327"/>
                </a:cubicBezTo>
                <a:cubicBezTo>
                  <a:pt x="730900" y="68327"/>
                  <a:pt x="727986" y="68372"/>
                  <a:pt x="725095" y="68461"/>
                </a:cubicBezTo>
                <a:cubicBezTo>
                  <a:pt x="722203" y="68550"/>
                  <a:pt x="719290" y="68638"/>
                  <a:pt x="716353" y="68726"/>
                </a:cubicBezTo>
                <a:cubicBezTo>
                  <a:pt x="716265" y="69171"/>
                  <a:pt x="716221" y="69839"/>
                  <a:pt x="716221" y="70728"/>
                </a:cubicBezTo>
                <a:lnTo>
                  <a:pt x="716221" y="72463"/>
                </a:lnTo>
                <a:cubicBezTo>
                  <a:pt x="716221" y="75932"/>
                  <a:pt x="716732" y="79180"/>
                  <a:pt x="717754" y="82206"/>
                </a:cubicBezTo>
                <a:cubicBezTo>
                  <a:pt x="718778" y="85231"/>
                  <a:pt x="720268" y="87833"/>
                  <a:pt x="722226" y="90013"/>
                </a:cubicBezTo>
                <a:cubicBezTo>
                  <a:pt x="724183" y="92192"/>
                  <a:pt x="726586" y="93927"/>
                  <a:pt x="729432" y="95218"/>
                </a:cubicBezTo>
                <a:cubicBezTo>
                  <a:pt x="732279" y="96508"/>
                  <a:pt x="735571" y="97152"/>
                  <a:pt x="739308" y="97152"/>
                </a:cubicBezTo>
                <a:cubicBezTo>
                  <a:pt x="741086" y="97152"/>
                  <a:pt x="742910" y="96908"/>
                  <a:pt x="744778" y="96419"/>
                </a:cubicBezTo>
                <a:cubicBezTo>
                  <a:pt x="746647" y="95929"/>
                  <a:pt x="748471" y="95261"/>
                  <a:pt x="750249" y="94416"/>
                </a:cubicBezTo>
                <a:cubicBezTo>
                  <a:pt x="752029" y="93570"/>
                  <a:pt x="753697" y="92569"/>
                  <a:pt x="755254" y="91414"/>
                </a:cubicBezTo>
                <a:cubicBezTo>
                  <a:pt x="756811" y="90258"/>
                  <a:pt x="758168" y="89011"/>
                  <a:pt x="759325" y="87676"/>
                </a:cubicBezTo>
                <a:lnTo>
                  <a:pt x="759993" y="88077"/>
                </a:lnTo>
                <a:lnTo>
                  <a:pt x="759192" y="94615"/>
                </a:lnTo>
                <a:cubicBezTo>
                  <a:pt x="756522" y="96751"/>
                  <a:pt x="753208" y="98574"/>
                  <a:pt x="749249" y="100087"/>
                </a:cubicBezTo>
                <a:cubicBezTo>
                  <a:pt x="745291" y="101599"/>
                  <a:pt x="741176" y="102355"/>
                  <a:pt x="736905" y="102355"/>
                </a:cubicBezTo>
                <a:cubicBezTo>
                  <a:pt x="732101" y="102355"/>
                  <a:pt x="727719" y="101621"/>
                  <a:pt x="723759" y="100154"/>
                </a:cubicBezTo>
                <a:cubicBezTo>
                  <a:pt x="719801" y="98686"/>
                  <a:pt x="716376" y="96552"/>
                  <a:pt x="713484" y="93750"/>
                </a:cubicBezTo>
                <a:cubicBezTo>
                  <a:pt x="710594" y="90947"/>
                  <a:pt x="708370" y="87632"/>
                  <a:pt x="706813" y="83807"/>
                </a:cubicBezTo>
                <a:cubicBezTo>
                  <a:pt x="705256" y="79981"/>
                  <a:pt x="704478" y="75844"/>
                  <a:pt x="704478" y="71396"/>
                </a:cubicBezTo>
                <a:close/>
                <a:moveTo>
                  <a:pt x="820044" y="69528"/>
                </a:moveTo>
                <a:cubicBezTo>
                  <a:pt x="820044" y="73264"/>
                  <a:pt x="820377" y="76867"/>
                  <a:pt x="821044" y="80337"/>
                </a:cubicBezTo>
                <a:cubicBezTo>
                  <a:pt x="821712" y="83807"/>
                  <a:pt x="822846" y="86898"/>
                  <a:pt x="824447" y="89612"/>
                </a:cubicBezTo>
                <a:cubicBezTo>
                  <a:pt x="826048" y="92326"/>
                  <a:pt x="828184" y="94484"/>
                  <a:pt x="830853" y="96085"/>
                </a:cubicBezTo>
                <a:cubicBezTo>
                  <a:pt x="833522" y="97686"/>
                  <a:pt x="836814" y="98486"/>
                  <a:pt x="840729" y="98486"/>
                </a:cubicBezTo>
                <a:cubicBezTo>
                  <a:pt x="844644" y="98486"/>
                  <a:pt x="847936" y="97686"/>
                  <a:pt x="850605" y="96085"/>
                </a:cubicBezTo>
                <a:cubicBezTo>
                  <a:pt x="853273" y="94484"/>
                  <a:pt x="855408" y="92326"/>
                  <a:pt x="857009" y="89612"/>
                </a:cubicBezTo>
                <a:cubicBezTo>
                  <a:pt x="858610" y="86898"/>
                  <a:pt x="859745" y="83807"/>
                  <a:pt x="860411" y="80337"/>
                </a:cubicBezTo>
                <a:cubicBezTo>
                  <a:pt x="861079" y="76867"/>
                  <a:pt x="861413" y="73264"/>
                  <a:pt x="861413" y="69528"/>
                </a:cubicBezTo>
                <a:cubicBezTo>
                  <a:pt x="861413" y="65791"/>
                  <a:pt x="861079" y="62188"/>
                  <a:pt x="860411" y="58718"/>
                </a:cubicBezTo>
                <a:cubicBezTo>
                  <a:pt x="859745" y="55248"/>
                  <a:pt x="858610" y="52157"/>
                  <a:pt x="857009" y="49445"/>
                </a:cubicBezTo>
                <a:cubicBezTo>
                  <a:pt x="855408" y="46731"/>
                  <a:pt x="853273" y="44573"/>
                  <a:pt x="850605" y="42971"/>
                </a:cubicBezTo>
                <a:cubicBezTo>
                  <a:pt x="847936" y="41370"/>
                  <a:pt x="844644" y="40569"/>
                  <a:pt x="840729" y="40569"/>
                </a:cubicBezTo>
                <a:cubicBezTo>
                  <a:pt x="836814" y="40569"/>
                  <a:pt x="833522" y="41370"/>
                  <a:pt x="830853" y="42971"/>
                </a:cubicBezTo>
                <a:cubicBezTo>
                  <a:pt x="828184" y="44573"/>
                  <a:pt x="826048" y="46731"/>
                  <a:pt x="824447" y="49445"/>
                </a:cubicBezTo>
                <a:cubicBezTo>
                  <a:pt x="822846" y="52157"/>
                  <a:pt x="821712" y="55248"/>
                  <a:pt x="821044" y="58718"/>
                </a:cubicBezTo>
                <a:cubicBezTo>
                  <a:pt x="820377" y="62188"/>
                  <a:pt x="820044" y="65791"/>
                  <a:pt x="820044" y="69528"/>
                </a:cubicBezTo>
                <a:moveTo>
                  <a:pt x="808301" y="69528"/>
                </a:moveTo>
                <a:cubicBezTo>
                  <a:pt x="808301" y="63478"/>
                  <a:pt x="809257" y="58340"/>
                  <a:pt x="811170" y="54114"/>
                </a:cubicBezTo>
                <a:cubicBezTo>
                  <a:pt x="813083" y="49888"/>
                  <a:pt x="815596" y="46463"/>
                  <a:pt x="818708" y="43839"/>
                </a:cubicBezTo>
                <a:cubicBezTo>
                  <a:pt x="821823" y="41215"/>
                  <a:pt x="825315" y="39302"/>
                  <a:pt x="829185" y="38101"/>
                </a:cubicBezTo>
                <a:cubicBezTo>
                  <a:pt x="833055" y="36899"/>
                  <a:pt x="836903" y="36299"/>
                  <a:pt x="840729" y="36299"/>
                </a:cubicBezTo>
                <a:cubicBezTo>
                  <a:pt x="844644" y="36299"/>
                  <a:pt x="848514" y="36899"/>
                  <a:pt x="852339" y="38101"/>
                </a:cubicBezTo>
                <a:cubicBezTo>
                  <a:pt x="856165" y="39302"/>
                  <a:pt x="859634" y="41215"/>
                  <a:pt x="862747" y="43839"/>
                </a:cubicBezTo>
                <a:cubicBezTo>
                  <a:pt x="865861" y="46463"/>
                  <a:pt x="868374" y="49888"/>
                  <a:pt x="870287" y="54114"/>
                </a:cubicBezTo>
                <a:cubicBezTo>
                  <a:pt x="872200" y="58340"/>
                  <a:pt x="873156" y="63478"/>
                  <a:pt x="873156" y="69528"/>
                </a:cubicBezTo>
                <a:cubicBezTo>
                  <a:pt x="873156" y="75577"/>
                  <a:pt x="872200" y="80715"/>
                  <a:pt x="870287" y="84941"/>
                </a:cubicBezTo>
                <a:cubicBezTo>
                  <a:pt x="868374" y="89167"/>
                  <a:pt x="865861" y="92593"/>
                  <a:pt x="862747" y="95218"/>
                </a:cubicBezTo>
                <a:cubicBezTo>
                  <a:pt x="859634" y="97842"/>
                  <a:pt x="856165" y="99688"/>
                  <a:pt x="852339" y="100755"/>
                </a:cubicBezTo>
                <a:cubicBezTo>
                  <a:pt x="848514" y="101822"/>
                  <a:pt x="844644" y="102355"/>
                  <a:pt x="840729" y="102355"/>
                </a:cubicBezTo>
                <a:cubicBezTo>
                  <a:pt x="836903" y="102355"/>
                  <a:pt x="833055" y="101822"/>
                  <a:pt x="829185" y="100755"/>
                </a:cubicBezTo>
                <a:cubicBezTo>
                  <a:pt x="825315" y="99688"/>
                  <a:pt x="821823" y="97842"/>
                  <a:pt x="818708" y="95218"/>
                </a:cubicBezTo>
                <a:cubicBezTo>
                  <a:pt x="815596" y="92593"/>
                  <a:pt x="813083" y="89167"/>
                  <a:pt x="811170" y="84941"/>
                </a:cubicBezTo>
                <a:cubicBezTo>
                  <a:pt x="809257" y="80715"/>
                  <a:pt x="808301" y="75577"/>
                  <a:pt x="808301" y="69528"/>
                </a:cubicBezTo>
                <a:close/>
                <a:moveTo>
                  <a:pt x="916260" y="11476"/>
                </a:moveTo>
                <a:cubicBezTo>
                  <a:pt x="914126" y="10142"/>
                  <a:pt x="911680" y="9475"/>
                  <a:pt x="908921" y="9475"/>
                </a:cubicBezTo>
                <a:cubicBezTo>
                  <a:pt x="906964" y="9475"/>
                  <a:pt x="905295" y="9853"/>
                  <a:pt x="903916" y="10609"/>
                </a:cubicBezTo>
                <a:cubicBezTo>
                  <a:pt x="902537" y="11365"/>
                  <a:pt x="901403" y="12344"/>
                  <a:pt x="900513" y="13545"/>
                </a:cubicBezTo>
                <a:cubicBezTo>
                  <a:pt x="899624" y="14747"/>
                  <a:pt x="898979" y="16148"/>
                  <a:pt x="898579" y="17750"/>
                </a:cubicBezTo>
                <a:cubicBezTo>
                  <a:pt x="898179" y="19351"/>
                  <a:pt x="897978" y="21041"/>
                  <a:pt x="897978" y="22820"/>
                </a:cubicBezTo>
                <a:cubicBezTo>
                  <a:pt x="897978" y="24422"/>
                  <a:pt x="898134" y="26736"/>
                  <a:pt x="898445" y="29760"/>
                </a:cubicBezTo>
                <a:cubicBezTo>
                  <a:pt x="898757" y="32785"/>
                  <a:pt x="899135" y="35676"/>
                  <a:pt x="899579" y="38435"/>
                </a:cubicBezTo>
                <a:cubicBezTo>
                  <a:pt x="901892" y="38435"/>
                  <a:pt x="904183" y="38412"/>
                  <a:pt x="906451" y="38367"/>
                </a:cubicBezTo>
                <a:cubicBezTo>
                  <a:pt x="908721" y="38323"/>
                  <a:pt x="911012" y="38300"/>
                  <a:pt x="913326" y="38300"/>
                </a:cubicBezTo>
                <a:cubicBezTo>
                  <a:pt x="913236" y="38745"/>
                  <a:pt x="913169" y="39191"/>
                  <a:pt x="913124" y="39636"/>
                </a:cubicBezTo>
                <a:cubicBezTo>
                  <a:pt x="913081" y="40080"/>
                  <a:pt x="913059" y="40524"/>
                  <a:pt x="913059" y="40970"/>
                </a:cubicBezTo>
                <a:cubicBezTo>
                  <a:pt x="913059" y="41415"/>
                  <a:pt x="913081" y="41860"/>
                  <a:pt x="913124" y="42306"/>
                </a:cubicBezTo>
                <a:cubicBezTo>
                  <a:pt x="913169" y="42749"/>
                  <a:pt x="913236" y="43194"/>
                  <a:pt x="913326" y="43639"/>
                </a:cubicBezTo>
                <a:cubicBezTo>
                  <a:pt x="911012" y="43550"/>
                  <a:pt x="908721" y="43461"/>
                  <a:pt x="906451" y="43373"/>
                </a:cubicBezTo>
                <a:cubicBezTo>
                  <a:pt x="904183" y="43283"/>
                  <a:pt x="901892" y="43238"/>
                  <a:pt x="899579" y="43238"/>
                </a:cubicBezTo>
                <a:cubicBezTo>
                  <a:pt x="899579" y="52935"/>
                  <a:pt x="899601" y="62566"/>
                  <a:pt x="899646" y="72131"/>
                </a:cubicBezTo>
                <a:cubicBezTo>
                  <a:pt x="899691" y="81694"/>
                  <a:pt x="899847" y="91325"/>
                  <a:pt x="900114" y="101021"/>
                </a:cubicBezTo>
                <a:cubicBezTo>
                  <a:pt x="899136" y="100844"/>
                  <a:pt x="898157" y="100755"/>
                  <a:pt x="897178" y="100755"/>
                </a:cubicBezTo>
                <a:cubicBezTo>
                  <a:pt x="896199" y="100755"/>
                  <a:pt x="895265" y="100755"/>
                  <a:pt x="894374" y="100755"/>
                </a:cubicBezTo>
                <a:cubicBezTo>
                  <a:pt x="892506" y="100755"/>
                  <a:pt x="890549" y="100844"/>
                  <a:pt x="888504" y="101021"/>
                </a:cubicBezTo>
                <a:cubicBezTo>
                  <a:pt x="889127" y="91325"/>
                  <a:pt x="889482" y="81739"/>
                  <a:pt x="889571" y="72263"/>
                </a:cubicBezTo>
                <a:cubicBezTo>
                  <a:pt x="889660" y="62788"/>
                  <a:pt x="889705" y="53113"/>
                  <a:pt x="889705" y="43238"/>
                </a:cubicBezTo>
                <a:cubicBezTo>
                  <a:pt x="888103" y="43238"/>
                  <a:pt x="886501" y="43283"/>
                  <a:pt x="884899" y="43373"/>
                </a:cubicBezTo>
                <a:cubicBezTo>
                  <a:pt x="883299" y="43461"/>
                  <a:pt x="881698" y="43550"/>
                  <a:pt x="880096" y="43639"/>
                </a:cubicBezTo>
                <a:cubicBezTo>
                  <a:pt x="880185" y="43194"/>
                  <a:pt x="880252" y="42749"/>
                  <a:pt x="880295" y="42306"/>
                </a:cubicBezTo>
                <a:cubicBezTo>
                  <a:pt x="880340" y="41860"/>
                  <a:pt x="880363" y="41415"/>
                  <a:pt x="880363" y="40970"/>
                </a:cubicBezTo>
                <a:cubicBezTo>
                  <a:pt x="880363" y="40524"/>
                  <a:pt x="880340" y="40080"/>
                  <a:pt x="880295" y="39636"/>
                </a:cubicBezTo>
                <a:cubicBezTo>
                  <a:pt x="880252" y="39191"/>
                  <a:pt x="880185" y="38745"/>
                  <a:pt x="880096" y="38300"/>
                </a:cubicBezTo>
                <a:cubicBezTo>
                  <a:pt x="881698" y="38300"/>
                  <a:pt x="883321" y="38323"/>
                  <a:pt x="884967" y="38367"/>
                </a:cubicBezTo>
                <a:cubicBezTo>
                  <a:pt x="886613" y="38412"/>
                  <a:pt x="888193" y="38435"/>
                  <a:pt x="889705" y="38435"/>
                </a:cubicBezTo>
                <a:cubicBezTo>
                  <a:pt x="889705" y="35854"/>
                  <a:pt x="889972" y="33051"/>
                  <a:pt x="890505" y="30027"/>
                </a:cubicBezTo>
                <a:cubicBezTo>
                  <a:pt x="891039" y="27002"/>
                  <a:pt x="891817" y="24022"/>
                  <a:pt x="892839" y="21086"/>
                </a:cubicBezTo>
                <a:cubicBezTo>
                  <a:pt x="893862" y="18149"/>
                  <a:pt x="895086" y="15369"/>
                  <a:pt x="896510" y="12745"/>
                </a:cubicBezTo>
                <a:cubicBezTo>
                  <a:pt x="897934" y="10121"/>
                  <a:pt x="899535" y="7919"/>
                  <a:pt x="901314" y="6139"/>
                </a:cubicBezTo>
                <a:cubicBezTo>
                  <a:pt x="902916" y="4537"/>
                  <a:pt x="904940" y="3114"/>
                  <a:pt x="907386" y="1869"/>
                </a:cubicBezTo>
                <a:cubicBezTo>
                  <a:pt x="909832" y="623"/>
                  <a:pt x="912346" y="0"/>
                  <a:pt x="914926" y="0"/>
                </a:cubicBezTo>
                <a:cubicBezTo>
                  <a:pt x="915905" y="0"/>
                  <a:pt x="916795" y="134"/>
                  <a:pt x="917596" y="401"/>
                </a:cubicBezTo>
                <a:cubicBezTo>
                  <a:pt x="917506" y="2181"/>
                  <a:pt x="917395" y="3961"/>
                  <a:pt x="917262" y="5740"/>
                </a:cubicBezTo>
                <a:cubicBezTo>
                  <a:pt x="917129" y="7519"/>
                  <a:pt x="917062" y="9298"/>
                  <a:pt x="917062" y="11077"/>
                </a:cubicBezTo>
                <a:lnTo>
                  <a:pt x="916260" y="11476"/>
                </a:lnTo>
                <a:close/>
                <a:moveTo>
                  <a:pt x="957631" y="69528"/>
                </a:moveTo>
                <a:cubicBezTo>
                  <a:pt x="957631" y="63745"/>
                  <a:pt x="958609" y="58763"/>
                  <a:pt x="960565" y="54582"/>
                </a:cubicBezTo>
                <a:cubicBezTo>
                  <a:pt x="962523" y="50400"/>
                  <a:pt x="965080" y="46952"/>
                  <a:pt x="968238" y="44240"/>
                </a:cubicBezTo>
                <a:cubicBezTo>
                  <a:pt x="971397" y="41526"/>
                  <a:pt x="975022" y="39525"/>
                  <a:pt x="979114" y="38235"/>
                </a:cubicBezTo>
                <a:cubicBezTo>
                  <a:pt x="983206" y="36944"/>
                  <a:pt x="987388" y="36299"/>
                  <a:pt x="991659" y="36299"/>
                </a:cubicBezTo>
                <a:cubicBezTo>
                  <a:pt x="996553" y="36299"/>
                  <a:pt x="1000934" y="36899"/>
                  <a:pt x="1004803" y="38101"/>
                </a:cubicBezTo>
                <a:cubicBezTo>
                  <a:pt x="1008673" y="39302"/>
                  <a:pt x="1011454" y="40659"/>
                  <a:pt x="1013144" y="42171"/>
                </a:cubicBezTo>
                <a:cubicBezTo>
                  <a:pt x="1012522" y="43506"/>
                  <a:pt x="1011966" y="44907"/>
                  <a:pt x="1011476" y="46374"/>
                </a:cubicBezTo>
                <a:cubicBezTo>
                  <a:pt x="1010987" y="47841"/>
                  <a:pt x="1010565" y="49376"/>
                  <a:pt x="1010209" y="50978"/>
                </a:cubicBezTo>
                <a:lnTo>
                  <a:pt x="1009140" y="50978"/>
                </a:lnTo>
                <a:cubicBezTo>
                  <a:pt x="1008519" y="49821"/>
                  <a:pt x="1007674" y="48643"/>
                  <a:pt x="1006605" y="47443"/>
                </a:cubicBezTo>
                <a:cubicBezTo>
                  <a:pt x="1005538" y="46242"/>
                  <a:pt x="1004270" y="45129"/>
                  <a:pt x="1002801" y="44106"/>
                </a:cubicBezTo>
                <a:cubicBezTo>
                  <a:pt x="1001334" y="43082"/>
                  <a:pt x="999710" y="42237"/>
                  <a:pt x="997931" y="41570"/>
                </a:cubicBezTo>
                <a:cubicBezTo>
                  <a:pt x="996152" y="40903"/>
                  <a:pt x="994196" y="40569"/>
                  <a:pt x="992060" y="40569"/>
                </a:cubicBezTo>
                <a:cubicBezTo>
                  <a:pt x="988057" y="40569"/>
                  <a:pt x="984609" y="41303"/>
                  <a:pt x="981718" y="42772"/>
                </a:cubicBezTo>
                <a:cubicBezTo>
                  <a:pt x="978826" y="44239"/>
                  <a:pt x="976468" y="46263"/>
                  <a:pt x="974644" y="48844"/>
                </a:cubicBezTo>
                <a:cubicBezTo>
                  <a:pt x="972821" y="51423"/>
                  <a:pt x="971486" y="54470"/>
                  <a:pt x="970641" y="57985"/>
                </a:cubicBezTo>
                <a:cubicBezTo>
                  <a:pt x="969796" y="61498"/>
                  <a:pt x="969374" y="65301"/>
                  <a:pt x="969374" y="69394"/>
                </a:cubicBezTo>
                <a:cubicBezTo>
                  <a:pt x="969374" y="78557"/>
                  <a:pt x="971331" y="85474"/>
                  <a:pt x="975245" y="90146"/>
                </a:cubicBezTo>
                <a:cubicBezTo>
                  <a:pt x="979160" y="94817"/>
                  <a:pt x="984898" y="97152"/>
                  <a:pt x="992459" y="97152"/>
                </a:cubicBezTo>
                <a:cubicBezTo>
                  <a:pt x="994239" y="97152"/>
                  <a:pt x="996063" y="96908"/>
                  <a:pt x="997931" y="96419"/>
                </a:cubicBezTo>
                <a:cubicBezTo>
                  <a:pt x="999800" y="95929"/>
                  <a:pt x="1001624" y="95261"/>
                  <a:pt x="1003402" y="94416"/>
                </a:cubicBezTo>
                <a:cubicBezTo>
                  <a:pt x="1005182" y="93570"/>
                  <a:pt x="1006850" y="92569"/>
                  <a:pt x="1008407" y="91414"/>
                </a:cubicBezTo>
                <a:cubicBezTo>
                  <a:pt x="1009964" y="90258"/>
                  <a:pt x="1011321" y="89011"/>
                  <a:pt x="1012478" y="87676"/>
                </a:cubicBezTo>
                <a:lnTo>
                  <a:pt x="1013144" y="88077"/>
                </a:lnTo>
                <a:cubicBezTo>
                  <a:pt x="1012700" y="90212"/>
                  <a:pt x="1012433" y="92392"/>
                  <a:pt x="1012343" y="94615"/>
                </a:cubicBezTo>
                <a:cubicBezTo>
                  <a:pt x="1009675" y="96751"/>
                  <a:pt x="1006360" y="98574"/>
                  <a:pt x="1002400" y="100087"/>
                </a:cubicBezTo>
                <a:cubicBezTo>
                  <a:pt x="998442" y="101599"/>
                  <a:pt x="994328" y="102355"/>
                  <a:pt x="990059" y="102355"/>
                </a:cubicBezTo>
                <a:cubicBezTo>
                  <a:pt x="986233" y="102355"/>
                  <a:pt x="982385" y="101799"/>
                  <a:pt x="978515" y="100687"/>
                </a:cubicBezTo>
                <a:cubicBezTo>
                  <a:pt x="974645" y="99576"/>
                  <a:pt x="971152" y="97708"/>
                  <a:pt x="968038" y="95084"/>
                </a:cubicBezTo>
                <a:cubicBezTo>
                  <a:pt x="964926" y="92458"/>
                  <a:pt x="962413" y="89055"/>
                  <a:pt x="960500" y="84874"/>
                </a:cubicBezTo>
                <a:cubicBezTo>
                  <a:pt x="958587" y="80693"/>
                  <a:pt x="957631" y="75577"/>
                  <a:pt x="957631" y="69528"/>
                </a:cubicBezTo>
                <a:close/>
                <a:moveTo>
                  <a:pt x="1059450" y="48575"/>
                </a:moveTo>
                <a:cubicBezTo>
                  <a:pt x="1059007" y="48042"/>
                  <a:pt x="1058139" y="47553"/>
                  <a:pt x="1056848" y="47109"/>
                </a:cubicBezTo>
                <a:cubicBezTo>
                  <a:pt x="1055558" y="46664"/>
                  <a:pt x="1054246" y="46441"/>
                  <a:pt x="1052912" y="46441"/>
                </a:cubicBezTo>
                <a:cubicBezTo>
                  <a:pt x="1050777" y="46441"/>
                  <a:pt x="1048864" y="46931"/>
                  <a:pt x="1047174" y="47909"/>
                </a:cubicBezTo>
                <a:cubicBezTo>
                  <a:pt x="1045484" y="48888"/>
                  <a:pt x="1044060" y="50200"/>
                  <a:pt x="1042904" y="51845"/>
                </a:cubicBezTo>
                <a:cubicBezTo>
                  <a:pt x="1041747" y="53491"/>
                  <a:pt x="1040857" y="55448"/>
                  <a:pt x="1040234" y="57718"/>
                </a:cubicBezTo>
                <a:cubicBezTo>
                  <a:pt x="1039612" y="59986"/>
                  <a:pt x="1039302" y="62410"/>
                  <a:pt x="1039302" y="64990"/>
                </a:cubicBezTo>
                <a:lnTo>
                  <a:pt x="1039302" y="79669"/>
                </a:lnTo>
                <a:cubicBezTo>
                  <a:pt x="1039302" y="85630"/>
                  <a:pt x="1039323" y="90190"/>
                  <a:pt x="1039367" y="93349"/>
                </a:cubicBezTo>
                <a:cubicBezTo>
                  <a:pt x="1039412" y="96506"/>
                  <a:pt x="1039568" y="99064"/>
                  <a:pt x="1039835" y="101021"/>
                </a:cubicBezTo>
                <a:cubicBezTo>
                  <a:pt x="1038055" y="100844"/>
                  <a:pt x="1036276" y="100755"/>
                  <a:pt x="1034496" y="100755"/>
                </a:cubicBezTo>
                <a:cubicBezTo>
                  <a:pt x="1032538" y="100755"/>
                  <a:pt x="1030670" y="100844"/>
                  <a:pt x="1028892" y="101021"/>
                </a:cubicBezTo>
                <a:cubicBezTo>
                  <a:pt x="1029158" y="97997"/>
                  <a:pt x="1029314" y="93882"/>
                  <a:pt x="1029358" y="88677"/>
                </a:cubicBezTo>
                <a:cubicBezTo>
                  <a:pt x="1029403" y="83473"/>
                  <a:pt x="1029426" y="77090"/>
                  <a:pt x="1029426" y="69528"/>
                </a:cubicBezTo>
                <a:lnTo>
                  <a:pt x="1029426" y="65256"/>
                </a:lnTo>
                <a:cubicBezTo>
                  <a:pt x="1029426" y="61788"/>
                  <a:pt x="1029403" y="57785"/>
                  <a:pt x="1029358" y="53248"/>
                </a:cubicBezTo>
                <a:cubicBezTo>
                  <a:pt x="1029314" y="48710"/>
                  <a:pt x="1029158" y="43505"/>
                  <a:pt x="1028892" y="37632"/>
                </a:cubicBezTo>
                <a:cubicBezTo>
                  <a:pt x="1029871" y="37811"/>
                  <a:pt x="1030805" y="37968"/>
                  <a:pt x="1031694" y="38101"/>
                </a:cubicBezTo>
                <a:cubicBezTo>
                  <a:pt x="1032583" y="38234"/>
                  <a:pt x="1033517" y="38300"/>
                  <a:pt x="1034496" y="38300"/>
                </a:cubicBezTo>
                <a:cubicBezTo>
                  <a:pt x="1035297" y="38300"/>
                  <a:pt x="1036142" y="38234"/>
                  <a:pt x="1037031" y="38101"/>
                </a:cubicBezTo>
                <a:cubicBezTo>
                  <a:pt x="1037922" y="37968"/>
                  <a:pt x="1038856" y="37811"/>
                  <a:pt x="1039835" y="37632"/>
                </a:cubicBezTo>
                <a:cubicBezTo>
                  <a:pt x="1039479" y="40836"/>
                  <a:pt x="1039279" y="43372"/>
                  <a:pt x="1039234" y="45240"/>
                </a:cubicBezTo>
                <a:cubicBezTo>
                  <a:pt x="1039190" y="47108"/>
                  <a:pt x="1039167" y="48887"/>
                  <a:pt x="1039167" y="50577"/>
                </a:cubicBezTo>
                <a:lnTo>
                  <a:pt x="1039434" y="50711"/>
                </a:lnTo>
                <a:cubicBezTo>
                  <a:pt x="1044683" y="41103"/>
                  <a:pt x="1050555" y="36299"/>
                  <a:pt x="1057050" y="36299"/>
                </a:cubicBezTo>
                <a:cubicBezTo>
                  <a:pt x="1057851" y="36299"/>
                  <a:pt x="1058540" y="36343"/>
                  <a:pt x="1059119" y="36433"/>
                </a:cubicBezTo>
                <a:cubicBezTo>
                  <a:pt x="1059697" y="36521"/>
                  <a:pt x="1060431" y="36743"/>
                  <a:pt x="1061320" y="37099"/>
                </a:cubicBezTo>
                <a:cubicBezTo>
                  <a:pt x="1060874" y="38167"/>
                  <a:pt x="1060607" y="39791"/>
                  <a:pt x="1060517" y="41972"/>
                </a:cubicBezTo>
                <a:cubicBezTo>
                  <a:pt x="1060429" y="44150"/>
                  <a:pt x="1060385" y="46130"/>
                  <a:pt x="1060385" y="47909"/>
                </a:cubicBezTo>
                <a:lnTo>
                  <a:pt x="1059450" y="48575"/>
                </a:lnTo>
                <a:close/>
                <a:moveTo>
                  <a:pt x="1074931" y="14413"/>
                </a:moveTo>
                <a:cubicBezTo>
                  <a:pt x="1074931" y="12545"/>
                  <a:pt x="1075598" y="10944"/>
                  <a:pt x="1076933" y="9609"/>
                </a:cubicBezTo>
                <a:cubicBezTo>
                  <a:pt x="1078267" y="8275"/>
                  <a:pt x="1079869" y="7608"/>
                  <a:pt x="1081738" y="7608"/>
                </a:cubicBezTo>
                <a:cubicBezTo>
                  <a:pt x="1083606" y="7608"/>
                  <a:pt x="1085208" y="8275"/>
                  <a:pt x="1086542" y="9609"/>
                </a:cubicBezTo>
                <a:cubicBezTo>
                  <a:pt x="1087876" y="10944"/>
                  <a:pt x="1088544" y="12545"/>
                  <a:pt x="1088544" y="14413"/>
                </a:cubicBezTo>
                <a:cubicBezTo>
                  <a:pt x="1088544" y="16281"/>
                  <a:pt x="1087876" y="17883"/>
                  <a:pt x="1086542" y="19218"/>
                </a:cubicBezTo>
                <a:cubicBezTo>
                  <a:pt x="1085208" y="20553"/>
                  <a:pt x="1083606" y="21220"/>
                  <a:pt x="1081738" y="21220"/>
                </a:cubicBezTo>
                <a:cubicBezTo>
                  <a:pt x="1079869" y="21220"/>
                  <a:pt x="1078267" y="20553"/>
                  <a:pt x="1076933" y="19218"/>
                </a:cubicBezTo>
                <a:cubicBezTo>
                  <a:pt x="1075598" y="17883"/>
                  <a:pt x="1074931" y="16281"/>
                  <a:pt x="1074931" y="14413"/>
                </a:cubicBezTo>
                <a:moveTo>
                  <a:pt x="1076800" y="62589"/>
                </a:moveTo>
                <a:cubicBezTo>
                  <a:pt x="1076800" y="58586"/>
                  <a:pt x="1076733" y="54382"/>
                  <a:pt x="1076599" y="49978"/>
                </a:cubicBezTo>
                <a:cubicBezTo>
                  <a:pt x="1076466" y="45574"/>
                  <a:pt x="1076177" y="41459"/>
                  <a:pt x="1075731" y="37632"/>
                </a:cubicBezTo>
                <a:cubicBezTo>
                  <a:pt x="1078222" y="38078"/>
                  <a:pt x="1080225" y="38300"/>
                  <a:pt x="1081738" y="38300"/>
                </a:cubicBezTo>
                <a:cubicBezTo>
                  <a:pt x="1083251" y="38300"/>
                  <a:pt x="1085252" y="38078"/>
                  <a:pt x="1087743" y="37632"/>
                </a:cubicBezTo>
                <a:cubicBezTo>
                  <a:pt x="1087298" y="41459"/>
                  <a:pt x="1087008" y="45574"/>
                  <a:pt x="1086874" y="49978"/>
                </a:cubicBezTo>
                <a:cubicBezTo>
                  <a:pt x="1086741" y="54382"/>
                  <a:pt x="1086674" y="58586"/>
                  <a:pt x="1086674" y="62589"/>
                </a:cubicBezTo>
                <a:lnTo>
                  <a:pt x="1086674" y="76466"/>
                </a:lnTo>
                <a:cubicBezTo>
                  <a:pt x="1086674" y="80471"/>
                  <a:pt x="1086741" y="84675"/>
                  <a:pt x="1086874" y="89079"/>
                </a:cubicBezTo>
                <a:cubicBezTo>
                  <a:pt x="1087008" y="93482"/>
                  <a:pt x="1087298" y="97463"/>
                  <a:pt x="1087743" y="101021"/>
                </a:cubicBezTo>
                <a:cubicBezTo>
                  <a:pt x="1085696" y="100844"/>
                  <a:pt x="1083695" y="100755"/>
                  <a:pt x="1081738" y="100755"/>
                </a:cubicBezTo>
                <a:cubicBezTo>
                  <a:pt x="1079781" y="100755"/>
                  <a:pt x="1077779" y="100844"/>
                  <a:pt x="1075731" y="101021"/>
                </a:cubicBezTo>
                <a:cubicBezTo>
                  <a:pt x="1076177" y="97463"/>
                  <a:pt x="1076466" y="93482"/>
                  <a:pt x="1076599" y="89079"/>
                </a:cubicBezTo>
                <a:cubicBezTo>
                  <a:pt x="1076733" y="84675"/>
                  <a:pt x="1076800" y="80471"/>
                  <a:pt x="1076800" y="76466"/>
                </a:cubicBezTo>
                <a:lnTo>
                  <a:pt x="1076800" y="62589"/>
                </a:lnTo>
                <a:close/>
                <a:moveTo>
                  <a:pt x="1122574" y="19752"/>
                </a:moveTo>
                <a:cubicBezTo>
                  <a:pt x="1122306" y="23132"/>
                  <a:pt x="1122105" y="26446"/>
                  <a:pt x="1121971" y="29693"/>
                </a:cubicBezTo>
                <a:cubicBezTo>
                  <a:pt x="1121838" y="32940"/>
                  <a:pt x="1121683" y="36210"/>
                  <a:pt x="1121505" y="39502"/>
                </a:cubicBezTo>
                <a:cubicBezTo>
                  <a:pt x="1122484" y="39502"/>
                  <a:pt x="1124307" y="39479"/>
                  <a:pt x="1126976" y="39434"/>
                </a:cubicBezTo>
                <a:cubicBezTo>
                  <a:pt x="1129645" y="39390"/>
                  <a:pt x="1132537" y="39278"/>
                  <a:pt x="1135651" y="39100"/>
                </a:cubicBezTo>
                <a:cubicBezTo>
                  <a:pt x="1135563" y="39368"/>
                  <a:pt x="1135518" y="39857"/>
                  <a:pt x="1135518" y="40569"/>
                </a:cubicBezTo>
                <a:lnTo>
                  <a:pt x="1135518" y="41904"/>
                </a:lnTo>
                <a:lnTo>
                  <a:pt x="1135518" y="43373"/>
                </a:lnTo>
                <a:cubicBezTo>
                  <a:pt x="1135518" y="43994"/>
                  <a:pt x="1135563" y="44439"/>
                  <a:pt x="1135651" y="44706"/>
                </a:cubicBezTo>
                <a:cubicBezTo>
                  <a:pt x="1134494" y="44617"/>
                  <a:pt x="1133293" y="44550"/>
                  <a:pt x="1132047" y="44507"/>
                </a:cubicBezTo>
                <a:cubicBezTo>
                  <a:pt x="1130802" y="44462"/>
                  <a:pt x="1129467" y="44440"/>
                  <a:pt x="1128043" y="44440"/>
                </a:cubicBezTo>
                <a:lnTo>
                  <a:pt x="1121505" y="44440"/>
                </a:lnTo>
                <a:cubicBezTo>
                  <a:pt x="1121417" y="44795"/>
                  <a:pt x="1121305" y="46219"/>
                  <a:pt x="1121171" y="48710"/>
                </a:cubicBezTo>
                <a:cubicBezTo>
                  <a:pt x="1121038" y="51201"/>
                  <a:pt x="1120926" y="54159"/>
                  <a:pt x="1120837" y="57584"/>
                </a:cubicBezTo>
                <a:cubicBezTo>
                  <a:pt x="1120749" y="61009"/>
                  <a:pt x="1120682" y="64590"/>
                  <a:pt x="1120637" y="68327"/>
                </a:cubicBezTo>
                <a:cubicBezTo>
                  <a:pt x="1120593" y="72063"/>
                  <a:pt x="1120570" y="75399"/>
                  <a:pt x="1120570" y="78335"/>
                </a:cubicBezTo>
                <a:cubicBezTo>
                  <a:pt x="1120570" y="80826"/>
                  <a:pt x="1120637" y="83273"/>
                  <a:pt x="1120770" y="85676"/>
                </a:cubicBezTo>
                <a:cubicBezTo>
                  <a:pt x="1120904" y="88077"/>
                  <a:pt x="1121327" y="90235"/>
                  <a:pt x="1122038" y="92147"/>
                </a:cubicBezTo>
                <a:cubicBezTo>
                  <a:pt x="1122751" y="94060"/>
                  <a:pt x="1123819" y="95595"/>
                  <a:pt x="1125241" y="96751"/>
                </a:cubicBezTo>
                <a:cubicBezTo>
                  <a:pt x="1126665" y="97908"/>
                  <a:pt x="1128712" y="98486"/>
                  <a:pt x="1131381" y="98486"/>
                </a:cubicBezTo>
                <a:cubicBezTo>
                  <a:pt x="1132092" y="98486"/>
                  <a:pt x="1133048" y="98397"/>
                  <a:pt x="1134250" y="98219"/>
                </a:cubicBezTo>
                <a:cubicBezTo>
                  <a:pt x="1135451" y="98042"/>
                  <a:pt x="1136496" y="97819"/>
                  <a:pt x="1137386" y="97552"/>
                </a:cubicBezTo>
                <a:lnTo>
                  <a:pt x="1137386" y="100755"/>
                </a:lnTo>
                <a:cubicBezTo>
                  <a:pt x="1135873" y="101022"/>
                  <a:pt x="1134205" y="101355"/>
                  <a:pt x="1132380" y="101754"/>
                </a:cubicBezTo>
                <a:cubicBezTo>
                  <a:pt x="1130557" y="102155"/>
                  <a:pt x="1128801" y="102355"/>
                  <a:pt x="1127111" y="102355"/>
                </a:cubicBezTo>
                <a:cubicBezTo>
                  <a:pt x="1121505" y="102355"/>
                  <a:pt x="1117368" y="100977"/>
                  <a:pt x="1114700" y="98219"/>
                </a:cubicBezTo>
                <a:cubicBezTo>
                  <a:pt x="1112031" y="95461"/>
                  <a:pt x="1110696" y="91413"/>
                  <a:pt x="1110696" y="86075"/>
                </a:cubicBezTo>
                <a:cubicBezTo>
                  <a:pt x="1110696" y="83674"/>
                  <a:pt x="1110740" y="81072"/>
                  <a:pt x="1110829" y="78270"/>
                </a:cubicBezTo>
                <a:cubicBezTo>
                  <a:pt x="1110918" y="75467"/>
                  <a:pt x="1111030" y="72398"/>
                  <a:pt x="1111163" y="69062"/>
                </a:cubicBezTo>
                <a:cubicBezTo>
                  <a:pt x="1111296" y="65725"/>
                  <a:pt x="1111407" y="62033"/>
                  <a:pt x="1111497" y="57985"/>
                </a:cubicBezTo>
                <a:cubicBezTo>
                  <a:pt x="1111586" y="53937"/>
                  <a:pt x="1111631" y="49422"/>
                  <a:pt x="1111631" y="44440"/>
                </a:cubicBezTo>
                <a:lnTo>
                  <a:pt x="1107359" y="44440"/>
                </a:lnTo>
                <a:cubicBezTo>
                  <a:pt x="1106647" y="44440"/>
                  <a:pt x="1105891" y="44462"/>
                  <a:pt x="1105090" y="44507"/>
                </a:cubicBezTo>
                <a:cubicBezTo>
                  <a:pt x="1104289" y="44550"/>
                  <a:pt x="1103444" y="44617"/>
                  <a:pt x="1102555" y="44706"/>
                </a:cubicBezTo>
                <a:cubicBezTo>
                  <a:pt x="1102645" y="44173"/>
                  <a:pt x="1102711" y="43662"/>
                  <a:pt x="1102755" y="43173"/>
                </a:cubicBezTo>
                <a:cubicBezTo>
                  <a:pt x="1102800" y="42683"/>
                  <a:pt x="1102822" y="42171"/>
                  <a:pt x="1102822" y="41638"/>
                </a:cubicBezTo>
                <a:cubicBezTo>
                  <a:pt x="1102822" y="41192"/>
                  <a:pt x="1102800" y="40748"/>
                  <a:pt x="1102755" y="40304"/>
                </a:cubicBezTo>
                <a:cubicBezTo>
                  <a:pt x="1102711" y="39859"/>
                  <a:pt x="1102645" y="39413"/>
                  <a:pt x="1102555" y="38968"/>
                </a:cubicBezTo>
                <a:cubicBezTo>
                  <a:pt x="1106559" y="39234"/>
                  <a:pt x="1109494" y="39367"/>
                  <a:pt x="1111362" y="39367"/>
                </a:cubicBezTo>
                <a:cubicBezTo>
                  <a:pt x="1111274" y="37589"/>
                  <a:pt x="1111207" y="35365"/>
                  <a:pt x="1111163" y="32696"/>
                </a:cubicBezTo>
                <a:cubicBezTo>
                  <a:pt x="1111118" y="30028"/>
                  <a:pt x="1111006" y="27269"/>
                  <a:pt x="1110829" y="24421"/>
                </a:cubicBezTo>
                <a:lnTo>
                  <a:pt x="1121906" y="19752"/>
                </a:lnTo>
                <a:lnTo>
                  <a:pt x="1122574" y="19752"/>
                </a:lnTo>
                <a:close/>
                <a:moveTo>
                  <a:pt x="1149129" y="14413"/>
                </a:moveTo>
                <a:cubicBezTo>
                  <a:pt x="1149129" y="12545"/>
                  <a:pt x="1149796" y="10944"/>
                  <a:pt x="1151130" y="9609"/>
                </a:cubicBezTo>
                <a:cubicBezTo>
                  <a:pt x="1152465" y="8275"/>
                  <a:pt x="1154067" y="7608"/>
                  <a:pt x="1155936" y="7608"/>
                </a:cubicBezTo>
                <a:cubicBezTo>
                  <a:pt x="1157804" y="7608"/>
                  <a:pt x="1159405" y="8275"/>
                  <a:pt x="1160740" y="9609"/>
                </a:cubicBezTo>
                <a:cubicBezTo>
                  <a:pt x="1162074" y="10944"/>
                  <a:pt x="1162741" y="12545"/>
                  <a:pt x="1162741" y="14413"/>
                </a:cubicBezTo>
                <a:cubicBezTo>
                  <a:pt x="1162741" y="16281"/>
                  <a:pt x="1162074" y="17883"/>
                  <a:pt x="1160740" y="19218"/>
                </a:cubicBezTo>
                <a:cubicBezTo>
                  <a:pt x="1159405" y="20553"/>
                  <a:pt x="1157804" y="21220"/>
                  <a:pt x="1155936" y="21220"/>
                </a:cubicBezTo>
                <a:cubicBezTo>
                  <a:pt x="1154067" y="21220"/>
                  <a:pt x="1152465" y="20553"/>
                  <a:pt x="1151130" y="19218"/>
                </a:cubicBezTo>
                <a:cubicBezTo>
                  <a:pt x="1149796" y="17883"/>
                  <a:pt x="1149129" y="16281"/>
                  <a:pt x="1149129" y="14413"/>
                </a:cubicBezTo>
                <a:moveTo>
                  <a:pt x="1150998" y="62589"/>
                </a:moveTo>
                <a:cubicBezTo>
                  <a:pt x="1150998" y="58586"/>
                  <a:pt x="1150931" y="54382"/>
                  <a:pt x="1150796" y="49978"/>
                </a:cubicBezTo>
                <a:cubicBezTo>
                  <a:pt x="1150663" y="45574"/>
                  <a:pt x="1150374" y="41459"/>
                  <a:pt x="1149929" y="37632"/>
                </a:cubicBezTo>
                <a:cubicBezTo>
                  <a:pt x="1152420" y="38078"/>
                  <a:pt x="1154422" y="38300"/>
                  <a:pt x="1155936" y="38300"/>
                </a:cubicBezTo>
                <a:cubicBezTo>
                  <a:pt x="1157448" y="38300"/>
                  <a:pt x="1159450" y="38078"/>
                  <a:pt x="1161941" y="37632"/>
                </a:cubicBezTo>
                <a:cubicBezTo>
                  <a:pt x="1161496" y="41459"/>
                  <a:pt x="1161206" y="45574"/>
                  <a:pt x="1161071" y="49978"/>
                </a:cubicBezTo>
                <a:cubicBezTo>
                  <a:pt x="1160938" y="54382"/>
                  <a:pt x="1160872" y="58586"/>
                  <a:pt x="1160872" y="62589"/>
                </a:cubicBezTo>
                <a:lnTo>
                  <a:pt x="1160872" y="76466"/>
                </a:lnTo>
                <a:cubicBezTo>
                  <a:pt x="1160872" y="80471"/>
                  <a:pt x="1160938" y="84675"/>
                  <a:pt x="1161071" y="89079"/>
                </a:cubicBezTo>
                <a:cubicBezTo>
                  <a:pt x="1161206" y="93482"/>
                  <a:pt x="1161496" y="97463"/>
                  <a:pt x="1161941" y="101021"/>
                </a:cubicBezTo>
                <a:cubicBezTo>
                  <a:pt x="1159894" y="100844"/>
                  <a:pt x="1157892" y="100755"/>
                  <a:pt x="1155936" y="100755"/>
                </a:cubicBezTo>
                <a:cubicBezTo>
                  <a:pt x="1153978" y="100755"/>
                  <a:pt x="1151976" y="100844"/>
                  <a:pt x="1149929" y="101021"/>
                </a:cubicBezTo>
                <a:cubicBezTo>
                  <a:pt x="1150374" y="97463"/>
                  <a:pt x="1150663" y="93482"/>
                  <a:pt x="1150796" y="89079"/>
                </a:cubicBezTo>
                <a:cubicBezTo>
                  <a:pt x="1150931" y="84675"/>
                  <a:pt x="1150998" y="80471"/>
                  <a:pt x="1150998" y="76466"/>
                </a:cubicBezTo>
                <a:lnTo>
                  <a:pt x="1150998" y="62589"/>
                </a:lnTo>
                <a:close/>
                <a:moveTo>
                  <a:pt x="1180090" y="69528"/>
                </a:moveTo>
                <a:cubicBezTo>
                  <a:pt x="1180090" y="63745"/>
                  <a:pt x="1181068" y="58763"/>
                  <a:pt x="1183024" y="54582"/>
                </a:cubicBezTo>
                <a:cubicBezTo>
                  <a:pt x="1184982" y="50400"/>
                  <a:pt x="1187540" y="46952"/>
                  <a:pt x="1190697" y="44240"/>
                </a:cubicBezTo>
                <a:cubicBezTo>
                  <a:pt x="1193856" y="41526"/>
                  <a:pt x="1197481" y="39525"/>
                  <a:pt x="1201573" y="38235"/>
                </a:cubicBezTo>
                <a:cubicBezTo>
                  <a:pt x="1205666" y="36944"/>
                  <a:pt x="1209848" y="36299"/>
                  <a:pt x="1214118" y="36299"/>
                </a:cubicBezTo>
                <a:cubicBezTo>
                  <a:pt x="1219012" y="36299"/>
                  <a:pt x="1223394" y="36899"/>
                  <a:pt x="1227262" y="38101"/>
                </a:cubicBezTo>
                <a:cubicBezTo>
                  <a:pt x="1231133" y="39302"/>
                  <a:pt x="1233913" y="40659"/>
                  <a:pt x="1235603" y="42171"/>
                </a:cubicBezTo>
                <a:cubicBezTo>
                  <a:pt x="1234981" y="43506"/>
                  <a:pt x="1234425" y="44907"/>
                  <a:pt x="1233935" y="46374"/>
                </a:cubicBezTo>
                <a:cubicBezTo>
                  <a:pt x="1233447" y="47841"/>
                  <a:pt x="1233024" y="49376"/>
                  <a:pt x="1232669" y="50978"/>
                </a:cubicBezTo>
                <a:lnTo>
                  <a:pt x="1231600" y="50978"/>
                </a:lnTo>
                <a:cubicBezTo>
                  <a:pt x="1230978" y="49821"/>
                  <a:pt x="1230133" y="48643"/>
                  <a:pt x="1229065" y="47443"/>
                </a:cubicBezTo>
                <a:cubicBezTo>
                  <a:pt x="1227998" y="46242"/>
                  <a:pt x="1226730" y="45129"/>
                  <a:pt x="1225261" y="44106"/>
                </a:cubicBezTo>
                <a:cubicBezTo>
                  <a:pt x="1223793" y="43082"/>
                  <a:pt x="1222170" y="42237"/>
                  <a:pt x="1220390" y="41570"/>
                </a:cubicBezTo>
                <a:cubicBezTo>
                  <a:pt x="1218612" y="40903"/>
                  <a:pt x="1216655" y="40569"/>
                  <a:pt x="1214519" y="40569"/>
                </a:cubicBezTo>
                <a:cubicBezTo>
                  <a:pt x="1210516" y="40569"/>
                  <a:pt x="1207069" y="41303"/>
                  <a:pt x="1204177" y="42772"/>
                </a:cubicBezTo>
                <a:cubicBezTo>
                  <a:pt x="1201286" y="44239"/>
                  <a:pt x="1198928" y="46263"/>
                  <a:pt x="1197103" y="48844"/>
                </a:cubicBezTo>
                <a:cubicBezTo>
                  <a:pt x="1195280" y="51423"/>
                  <a:pt x="1193946" y="54470"/>
                  <a:pt x="1193100" y="57985"/>
                </a:cubicBezTo>
                <a:cubicBezTo>
                  <a:pt x="1192256" y="61498"/>
                  <a:pt x="1191833" y="65301"/>
                  <a:pt x="1191833" y="69394"/>
                </a:cubicBezTo>
                <a:cubicBezTo>
                  <a:pt x="1191833" y="78557"/>
                  <a:pt x="1193790" y="85474"/>
                  <a:pt x="1197704" y="90146"/>
                </a:cubicBezTo>
                <a:cubicBezTo>
                  <a:pt x="1201619" y="94817"/>
                  <a:pt x="1207357" y="97152"/>
                  <a:pt x="1214919" y="97152"/>
                </a:cubicBezTo>
                <a:cubicBezTo>
                  <a:pt x="1216698" y="97152"/>
                  <a:pt x="1218522" y="96908"/>
                  <a:pt x="1220390" y="96419"/>
                </a:cubicBezTo>
                <a:cubicBezTo>
                  <a:pt x="1222259" y="95929"/>
                  <a:pt x="1224083" y="95261"/>
                  <a:pt x="1225861" y="94416"/>
                </a:cubicBezTo>
                <a:cubicBezTo>
                  <a:pt x="1227641" y="93570"/>
                  <a:pt x="1229310" y="92569"/>
                  <a:pt x="1230867" y="91414"/>
                </a:cubicBezTo>
                <a:cubicBezTo>
                  <a:pt x="1232424" y="90258"/>
                  <a:pt x="1233781" y="89011"/>
                  <a:pt x="1234937" y="87676"/>
                </a:cubicBezTo>
                <a:lnTo>
                  <a:pt x="1235603" y="88077"/>
                </a:lnTo>
                <a:cubicBezTo>
                  <a:pt x="1235159" y="90212"/>
                  <a:pt x="1234892" y="92392"/>
                  <a:pt x="1234803" y="94615"/>
                </a:cubicBezTo>
                <a:cubicBezTo>
                  <a:pt x="1232134" y="96751"/>
                  <a:pt x="1228819" y="98574"/>
                  <a:pt x="1224860" y="100087"/>
                </a:cubicBezTo>
                <a:cubicBezTo>
                  <a:pt x="1220901" y="101599"/>
                  <a:pt x="1216787" y="102355"/>
                  <a:pt x="1212518" y="102355"/>
                </a:cubicBezTo>
                <a:cubicBezTo>
                  <a:pt x="1208692" y="102355"/>
                  <a:pt x="1204844" y="101799"/>
                  <a:pt x="1200974" y="100687"/>
                </a:cubicBezTo>
                <a:cubicBezTo>
                  <a:pt x="1197104" y="99576"/>
                  <a:pt x="1193612" y="97708"/>
                  <a:pt x="1190498" y="95084"/>
                </a:cubicBezTo>
                <a:cubicBezTo>
                  <a:pt x="1187385" y="92458"/>
                  <a:pt x="1184872" y="89055"/>
                  <a:pt x="1182959" y="84874"/>
                </a:cubicBezTo>
                <a:cubicBezTo>
                  <a:pt x="1181047" y="80693"/>
                  <a:pt x="1180090" y="75577"/>
                  <a:pt x="1180090" y="69528"/>
                </a:cubicBezTo>
                <a:close/>
                <a:moveTo>
                  <a:pt x="1285646" y="67794"/>
                </a:moveTo>
                <a:cubicBezTo>
                  <a:pt x="1284134" y="68327"/>
                  <a:pt x="1282377" y="68772"/>
                  <a:pt x="1280375" y="69127"/>
                </a:cubicBezTo>
                <a:cubicBezTo>
                  <a:pt x="1278374" y="69483"/>
                  <a:pt x="1276350" y="69861"/>
                  <a:pt x="1274304" y="70261"/>
                </a:cubicBezTo>
                <a:cubicBezTo>
                  <a:pt x="1272259" y="70662"/>
                  <a:pt x="1270235" y="71174"/>
                  <a:pt x="1268232" y="71797"/>
                </a:cubicBezTo>
                <a:cubicBezTo>
                  <a:pt x="1266230" y="72419"/>
                  <a:pt x="1264450" y="73264"/>
                  <a:pt x="1262893" y="74332"/>
                </a:cubicBezTo>
                <a:cubicBezTo>
                  <a:pt x="1261337" y="75399"/>
                  <a:pt x="1260092" y="76733"/>
                  <a:pt x="1259157" y="78335"/>
                </a:cubicBezTo>
                <a:cubicBezTo>
                  <a:pt x="1258223" y="79937"/>
                  <a:pt x="1257756" y="81984"/>
                  <a:pt x="1257756" y="84475"/>
                </a:cubicBezTo>
                <a:cubicBezTo>
                  <a:pt x="1257756" y="88656"/>
                  <a:pt x="1258956" y="91814"/>
                  <a:pt x="1261358" y="93949"/>
                </a:cubicBezTo>
                <a:cubicBezTo>
                  <a:pt x="1263761" y="96085"/>
                  <a:pt x="1266430" y="97152"/>
                  <a:pt x="1269366" y="97152"/>
                </a:cubicBezTo>
                <a:cubicBezTo>
                  <a:pt x="1272747" y="97152"/>
                  <a:pt x="1275838" y="96218"/>
                  <a:pt x="1278640" y="94351"/>
                </a:cubicBezTo>
                <a:cubicBezTo>
                  <a:pt x="1281443" y="92481"/>
                  <a:pt x="1283601" y="90301"/>
                  <a:pt x="1285113" y="87810"/>
                </a:cubicBezTo>
                <a:lnTo>
                  <a:pt x="1285646" y="67794"/>
                </a:lnTo>
                <a:moveTo>
                  <a:pt x="1252685" y="44038"/>
                </a:moveTo>
                <a:cubicBezTo>
                  <a:pt x="1256689" y="41014"/>
                  <a:pt x="1260380" y="38968"/>
                  <a:pt x="1263761" y="37901"/>
                </a:cubicBezTo>
                <a:cubicBezTo>
                  <a:pt x="1267142" y="36833"/>
                  <a:pt x="1270612" y="36299"/>
                  <a:pt x="1274170" y="36299"/>
                </a:cubicBezTo>
                <a:cubicBezTo>
                  <a:pt x="1277374" y="36299"/>
                  <a:pt x="1280310" y="36766"/>
                  <a:pt x="1282979" y="37699"/>
                </a:cubicBezTo>
                <a:cubicBezTo>
                  <a:pt x="1285648" y="38633"/>
                  <a:pt x="1287916" y="39968"/>
                  <a:pt x="1289784" y="41703"/>
                </a:cubicBezTo>
                <a:cubicBezTo>
                  <a:pt x="1291652" y="43438"/>
                  <a:pt x="1293120" y="45529"/>
                  <a:pt x="1294187" y="47977"/>
                </a:cubicBezTo>
                <a:cubicBezTo>
                  <a:pt x="1295255" y="50423"/>
                  <a:pt x="1295789" y="53113"/>
                  <a:pt x="1295789" y="56048"/>
                </a:cubicBezTo>
                <a:cubicBezTo>
                  <a:pt x="1295789" y="61120"/>
                  <a:pt x="1295700" y="66169"/>
                  <a:pt x="1295522" y="71196"/>
                </a:cubicBezTo>
                <a:cubicBezTo>
                  <a:pt x="1295345" y="76223"/>
                  <a:pt x="1295256" y="81538"/>
                  <a:pt x="1295256" y="87142"/>
                </a:cubicBezTo>
                <a:cubicBezTo>
                  <a:pt x="1295256" y="88211"/>
                  <a:pt x="1295278" y="89345"/>
                  <a:pt x="1295323" y="90547"/>
                </a:cubicBezTo>
                <a:cubicBezTo>
                  <a:pt x="1295368" y="91747"/>
                  <a:pt x="1295568" y="92814"/>
                  <a:pt x="1295923" y="93748"/>
                </a:cubicBezTo>
                <a:cubicBezTo>
                  <a:pt x="1296279" y="94682"/>
                  <a:pt x="1296790" y="95460"/>
                  <a:pt x="1297457" y="96083"/>
                </a:cubicBezTo>
                <a:cubicBezTo>
                  <a:pt x="1298125" y="96707"/>
                  <a:pt x="1299126" y="97018"/>
                  <a:pt x="1300460" y="97018"/>
                </a:cubicBezTo>
                <a:cubicBezTo>
                  <a:pt x="1300906" y="97018"/>
                  <a:pt x="1301373" y="96996"/>
                  <a:pt x="1301861" y="96951"/>
                </a:cubicBezTo>
                <a:cubicBezTo>
                  <a:pt x="1302351" y="96906"/>
                  <a:pt x="1302818" y="96751"/>
                  <a:pt x="1303262" y="96485"/>
                </a:cubicBezTo>
                <a:lnTo>
                  <a:pt x="1303262" y="99421"/>
                </a:lnTo>
                <a:cubicBezTo>
                  <a:pt x="1302283" y="99865"/>
                  <a:pt x="1301060" y="100220"/>
                  <a:pt x="1299593" y="100488"/>
                </a:cubicBezTo>
                <a:cubicBezTo>
                  <a:pt x="1298125" y="100755"/>
                  <a:pt x="1296502" y="100889"/>
                  <a:pt x="1294722" y="100889"/>
                </a:cubicBezTo>
                <a:cubicBezTo>
                  <a:pt x="1291875" y="100889"/>
                  <a:pt x="1289696" y="100155"/>
                  <a:pt x="1288184" y="98688"/>
                </a:cubicBezTo>
                <a:cubicBezTo>
                  <a:pt x="1286671" y="97219"/>
                  <a:pt x="1285782" y="95328"/>
                  <a:pt x="1285514" y="93015"/>
                </a:cubicBezTo>
                <a:cubicBezTo>
                  <a:pt x="1282312" y="96217"/>
                  <a:pt x="1279153" y="98574"/>
                  <a:pt x="1276039" y="100087"/>
                </a:cubicBezTo>
                <a:cubicBezTo>
                  <a:pt x="1272925" y="101599"/>
                  <a:pt x="1269100" y="102355"/>
                  <a:pt x="1264563" y="102355"/>
                </a:cubicBezTo>
                <a:cubicBezTo>
                  <a:pt x="1262338" y="102355"/>
                  <a:pt x="1260158" y="102044"/>
                  <a:pt x="1258022" y="101420"/>
                </a:cubicBezTo>
                <a:cubicBezTo>
                  <a:pt x="1255888" y="100799"/>
                  <a:pt x="1253998" y="99777"/>
                  <a:pt x="1252351" y="98354"/>
                </a:cubicBezTo>
                <a:cubicBezTo>
                  <a:pt x="1250706" y="96930"/>
                  <a:pt x="1249372" y="95217"/>
                  <a:pt x="1248348" y="93216"/>
                </a:cubicBezTo>
                <a:cubicBezTo>
                  <a:pt x="1247326" y="91214"/>
                  <a:pt x="1246815" y="88923"/>
                  <a:pt x="1246815" y="86342"/>
                </a:cubicBezTo>
                <a:cubicBezTo>
                  <a:pt x="1246815" y="81004"/>
                  <a:pt x="1248482" y="76868"/>
                  <a:pt x="1251818" y="73933"/>
                </a:cubicBezTo>
                <a:cubicBezTo>
                  <a:pt x="1255155" y="70997"/>
                  <a:pt x="1259759" y="69039"/>
                  <a:pt x="1265630" y="68060"/>
                </a:cubicBezTo>
                <a:cubicBezTo>
                  <a:pt x="1270434" y="67259"/>
                  <a:pt x="1274193" y="66570"/>
                  <a:pt x="1276907" y="65991"/>
                </a:cubicBezTo>
                <a:cubicBezTo>
                  <a:pt x="1279620" y="65413"/>
                  <a:pt x="1281622" y="64812"/>
                  <a:pt x="1282912" y="64189"/>
                </a:cubicBezTo>
                <a:cubicBezTo>
                  <a:pt x="1284201" y="63566"/>
                  <a:pt x="1284979" y="62832"/>
                  <a:pt x="1285245" y="61988"/>
                </a:cubicBezTo>
                <a:cubicBezTo>
                  <a:pt x="1285513" y="61142"/>
                  <a:pt x="1285646" y="60052"/>
                  <a:pt x="1285646" y="58718"/>
                </a:cubicBezTo>
                <a:cubicBezTo>
                  <a:pt x="1285646" y="56494"/>
                  <a:pt x="1285380" y="54360"/>
                  <a:pt x="1284846" y="52314"/>
                </a:cubicBezTo>
                <a:cubicBezTo>
                  <a:pt x="1284313" y="50267"/>
                  <a:pt x="1283468" y="48487"/>
                  <a:pt x="1282311" y="46975"/>
                </a:cubicBezTo>
                <a:cubicBezTo>
                  <a:pt x="1281154" y="45462"/>
                  <a:pt x="1279642" y="44239"/>
                  <a:pt x="1277774" y="43305"/>
                </a:cubicBezTo>
                <a:cubicBezTo>
                  <a:pt x="1275906" y="42371"/>
                  <a:pt x="1273638" y="41904"/>
                  <a:pt x="1270969" y="41904"/>
                </a:cubicBezTo>
                <a:cubicBezTo>
                  <a:pt x="1267410" y="41904"/>
                  <a:pt x="1264095" y="42705"/>
                  <a:pt x="1261026" y="44307"/>
                </a:cubicBezTo>
                <a:cubicBezTo>
                  <a:pt x="1257957" y="45908"/>
                  <a:pt x="1255666" y="48131"/>
                  <a:pt x="1254153" y="50978"/>
                </a:cubicBezTo>
                <a:lnTo>
                  <a:pt x="1252685" y="50978"/>
                </a:lnTo>
                <a:lnTo>
                  <a:pt x="1252685" y="44038"/>
                </a:lnTo>
                <a:close/>
                <a:moveTo>
                  <a:pt x="1321546" y="38834"/>
                </a:moveTo>
                <a:cubicBezTo>
                  <a:pt x="1321546" y="35809"/>
                  <a:pt x="1321523" y="32518"/>
                  <a:pt x="1321479" y="28960"/>
                </a:cubicBezTo>
                <a:cubicBezTo>
                  <a:pt x="1321434" y="25400"/>
                  <a:pt x="1321367" y="21886"/>
                  <a:pt x="1321277" y="18416"/>
                </a:cubicBezTo>
                <a:cubicBezTo>
                  <a:pt x="1321189" y="14946"/>
                  <a:pt x="1321077" y="11633"/>
                  <a:pt x="1320943" y="8475"/>
                </a:cubicBezTo>
                <a:cubicBezTo>
                  <a:pt x="1320810" y="5316"/>
                  <a:pt x="1320655" y="2625"/>
                  <a:pt x="1320477" y="401"/>
                </a:cubicBezTo>
                <a:cubicBezTo>
                  <a:pt x="1322968" y="846"/>
                  <a:pt x="1324970" y="1069"/>
                  <a:pt x="1326484" y="1069"/>
                </a:cubicBezTo>
                <a:cubicBezTo>
                  <a:pt x="1327996" y="1069"/>
                  <a:pt x="1329998" y="846"/>
                  <a:pt x="1332489" y="401"/>
                </a:cubicBezTo>
                <a:cubicBezTo>
                  <a:pt x="1332311" y="2625"/>
                  <a:pt x="1332155" y="5316"/>
                  <a:pt x="1332020" y="8475"/>
                </a:cubicBezTo>
                <a:cubicBezTo>
                  <a:pt x="1331887" y="11633"/>
                  <a:pt x="1331776" y="14946"/>
                  <a:pt x="1331686" y="18416"/>
                </a:cubicBezTo>
                <a:cubicBezTo>
                  <a:pt x="1331598" y="21886"/>
                  <a:pt x="1331532" y="25400"/>
                  <a:pt x="1331487" y="28960"/>
                </a:cubicBezTo>
                <a:cubicBezTo>
                  <a:pt x="1331442" y="32518"/>
                  <a:pt x="1331420" y="35809"/>
                  <a:pt x="1331420" y="38834"/>
                </a:cubicBezTo>
                <a:lnTo>
                  <a:pt x="1331420" y="62988"/>
                </a:lnTo>
                <a:cubicBezTo>
                  <a:pt x="1331420" y="66014"/>
                  <a:pt x="1331442" y="69306"/>
                  <a:pt x="1331487" y="72864"/>
                </a:cubicBezTo>
                <a:cubicBezTo>
                  <a:pt x="1331532" y="76422"/>
                  <a:pt x="1331598" y="79936"/>
                  <a:pt x="1331686" y="83406"/>
                </a:cubicBezTo>
                <a:cubicBezTo>
                  <a:pt x="1331776" y="86875"/>
                  <a:pt x="1331887" y="90167"/>
                  <a:pt x="1332020" y="93282"/>
                </a:cubicBezTo>
                <a:cubicBezTo>
                  <a:pt x="1332155" y="96396"/>
                  <a:pt x="1332311" y="98976"/>
                  <a:pt x="1332489" y="101021"/>
                </a:cubicBezTo>
                <a:cubicBezTo>
                  <a:pt x="1330442" y="100844"/>
                  <a:pt x="1328440" y="100755"/>
                  <a:pt x="1326484" y="100755"/>
                </a:cubicBezTo>
                <a:cubicBezTo>
                  <a:pt x="1324526" y="100755"/>
                  <a:pt x="1322524" y="100844"/>
                  <a:pt x="1320477" y="101021"/>
                </a:cubicBezTo>
                <a:cubicBezTo>
                  <a:pt x="1320655" y="98976"/>
                  <a:pt x="1320810" y="96396"/>
                  <a:pt x="1320943" y="93282"/>
                </a:cubicBezTo>
                <a:cubicBezTo>
                  <a:pt x="1321077" y="90167"/>
                  <a:pt x="1321189" y="86875"/>
                  <a:pt x="1321277" y="83406"/>
                </a:cubicBezTo>
                <a:cubicBezTo>
                  <a:pt x="1321367" y="79936"/>
                  <a:pt x="1321434" y="76422"/>
                  <a:pt x="1321479" y="72864"/>
                </a:cubicBezTo>
                <a:cubicBezTo>
                  <a:pt x="1321523" y="69306"/>
                  <a:pt x="1321546" y="66014"/>
                  <a:pt x="1321546" y="62988"/>
                </a:cubicBezTo>
                <a:lnTo>
                  <a:pt x="1321546" y="38834"/>
                </a:lnTo>
                <a:close/>
                <a:moveTo>
                  <a:pt x="1393341" y="38834"/>
                </a:moveTo>
                <a:cubicBezTo>
                  <a:pt x="1393341" y="35809"/>
                  <a:pt x="1393318" y="32518"/>
                  <a:pt x="1393273" y="28960"/>
                </a:cubicBezTo>
                <a:cubicBezTo>
                  <a:pt x="1393229" y="25400"/>
                  <a:pt x="1393161" y="21886"/>
                  <a:pt x="1393072" y="18416"/>
                </a:cubicBezTo>
                <a:cubicBezTo>
                  <a:pt x="1392984" y="14946"/>
                  <a:pt x="1392873" y="11633"/>
                  <a:pt x="1392740" y="8475"/>
                </a:cubicBezTo>
                <a:cubicBezTo>
                  <a:pt x="1392607" y="5316"/>
                  <a:pt x="1392451" y="2625"/>
                  <a:pt x="1392274" y="401"/>
                </a:cubicBezTo>
                <a:cubicBezTo>
                  <a:pt x="1394765" y="846"/>
                  <a:pt x="1396766" y="1069"/>
                  <a:pt x="1398279" y="1069"/>
                </a:cubicBezTo>
                <a:cubicBezTo>
                  <a:pt x="1399791" y="1069"/>
                  <a:pt x="1401793" y="846"/>
                  <a:pt x="1404284" y="401"/>
                </a:cubicBezTo>
                <a:cubicBezTo>
                  <a:pt x="1404106" y="2625"/>
                  <a:pt x="1403950" y="5294"/>
                  <a:pt x="1403815" y="8408"/>
                </a:cubicBezTo>
                <a:cubicBezTo>
                  <a:pt x="1403682" y="11522"/>
                  <a:pt x="1403571" y="14791"/>
                  <a:pt x="1403481" y="18216"/>
                </a:cubicBezTo>
                <a:cubicBezTo>
                  <a:pt x="1403393" y="21641"/>
                  <a:pt x="1403327" y="25089"/>
                  <a:pt x="1403282" y="28559"/>
                </a:cubicBezTo>
                <a:cubicBezTo>
                  <a:pt x="1403238" y="32028"/>
                  <a:pt x="1403217" y="35232"/>
                  <a:pt x="1403217" y="38168"/>
                </a:cubicBezTo>
                <a:lnTo>
                  <a:pt x="1403217" y="48308"/>
                </a:lnTo>
                <a:lnTo>
                  <a:pt x="1403483" y="48308"/>
                </a:lnTo>
                <a:cubicBezTo>
                  <a:pt x="1405974" y="44483"/>
                  <a:pt x="1408955" y="41525"/>
                  <a:pt x="1412425" y="39434"/>
                </a:cubicBezTo>
                <a:cubicBezTo>
                  <a:pt x="1415894" y="37344"/>
                  <a:pt x="1420031" y="36299"/>
                  <a:pt x="1424836" y="36299"/>
                </a:cubicBezTo>
                <a:cubicBezTo>
                  <a:pt x="1427327" y="36299"/>
                  <a:pt x="1429839" y="36655"/>
                  <a:pt x="1432374" y="37368"/>
                </a:cubicBezTo>
                <a:cubicBezTo>
                  <a:pt x="1434910" y="38079"/>
                  <a:pt x="1437201" y="39302"/>
                  <a:pt x="1439246" y="41037"/>
                </a:cubicBezTo>
                <a:cubicBezTo>
                  <a:pt x="1441293" y="42772"/>
                  <a:pt x="1442962" y="45130"/>
                  <a:pt x="1444251" y="48111"/>
                </a:cubicBezTo>
                <a:cubicBezTo>
                  <a:pt x="1445541" y="51091"/>
                  <a:pt x="1446186" y="54893"/>
                  <a:pt x="1446186" y="59518"/>
                </a:cubicBezTo>
                <a:cubicBezTo>
                  <a:pt x="1446186" y="63344"/>
                  <a:pt x="1446097" y="67280"/>
                  <a:pt x="1445919" y="71328"/>
                </a:cubicBezTo>
                <a:cubicBezTo>
                  <a:pt x="1445741" y="75377"/>
                  <a:pt x="1445652" y="79670"/>
                  <a:pt x="1445652" y="84208"/>
                </a:cubicBezTo>
                <a:lnTo>
                  <a:pt x="1445652" y="92880"/>
                </a:lnTo>
                <a:cubicBezTo>
                  <a:pt x="1445652" y="94304"/>
                  <a:pt x="1445675" y="95706"/>
                  <a:pt x="1445720" y="97085"/>
                </a:cubicBezTo>
                <a:cubicBezTo>
                  <a:pt x="1445764" y="98464"/>
                  <a:pt x="1445831" y="99777"/>
                  <a:pt x="1445919" y="101021"/>
                </a:cubicBezTo>
                <a:cubicBezTo>
                  <a:pt x="1444139" y="100844"/>
                  <a:pt x="1442272" y="100755"/>
                  <a:pt x="1440315" y="100755"/>
                </a:cubicBezTo>
                <a:cubicBezTo>
                  <a:pt x="1438446" y="100755"/>
                  <a:pt x="1436622" y="100844"/>
                  <a:pt x="1434844" y="101021"/>
                </a:cubicBezTo>
                <a:cubicBezTo>
                  <a:pt x="1435022" y="96395"/>
                  <a:pt x="1435221" y="91636"/>
                  <a:pt x="1435443" y="86743"/>
                </a:cubicBezTo>
                <a:cubicBezTo>
                  <a:pt x="1435665" y="81849"/>
                  <a:pt x="1435777" y="76822"/>
                  <a:pt x="1435777" y="71662"/>
                </a:cubicBezTo>
                <a:lnTo>
                  <a:pt x="1435777" y="63521"/>
                </a:lnTo>
                <a:cubicBezTo>
                  <a:pt x="1435777" y="56849"/>
                  <a:pt x="1434486" y="51801"/>
                  <a:pt x="1431906" y="48376"/>
                </a:cubicBezTo>
                <a:cubicBezTo>
                  <a:pt x="1429326" y="44951"/>
                  <a:pt x="1425768" y="43238"/>
                  <a:pt x="1421231" y="43238"/>
                </a:cubicBezTo>
                <a:cubicBezTo>
                  <a:pt x="1415005" y="43238"/>
                  <a:pt x="1410445" y="45151"/>
                  <a:pt x="1407554" y="48976"/>
                </a:cubicBezTo>
                <a:cubicBezTo>
                  <a:pt x="1404662" y="52802"/>
                  <a:pt x="1403217" y="58184"/>
                  <a:pt x="1403217" y="65124"/>
                </a:cubicBezTo>
                <a:cubicBezTo>
                  <a:pt x="1403217" y="67615"/>
                  <a:pt x="1403238" y="70507"/>
                  <a:pt x="1403282" y="73798"/>
                </a:cubicBezTo>
                <a:cubicBezTo>
                  <a:pt x="1403327" y="77090"/>
                  <a:pt x="1403393" y="80405"/>
                  <a:pt x="1403481" y="83742"/>
                </a:cubicBezTo>
                <a:cubicBezTo>
                  <a:pt x="1403571" y="87077"/>
                  <a:pt x="1403682" y="90302"/>
                  <a:pt x="1403815" y="93416"/>
                </a:cubicBezTo>
                <a:cubicBezTo>
                  <a:pt x="1403950" y="96529"/>
                  <a:pt x="1404106" y="99064"/>
                  <a:pt x="1404284" y="101021"/>
                </a:cubicBezTo>
                <a:cubicBezTo>
                  <a:pt x="1402238" y="100844"/>
                  <a:pt x="1400236" y="100755"/>
                  <a:pt x="1398279" y="100755"/>
                </a:cubicBezTo>
                <a:cubicBezTo>
                  <a:pt x="1396321" y="100755"/>
                  <a:pt x="1394319" y="100844"/>
                  <a:pt x="1392274" y="101021"/>
                </a:cubicBezTo>
                <a:cubicBezTo>
                  <a:pt x="1392451" y="98976"/>
                  <a:pt x="1392607" y="96396"/>
                  <a:pt x="1392740" y="93282"/>
                </a:cubicBezTo>
                <a:cubicBezTo>
                  <a:pt x="1392873" y="90167"/>
                  <a:pt x="1392984" y="86875"/>
                  <a:pt x="1393072" y="83406"/>
                </a:cubicBezTo>
                <a:cubicBezTo>
                  <a:pt x="1393161" y="79936"/>
                  <a:pt x="1393229" y="76422"/>
                  <a:pt x="1393273" y="72864"/>
                </a:cubicBezTo>
                <a:cubicBezTo>
                  <a:pt x="1393318" y="69306"/>
                  <a:pt x="1393341" y="66014"/>
                  <a:pt x="1393341" y="62988"/>
                </a:cubicBezTo>
                <a:lnTo>
                  <a:pt x="1393341" y="38834"/>
                </a:lnTo>
                <a:close/>
                <a:moveTo>
                  <a:pt x="1491827" y="40569"/>
                </a:moveTo>
                <a:cubicBezTo>
                  <a:pt x="1488535" y="40569"/>
                  <a:pt x="1485754" y="41325"/>
                  <a:pt x="1483484" y="42837"/>
                </a:cubicBezTo>
                <a:cubicBezTo>
                  <a:pt x="1481216" y="44349"/>
                  <a:pt x="1479348" y="46240"/>
                  <a:pt x="1477880" y="48510"/>
                </a:cubicBezTo>
                <a:cubicBezTo>
                  <a:pt x="1476413" y="50778"/>
                  <a:pt x="1475301" y="53269"/>
                  <a:pt x="1474545" y="55983"/>
                </a:cubicBezTo>
                <a:cubicBezTo>
                  <a:pt x="1473789" y="58697"/>
                  <a:pt x="1473322" y="61254"/>
                  <a:pt x="1473144" y="63656"/>
                </a:cubicBezTo>
                <a:cubicBezTo>
                  <a:pt x="1475901" y="63745"/>
                  <a:pt x="1478770" y="63835"/>
                  <a:pt x="1481749" y="63925"/>
                </a:cubicBezTo>
                <a:cubicBezTo>
                  <a:pt x="1484730" y="64013"/>
                  <a:pt x="1487644" y="64057"/>
                  <a:pt x="1490491" y="64057"/>
                </a:cubicBezTo>
                <a:cubicBezTo>
                  <a:pt x="1493427" y="64057"/>
                  <a:pt x="1496408" y="64013"/>
                  <a:pt x="1499432" y="63925"/>
                </a:cubicBezTo>
                <a:cubicBezTo>
                  <a:pt x="1502457" y="63835"/>
                  <a:pt x="1505393" y="63745"/>
                  <a:pt x="1508241" y="63656"/>
                </a:cubicBezTo>
                <a:cubicBezTo>
                  <a:pt x="1508241" y="61254"/>
                  <a:pt x="1508041" y="58719"/>
                  <a:pt x="1507640" y="56050"/>
                </a:cubicBezTo>
                <a:cubicBezTo>
                  <a:pt x="1507240" y="53380"/>
                  <a:pt x="1506439" y="50888"/>
                  <a:pt x="1505238" y="48575"/>
                </a:cubicBezTo>
                <a:cubicBezTo>
                  <a:pt x="1504036" y="46262"/>
                  <a:pt x="1502368" y="44349"/>
                  <a:pt x="1500233" y="42837"/>
                </a:cubicBezTo>
                <a:cubicBezTo>
                  <a:pt x="1498097" y="41325"/>
                  <a:pt x="1495295" y="40569"/>
                  <a:pt x="1491827" y="40569"/>
                </a:cubicBezTo>
                <a:moveTo>
                  <a:pt x="1461000" y="71396"/>
                </a:moveTo>
                <a:cubicBezTo>
                  <a:pt x="1461000" y="60453"/>
                  <a:pt x="1463601" y="51868"/>
                  <a:pt x="1468805" y="45641"/>
                </a:cubicBezTo>
                <a:cubicBezTo>
                  <a:pt x="1474009" y="39413"/>
                  <a:pt x="1481595" y="36299"/>
                  <a:pt x="1491560" y="36299"/>
                </a:cubicBezTo>
                <a:cubicBezTo>
                  <a:pt x="1496275" y="36299"/>
                  <a:pt x="1500344" y="37033"/>
                  <a:pt x="1503770" y="38502"/>
                </a:cubicBezTo>
                <a:cubicBezTo>
                  <a:pt x="1507195" y="39969"/>
                  <a:pt x="1510064" y="41926"/>
                  <a:pt x="1512377" y="44372"/>
                </a:cubicBezTo>
                <a:cubicBezTo>
                  <a:pt x="1514690" y="46819"/>
                  <a:pt x="1516403" y="49688"/>
                  <a:pt x="1517514" y="52980"/>
                </a:cubicBezTo>
                <a:cubicBezTo>
                  <a:pt x="1518626" y="56272"/>
                  <a:pt x="1519182" y="59786"/>
                  <a:pt x="1519182" y="63521"/>
                </a:cubicBezTo>
                <a:cubicBezTo>
                  <a:pt x="1519182" y="64412"/>
                  <a:pt x="1519160" y="65280"/>
                  <a:pt x="1519115" y="66126"/>
                </a:cubicBezTo>
                <a:cubicBezTo>
                  <a:pt x="1519071" y="66970"/>
                  <a:pt x="1519005" y="67837"/>
                  <a:pt x="1518915" y="68726"/>
                </a:cubicBezTo>
                <a:cubicBezTo>
                  <a:pt x="1514111" y="68638"/>
                  <a:pt x="1509352" y="68550"/>
                  <a:pt x="1504637" y="68461"/>
                </a:cubicBezTo>
                <a:cubicBezTo>
                  <a:pt x="1499922" y="68372"/>
                  <a:pt x="1495163" y="68327"/>
                  <a:pt x="1490359" y="68327"/>
                </a:cubicBezTo>
                <a:cubicBezTo>
                  <a:pt x="1487422" y="68327"/>
                  <a:pt x="1484508" y="68372"/>
                  <a:pt x="1481617" y="68461"/>
                </a:cubicBezTo>
                <a:cubicBezTo>
                  <a:pt x="1478725" y="68550"/>
                  <a:pt x="1475812" y="68638"/>
                  <a:pt x="1472875" y="68726"/>
                </a:cubicBezTo>
                <a:cubicBezTo>
                  <a:pt x="1472787" y="69171"/>
                  <a:pt x="1472743" y="69839"/>
                  <a:pt x="1472743" y="70728"/>
                </a:cubicBezTo>
                <a:lnTo>
                  <a:pt x="1472743" y="72463"/>
                </a:lnTo>
                <a:cubicBezTo>
                  <a:pt x="1472743" y="75932"/>
                  <a:pt x="1473254" y="79180"/>
                  <a:pt x="1474276" y="82206"/>
                </a:cubicBezTo>
                <a:cubicBezTo>
                  <a:pt x="1475300" y="85231"/>
                  <a:pt x="1476790" y="87833"/>
                  <a:pt x="1478748" y="90013"/>
                </a:cubicBezTo>
                <a:cubicBezTo>
                  <a:pt x="1480705" y="92192"/>
                  <a:pt x="1483107" y="93927"/>
                  <a:pt x="1485954" y="95218"/>
                </a:cubicBezTo>
                <a:cubicBezTo>
                  <a:pt x="1488801" y="96508"/>
                  <a:pt x="1492093" y="97152"/>
                  <a:pt x="1495830" y="97152"/>
                </a:cubicBezTo>
                <a:cubicBezTo>
                  <a:pt x="1497608" y="97152"/>
                  <a:pt x="1499432" y="96908"/>
                  <a:pt x="1501300" y="96419"/>
                </a:cubicBezTo>
                <a:cubicBezTo>
                  <a:pt x="1503169" y="95929"/>
                  <a:pt x="1504993" y="95261"/>
                  <a:pt x="1506771" y="94416"/>
                </a:cubicBezTo>
                <a:cubicBezTo>
                  <a:pt x="1508551" y="93570"/>
                  <a:pt x="1510219" y="92569"/>
                  <a:pt x="1511776" y="91414"/>
                </a:cubicBezTo>
                <a:cubicBezTo>
                  <a:pt x="1513333" y="90258"/>
                  <a:pt x="1514690" y="89011"/>
                  <a:pt x="1515847" y="87676"/>
                </a:cubicBezTo>
                <a:lnTo>
                  <a:pt x="1516515" y="88077"/>
                </a:lnTo>
                <a:lnTo>
                  <a:pt x="1515714" y="94615"/>
                </a:lnTo>
                <a:cubicBezTo>
                  <a:pt x="1513044" y="96751"/>
                  <a:pt x="1509730" y="98574"/>
                  <a:pt x="1505771" y="100087"/>
                </a:cubicBezTo>
                <a:cubicBezTo>
                  <a:pt x="1501813" y="101599"/>
                  <a:pt x="1497698" y="102355"/>
                  <a:pt x="1493427" y="102355"/>
                </a:cubicBezTo>
                <a:cubicBezTo>
                  <a:pt x="1488623" y="102355"/>
                  <a:pt x="1484241" y="101621"/>
                  <a:pt x="1480281" y="100154"/>
                </a:cubicBezTo>
                <a:cubicBezTo>
                  <a:pt x="1476323" y="98686"/>
                  <a:pt x="1472898" y="96552"/>
                  <a:pt x="1470006" y="93750"/>
                </a:cubicBezTo>
                <a:cubicBezTo>
                  <a:pt x="1467116" y="90947"/>
                  <a:pt x="1464892" y="87632"/>
                  <a:pt x="1463335" y="83807"/>
                </a:cubicBezTo>
                <a:cubicBezTo>
                  <a:pt x="1461778" y="79981"/>
                  <a:pt x="1461000" y="75844"/>
                  <a:pt x="1461000" y="71396"/>
                </a:cubicBezTo>
                <a:close/>
                <a:moveTo>
                  <a:pt x="1567490" y="67794"/>
                </a:moveTo>
                <a:cubicBezTo>
                  <a:pt x="1565978" y="68327"/>
                  <a:pt x="1564221" y="68772"/>
                  <a:pt x="1562219" y="69127"/>
                </a:cubicBezTo>
                <a:cubicBezTo>
                  <a:pt x="1560218" y="69483"/>
                  <a:pt x="1558194" y="69861"/>
                  <a:pt x="1556148" y="70261"/>
                </a:cubicBezTo>
                <a:cubicBezTo>
                  <a:pt x="1554103" y="70662"/>
                  <a:pt x="1552079" y="71174"/>
                  <a:pt x="1550076" y="71797"/>
                </a:cubicBezTo>
                <a:cubicBezTo>
                  <a:pt x="1548074" y="72419"/>
                  <a:pt x="1546294" y="73264"/>
                  <a:pt x="1544737" y="74332"/>
                </a:cubicBezTo>
                <a:cubicBezTo>
                  <a:pt x="1543181" y="75399"/>
                  <a:pt x="1541936" y="76733"/>
                  <a:pt x="1541001" y="78335"/>
                </a:cubicBezTo>
                <a:cubicBezTo>
                  <a:pt x="1540067" y="79937"/>
                  <a:pt x="1539600" y="81984"/>
                  <a:pt x="1539600" y="84475"/>
                </a:cubicBezTo>
                <a:cubicBezTo>
                  <a:pt x="1539600" y="88656"/>
                  <a:pt x="1540800" y="91814"/>
                  <a:pt x="1543202" y="93949"/>
                </a:cubicBezTo>
                <a:cubicBezTo>
                  <a:pt x="1545605" y="96085"/>
                  <a:pt x="1548274" y="97152"/>
                  <a:pt x="1551210" y="97152"/>
                </a:cubicBezTo>
                <a:cubicBezTo>
                  <a:pt x="1554591" y="97152"/>
                  <a:pt x="1557682" y="96218"/>
                  <a:pt x="1560484" y="94351"/>
                </a:cubicBezTo>
                <a:cubicBezTo>
                  <a:pt x="1563287" y="92481"/>
                  <a:pt x="1565445" y="90301"/>
                  <a:pt x="1566957" y="87810"/>
                </a:cubicBezTo>
                <a:lnTo>
                  <a:pt x="1567490" y="67794"/>
                </a:lnTo>
                <a:moveTo>
                  <a:pt x="1534529" y="44038"/>
                </a:moveTo>
                <a:cubicBezTo>
                  <a:pt x="1538533" y="41014"/>
                  <a:pt x="1542224" y="38968"/>
                  <a:pt x="1545605" y="37901"/>
                </a:cubicBezTo>
                <a:cubicBezTo>
                  <a:pt x="1548986" y="36833"/>
                  <a:pt x="1552456" y="36299"/>
                  <a:pt x="1556014" y="36299"/>
                </a:cubicBezTo>
                <a:cubicBezTo>
                  <a:pt x="1559218" y="36299"/>
                  <a:pt x="1562154" y="36766"/>
                  <a:pt x="1564823" y="37699"/>
                </a:cubicBezTo>
                <a:cubicBezTo>
                  <a:pt x="1567492" y="38633"/>
                  <a:pt x="1569760" y="39968"/>
                  <a:pt x="1571628" y="41703"/>
                </a:cubicBezTo>
                <a:cubicBezTo>
                  <a:pt x="1573496" y="43438"/>
                  <a:pt x="1574964" y="45529"/>
                  <a:pt x="1576031" y="47977"/>
                </a:cubicBezTo>
                <a:cubicBezTo>
                  <a:pt x="1577099" y="50423"/>
                  <a:pt x="1577633" y="53113"/>
                  <a:pt x="1577633" y="56048"/>
                </a:cubicBezTo>
                <a:cubicBezTo>
                  <a:pt x="1577633" y="61120"/>
                  <a:pt x="1577544" y="66169"/>
                  <a:pt x="1577366" y="71196"/>
                </a:cubicBezTo>
                <a:cubicBezTo>
                  <a:pt x="1577188" y="76223"/>
                  <a:pt x="1577100" y="81538"/>
                  <a:pt x="1577100" y="87142"/>
                </a:cubicBezTo>
                <a:cubicBezTo>
                  <a:pt x="1577100" y="88211"/>
                  <a:pt x="1577122" y="89345"/>
                  <a:pt x="1577167" y="90547"/>
                </a:cubicBezTo>
                <a:cubicBezTo>
                  <a:pt x="1577212" y="91747"/>
                  <a:pt x="1577412" y="92814"/>
                  <a:pt x="1577767" y="93748"/>
                </a:cubicBezTo>
                <a:cubicBezTo>
                  <a:pt x="1578123" y="94682"/>
                  <a:pt x="1578634" y="95460"/>
                  <a:pt x="1579301" y="96083"/>
                </a:cubicBezTo>
                <a:cubicBezTo>
                  <a:pt x="1579969" y="96707"/>
                  <a:pt x="1580970" y="97018"/>
                  <a:pt x="1582304" y="97018"/>
                </a:cubicBezTo>
                <a:cubicBezTo>
                  <a:pt x="1582750" y="97018"/>
                  <a:pt x="1583217" y="96996"/>
                  <a:pt x="1583705" y="96951"/>
                </a:cubicBezTo>
                <a:cubicBezTo>
                  <a:pt x="1584195" y="96906"/>
                  <a:pt x="1584662" y="96751"/>
                  <a:pt x="1585106" y="96485"/>
                </a:cubicBezTo>
                <a:lnTo>
                  <a:pt x="1585106" y="99421"/>
                </a:lnTo>
                <a:cubicBezTo>
                  <a:pt x="1584127" y="99865"/>
                  <a:pt x="1582904" y="100220"/>
                  <a:pt x="1581437" y="100488"/>
                </a:cubicBezTo>
                <a:cubicBezTo>
                  <a:pt x="1579969" y="100755"/>
                  <a:pt x="1578346" y="100889"/>
                  <a:pt x="1576566" y="100889"/>
                </a:cubicBezTo>
                <a:cubicBezTo>
                  <a:pt x="1573719" y="100889"/>
                  <a:pt x="1571540" y="100155"/>
                  <a:pt x="1570028" y="98688"/>
                </a:cubicBezTo>
                <a:cubicBezTo>
                  <a:pt x="1568515" y="97219"/>
                  <a:pt x="1567625" y="95328"/>
                  <a:pt x="1567358" y="93015"/>
                </a:cubicBezTo>
                <a:cubicBezTo>
                  <a:pt x="1564156" y="96217"/>
                  <a:pt x="1560997" y="98574"/>
                  <a:pt x="1557883" y="100087"/>
                </a:cubicBezTo>
                <a:cubicBezTo>
                  <a:pt x="1554769" y="101599"/>
                  <a:pt x="1550944" y="102355"/>
                  <a:pt x="1546407" y="102355"/>
                </a:cubicBezTo>
                <a:cubicBezTo>
                  <a:pt x="1544182" y="102355"/>
                  <a:pt x="1542002" y="102044"/>
                  <a:pt x="1539866" y="101420"/>
                </a:cubicBezTo>
                <a:cubicBezTo>
                  <a:pt x="1537732" y="100799"/>
                  <a:pt x="1535842" y="99777"/>
                  <a:pt x="1534195" y="98354"/>
                </a:cubicBezTo>
                <a:cubicBezTo>
                  <a:pt x="1532550" y="96930"/>
                  <a:pt x="1531216" y="95217"/>
                  <a:pt x="1530192" y="93216"/>
                </a:cubicBezTo>
                <a:cubicBezTo>
                  <a:pt x="1529170" y="91214"/>
                  <a:pt x="1528659" y="88923"/>
                  <a:pt x="1528659" y="86342"/>
                </a:cubicBezTo>
                <a:cubicBezTo>
                  <a:pt x="1528659" y="81004"/>
                  <a:pt x="1530326" y="76868"/>
                  <a:pt x="1533662" y="73933"/>
                </a:cubicBezTo>
                <a:cubicBezTo>
                  <a:pt x="1536999" y="70997"/>
                  <a:pt x="1541603" y="69039"/>
                  <a:pt x="1547474" y="68060"/>
                </a:cubicBezTo>
                <a:cubicBezTo>
                  <a:pt x="1552278" y="67259"/>
                  <a:pt x="1556037" y="66570"/>
                  <a:pt x="1558751" y="65991"/>
                </a:cubicBezTo>
                <a:cubicBezTo>
                  <a:pt x="1561464" y="65413"/>
                  <a:pt x="1563466" y="64812"/>
                  <a:pt x="1564756" y="64189"/>
                </a:cubicBezTo>
                <a:cubicBezTo>
                  <a:pt x="1566045" y="63566"/>
                  <a:pt x="1566823" y="62832"/>
                  <a:pt x="1567089" y="61988"/>
                </a:cubicBezTo>
                <a:cubicBezTo>
                  <a:pt x="1567357" y="61142"/>
                  <a:pt x="1567490" y="60052"/>
                  <a:pt x="1567490" y="58718"/>
                </a:cubicBezTo>
                <a:cubicBezTo>
                  <a:pt x="1567490" y="56494"/>
                  <a:pt x="1567224" y="54360"/>
                  <a:pt x="1566690" y="52314"/>
                </a:cubicBezTo>
                <a:cubicBezTo>
                  <a:pt x="1566157" y="50267"/>
                  <a:pt x="1565312" y="48487"/>
                  <a:pt x="1564155" y="46975"/>
                </a:cubicBezTo>
                <a:cubicBezTo>
                  <a:pt x="1562998" y="45462"/>
                  <a:pt x="1561486" y="44239"/>
                  <a:pt x="1559618" y="43305"/>
                </a:cubicBezTo>
                <a:cubicBezTo>
                  <a:pt x="1557750" y="42371"/>
                  <a:pt x="1555482" y="41904"/>
                  <a:pt x="1552813" y="41904"/>
                </a:cubicBezTo>
                <a:cubicBezTo>
                  <a:pt x="1549254" y="41904"/>
                  <a:pt x="1545939" y="42705"/>
                  <a:pt x="1542870" y="44307"/>
                </a:cubicBezTo>
                <a:cubicBezTo>
                  <a:pt x="1539801" y="45908"/>
                  <a:pt x="1537510" y="48131"/>
                  <a:pt x="1535997" y="50978"/>
                </a:cubicBezTo>
                <a:lnTo>
                  <a:pt x="1534529" y="50978"/>
                </a:lnTo>
                <a:lnTo>
                  <a:pt x="1534529" y="44038"/>
                </a:lnTo>
                <a:close/>
                <a:moveTo>
                  <a:pt x="1603390" y="38834"/>
                </a:moveTo>
                <a:cubicBezTo>
                  <a:pt x="1603390" y="35809"/>
                  <a:pt x="1603368" y="32518"/>
                  <a:pt x="1603323" y="28960"/>
                </a:cubicBezTo>
                <a:cubicBezTo>
                  <a:pt x="1603278" y="25400"/>
                  <a:pt x="1603211" y="21886"/>
                  <a:pt x="1603121" y="18416"/>
                </a:cubicBezTo>
                <a:cubicBezTo>
                  <a:pt x="1603033" y="14946"/>
                  <a:pt x="1602922" y="11633"/>
                  <a:pt x="1602787" y="8475"/>
                </a:cubicBezTo>
                <a:cubicBezTo>
                  <a:pt x="1602654" y="5316"/>
                  <a:pt x="1602499" y="2625"/>
                  <a:pt x="1602321" y="401"/>
                </a:cubicBezTo>
                <a:cubicBezTo>
                  <a:pt x="1604812" y="846"/>
                  <a:pt x="1606814" y="1069"/>
                  <a:pt x="1608328" y="1069"/>
                </a:cubicBezTo>
                <a:cubicBezTo>
                  <a:pt x="1609840" y="1069"/>
                  <a:pt x="1611842" y="846"/>
                  <a:pt x="1614333" y="401"/>
                </a:cubicBezTo>
                <a:cubicBezTo>
                  <a:pt x="1614155" y="2625"/>
                  <a:pt x="1613999" y="5316"/>
                  <a:pt x="1613865" y="8475"/>
                </a:cubicBezTo>
                <a:cubicBezTo>
                  <a:pt x="1613732" y="11633"/>
                  <a:pt x="1613620" y="14946"/>
                  <a:pt x="1613531" y="18416"/>
                </a:cubicBezTo>
                <a:cubicBezTo>
                  <a:pt x="1613442" y="21886"/>
                  <a:pt x="1613376" y="25400"/>
                  <a:pt x="1613331" y="28960"/>
                </a:cubicBezTo>
                <a:cubicBezTo>
                  <a:pt x="1613286" y="32518"/>
                  <a:pt x="1613264" y="35809"/>
                  <a:pt x="1613264" y="38834"/>
                </a:cubicBezTo>
                <a:lnTo>
                  <a:pt x="1613264" y="62988"/>
                </a:lnTo>
                <a:cubicBezTo>
                  <a:pt x="1613264" y="66014"/>
                  <a:pt x="1613286" y="69306"/>
                  <a:pt x="1613331" y="72864"/>
                </a:cubicBezTo>
                <a:cubicBezTo>
                  <a:pt x="1613376" y="76422"/>
                  <a:pt x="1613442" y="79936"/>
                  <a:pt x="1613531" y="83406"/>
                </a:cubicBezTo>
                <a:cubicBezTo>
                  <a:pt x="1613620" y="86875"/>
                  <a:pt x="1613732" y="90167"/>
                  <a:pt x="1613865" y="93282"/>
                </a:cubicBezTo>
                <a:cubicBezTo>
                  <a:pt x="1613999" y="96396"/>
                  <a:pt x="1614155" y="98976"/>
                  <a:pt x="1614333" y="101021"/>
                </a:cubicBezTo>
                <a:cubicBezTo>
                  <a:pt x="1612286" y="100844"/>
                  <a:pt x="1610284" y="100755"/>
                  <a:pt x="1608328" y="100755"/>
                </a:cubicBezTo>
                <a:cubicBezTo>
                  <a:pt x="1606370" y="100755"/>
                  <a:pt x="1604368" y="100844"/>
                  <a:pt x="1602321" y="101021"/>
                </a:cubicBezTo>
                <a:cubicBezTo>
                  <a:pt x="1602499" y="98976"/>
                  <a:pt x="1602654" y="96396"/>
                  <a:pt x="1602787" y="93282"/>
                </a:cubicBezTo>
                <a:cubicBezTo>
                  <a:pt x="1602922" y="90167"/>
                  <a:pt x="1603033" y="86875"/>
                  <a:pt x="1603121" y="83406"/>
                </a:cubicBezTo>
                <a:cubicBezTo>
                  <a:pt x="1603211" y="79936"/>
                  <a:pt x="1603278" y="76422"/>
                  <a:pt x="1603323" y="72864"/>
                </a:cubicBezTo>
                <a:cubicBezTo>
                  <a:pt x="1603368" y="69306"/>
                  <a:pt x="1603390" y="66014"/>
                  <a:pt x="1603390" y="62988"/>
                </a:cubicBezTo>
                <a:lnTo>
                  <a:pt x="1603390" y="38834"/>
                </a:lnTo>
                <a:close/>
                <a:moveTo>
                  <a:pt x="1649163" y="19752"/>
                </a:moveTo>
                <a:cubicBezTo>
                  <a:pt x="1648896" y="23132"/>
                  <a:pt x="1648695" y="26446"/>
                  <a:pt x="1648561" y="29693"/>
                </a:cubicBezTo>
                <a:cubicBezTo>
                  <a:pt x="1648427" y="32940"/>
                  <a:pt x="1648272" y="36210"/>
                  <a:pt x="1648094" y="39502"/>
                </a:cubicBezTo>
                <a:cubicBezTo>
                  <a:pt x="1649073" y="39502"/>
                  <a:pt x="1650897" y="39479"/>
                  <a:pt x="1653566" y="39434"/>
                </a:cubicBezTo>
                <a:cubicBezTo>
                  <a:pt x="1656235" y="39390"/>
                  <a:pt x="1659126" y="39278"/>
                  <a:pt x="1662240" y="39100"/>
                </a:cubicBezTo>
                <a:cubicBezTo>
                  <a:pt x="1662152" y="39368"/>
                  <a:pt x="1662108" y="39857"/>
                  <a:pt x="1662108" y="40569"/>
                </a:cubicBezTo>
                <a:lnTo>
                  <a:pt x="1662108" y="41904"/>
                </a:lnTo>
                <a:lnTo>
                  <a:pt x="1662108" y="43373"/>
                </a:lnTo>
                <a:cubicBezTo>
                  <a:pt x="1662108" y="43994"/>
                  <a:pt x="1662152" y="44439"/>
                  <a:pt x="1662240" y="44706"/>
                </a:cubicBezTo>
                <a:cubicBezTo>
                  <a:pt x="1661084" y="44617"/>
                  <a:pt x="1659882" y="44550"/>
                  <a:pt x="1658636" y="44507"/>
                </a:cubicBezTo>
                <a:cubicBezTo>
                  <a:pt x="1657391" y="44462"/>
                  <a:pt x="1656057" y="44440"/>
                  <a:pt x="1654633" y="44440"/>
                </a:cubicBezTo>
                <a:lnTo>
                  <a:pt x="1648094" y="44440"/>
                </a:lnTo>
                <a:cubicBezTo>
                  <a:pt x="1648006" y="44795"/>
                  <a:pt x="1647895" y="46219"/>
                  <a:pt x="1647760" y="48710"/>
                </a:cubicBezTo>
                <a:cubicBezTo>
                  <a:pt x="1647627" y="51201"/>
                  <a:pt x="1647516" y="54159"/>
                  <a:pt x="1647426" y="57584"/>
                </a:cubicBezTo>
                <a:cubicBezTo>
                  <a:pt x="1647338" y="61009"/>
                  <a:pt x="1647272" y="64590"/>
                  <a:pt x="1647227" y="68327"/>
                </a:cubicBezTo>
                <a:cubicBezTo>
                  <a:pt x="1647182" y="72063"/>
                  <a:pt x="1647160" y="75399"/>
                  <a:pt x="1647160" y="78335"/>
                </a:cubicBezTo>
                <a:cubicBezTo>
                  <a:pt x="1647160" y="80826"/>
                  <a:pt x="1647226" y="83273"/>
                  <a:pt x="1647359" y="85676"/>
                </a:cubicBezTo>
                <a:cubicBezTo>
                  <a:pt x="1647493" y="88077"/>
                  <a:pt x="1647916" y="90235"/>
                  <a:pt x="1648628" y="92147"/>
                </a:cubicBezTo>
                <a:cubicBezTo>
                  <a:pt x="1649340" y="94060"/>
                  <a:pt x="1650408" y="95595"/>
                  <a:pt x="1651831" y="96751"/>
                </a:cubicBezTo>
                <a:cubicBezTo>
                  <a:pt x="1653255" y="97908"/>
                  <a:pt x="1655301" y="98486"/>
                  <a:pt x="1657970" y="98486"/>
                </a:cubicBezTo>
                <a:cubicBezTo>
                  <a:pt x="1658681" y="98486"/>
                  <a:pt x="1659638" y="98397"/>
                  <a:pt x="1660839" y="98219"/>
                </a:cubicBezTo>
                <a:cubicBezTo>
                  <a:pt x="1662041" y="98042"/>
                  <a:pt x="1663086" y="97819"/>
                  <a:pt x="1663975" y="97552"/>
                </a:cubicBezTo>
                <a:lnTo>
                  <a:pt x="1663975" y="100755"/>
                </a:lnTo>
                <a:cubicBezTo>
                  <a:pt x="1662463" y="101022"/>
                  <a:pt x="1660794" y="101355"/>
                  <a:pt x="1658970" y="101754"/>
                </a:cubicBezTo>
                <a:cubicBezTo>
                  <a:pt x="1657147" y="102155"/>
                  <a:pt x="1655390" y="102355"/>
                  <a:pt x="1653700" y="102355"/>
                </a:cubicBezTo>
                <a:cubicBezTo>
                  <a:pt x="1648095" y="102355"/>
                  <a:pt x="1643958" y="100977"/>
                  <a:pt x="1641289" y="98219"/>
                </a:cubicBezTo>
                <a:cubicBezTo>
                  <a:pt x="1638620" y="95461"/>
                  <a:pt x="1637286" y="91413"/>
                  <a:pt x="1637286" y="86075"/>
                </a:cubicBezTo>
                <a:cubicBezTo>
                  <a:pt x="1637286" y="83674"/>
                  <a:pt x="1637330" y="81072"/>
                  <a:pt x="1637418" y="78270"/>
                </a:cubicBezTo>
                <a:cubicBezTo>
                  <a:pt x="1637508" y="75467"/>
                  <a:pt x="1637619" y="72398"/>
                  <a:pt x="1637752" y="69062"/>
                </a:cubicBezTo>
                <a:cubicBezTo>
                  <a:pt x="1637885" y="65725"/>
                  <a:pt x="1637996" y="62033"/>
                  <a:pt x="1638086" y="57985"/>
                </a:cubicBezTo>
                <a:cubicBezTo>
                  <a:pt x="1638176" y="53937"/>
                  <a:pt x="1638220" y="49422"/>
                  <a:pt x="1638220" y="44440"/>
                </a:cubicBezTo>
                <a:lnTo>
                  <a:pt x="1633948" y="44440"/>
                </a:lnTo>
                <a:cubicBezTo>
                  <a:pt x="1633237" y="44440"/>
                  <a:pt x="1632481" y="44462"/>
                  <a:pt x="1631680" y="44507"/>
                </a:cubicBezTo>
                <a:cubicBezTo>
                  <a:pt x="1630879" y="44550"/>
                  <a:pt x="1630034" y="44617"/>
                  <a:pt x="1629145" y="44706"/>
                </a:cubicBezTo>
                <a:cubicBezTo>
                  <a:pt x="1629234" y="44173"/>
                  <a:pt x="1629301" y="43662"/>
                  <a:pt x="1629344" y="43173"/>
                </a:cubicBezTo>
                <a:cubicBezTo>
                  <a:pt x="1629389" y="42683"/>
                  <a:pt x="1629411" y="42171"/>
                  <a:pt x="1629411" y="41638"/>
                </a:cubicBezTo>
                <a:cubicBezTo>
                  <a:pt x="1629411" y="41192"/>
                  <a:pt x="1629389" y="40748"/>
                  <a:pt x="1629344" y="40304"/>
                </a:cubicBezTo>
                <a:cubicBezTo>
                  <a:pt x="1629301" y="39859"/>
                  <a:pt x="1629234" y="39413"/>
                  <a:pt x="1629145" y="38968"/>
                </a:cubicBezTo>
                <a:cubicBezTo>
                  <a:pt x="1633148" y="39234"/>
                  <a:pt x="1636084" y="39367"/>
                  <a:pt x="1637952" y="39367"/>
                </a:cubicBezTo>
                <a:cubicBezTo>
                  <a:pt x="1637863" y="37589"/>
                  <a:pt x="1637797" y="35365"/>
                  <a:pt x="1637752" y="32696"/>
                </a:cubicBezTo>
                <a:cubicBezTo>
                  <a:pt x="1637707" y="30028"/>
                  <a:pt x="1637596" y="27269"/>
                  <a:pt x="1637418" y="24421"/>
                </a:cubicBezTo>
                <a:lnTo>
                  <a:pt x="1648495" y="19752"/>
                </a:lnTo>
                <a:lnTo>
                  <a:pt x="1649163" y="19752"/>
                </a:lnTo>
                <a:close/>
                <a:moveTo>
                  <a:pt x="1675185" y="38834"/>
                </a:moveTo>
                <a:cubicBezTo>
                  <a:pt x="1675185" y="35809"/>
                  <a:pt x="1675162" y="32518"/>
                  <a:pt x="1675118" y="28960"/>
                </a:cubicBezTo>
                <a:cubicBezTo>
                  <a:pt x="1675073" y="25400"/>
                  <a:pt x="1675006" y="21886"/>
                  <a:pt x="1674916" y="18416"/>
                </a:cubicBezTo>
                <a:cubicBezTo>
                  <a:pt x="1674828" y="14946"/>
                  <a:pt x="1674717" y="11633"/>
                  <a:pt x="1674584" y="8475"/>
                </a:cubicBezTo>
                <a:cubicBezTo>
                  <a:pt x="1674451" y="5316"/>
                  <a:pt x="1674296" y="2625"/>
                  <a:pt x="1674118" y="401"/>
                </a:cubicBezTo>
                <a:cubicBezTo>
                  <a:pt x="1676609" y="846"/>
                  <a:pt x="1678610" y="1069"/>
                  <a:pt x="1680123" y="1069"/>
                </a:cubicBezTo>
                <a:cubicBezTo>
                  <a:pt x="1681635" y="1069"/>
                  <a:pt x="1683637" y="846"/>
                  <a:pt x="1686128" y="401"/>
                </a:cubicBezTo>
                <a:cubicBezTo>
                  <a:pt x="1685950" y="2625"/>
                  <a:pt x="1685794" y="5294"/>
                  <a:pt x="1685659" y="8408"/>
                </a:cubicBezTo>
                <a:cubicBezTo>
                  <a:pt x="1685526" y="11522"/>
                  <a:pt x="1685415" y="14791"/>
                  <a:pt x="1685325" y="18216"/>
                </a:cubicBezTo>
                <a:cubicBezTo>
                  <a:pt x="1685237" y="21641"/>
                  <a:pt x="1685171" y="25089"/>
                  <a:pt x="1685126" y="28559"/>
                </a:cubicBezTo>
                <a:cubicBezTo>
                  <a:pt x="1685082" y="32028"/>
                  <a:pt x="1685061" y="35232"/>
                  <a:pt x="1685061" y="38168"/>
                </a:cubicBezTo>
                <a:lnTo>
                  <a:pt x="1685061" y="48308"/>
                </a:lnTo>
                <a:lnTo>
                  <a:pt x="1685327" y="48308"/>
                </a:lnTo>
                <a:cubicBezTo>
                  <a:pt x="1687818" y="44483"/>
                  <a:pt x="1690799" y="41525"/>
                  <a:pt x="1694269" y="39434"/>
                </a:cubicBezTo>
                <a:cubicBezTo>
                  <a:pt x="1697738" y="37344"/>
                  <a:pt x="1701875" y="36299"/>
                  <a:pt x="1706680" y="36299"/>
                </a:cubicBezTo>
                <a:cubicBezTo>
                  <a:pt x="1709171" y="36299"/>
                  <a:pt x="1711684" y="36655"/>
                  <a:pt x="1714218" y="37368"/>
                </a:cubicBezTo>
                <a:cubicBezTo>
                  <a:pt x="1716754" y="38079"/>
                  <a:pt x="1719045" y="39302"/>
                  <a:pt x="1721090" y="41037"/>
                </a:cubicBezTo>
                <a:cubicBezTo>
                  <a:pt x="1723138" y="42772"/>
                  <a:pt x="1724806" y="45130"/>
                  <a:pt x="1726096" y="48111"/>
                </a:cubicBezTo>
                <a:cubicBezTo>
                  <a:pt x="1727385" y="51091"/>
                  <a:pt x="1728030" y="54893"/>
                  <a:pt x="1728030" y="59518"/>
                </a:cubicBezTo>
                <a:cubicBezTo>
                  <a:pt x="1728030" y="63344"/>
                  <a:pt x="1727941" y="67280"/>
                  <a:pt x="1727763" y="71328"/>
                </a:cubicBezTo>
                <a:cubicBezTo>
                  <a:pt x="1727585" y="75377"/>
                  <a:pt x="1727497" y="79670"/>
                  <a:pt x="1727497" y="84208"/>
                </a:cubicBezTo>
                <a:lnTo>
                  <a:pt x="1727497" y="92880"/>
                </a:lnTo>
                <a:cubicBezTo>
                  <a:pt x="1727497" y="94304"/>
                  <a:pt x="1727519" y="95706"/>
                  <a:pt x="1727564" y="97085"/>
                </a:cubicBezTo>
                <a:cubicBezTo>
                  <a:pt x="1727608" y="98464"/>
                  <a:pt x="1727675" y="99777"/>
                  <a:pt x="1727763" y="101021"/>
                </a:cubicBezTo>
                <a:cubicBezTo>
                  <a:pt x="1725984" y="100844"/>
                  <a:pt x="1724116" y="100755"/>
                  <a:pt x="1722159" y="100755"/>
                </a:cubicBezTo>
                <a:cubicBezTo>
                  <a:pt x="1720290" y="100755"/>
                  <a:pt x="1718466" y="100844"/>
                  <a:pt x="1716688" y="101021"/>
                </a:cubicBezTo>
                <a:cubicBezTo>
                  <a:pt x="1716866" y="96395"/>
                  <a:pt x="1717065" y="91636"/>
                  <a:pt x="1717287" y="86743"/>
                </a:cubicBezTo>
                <a:cubicBezTo>
                  <a:pt x="1717509" y="81849"/>
                  <a:pt x="1717621" y="76822"/>
                  <a:pt x="1717621" y="71662"/>
                </a:cubicBezTo>
                <a:lnTo>
                  <a:pt x="1717621" y="63521"/>
                </a:lnTo>
                <a:cubicBezTo>
                  <a:pt x="1717621" y="56849"/>
                  <a:pt x="1716330" y="51801"/>
                  <a:pt x="1713750" y="48376"/>
                </a:cubicBezTo>
                <a:cubicBezTo>
                  <a:pt x="1711170" y="44951"/>
                  <a:pt x="1707612" y="43238"/>
                  <a:pt x="1703076" y="43238"/>
                </a:cubicBezTo>
                <a:cubicBezTo>
                  <a:pt x="1696849" y="43238"/>
                  <a:pt x="1692289" y="45151"/>
                  <a:pt x="1689398" y="48976"/>
                </a:cubicBezTo>
                <a:cubicBezTo>
                  <a:pt x="1686506" y="52802"/>
                  <a:pt x="1685061" y="58184"/>
                  <a:pt x="1685061" y="65124"/>
                </a:cubicBezTo>
                <a:cubicBezTo>
                  <a:pt x="1685061" y="67615"/>
                  <a:pt x="1685082" y="70507"/>
                  <a:pt x="1685126" y="73798"/>
                </a:cubicBezTo>
                <a:cubicBezTo>
                  <a:pt x="1685171" y="77090"/>
                  <a:pt x="1685237" y="80405"/>
                  <a:pt x="1685325" y="83742"/>
                </a:cubicBezTo>
                <a:cubicBezTo>
                  <a:pt x="1685415" y="87077"/>
                  <a:pt x="1685526" y="90302"/>
                  <a:pt x="1685659" y="93416"/>
                </a:cubicBezTo>
                <a:cubicBezTo>
                  <a:pt x="1685794" y="96529"/>
                  <a:pt x="1685950" y="99064"/>
                  <a:pt x="1686128" y="101021"/>
                </a:cubicBezTo>
                <a:cubicBezTo>
                  <a:pt x="1684082" y="100844"/>
                  <a:pt x="1682080" y="100755"/>
                  <a:pt x="1680123" y="100755"/>
                </a:cubicBezTo>
                <a:cubicBezTo>
                  <a:pt x="1678165" y="100755"/>
                  <a:pt x="1676164" y="100844"/>
                  <a:pt x="1674118" y="101021"/>
                </a:cubicBezTo>
                <a:cubicBezTo>
                  <a:pt x="1674296" y="98976"/>
                  <a:pt x="1674451" y="96396"/>
                  <a:pt x="1674584" y="93282"/>
                </a:cubicBezTo>
                <a:cubicBezTo>
                  <a:pt x="1674717" y="90167"/>
                  <a:pt x="1674828" y="86875"/>
                  <a:pt x="1674916" y="83406"/>
                </a:cubicBezTo>
                <a:cubicBezTo>
                  <a:pt x="1675006" y="79936"/>
                  <a:pt x="1675073" y="76422"/>
                  <a:pt x="1675118" y="72864"/>
                </a:cubicBezTo>
                <a:cubicBezTo>
                  <a:pt x="1675162" y="69306"/>
                  <a:pt x="1675185" y="66014"/>
                  <a:pt x="1675185" y="62988"/>
                </a:cubicBezTo>
                <a:lnTo>
                  <a:pt x="1675185" y="38834"/>
                </a:lnTo>
                <a:close/>
                <a:moveTo>
                  <a:pt x="1780877" y="69528"/>
                </a:moveTo>
                <a:cubicBezTo>
                  <a:pt x="1780877" y="63745"/>
                  <a:pt x="1781855" y="58763"/>
                  <a:pt x="1783812" y="54582"/>
                </a:cubicBezTo>
                <a:cubicBezTo>
                  <a:pt x="1785769" y="50400"/>
                  <a:pt x="1788327" y="46952"/>
                  <a:pt x="1791484" y="44240"/>
                </a:cubicBezTo>
                <a:cubicBezTo>
                  <a:pt x="1794643" y="41526"/>
                  <a:pt x="1798269" y="39525"/>
                  <a:pt x="1802360" y="38235"/>
                </a:cubicBezTo>
                <a:cubicBezTo>
                  <a:pt x="1806453" y="36944"/>
                  <a:pt x="1810635" y="36299"/>
                  <a:pt x="1814906" y="36299"/>
                </a:cubicBezTo>
                <a:cubicBezTo>
                  <a:pt x="1819799" y="36299"/>
                  <a:pt x="1824181" y="36899"/>
                  <a:pt x="1828050" y="38101"/>
                </a:cubicBezTo>
                <a:cubicBezTo>
                  <a:pt x="1831920" y="39302"/>
                  <a:pt x="1834700" y="40659"/>
                  <a:pt x="1836390" y="42171"/>
                </a:cubicBezTo>
                <a:cubicBezTo>
                  <a:pt x="1835768" y="43506"/>
                  <a:pt x="1835213" y="44907"/>
                  <a:pt x="1834722" y="46374"/>
                </a:cubicBezTo>
                <a:cubicBezTo>
                  <a:pt x="1834234" y="47841"/>
                  <a:pt x="1833812" y="49376"/>
                  <a:pt x="1833456" y="50978"/>
                </a:cubicBezTo>
                <a:lnTo>
                  <a:pt x="1832387" y="50978"/>
                </a:lnTo>
                <a:cubicBezTo>
                  <a:pt x="1831765" y="49821"/>
                  <a:pt x="1830920" y="48643"/>
                  <a:pt x="1829852" y="47443"/>
                </a:cubicBezTo>
                <a:cubicBezTo>
                  <a:pt x="1828785" y="46242"/>
                  <a:pt x="1827517" y="45129"/>
                  <a:pt x="1826048" y="44106"/>
                </a:cubicBezTo>
                <a:cubicBezTo>
                  <a:pt x="1824581" y="43082"/>
                  <a:pt x="1822957" y="42237"/>
                  <a:pt x="1821177" y="41570"/>
                </a:cubicBezTo>
                <a:cubicBezTo>
                  <a:pt x="1819399" y="40903"/>
                  <a:pt x="1817442" y="40569"/>
                  <a:pt x="1815307" y="40569"/>
                </a:cubicBezTo>
                <a:cubicBezTo>
                  <a:pt x="1811303" y="40569"/>
                  <a:pt x="1807856" y="41303"/>
                  <a:pt x="1804964" y="42772"/>
                </a:cubicBezTo>
                <a:cubicBezTo>
                  <a:pt x="1802073" y="44239"/>
                  <a:pt x="1799715" y="46263"/>
                  <a:pt x="1797890" y="48844"/>
                </a:cubicBezTo>
                <a:cubicBezTo>
                  <a:pt x="1796067" y="51423"/>
                  <a:pt x="1794733" y="54470"/>
                  <a:pt x="1793887" y="57985"/>
                </a:cubicBezTo>
                <a:cubicBezTo>
                  <a:pt x="1793043" y="61498"/>
                  <a:pt x="1792621" y="65301"/>
                  <a:pt x="1792621" y="69394"/>
                </a:cubicBezTo>
                <a:cubicBezTo>
                  <a:pt x="1792621" y="78557"/>
                  <a:pt x="1794577" y="85474"/>
                  <a:pt x="1798491" y="90146"/>
                </a:cubicBezTo>
                <a:cubicBezTo>
                  <a:pt x="1802406" y="94817"/>
                  <a:pt x="1808144" y="97152"/>
                  <a:pt x="1815706" y="97152"/>
                </a:cubicBezTo>
                <a:cubicBezTo>
                  <a:pt x="1817485" y="97152"/>
                  <a:pt x="1819309" y="96908"/>
                  <a:pt x="1821177" y="96419"/>
                </a:cubicBezTo>
                <a:cubicBezTo>
                  <a:pt x="1823047" y="95929"/>
                  <a:pt x="1824870" y="95261"/>
                  <a:pt x="1826649" y="94416"/>
                </a:cubicBezTo>
                <a:cubicBezTo>
                  <a:pt x="1828428" y="93570"/>
                  <a:pt x="1830097" y="92569"/>
                  <a:pt x="1831654" y="91414"/>
                </a:cubicBezTo>
                <a:cubicBezTo>
                  <a:pt x="1833211" y="90258"/>
                  <a:pt x="1834568" y="89011"/>
                  <a:pt x="1835724" y="87676"/>
                </a:cubicBezTo>
                <a:lnTo>
                  <a:pt x="1836390" y="88077"/>
                </a:lnTo>
                <a:cubicBezTo>
                  <a:pt x="1835946" y="90212"/>
                  <a:pt x="1835680" y="92392"/>
                  <a:pt x="1835590" y="94615"/>
                </a:cubicBezTo>
                <a:cubicBezTo>
                  <a:pt x="1832921" y="96751"/>
                  <a:pt x="1829607" y="98574"/>
                  <a:pt x="1825647" y="100087"/>
                </a:cubicBezTo>
                <a:cubicBezTo>
                  <a:pt x="1821688" y="101599"/>
                  <a:pt x="1817574" y="102355"/>
                  <a:pt x="1813305" y="102355"/>
                </a:cubicBezTo>
                <a:cubicBezTo>
                  <a:pt x="1809480" y="102355"/>
                  <a:pt x="1805632" y="101799"/>
                  <a:pt x="1801761" y="100687"/>
                </a:cubicBezTo>
                <a:cubicBezTo>
                  <a:pt x="1797891" y="99576"/>
                  <a:pt x="1794399" y="97708"/>
                  <a:pt x="1791285" y="95084"/>
                </a:cubicBezTo>
                <a:cubicBezTo>
                  <a:pt x="1788172" y="92458"/>
                  <a:pt x="1785659" y="89055"/>
                  <a:pt x="1783747" y="84874"/>
                </a:cubicBezTo>
                <a:cubicBezTo>
                  <a:pt x="1781834" y="80693"/>
                  <a:pt x="1780877" y="75577"/>
                  <a:pt x="1780877" y="69528"/>
                </a:cubicBezTo>
                <a:close/>
                <a:moveTo>
                  <a:pt x="1886433" y="67794"/>
                </a:moveTo>
                <a:cubicBezTo>
                  <a:pt x="1884921" y="68327"/>
                  <a:pt x="1883164" y="68772"/>
                  <a:pt x="1881162" y="69127"/>
                </a:cubicBezTo>
                <a:cubicBezTo>
                  <a:pt x="1879161" y="69483"/>
                  <a:pt x="1877137" y="69861"/>
                  <a:pt x="1875091" y="70261"/>
                </a:cubicBezTo>
                <a:cubicBezTo>
                  <a:pt x="1873046" y="70662"/>
                  <a:pt x="1871022" y="71174"/>
                  <a:pt x="1869019" y="71797"/>
                </a:cubicBezTo>
                <a:cubicBezTo>
                  <a:pt x="1867017" y="72419"/>
                  <a:pt x="1865237" y="73264"/>
                  <a:pt x="1863680" y="74332"/>
                </a:cubicBezTo>
                <a:cubicBezTo>
                  <a:pt x="1862124" y="75399"/>
                  <a:pt x="1860879" y="76733"/>
                  <a:pt x="1859944" y="78335"/>
                </a:cubicBezTo>
                <a:cubicBezTo>
                  <a:pt x="1859010" y="79937"/>
                  <a:pt x="1858543" y="81984"/>
                  <a:pt x="1858543" y="84475"/>
                </a:cubicBezTo>
                <a:cubicBezTo>
                  <a:pt x="1858543" y="88656"/>
                  <a:pt x="1859743" y="91814"/>
                  <a:pt x="1862145" y="93949"/>
                </a:cubicBezTo>
                <a:cubicBezTo>
                  <a:pt x="1864548" y="96085"/>
                  <a:pt x="1867217" y="97152"/>
                  <a:pt x="1870153" y="97152"/>
                </a:cubicBezTo>
                <a:cubicBezTo>
                  <a:pt x="1873534" y="97152"/>
                  <a:pt x="1876625" y="96218"/>
                  <a:pt x="1879427" y="94351"/>
                </a:cubicBezTo>
                <a:cubicBezTo>
                  <a:pt x="1882230" y="92481"/>
                  <a:pt x="1884388" y="90301"/>
                  <a:pt x="1885900" y="87810"/>
                </a:cubicBezTo>
                <a:lnTo>
                  <a:pt x="1886433" y="67794"/>
                </a:lnTo>
                <a:moveTo>
                  <a:pt x="1853472" y="44038"/>
                </a:moveTo>
                <a:cubicBezTo>
                  <a:pt x="1857476" y="41014"/>
                  <a:pt x="1861167" y="38968"/>
                  <a:pt x="1864548" y="37901"/>
                </a:cubicBezTo>
                <a:cubicBezTo>
                  <a:pt x="1867929" y="36833"/>
                  <a:pt x="1871399" y="36299"/>
                  <a:pt x="1874957" y="36299"/>
                </a:cubicBezTo>
                <a:cubicBezTo>
                  <a:pt x="1878161" y="36299"/>
                  <a:pt x="1881097" y="36766"/>
                  <a:pt x="1883766" y="37699"/>
                </a:cubicBezTo>
                <a:cubicBezTo>
                  <a:pt x="1886435" y="38633"/>
                  <a:pt x="1888703" y="39968"/>
                  <a:pt x="1890571" y="41703"/>
                </a:cubicBezTo>
                <a:cubicBezTo>
                  <a:pt x="1892439" y="43438"/>
                  <a:pt x="1893907" y="45529"/>
                  <a:pt x="1894974" y="47977"/>
                </a:cubicBezTo>
                <a:cubicBezTo>
                  <a:pt x="1896042" y="50423"/>
                  <a:pt x="1896576" y="53113"/>
                  <a:pt x="1896576" y="56048"/>
                </a:cubicBezTo>
                <a:cubicBezTo>
                  <a:pt x="1896576" y="61120"/>
                  <a:pt x="1896487" y="66169"/>
                  <a:pt x="1896309" y="71196"/>
                </a:cubicBezTo>
                <a:cubicBezTo>
                  <a:pt x="1896131" y="76223"/>
                  <a:pt x="1896043" y="81538"/>
                  <a:pt x="1896043" y="87142"/>
                </a:cubicBezTo>
                <a:cubicBezTo>
                  <a:pt x="1896043" y="88211"/>
                  <a:pt x="1896065" y="89345"/>
                  <a:pt x="1896110" y="90547"/>
                </a:cubicBezTo>
                <a:cubicBezTo>
                  <a:pt x="1896155" y="91747"/>
                  <a:pt x="1896355" y="92814"/>
                  <a:pt x="1896710" y="93748"/>
                </a:cubicBezTo>
                <a:cubicBezTo>
                  <a:pt x="1897066" y="94682"/>
                  <a:pt x="1897577" y="95460"/>
                  <a:pt x="1898244" y="96083"/>
                </a:cubicBezTo>
                <a:cubicBezTo>
                  <a:pt x="1898912" y="96707"/>
                  <a:pt x="1899913" y="97018"/>
                  <a:pt x="1901247" y="97018"/>
                </a:cubicBezTo>
                <a:cubicBezTo>
                  <a:pt x="1901693" y="97018"/>
                  <a:pt x="1902160" y="96996"/>
                  <a:pt x="1902648" y="96951"/>
                </a:cubicBezTo>
                <a:cubicBezTo>
                  <a:pt x="1903138" y="96906"/>
                  <a:pt x="1903605" y="96751"/>
                  <a:pt x="1904049" y="96485"/>
                </a:cubicBezTo>
                <a:lnTo>
                  <a:pt x="1904049" y="99421"/>
                </a:lnTo>
                <a:cubicBezTo>
                  <a:pt x="1903070" y="99865"/>
                  <a:pt x="1901847" y="100220"/>
                  <a:pt x="1900380" y="100488"/>
                </a:cubicBezTo>
                <a:cubicBezTo>
                  <a:pt x="1898912" y="100755"/>
                  <a:pt x="1897289" y="100889"/>
                  <a:pt x="1895509" y="100889"/>
                </a:cubicBezTo>
                <a:cubicBezTo>
                  <a:pt x="1892662" y="100889"/>
                  <a:pt x="1890483" y="100155"/>
                  <a:pt x="1888971" y="98688"/>
                </a:cubicBezTo>
                <a:cubicBezTo>
                  <a:pt x="1887458" y="97219"/>
                  <a:pt x="1886568" y="95328"/>
                  <a:pt x="1886301" y="93015"/>
                </a:cubicBezTo>
                <a:cubicBezTo>
                  <a:pt x="1883099" y="96217"/>
                  <a:pt x="1879940" y="98574"/>
                  <a:pt x="1876826" y="100087"/>
                </a:cubicBezTo>
                <a:cubicBezTo>
                  <a:pt x="1873712" y="101599"/>
                  <a:pt x="1869887" y="102355"/>
                  <a:pt x="1865350" y="102355"/>
                </a:cubicBezTo>
                <a:cubicBezTo>
                  <a:pt x="1863125" y="102355"/>
                  <a:pt x="1860945" y="102044"/>
                  <a:pt x="1858809" y="101420"/>
                </a:cubicBezTo>
                <a:cubicBezTo>
                  <a:pt x="1856675" y="100799"/>
                  <a:pt x="1854785" y="99777"/>
                  <a:pt x="1853138" y="98354"/>
                </a:cubicBezTo>
                <a:cubicBezTo>
                  <a:pt x="1851493" y="96930"/>
                  <a:pt x="1850159" y="95217"/>
                  <a:pt x="1849135" y="93216"/>
                </a:cubicBezTo>
                <a:cubicBezTo>
                  <a:pt x="1848113" y="91214"/>
                  <a:pt x="1847602" y="88923"/>
                  <a:pt x="1847602" y="86342"/>
                </a:cubicBezTo>
                <a:cubicBezTo>
                  <a:pt x="1847602" y="81004"/>
                  <a:pt x="1849269" y="76868"/>
                  <a:pt x="1852605" y="73933"/>
                </a:cubicBezTo>
                <a:cubicBezTo>
                  <a:pt x="1855942" y="70997"/>
                  <a:pt x="1860546" y="69039"/>
                  <a:pt x="1866417" y="68060"/>
                </a:cubicBezTo>
                <a:cubicBezTo>
                  <a:pt x="1871221" y="67259"/>
                  <a:pt x="1874980" y="66570"/>
                  <a:pt x="1877694" y="65991"/>
                </a:cubicBezTo>
                <a:cubicBezTo>
                  <a:pt x="1880407" y="65413"/>
                  <a:pt x="1882409" y="64812"/>
                  <a:pt x="1883699" y="64189"/>
                </a:cubicBezTo>
                <a:cubicBezTo>
                  <a:pt x="1884988" y="63566"/>
                  <a:pt x="1885766" y="62832"/>
                  <a:pt x="1886032" y="61988"/>
                </a:cubicBezTo>
                <a:cubicBezTo>
                  <a:pt x="1886300" y="61142"/>
                  <a:pt x="1886433" y="60052"/>
                  <a:pt x="1886433" y="58718"/>
                </a:cubicBezTo>
                <a:cubicBezTo>
                  <a:pt x="1886433" y="56494"/>
                  <a:pt x="1886167" y="54360"/>
                  <a:pt x="1885633" y="52314"/>
                </a:cubicBezTo>
                <a:cubicBezTo>
                  <a:pt x="1885100" y="50267"/>
                  <a:pt x="1884255" y="48487"/>
                  <a:pt x="1883098" y="46975"/>
                </a:cubicBezTo>
                <a:cubicBezTo>
                  <a:pt x="1881941" y="45462"/>
                  <a:pt x="1880429" y="44239"/>
                  <a:pt x="1878561" y="43305"/>
                </a:cubicBezTo>
                <a:cubicBezTo>
                  <a:pt x="1876693" y="42371"/>
                  <a:pt x="1874425" y="41904"/>
                  <a:pt x="1871756" y="41904"/>
                </a:cubicBezTo>
                <a:cubicBezTo>
                  <a:pt x="1868197" y="41904"/>
                  <a:pt x="1864882" y="42705"/>
                  <a:pt x="1861813" y="44307"/>
                </a:cubicBezTo>
                <a:cubicBezTo>
                  <a:pt x="1858744" y="45908"/>
                  <a:pt x="1856453" y="48131"/>
                  <a:pt x="1854940" y="50978"/>
                </a:cubicBezTo>
                <a:lnTo>
                  <a:pt x="1853472" y="50978"/>
                </a:lnTo>
                <a:lnTo>
                  <a:pt x="1853472" y="44038"/>
                </a:lnTo>
                <a:close/>
                <a:moveTo>
                  <a:pt x="1949421" y="48575"/>
                </a:moveTo>
                <a:cubicBezTo>
                  <a:pt x="1948978" y="48042"/>
                  <a:pt x="1948110" y="47553"/>
                  <a:pt x="1946819" y="47109"/>
                </a:cubicBezTo>
                <a:cubicBezTo>
                  <a:pt x="1945529" y="46664"/>
                  <a:pt x="1944217" y="46441"/>
                  <a:pt x="1942883" y="46441"/>
                </a:cubicBezTo>
                <a:cubicBezTo>
                  <a:pt x="1940748" y="46441"/>
                  <a:pt x="1938835" y="46931"/>
                  <a:pt x="1937145" y="47909"/>
                </a:cubicBezTo>
                <a:cubicBezTo>
                  <a:pt x="1935455" y="48888"/>
                  <a:pt x="1934031" y="50200"/>
                  <a:pt x="1932875" y="51845"/>
                </a:cubicBezTo>
                <a:cubicBezTo>
                  <a:pt x="1931718" y="53491"/>
                  <a:pt x="1930828" y="55448"/>
                  <a:pt x="1930205" y="57718"/>
                </a:cubicBezTo>
                <a:cubicBezTo>
                  <a:pt x="1929583" y="59986"/>
                  <a:pt x="1929273" y="62410"/>
                  <a:pt x="1929273" y="64990"/>
                </a:cubicBezTo>
                <a:lnTo>
                  <a:pt x="1929273" y="79669"/>
                </a:lnTo>
                <a:cubicBezTo>
                  <a:pt x="1929273" y="85630"/>
                  <a:pt x="1929294" y="90190"/>
                  <a:pt x="1929338" y="93349"/>
                </a:cubicBezTo>
                <a:cubicBezTo>
                  <a:pt x="1929383" y="96506"/>
                  <a:pt x="1929539" y="99064"/>
                  <a:pt x="1929806" y="101021"/>
                </a:cubicBezTo>
                <a:cubicBezTo>
                  <a:pt x="1928026" y="100844"/>
                  <a:pt x="1926247" y="100755"/>
                  <a:pt x="1924467" y="100755"/>
                </a:cubicBezTo>
                <a:cubicBezTo>
                  <a:pt x="1922509" y="100755"/>
                  <a:pt x="1920642" y="100844"/>
                  <a:pt x="1918863" y="101021"/>
                </a:cubicBezTo>
                <a:cubicBezTo>
                  <a:pt x="1919129" y="97997"/>
                  <a:pt x="1919285" y="93882"/>
                  <a:pt x="1919329" y="88677"/>
                </a:cubicBezTo>
                <a:cubicBezTo>
                  <a:pt x="1919374" y="83473"/>
                  <a:pt x="1919397" y="77090"/>
                  <a:pt x="1919397" y="69528"/>
                </a:cubicBezTo>
                <a:lnTo>
                  <a:pt x="1919397" y="65256"/>
                </a:lnTo>
                <a:cubicBezTo>
                  <a:pt x="1919397" y="61788"/>
                  <a:pt x="1919374" y="57785"/>
                  <a:pt x="1919329" y="53248"/>
                </a:cubicBezTo>
                <a:cubicBezTo>
                  <a:pt x="1919285" y="48710"/>
                  <a:pt x="1919129" y="43505"/>
                  <a:pt x="1918863" y="37632"/>
                </a:cubicBezTo>
                <a:cubicBezTo>
                  <a:pt x="1919842" y="37811"/>
                  <a:pt x="1920776" y="37968"/>
                  <a:pt x="1921665" y="38101"/>
                </a:cubicBezTo>
                <a:cubicBezTo>
                  <a:pt x="1922554" y="38234"/>
                  <a:pt x="1923488" y="38300"/>
                  <a:pt x="1924467" y="38300"/>
                </a:cubicBezTo>
                <a:cubicBezTo>
                  <a:pt x="1925268" y="38300"/>
                  <a:pt x="1926113" y="38234"/>
                  <a:pt x="1927002" y="38101"/>
                </a:cubicBezTo>
                <a:cubicBezTo>
                  <a:pt x="1927893" y="37968"/>
                  <a:pt x="1928827" y="37811"/>
                  <a:pt x="1929806" y="37632"/>
                </a:cubicBezTo>
                <a:cubicBezTo>
                  <a:pt x="1929450" y="40836"/>
                  <a:pt x="1929250" y="43372"/>
                  <a:pt x="1929205" y="45240"/>
                </a:cubicBezTo>
                <a:cubicBezTo>
                  <a:pt x="1929161" y="47108"/>
                  <a:pt x="1929138" y="48887"/>
                  <a:pt x="1929138" y="50577"/>
                </a:cubicBezTo>
                <a:lnTo>
                  <a:pt x="1929405" y="50711"/>
                </a:lnTo>
                <a:cubicBezTo>
                  <a:pt x="1934654" y="41103"/>
                  <a:pt x="1940526" y="36299"/>
                  <a:pt x="1947021" y="36299"/>
                </a:cubicBezTo>
                <a:cubicBezTo>
                  <a:pt x="1947822" y="36299"/>
                  <a:pt x="1948511" y="36343"/>
                  <a:pt x="1949090" y="36433"/>
                </a:cubicBezTo>
                <a:cubicBezTo>
                  <a:pt x="1949668" y="36521"/>
                  <a:pt x="1950402" y="36743"/>
                  <a:pt x="1951291" y="37099"/>
                </a:cubicBezTo>
                <a:cubicBezTo>
                  <a:pt x="1950846" y="38167"/>
                  <a:pt x="1950578" y="39791"/>
                  <a:pt x="1950488" y="41972"/>
                </a:cubicBezTo>
                <a:cubicBezTo>
                  <a:pt x="1950400" y="44150"/>
                  <a:pt x="1950356" y="46130"/>
                  <a:pt x="1950356" y="47909"/>
                </a:cubicBezTo>
                <a:lnTo>
                  <a:pt x="1949421" y="48575"/>
                </a:lnTo>
                <a:close/>
                <a:moveTo>
                  <a:pt x="1988657" y="40569"/>
                </a:moveTo>
                <a:cubicBezTo>
                  <a:pt x="1985365" y="40569"/>
                  <a:pt x="1982584" y="41325"/>
                  <a:pt x="1980315" y="42837"/>
                </a:cubicBezTo>
                <a:cubicBezTo>
                  <a:pt x="1978046" y="44349"/>
                  <a:pt x="1976178" y="46240"/>
                  <a:pt x="1974711" y="48510"/>
                </a:cubicBezTo>
                <a:cubicBezTo>
                  <a:pt x="1973243" y="50778"/>
                  <a:pt x="1972132" y="53269"/>
                  <a:pt x="1971375" y="55983"/>
                </a:cubicBezTo>
                <a:cubicBezTo>
                  <a:pt x="1970619" y="58697"/>
                  <a:pt x="1970152" y="61254"/>
                  <a:pt x="1969974" y="63656"/>
                </a:cubicBezTo>
                <a:cubicBezTo>
                  <a:pt x="1972732" y="63745"/>
                  <a:pt x="1975600" y="63835"/>
                  <a:pt x="1978580" y="63925"/>
                </a:cubicBezTo>
                <a:cubicBezTo>
                  <a:pt x="1981561" y="64013"/>
                  <a:pt x="1984475" y="64057"/>
                  <a:pt x="1987321" y="64057"/>
                </a:cubicBezTo>
                <a:cubicBezTo>
                  <a:pt x="1990258" y="64057"/>
                  <a:pt x="1993238" y="64013"/>
                  <a:pt x="1996263" y="63925"/>
                </a:cubicBezTo>
                <a:cubicBezTo>
                  <a:pt x="1999287" y="63835"/>
                  <a:pt x="2002224" y="63745"/>
                  <a:pt x="2005072" y="63656"/>
                </a:cubicBezTo>
                <a:cubicBezTo>
                  <a:pt x="2005072" y="61254"/>
                  <a:pt x="2004871" y="58719"/>
                  <a:pt x="2004471" y="56050"/>
                </a:cubicBezTo>
                <a:cubicBezTo>
                  <a:pt x="2004070" y="53380"/>
                  <a:pt x="2003269" y="50888"/>
                  <a:pt x="2002068" y="48575"/>
                </a:cubicBezTo>
                <a:cubicBezTo>
                  <a:pt x="2000867" y="46262"/>
                  <a:pt x="1999198" y="44349"/>
                  <a:pt x="1997063" y="42837"/>
                </a:cubicBezTo>
                <a:cubicBezTo>
                  <a:pt x="1994928" y="41325"/>
                  <a:pt x="1992126" y="40569"/>
                  <a:pt x="1988657" y="40569"/>
                </a:cubicBezTo>
                <a:moveTo>
                  <a:pt x="1957830" y="71396"/>
                </a:moveTo>
                <a:cubicBezTo>
                  <a:pt x="1957830" y="60453"/>
                  <a:pt x="1960432" y="51868"/>
                  <a:pt x="1965635" y="45641"/>
                </a:cubicBezTo>
                <a:cubicBezTo>
                  <a:pt x="1970840" y="39413"/>
                  <a:pt x="1978425" y="36299"/>
                  <a:pt x="1988390" y="36299"/>
                </a:cubicBezTo>
                <a:cubicBezTo>
                  <a:pt x="1993105" y="36299"/>
                  <a:pt x="1997175" y="37033"/>
                  <a:pt x="2000600" y="38502"/>
                </a:cubicBezTo>
                <a:cubicBezTo>
                  <a:pt x="2004025" y="39969"/>
                  <a:pt x="2006894" y="41926"/>
                  <a:pt x="2009207" y="44372"/>
                </a:cubicBezTo>
                <a:cubicBezTo>
                  <a:pt x="2011520" y="46819"/>
                  <a:pt x="2013233" y="49688"/>
                  <a:pt x="2014345" y="52980"/>
                </a:cubicBezTo>
                <a:cubicBezTo>
                  <a:pt x="2015457" y="56272"/>
                  <a:pt x="2016012" y="59786"/>
                  <a:pt x="2016012" y="63521"/>
                </a:cubicBezTo>
                <a:cubicBezTo>
                  <a:pt x="2016012" y="64412"/>
                  <a:pt x="2015990" y="65280"/>
                  <a:pt x="2015945" y="66126"/>
                </a:cubicBezTo>
                <a:cubicBezTo>
                  <a:pt x="2015902" y="66970"/>
                  <a:pt x="2015835" y="67837"/>
                  <a:pt x="2015746" y="68726"/>
                </a:cubicBezTo>
                <a:cubicBezTo>
                  <a:pt x="2010941" y="68638"/>
                  <a:pt x="2006182" y="68550"/>
                  <a:pt x="2001467" y="68461"/>
                </a:cubicBezTo>
                <a:cubicBezTo>
                  <a:pt x="1996753" y="68372"/>
                  <a:pt x="1991993" y="68327"/>
                  <a:pt x="1987189" y="68327"/>
                </a:cubicBezTo>
                <a:cubicBezTo>
                  <a:pt x="1984253" y="68327"/>
                  <a:pt x="1981339" y="68372"/>
                  <a:pt x="1978447" y="68461"/>
                </a:cubicBezTo>
                <a:cubicBezTo>
                  <a:pt x="1975556" y="68550"/>
                  <a:pt x="1972642" y="68638"/>
                  <a:pt x="1969706" y="68726"/>
                </a:cubicBezTo>
                <a:cubicBezTo>
                  <a:pt x="1969617" y="69171"/>
                  <a:pt x="1969573" y="69839"/>
                  <a:pt x="1969573" y="70728"/>
                </a:cubicBezTo>
                <a:lnTo>
                  <a:pt x="1969573" y="72463"/>
                </a:lnTo>
                <a:cubicBezTo>
                  <a:pt x="1969573" y="75932"/>
                  <a:pt x="1970084" y="79180"/>
                  <a:pt x="1971107" y="82206"/>
                </a:cubicBezTo>
                <a:cubicBezTo>
                  <a:pt x="1972130" y="85231"/>
                  <a:pt x="1973621" y="87833"/>
                  <a:pt x="1975578" y="90013"/>
                </a:cubicBezTo>
                <a:cubicBezTo>
                  <a:pt x="1977536" y="92192"/>
                  <a:pt x="1979938" y="93927"/>
                  <a:pt x="1982785" y="95218"/>
                </a:cubicBezTo>
                <a:cubicBezTo>
                  <a:pt x="1985631" y="96508"/>
                  <a:pt x="1988923" y="97152"/>
                  <a:pt x="1992661" y="97152"/>
                </a:cubicBezTo>
                <a:cubicBezTo>
                  <a:pt x="1994439" y="97152"/>
                  <a:pt x="1996262" y="96908"/>
                  <a:pt x="1998130" y="96419"/>
                </a:cubicBezTo>
                <a:cubicBezTo>
                  <a:pt x="1999999" y="95929"/>
                  <a:pt x="2001823" y="95261"/>
                  <a:pt x="2003601" y="94416"/>
                </a:cubicBezTo>
                <a:cubicBezTo>
                  <a:pt x="2005381" y="93570"/>
                  <a:pt x="2007049" y="92569"/>
                  <a:pt x="2008607" y="91414"/>
                </a:cubicBezTo>
                <a:cubicBezTo>
                  <a:pt x="2010164" y="90258"/>
                  <a:pt x="2011520" y="89011"/>
                  <a:pt x="2012677" y="87676"/>
                </a:cubicBezTo>
                <a:lnTo>
                  <a:pt x="2013345" y="88077"/>
                </a:lnTo>
                <a:lnTo>
                  <a:pt x="2012545" y="94615"/>
                </a:lnTo>
                <a:cubicBezTo>
                  <a:pt x="2009874" y="96751"/>
                  <a:pt x="2006560" y="98574"/>
                  <a:pt x="2002602" y="100087"/>
                </a:cubicBezTo>
                <a:cubicBezTo>
                  <a:pt x="1998643" y="101599"/>
                  <a:pt x="1994528" y="102355"/>
                  <a:pt x="1990258" y="102355"/>
                </a:cubicBezTo>
                <a:cubicBezTo>
                  <a:pt x="1985453" y="102355"/>
                  <a:pt x="1981071" y="101621"/>
                  <a:pt x="1977112" y="100154"/>
                </a:cubicBezTo>
                <a:cubicBezTo>
                  <a:pt x="1973153" y="98686"/>
                  <a:pt x="1969728" y="96552"/>
                  <a:pt x="1966837" y="93750"/>
                </a:cubicBezTo>
                <a:cubicBezTo>
                  <a:pt x="1963946" y="90947"/>
                  <a:pt x="1961723" y="87632"/>
                  <a:pt x="1960166" y="83807"/>
                </a:cubicBezTo>
                <a:cubicBezTo>
                  <a:pt x="1958609" y="79981"/>
                  <a:pt x="1957830" y="75844"/>
                  <a:pt x="1957830" y="71396"/>
                </a:cubicBezTo>
                <a:close/>
                <a:moveTo>
                  <a:pt x="2074331" y="70728"/>
                </a:moveTo>
                <a:cubicBezTo>
                  <a:pt x="2074331" y="76067"/>
                  <a:pt x="2074887" y="80471"/>
                  <a:pt x="2075999" y="83941"/>
                </a:cubicBezTo>
                <a:cubicBezTo>
                  <a:pt x="2077111" y="87410"/>
                  <a:pt x="2078534" y="90190"/>
                  <a:pt x="2080269" y="92282"/>
                </a:cubicBezTo>
                <a:cubicBezTo>
                  <a:pt x="2082004" y="94372"/>
                  <a:pt x="2083983" y="95818"/>
                  <a:pt x="2086207" y="96619"/>
                </a:cubicBezTo>
                <a:cubicBezTo>
                  <a:pt x="2088432" y="97419"/>
                  <a:pt x="2090612" y="97818"/>
                  <a:pt x="2092747" y="97818"/>
                </a:cubicBezTo>
                <a:cubicBezTo>
                  <a:pt x="2096217" y="97818"/>
                  <a:pt x="2099197" y="96951"/>
                  <a:pt x="2101688" y="95216"/>
                </a:cubicBezTo>
                <a:cubicBezTo>
                  <a:pt x="2104180" y="93481"/>
                  <a:pt x="2106248" y="91213"/>
                  <a:pt x="2107893" y="88411"/>
                </a:cubicBezTo>
                <a:cubicBezTo>
                  <a:pt x="2109538" y="85609"/>
                  <a:pt x="2110739" y="82429"/>
                  <a:pt x="2111495" y="78871"/>
                </a:cubicBezTo>
                <a:cubicBezTo>
                  <a:pt x="2112253" y="75311"/>
                  <a:pt x="2112631" y="71752"/>
                  <a:pt x="2112631" y="68193"/>
                </a:cubicBezTo>
                <a:cubicBezTo>
                  <a:pt x="2112631" y="59653"/>
                  <a:pt x="2110985" y="53136"/>
                  <a:pt x="2107693" y="48644"/>
                </a:cubicBezTo>
                <a:cubicBezTo>
                  <a:pt x="2104401" y="44151"/>
                  <a:pt x="2099552" y="41904"/>
                  <a:pt x="2093146" y="41904"/>
                </a:cubicBezTo>
                <a:cubicBezTo>
                  <a:pt x="2089944" y="41904"/>
                  <a:pt x="2087164" y="42638"/>
                  <a:pt x="2084806" y="44106"/>
                </a:cubicBezTo>
                <a:cubicBezTo>
                  <a:pt x="2082449" y="45573"/>
                  <a:pt x="2080492" y="47620"/>
                  <a:pt x="2078935" y="50245"/>
                </a:cubicBezTo>
                <a:cubicBezTo>
                  <a:pt x="2077378" y="52869"/>
                  <a:pt x="2076222" y="55938"/>
                  <a:pt x="2075465" y="59453"/>
                </a:cubicBezTo>
                <a:cubicBezTo>
                  <a:pt x="2074709" y="62966"/>
                  <a:pt x="2074331" y="66724"/>
                  <a:pt x="2074331" y="70728"/>
                </a:cubicBezTo>
                <a:moveTo>
                  <a:pt x="2112230" y="88344"/>
                </a:moveTo>
                <a:cubicBezTo>
                  <a:pt x="2111519" y="89768"/>
                  <a:pt x="2110563" y="91303"/>
                  <a:pt x="2109361" y="92950"/>
                </a:cubicBezTo>
                <a:cubicBezTo>
                  <a:pt x="2108160" y="94595"/>
                  <a:pt x="2106647" y="96130"/>
                  <a:pt x="2104822" y="97554"/>
                </a:cubicBezTo>
                <a:cubicBezTo>
                  <a:pt x="2102999" y="98976"/>
                  <a:pt x="2100842" y="100132"/>
                  <a:pt x="2098351" y="101021"/>
                </a:cubicBezTo>
                <a:cubicBezTo>
                  <a:pt x="2095860" y="101911"/>
                  <a:pt x="2092969" y="102355"/>
                  <a:pt x="2089677" y="102355"/>
                </a:cubicBezTo>
                <a:cubicBezTo>
                  <a:pt x="2086296" y="102355"/>
                  <a:pt x="2082983" y="101777"/>
                  <a:pt x="2079735" y="100620"/>
                </a:cubicBezTo>
                <a:cubicBezTo>
                  <a:pt x="2076488" y="99464"/>
                  <a:pt x="2073597" y="97573"/>
                  <a:pt x="2071061" y="94949"/>
                </a:cubicBezTo>
                <a:cubicBezTo>
                  <a:pt x="2068525" y="92325"/>
                  <a:pt x="2066479" y="88945"/>
                  <a:pt x="2064922" y="84809"/>
                </a:cubicBezTo>
                <a:cubicBezTo>
                  <a:pt x="2063366" y="80671"/>
                  <a:pt x="2062588" y="75711"/>
                  <a:pt x="2062588" y="69928"/>
                </a:cubicBezTo>
                <a:cubicBezTo>
                  <a:pt x="2062588" y="64234"/>
                  <a:pt x="2063433" y="59297"/>
                  <a:pt x="2065123" y="55116"/>
                </a:cubicBezTo>
                <a:cubicBezTo>
                  <a:pt x="2066813" y="50933"/>
                  <a:pt x="2069015" y="47441"/>
                  <a:pt x="2071729" y="44639"/>
                </a:cubicBezTo>
                <a:cubicBezTo>
                  <a:pt x="2074443" y="41837"/>
                  <a:pt x="2077512" y="39747"/>
                  <a:pt x="2080937" y="38367"/>
                </a:cubicBezTo>
                <a:cubicBezTo>
                  <a:pt x="2084362" y="36988"/>
                  <a:pt x="2087809" y="36299"/>
                  <a:pt x="2091279" y="36299"/>
                </a:cubicBezTo>
                <a:cubicBezTo>
                  <a:pt x="2101154" y="36299"/>
                  <a:pt x="2108004" y="40747"/>
                  <a:pt x="2111829" y="49644"/>
                </a:cubicBezTo>
                <a:lnTo>
                  <a:pt x="2112096" y="49644"/>
                </a:lnTo>
                <a:lnTo>
                  <a:pt x="2112096" y="36565"/>
                </a:lnTo>
                <a:cubicBezTo>
                  <a:pt x="2112096" y="33185"/>
                  <a:pt x="2112073" y="29782"/>
                  <a:pt x="2112029" y="26357"/>
                </a:cubicBezTo>
                <a:cubicBezTo>
                  <a:pt x="2111985" y="22932"/>
                  <a:pt x="2111941" y="19663"/>
                  <a:pt x="2111896" y="16549"/>
                </a:cubicBezTo>
                <a:cubicBezTo>
                  <a:pt x="2111852" y="13435"/>
                  <a:pt x="2111807" y="10499"/>
                  <a:pt x="2111762" y="7742"/>
                </a:cubicBezTo>
                <a:cubicBezTo>
                  <a:pt x="2111718" y="4983"/>
                  <a:pt x="2111652" y="2537"/>
                  <a:pt x="2111562" y="401"/>
                </a:cubicBezTo>
                <a:cubicBezTo>
                  <a:pt x="2112631" y="579"/>
                  <a:pt x="2113654" y="735"/>
                  <a:pt x="2114631" y="869"/>
                </a:cubicBezTo>
                <a:cubicBezTo>
                  <a:pt x="2115610" y="1003"/>
                  <a:pt x="2116589" y="1069"/>
                  <a:pt x="2117567" y="1069"/>
                </a:cubicBezTo>
                <a:cubicBezTo>
                  <a:pt x="2118546" y="1069"/>
                  <a:pt x="2119502" y="1003"/>
                  <a:pt x="2120436" y="869"/>
                </a:cubicBezTo>
                <a:cubicBezTo>
                  <a:pt x="2121370" y="735"/>
                  <a:pt x="2122416" y="579"/>
                  <a:pt x="2123572" y="401"/>
                </a:cubicBezTo>
                <a:cubicBezTo>
                  <a:pt x="2123306" y="3248"/>
                  <a:pt x="2123084" y="7362"/>
                  <a:pt x="2122906" y="12745"/>
                </a:cubicBezTo>
                <a:cubicBezTo>
                  <a:pt x="2122729" y="18128"/>
                  <a:pt x="2122572" y="24066"/>
                  <a:pt x="2122438" y="30560"/>
                </a:cubicBezTo>
                <a:cubicBezTo>
                  <a:pt x="2122305" y="37055"/>
                  <a:pt x="2122194" y="43728"/>
                  <a:pt x="2122104" y="50579"/>
                </a:cubicBezTo>
                <a:cubicBezTo>
                  <a:pt x="2122016" y="57429"/>
                  <a:pt x="2121972" y="63701"/>
                  <a:pt x="2121972" y="69394"/>
                </a:cubicBezTo>
                <a:cubicBezTo>
                  <a:pt x="2121972" y="75533"/>
                  <a:pt x="2122016" y="81049"/>
                  <a:pt x="2122104" y="85943"/>
                </a:cubicBezTo>
                <a:cubicBezTo>
                  <a:pt x="2122194" y="90835"/>
                  <a:pt x="2122283" y="95861"/>
                  <a:pt x="2122373" y="101021"/>
                </a:cubicBezTo>
                <a:cubicBezTo>
                  <a:pt x="2120593" y="100844"/>
                  <a:pt x="2118858" y="100755"/>
                  <a:pt x="2117168" y="100755"/>
                </a:cubicBezTo>
                <a:cubicBezTo>
                  <a:pt x="2115566" y="100755"/>
                  <a:pt x="2113876" y="100844"/>
                  <a:pt x="2112096" y="101021"/>
                </a:cubicBezTo>
                <a:lnTo>
                  <a:pt x="2112497" y="88344"/>
                </a:lnTo>
                <a:lnTo>
                  <a:pt x="2112230" y="88344"/>
                </a:lnTo>
                <a:close/>
                <a:moveTo>
                  <a:pt x="2166678" y="40569"/>
                </a:moveTo>
                <a:cubicBezTo>
                  <a:pt x="2163386" y="40569"/>
                  <a:pt x="2160605" y="41325"/>
                  <a:pt x="2158335" y="42837"/>
                </a:cubicBezTo>
                <a:cubicBezTo>
                  <a:pt x="2156067" y="44349"/>
                  <a:pt x="2154199" y="46240"/>
                  <a:pt x="2152732" y="48510"/>
                </a:cubicBezTo>
                <a:cubicBezTo>
                  <a:pt x="2151264" y="50778"/>
                  <a:pt x="2150152" y="53269"/>
                  <a:pt x="2149396" y="55983"/>
                </a:cubicBezTo>
                <a:cubicBezTo>
                  <a:pt x="2148640" y="58697"/>
                  <a:pt x="2148173" y="61254"/>
                  <a:pt x="2147995" y="63656"/>
                </a:cubicBezTo>
                <a:cubicBezTo>
                  <a:pt x="2150752" y="63745"/>
                  <a:pt x="2153621" y="63835"/>
                  <a:pt x="2156601" y="63925"/>
                </a:cubicBezTo>
                <a:cubicBezTo>
                  <a:pt x="2159582" y="64013"/>
                  <a:pt x="2162496" y="64057"/>
                  <a:pt x="2165342" y="64057"/>
                </a:cubicBezTo>
                <a:cubicBezTo>
                  <a:pt x="2168279" y="64057"/>
                  <a:pt x="2171259" y="64013"/>
                  <a:pt x="2174284" y="63925"/>
                </a:cubicBezTo>
                <a:cubicBezTo>
                  <a:pt x="2177308" y="63835"/>
                  <a:pt x="2180244" y="63745"/>
                  <a:pt x="2183092" y="63656"/>
                </a:cubicBezTo>
                <a:cubicBezTo>
                  <a:pt x="2183092" y="61254"/>
                  <a:pt x="2182892" y="58719"/>
                  <a:pt x="2182492" y="56050"/>
                </a:cubicBezTo>
                <a:cubicBezTo>
                  <a:pt x="2182091" y="53380"/>
                  <a:pt x="2181290" y="50888"/>
                  <a:pt x="2180089" y="48575"/>
                </a:cubicBezTo>
                <a:cubicBezTo>
                  <a:pt x="2178888" y="46262"/>
                  <a:pt x="2177219" y="44349"/>
                  <a:pt x="2175084" y="42837"/>
                </a:cubicBezTo>
                <a:cubicBezTo>
                  <a:pt x="2172948" y="41325"/>
                  <a:pt x="2170146" y="40569"/>
                  <a:pt x="2166678" y="40569"/>
                </a:cubicBezTo>
                <a:moveTo>
                  <a:pt x="2135851" y="71396"/>
                </a:moveTo>
                <a:cubicBezTo>
                  <a:pt x="2135851" y="60453"/>
                  <a:pt x="2138453" y="51868"/>
                  <a:pt x="2143656" y="45641"/>
                </a:cubicBezTo>
                <a:cubicBezTo>
                  <a:pt x="2148861" y="39413"/>
                  <a:pt x="2156446" y="36299"/>
                  <a:pt x="2166411" y="36299"/>
                </a:cubicBezTo>
                <a:cubicBezTo>
                  <a:pt x="2171126" y="36299"/>
                  <a:pt x="2175196" y="37033"/>
                  <a:pt x="2178621" y="38502"/>
                </a:cubicBezTo>
                <a:cubicBezTo>
                  <a:pt x="2182046" y="39969"/>
                  <a:pt x="2184915" y="41926"/>
                  <a:pt x="2187228" y="44372"/>
                </a:cubicBezTo>
                <a:cubicBezTo>
                  <a:pt x="2189541" y="46819"/>
                  <a:pt x="2191254" y="49688"/>
                  <a:pt x="2192366" y="52980"/>
                </a:cubicBezTo>
                <a:cubicBezTo>
                  <a:pt x="2193477" y="56272"/>
                  <a:pt x="2194033" y="59786"/>
                  <a:pt x="2194033" y="63521"/>
                </a:cubicBezTo>
                <a:cubicBezTo>
                  <a:pt x="2194033" y="64412"/>
                  <a:pt x="2194011" y="65280"/>
                  <a:pt x="2193966" y="66126"/>
                </a:cubicBezTo>
                <a:cubicBezTo>
                  <a:pt x="2193923" y="66970"/>
                  <a:pt x="2193856" y="67837"/>
                  <a:pt x="2193767" y="68726"/>
                </a:cubicBezTo>
                <a:cubicBezTo>
                  <a:pt x="2188962" y="68638"/>
                  <a:pt x="2184203" y="68550"/>
                  <a:pt x="2179488" y="68461"/>
                </a:cubicBezTo>
                <a:cubicBezTo>
                  <a:pt x="2174774" y="68372"/>
                  <a:pt x="2170014" y="68327"/>
                  <a:pt x="2165210" y="68327"/>
                </a:cubicBezTo>
                <a:cubicBezTo>
                  <a:pt x="2162274" y="68327"/>
                  <a:pt x="2159360" y="68372"/>
                  <a:pt x="2156468" y="68461"/>
                </a:cubicBezTo>
                <a:cubicBezTo>
                  <a:pt x="2153577" y="68550"/>
                  <a:pt x="2150663" y="68638"/>
                  <a:pt x="2147726" y="68726"/>
                </a:cubicBezTo>
                <a:cubicBezTo>
                  <a:pt x="2147638" y="69171"/>
                  <a:pt x="2147594" y="69839"/>
                  <a:pt x="2147594" y="70728"/>
                </a:cubicBezTo>
                <a:lnTo>
                  <a:pt x="2147594" y="72463"/>
                </a:lnTo>
                <a:cubicBezTo>
                  <a:pt x="2147594" y="75932"/>
                  <a:pt x="2148105" y="79180"/>
                  <a:pt x="2149127" y="82206"/>
                </a:cubicBezTo>
                <a:cubicBezTo>
                  <a:pt x="2150151" y="85231"/>
                  <a:pt x="2151642" y="87833"/>
                  <a:pt x="2153599" y="90013"/>
                </a:cubicBezTo>
                <a:cubicBezTo>
                  <a:pt x="2155557" y="92192"/>
                  <a:pt x="2157959" y="93927"/>
                  <a:pt x="2160805" y="95218"/>
                </a:cubicBezTo>
                <a:cubicBezTo>
                  <a:pt x="2163652" y="96508"/>
                  <a:pt x="2166944" y="97152"/>
                  <a:pt x="2170681" y="97152"/>
                </a:cubicBezTo>
                <a:cubicBezTo>
                  <a:pt x="2172460" y="97152"/>
                  <a:pt x="2174283" y="96908"/>
                  <a:pt x="2176151" y="96419"/>
                </a:cubicBezTo>
                <a:cubicBezTo>
                  <a:pt x="2178020" y="95929"/>
                  <a:pt x="2179844" y="95261"/>
                  <a:pt x="2181622" y="94416"/>
                </a:cubicBezTo>
                <a:cubicBezTo>
                  <a:pt x="2183402" y="93570"/>
                  <a:pt x="2185070" y="92569"/>
                  <a:pt x="2186627" y="91414"/>
                </a:cubicBezTo>
                <a:cubicBezTo>
                  <a:pt x="2188184" y="90258"/>
                  <a:pt x="2189541" y="89011"/>
                  <a:pt x="2190698" y="87676"/>
                </a:cubicBezTo>
                <a:lnTo>
                  <a:pt x="2191366" y="88077"/>
                </a:lnTo>
                <a:lnTo>
                  <a:pt x="2190566" y="94615"/>
                </a:lnTo>
                <a:cubicBezTo>
                  <a:pt x="2187895" y="96751"/>
                  <a:pt x="2184581" y="98574"/>
                  <a:pt x="2180622" y="100087"/>
                </a:cubicBezTo>
                <a:cubicBezTo>
                  <a:pt x="2176664" y="101599"/>
                  <a:pt x="2172549" y="102355"/>
                  <a:pt x="2168279" y="102355"/>
                </a:cubicBezTo>
                <a:cubicBezTo>
                  <a:pt x="2163474" y="102355"/>
                  <a:pt x="2159092" y="101621"/>
                  <a:pt x="2155132" y="100154"/>
                </a:cubicBezTo>
                <a:cubicBezTo>
                  <a:pt x="2151174" y="98686"/>
                  <a:pt x="2147749" y="96552"/>
                  <a:pt x="2144857" y="93750"/>
                </a:cubicBezTo>
                <a:cubicBezTo>
                  <a:pt x="2141967" y="90947"/>
                  <a:pt x="2139744" y="87632"/>
                  <a:pt x="2138187" y="83807"/>
                </a:cubicBezTo>
                <a:cubicBezTo>
                  <a:pt x="2136629" y="79981"/>
                  <a:pt x="2135851" y="75844"/>
                  <a:pt x="2135851" y="71396"/>
                </a:cubicBezTo>
                <a:close/>
                <a:moveTo>
                  <a:pt x="2203510" y="69528"/>
                </a:moveTo>
                <a:cubicBezTo>
                  <a:pt x="2203510" y="63745"/>
                  <a:pt x="2204488" y="58763"/>
                  <a:pt x="2206444" y="54582"/>
                </a:cubicBezTo>
                <a:cubicBezTo>
                  <a:pt x="2208402" y="50400"/>
                  <a:pt x="2210960" y="46952"/>
                  <a:pt x="2214117" y="44240"/>
                </a:cubicBezTo>
                <a:cubicBezTo>
                  <a:pt x="2217276" y="41526"/>
                  <a:pt x="2220901" y="39525"/>
                  <a:pt x="2224993" y="38235"/>
                </a:cubicBezTo>
                <a:cubicBezTo>
                  <a:pt x="2229086" y="36944"/>
                  <a:pt x="2233268" y="36299"/>
                  <a:pt x="2237538" y="36299"/>
                </a:cubicBezTo>
                <a:cubicBezTo>
                  <a:pt x="2242432" y="36299"/>
                  <a:pt x="2246814" y="36899"/>
                  <a:pt x="2250682" y="38101"/>
                </a:cubicBezTo>
                <a:cubicBezTo>
                  <a:pt x="2254553" y="39302"/>
                  <a:pt x="2257333" y="40659"/>
                  <a:pt x="2259023" y="42171"/>
                </a:cubicBezTo>
                <a:cubicBezTo>
                  <a:pt x="2258401" y="43506"/>
                  <a:pt x="2257845" y="44907"/>
                  <a:pt x="2257355" y="46374"/>
                </a:cubicBezTo>
                <a:cubicBezTo>
                  <a:pt x="2256867" y="47841"/>
                  <a:pt x="2256444" y="49376"/>
                  <a:pt x="2256089" y="50978"/>
                </a:cubicBezTo>
                <a:lnTo>
                  <a:pt x="2255020" y="50978"/>
                </a:lnTo>
                <a:cubicBezTo>
                  <a:pt x="2254398" y="49821"/>
                  <a:pt x="2253553" y="48643"/>
                  <a:pt x="2252485" y="47443"/>
                </a:cubicBezTo>
                <a:cubicBezTo>
                  <a:pt x="2251418" y="46242"/>
                  <a:pt x="2250150" y="45129"/>
                  <a:pt x="2248681" y="44106"/>
                </a:cubicBezTo>
                <a:cubicBezTo>
                  <a:pt x="2247213" y="43082"/>
                  <a:pt x="2245590" y="42237"/>
                  <a:pt x="2243810" y="41570"/>
                </a:cubicBezTo>
                <a:cubicBezTo>
                  <a:pt x="2242032" y="40903"/>
                  <a:pt x="2240075" y="40569"/>
                  <a:pt x="2237939" y="40569"/>
                </a:cubicBezTo>
                <a:cubicBezTo>
                  <a:pt x="2233936" y="40569"/>
                  <a:pt x="2230489" y="41303"/>
                  <a:pt x="2227597" y="42772"/>
                </a:cubicBezTo>
                <a:cubicBezTo>
                  <a:pt x="2224706" y="44239"/>
                  <a:pt x="2222348" y="46263"/>
                  <a:pt x="2220523" y="48844"/>
                </a:cubicBezTo>
                <a:cubicBezTo>
                  <a:pt x="2218700" y="51423"/>
                  <a:pt x="2217366" y="54470"/>
                  <a:pt x="2216520" y="57985"/>
                </a:cubicBezTo>
                <a:cubicBezTo>
                  <a:pt x="2215676" y="61498"/>
                  <a:pt x="2215253" y="65301"/>
                  <a:pt x="2215253" y="69394"/>
                </a:cubicBezTo>
                <a:cubicBezTo>
                  <a:pt x="2215253" y="78557"/>
                  <a:pt x="2217210" y="85474"/>
                  <a:pt x="2221124" y="90146"/>
                </a:cubicBezTo>
                <a:cubicBezTo>
                  <a:pt x="2225039" y="94817"/>
                  <a:pt x="2230777" y="97152"/>
                  <a:pt x="2238339" y="97152"/>
                </a:cubicBezTo>
                <a:cubicBezTo>
                  <a:pt x="2240118" y="97152"/>
                  <a:pt x="2241942" y="96908"/>
                  <a:pt x="2243810" y="96419"/>
                </a:cubicBezTo>
                <a:cubicBezTo>
                  <a:pt x="2245679" y="95929"/>
                  <a:pt x="2247503" y="95261"/>
                  <a:pt x="2249281" y="94416"/>
                </a:cubicBezTo>
                <a:cubicBezTo>
                  <a:pt x="2251061" y="93570"/>
                  <a:pt x="2252730" y="92569"/>
                  <a:pt x="2254287" y="91414"/>
                </a:cubicBezTo>
                <a:cubicBezTo>
                  <a:pt x="2255844" y="90258"/>
                  <a:pt x="2257201" y="89011"/>
                  <a:pt x="2258357" y="87676"/>
                </a:cubicBezTo>
                <a:lnTo>
                  <a:pt x="2259023" y="88077"/>
                </a:lnTo>
                <a:cubicBezTo>
                  <a:pt x="2258579" y="90212"/>
                  <a:pt x="2258312" y="92392"/>
                  <a:pt x="2258223" y="94615"/>
                </a:cubicBezTo>
                <a:cubicBezTo>
                  <a:pt x="2255554" y="96751"/>
                  <a:pt x="2252240" y="98574"/>
                  <a:pt x="2248280" y="100087"/>
                </a:cubicBezTo>
                <a:cubicBezTo>
                  <a:pt x="2244321" y="101599"/>
                  <a:pt x="2240207" y="102355"/>
                  <a:pt x="2235938" y="102355"/>
                </a:cubicBezTo>
                <a:cubicBezTo>
                  <a:pt x="2232112" y="102355"/>
                  <a:pt x="2228264" y="101799"/>
                  <a:pt x="2224394" y="100687"/>
                </a:cubicBezTo>
                <a:cubicBezTo>
                  <a:pt x="2220524" y="99576"/>
                  <a:pt x="2217032" y="97708"/>
                  <a:pt x="2213918" y="95084"/>
                </a:cubicBezTo>
                <a:cubicBezTo>
                  <a:pt x="2210805" y="92458"/>
                  <a:pt x="2208292" y="89055"/>
                  <a:pt x="2206379" y="84874"/>
                </a:cubicBezTo>
                <a:cubicBezTo>
                  <a:pt x="2204467" y="80693"/>
                  <a:pt x="2203510" y="75577"/>
                  <a:pt x="2203510" y="69528"/>
                </a:cubicBezTo>
                <a:close/>
                <a:moveTo>
                  <a:pt x="2276372" y="14413"/>
                </a:moveTo>
                <a:cubicBezTo>
                  <a:pt x="2276372" y="12545"/>
                  <a:pt x="2277039" y="10944"/>
                  <a:pt x="2278374" y="9609"/>
                </a:cubicBezTo>
                <a:cubicBezTo>
                  <a:pt x="2279708" y="8275"/>
                  <a:pt x="2281310" y="7608"/>
                  <a:pt x="2283179" y="7608"/>
                </a:cubicBezTo>
                <a:cubicBezTo>
                  <a:pt x="2285047" y="7608"/>
                  <a:pt x="2286649" y="8275"/>
                  <a:pt x="2287983" y="9609"/>
                </a:cubicBezTo>
                <a:cubicBezTo>
                  <a:pt x="2289317" y="10944"/>
                  <a:pt x="2289985" y="12545"/>
                  <a:pt x="2289985" y="14413"/>
                </a:cubicBezTo>
                <a:cubicBezTo>
                  <a:pt x="2289985" y="16281"/>
                  <a:pt x="2289317" y="17883"/>
                  <a:pt x="2287983" y="19218"/>
                </a:cubicBezTo>
                <a:cubicBezTo>
                  <a:pt x="2286649" y="20553"/>
                  <a:pt x="2285047" y="21220"/>
                  <a:pt x="2283179" y="21220"/>
                </a:cubicBezTo>
                <a:cubicBezTo>
                  <a:pt x="2281310" y="21220"/>
                  <a:pt x="2279708" y="20553"/>
                  <a:pt x="2278374" y="19218"/>
                </a:cubicBezTo>
                <a:cubicBezTo>
                  <a:pt x="2277039" y="17883"/>
                  <a:pt x="2276372" y="16281"/>
                  <a:pt x="2276372" y="14413"/>
                </a:cubicBezTo>
                <a:moveTo>
                  <a:pt x="2278241" y="62589"/>
                </a:moveTo>
                <a:cubicBezTo>
                  <a:pt x="2278241" y="58586"/>
                  <a:pt x="2278174" y="54382"/>
                  <a:pt x="2278040" y="49978"/>
                </a:cubicBezTo>
                <a:cubicBezTo>
                  <a:pt x="2277907" y="45574"/>
                  <a:pt x="2277618" y="41459"/>
                  <a:pt x="2277172" y="37632"/>
                </a:cubicBezTo>
                <a:cubicBezTo>
                  <a:pt x="2279663" y="38078"/>
                  <a:pt x="2281666" y="38300"/>
                  <a:pt x="2283179" y="38300"/>
                </a:cubicBezTo>
                <a:cubicBezTo>
                  <a:pt x="2284692" y="38300"/>
                  <a:pt x="2286693" y="38078"/>
                  <a:pt x="2289184" y="37632"/>
                </a:cubicBezTo>
                <a:cubicBezTo>
                  <a:pt x="2288739" y="41459"/>
                  <a:pt x="2288449" y="45574"/>
                  <a:pt x="2288315" y="49978"/>
                </a:cubicBezTo>
                <a:cubicBezTo>
                  <a:pt x="2288182" y="54382"/>
                  <a:pt x="2288115" y="58586"/>
                  <a:pt x="2288115" y="62589"/>
                </a:cubicBezTo>
                <a:lnTo>
                  <a:pt x="2288115" y="76466"/>
                </a:lnTo>
                <a:cubicBezTo>
                  <a:pt x="2288115" y="80471"/>
                  <a:pt x="2288182" y="84675"/>
                  <a:pt x="2288315" y="89079"/>
                </a:cubicBezTo>
                <a:cubicBezTo>
                  <a:pt x="2288449" y="93482"/>
                  <a:pt x="2288739" y="97463"/>
                  <a:pt x="2289184" y="101021"/>
                </a:cubicBezTo>
                <a:cubicBezTo>
                  <a:pt x="2287137" y="100844"/>
                  <a:pt x="2285136" y="100755"/>
                  <a:pt x="2283179" y="100755"/>
                </a:cubicBezTo>
                <a:cubicBezTo>
                  <a:pt x="2281222" y="100755"/>
                  <a:pt x="2279220" y="100844"/>
                  <a:pt x="2277172" y="101021"/>
                </a:cubicBezTo>
                <a:cubicBezTo>
                  <a:pt x="2277618" y="97463"/>
                  <a:pt x="2277907" y="93482"/>
                  <a:pt x="2278040" y="89079"/>
                </a:cubicBezTo>
                <a:cubicBezTo>
                  <a:pt x="2278174" y="84675"/>
                  <a:pt x="2278241" y="80471"/>
                  <a:pt x="2278241" y="76466"/>
                </a:cubicBezTo>
                <a:lnTo>
                  <a:pt x="2278241" y="62589"/>
                </a:lnTo>
                <a:close/>
                <a:moveTo>
                  <a:pt x="2311202" y="88610"/>
                </a:moveTo>
                <a:cubicBezTo>
                  <a:pt x="2311648" y="89501"/>
                  <a:pt x="2312337" y="90480"/>
                  <a:pt x="2313271" y="91547"/>
                </a:cubicBezTo>
                <a:cubicBezTo>
                  <a:pt x="2314205" y="92614"/>
                  <a:pt x="2315317" y="93615"/>
                  <a:pt x="2316607" y="94550"/>
                </a:cubicBezTo>
                <a:cubicBezTo>
                  <a:pt x="2317898" y="95484"/>
                  <a:pt x="2319366" y="96263"/>
                  <a:pt x="2321011" y="96886"/>
                </a:cubicBezTo>
                <a:cubicBezTo>
                  <a:pt x="2322656" y="97507"/>
                  <a:pt x="2324414" y="97818"/>
                  <a:pt x="2326283" y="97818"/>
                </a:cubicBezTo>
                <a:cubicBezTo>
                  <a:pt x="2327973" y="97818"/>
                  <a:pt x="2329597" y="97552"/>
                  <a:pt x="2331154" y="97018"/>
                </a:cubicBezTo>
                <a:cubicBezTo>
                  <a:pt x="2332711" y="96485"/>
                  <a:pt x="2334089" y="95728"/>
                  <a:pt x="2335289" y="94750"/>
                </a:cubicBezTo>
                <a:cubicBezTo>
                  <a:pt x="2336491" y="93771"/>
                  <a:pt x="2337447" y="92525"/>
                  <a:pt x="2338159" y="91013"/>
                </a:cubicBezTo>
                <a:cubicBezTo>
                  <a:pt x="2338871" y="89501"/>
                  <a:pt x="2339228" y="87766"/>
                  <a:pt x="2339228" y="85808"/>
                </a:cubicBezTo>
                <a:cubicBezTo>
                  <a:pt x="2339228" y="83050"/>
                  <a:pt x="2338449" y="80937"/>
                  <a:pt x="2336892" y="79469"/>
                </a:cubicBezTo>
                <a:cubicBezTo>
                  <a:pt x="2335335" y="78002"/>
                  <a:pt x="2333400" y="76801"/>
                  <a:pt x="2331087" y="75867"/>
                </a:cubicBezTo>
                <a:cubicBezTo>
                  <a:pt x="2328773" y="74932"/>
                  <a:pt x="2326238" y="74109"/>
                  <a:pt x="2323479" y="73397"/>
                </a:cubicBezTo>
                <a:cubicBezTo>
                  <a:pt x="2320722" y="72686"/>
                  <a:pt x="2318187" y="71686"/>
                  <a:pt x="2315874" y="70396"/>
                </a:cubicBezTo>
                <a:cubicBezTo>
                  <a:pt x="2313560" y="69105"/>
                  <a:pt x="2311625" y="67392"/>
                  <a:pt x="2310068" y="65258"/>
                </a:cubicBezTo>
                <a:cubicBezTo>
                  <a:pt x="2308511" y="63123"/>
                  <a:pt x="2307733" y="60187"/>
                  <a:pt x="2307733" y="56449"/>
                </a:cubicBezTo>
                <a:cubicBezTo>
                  <a:pt x="2307733" y="53513"/>
                  <a:pt x="2308222" y="50822"/>
                  <a:pt x="2309201" y="48376"/>
                </a:cubicBezTo>
                <a:cubicBezTo>
                  <a:pt x="2310180" y="45929"/>
                  <a:pt x="2311603" y="43816"/>
                  <a:pt x="2313471" y="42037"/>
                </a:cubicBezTo>
                <a:cubicBezTo>
                  <a:pt x="2315339" y="40257"/>
                  <a:pt x="2317652" y="38856"/>
                  <a:pt x="2320410" y="37834"/>
                </a:cubicBezTo>
                <a:cubicBezTo>
                  <a:pt x="2323169" y="36810"/>
                  <a:pt x="2326327" y="36299"/>
                  <a:pt x="2329885" y="36299"/>
                </a:cubicBezTo>
                <a:cubicBezTo>
                  <a:pt x="2333177" y="36299"/>
                  <a:pt x="2335957" y="36744"/>
                  <a:pt x="2338226" y="37634"/>
                </a:cubicBezTo>
                <a:cubicBezTo>
                  <a:pt x="2340494" y="38524"/>
                  <a:pt x="2342652" y="39324"/>
                  <a:pt x="2344699" y="40035"/>
                </a:cubicBezTo>
                <a:cubicBezTo>
                  <a:pt x="2343986" y="41370"/>
                  <a:pt x="2343318" y="43016"/>
                  <a:pt x="2342695" y="44973"/>
                </a:cubicBezTo>
                <a:cubicBezTo>
                  <a:pt x="2342074" y="46931"/>
                  <a:pt x="2341674" y="48443"/>
                  <a:pt x="2341496" y="49510"/>
                </a:cubicBezTo>
                <a:lnTo>
                  <a:pt x="2339893" y="49510"/>
                </a:lnTo>
                <a:cubicBezTo>
                  <a:pt x="2339182" y="47374"/>
                  <a:pt x="2337803" y="45462"/>
                  <a:pt x="2335756" y="43772"/>
                </a:cubicBezTo>
                <a:cubicBezTo>
                  <a:pt x="2333710" y="42082"/>
                  <a:pt x="2331175" y="41236"/>
                  <a:pt x="2328150" y="41236"/>
                </a:cubicBezTo>
                <a:cubicBezTo>
                  <a:pt x="2326816" y="41236"/>
                  <a:pt x="2325481" y="41459"/>
                  <a:pt x="2324147" y="41904"/>
                </a:cubicBezTo>
                <a:cubicBezTo>
                  <a:pt x="2322813" y="42348"/>
                  <a:pt x="2321611" y="43016"/>
                  <a:pt x="2320543" y="43906"/>
                </a:cubicBezTo>
                <a:cubicBezTo>
                  <a:pt x="2319476" y="44795"/>
                  <a:pt x="2318587" y="45952"/>
                  <a:pt x="2317875" y="47376"/>
                </a:cubicBezTo>
                <a:cubicBezTo>
                  <a:pt x="2317164" y="48799"/>
                  <a:pt x="2316808" y="50489"/>
                  <a:pt x="2316808" y="52446"/>
                </a:cubicBezTo>
                <a:cubicBezTo>
                  <a:pt x="2316808" y="55293"/>
                  <a:pt x="2317586" y="57495"/>
                  <a:pt x="2319142" y="59052"/>
                </a:cubicBezTo>
                <a:cubicBezTo>
                  <a:pt x="2320699" y="60609"/>
                  <a:pt x="2322634" y="61833"/>
                  <a:pt x="2324947" y="62723"/>
                </a:cubicBezTo>
                <a:cubicBezTo>
                  <a:pt x="2327260" y="63612"/>
                  <a:pt x="2329796" y="64391"/>
                  <a:pt x="2332553" y="65059"/>
                </a:cubicBezTo>
                <a:cubicBezTo>
                  <a:pt x="2335311" y="65725"/>
                  <a:pt x="2337847" y="66659"/>
                  <a:pt x="2340160" y="67861"/>
                </a:cubicBezTo>
                <a:cubicBezTo>
                  <a:pt x="2342473" y="69061"/>
                  <a:pt x="2344409" y="70728"/>
                  <a:pt x="2345966" y="72864"/>
                </a:cubicBezTo>
                <a:cubicBezTo>
                  <a:pt x="2347523" y="74999"/>
                  <a:pt x="2348301" y="77935"/>
                  <a:pt x="2348301" y="81671"/>
                </a:cubicBezTo>
                <a:cubicBezTo>
                  <a:pt x="2348301" y="84251"/>
                  <a:pt x="2347745" y="86787"/>
                  <a:pt x="2346633" y="89278"/>
                </a:cubicBezTo>
                <a:cubicBezTo>
                  <a:pt x="2345522" y="91769"/>
                  <a:pt x="2343920" y="94016"/>
                  <a:pt x="2341828" y="96018"/>
                </a:cubicBezTo>
                <a:cubicBezTo>
                  <a:pt x="2339737" y="98019"/>
                  <a:pt x="2337224" y="99576"/>
                  <a:pt x="2334288" y="100687"/>
                </a:cubicBezTo>
                <a:cubicBezTo>
                  <a:pt x="2331353" y="101799"/>
                  <a:pt x="2328017" y="102355"/>
                  <a:pt x="2324281" y="102355"/>
                </a:cubicBezTo>
                <a:cubicBezTo>
                  <a:pt x="2320188" y="102355"/>
                  <a:pt x="2316763" y="101955"/>
                  <a:pt x="2314004" y="101154"/>
                </a:cubicBezTo>
                <a:cubicBezTo>
                  <a:pt x="2311247" y="100354"/>
                  <a:pt x="2308934" y="99420"/>
                  <a:pt x="2307065" y="98352"/>
                </a:cubicBezTo>
                <a:cubicBezTo>
                  <a:pt x="2307600" y="97195"/>
                  <a:pt x="2308156" y="95616"/>
                  <a:pt x="2308734" y="93615"/>
                </a:cubicBezTo>
                <a:cubicBezTo>
                  <a:pt x="2309313" y="91613"/>
                  <a:pt x="2309602" y="89945"/>
                  <a:pt x="2309602" y="88610"/>
                </a:cubicBezTo>
                <a:lnTo>
                  <a:pt x="2311202" y="88610"/>
                </a:lnTo>
                <a:close/>
                <a:moveTo>
                  <a:pt x="2365382" y="14413"/>
                </a:moveTo>
                <a:cubicBezTo>
                  <a:pt x="2365382" y="12545"/>
                  <a:pt x="2366050" y="10944"/>
                  <a:pt x="2367384" y="9609"/>
                </a:cubicBezTo>
                <a:cubicBezTo>
                  <a:pt x="2368719" y="8275"/>
                  <a:pt x="2370320" y="7608"/>
                  <a:pt x="2372190" y="7608"/>
                </a:cubicBezTo>
                <a:cubicBezTo>
                  <a:pt x="2374058" y="7608"/>
                  <a:pt x="2375659" y="8275"/>
                  <a:pt x="2376993" y="9609"/>
                </a:cubicBezTo>
                <a:cubicBezTo>
                  <a:pt x="2378328" y="10944"/>
                  <a:pt x="2378995" y="12545"/>
                  <a:pt x="2378995" y="14413"/>
                </a:cubicBezTo>
                <a:cubicBezTo>
                  <a:pt x="2378995" y="16281"/>
                  <a:pt x="2378328" y="17883"/>
                  <a:pt x="2376993" y="19218"/>
                </a:cubicBezTo>
                <a:cubicBezTo>
                  <a:pt x="2375659" y="20553"/>
                  <a:pt x="2374058" y="21220"/>
                  <a:pt x="2372190" y="21220"/>
                </a:cubicBezTo>
                <a:cubicBezTo>
                  <a:pt x="2370320" y="21220"/>
                  <a:pt x="2368719" y="20553"/>
                  <a:pt x="2367384" y="19218"/>
                </a:cubicBezTo>
                <a:cubicBezTo>
                  <a:pt x="2366050" y="17883"/>
                  <a:pt x="2365382" y="16281"/>
                  <a:pt x="2365382" y="14413"/>
                </a:cubicBezTo>
                <a:moveTo>
                  <a:pt x="2367252" y="62589"/>
                </a:moveTo>
                <a:cubicBezTo>
                  <a:pt x="2367252" y="58586"/>
                  <a:pt x="2367185" y="54382"/>
                  <a:pt x="2367050" y="49978"/>
                </a:cubicBezTo>
                <a:cubicBezTo>
                  <a:pt x="2366917" y="45574"/>
                  <a:pt x="2366628" y="41459"/>
                  <a:pt x="2366183" y="37632"/>
                </a:cubicBezTo>
                <a:cubicBezTo>
                  <a:pt x="2368674" y="38078"/>
                  <a:pt x="2370676" y="38300"/>
                  <a:pt x="2372190" y="38300"/>
                </a:cubicBezTo>
                <a:cubicBezTo>
                  <a:pt x="2373702" y="38300"/>
                  <a:pt x="2375704" y="38078"/>
                  <a:pt x="2378195" y="37632"/>
                </a:cubicBezTo>
                <a:cubicBezTo>
                  <a:pt x="2377749" y="41459"/>
                  <a:pt x="2377460" y="45574"/>
                  <a:pt x="2377325" y="49978"/>
                </a:cubicBezTo>
                <a:cubicBezTo>
                  <a:pt x="2377192" y="54382"/>
                  <a:pt x="2377126" y="58586"/>
                  <a:pt x="2377126" y="62589"/>
                </a:cubicBezTo>
                <a:lnTo>
                  <a:pt x="2377126" y="76466"/>
                </a:lnTo>
                <a:cubicBezTo>
                  <a:pt x="2377126" y="80471"/>
                  <a:pt x="2377192" y="84675"/>
                  <a:pt x="2377325" y="89079"/>
                </a:cubicBezTo>
                <a:cubicBezTo>
                  <a:pt x="2377460" y="93482"/>
                  <a:pt x="2377749" y="97463"/>
                  <a:pt x="2378195" y="101021"/>
                </a:cubicBezTo>
                <a:cubicBezTo>
                  <a:pt x="2376148" y="100844"/>
                  <a:pt x="2374146" y="100755"/>
                  <a:pt x="2372190" y="100755"/>
                </a:cubicBezTo>
                <a:cubicBezTo>
                  <a:pt x="2370232" y="100755"/>
                  <a:pt x="2368230" y="100844"/>
                  <a:pt x="2366183" y="101021"/>
                </a:cubicBezTo>
                <a:cubicBezTo>
                  <a:pt x="2366628" y="97463"/>
                  <a:pt x="2366917" y="93482"/>
                  <a:pt x="2367050" y="89079"/>
                </a:cubicBezTo>
                <a:cubicBezTo>
                  <a:pt x="2367185" y="84675"/>
                  <a:pt x="2367252" y="80471"/>
                  <a:pt x="2367252" y="76466"/>
                </a:cubicBezTo>
                <a:lnTo>
                  <a:pt x="2367252" y="62589"/>
                </a:lnTo>
                <a:close/>
                <a:moveTo>
                  <a:pt x="2407153" y="69528"/>
                </a:moveTo>
                <a:cubicBezTo>
                  <a:pt x="2407153" y="73264"/>
                  <a:pt x="2407486" y="76867"/>
                  <a:pt x="2408152" y="80337"/>
                </a:cubicBezTo>
                <a:cubicBezTo>
                  <a:pt x="2408820" y="83807"/>
                  <a:pt x="2409954" y="86898"/>
                  <a:pt x="2411555" y="89612"/>
                </a:cubicBezTo>
                <a:cubicBezTo>
                  <a:pt x="2413157" y="92326"/>
                  <a:pt x="2415292" y="94484"/>
                  <a:pt x="2417961" y="96085"/>
                </a:cubicBezTo>
                <a:cubicBezTo>
                  <a:pt x="2420630" y="97686"/>
                  <a:pt x="2423922" y="98486"/>
                  <a:pt x="2427837" y="98486"/>
                </a:cubicBezTo>
                <a:cubicBezTo>
                  <a:pt x="2431752" y="98486"/>
                  <a:pt x="2435044" y="97686"/>
                  <a:pt x="2437713" y="96085"/>
                </a:cubicBezTo>
                <a:cubicBezTo>
                  <a:pt x="2440382" y="94484"/>
                  <a:pt x="2442516" y="92326"/>
                  <a:pt x="2444117" y="89612"/>
                </a:cubicBezTo>
                <a:cubicBezTo>
                  <a:pt x="2445719" y="86898"/>
                  <a:pt x="2446853" y="83807"/>
                  <a:pt x="2447520" y="80337"/>
                </a:cubicBezTo>
                <a:cubicBezTo>
                  <a:pt x="2448187" y="76867"/>
                  <a:pt x="2448521" y="73264"/>
                  <a:pt x="2448521" y="69528"/>
                </a:cubicBezTo>
                <a:cubicBezTo>
                  <a:pt x="2448521" y="65791"/>
                  <a:pt x="2448187" y="62188"/>
                  <a:pt x="2447520" y="58718"/>
                </a:cubicBezTo>
                <a:cubicBezTo>
                  <a:pt x="2446853" y="55248"/>
                  <a:pt x="2445719" y="52157"/>
                  <a:pt x="2444117" y="49445"/>
                </a:cubicBezTo>
                <a:cubicBezTo>
                  <a:pt x="2442516" y="46731"/>
                  <a:pt x="2440382" y="44573"/>
                  <a:pt x="2437713" y="42971"/>
                </a:cubicBezTo>
                <a:cubicBezTo>
                  <a:pt x="2435044" y="41370"/>
                  <a:pt x="2431752" y="40569"/>
                  <a:pt x="2427837" y="40569"/>
                </a:cubicBezTo>
                <a:cubicBezTo>
                  <a:pt x="2423922" y="40569"/>
                  <a:pt x="2420630" y="41370"/>
                  <a:pt x="2417961" y="42971"/>
                </a:cubicBezTo>
                <a:cubicBezTo>
                  <a:pt x="2415292" y="44573"/>
                  <a:pt x="2413157" y="46731"/>
                  <a:pt x="2411555" y="49445"/>
                </a:cubicBezTo>
                <a:cubicBezTo>
                  <a:pt x="2409954" y="52157"/>
                  <a:pt x="2408820" y="55248"/>
                  <a:pt x="2408152" y="58718"/>
                </a:cubicBezTo>
                <a:cubicBezTo>
                  <a:pt x="2407486" y="62188"/>
                  <a:pt x="2407153" y="65791"/>
                  <a:pt x="2407153" y="69528"/>
                </a:cubicBezTo>
                <a:moveTo>
                  <a:pt x="2395409" y="69528"/>
                </a:moveTo>
                <a:cubicBezTo>
                  <a:pt x="2395409" y="63478"/>
                  <a:pt x="2396366" y="58340"/>
                  <a:pt x="2398278" y="54114"/>
                </a:cubicBezTo>
                <a:cubicBezTo>
                  <a:pt x="2400191" y="49888"/>
                  <a:pt x="2402704" y="46463"/>
                  <a:pt x="2405817" y="43839"/>
                </a:cubicBezTo>
                <a:cubicBezTo>
                  <a:pt x="2408931" y="41215"/>
                  <a:pt x="2412423" y="39302"/>
                  <a:pt x="2416293" y="38101"/>
                </a:cubicBezTo>
                <a:cubicBezTo>
                  <a:pt x="2420164" y="36899"/>
                  <a:pt x="2424011" y="36299"/>
                  <a:pt x="2427837" y="36299"/>
                </a:cubicBezTo>
                <a:cubicBezTo>
                  <a:pt x="2431752" y="36299"/>
                  <a:pt x="2435622" y="36899"/>
                  <a:pt x="2439448" y="38101"/>
                </a:cubicBezTo>
                <a:cubicBezTo>
                  <a:pt x="2443273" y="39302"/>
                  <a:pt x="2446742" y="41215"/>
                  <a:pt x="2449855" y="43839"/>
                </a:cubicBezTo>
                <a:cubicBezTo>
                  <a:pt x="2452969" y="46463"/>
                  <a:pt x="2455483" y="49888"/>
                  <a:pt x="2457395" y="54114"/>
                </a:cubicBezTo>
                <a:cubicBezTo>
                  <a:pt x="2459308" y="58340"/>
                  <a:pt x="2460265" y="63478"/>
                  <a:pt x="2460265" y="69528"/>
                </a:cubicBezTo>
                <a:cubicBezTo>
                  <a:pt x="2460265" y="75577"/>
                  <a:pt x="2459308" y="80715"/>
                  <a:pt x="2457395" y="84941"/>
                </a:cubicBezTo>
                <a:cubicBezTo>
                  <a:pt x="2455483" y="89167"/>
                  <a:pt x="2452969" y="92593"/>
                  <a:pt x="2449855" y="95218"/>
                </a:cubicBezTo>
                <a:cubicBezTo>
                  <a:pt x="2446742" y="97842"/>
                  <a:pt x="2443273" y="99688"/>
                  <a:pt x="2439448" y="100755"/>
                </a:cubicBezTo>
                <a:cubicBezTo>
                  <a:pt x="2435622" y="101822"/>
                  <a:pt x="2431752" y="102355"/>
                  <a:pt x="2427837" y="102355"/>
                </a:cubicBezTo>
                <a:cubicBezTo>
                  <a:pt x="2424011" y="102355"/>
                  <a:pt x="2420164" y="101822"/>
                  <a:pt x="2416293" y="100755"/>
                </a:cubicBezTo>
                <a:cubicBezTo>
                  <a:pt x="2412423" y="99688"/>
                  <a:pt x="2408931" y="97842"/>
                  <a:pt x="2405817" y="95218"/>
                </a:cubicBezTo>
                <a:cubicBezTo>
                  <a:pt x="2402704" y="92593"/>
                  <a:pt x="2400191" y="89167"/>
                  <a:pt x="2398278" y="84941"/>
                </a:cubicBezTo>
                <a:cubicBezTo>
                  <a:pt x="2396366" y="80715"/>
                  <a:pt x="2395409" y="75577"/>
                  <a:pt x="2395409" y="69528"/>
                </a:cubicBezTo>
                <a:close/>
                <a:moveTo>
                  <a:pt x="2518581" y="63521"/>
                </a:moveTo>
                <a:cubicBezTo>
                  <a:pt x="2518581" y="56849"/>
                  <a:pt x="2517291" y="51801"/>
                  <a:pt x="2514710" y="48376"/>
                </a:cubicBezTo>
                <a:cubicBezTo>
                  <a:pt x="2512131" y="44951"/>
                  <a:pt x="2508573" y="43238"/>
                  <a:pt x="2504036" y="43238"/>
                </a:cubicBezTo>
                <a:cubicBezTo>
                  <a:pt x="2497809" y="43238"/>
                  <a:pt x="2493250" y="45151"/>
                  <a:pt x="2490359" y="48976"/>
                </a:cubicBezTo>
                <a:cubicBezTo>
                  <a:pt x="2487467" y="52802"/>
                  <a:pt x="2486021" y="58184"/>
                  <a:pt x="2486021" y="65124"/>
                </a:cubicBezTo>
                <a:lnTo>
                  <a:pt x="2486021" y="76466"/>
                </a:lnTo>
                <a:cubicBezTo>
                  <a:pt x="2486021" y="80471"/>
                  <a:pt x="2486088" y="84675"/>
                  <a:pt x="2486221" y="89079"/>
                </a:cubicBezTo>
                <a:cubicBezTo>
                  <a:pt x="2486354" y="93482"/>
                  <a:pt x="2486643" y="97463"/>
                  <a:pt x="2487088" y="101021"/>
                </a:cubicBezTo>
                <a:cubicBezTo>
                  <a:pt x="2485043" y="100844"/>
                  <a:pt x="2483041" y="100755"/>
                  <a:pt x="2481083" y="100755"/>
                </a:cubicBezTo>
                <a:cubicBezTo>
                  <a:pt x="2479126" y="100755"/>
                  <a:pt x="2477124" y="100844"/>
                  <a:pt x="2475078" y="101021"/>
                </a:cubicBezTo>
                <a:cubicBezTo>
                  <a:pt x="2475522" y="97463"/>
                  <a:pt x="2475811" y="93482"/>
                  <a:pt x="2475944" y="89079"/>
                </a:cubicBezTo>
                <a:cubicBezTo>
                  <a:pt x="2476078" y="84675"/>
                  <a:pt x="2476145" y="80471"/>
                  <a:pt x="2476145" y="76466"/>
                </a:cubicBezTo>
                <a:lnTo>
                  <a:pt x="2476145" y="62589"/>
                </a:lnTo>
                <a:cubicBezTo>
                  <a:pt x="2476145" y="58586"/>
                  <a:pt x="2476078" y="54382"/>
                  <a:pt x="2475944" y="49978"/>
                </a:cubicBezTo>
                <a:cubicBezTo>
                  <a:pt x="2475811" y="45574"/>
                  <a:pt x="2475522" y="41459"/>
                  <a:pt x="2475078" y="37632"/>
                </a:cubicBezTo>
                <a:cubicBezTo>
                  <a:pt x="2477569" y="38078"/>
                  <a:pt x="2479571" y="38300"/>
                  <a:pt x="2481083" y="38300"/>
                </a:cubicBezTo>
                <a:cubicBezTo>
                  <a:pt x="2481795" y="38300"/>
                  <a:pt x="2482573" y="38234"/>
                  <a:pt x="2483417" y="38101"/>
                </a:cubicBezTo>
                <a:cubicBezTo>
                  <a:pt x="2484263" y="37968"/>
                  <a:pt x="2485264" y="37811"/>
                  <a:pt x="2486420" y="37632"/>
                </a:cubicBezTo>
                <a:cubicBezTo>
                  <a:pt x="2486154" y="41192"/>
                  <a:pt x="2486021" y="44750"/>
                  <a:pt x="2486021" y="48308"/>
                </a:cubicBezTo>
                <a:lnTo>
                  <a:pt x="2486288" y="48308"/>
                </a:lnTo>
                <a:cubicBezTo>
                  <a:pt x="2488779" y="44483"/>
                  <a:pt x="2491760" y="41525"/>
                  <a:pt x="2495229" y="39434"/>
                </a:cubicBezTo>
                <a:cubicBezTo>
                  <a:pt x="2498699" y="37344"/>
                  <a:pt x="2502836" y="36299"/>
                  <a:pt x="2507640" y="36299"/>
                </a:cubicBezTo>
                <a:cubicBezTo>
                  <a:pt x="2510131" y="36299"/>
                  <a:pt x="2512644" y="36655"/>
                  <a:pt x="2515179" y="37368"/>
                </a:cubicBezTo>
                <a:cubicBezTo>
                  <a:pt x="2517715" y="38079"/>
                  <a:pt x="2520005" y="39302"/>
                  <a:pt x="2522051" y="41037"/>
                </a:cubicBezTo>
                <a:cubicBezTo>
                  <a:pt x="2524098" y="42772"/>
                  <a:pt x="2525767" y="45130"/>
                  <a:pt x="2527056" y="48111"/>
                </a:cubicBezTo>
                <a:cubicBezTo>
                  <a:pt x="2528346" y="51091"/>
                  <a:pt x="2528991" y="54893"/>
                  <a:pt x="2528991" y="59518"/>
                </a:cubicBezTo>
                <a:cubicBezTo>
                  <a:pt x="2528991" y="63344"/>
                  <a:pt x="2528902" y="67280"/>
                  <a:pt x="2528724" y="71328"/>
                </a:cubicBezTo>
                <a:cubicBezTo>
                  <a:pt x="2528546" y="75377"/>
                  <a:pt x="2528457" y="79670"/>
                  <a:pt x="2528457" y="84208"/>
                </a:cubicBezTo>
                <a:lnTo>
                  <a:pt x="2528457" y="92880"/>
                </a:lnTo>
                <a:cubicBezTo>
                  <a:pt x="2528457" y="94304"/>
                  <a:pt x="2528480" y="95706"/>
                  <a:pt x="2528524" y="97085"/>
                </a:cubicBezTo>
                <a:cubicBezTo>
                  <a:pt x="2528569" y="98464"/>
                  <a:pt x="2528636" y="99777"/>
                  <a:pt x="2528724" y="101021"/>
                </a:cubicBezTo>
                <a:cubicBezTo>
                  <a:pt x="2526944" y="100844"/>
                  <a:pt x="2525076" y="100755"/>
                  <a:pt x="2523120" y="100755"/>
                </a:cubicBezTo>
                <a:cubicBezTo>
                  <a:pt x="2521251" y="100755"/>
                  <a:pt x="2519427" y="100844"/>
                  <a:pt x="2517649" y="101021"/>
                </a:cubicBezTo>
                <a:cubicBezTo>
                  <a:pt x="2517826" y="96395"/>
                  <a:pt x="2518026" y="91636"/>
                  <a:pt x="2518247" y="86743"/>
                </a:cubicBezTo>
                <a:cubicBezTo>
                  <a:pt x="2518470" y="81849"/>
                  <a:pt x="2518581" y="76822"/>
                  <a:pt x="2518581" y="71662"/>
                </a:cubicBezTo>
                <a:lnTo>
                  <a:pt x="2518581" y="63521"/>
                </a:lnTo>
                <a:close/>
                <a:moveTo>
                  <a:pt x="2548608" y="88610"/>
                </a:moveTo>
                <a:cubicBezTo>
                  <a:pt x="2549053" y="89501"/>
                  <a:pt x="2549743" y="90480"/>
                  <a:pt x="2550677" y="91547"/>
                </a:cubicBezTo>
                <a:cubicBezTo>
                  <a:pt x="2551611" y="92614"/>
                  <a:pt x="2552723" y="93615"/>
                  <a:pt x="2554012" y="94550"/>
                </a:cubicBezTo>
                <a:cubicBezTo>
                  <a:pt x="2555303" y="95484"/>
                  <a:pt x="2556771" y="96263"/>
                  <a:pt x="2558417" y="96886"/>
                </a:cubicBezTo>
                <a:cubicBezTo>
                  <a:pt x="2560062" y="97507"/>
                  <a:pt x="2561819" y="97818"/>
                  <a:pt x="2563689" y="97818"/>
                </a:cubicBezTo>
                <a:cubicBezTo>
                  <a:pt x="2565379" y="97818"/>
                  <a:pt x="2567002" y="97552"/>
                  <a:pt x="2568559" y="97018"/>
                </a:cubicBezTo>
                <a:cubicBezTo>
                  <a:pt x="2570117" y="96485"/>
                  <a:pt x="2571495" y="95728"/>
                  <a:pt x="2572695" y="94750"/>
                </a:cubicBezTo>
                <a:cubicBezTo>
                  <a:pt x="2573897" y="93771"/>
                  <a:pt x="2574853" y="92525"/>
                  <a:pt x="2575564" y="91013"/>
                </a:cubicBezTo>
                <a:cubicBezTo>
                  <a:pt x="2576277" y="89501"/>
                  <a:pt x="2576633" y="87766"/>
                  <a:pt x="2576633" y="85808"/>
                </a:cubicBezTo>
                <a:cubicBezTo>
                  <a:pt x="2576633" y="83050"/>
                  <a:pt x="2575855" y="80937"/>
                  <a:pt x="2574298" y="79469"/>
                </a:cubicBezTo>
                <a:cubicBezTo>
                  <a:pt x="2572741" y="78002"/>
                  <a:pt x="2570805" y="76801"/>
                  <a:pt x="2568492" y="75867"/>
                </a:cubicBezTo>
                <a:cubicBezTo>
                  <a:pt x="2566179" y="74932"/>
                  <a:pt x="2563643" y="74109"/>
                  <a:pt x="2560885" y="73397"/>
                </a:cubicBezTo>
                <a:cubicBezTo>
                  <a:pt x="2558128" y="72686"/>
                  <a:pt x="2555592" y="71686"/>
                  <a:pt x="2553279" y="70396"/>
                </a:cubicBezTo>
                <a:cubicBezTo>
                  <a:pt x="2550966" y="69105"/>
                  <a:pt x="2549031" y="67392"/>
                  <a:pt x="2547474" y="65258"/>
                </a:cubicBezTo>
                <a:cubicBezTo>
                  <a:pt x="2545917" y="63123"/>
                  <a:pt x="2545138" y="60187"/>
                  <a:pt x="2545138" y="56449"/>
                </a:cubicBezTo>
                <a:cubicBezTo>
                  <a:pt x="2545138" y="53513"/>
                  <a:pt x="2545628" y="50822"/>
                  <a:pt x="2546606" y="48376"/>
                </a:cubicBezTo>
                <a:cubicBezTo>
                  <a:pt x="2547585" y="45929"/>
                  <a:pt x="2549009" y="43816"/>
                  <a:pt x="2550876" y="42037"/>
                </a:cubicBezTo>
                <a:cubicBezTo>
                  <a:pt x="2552744" y="40257"/>
                  <a:pt x="2555058" y="38856"/>
                  <a:pt x="2557816" y="37834"/>
                </a:cubicBezTo>
                <a:cubicBezTo>
                  <a:pt x="2560575" y="36810"/>
                  <a:pt x="2563733" y="36299"/>
                  <a:pt x="2567291" y="36299"/>
                </a:cubicBezTo>
                <a:cubicBezTo>
                  <a:pt x="2570583" y="36299"/>
                  <a:pt x="2573363" y="36744"/>
                  <a:pt x="2575631" y="37634"/>
                </a:cubicBezTo>
                <a:cubicBezTo>
                  <a:pt x="2577900" y="38524"/>
                  <a:pt x="2580058" y="39324"/>
                  <a:pt x="2582105" y="40035"/>
                </a:cubicBezTo>
                <a:cubicBezTo>
                  <a:pt x="2581392" y="41370"/>
                  <a:pt x="2580724" y="43016"/>
                  <a:pt x="2580101" y="44973"/>
                </a:cubicBezTo>
                <a:cubicBezTo>
                  <a:pt x="2579479" y="46931"/>
                  <a:pt x="2579079" y="48443"/>
                  <a:pt x="2578902" y="49510"/>
                </a:cubicBezTo>
                <a:lnTo>
                  <a:pt x="2577299" y="49510"/>
                </a:lnTo>
                <a:cubicBezTo>
                  <a:pt x="2576588" y="47374"/>
                  <a:pt x="2575209" y="45462"/>
                  <a:pt x="2573161" y="43772"/>
                </a:cubicBezTo>
                <a:cubicBezTo>
                  <a:pt x="2571116" y="42082"/>
                  <a:pt x="2568580" y="41236"/>
                  <a:pt x="2565556" y="41236"/>
                </a:cubicBezTo>
                <a:cubicBezTo>
                  <a:pt x="2564222" y="41236"/>
                  <a:pt x="2562887" y="41459"/>
                  <a:pt x="2561553" y="41904"/>
                </a:cubicBezTo>
                <a:cubicBezTo>
                  <a:pt x="2560218" y="42348"/>
                  <a:pt x="2559017" y="43016"/>
                  <a:pt x="2557948" y="43906"/>
                </a:cubicBezTo>
                <a:cubicBezTo>
                  <a:pt x="2556881" y="44795"/>
                  <a:pt x="2555992" y="45952"/>
                  <a:pt x="2555281" y="47376"/>
                </a:cubicBezTo>
                <a:cubicBezTo>
                  <a:pt x="2554570" y="48799"/>
                  <a:pt x="2554214" y="50489"/>
                  <a:pt x="2554214" y="52446"/>
                </a:cubicBezTo>
                <a:cubicBezTo>
                  <a:pt x="2554214" y="55293"/>
                  <a:pt x="2554992" y="57495"/>
                  <a:pt x="2556547" y="59052"/>
                </a:cubicBezTo>
                <a:cubicBezTo>
                  <a:pt x="2558105" y="60609"/>
                  <a:pt x="2560040" y="61833"/>
                  <a:pt x="2562353" y="62723"/>
                </a:cubicBezTo>
                <a:cubicBezTo>
                  <a:pt x="2564666" y="63612"/>
                  <a:pt x="2567201" y="64391"/>
                  <a:pt x="2569958" y="65059"/>
                </a:cubicBezTo>
                <a:cubicBezTo>
                  <a:pt x="2572717" y="65725"/>
                  <a:pt x="2575253" y="66659"/>
                  <a:pt x="2577566" y="67861"/>
                </a:cubicBezTo>
                <a:cubicBezTo>
                  <a:pt x="2579879" y="69061"/>
                  <a:pt x="2581814" y="70728"/>
                  <a:pt x="2583371" y="72864"/>
                </a:cubicBezTo>
                <a:cubicBezTo>
                  <a:pt x="2584928" y="74999"/>
                  <a:pt x="2585707" y="77935"/>
                  <a:pt x="2585707" y="81671"/>
                </a:cubicBezTo>
                <a:cubicBezTo>
                  <a:pt x="2585707" y="84251"/>
                  <a:pt x="2585151" y="86787"/>
                  <a:pt x="2584039" y="89278"/>
                </a:cubicBezTo>
                <a:cubicBezTo>
                  <a:pt x="2582927" y="91769"/>
                  <a:pt x="2581325" y="94016"/>
                  <a:pt x="2579234" y="96018"/>
                </a:cubicBezTo>
                <a:cubicBezTo>
                  <a:pt x="2577143" y="98019"/>
                  <a:pt x="2574630" y="99576"/>
                  <a:pt x="2571693" y="100687"/>
                </a:cubicBezTo>
                <a:cubicBezTo>
                  <a:pt x="2568758" y="101799"/>
                  <a:pt x="2565423" y="102355"/>
                  <a:pt x="2561687" y="102355"/>
                </a:cubicBezTo>
                <a:cubicBezTo>
                  <a:pt x="2557594" y="102355"/>
                  <a:pt x="2554168" y="101955"/>
                  <a:pt x="2551410" y="101154"/>
                </a:cubicBezTo>
                <a:cubicBezTo>
                  <a:pt x="2548653" y="100354"/>
                  <a:pt x="2546340" y="99420"/>
                  <a:pt x="2544470" y="98352"/>
                </a:cubicBezTo>
                <a:cubicBezTo>
                  <a:pt x="2545005" y="97195"/>
                  <a:pt x="2545562" y="95616"/>
                  <a:pt x="2546140" y="93615"/>
                </a:cubicBezTo>
                <a:cubicBezTo>
                  <a:pt x="2546718" y="91613"/>
                  <a:pt x="2547008" y="89945"/>
                  <a:pt x="2547008" y="88610"/>
                </a:cubicBezTo>
                <a:lnTo>
                  <a:pt x="2548608" y="88610"/>
                </a:lnTo>
                <a:close/>
                <a:moveTo>
                  <a:pt x="2672581" y="67794"/>
                </a:moveTo>
                <a:cubicBezTo>
                  <a:pt x="2671069" y="68327"/>
                  <a:pt x="2669312" y="68772"/>
                  <a:pt x="2667309" y="69127"/>
                </a:cubicBezTo>
                <a:cubicBezTo>
                  <a:pt x="2665309" y="69483"/>
                  <a:pt x="2663285" y="69861"/>
                  <a:pt x="2661239" y="70261"/>
                </a:cubicBezTo>
                <a:cubicBezTo>
                  <a:pt x="2659194" y="70662"/>
                  <a:pt x="2657170" y="71174"/>
                  <a:pt x="2655167" y="71797"/>
                </a:cubicBezTo>
                <a:cubicBezTo>
                  <a:pt x="2653165" y="72419"/>
                  <a:pt x="2651385" y="73264"/>
                  <a:pt x="2649828" y="74332"/>
                </a:cubicBezTo>
                <a:cubicBezTo>
                  <a:pt x="2648272" y="75399"/>
                  <a:pt x="2647027" y="76733"/>
                  <a:pt x="2646092" y="78335"/>
                </a:cubicBezTo>
                <a:cubicBezTo>
                  <a:pt x="2645158" y="79937"/>
                  <a:pt x="2644691" y="81984"/>
                  <a:pt x="2644691" y="84475"/>
                </a:cubicBezTo>
                <a:cubicBezTo>
                  <a:pt x="2644691" y="88656"/>
                  <a:pt x="2645891" y="91814"/>
                  <a:pt x="2648293" y="93949"/>
                </a:cubicBezTo>
                <a:cubicBezTo>
                  <a:pt x="2650696" y="96085"/>
                  <a:pt x="2653365" y="97152"/>
                  <a:pt x="2656301" y="97152"/>
                </a:cubicBezTo>
                <a:cubicBezTo>
                  <a:pt x="2659682" y="97152"/>
                  <a:pt x="2662773" y="96218"/>
                  <a:pt x="2665575" y="94351"/>
                </a:cubicBezTo>
                <a:cubicBezTo>
                  <a:pt x="2668378" y="92481"/>
                  <a:pt x="2670536" y="90301"/>
                  <a:pt x="2672048" y="87810"/>
                </a:cubicBezTo>
                <a:lnTo>
                  <a:pt x="2672581" y="67794"/>
                </a:lnTo>
                <a:moveTo>
                  <a:pt x="2639620" y="44038"/>
                </a:moveTo>
                <a:cubicBezTo>
                  <a:pt x="2643624" y="41014"/>
                  <a:pt x="2647315" y="38968"/>
                  <a:pt x="2650696" y="37901"/>
                </a:cubicBezTo>
                <a:cubicBezTo>
                  <a:pt x="2654077" y="36833"/>
                  <a:pt x="2657547" y="36299"/>
                  <a:pt x="2661105" y="36299"/>
                </a:cubicBezTo>
                <a:cubicBezTo>
                  <a:pt x="2664309" y="36299"/>
                  <a:pt x="2667245" y="36766"/>
                  <a:pt x="2669914" y="37699"/>
                </a:cubicBezTo>
                <a:cubicBezTo>
                  <a:pt x="2672583" y="38633"/>
                  <a:pt x="2674851" y="39968"/>
                  <a:pt x="2676719" y="41703"/>
                </a:cubicBezTo>
                <a:cubicBezTo>
                  <a:pt x="2678587" y="43438"/>
                  <a:pt x="2680054" y="45529"/>
                  <a:pt x="2681121" y="47977"/>
                </a:cubicBezTo>
                <a:cubicBezTo>
                  <a:pt x="2682190" y="50423"/>
                  <a:pt x="2682724" y="53113"/>
                  <a:pt x="2682724" y="56048"/>
                </a:cubicBezTo>
                <a:cubicBezTo>
                  <a:pt x="2682724" y="61120"/>
                  <a:pt x="2682635" y="66169"/>
                  <a:pt x="2682457" y="71196"/>
                </a:cubicBezTo>
                <a:cubicBezTo>
                  <a:pt x="2682279" y="76223"/>
                  <a:pt x="2682191" y="81538"/>
                  <a:pt x="2682191" y="87142"/>
                </a:cubicBezTo>
                <a:cubicBezTo>
                  <a:pt x="2682191" y="88211"/>
                  <a:pt x="2682213" y="89345"/>
                  <a:pt x="2682258" y="90547"/>
                </a:cubicBezTo>
                <a:cubicBezTo>
                  <a:pt x="2682303" y="91747"/>
                  <a:pt x="2682503" y="92814"/>
                  <a:pt x="2682858" y="93748"/>
                </a:cubicBezTo>
                <a:cubicBezTo>
                  <a:pt x="2683214" y="94682"/>
                  <a:pt x="2683725" y="95460"/>
                  <a:pt x="2684392" y="96083"/>
                </a:cubicBezTo>
                <a:cubicBezTo>
                  <a:pt x="2685060" y="96707"/>
                  <a:pt x="2686061" y="97018"/>
                  <a:pt x="2687395" y="97018"/>
                </a:cubicBezTo>
                <a:cubicBezTo>
                  <a:pt x="2687841" y="97018"/>
                  <a:pt x="2688307" y="96996"/>
                  <a:pt x="2688796" y="96951"/>
                </a:cubicBezTo>
                <a:cubicBezTo>
                  <a:pt x="2689286" y="96906"/>
                  <a:pt x="2689753" y="96751"/>
                  <a:pt x="2690197" y="96485"/>
                </a:cubicBezTo>
                <a:lnTo>
                  <a:pt x="2690197" y="99421"/>
                </a:lnTo>
                <a:cubicBezTo>
                  <a:pt x="2689218" y="99865"/>
                  <a:pt x="2687995" y="100220"/>
                  <a:pt x="2686528" y="100488"/>
                </a:cubicBezTo>
                <a:cubicBezTo>
                  <a:pt x="2685060" y="100755"/>
                  <a:pt x="2683437" y="100889"/>
                  <a:pt x="2681657" y="100889"/>
                </a:cubicBezTo>
                <a:cubicBezTo>
                  <a:pt x="2678810" y="100889"/>
                  <a:pt x="2676631" y="100155"/>
                  <a:pt x="2675119" y="98688"/>
                </a:cubicBezTo>
                <a:cubicBezTo>
                  <a:pt x="2673606" y="97219"/>
                  <a:pt x="2672716" y="95328"/>
                  <a:pt x="2672449" y="93015"/>
                </a:cubicBezTo>
                <a:cubicBezTo>
                  <a:pt x="2669247" y="96217"/>
                  <a:pt x="2666088" y="98574"/>
                  <a:pt x="2662974" y="100087"/>
                </a:cubicBezTo>
                <a:cubicBezTo>
                  <a:pt x="2659860" y="101599"/>
                  <a:pt x="2656035" y="102355"/>
                  <a:pt x="2651498" y="102355"/>
                </a:cubicBezTo>
                <a:cubicBezTo>
                  <a:pt x="2649273" y="102355"/>
                  <a:pt x="2647093" y="102044"/>
                  <a:pt x="2644957" y="101420"/>
                </a:cubicBezTo>
                <a:cubicBezTo>
                  <a:pt x="2642823" y="100799"/>
                  <a:pt x="2640933" y="99777"/>
                  <a:pt x="2639286" y="98354"/>
                </a:cubicBezTo>
                <a:cubicBezTo>
                  <a:pt x="2637641" y="96930"/>
                  <a:pt x="2636307" y="95217"/>
                  <a:pt x="2635283" y="93216"/>
                </a:cubicBezTo>
                <a:cubicBezTo>
                  <a:pt x="2634261" y="91214"/>
                  <a:pt x="2633750" y="88923"/>
                  <a:pt x="2633750" y="86342"/>
                </a:cubicBezTo>
                <a:cubicBezTo>
                  <a:pt x="2633750" y="81004"/>
                  <a:pt x="2635417" y="76868"/>
                  <a:pt x="2638753" y="73933"/>
                </a:cubicBezTo>
                <a:cubicBezTo>
                  <a:pt x="2642090" y="70997"/>
                  <a:pt x="2646694" y="69039"/>
                  <a:pt x="2652565" y="68060"/>
                </a:cubicBezTo>
                <a:cubicBezTo>
                  <a:pt x="2657369" y="67259"/>
                  <a:pt x="2661128" y="66570"/>
                  <a:pt x="2663842" y="65991"/>
                </a:cubicBezTo>
                <a:cubicBezTo>
                  <a:pt x="2666555" y="65413"/>
                  <a:pt x="2668557" y="64812"/>
                  <a:pt x="2669847" y="64189"/>
                </a:cubicBezTo>
                <a:cubicBezTo>
                  <a:pt x="2671136" y="63566"/>
                  <a:pt x="2671914" y="62832"/>
                  <a:pt x="2672180" y="61988"/>
                </a:cubicBezTo>
                <a:cubicBezTo>
                  <a:pt x="2672448" y="61142"/>
                  <a:pt x="2672581" y="60052"/>
                  <a:pt x="2672581" y="58718"/>
                </a:cubicBezTo>
                <a:cubicBezTo>
                  <a:pt x="2672581" y="56494"/>
                  <a:pt x="2672315" y="54360"/>
                  <a:pt x="2671781" y="52314"/>
                </a:cubicBezTo>
                <a:cubicBezTo>
                  <a:pt x="2671248" y="50267"/>
                  <a:pt x="2670403" y="48487"/>
                  <a:pt x="2669246" y="46975"/>
                </a:cubicBezTo>
                <a:cubicBezTo>
                  <a:pt x="2668089" y="45462"/>
                  <a:pt x="2666577" y="44239"/>
                  <a:pt x="2664709" y="43305"/>
                </a:cubicBezTo>
                <a:cubicBezTo>
                  <a:pt x="2662841" y="42371"/>
                  <a:pt x="2660573" y="41904"/>
                  <a:pt x="2657904" y="41904"/>
                </a:cubicBezTo>
                <a:cubicBezTo>
                  <a:pt x="2654345" y="41904"/>
                  <a:pt x="2651030" y="42705"/>
                  <a:pt x="2647961" y="44307"/>
                </a:cubicBezTo>
                <a:cubicBezTo>
                  <a:pt x="2644892" y="45908"/>
                  <a:pt x="2642601" y="48131"/>
                  <a:pt x="2641088" y="50978"/>
                </a:cubicBezTo>
                <a:lnTo>
                  <a:pt x="2639620" y="50978"/>
                </a:lnTo>
                <a:lnTo>
                  <a:pt x="2639620" y="44038"/>
                </a:lnTo>
                <a:close/>
                <a:moveTo>
                  <a:pt x="2748514" y="63521"/>
                </a:moveTo>
                <a:cubicBezTo>
                  <a:pt x="2748514" y="56849"/>
                  <a:pt x="2747223" y="51801"/>
                  <a:pt x="2744643" y="48376"/>
                </a:cubicBezTo>
                <a:cubicBezTo>
                  <a:pt x="2742064" y="44951"/>
                  <a:pt x="2738505" y="43238"/>
                  <a:pt x="2733969" y="43238"/>
                </a:cubicBezTo>
                <a:cubicBezTo>
                  <a:pt x="2727742" y="43238"/>
                  <a:pt x="2723183" y="45151"/>
                  <a:pt x="2720291" y="48976"/>
                </a:cubicBezTo>
                <a:cubicBezTo>
                  <a:pt x="2717400" y="52802"/>
                  <a:pt x="2715954" y="58184"/>
                  <a:pt x="2715954" y="65124"/>
                </a:cubicBezTo>
                <a:lnTo>
                  <a:pt x="2715954" y="76466"/>
                </a:lnTo>
                <a:cubicBezTo>
                  <a:pt x="2715954" y="80471"/>
                  <a:pt x="2716020" y="84675"/>
                  <a:pt x="2716153" y="89079"/>
                </a:cubicBezTo>
                <a:cubicBezTo>
                  <a:pt x="2716286" y="93482"/>
                  <a:pt x="2716576" y="97463"/>
                  <a:pt x="2717021" y="101021"/>
                </a:cubicBezTo>
                <a:cubicBezTo>
                  <a:pt x="2714975" y="100844"/>
                  <a:pt x="2712973" y="100755"/>
                  <a:pt x="2711016" y="100755"/>
                </a:cubicBezTo>
                <a:cubicBezTo>
                  <a:pt x="2709058" y="100755"/>
                  <a:pt x="2707057" y="100844"/>
                  <a:pt x="2705011" y="101021"/>
                </a:cubicBezTo>
                <a:cubicBezTo>
                  <a:pt x="2705455" y="97463"/>
                  <a:pt x="2705743" y="93482"/>
                  <a:pt x="2705876" y="89079"/>
                </a:cubicBezTo>
                <a:cubicBezTo>
                  <a:pt x="2706011" y="84675"/>
                  <a:pt x="2706078" y="80471"/>
                  <a:pt x="2706078" y="76466"/>
                </a:cubicBezTo>
                <a:lnTo>
                  <a:pt x="2706078" y="62589"/>
                </a:lnTo>
                <a:cubicBezTo>
                  <a:pt x="2706078" y="58586"/>
                  <a:pt x="2706011" y="54382"/>
                  <a:pt x="2705876" y="49978"/>
                </a:cubicBezTo>
                <a:cubicBezTo>
                  <a:pt x="2705743" y="45574"/>
                  <a:pt x="2705455" y="41459"/>
                  <a:pt x="2705011" y="37632"/>
                </a:cubicBezTo>
                <a:cubicBezTo>
                  <a:pt x="2707502" y="38078"/>
                  <a:pt x="2709504" y="38300"/>
                  <a:pt x="2711016" y="38300"/>
                </a:cubicBezTo>
                <a:cubicBezTo>
                  <a:pt x="2711727" y="38300"/>
                  <a:pt x="2712505" y="38234"/>
                  <a:pt x="2713349" y="38101"/>
                </a:cubicBezTo>
                <a:cubicBezTo>
                  <a:pt x="2714195" y="37968"/>
                  <a:pt x="2715196" y="37811"/>
                  <a:pt x="2716353" y="37632"/>
                </a:cubicBezTo>
                <a:cubicBezTo>
                  <a:pt x="2716087" y="41192"/>
                  <a:pt x="2715954" y="44750"/>
                  <a:pt x="2715954" y="48308"/>
                </a:cubicBezTo>
                <a:lnTo>
                  <a:pt x="2716221" y="48308"/>
                </a:lnTo>
                <a:cubicBezTo>
                  <a:pt x="2718712" y="44483"/>
                  <a:pt x="2721692" y="41525"/>
                  <a:pt x="2725162" y="39434"/>
                </a:cubicBezTo>
                <a:cubicBezTo>
                  <a:pt x="2728632" y="37344"/>
                  <a:pt x="2732769" y="36299"/>
                  <a:pt x="2737573" y="36299"/>
                </a:cubicBezTo>
                <a:cubicBezTo>
                  <a:pt x="2740064" y="36299"/>
                  <a:pt x="2742577" y="36655"/>
                  <a:pt x="2745111" y="37368"/>
                </a:cubicBezTo>
                <a:cubicBezTo>
                  <a:pt x="2747647" y="38079"/>
                  <a:pt x="2749938" y="39302"/>
                  <a:pt x="2751984" y="41037"/>
                </a:cubicBezTo>
                <a:cubicBezTo>
                  <a:pt x="2754031" y="42772"/>
                  <a:pt x="2755699" y="45130"/>
                  <a:pt x="2756989" y="48111"/>
                </a:cubicBezTo>
                <a:cubicBezTo>
                  <a:pt x="2758278" y="51091"/>
                  <a:pt x="2758923" y="54893"/>
                  <a:pt x="2758923" y="59518"/>
                </a:cubicBezTo>
                <a:cubicBezTo>
                  <a:pt x="2758923" y="63344"/>
                  <a:pt x="2758834" y="67280"/>
                  <a:pt x="2758656" y="71328"/>
                </a:cubicBezTo>
                <a:cubicBezTo>
                  <a:pt x="2758479" y="75377"/>
                  <a:pt x="2758390" y="79670"/>
                  <a:pt x="2758390" y="84208"/>
                </a:cubicBezTo>
                <a:lnTo>
                  <a:pt x="2758390" y="92880"/>
                </a:lnTo>
                <a:cubicBezTo>
                  <a:pt x="2758390" y="94304"/>
                  <a:pt x="2758412" y="95706"/>
                  <a:pt x="2758457" y="97085"/>
                </a:cubicBezTo>
                <a:cubicBezTo>
                  <a:pt x="2758502" y="98464"/>
                  <a:pt x="2758568" y="99777"/>
                  <a:pt x="2758656" y="101021"/>
                </a:cubicBezTo>
                <a:cubicBezTo>
                  <a:pt x="2756877" y="100844"/>
                  <a:pt x="2755009" y="100755"/>
                  <a:pt x="2753053" y="100755"/>
                </a:cubicBezTo>
                <a:cubicBezTo>
                  <a:pt x="2751183" y="100755"/>
                  <a:pt x="2749359" y="100844"/>
                  <a:pt x="2747581" y="101021"/>
                </a:cubicBezTo>
                <a:cubicBezTo>
                  <a:pt x="2747759" y="96395"/>
                  <a:pt x="2747959" y="91636"/>
                  <a:pt x="2748180" y="86743"/>
                </a:cubicBezTo>
                <a:cubicBezTo>
                  <a:pt x="2748402" y="81849"/>
                  <a:pt x="2748514" y="76822"/>
                  <a:pt x="2748514" y="71662"/>
                </a:cubicBezTo>
                <a:lnTo>
                  <a:pt x="2748514" y="63521"/>
                </a:lnTo>
                <a:close/>
                <a:moveTo>
                  <a:pt x="2786415" y="70728"/>
                </a:moveTo>
                <a:cubicBezTo>
                  <a:pt x="2786415" y="76067"/>
                  <a:pt x="2786971" y="80471"/>
                  <a:pt x="2788083" y="83941"/>
                </a:cubicBezTo>
                <a:cubicBezTo>
                  <a:pt x="2789195" y="87410"/>
                  <a:pt x="2790618" y="90190"/>
                  <a:pt x="2792353" y="92282"/>
                </a:cubicBezTo>
                <a:cubicBezTo>
                  <a:pt x="2794088" y="94372"/>
                  <a:pt x="2796067" y="95818"/>
                  <a:pt x="2798291" y="96619"/>
                </a:cubicBezTo>
                <a:cubicBezTo>
                  <a:pt x="2800516" y="97419"/>
                  <a:pt x="2802696" y="97818"/>
                  <a:pt x="2804831" y="97818"/>
                </a:cubicBezTo>
                <a:cubicBezTo>
                  <a:pt x="2808301" y="97818"/>
                  <a:pt x="2811281" y="96951"/>
                  <a:pt x="2813772" y="95216"/>
                </a:cubicBezTo>
                <a:cubicBezTo>
                  <a:pt x="2816263" y="93481"/>
                  <a:pt x="2818332" y="91213"/>
                  <a:pt x="2819977" y="88411"/>
                </a:cubicBezTo>
                <a:cubicBezTo>
                  <a:pt x="2821622" y="85609"/>
                  <a:pt x="2822823" y="82429"/>
                  <a:pt x="2823579" y="78871"/>
                </a:cubicBezTo>
                <a:cubicBezTo>
                  <a:pt x="2824337" y="75311"/>
                  <a:pt x="2824715" y="71752"/>
                  <a:pt x="2824715" y="68193"/>
                </a:cubicBezTo>
                <a:cubicBezTo>
                  <a:pt x="2824715" y="59653"/>
                  <a:pt x="2823069" y="53136"/>
                  <a:pt x="2819777" y="48644"/>
                </a:cubicBezTo>
                <a:cubicBezTo>
                  <a:pt x="2816485" y="44151"/>
                  <a:pt x="2811636" y="41904"/>
                  <a:pt x="2805230" y="41904"/>
                </a:cubicBezTo>
                <a:cubicBezTo>
                  <a:pt x="2802028" y="41904"/>
                  <a:pt x="2799248" y="42638"/>
                  <a:pt x="2796890" y="44106"/>
                </a:cubicBezTo>
                <a:cubicBezTo>
                  <a:pt x="2794533" y="45573"/>
                  <a:pt x="2792576" y="47620"/>
                  <a:pt x="2791019" y="50245"/>
                </a:cubicBezTo>
                <a:cubicBezTo>
                  <a:pt x="2789462" y="52869"/>
                  <a:pt x="2788305" y="55938"/>
                  <a:pt x="2787549" y="59453"/>
                </a:cubicBezTo>
                <a:cubicBezTo>
                  <a:pt x="2786793" y="62966"/>
                  <a:pt x="2786415" y="66724"/>
                  <a:pt x="2786415" y="70728"/>
                </a:cubicBezTo>
                <a:moveTo>
                  <a:pt x="2824314" y="88344"/>
                </a:moveTo>
                <a:cubicBezTo>
                  <a:pt x="2823603" y="89768"/>
                  <a:pt x="2822646" y="91303"/>
                  <a:pt x="2821445" y="92950"/>
                </a:cubicBezTo>
                <a:cubicBezTo>
                  <a:pt x="2820244" y="94595"/>
                  <a:pt x="2818731" y="96130"/>
                  <a:pt x="2816906" y="97554"/>
                </a:cubicBezTo>
                <a:cubicBezTo>
                  <a:pt x="2815083" y="98976"/>
                  <a:pt x="2812926" y="100132"/>
                  <a:pt x="2810435" y="101021"/>
                </a:cubicBezTo>
                <a:cubicBezTo>
                  <a:pt x="2807944" y="101911"/>
                  <a:pt x="2805052" y="102355"/>
                  <a:pt x="2801760" y="102355"/>
                </a:cubicBezTo>
                <a:cubicBezTo>
                  <a:pt x="2798380" y="102355"/>
                  <a:pt x="2795067" y="101777"/>
                  <a:pt x="2791819" y="100620"/>
                </a:cubicBezTo>
                <a:cubicBezTo>
                  <a:pt x="2788572" y="99464"/>
                  <a:pt x="2785681" y="97573"/>
                  <a:pt x="2783145" y="94949"/>
                </a:cubicBezTo>
                <a:cubicBezTo>
                  <a:pt x="2780609" y="92325"/>
                  <a:pt x="2778563" y="88945"/>
                  <a:pt x="2777005" y="84809"/>
                </a:cubicBezTo>
                <a:cubicBezTo>
                  <a:pt x="2775450" y="80671"/>
                  <a:pt x="2774672" y="75711"/>
                  <a:pt x="2774672" y="69928"/>
                </a:cubicBezTo>
                <a:cubicBezTo>
                  <a:pt x="2774672" y="64234"/>
                  <a:pt x="2775517" y="59297"/>
                  <a:pt x="2777207" y="55116"/>
                </a:cubicBezTo>
                <a:cubicBezTo>
                  <a:pt x="2778897" y="50933"/>
                  <a:pt x="2781099" y="47441"/>
                  <a:pt x="2783813" y="44639"/>
                </a:cubicBezTo>
                <a:cubicBezTo>
                  <a:pt x="2786526" y="41837"/>
                  <a:pt x="2789596" y="39747"/>
                  <a:pt x="2793021" y="38367"/>
                </a:cubicBezTo>
                <a:cubicBezTo>
                  <a:pt x="2796446" y="36988"/>
                  <a:pt x="2799893" y="36299"/>
                  <a:pt x="2803363" y="36299"/>
                </a:cubicBezTo>
                <a:cubicBezTo>
                  <a:pt x="2813237" y="36299"/>
                  <a:pt x="2820088" y="40747"/>
                  <a:pt x="2823913" y="49644"/>
                </a:cubicBezTo>
                <a:lnTo>
                  <a:pt x="2824180" y="49644"/>
                </a:lnTo>
                <a:lnTo>
                  <a:pt x="2824180" y="36565"/>
                </a:lnTo>
                <a:cubicBezTo>
                  <a:pt x="2824180" y="33185"/>
                  <a:pt x="2824157" y="29782"/>
                  <a:pt x="2824113" y="26357"/>
                </a:cubicBezTo>
                <a:cubicBezTo>
                  <a:pt x="2824069" y="22932"/>
                  <a:pt x="2824025" y="19663"/>
                  <a:pt x="2823980" y="16549"/>
                </a:cubicBezTo>
                <a:cubicBezTo>
                  <a:pt x="2823935" y="13435"/>
                  <a:pt x="2823891" y="10499"/>
                  <a:pt x="2823846" y="7742"/>
                </a:cubicBezTo>
                <a:cubicBezTo>
                  <a:pt x="2823802" y="4983"/>
                  <a:pt x="2823736" y="2537"/>
                  <a:pt x="2823646" y="401"/>
                </a:cubicBezTo>
                <a:cubicBezTo>
                  <a:pt x="2824715" y="579"/>
                  <a:pt x="2825737" y="735"/>
                  <a:pt x="2826715" y="869"/>
                </a:cubicBezTo>
                <a:cubicBezTo>
                  <a:pt x="2827694" y="1003"/>
                  <a:pt x="2828672" y="1069"/>
                  <a:pt x="2829651" y="1069"/>
                </a:cubicBezTo>
                <a:cubicBezTo>
                  <a:pt x="2830630" y="1069"/>
                  <a:pt x="2831586" y="1003"/>
                  <a:pt x="2832520" y="869"/>
                </a:cubicBezTo>
                <a:cubicBezTo>
                  <a:pt x="2833454" y="735"/>
                  <a:pt x="2834500" y="579"/>
                  <a:pt x="2835656" y="401"/>
                </a:cubicBezTo>
                <a:cubicBezTo>
                  <a:pt x="2835390" y="3248"/>
                  <a:pt x="2835168" y="7362"/>
                  <a:pt x="2834990" y="12745"/>
                </a:cubicBezTo>
                <a:cubicBezTo>
                  <a:pt x="2834812" y="18128"/>
                  <a:pt x="2834656" y="24066"/>
                  <a:pt x="2834522" y="30560"/>
                </a:cubicBezTo>
                <a:cubicBezTo>
                  <a:pt x="2834389" y="37055"/>
                  <a:pt x="2834278" y="43728"/>
                  <a:pt x="2834188" y="50579"/>
                </a:cubicBezTo>
                <a:cubicBezTo>
                  <a:pt x="2834100" y="57429"/>
                  <a:pt x="2834056" y="63701"/>
                  <a:pt x="2834056" y="69394"/>
                </a:cubicBezTo>
                <a:cubicBezTo>
                  <a:pt x="2834056" y="75533"/>
                  <a:pt x="2834100" y="81049"/>
                  <a:pt x="2834188" y="85943"/>
                </a:cubicBezTo>
                <a:cubicBezTo>
                  <a:pt x="2834278" y="90835"/>
                  <a:pt x="2834367" y="95861"/>
                  <a:pt x="2834457" y="101021"/>
                </a:cubicBezTo>
                <a:cubicBezTo>
                  <a:pt x="2832677" y="100844"/>
                  <a:pt x="2830942" y="100755"/>
                  <a:pt x="2829252" y="100755"/>
                </a:cubicBezTo>
                <a:cubicBezTo>
                  <a:pt x="2827650" y="100755"/>
                  <a:pt x="2825959" y="100844"/>
                  <a:pt x="2824180" y="101021"/>
                </a:cubicBezTo>
                <a:lnTo>
                  <a:pt x="2824581" y="88344"/>
                </a:lnTo>
                <a:lnTo>
                  <a:pt x="2824314" y="88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ensuringcompliancefrommyfamilymembers.">
            <a:extLst xmlns:a="http://schemas.openxmlformats.org/drawingml/2006/main">
              <a:ext uri="{FF2B5EF4-FFF2-40B4-BE49-F238E27FC236}">
                <a16:creationId xmlns:a16="http://schemas.microsoft.com/office/drawing/2014/main" id="{57E119D1-0F3F-43F3-96FB-24DEC1BB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3" y="3715619"/>
            <a:ext cx="2696736" cy="136520"/>
          </a:xfrm>
          <a:custGeom xmlns:a="http://schemas.openxmlformats.org/drawingml/2006/main">
            <a:pathLst>
              <a:path w="2696736" h="136520">
                <a:moveTo>
                  <a:pt x="30827" y="40569"/>
                </a:moveTo>
                <a:cubicBezTo>
                  <a:pt x="27535" y="40569"/>
                  <a:pt x="24754" y="41325"/>
                  <a:pt x="22484" y="42837"/>
                </a:cubicBezTo>
                <a:cubicBezTo>
                  <a:pt x="20216" y="44349"/>
                  <a:pt x="18348" y="46240"/>
                  <a:pt x="16881" y="48510"/>
                </a:cubicBezTo>
                <a:cubicBezTo>
                  <a:pt x="15413" y="50778"/>
                  <a:pt x="14301" y="53269"/>
                  <a:pt x="13545" y="55983"/>
                </a:cubicBezTo>
                <a:cubicBezTo>
                  <a:pt x="12789" y="58697"/>
                  <a:pt x="12322" y="61254"/>
                  <a:pt x="12144" y="63656"/>
                </a:cubicBezTo>
                <a:cubicBezTo>
                  <a:pt x="14901" y="63745"/>
                  <a:pt x="17770" y="63835"/>
                  <a:pt x="20750" y="63925"/>
                </a:cubicBezTo>
                <a:cubicBezTo>
                  <a:pt x="23731" y="64013"/>
                  <a:pt x="26645" y="64057"/>
                  <a:pt x="29491" y="64057"/>
                </a:cubicBezTo>
                <a:cubicBezTo>
                  <a:pt x="32428" y="64057"/>
                  <a:pt x="35408" y="64013"/>
                  <a:pt x="38433" y="63925"/>
                </a:cubicBezTo>
                <a:cubicBezTo>
                  <a:pt x="41457" y="63835"/>
                  <a:pt x="44393" y="63745"/>
                  <a:pt x="47241" y="63656"/>
                </a:cubicBezTo>
                <a:cubicBezTo>
                  <a:pt x="47241" y="61254"/>
                  <a:pt x="47041" y="58719"/>
                  <a:pt x="46641" y="56050"/>
                </a:cubicBezTo>
                <a:cubicBezTo>
                  <a:pt x="46240" y="53380"/>
                  <a:pt x="45439" y="50888"/>
                  <a:pt x="44238" y="48575"/>
                </a:cubicBezTo>
                <a:cubicBezTo>
                  <a:pt x="43037" y="46262"/>
                  <a:pt x="41368" y="44349"/>
                  <a:pt x="39233" y="42837"/>
                </a:cubicBezTo>
                <a:cubicBezTo>
                  <a:pt x="37097" y="41325"/>
                  <a:pt x="34296" y="40569"/>
                  <a:pt x="30827" y="40569"/>
                </a:cubicBezTo>
                <a:moveTo>
                  <a:pt x="0" y="71396"/>
                </a:moveTo>
                <a:cubicBezTo>
                  <a:pt x="0" y="60453"/>
                  <a:pt x="2602" y="51868"/>
                  <a:pt x="7805" y="45641"/>
                </a:cubicBezTo>
                <a:cubicBezTo>
                  <a:pt x="13010" y="39413"/>
                  <a:pt x="20595" y="36299"/>
                  <a:pt x="30560" y="36299"/>
                </a:cubicBezTo>
                <a:cubicBezTo>
                  <a:pt x="35275" y="36299"/>
                  <a:pt x="39345" y="37033"/>
                  <a:pt x="42770" y="38502"/>
                </a:cubicBezTo>
                <a:cubicBezTo>
                  <a:pt x="46195" y="39969"/>
                  <a:pt x="49064" y="41926"/>
                  <a:pt x="51377" y="44372"/>
                </a:cubicBezTo>
                <a:cubicBezTo>
                  <a:pt x="53690" y="46819"/>
                  <a:pt x="55403" y="49688"/>
                  <a:pt x="56515" y="52980"/>
                </a:cubicBezTo>
                <a:cubicBezTo>
                  <a:pt x="57626" y="56272"/>
                  <a:pt x="58182" y="59786"/>
                  <a:pt x="58182" y="63521"/>
                </a:cubicBezTo>
                <a:cubicBezTo>
                  <a:pt x="58182" y="64412"/>
                  <a:pt x="58160" y="65280"/>
                  <a:pt x="58115" y="66126"/>
                </a:cubicBezTo>
                <a:cubicBezTo>
                  <a:pt x="58072" y="66970"/>
                  <a:pt x="58005" y="67837"/>
                  <a:pt x="57916" y="68726"/>
                </a:cubicBezTo>
                <a:cubicBezTo>
                  <a:pt x="53111" y="68638"/>
                  <a:pt x="48352" y="68550"/>
                  <a:pt x="43637" y="68461"/>
                </a:cubicBezTo>
                <a:cubicBezTo>
                  <a:pt x="38923" y="68372"/>
                  <a:pt x="34163" y="68327"/>
                  <a:pt x="29359" y="68327"/>
                </a:cubicBezTo>
                <a:cubicBezTo>
                  <a:pt x="26423" y="68327"/>
                  <a:pt x="23509" y="68372"/>
                  <a:pt x="20617" y="68461"/>
                </a:cubicBezTo>
                <a:cubicBezTo>
                  <a:pt x="17726" y="68550"/>
                  <a:pt x="14812" y="68638"/>
                  <a:pt x="11876" y="68726"/>
                </a:cubicBezTo>
                <a:cubicBezTo>
                  <a:pt x="11787" y="69171"/>
                  <a:pt x="11743" y="69839"/>
                  <a:pt x="11743" y="70728"/>
                </a:cubicBezTo>
                <a:lnTo>
                  <a:pt x="11743" y="72463"/>
                </a:lnTo>
                <a:cubicBezTo>
                  <a:pt x="11743" y="75932"/>
                  <a:pt x="12254" y="79180"/>
                  <a:pt x="13276" y="82206"/>
                </a:cubicBezTo>
                <a:cubicBezTo>
                  <a:pt x="14300" y="85231"/>
                  <a:pt x="15791" y="87833"/>
                  <a:pt x="17748" y="90013"/>
                </a:cubicBezTo>
                <a:cubicBezTo>
                  <a:pt x="19706" y="92192"/>
                  <a:pt x="22108" y="93927"/>
                  <a:pt x="24954" y="95218"/>
                </a:cubicBezTo>
                <a:cubicBezTo>
                  <a:pt x="27801" y="96508"/>
                  <a:pt x="31093" y="97152"/>
                  <a:pt x="34830" y="97152"/>
                </a:cubicBezTo>
                <a:cubicBezTo>
                  <a:pt x="36609" y="97152"/>
                  <a:pt x="38432" y="96908"/>
                  <a:pt x="40300" y="96419"/>
                </a:cubicBezTo>
                <a:cubicBezTo>
                  <a:pt x="42169" y="95929"/>
                  <a:pt x="43993" y="95261"/>
                  <a:pt x="45771" y="94416"/>
                </a:cubicBezTo>
                <a:cubicBezTo>
                  <a:pt x="47551" y="93570"/>
                  <a:pt x="49219" y="92569"/>
                  <a:pt x="50776" y="91414"/>
                </a:cubicBezTo>
                <a:cubicBezTo>
                  <a:pt x="52333" y="90258"/>
                  <a:pt x="53690" y="89011"/>
                  <a:pt x="54847" y="87676"/>
                </a:cubicBezTo>
                <a:lnTo>
                  <a:pt x="55515" y="88077"/>
                </a:lnTo>
                <a:lnTo>
                  <a:pt x="54715" y="94615"/>
                </a:lnTo>
                <a:cubicBezTo>
                  <a:pt x="52044" y="96751"/>
                  <a:pt x="48730" y="98574"/>
                  <a:pt x="44771" y="100087"/>
                </a:cubicBezTo>
                <a:cubicBezTo>
                  <a:pt x="40813" y="101599"/>
                  <a:pt x="36698" y="102355"/>
                  <a:pt x="32428" y="102355"/>
                </a:cubicBezTo>
                <a:cubicBezTo>
                  <a:pt x="27623" y="102355"/>
                  <a:pt x="23241" y="101621"/>
                  <a:pt x="19281" y="100154"/>
                </a:cubicBezTo>
                <a:cubicBezTo>
                  <a:pt x="15323" y="98686"/>
                  <a:pt x="11898" y="96552"/>
                  <a:pt x="9006" y="93750"/>
                </a:cubicBezTo>
                <a:cubicBezTo>
                  <a:pt x="6116" y="90947"/>
                  <a:pt x="3893" y="87632"/>
                  <a:pt x="2336" y="83807"/>
                </a:cubicBezTo>
                <a:cubicBezTo>
                  <a:pt x="779" y="79981"/>
                  <a:pt x="0" y="75844"/>
                  <a:pt x="0" y="71396"/>
                </a:cubicBezTo>
                <a:close/>
                <a:moveTo>
                  <a:pt x="115699" y="63521"/>
                </a:moveTo>
                <a:cubicBezTo>
                  <a:pt x="115699" y="56849"/>
                  <a:pt x="114408" y="51801"/>
                  <a:pt x="111828" y="48376"/>
                </a:cubicBezTo>
                <a:cubicBezTo>
                  <a:pt x="109249" y="44951"/>
                  <a:pt x="105691" y="43238"/>
                  <a:pt x="101154" y="43238"/>
                </a:cubicBezTo>
                <a:cubicBezTo>
                  <a:pt x="94927" y="43238"/>
                  <a:pt x="90368" y="45151"/>
                  <a:pt x="87476" y="48976"/>
                </a:cubicBezTo>
                <a:cubicBezTo>
                  <a:pt x="84585" y="52802"/>
                  <a:pt x="83139" y="58184"/>
                  <a:pt x="83139" y="65124"/>
                </a:cubicBezTo>
                <a:lnTo>
                  <a:pt x="83139" y="76466"/>
                </a:lnTo>
                <a:cubicBezTo>
                  <a:pt x="83139" y="80471"/>
                  <a:pt x="83205" y="84675"/>
                  <a:pt x="83338" y="89079"/>
                </a:cubicBezTo>
                <a:cubicBezTo>
                  <a:pt x="83471" y="93482"/>
                  <a:pt x="83761" y="97463"/>
                  <a:pt x="84206" y="101021"/>
                </a:cubicBezTo>
                <a:cubicBezTo>
                  <a:pt x="82160" y="100844"/>
                  <a:pt x="80158" y="100755"/>
                  <a:pt x="78201" y="100755"/>
                </a:cubicBezTo>
                <a:cubicBezTo>
                  <a:pt x="76243" y="100755"/>
                  <a:pt x="74242" y="100844"/>
                  <a:pt x="72196" y="101021"/>
                </a:cubicBezTo>
                <a:cubicBezTo>
                  <a:pt x="72640" y="97463"/>
                  <a:pt x="72928" y="93482"/>
                  <a:pt x="73061" y="89079"/>
                </a:cubicBezTo>
                <a:cubicBezTo>
                  <a:pt x="73196" y="84675"/>
                  <a:pt x="73263" y="80471"/>
                  <a:pt x="73263" y="76466"/>
                </a:cubicBezTo>
                <a:lnTo>
                  <a:pt x="73263" y="62589"/>
                </a:lnTo>
                <a:cubicBezTo>
                  <a:pt x="73263" y="58586"/>
                  <a:pt x="73196" y="54382"/>
                  <a:pt x="73061" y="49978"/>
                </a:cubicBezTo>
                <a:cubicBezTo>
                  <a:pt x="72928" y="45574"/>
                  <a:pt x="72640" y="41459"/>
                  <a:pt x="72196" y="37632"/>
                </a:cubicBezTo>
                <a:cubicBezTo>
                  <a:pt x="74687" y="38078"/>
                  <a:pt x="76689" y="38300"/>
                  <a:pt x="78201" y="38300"/>
                </a:cubicBezTo>
                <a:cubicBezTo>
                  <a:pt x="78912" y="38300"/>
                  <a:pt x="79690" y="38234"/>
                  <a:pt x="80534" y="38101"/>
                </a:cubicBezTo>
                <a:cubicBezTo>
                  <a:pt x="81380" y="37968"/>
                  <a:pt x="82381" y="37811"/>
                  <a:pt x="83538" y="37632"/>
                </a:cubicBezTo>
                <a:cubicBezTo>
                  <a:pt x="83272" y="41192"/>
                  <a:pt x="83139" y="44750"/>
                  <a:pt x="83139" y="48308"/>
                </a:cubicBezTo>
                <a:lnTo>
                  <a:pt x="83406" y="48308"/>
                </a:lnTo>
                <a:cubicBezTo>
                  <a:pt x="85897" y="44483"/>
                  <a:pt x="88877" y="41525"/>
                  <a:pt x="92347" y="39434"/>
                </a:cubicBezTo>
                <a:cubicBezTo>
                  <a:pt x="95817" y="37344"/>
                  <a:pt x="99954" y="36299"/>
                  <a:pt x="104758" y="36299"/>
                </a:cubicBezTo>
                <a:cubicBezTo>
                  <a:pt x="107249" y="36299"/>
                  <a:pt x="109762" y="36655"/>
                  <a:pt x="112296" y="37368"/>
                </a:cubicBezTo>
                <a:cubicBezTo>
                  <a:pt x="114832" y="38079"/>
                  <a:pt x="117123" y="39302"/>
                  <a:pt x="119169" y="41037"/>
                </a:cubicBezTo>
                <a:cubicBezTo>
                  <a:pt x="121216" y="42772"/>
                  <a:pt x="122884" y="45130"/>
                  <a:pt x="124174" y="48111"/>
                </a:cubicBezTo>
                <a:cubicBezTo>
                  <a:pt x="125463" y="51091"/>
                  <a:pt x="126108" y="54893"/>
                  <a:pt x="126108" y="59518"/>
                </a:cubicBezTo>
                <a:cubicBezTo>
                  <a:pt x="126108" y="63344"/>
                  <a:pt x="126019" y="67280"/>
                  <a:pt x="125841" y="71328"/>
                </a:cubicBezTo>
                <a:cubicBezTo>
                  <a:pt x="125664" y="75377"/>
                  <a:pt x="125575" y="79670"/>
                  <a:pt x="125575" y="84208"/>
                </a:cubicBezTo>
                <a:lnTo>
                  <a:pt x="125575" y="92880"/>
                </a:lnTo>
                <a:cubicBezTo>
                  <a:pt x="125575" y="94304"/>
                  <a:pt x="125597" y="95706"/>
                  <a:pt x="125642" y="97085"/>
                </a:cubicBezTo>
                <a:cubicBezTo>
                  <a:pt x="125687" y="98464"/>
                  <a:pt x="125753" y="99777"/>
                  <a:pt x="125841" y="101021"/>
                </a:cubicBezTo>
                <a:cubicBezTo>
                  <a:pt x="124062" y="100844"/>
                  <a:pt x="122194" y="100755"/>
                  <a:pt x="120238" y="100755"/>
                </a:cubicBezTo>
                <a:cubicBezTo>
                  <a:pt x="118368" y="100755"/>
                  <a:pt x="116545" y="100844"/>
                  <a:pt x="114766" y="101021"/>
                </a:cubicBezTo>
                <a:cubicBezTo>
                  <a:pt x="114944" y="96395"/>
                  <a:pt x="115144" y="91636"/>
                  <a:pt x="115365" y="86743"/>
                </a:cubicBezTo>
                <a:cubicBezTo>
                  <a:pt x="115587" y="81849"/>
                  <a:pt x="115699" y="76822"/>
                  <a:pt x="115699" y="71662"/>
                </a:cubicBezTo>
                <a:lnTo>
                  <a:pt x="115699" y="63521"/>
                </a:lnTo>
                <a:close/>
                <a:moveTo>
                  <a:pt x="145726" y="88610"/>
                </a:moveTo>
                <a:cubicBezTo>
                  <a:pt x="146171" y="89501"/>
                  <a:pt x="146861" y="90480"/>
                  <a:pt x="147795" y="91547"/>
                </a:cubicBezTo>
                <a:cubicBezTo>
                  <a:pt x="148728" y="92614"/>
                  <a:pt x="149840" y="93615"/>
                  <a:pt x="151130" y="94550"/>
                </a:cubicBezTo>
                <a:cubicBezTo>
                  <a:pt x="152421" y="95484"/>
                  <a:pt x="153889" y="96263"/>
                  <a:pt x="155534" y="96886"/>
                </a:cubicBezTo>
                <a:cubicBezTo>
                  <a:pt x="157180" y="97507"/>
                  <a:pt x="158937" y="97818"/>
                  <a:pt x="160806" y="97818"/>
                </a:cubicBezTo>
                <a:cubicBezTo>
                  <a:pt x="162496" y="97818"/>
                  <a:pt x="164120" y="97552"/>
                  <a:pt x="165677" y="97018"/>
                </a:cubicBezTo>
                <a:cubicBezTo>
                  <a:pt x="167234" y="96485"/>
                  <a:pt x="168613" y="95728"/>
                  <a:pt x="169813" y="94750"/>
                </a:cubicBezTo>
                <a:cubicBezTo>
                  <a:pt x="171014" y="93771"/>
                  <a:pt x="171970" y="92525"/>
                  <a:pt x="172682" y="91013"/>
                </a:cubicBezTo>
                <a:cubicBezTo>
                  <a:pt x="173394" y="89501"/>
                  <a:pt x="173751" y="87766"/>
                  <a:pt x="173751" y="85808"/>
                </a:cubicBezTo>
                <a:cubicBezTo>
                  <a:pt x="173751" y="83050"/>
                  <a:pt x="172972" y="80937"/>
                  <a:pt x="171415" y="79469"/>
                </a:cubicBezTo>
                <a:cubicBezTo>
                  <a:pt x="169858" y="78002"/>
                  <a:pt x="167923" y="76801"/>
                  <a:pt x="165610" y="75867"/>
                </a:cubicBezTo>
                <a:cubicBezTo>
                  <a:pt x="163297" y="74932"/>
                  <a:pt x="160761" y="74109"/>
                  <a:pt x="158002" y="73397"/>
                </a:cubicBezTo>
                <a:cubicBezTo>
                  <a:pt x="155245" y="72686"/>
                  <a:pt x="152710" y="71686"/>
                  <a:pt x="150397" y="70396"/>
                </a:cubicBezTo>
                <a:cubicBezTo>
                  <a:pt x="148084" y="69105"/>
                  <a:pt x="146149" y="67392"/>
                  <a:pt x="144591" y="65258"/>
                </a:cubicBezTo>
                <a:cubicBezTo>
                  <a:pt x="143034" y="63123"/>
                  <a:pt x="142256" y="60187"/>
                  <a:pt x="142256" y="56449"/>
                </a:cubicBezTo>
                <a:cubicBezTo>
                  <a:pt x="142256" y="53513"/>
                  <a:pt x="142745" y="50822"/>
                  <a:pt x="143724" y="48376"/>
                </a:cubicBezTo>
                <a:cubicBezTo>
                  <a:pt x="144703" y="45929"/>
                  <a:pt x="146126" y="43816"/>
                  <a:pt x="147994" y="42037"/>
                </a:cubicBezTo>
                <a:cubicBezTo>
                  <a:pt x="149862" y="40257"/>
                  <a:pt x="152175" y="38856"/>
                  <a:pt x="154934" y="37834"/>
                </a:cubicBezTo>
                <a:cubicBezTo>
                  <a:pt x="157692" y="36810"/>
                  <a:pt x="160850" y="36299"/>
                  <a:pt x="164408" y="36299"/>
                </a:cubicBezTo>
                <a:cubicBezTo>
                  <a:pt x="167700" y="36299"/>
                  <a:pt x="170481" y="36744"/>
                  <a:pt x="172749" y="37634"/>
                </a:cubicBezTo>
                <a:cubicBezTo>
                  <a:pt x="175017" y="38524"/>
                  <a:pt x="177175" y="39324"/>
                  <a:pt x="179222" y="40035"/>
                </a:cubicBezTo>
                <a:cubicBezTo>
                  <a:pt x="178510" y="41370"/>
                  <a:pt x="177842" y="43016"/>
                  <a:pt x="177219" y="44973"/>
                </a:cubicBezTo>
                <a:cubicBezTo>
                  <a:pt x="176597" y="46931"/>
                  <a:pt x="176197" y="48443"/>
                  <a:pt x="176019" y="49510"/>
                </a:cubicBezTo>
                <a:lnTo>
                  <a:pt x="174417" y="49510"/>
                </a:lnTo>
                <a:cubicBezTo>
                  <a:pt x="173705" y="47374"/>
                  <a:pt x="172326" y="45462"/>
                  <a:pt x="170279" y="43772"/>
                </a:cubicBezTo>
                <a:cubicBezTo>
                  <a:pt x="168233" y="42082"/>
                  <a:pt x="165698" y="41236"/>
                  <a:pt x="162674" y="41236"/>
                </a:cubicBezTo>
                <a:cubicBezTo>
                  <a:pt x="161339" y="41236"/>
                  <a:pt x="160005" y="41459"/>
                  <a:pt x="158670" y="41904"/>
                </a:cubicBezTo>
                <a:cubicBezTo>
                  <a:pt x="157336" y="42348"/>
                  <a:pt x="156134" y="43016"/>
                  <a:pt x="155066" y="43906"/>
                </a:cubicBezTo>
                <a:cubicBezTo>
                  <a:pt x="153999" y="44795"/>
                  <a:pt x="153110" y="45952"/>
                  <a:pt x="152399" y="47376"/>
                </a:cubicBezTo>
                <a:cubicBezTo>
                  <a:pt x="151687" y="48799"/>
                  <a:pt x="151332" y="50489"/>
                  <a:pt x="151332" y="52446"/>
                </a:cubicBezTo>
                <a:cubicBezTo>
                  <a:pt x="151332" y="55293"/>
                  <a:pt x="152109" y="57495"/>
                  <a:pt x="153665" y="59052"/>
                </a:cubicBezTo>
                <a:cubicBezTo>
                  <a:pt x="155222" y="60609"/>
                  <a:pt x="157157" y="61833"/>
                  <a:pt x="159470" y="62723"/>
                </a:cubicBezTo>
                <a:cubicBezTo>
                  <a:pt x="161784" y="63612"/>
                  <a:pt x="164319" y="64391"/>
                  <a:pt x="167076" y="65059"/>
                </a:cubicBezTo>
                <a:cubicBezTo>
                  <a:pt x="169834" y="65725"/>
                  <a:pt x="172370" y="66659"/>
                  <a:pt x="174683" y="67861"/>
                </a:cubicBezTo>
                <a:cubicBezTo>
                  <a:pt x="176997" y="69061"/>
                  <a:pt x="178932" y="70728"/>
                  <a:pt x="180489" y="72864"/>
                </a:cubicBezTo>
                <a:cubicBezTo>
                  <a:pt x="182046" y="74999"/>
                  <a:pt x="182824" y="77935"/>
                  <a:pt x="182824" y="81671"/>
                </a:cubicBezTo>
                <a:cubicBezTo>
                  <a:pt x="182824" y="84251"/>
                  <a:pt x="182269" y="86787"/>
                  <a:pt x="181157" y="89278"/>
                </a:cubicBezTo>
                <a:cubicBezTo>
                  <a:pt x="180045" y="91769"/>
                  <a:pt x="178443" y="94016"/>
                  <a:pt x="176351" y="96018"/>
                </a:cubicBezTo>
                <a:cubicBezTo>
                  <a:pt x="174261" y="98019"/>
                  <a:pt x="171747" y="99576"/>
                  <a:pt x="168811" y="100687"/>
                </a:cubicBezTo>
                <a:cubicBezTo>
                  <a:pt x="165876" y="101799"/>
                  <a:pt x="162540" y="102355"/>
                  <a:pt x="158805" y="102355"/>
                </a:cubicBezTo>
                <a:cubicBezTo>
                  <a:pt x="154712" y="102355"/>
                  <a:pt x="151286" y="101955"/>
                  <a:pt x="148528" y="101154"/>
                </a:cubicBezTo>
                <a:cubicBezTo>
                  <a:pt x="145770" y="100354"/>
                  <a:pt x="143457" y="99420"/>
                  <a:pt x="141588" y="98352"/>
                </a:cubicBezTo>
                <a:cubicBezTo>
                  <a:pt x="142123" y="97195"/>
                  <a:pt x="142679" y="95616"/>
                  <a:pt x="143258" y="93615"/>
                </a:cubicBezTo>
                <a:cubicBezTo>
                  <a:pt x="143836" y="91613"/>
                  <a:pt x="144125" y="89945"/>
                  <a:pt x="144125" y="88610"/>
                </a:cubicBezTo>
                <a:lnTo>
                  <a:pt x="145726" y="88610"/>
                </a:lnTo>
                <a:close/>
                <a:moveTo>
                  <a:pt x="198305" y="80870"/>
                </a:moveTo>
                <a:cubicBezTo>
                  <a:pt x="198305" y="76156"/>
                  <a:pt x="198372" y="72131"/>
                  <a:pt x="198505" y="68795"/>
                </a:cubicBezTo>
                <a:cubicBezTo>
                  <a:pt x="198638" y="65459"/>
                  <a:pt x="198704" y="62144"/>
                  <a:pt x="198704" y="58852"/>
                </a:cubicBezTo>
                <a:cubicBezTo>
                  <a:pt x="198704" y="55738"/>
                  <a:pt x="198682" y="52357"/>
                  <a:pt x="198637" y="48710"/>
                </a:cubicBezTo>
                <a:cubicBezTo>
                  <a:pt x="198594" y="45062"/>
                  <a:pt x="198527" y="41370"/>
                  <a:pt x="198438" y="37632"/>
                </a:cubicBezTo>
                <a:cubicBezTo>
                  <a:pt x="200663" y="38078"/>
                  <a:pt x="202531" y="38300"/>
                  <a:pt x="204043" y="38300"/>
                </a:cubicBezTo>
                <a:cubicBezTo>
                  <a:pt x="205466" y="38300"/>
                  <a:pt x="207290" y="38078"/>
                  <a:pt x="209515" y="37632"/>
                </a:cubicBezTo>
                <a:cubicBezTo>
                  <a:pt x="209070" y="42971"/>
                  <a:pt x="208736" y="48822"/>
                  <a:pt x="208513" y="55183"/>
                </a:cubicBezTo>
                <a:cubicBezTo>
                  <a:pt x="208290" y="61543"/>
                  <a:pt x="208179" y="68059"/>
                  <a:pt x="208179" y="74731"/>
                </a:cubicBezTo>
                <a:cubicBezTo>
                  <a:pt x="208179" y="79357"/>
                  <a:pt x="208580" y="82894"/>
                  <a:pt x="209380" y="85342"/>
                </a:cubicBezTo>
                <a:cubicBezTo>
                  <a:pt x="210181" y="87788"/>
                  <a:pt x="211160" y="89634"/>
                  <a:pt x="212317" y="90879"/>
                </a:cubicBezTo>
                <a:cubicBezTo>
                  <a:pt x="213563" y="92303"/>
                  <a:pt x="215142" y="93482"/>
                  <a:pt x="217055" y="94416"/>
                </a:cubicBezTo>
                <a:cubicBezTo>
                  <a:pt x="218968" y="95350"/>
                  <a:pt x="221214" y="95817"/>
                  <a:pt x="223793" y="95817"/>
                </a:cubicBezTo>
                <a:cubicBezTo>
                  <a:pt x="227530" y="95817"/>
                  <a:pt x="230645" y="94994"/>
                  <a:pt x="233136" y="93349"/>
                </a:cubicBezTo>
                <a:cubicBezTo>
                  <a:pt x="235627" y="91702"/>
                  <a:pt x="237450" y="89678"/>
                  <a:pt x="238607" y="87277"/>
                </a:cubicBezTo>
                <a:cubicBezTo>
                  <a:pt x="239229" y="85764"/>
                  <a:pt x="239717" y="84475"/>
                  <a:pt x="240073" y="83408"/>
                </a:cubicBezTo>
                <a:cubicBezTo>
                  <a:pt x="240430" y="82339"/>
                  <a:pt x="240719" y="80915"/>
                  <a:pt x="240941" y="79136"/>
                </a:cubicBezTo>
                <a:cubicBezTo>
                  <a:pt x="241163" y="77356"/>
                  <a:pt x="241297" y="74954"/>
                  <a:pt x="241342" y="71929"/>
                </a:cubicBezTo>
                <a:cubicBezTo>
                  <a:pt x="241387" y="68905"/>
                  <a:pt x="241409" y="64768"/>
                  <a:pt x="241409" y="59518"/>
                </a:cubicBezTo>
                <a:lnTo>
                  <a:pt x="241409" y="48308"/>
                </a:lnTo>
                <a:cubicBezTo>
                  <a:pt x="241409" y="46352"/>
                  <a:pt x="241387" y="44484"/>
                  <a:pt x="241342" y="42705"/>
                </a:cubicBezTo>
                <a:cubicBezTo>
                  <a:pt x="241297" y="40925"/>
                  <a:pt x="241230" y="39234"/>
                  <a:pt x="241142" y="37632"/>
                </a:cubicBezTo>
                <a:cubicBezTo>
                  <a:pt x="242121" y="37811"/>
                  <a:pt x="243055" y="37968"/>
                  <a:pt x="243944" y="38101"/>
                </a:cubicBezTo>
                <a:cubicBezTo>
                  <a:pt x="244833" y="38234"/>
                  <a:pt x="245767" y="38300"/>
                  <a:pt x="246746" y="38300"/>
                </a:cubicBezTo>
                <a:cubicBezTo>
                  <a:pt x="247725" y="38300"/>
                  <a:pt x="248659" y="38234"/>
                  <a:pt x="249548" y="38101"/>
                </a:cubicBezTo>
                <a:cubicBezTo>
                  <a:pt x="250438" y="37968"/>
                  <a:pt x="251328" y="37811"/>
                  <a:pt x="252217" y="37632"/>
                </a:cubicBezTo>
                <a:cubicBezTo>
                  <a:pt x="251774" y="44572"/>
                  <a:pt x="251507" y="51267"/>
                  <a:pt x="251417" y="57718"/>
                </a:cubicBezTo>
                <a:cubicBezTo>
                  <a:pt x="251329" y="64168"/>
                  <a:pt x="251285" y="70995"/>
                  <a:pt x="251285" y="78201"/>
                </a:cubicBezTo>
                <a:cubicBezTo>
                  <a:pt x="251285" y="82206"/>
                  <a:pt x="251329" y="86121"/>
                  <a:pt x="251417" y="89946"/>
                </a:cubicBezTo>
                <a:cubicBezTo>
                  <a:pt x="251507" y="93772"/>
                  <a:pt x="251641" y="97463"/>
                  <a:pt x="251818" y="101021"/>
                </a:cubicBezTo>
                <a:cubicBezTo>
                  <a:pt x="250039" y="100844"/>
                  <a:pt x="248304" y="100755"/>
                  <a:pt x="246614" y="100755"/>
                </a:cubicBezTo>
                <a:cubicBezTo>
                  <a:pt x="244924" y="100755"/>
                  <a:pt x="243189" y="100844"/>
                  <a:pt x="241409" y="101021"/>
                </a:cubicBezTo>
                <a:cubicBezTo>
                  <a:pt x="241497" y="100220"/>
                  <a:pt x="241564" y="99375"/>
                  <a:pt x="241608" y="98486"/>
                </a:cubicBezTo>
                <a:cubicBezTo>
                  <a:pt x="241653" y="97597"/>
                  <a:pt x="241676" y="96663"/>
                  <a:pt x="241676" y="95684"/>
                </a:cubicBezTo>
                <a:lnTo>
                  <a:pt x="241676" y="89946"/>
                </a:lnTo>
                <a:lnTo>
                  <a:pt x="241409" y="89946"/>
                </a:lnTo>
                <a:cubicBezTo>
                  <a:pt x="239096" y="94215"/>
                  <a:pt x="236115" y="97351"/>
                  <a:pt x="232468" y="99354"/>
                </a:cubicBezTo>
                <a:cubicBezTo>
                  <a:pt x="228820" y="101355"/>
                  <a:pt x="224861" y="102355"/>
                  <a:pt x="220590" y="102355"/>
                </a:cubicBezTo>
                <a:cubicBezTo>
                  <a:pt x="213651" y="102355"/>
                  <a:pt x="208201" y="100510"/>
                  <a:pt x="204243" y="96819"/>
                </a:cubicBezTo>
                <a:cubicBezTo>
                  <a:pt x="200284" y="93126"/>
                  <a:pt x="198305" y="87810"/>
                  <a:pt x="198305" y="80870"/>
                </a:cubicBezTo>
                <a:close/>
                <a:moveTo>
                  <a:pt x="303061" y="48575"/>
                </a:moveTo>
                <a:cubicBezTo>
                  <a:pt x="302617" y="48042"/>
                  <a:pt x="301750" y="47553"/>
                  <a:pt x="300459" y="47109"/>
                </a:cubicBezTo>
                <a:cubicBezTo>
                  <a:pt x="299169" y="46664"/>
                  <a:pt x="297857" y="46441"/>
                  <a:pt x="296523" y="46441"/>
                </a:cubicBezTo>
                <a:cubicBezTo>
                  <a:pt x="294387" y="46441"/>
                  <a:pt x="292475" y="46931"/>
                  <a:pt x="290784" y="47909"/>
                </a:cubicBezTo>
                <a:cubicBezTo>
                  <a:pt x="289094" y="48888"/>
                  <a:pt x="287671" y="50200"/>
                  <a:pt x="286514" y="51845"/>
                </a:cubicBezTo>
                <a:cubicBezTo>
                  <a:pt x="285358" y="53491"/>
                  <a:pt x="284468" y="55448"/>
                  <a:pt x="283845" y="57718"/>
                </a:cubicBezTo>
                <a:cubicBezTo>
                  <a:pt x="283223" y="59986"/>
                  <a:pt x="282912" y="62410"/>
                  <a:pt x="282912" y="64990"/>
                </a:cubicBezTo>
                <a:lnTo>
                  <a:pt x="282912" y="79669"/>
                </a:lnTo>
                <a:cubicBezTo>
                  <a:pt x="282912" y="85630"/>
                  <a:pt x="282934" y="90190"/>
                  <a:pt x="282977" y="93349"/>
                </a:cubicBezTo>
                <a:cubicBezTo>
                  <a:pt x="283022" y="96506"/>
                  <a:pt x="283178" y="99064"/>
                  <a:pt x="283446" y="101021"/>
                </a:cubicBezTo>
                <a:cubicBezTo>
                  <a:pt x="281666" y="100844"/>
                  <a:pt x="279886" y="100755"/>
                  <a:pt x="278107" y="100755"/>
                </a:cubicBezTo>
                <a:cubicBezTo>
                  <a:pt x="276149" y="100755"/>
                  <a:pt x="274281" y="100844"/>
                  <a:pt x="272503" y="101021"/>
                </a:cubicBezTo>
                <a:cubicBezTo>
                  <a:pt x="272769" y="97997"/>
                  <a:pt x="272924" y="93882"/>
                  <a:pt x="272969" y="88677"/>
                </a:cubicBezTo>
                <a:cubicBezTo>
                  <a:pt x="273014" y="83473"/>
                  <a:pt x="273036" y="77090"/>
                  <a:pt x="273036" y="69528"/>
                </a:cubicBezTo>
                <a:lnTo>
                  <a:pt x="273036" y="65256"/>
                </a:lnTo>
                <a:cubicBezTo>
                  <a:pt x="273036" y="61788"/>
                  <a:pt x="273014" y="57785"/>
                  <a:pt x="272969" y="53248"/>
                </a:cubicBezTo>
                <a:cubicBezTo>
                  <a:pt x="272924" y="48710"/>
                  <a:pt x="272769" y="43505"/>
                  <a:pt x="272503" y="37632"/>
                </a:cubicBezTo>
                <a:cubicBezTo>
                  <a:pt x="273482" y="37811"/>
                  <a:pt x="274416" y="37968"/>
                  <a:pt x="275305" y="38101"/>
                </a:cubicBezTo>
                <a:cubicBezTo>
                  <a:pt x="276194" y="38234"/>
                  <a:pt x="277128" y="38300"/>
                  <a:pt x="278107" y="38300"/>
                </a:cubicBezTo>
                <a:cubicBezTo>
                  <a:pt x="278908" y="38300"/>
                  <a:pt x="279753" y="38234"/>
                  <a:pt x="280642" y="38101"/>
                </a:cubicBezTo>
                <a:cubicBezTo>
                  <a:pt x="281532" y="37968"/>
                  <a:pt x="282467" y="37811"/>
                  <a:pt x="283446" y="37632"/>
                </a:cubicBezTo>
                <a:cubicBezTo>
                  <a:pt x="283090" y="40836"/>
                  <a:pt x="282890" y="43372"/>
                  <a:pt x="282845" y="45240"/>
                </a:cubicBezTo>
                <a:cubicBezTo>
                  <a:pt x="282800" y="47108"/>
                  <a:pt x="282778" y="48887"/>
                  <a:pt x="282778" y="50577"/>
                </a:cubicBezTo>
                <a:lnTo>
                  <a:pt x="283045" y="50711"/>
                </a:lnTo>
                <a:cubicBezTo>
                  <a:pt x="288294" y="41103"/>
                  <a:pt x="294166" y="36299"/>
                  <a:pt x="300660" y="36299"/>
                </a:cubicBezTo>
                <a:cubicBezTo>
                  <a:pt x="301461" y="36299"/>
                  <a:pt x="302151" y="36343"/>
                  <a:pt x="302729" y="36433"/>
                </a:cubicBezTo>
                <a:cubicBezTo>
                  <a:pt x="303308" y="36521"/>
                  <a:pt x="304041" y="36743"/>
                  <a:pt x="304930" y="37099"/>
                </a:cubicBezTo>
                <a:cubicBezTo>
                  <a:pt x="304485" y="38167"/>
                  <a:pt x="304218" y="39791"/>
                  <a:pt x="304128" y="41972"/>
                </a:cubicBezTo>
                <a:cubicBezTo>
                  <a:pt x="304040" y="44150"/>
                  <a:pt x="303996" y="46130"/>
                  <a:pt x="303996" y="47909"/>
                </a:cubicBezTo>
                <a:lnTo>
                  <a:pt x="303061" y="48575"/>
                </a:lnTo>
                <a:close/>
                <a:moveTo>
                  <a:pt x="318542" y="14413"/>
                </a:moveTo>
                <a:cubicBezTo>
                  <a:pt x="318542" y="12545"/>
                  <a:pt x="319209" y="10944"/>
                  <a:pt x="320543" y="9609"/>
                </a:cubicBezTo>
                <a:cubicBezTo>
                  <a:pt x="321878" y="8275"/>
                  <a:pt x="323480" y="7608"/>
                  <a:pt x="325349" y="7608"/>
                </a:cubicBezTo>
                <a:cubicBezTo>
                  <a:pt x="327217" y="7608"/>
                  <a:pt x="328818" y="8275"/>
                  <a:pt x="330153" y="9609"/>
                </a:cubicBezTo>
                <a:cubicBezTo>
                  <a:pt x="331487" y="10944"/>
                  <a:pt x="332154" y="12545"/>
                  <a:pt x="332154" y="14413"/>
                </a:cubicBezTo>
                <a:cubicBezTo>
                  <a:pt x="332154" y="16281"/>
                  <a:pt x="331487" y="17883"/>
                  <a:pt x="330153" y="19218"/>
                </a:cubicBezTo>
                <a:cubicBezTo>
                  <a:pt x="328818" y="20553"/>
                  <a:pt x="327217" y="21220"/>
                  <a:pt x="325349" y="21220"/>
                </a:cubicBezTo>
                <a:cubicBezTo>
                  <a:pt x="323480" y="21220"/>
                  <a:pt x="321878" y="20553"/>
                  <a:pt x="320543" y="19218"/>
                </a:cubicBezTo>
                <a:cubicBezTo>
                  <a:pt x="319209" y="17883"/>
                  <a:pt x="318542" y="16281"/>
                  <a:pt x="318542" y="14413"/>
                </a:cubicBezTo>
                <a:moveTo>
                  <a:pt x="320411" y="62589"/>
                </a:moveTo>
                <a:cubicBezTo>
                  <a:pt x="320411" y="58586"/>
                  <a:pt x="320344" y="54382"/>
                  <a:pt x="320210" y="49978"/>
                </a:cubicBezTo>
                <a:cubicBezTo>
                  <a:pt x="320076" y="45574"/>
                  <a:pt x="319787" y="41459"/>
                  <a:pt x="319342" y="37632"/>
                </a:cubicBezTo>
                <a:cubicBezTo>
                  <a:pt x="321833" y="38078"/>
                  <a:pt x="323835" y="38300"/>
                  <a:pt x="325349" y="38300"/>
                </a:cubicBezTo>
                <a:cubicBezTo>
                  <a:pt x="326861" y="38300"/>
                  <a:pt x="328863" y="38078"/>
                  <a:pt x="331354" y="37632"/>
                </a:cubicBezTo>
                <a:cubicBezTo>
                  <a:pt x="330909" y="41459"/>
                  <a:pt x="330619" y="45574"/>
                  <a:pt x="330485" y="49978"/>
                </a:cubicBezTo>
                <a:cubicBezTo>
                  <a:pt x="330351" y="54382"/>
                  <a:pt x="330285" y="58586"/>
                  <a:pt x="330285" y="62589"/>
                </a:cubicBezTo>
                <a:lnTo>
                  <a:pt x="330285" y="76466"/>
                </a:lnTo>
                <a:cubicBezTo>
                  <a:pt x="330285" y="80471"/>
                  <a:pt x="330351" y="84675"/>
                  <a:pt x="330485" y="89079"/>
                </a:cubicBezTo>
                <a:cubicBezTo>
                  <a:pt x="330619" y="93482"/>
                  <a:pt x="330909" y="97463"/>
                  <a:pt x="331354" y="101021"/>
                </a:cubicBezTo>
                <a:cubicBezTo>
                  <a:pt x="329307" y="100844"/>
                  <a:pt x="327305" y="100755"/>
                  <a:pt x="325349" y="100755"/>
                </a:cubicBezTo>
                <a:cubicBezTo>
                  <a:pt x="323392" y="100755"/>
                  <a:pt x="321389" y="100844"/>
                  <a:pt x="319342" y="101021"/>
                </a:cubicBezTo>
                <a:cubicBezTo>
                  <a:pt x="319787" y="97463"/>
                  <a:pt x="320076" y="93482"/>
                  <a:pt x="320210" y="89079"/>
                </a:cubicBezTo>
                <a:cubicBezTo>
                  <a:pt x="320344" y="84675"/>
                  <a:pt x="320411" y="80471"/>
                  <a:pt x="320411" y="76466"/>
                </a:cubicBezTo>
                <a:lnTo>
                  <a:pt x="320411" y="62589"/>
                </a:lnTo>
                <a:close/>
                <a:moveTo>
                  <a:pt x="397543" y="63521"/>
                </a:moveTo>
                <a:cubicBezTo>
                  <a:pt x="397543" y="56849"/>
                  <a:pt x="396253" y="51801"/>
                  <a:pt x="393672" y="48376"/>
                </a:cubicBezTo>
                <a:cubicBezTo>
                  <a:pt x="391093" y="44951"/>
                  <a:pt x="387535" y="43238"/>
                  <a:pt x="382998" y="43238"/>
                </a:cubicBezTo>
                <a:cubicBezTo>
                  <a:pt x="376771" y="43238"/>
                  <a:pt x="372212" y="45151"/>
                  <a:pt x="369320" y="48976"/>
                </a:cubicBezTo>
                <a:cubicBezTo>
                  <a:pt x="366429" y="52802"/>
                  <a:pt x="364983" y="58184"/>
                  <a:pt x="364983" y="65124"/>
                </a:cubicBezTo>
                <a:lnTo>
                  <a:pt x="364983" y="76466"/>
                </a:lnTo>
                <a:cubicBezTo>
                  <a:pt x="364983" y="80471"/>
                  <a:pt x="365050" y="84675"/>
                  <a:pt x="365183" y="89079"/>
                </a:cubicBezTo>
                <a:cubicBezTo>
                  <a:pt x="365316" y="93482"/>
                  <a:pt x="365605" y="97463"/>
                  <a:pt x="366050" y="101021"/>
                </a:cubicBezTo>
                <a:cubicBezTo>
                  <a:pt x="364004" y="100844"/>
                  <a:pt x="362003" y="100755"/>
                  <a:pt x="360045" y="100755"/>
                </a:cubicBezTo>
                <a:cubicBezTo>
                  <a:pt x="358088" y="100755"/>
                  <a:pt x="356086" y="100844"/>
                  <a:pt x="354040" y="101021"/>
                </a:cubicBezTo>
                <a:cubicBezTo>
                  <a:pt x="354484" y="97463"/>
                  <a:pt x="354773" y="93482"/>
                  <a:pt x="354906" y="89079"/>
                </a:cubicBezTo>
                <a:cubicBezTo>
                  <a:pt x="355040" y="84675"/>
                  <a:pt x="355107" y="80471"/>
                  <a:pt x="355107" y="76466"/>
                </a:cubicBezTo>
                <a:lnTo>
                  <a:pt x="355107" y="62589"/>
                </a:lnTo>
                <a:cubicBezTo>
                  <a:pt x="355107" y="58586"/>
                  <a:pt x="355040" y="54382"/>
                  <a:pt x="354906" y="49978"/>
                </a:cubicBezTo>
                <a:cubicBezTo>
                  <a:pt x="354773" y="45574"/>
                  <a:pt x="354484" y="41459"/>
                  <a:pt x="354040" y="37632"/>
                </a:cubicBezTo>
                <a:cubicBezTo>
                  <a:pt x="356531" y="38078"/>
                  <a:pt x="358533" y="38300"/>
                  <a:pt x="360045" y="38300"/>
                </a:cubicBezTo>
                <a:cubicBezTo>
                  <a:pt x="360756" y="38300"/>
                  <a:pt x="361534" y="38234"/>
                  <a:pt x="362379" y="38101"/>
                </a:cubicBezTo>
                <a:cubicBezTo>
                  <a:pt x="363224" y="37968"/>
                  <a:pt x="364226" y="37811"/>
                  <a:pt x="365382" y="37632"/>
                </a:cubicBezTo>
                <a:cubicBezTo>
                  <a:pt x="365116" y="41192"/>
                  <a:pt x="364983" y="44750"/>
                  <a:pt x="364983" y="48308"/>
                </a:cubicBezTo>
                <a:lnTo>
                  <a:pt x="365250" y="48308"/>
                </a:lnTo>
                <a:cubicBezTo>
                  <a:pt x="367741" y="44483"/>
                  <a:pt x="370721" y="41525"/>
                  <a:pt x="374191" y="39434"/>
                </a:cubicBezTo>
                <a:cubicBezTo>
                  <a:pt x="377661" y="37344"/>
                  <a:pt x="381798" y="36299"/>
                  <a:pt x="386602" y="36299"/>
                </a:cubicBezTo>
                <a:cubicBezTo>
                  <a:pt x="389093" y="36299"/>
                  <a:pt x="391606" y="36655"/>
                  <a:pt x="394140" y="37368"/>
                </a:cubicBezTo>
                <a:cubicBezTo>
                  <a:pt x="396676" y="38079"/>
                  <a:pt x="398967" y="39302"/>
                  <a:pt x="401013" y="41037"/>
                </a:cubicBezTo>
                <a:cubicBezTo>
                  <a:pt x="403060" y="42772"/>
                  <a:pt x="404728" y="45130"/>
                  <a:pt x="406018" y="48111"/>
                </a:cubicBezTo>
                <a:cubicBezTo>
                  <a:pt x="407308" y="51091"/>
                  <a:pt x="407952" y="54893"/>
                  <a:pt x="407952" y="59518"/>
                </a:cubicBezTo>
                <a:cubicBezTo>
                  <a:pt x="407952" y="63344"/>
                  <a:pt x="407864" y="67280"/>
                  <a:pt x="407686" y="71328"/>
                </a:cubicBezTo>
                <a:cubicBezTo>
                  <a:pt x="407508" y="75377"/>
                  <a:pt x="407419" y="79670"/>
                  <a:pt x="407419" y="84208"/>
                </a:cubicBezTo>
                <a:lnTo>
                  <a:pt x="407419" y="92880"/>
                </a:lnTo>
                <a:cubicBezTo>
                  <a:pt x="407419" y="94304"/>
                  <a:pt x="407441" y="95706"/>
                  <a:pt x="407486" y="97085"/>
                </a:cubicBezTo>
                <a:cubicBezTo>
                  <a:pt x="407531" y="98464"/>
                  <a:pt x="407597" y="99777"/>
                  <a:pt x="407686" y="101021"/>
                </a:cubicBezTo>
                <a:cubicBezTo>
                  <a:pt x="405906" y="100844"/>
                  <a:pt x="404038" y="100755"/>
                  <a:pt x="402082" y="100755"/>
                </a:cubicBezTo>
                <a:cubicBezTo>
                  <a:pt x="400213" y="100755"/>
                  <a:pt x="398389" y="100844"/>
                  <a:pt x="396610" y="101021"/>
                </a:cubicBezTo>
                <a:cubicBezTo>
                  <a:pt x="396788" y="96395"/>
                  <a:pt x="396988" y="91636"/>
                  <a:pt x="397209" y="86743"/>
                </a:cubicBezTo>
                <a:cubicBezTo>
                  <a:pt x="397432" y="81849"/>
                  <a:pt x="397543" y="76822"/>
                  <a:pt x="397543" y="71662"/>
                </a:cubicBezTo>
                <a:lnTo>
                  <a:pt x="397543" y="63521"/>
                </a:lnTo>
                <a:close/>
                <a:moveTo>
                  <a:pt x="472142" y="115167"/>
                </a:moveTo>
                <a:cubicBezTo>
                  <a:pt x="472142" y="109830"/>
                  <a:pt x="470585" y="106093"/>
                  <a:pt x="467471" y="103958"/>
                </a:cubicBezTo>
                <a:cubicBezTo>
                  <a:pt x="464358" y="101822"/>
                  <a:pt x="459198" y="100755"/>
                  <a:pt x="451991" y="100755"/>
                </a:cubicBezTo>
                <a:cubicBezTo>
                  <a:pt x="445319" y="100755"/>
                  <a:pt x="440159" y="101844"/>
                  <a:pt x="436511" y="104023"/>
                </a:cubicBezTo>
                <a:cubicBezTo>
                  <a:pt x="432864" y="106203"/>
                  <a:pt x="431040" y="110140"/>
                  <a:pt x="431040" y="115835"/>
                </a:cubicBezTo>
                <a:cubicBezTo>
                  <a:pt x="431040" y="118860"/>
                  <a:pt x="431551" y="121440"/>
                  <a:pt x="432573" y="123575"/>
                </a:cubicBezTo>
                <a:cubicBezTo>
                  <a:pt x="433597" y="125710"/>
                  <a:pt x="434976" y="127445"/>
                  <a:pt x="436711" y="128780"/>
                </a:cubicBezTo>
                <a:cubicBezTo>
                  <a:pt x="438446" y="130114"/>
                  <a:pt x="440514" y="131092"/>
                  <a:pt x="442915" y="131714"/>
                </a:cubicBezTo>
                <a:cubicBezTo>
                  <a:pt x="445318" y="132337"/>
                  <a:pt x="447899" y="132649"/>
                  <a:pt x="450657" y="132649"/>
                </a:cubicBezTo>
                <a:cubicBezTo>
                  <a:pt x="453326" y="132649"/>
                  <a:pt x="455950" y="132293"/>
                  <a:pt x="458529" y="131582"/>
                </a:cubicBezTo>
                <a:cubicBezTo>
                  <a:pt x="461110" y="130870"/>
                  <a:pt x="463401" y="129803"/>
                  <a:pt x="465402" y="128379"/>
                </a:cubicBezTo>
                <a:cubicBezTo>
                  <a:pt x="467404" y="126955"/>
                  <a:pt x="469028" y="125153"/>
                  <a:pt x="470272" y="122972"/>
                </a:cubicBezTo>
                <a:cubicBezTo>
                  <a:pt x="471519" y="120794"/>
                  <a:pt x="472142" y="118192"/>
                  <a:pt x="472142" y="115167"/>
                </a:cubicBezTo>
                <a:moveTo>
                  <a:pt x="464935" y="57384"/>
                </a:moveTo>
                <a:cubicBezTo>
                  <a:pt x="464935" y="51779"/>
                  <a:pt x="463601" y="47509"/>
                  <a:pt x="460932" y="44574"/>
                </a:cubicBezTo>
                <a:cubicBezTo>
                  <a:pt x="458263" y="41638"/>
                  <a:pt x="454749" y="40169"/>
                  <a:pt x="450390" y="40169"/>
                </a:cubicBezTo>
                <a:cubicBezTo>
                  <a:pt x="445586" y="40169"/>
                  <a:pt x="441850" y="41793"/>
                  <a:pt x="439181" y="45040"/>
                </a:cubicBezTo>
                <a:cubicBezTo>
                  <a:pt x="436512" y="48287"/>
                  <a:pt x="435177" y="52624"/>
                  <a:pt x="435177" y="58050"/>
                </a:cubicBezTo>
                <a:cubicBezTo>
                  <a:pt x="435177" y="63655"/>
                  <a:pt x="436401" y="68081"/>
                  <a:pt x="438847" y="71328"/>
                </a:cubicBezTo>
                <a:cubicBezTo>
                  <a:pt x="441293" y="74576"/>
                  <a:pt x="445096" y="76199"/>
                  <a:pt x="450256" y="76199"/>
                </a:cubicBezTo>
                <a:cubicBezTo>
                  <a:pt x="452837" y="76199"/>
                  <a:pt x="455038" y="75688"/>
                  <a:pt x="456862" y="74666"/>
                </a:cubicBezTo>
                <a:cubicBezTo>
                  <a:pt x="458686" y="73642"/>
                  <a:pt x="460198" y="72263"/>
                  <a:pt x="461398" y="70528"/>
                </a:cubicBezTo>
                <a:cubicBezTo>
                  <a:pt x="462600" y="68793"/>
                  <a:pt x="463490" y="66792"/>
                  <a:pt x="464068" y="64523"/>
                </a:cubicBezTo>
                <a:cubicBezTo>
                  <a:pt x="464646" y="62255"/>
                  <a:pt x="464935" y="59875"/>
                  <a:pt x="464935" y="57384"/>
                </a:cubicBezTo>
                <a:moveTo>
                  <a:pt x="424768" y="58050"/>
                </a:moveTo>
                <a:cubicBezTo>
                  <a:pt x="424768" y="54314"/>
                  <a:pt x="425435" y="51089"/>
                  <a:pt x="426770" y="48376"/>
                </a:cubicBezTo>
                <a:cubicBezTo>
                  <a:pt x="428104" y="45662"/>
                  <a:pt x="429950" y="43416"/>
                  <a:pt x="432306" y="41638"/>
                </a:cubicBezTo>
                <a:cubicBezTo>
                  <a:pt x="434664" y="39858"/>
                  <a:pt x="437378" y="38524"/>
                  <a:pt x="440447" y="37634"/>
                </a:cubicBezTo>
                <a:cubicBezTo>
                  <a:pt x="443517" y="36744"/>
                  <a:pt x="446786" y="36299"/>
                  <a:pt x="450256" y="36299"/>
                </a:cubicBezTo>
                <a:cubicBezTo>
                  <a:pt x="451946" y="36299"/>
                  <a:pt x="453570" y="36343"/>
                  <a:pt x="455127" y="36433"/>
                </a:cubicBezTo>
                <a:cubicBezTo>
                  <a:pt x="456684" y="36521"/>
                  <a:pt x="458664" y="36654"/>
                  <a:pt x="461067" y="36832"/>
                </a:cubicBezTo>
                <a:cubicBezTo>
                  <a:pt x="463112" y="37010"/>
                  <a:pt x="464935" y="37144"/>
                  <a:pt x="466536" y="37233"/>
                </a:cubicBezTo>
                <a:cubicBezTo>
                  <a:pt x="468138" y="37321"/>
                  <a:pt x="469428" y="37366"/>
                  <a:pt x="470407" y="37366"/>
                </a:cubicBezTo>
                <a:cubicBezTo>
                  <a:pt x="475389" y="37366"/>
                  <a:pt x="478992" y="37144"/>
                  <a:pt x="481217" y="36700"/>
                </a:cubicBezTo>
                <a:cubicBezTo>
                  <a:pt x="481128" y="37144"/>
                  <a:pt x="481061" y="37611"/>
                  <a:pt x="481016" y="38101"/>
                </a:cubicBezTo>
                <a:cubicBezTo>
                  <a:pt x="480971" y="38589"/>
                  <a:pt x="480949" y="39056"/>
                  <a:pt x="480949" y="39502"/>
                </a:cubicBezTo>
                <a:cubicBezTo>
                  <a:pt x="480949" y="39947"/>
                  <a:pt x="480971" y="40415"/>
                  <a:pt x="481016" y="40905"/>
                </a:cubicBezTo>
                <a:cubicBezTo>
                  <a:pt x="481061" y="41393"/>
                  <a:pt x="481128" y="41860"/>
                  <a:pt x="481217" y="42303"/>
                </a:cubicBezTo>
                <a:cubicBezTo>
                  <a:pt x="478637" y="42126"/>
                  <a:pt x="476123" y="41925"/>
                  <a:pt x="473677" y="41703"/>
                </a:cubicBezTo>
                <a:cubicBezTo>
                  <a:pt x="471231" y="41480"/>
                  <a:pt x="468806" y="41325"/>
                  <a:pt x="466404" y="41236"/>
                </a:cubicBezTo>
                <a:lnTo>
                  <a:pt x="466137" y="41503"/>
                </a:lnTo>
                <a:cubicBezTo>
                  <a:pt x="468895" y="43016"/>
                  <a:pt x="471120" y="45351"/>
                  <a:pt x="472810" y="48510"/>
                </a:cubicBezTo>
                <a:cubicBezTo>
                  <a:pt x="474500" y="51668"/>
                  <a:pt x="475345" y="54937"/>
                  <a:pt x="475345" y="58319"/>
                </a:cubicBezTo>
                <a:cubicBezTo>
                  <a:pt x="475345" y="64991"/>
                  <a:pt x="473098" y="70217"/>
                  <a:pt x="468605" y="73998"/>
                </a:cubicBezTo>
                <a:cubicBezTo>
                  <a:pt x="464113" y="77779"/>
                  <a:pt x="458085" y="79669"/>
                  <a:pt x="450523" y="79669"/>
                </a:cubicBezTo>
                <a:cubicBezTo>
                  <a:pt x="449278" y="79669"/>
                  <a:pt x="448055" y="79625"/>
                  <a:pt x="446853" y="79537"/>
                </a:cubicBezTo>
                <a:cubicBezTo>
                  <a:pt x="445652" y="79447"/>
                  <a:pt x="444429" y="79402"/>
                  <a:pt x="443184" y="79402"/>
                </a:cubicBezTo>
                <a:cubicBezTo>
                  <a:pt x="441582" y="79402"/>
                  <a:pt x="440092" y="79981"/>
                  <a:pt x="438712" y="81137"/>
                </a:cubicBezTo>
                <a:cubicBezTo>
                  <a:pt x="437334" y="82294"/>
                  <a:pt x="436646" y="83762"/>
                  <a:pt x="436646" y="85542"/>
                </a:cubicBezTo>
                <a:cubicBezTo>
                  <a:pt x="436646" y="87855"/>
                  <a:pt x="437201" y="89546"/>
                  <a:pt x="438313" y="90614"/>
                </a:cubicBezTo>
                <a:cubicBezTo>
                  <a:pt x="439425" y="91681"/>
                  <a:pt x="441493" y="92259"/>
                  <a:pt x="444518" y="92347"/>
                </a:cubicBezTo>
                <a:cubicBezTo>
                  <a:pt x="447009" y="92436"/>
                  <a:pt x="449455" y="92504"/>
                  <a:pt x="451856" y="92548"/>
                </a:cubicBezTo>
                <a:cubicBezTo>
                  <a:pt x="454259" y="92592"/>
                  <a:pt x="456706" y="92658"/>
                  <a:pt x="459197" y="92748"/>
                </a:cubicBezTo>
                <a:cubicBezTo>
                  <a:pt x="463290" y="92836"/>
                  <a:pt x="466782" y="93326"/>
                  <a:pt x="469674" y="94216"/>
                </a:cubicBezTo>
                <a:cubicBezTo>
                  <a:pt x="472565" y="95105"/>
                  <a:pt x="474923" y="96306"/>
                  <a:pt x="476746" y="97818"/>
                </a:cubicBezTo>
                <a:cubicBezTo>
                  <a:pt x="478570" y="99331"/>
                  <a:pt x="479905" y="101065"/>
                  <a:pt x="480749" y="103023"/>
                </a:cubicBezTo>
                <a:cubicBezTo>
                  <a:pt x="481595" y="104981"/>
                  <a:pt x="482018" y="107116"/>
                  <a:pt x="482018" y="109429"/>
                </a:cubicBezTo>
                <a:cubicBezTo>
                  <a:pt x="482018" y="112543"/>
                  <a:pt x="481417" y="115702"/>
                  <a:pt x="480216" y="118904"/>
                </a:cubicBezTo>
                <a:cubicBezTo>
                  <a:pt x="479014" y="122106"/>
                  <a:pt x="477146" y="124997"/>
                  <a:pt x="474610" y="127576"/>
                </a:cubicBezTo>
                <a:cubicBezTo>
                  <a:pt x="472075" y="130157"/>
                  <a:pt x="468806" y="132292"/>
                  <a:pt x="464801" y="133982"/>
                </a:cubicBezTo>
                <a:cubicBezTo>
                  <a:pt x="460798" y="135674"/>
                  <a:pt x="455994" y="136520"/>
                  <a:pt x="450390" y="136520"/>
                </a:cubicBezTo>
                <a:cubicBezTo>
                  <a:pt x="441761" y="136520"/>
                  <a:pt x="434955" y="134806"/>
                  <a:pt x="429973" y="131380"/>
                </a:cubicBezTo>
                <a:cubicBezTo>
                  <a:pt x="424991" y="127955"/>
                  <a:pt x="422500" y="123262"/>
                  <a:pt x="422500" y="117301"/>
                </a:cubicBezTo>
                <a:cubicBezTo>
                  <a:pt x="422500" y="114989"/>
                  <a:pt x="422922" y="112855"/>
                  <a:pt x="423766" y="110897"/>
                </a:cubicBezTo>
                <a:cubicBezTo>
                  <a:pt x="424612" y="108940"/>
                  <a:pt x="425702" y="107205"/>
                  <a:pt x="427036" y="105693"/>
                </a:cubicBezTo>
                <a:cubicBezTo>
                  <a:pt x="428371" y="104180"/>
                  <a:pt x="429883" y="102979"/>
                  <a:pt x="431573" y="102088"/>
                </a:cubicBezTo>
                <a:cubicBezTo>
                  <a:pt x="433263" y="101199"/>
                  <a:pt x="434998" y="100532"/>
                  <a:pt x="436778" y="100087"/>
                </a:cubicBezTo>
                <a:lnTo>
                  <a:pt x="436778" y="99820"/>
                </a:lnTo>
                <a:cubicBezTo>
                  <a:pt x="434019" y="99019"/>
                  <a:pt x="431928" y="97685"/>
                  <a:pt x="430504" y="95817"/>
                </a:cubicBezTo>
                <a:cubicBezTo>
                  <a:pt x="429081" y="93949"/>
                  <a:pt x="428370" y="91724"/>
                  <a:pt x="428370" y="89144"/>
                </a:cubicBezTo>
                <a:cubicBezTo>
                  <a:pt x="428370" y="87632"/>
                  <a:pt x="428659" y="86253"/>
                  <a:pt x="429238" y="85008"/>
                </a:cubicBezTo>
                <a:cubicBezTo>
                  <a:pt x="429816" y="83762"/>
                  <a:pt x="430550" y="82649"/>
                  <a:pt x="431439" y="81671"/>
                </a:cubicBezTo>
                <a:cubicBezTo>
                  <a:pt x="432329" y="80692"/>
                  <a:pt x="433353" y="79892"/>
                  <a:pt x="434509" y="79270"/>
                </a:cubicBezTo>
                <a:cubicBezTo>
                  <a:pt x="435666" y="78647"/>
                  <a:pt x="436778" y="78246"/>
                  <a:pt x="437845" y="78069"/>
                </a:cubicBezTo>
                <a:lnTo>
                  <a:pt x="437845" y="77802"/>
                </a:lnTo>
                <a:cubicBezTo>
                  <a:pt x="433753" y="76022"/>
                  <a:pt x="430551" y="73509"/>
                  <a:pt x="428238" y="70261"/>
                </a:cubicBezTo>
                <a:cubicBezTo>
                  <a:pt x="425925" y="67014"/>
                  <a:pt x="424768" y="62944"/>
                  <a:pt x="424768" y="58050"/>
                </a:cubicBezTo>
                <a:close/>
                <a:moveTo>
                  <a:pt x="527524" y="69528"/>
                </a:moveTo>
                <a:cubicBezTo>
                  <a:pt x="527524" y="63745"/>
                  <a:pt x="528502" y="58763"/>
                  <a:pt x="530458" y="54582"/>
                </a:cubicBezTo>
                <a:cubicBezTo>
                  <a:pt x="532416" y="50400"/>
                  <a:pt x="534974" y="46952"/>
                  <a:pt x="538131" y="44240"/>
                </a:cubicBezTo>
                <a:cubicBezTo>
                  <a:pt x="541290" y="41526"/>
                  <a:pt x="544915" y="39525"/>
                  <a:pt x="549007" y="38235"/>
                </a:cubicBezTo>
                <a:cubicBezTo>
                  <a:pt x="553100" y="36944"/>
                  <a:pt x="557282" y="36299"/>
                  <a:pt x="561552" y="36299"/>
                </a:cubicBezTo>
                <a:cubicBezTo>
                  <a:pt x="566446" y="36299"/>
                  <a:pt x="570828" y="36899"/>
                  <a:pt x="574696" y="38101"/>
                </a:cubicBezTo>
                <a:cubicBezTo>
                  <a:pt x="578567" y="39302"/>
                  <a:pt x="581347" y="40659"/>
                  <a:pt x="583037" y="42171"/>
                </a:cubicBezTo>
                <a:cubicBezTo>
                  <a:pt x="582415" y="43506"/>
                  <a:pt x="581859" y="44907"/>
                  <a:pt x="581369" y="46374"/>
                </a:cubicBezTo>
                <a:cubicBezTo>
                  <a:pt x="580881" y="47841"/>
                  <a:pt x="580458" y="49376"/>
                  <a:pt x="580103" y="50978"/>
                </a:cubicBezTo>
                <a:lnTo>
                  <a:pt x="579034" y="50978"/>
                </a:lnTo>
                <a:cubicBezTo>
                  <a:pt x="578412" y="49821"/>
                  <a:pt x="577567" y="48643"/>
                  <a:pt x="576499" y="47443"/>
                </a:cubicBezTo>
                <a:cubicBezTo>
                  <a:pt x="575432" y="46242"/>
                  <a:pt x="574164" y="45129"/>
                  <a:pt x="572695" y="44106"/>
                </a:cubicBezTo>
                <a:cubicBezTo>
                  <a:pt x="571227" y="43082"/>
                  <a:pt x="569604" y="42237"/>
                  <a:pt x="567824" y="41570"/>
                </a:cubicBezTo>
                <a:cubicBezTo>
                  <a:pt x="566046" y="40903"/>
                  <a:pt x="564089" y="40569"/>
                  <a:pt x="561953" y="40569"/>
                </a:cubicBezTo>
                <a:cubicBezTo>
                  <a:pt x="557950" y="40569"/>
                  <a:pt x="554503" y="41303"/>
                  <a:pt x="551611" y="42772"/>
                </a:cubicBezTo>
                <a:cubicBezTo>
                  <a:pt x="548720" y="44239"/>
                  <a:pt x="546362" y="46263"/>
                  <a:pt x="544537" y="48844"/>
                </a:cubicBezTo>
                <a:cubicBezTo>
                  <a:pt x="542714" y="51423"/>
                  <a:pt x="541380" y="54470"/>
                  <a:pt x="540534" y="57985"/>
                </a:cubicBezTo>
                <a:cubicBezTo>
                  <a:pt x="539690" y="61498"/>
                  <a:pt x="539267" y="65301"/>
                  <a:pt x="539267" y="69394"/>
                </a:cubicBezTo>
                <a:cubicBezTo>
                  <a:pt x="539267" y="78557"/>
                  <a:pt x="541224" y="85474"/>
                  <a:pt x="545138" y="90146"/>
                </a:cubicBezTo>
                <a:cubicBezTo>
                  <a:pt x="549053" y="94817"/>
                  <a:pt x="554791" y="97152"/>
                  <a:pt x="562353" y="97152"/>
                </a:cubicBezTo>
                <a:cubicBezTo>
                  <a:pt x="564132" y="97152"/>
                  <a:pt x="565956" y="96908"/>
                  <a:pt x="567824" y="96419"/>
                </a:cubicBezTo>
                <a:cubicBezTo>
                  <a:pt x="569693" y="95929"/>
                  <a:pt x="571517" y="95261"/>
                  <a:pt x="573295" y="94416"/>
                </a:cubicBezTo>
                <a:cubicBezTo>
                  <a:pt x="575075" y="93570"/>
                  <a:pt x="576744" y="92569"/>
                  <a:pt x="578301" y="91414"/>
                </a:cubicBezTo>
                <a:cubicBezTo>
                  <a:pt x="579858" y="90258"/>
                  <a:pt x="581215" y="89011"/>
                  <a:pt x="582371" y="87676"/>
                </a:cubicBezTo>
                <a:lnTo>
                  <a:pt x="583037" y="88077"/>
                </a:lnTo>
                <a:cubicBezTo>
                  <a:pt x="582593" y="90212"/>
                  <a:pt x="582326" y="92392"/>
                  <a:pt x="582237" y="94615"/>
                </a:cubicBezTo>
                <a:cubicBezTo>
                  <a:pt x="579568" y="96751"/>
                  <a:pt x="576254" y="98574"/>
                  <a:pt x="572294" y="100087"/>
                </a:cubicBezTo>
                <a:cubicBezTo>
                  <a:pt x="568335" y="101599"/>
                  <a:pt x="564221" y="102355"/>
                  <a:pt x="559952" y="102355"/>
                </a:cubicBezTo>
                <a:cubicBezTo>
                  <a:pt x="556126" y="102355"/>
                  <a:pt x="552278" y="101799"/>
                  <a:pt x="548408" y="100687"/>
                </a:cubicBezTo>
                <a:cubicBezTo>
                  <a:pt x="544538" y="99576"/>
                  <a:pt x="541046" y="97708"/>
                  <a:pt x="537932" y="95084"/>
                </a:cubicBezTo>
                <a:cubicBezTo>
                  <a:pt x="534819" y="92458"/>
                  <a:pt x="532306" y="89055"/>
                  <a:pt x="530393" y="84874"/>
                </a:cubicBezTo>
                <a:cubicBezTo>
                  <a:pt x="528481" y="80693"/>
                  <a:pt x="527524" y="75577"/>
                  <a:pt x="527524" y="69528"/>
                </a:cubicBezTo>
                <a:close/>
                <a:moveTo>
                  <a:pt x="605057" y="69528"/>
                </a:moveTo>
                <a:cubicBezTo>
                  <a:pt x="605057" y="73264"/>
                  <a:pt x="605390" y="76867"/>
                  <a:pt x="606057" y="80337"/>
                </a:cubicBezTo>
                <a:cubicBezTo>
                  <a:pt x="606725" y="83807"/>
                  <a:pt x="607859" y="86898"/>
                  <a:pt x="609460" y="89612"/>
                </a:cubicBezTo>
                <a:cubicBezTo>
                  <a:pt x="611061" y="92326"/>
                  <a:pt x="613197" y="94484"/>
                  <a:pt x="615866" y="96085"/>
                </a:cubicBezTo>
                <a:cubicBezTo>
                  <a:pt x="618535" y="97686"/>
                  <a:pt x="621827" y="98486"/>
                  <a:pt x="625742" y="98486"/>
                </a:cubicBezTo>
                <a:cubicBezTo>
                  <a:pt x="629657" y="98486"/>
                  <a:pt x="632949" y="97686"/>
                  <a:pt x="635618" y="96085"/>
                </a:cubicBezTo>
                <a:cubicBezTo>
                  <a:pt x="638286" y="94484"/>
                  <a:pt x="640421" y="92326"/>
                  <a:pt x="642022" y="89612"/>
                </a:cubicBezTo>
                <a:cubicBezTo>
                  <a:pt x="643623" y="86898"/>
                  <a:pt x="644758" y="83807"/>
                  <a:pt x="645424" y="80337"/>
                </a:cubicBezTo>
                <a:cubicBezTo>
                  <a:pt x="646092" y="76867"/>
                  <a:pt x="646426" y="73264"/>
                  <a:pt x="646426" y="69528"/>
                </a:cubicBezTo>
                <a:cubicBezTo>
                  <a:pt x="646426" y="65791"/>
                  <a:pt x="646092" y="62188"/>
                  <a:pt x="645424" y="58718"/>
                </a:cubicBezTo>
                <a:cubicBezTo>
                  <a:pt x="644758" y="55248"/>
                  <a:pt x="643623" y="52157"/>
                  <a:pt x="642022" y="49445"/>
                </a:cubicBezTo>
                <a:cubicBezTo>
                  <a:pt x="640421" y="46731"/>
                  <a:pt x="638286" y="44573"/>
                  <a:pt x="635618" y="42971"/>
                </a:cubicBezTo>
                <a:cubicBezTo>
                  <a:pt x="632949" y="41370"/>
                  <a:pt x="629657" y="40569"/>
                  <a:pt x="625742" y="40569"/>
                </a:cubicBezTo>
                <a:cubicBezTo>
                  <a:pt x="621827" y="40569"/>
                  <a:pt x="618535" y="41370"/>
                  <a:pt x="615866" y="42971"/>
                </a:cubicBezTo>
                <a:cubicBezTo>
                  <a:pt x="613197" y="44573"/>
                  <a:pt x="611061" y="46731"/>
                  <a:pt x="609460" y="49445"/>
                </a:cubicBezTo>
                <a:cubicBezTo>
                  <a:pt x="607859" y="52157"/>
                  <a:pt x="606725" y="55248"/>
                  <a:pt x="606057" y="58718"/>
                </a:cubicBezTo>
                <a:cubicBezTo>
                  <a:pt x="605390" y="62188"/>
                  <a:pt x="605057" y="65791"/>
                  <a:pt x="605057" y="69528"/>
                </a:cubicBezTo>
                <a:moveTo>
                  <a:pt x="593314" y="69528"/>
                </a:moveTo>
                <a:cubicBezTo>
                  <a:pt x="593314" y="63478"/>
                  <a:pt x="594270" y="58340"/>
                  <a:pt x="596183" y="54114"/>
                </a:cubicBezTo>
                <a:cubicBezTo>
                  <a:pt x="598096" y="49888"/>
                  <a:pt x="600609" y="46463"/>
                  <a:pt x="603721" y="43839"/>
                </a:cubicBezTo>
                <a:cubicBezTo>
                  <a:pt x="606836" y="41215"/>
                  <a:pt x="610328" y="39302"/>
                  <a:pt x="614198" y="38101"/>
                </a:cubicBezTo>
                <a:cubicBezTo>
                  <a:pt x="618068" y="36899"/>
                  <a:pt x="621916" y="36299"/>
                  <a:pt x="625742" y="36299"/>
                </a:cubicBezTo>
                <a:cubicBezTo>
                  <a:pt x="629657" y="36299"/>
                  <a:pt x="633527" y="36899"/>
                  <a:pt x="637352" y="38101"/>
                </a:cubicBezTo>
                <a:cubicBezTo>
                  <a:pt x="641178" y="39302"/>
                  <a:pt x="644647" y="41215"/>
                  <a:pt x="647760" y="43839"/>
                </a:cubicBezTo>
                <a:cubicBezTo>
                  <a:pt x="650874" y="46463"/>
                  <a:pt x="653387" y="49888"/>
                  <a:pt x="655300" y="54114"/>
                </a:cubicBezTo>
                <a:cubicBezTo>
                  <a:pt x="657213" y="58340"/>
                  <a:pt x="658169" y="63478"/>
                  <a:pt x="658169" y="69528"/>
                </a:cubicBezTo>
                <a:cubicBezTo>
                  <a:pt x="658169" y="75577"/>
                  <a:pt x="657213" y="80715"/>
                  <a:pt x="655300" y="84941"/>
                </a:cubicBezTo>
                <a:cubicBezTo>
                  <a:pt x="653387" y="89167"/>
                  <a:pt x="650874" y="92593"/>
                  <a:pt x="647760" y="95218"/>
                </a:cubicBezTo>
                <a:cubicBezTo>
                  <a:pt x="644647" y="97842"/>
                  <a:pt x="641178" y="99688"/>
                  <a:pt x="637352" y="100755"/>
                </a:cubicBezTo>
                <a:cubicBezTo>
                  <a:pt x="633527" y="101822"/>
                  <a:pt x="629657" y="102355"/>
                  <a:pt x="625742" y="102355"/>
                </a:cubicBezTo>
                <a:cubicBezTo>
                  <a:pt x="621916" y="102355"/>
                  <a:pt x="618068" y="101822"/>
                  <a:pt x="614198" y="100755"/>
                </a:cubicBezTo>
                <a:cubicBezTo>
                  <a:pt x="610328" y="99688"/>
                  <a:pt x="606836" y="97842"/>
                  <a:pt x="603721" y="95218"/>
                </a:cubicBezTo>
                <a:cubicBezTo>
                  <a:pt x="600609" y="92593"/>
                  <a:pt x="598096" y="89167"/>
                  <a:pt x="596183" y="84941"/>
                </a:cubicBezTo>
                <a:cubicBezTo>
                  <a:pt x="594270" y="80715"/>
                  <a:pt x="593314" y="75577"/>
                  <a:pt x="593314" y="69528"/>
                </a:cubicBezTo>
                <a:close/>
                <a:moveTo>
                  <a:pt x="673250" y="62589"/>
                </a:moveTo>
                <a:cubicBezTo>
                  <a:pt x="673250" y="58586"/>
                  <a:pt x="673183" y="54382"/>
                  <a:pt x="673048" y="49978"/>
                </a:cubicBezTo>
                <a:cubicBezTo>
                  <a:pt x="672915" y="45574"/>
                  <a:pt x="672627" y="41459"/>
                  <a:pt x="672183" y="37632"/>
                </a:cubicBezTo>
                <a:cubicBezTo>
                  <a:pt x="674674" y="38078"/>
                  <a:pt x="676676" y="38300"/>
                  <a:pt x="678188" y="38300"/>
                </a:cubicBezTo>
                <a:cubicBezTo>
                  <a:pt x="678899" y="38300"/>
                  <a:pt x="679677" y="38234"/>
                  <a:pt x="680521" y="38101"/>
                </a:cubicBezTo>
                <a:cubicBezTo>
                  <a:pt x="681367" y="37968"/>
                  <a:pt x="682368" y="37811"/>
                  <a:pt x="683525" y="37632"/>
                </a:cubicBezTo>
                <a:cubicBezTo>
                  <a:pt x="683257" y="41192"/>
                  <a:pt x="683124" y="44750"/>
                  <a:pt x="683124" y="48308"/>
                </a:cubicBezTo>
                <a:lnTo>
                  <a:pt x="683393" y="48308"/>
                </a:lnTo>
                <a:cubicBezTo>
                  <a:pt x="688107" y="40302"/>
                  <a:pt x="694735" y="36299"/>
                  <a:pt x="703275" y="36299"/>
                </a:cubicBezTo>
                <a:cubicBezTo>
                  <a:pt x="705500" y="36299"/>
                  <a:pt x="707680" y="36632"/>
                  <a:pt x="709815" y="37300"/>
                </a:cubicBezTo>
                <a:cubicBezTo>
                  <a:pt x="711951" y="37967"/>
                  <a:pt x="713885" y="38878"/>
                  <a:pt x="715619" y="40035"/>
                </a:cubicBezTo>
                <a:cubicBezTo>
                  <a:pt x="717353" y="41192"/>
                  <a:pt x="718843" y="42593"/>
                  <a:pt x="720088" y="44240"/>
                </a:cubicBezTo>
                <a:cubicBezTo>
                  <a:pt x="721334" y="45885"/>
                  <a:pt x="722180" y="47642"/>
                  <a:pt x="722625" y="49510"/>
                </a:cubicBezTo>
                <a:lnTo>
                  <a:pt x="722892" y="49510"/>
                </a:lnTo>
                <a:cubicBezTo>
                  <a:pt x="725027" y="45239"/>
                  <a:pt x="727941" y="41970"/>
                  <a:pt x="731634" y="39701"/>
                </a:cubicBezTo>
                <a:cubicBezTo>
                  <a:pt x="735326" y="37433"/>
                  <a:pt x="739574" y="36299"/>
                  <a:pt x="744377" y="36299"/>
                </a:cubicBezTo>
                <a:cubicBezTo>
                  <a:pt x="747313" y="36299"/>
                  <a:pt x="750027" y="36699"/>
                  <a:pt x="752518" y="37500"/>
                </a:cubicBezTo>
                <a:cubicBezTo>
                  <a:pt x="755009" y="38301"/>
                  <a:pt x="757166" y="39546"/>
                  <a:pt x="758989" y="41236"/>
                </a:cubicBezTo>
                <a:cubicBezTo>
                  <a:pt x="760814" y="42927"/>
                  <a:pt x="762238" y="45106"/>
                  <a:pt x="763261" y="47775"/>
                </a:cubicBezTo>
                <a:cubicBezTo>
                  <a:pt x="764285" y="50444"/>
                  <a:pt x="764796" y="53647"/>
                  <a:pt x="764796" y="57384"/>
                </a:cubicBezTo>
                <a:cubicBezTo>
                  <a:pt x="764796" y="58896"/>
                  <a:pt x="764752" y="60542"/>
                  <a:pt x="764662" y="62322"/>
                </a:cubicBezTo>
                <a:cubicBezTo>
                  <a:pt x="764572" y="64100"/>
                  <a:pt x="764483" y="66169"/>
                  <a:pt x="764393" y="68527"/>
                </a:cubicBezTo>
                <a:cubicBezTo>
                  <a:pt x="764305" y="70885"/>
                  <a:pt x="764216" y="73554"/>
                  <a:pt x="764127" y="76535"/>
                </a:cubicBezTo>
                <a:cubicBezTo>
                  <a:pt x="764038" y="79515"/>
                  <a:pt x="763994" y="82962"/>
                  <a:pt x="763994" y="86875"/>
                </a:cubicBezTo>
                <a:cubicBezTo>
                  <a:pt x="763994" y="89278"/>
                  <a:pt x="764017" y="91592"/>
                  <a:pt x="764061" y="93817"/>
                </a:cubicBezTo>
                <a:cubicBezTo>
                  <a:pt x="764106" y="96041"/>
                  <a:pt x="764217" y="98442"/>
                  <a:pt x="764395" y="101021"/>
                </a:cubicBezTo>
                <a:cubicBezTo>
                  <a:pt x="763417" y="100844"/>
                  <a:pt x="762438" y="100755"/>
                  <a:pt x="761459" y="100755"/>
                </a:cubicBezTo>
                <a:cubicBezTo>
                  <a:pt x="760480" y="100755"/>
                  <a:pt x="759546" y="100755"/>
                  <a:pt x="758657" y="100755"/>
                </a:cubicBezTo>
                <a:cubicBezTo>
                  <a:pt x="757678" y="100755"/>
                  <a:pt x="756700" y="100755"/>
                  <a:pt x="755721" y="100755"/>
                </a:cubicBezTo>
                <a:cubicBezTo>
                  <a:pt x="754742" y="100755"/>
                  <a:pt x="753763" y="100844"/>
                  <a:pt x="752785" y="101021"/>
                </a:cubicBezTo>
                <a:cubicBezTo>
                  <a:pt x="753052" y="98798"/>
                  <a:pt x="753341" y="94305"/>
                  <a:pt x="753652" y="87543"/>
                </a:cubicBezTo>
                <a:cubicBezTo>
                  <a:pt x="753964" y="80782"/>
                  <a:pt x="754120" y="71351"/>
                  <a:pt x="754120" y="59251"/>
                </a:cubicBezTo>
                <a:cubicBezTo>
                  <a:pt x="754120" y="57028"/>
                  <a:pt x="753875" y="54937"/>
                  <a:pt x="753385" y="52980"/>
                </a:cubicBezTo>
                <a:cubicBezTo>
                  <a:pt x="752897" y="51022"/>
                  <a:pt x="752118" y="49332"/>
                  <a:pt x="751050" y="47909"/>
                </a:cubicBezTo>
                <a:cubicBezTo>
                  <a:pt x="749983" y="46485"/>
                  <a:pt x="748559" y="45351"/>
                  <a:pt x="746780" y="44507"/>
                </a:cubicBezTo>
                <a:cubicBezTo>
                  <a:pt x="745000" y="43661"/>
                  <a:pt x="742776" y="43238"/>
                  <a:pt x="740107" y="43238"/>
                </a:cubicBezTo>
                <a:cubicBezTo>
                  <a:pt x="736904" y="43238"/>
                  <a:pt x="734191" y="43861"/>
                  <a:pt x="731966" y="45107"/>
                </a:cubicBezTo>
                <a:cubicBezTo>
                  <a:pt x="729742" y="46352"/>
                  <a:pt x="728008" y="47820"/>
                  <a:pt x="726763" y="49510"/>
                </a:cubicBezTo>
                <a:cubicBezTo>
                  <a:pt x="726050" y="50489"/>
                  <a:pt x="725494" y="51467"/>
                  <a:pt x="725093" y="52446"/>
                </a:cubicBezTo>
                <a:cubicBezTo>
                  <a:pt x="724694" y="53425"/>
                  <a:pt x="724383" y="54915"/>
                  <a:pt x="724161" y="56918"/>
                </a:cubicBezTo>
                <a:cubicBezTo>
                  <a:pt x="723938" y="58919"/>
                  <a:pt x="723782" y="61721"/>
                  <a:pt x="723692" y="65324"/>
                </a:cubicBezTo>
                <a:cubicBezTo>
                  <a:pt x="723604" y="68926"/>
                  <a:pt x="723560" y="73886"/>
                  <a:pt x="723560" y="80203"/>
                </a:cubicBezTo>
                <a:cubicBezTo>
                  <a:pt x="723560" y="84029"/>
                  <a:pt x="723626" y="87522"/>
                  <a:pt x="723760" y="90681"/>
                </a:cubicBezTo>
                <a:cubicBezTo>
                  <a:pt x="723893" y="93839"/>
                  <a:pt x="724049" y="97285"/>
                  <a:pt x="724228" y="101021"/>
                </a:cubicBezTo>
                <a:cubicBezTo>
                  <a:pt x="722181" y="100844"/>
                  <a:pt x="720223" y="100755"/>
                  <a:pt x="718355" y="100755"/>
                </a:cubicBezTo>
                <a:cubicBezTo>
                  <a:pt x="716487" y="100755"/>
                  <a:pt x="714530" y="100844"/>
                  <a:pt x="712483" y="101021"/>
                </a:cubicBezTo>
                <a:cubicBezTo>
                  <a:pt x="712928" y="96129"/>
                  <a:pt x="713239" y="91147"/>
                  <a:pt x="713417" y="86075"/>
                </a:cubicBezTo>
                <a:cubicBezTo>
                  <a:pt x="713595" y="81003"/>
                  <a:pt x="713684" y="76021"/>
                  <a:pt x="713684" y="71129"/>
                </a:cubicBezTo>
                <a:cubicBezTo>
                  <a:pt x="713684" y="66948"/>
                  <a:pt x="713662" y="63678"/>
                  <a:pt x="713617" y="61320"/>
                </a:cubicBezTo>
                <a:cubicBezTo>
                  <a:pt x="713573" y="58962"/>
                  <a:pt x="713463" y="57094"/>
                  <a:pt x="713285" y="55716"/>
                </a:cubicBezTo>
                <a:cubicBezTo>
                  <a:pt x="713107" y="54337"/>
                  <a:pt x="712862" y="53203"/>
                  <a:pt x="712550" y="52314"/>
                </a:cubicBezTo>
                <a:cubicBezTo>
                  <a:pt x="712239" y="51423"/>
                  <a:pt x="711817" y="50445"/>
                  <a:pt x="711283" y="49377"/>
                </a:cubicBezTo>
                <a:cubicBezTo>
                  <a:pt x="710305" y="47686"/>
                  <a:pt x="708769" y="46240"/>
                  <a:pt x="706677" y="45040"/>
                </a:cubicBezTo>
                <a:cubicBezTo>
                  <a:pt x="704587" y="43839"/>
                  <a:pt x="702430" y="43238"/>
                  <a:pt x="700206" y="43238"/>
                </a:cubicBezTo>
                <a:cubicBezTo>
                  <a:pt x="694335" y="43238"/>
                  <a:pt x="690020" y="45151"/>
                  <a:pt x="687261" y="48976"/>
                </a:cubicBezTo>
                <a:cubicBezTo>
                  <a:pt x="684503" y="52802"/>
                  <a:pt x="683124" y="58184"/>
                  <a:pt x="683124" y="65124"/>
                </a:cubicBezTo>
                <a:lnTo>
                  <a:pt x="683124" y="76466"/>
                </a:lnTo>
                <a:cubicBezTo>
                  <a:pt x="683124" y="80471"/>
                  <a:pt x="683190" y="84675"/>
                  <a:pt x="683323" y="89079"/>
                </a:cubicBezTo>
                <a:cubicBezTo>
                  <a:pt x="683458" y="93482"/>
                  <a:pt x="683748" y="97463"/>
                  <a:pt x="684193" y="101021"/>
                </a:cubicBezTo>
                <a:cubicBezTo>
                  <a:pt x="682146" y="100844"/>
                  <a:pt x="680144" y="100755"/>
                  <a:pt x="678188" y="100755"/>
                </a:cubicBezTo>
                <a:cubicBezTo>
                  <a:pt x="676230" y="100755"/>
                  <a:pt x="674229" y="100844"/>
                  <a:pt x="672183" y="101021"/>
                </a:cubicBezTo>
                <a:cubicBezTo>
                  <a:pt x="672627" y="97463"/>
                  <a:pt x="672915" y="93482"/>
                  <a:pt x="673048" y="89079"/>
                </a:cubicBezTo>
                <a:cubicBezTo>
                  <a:pt x="673183" y="84675"/>
                  <a:pt x="673250" y="80471"/>
                  <a:pt x="673250" y="76466"/>
                </a:cubicBezTo>
                <a:lnTo>
                  <a:pt x="673250" y="62589"/>
                </a:lnTo>
                <a:close/>
                <a:moveTo>
                  <a:pt x="782678" y="76466"/>
                </a:moveTo>
                <a:cubicBezTo>
                  <a:pt x="782678" y="73441"/>
                  <a:pt x="782656" y="70150"/>
                  <a:pt x="782611" y="66592"/>
                </a:cubicBezTo>
                <a:cubicBezTo>
                  <a:pt x="782566" y="63033"/>
                  <a:pt x="782499" y="59496"/>
                  <a:pt x="782409" y="55983"/>
                </a:cubicBezTo>
                <a:cubicBezTo>
                  <a:pt x="782321" y="52469"/>
                  <a:pt x="782210" y="49110"/>
                  <a:pt x="782077" y="45908"/>
                </a:cubicBezTo>
                <a:cubicBezTo>
                  <a:pt x="781944" y="42704"/>
                  <a:pt x="781789" y="39945"/>
                  <a:pt x="781611" y="37632"/>
                </a:cubicBezTo>
                <a:cubicBezTo>
                  <a:pt x="784102" y="38078"/>
                  <a:pt x="786104" y="38300"/>
                  <a:pt x="787616" y="38300"/>
                </a:cubicBezTo>
                <a:cubicBezTo>
                  <a:pt x="789128" y="38300"/>
                  <a:pt x="791130" y="38078"/>
                  <a:pt x="793621" y="37632"/>
                </a:cubicBezTo>
                <a:cubicBezTo>
                  <a:pt x="793265" y="39945"/>
                  <a:pt x="792998" y="42170"/>
                  <a:pt x="792821" y="44305"/>
                </a:cubicBezTo>
                <a:cubicBezTo>
                  <a:pt x="792643" y="46441"/>
                  <a:pt x="792554" y="48576"/>
                  <a:pt x="792554" y="50711"/>
                </a:cubicBezTo>
                <a:lnTo>
                  <a:pt x="792821" y="50711"/>
                </a:lnTo>
                <a:cubicBezTo>
                  <a:pt x="793442" y="49287"/>
                  <a:pt x="794332" y="47753"/>
                  <a:pt x="795488" y="46107"/>
                </a:cubicBezTo>
                <a:cubicBezTo>
                  <a:pt x="796645" y="44462"/>
                  <a:pt x="798135" y="42906"/>
                  <a:pt x="799958" y="41438"/>
                </a:cubicBezTo>
                <a:cubicBezTo>
                  <a:pt x="801782" y="39969"/>
                  <a:pt x="803984" y="38745"/>
                  <a:pt x="806563" y="37767"/>
                </a:cubicBezTo>
                <a:cubicBezTo>
                  <a:pt x="809144" y="36788"/>
                  <a:pt x="812080" y="36299"/>
                  <a:pt x="815372" y="36299"/>
                </a:cubicBezTo>
                <a:cubicBezTo>
                  <a:pt x="818754" y="36299"/>
                  <a:pt x="822090" y="36944"/>
                  <a:pt x="825381" y="38235"/>
                </a:cubicBezTo>
                <a:cubicBezTo>
                  <a:pt x="828673" y="39525"/>
                  <a:pt x="831586" y="41504"/>
                  <a:pt x="834122" y="44173"/>
                </a:cubicBezTo>
                <a:cubicBezTo>
                  <a:pt x="836658" y="46842"/>
                  <a:pt x="838705" y="50245"/>
                  <a:pt x="840262" y="54383"/>
                </a:cubicBezTo>
                <a:cubicBezTo>
                  <a:pt x="841819" y="58519"/>
                  <a:pt x="842597" y="63434"/>
                  <a:pt x="842597" y="69127"/>
                </a:cubicBezTo>
                <a:cubicBezTo>
                  <a:pt x="842597" y="74821"/>
                  <a:pt x="841752" y="79759"/>
                  <a:pt x="840060" y="83941"/>
                </a:cubicBezTo>
                <a:cubicBezTo>
                  <a:pt x="838370" y="88122"/>
                  <a:pt x="836168" y="91592"/>
                  <a:pt x="833454" y="94351"/>
                </a:cubicBezTo>
                <a:cubicBezTo>
                  <a:pt x="830741" y="97108"/>
                  <a:pt x="827649" y="99131"/>
                  <a:pt x="824179" y="100421"/>
                </a:cubicBezTo>
                <a:cubicBezTo>
                  <a:pt x="820711" y="101710"/>
                  <a:pt x="817242" y="102355"/>
                  <a:pt x="813772" y="102355"/>
                </a:cubicBezTo>
                <a:cubicBezTo>
                  <a:pt x="803985" y="102355"/>
                  <a:pt x="797002" y="98130"/>
                  <a:pt x="792821" y="89679"/>
                </a:cubicBezTo>
                <a:lnTo>
                  <a:pt x="792554" y="89679"/>
                </a:lnTo>
                <a:lnTo>
                  <a:pt x="792554" y="98085"/>
                </a:lnTo>
                <a:cubicBezTo>
                  <a:pt x="792554" y="100932"/>
                  <a:pt x="792576" y="104112"/>
                  <a:pt x="792619" y="107627"/>
                </a:cubicBezTo>
                <a:cubicBezTo>
                  <a:pt x="792664" y="111142"/>
                  <a:pt x="792730" y="114634"/>
                  <a:pt x="792819" y="118104"/>
                </a:cubicBezTo>
                <a:cubicBezTo>
                  <a:pt x="792908" y="121573"/>
                  <a:pt x="793020" y="124887"/>
                  <a:pt x="793153" y="128045"/>
                </a:cubicBezTo>
                <a:cubicBezTo>
                  <a:pt x="793287" y="131204"/>
                  <a:pt x="793443" y="133895"/>
                  <a:pt x="793621" y="136119"/>
                </a:cubicBezTo>
                <a:cubicBezTo>
                  <a:pt x="791130" y="135673"/>
                  <a:pt x="789128" y="135451"/>
                  <a:pt x="787616" y="135451"/>
                </a:cubicBezTo>
                <a:cubicBezTo>
                  <a:pt x="786104" y="135451"/>
                  <a:pt x="784102" y="135673"/>
                  <a:pt x="781611" y="136119"/>
                </a:cubicBezTo>
                <a:cubicBezTo>
                  <a:pt x="781789" y="133895"/>
                  <a:pt x="781944" y="131204"/>
                  <a:pt x="782077" y="128045"/>
                </a:cubicBezTo>
                <a:cubicBezTo>
                  <a:pt x="782210" y="124887"/>
                  <a:pt x="782321" y="121573"/>
                  <a:pt x="782409" y="118104"/>
                </a:cubicBezTo>
                <a:cubicBezTo>
                  <a:pt x="782499" y="114634"/>
                  <a:pt x="782566" y="111142"/>
                  <a:pt x="782611" y="107627"/>
                </a:cubicBezTo>
                <a:cubicBezTo>
                  <a:pt x="782656" y="104112"/>
                  <a:pt x="782678" y="100932"/>
                  <a:pt x="782678" y="98085"/>
                </a:cubicBezTo>
                <a:lnTo>
                  <a:pt x="782678" y="76466"/>
                </a:lnTo>
                <a:moveTo>
                  <a:pt x="830852" y="68993"/>
                </a:moveTo>
                <a:cubicBezTo>
                  <a:pt x="830852" y="63655"/>
                  <a:pt x="830296" y="59251"/>
                  <a:pt x="829184" y="55782"/>
                </a:cubicBezTo>
                <a:cubicBezTo>
                  <a:pt x="828073" y="52312"/>
                  <a:pt x="826649" y="49532"/>
                  <a:pt x="824914" y="47441"/>
                </a:cubicBezTo>
                <a:cubicBezTo>
                  <a:pt x="823179" y="45350"/>
                  <a:pt x="821199" y="43905"/>
                  <a:pt x="818974" y="43106"/>
                </a:cubicBezTo>
                <a:cubicBezTo>
                  <a:pt x="816751" y="42305"/>
                  <a:pt x="814571" y="41904"/>
                  <a:pt x="812436" y="41904"/>
                </a:cubicBezTo>
                <a:cubicBezTo>
                  <a:pt x="808878" y="41904"/>
                  <a:pt x="805831" y="42661"/>
                  <a:pt x="803295" y="44173"/>
                </a:cubicBezTo>
                <a:cubicBezTo>
                  <a:pt x="800759" y="45685"/>
                  <a:pt x="798691" y="47709"/>
                  <a:pt x="797089" y="50245"/>
                </a:cubicBezTo>
                <a:cubicBezTo>
                  <a:pt x="795488" y="52779"/>
                  <a:pt x="794332" y="55760"/>
                  <a:pt x="793621" y="59186"/>
                </a:cubicBezTo>
                <a:cubicBezTo>
                  <a:pt x="792910" y="62611"/>
                  <a:pt x="792554" y="66236"/>
                  <a:pt x="792554" y="70062"/>
                </a:cubicBezTo>
                <a:cubicBezTo>
                  <a:pt x="792554" y="88566"/>
                  <a:pt x="799048" y="97818"/>
                  <a:pt x="812037" y="97818"/>
                </a:cubicBezTo>
                <a:cubicBezTo>
                  <a:pt x="815239" y="97818"/>
                  <a:pt x="818019" y="97085"/>
                  <a:pt x="820375" y="95617"/>
                </a:cubicBezTo>
                <a:cubicBezTo>
                  <a:pt x="822733" y="94150"/>
                  <a:pt x="824691" y="92104"/>
                  <a:pt x="826248" y="89480"/>
                </a:cubicBezTo>
                <a:cubicBezTo>
                  <a:pt x="827805" y="86854"/>
                  <a:pt x="828962" y="83785"/>
                  <a:pt x="829718" y="80272"/>
                </a:cubicBezTo>
                <a:cubicBezTo>
                  <a:pt x="830474" y="76757"/>
                  <a:pt x="830852" y="72998"/>
                  <a:pt x="830852" y="68993"/>
                </a:cubicBezTo>
                <a:close/>
                <a:moveTo>
                  <a:pt x="861814" y="38834"/>
                </a:moveTo>
                <a:cubicBezTo>
                  <a:pt x="861814" y="35809"/>
                  <a:pt x="861791" y="32518"/>
                  <a:pt x="861746" y="28960"/>
                </a:cubicBezTo>
                <a:cubicBezTo>
                  <a:pt x="861702" y="25400"/>
                  <a:pt x="861634" y="21886"/>
                  <a:pt x="861545" y="18416"/>
                </a:cubicBezTo>
                <a:cubicBezTo>
                  <a:pt x="861457" y="14946"/>
                  <a:pt x="861345" y="11633"/>
                  <a:pt x="861211" y="8475"/>
                </a:cubicBezTo>
                <a:cubicBezTo>
                  <a:pt x="861078" y="5316"/>
                  <a:pt x="860922" y="2625"/>
                  <a:pt x="860745" y="401"/>
                </a:cubicBezTo>
                <a:cubicBezTo>
                  <a:pt x="863236" y="846"/>
                  <a:pt x="865238" y="1069"/>
                  <a:pt x="866752" y="1069"/>
                </a:cubicBezTo>
                <a:cubicBezTo>
                  <a:pt x="868264" y="1069"/>
                  <a:pt x="870266" y="846"/>
                  <a:pt x="872757" y="401"/>
                </a:cubicBezTo>
                <a:cubicBezTo>
                  <a:pt x="872579" y="2625"/>
                  <a:pt x="872423" y="5316"/>
                  <a:pt x="872288" y="8475"/>
                </a:cubicBezTo>
                <a:cubicBezTo>
                  <a:pt x="872155" y="11633"/>
                  <a:pt x="872044" y="14946"/>
                  <a:pt x="871954" y="18416"/>
                </a:cubicBezTo>
                <a:cubicBezTo>
                  <a:pt x="871866" y="21886"/>
                  <a:pt x="871800" y="25400"/>
                  <a:pt x="871755" y="28960"/>
                </a:cubicBezTo>
                <a:cubicBezTo>
                  <a:pt x="871710" y="32518"/>
                  <a:pt x="871688" y="35809"/>
                  <a:pt x="871688" y="38834"/>
                </a:cubicBezTo>
                <a:lnTo>
                  <a:pt x="871688" y="62988"/>
                </a:lnTo>
                <a:cubicBezTo>
                  <a:pt x="871688" y="66014"/>
                  <a:pt x="871710" y="69306"/>
                  <a:pt x="871755" y="72864"/>
                </a:cubicBezTo>
                <a:cubicBezTo>
                  <a:pt x="871800" y="76422"/>
                  <a:pt x="871866" y="79936"/>
                  <a:pt x="871954" y="83406"/>
                </a:cubicBezTo>
                <a:cubicBezTo>
                  <a:pt x="872044" y="86875"/>
                  <a:pt x="872155" y="90167"/>
                  <a:pt x="872288" y="93282"/>
                </a:cubicBezTo>
                <a:cubicBezTo>
                  <a:pt x="872423" y="96396"/>
                  <a:pt x="872579" y="98976"/>
                  <a:pt x="872757" y="101021"/>
                </a:cubicBezTo>
                <a:cubicBezTo>
                  <a:pt x="870709" y="100844"/>
                  <a:pt x="868708" y="100755"/>
                  <a:pt x="866752" y="100755"/>
                </a:cubicBezTo>
                <a:cubicBezTo>
                  <a:pt x="864794" y="100755"/>
                  <a:pt x="862792" y="100844"/>
                  <a:pt x="860745" y="101021"/>
                </a:cubicBezTo>
                <a:cubicBezTo>
                  <a:pt x="860922" y="98976"/>
                  <a:pt x="861078" y="96396"/>
                  <a:pt x="861211" y="93282"/>
                </a:cubicBezTo>
                <a:cubicBezTo>
                  <a:pt x="861345" y="90167"/>
                  <a:pt x="861457" y="86875"/>
                  <a:pt x="861545" y="83406"/>
                </a:cubicBezTo>
                <a:cubicBezTo>
                  <a:pt x="861634" y="79936"/>
                  <a:pt x="861702" y="76422"/>
                  <a:pt x="861746" y="72864"/>
                </a:cubicBezTo>
                <a:cubicBezTo>
                  <a:pt x="861791" y="69306"/>
                  <a:pt x="861814" y="66014"/>
                  <a:pt x="861814" y="62988"/>
                </a:cubicBezTo>
                <a:lnTo>
                  <a:pt x="861814" y="38834"/>
                </a:lnTo>
                <a:close/>
                <a:moveTo>
                  <a:pt x="897043" y="14413"/>
                </a:moveTo>
                <a:cubicBezTo>
                  <a:pt x="897043" y="12545"/>
                  <a:pt x="897710" y="10944"/>
                  <a:pt x="899045" y="9609"/>
                </a:cubicBezTo>
                <a:cubicBezTo>
                  <a:pt x="900379" y="8275"/>
                  <a:pt x="901981" y="7608"/>
                  <a:pt x="903850" y="7608"/>
                </a:cubicBezTo>
                <a:cubicBezTo>
                  <a:pt x="905718" y="7608"/>
                  <a:pt x="907319" y="8275"/>
                  <a:pt x="908654" y="9609"/>
                </a:cubicBezTo>
                <a:cubicBezTo>
                  <a:pt x="909988" y="10944"/>
                  <a:pt x="910656" y="12545"/>
                  <a:pt x="910656" y="14413"/>
                </a:cubicBezTo>
                <a:cubicBezTo>
                  <a:pt x="910656" y="16281"/>
                  <a:pt x="909988" y="17883"/>
                  <a:pt x="908654" y="19218"/>
                </a:cubicBezTo>
                <a:cubicBezTo>
                  <a:pt x="907319" y="20553"/>
                  <a:pt x="905718" y="21220"/>
                  <a:pt x="903850" y="21220"/>
                </a:cubicBezTo>
                <a:cubicBezTo>
                  <a:pt x="901981" y="21220"/>
                  <a:pt x="900379" y="20553"/>
                  <a:pt x="899045" y="19218"/>
                </a:cubicBezTo>
                <a:cubicBezTo>
                  <a:pt x="897710" y="17883"/>
                  <a:pt x="897043" y="16281"/>
                  <a:pt x="897043" y="14413"/>
                </a:cubicBezTo>
                <a:moveTo>
                  <a:pt x="898912" y="62589"/>
                </a:moveTo>
                <a:cubicBezTo>
                  <a:pt x="898912" y="58586"/>
                  <a:pt x="898845" y="54382"/>
                  <a:pt x="898711" y="49978"/>
                </a:cubicBezTo>
                <a:cubicBezTo>
                  <a:pt x="898578" y="45574"/>
                  <a:pt x="898289" y="41459"/>
                  <a:pt x="897843" y="37632"/>
                </a:cubicBezTo>
                <a:cubicBezTo>
                  <a:pt x="900334" y="38078"/>
                  <a:pt x="902337" y="38300"/>
                  <a:pt x="903850" y="38300"/>
                </a:cubicBezTo>
                <a:cubicBezTo>
                  <a:pt x="905363" y="38300"/>
                  <a:pt x="907364" y="38078"/>
                  <a:pt x="909855" y="37632"/>
                </a:cubicBezTo>
                <a:cubicBezTo>
                  <a:pt x="909410" y="41459"/>
                  <a:pt x="909120" y="45574"/>
                  <a:pt x="908986" y="49978"/>
                </a:cubicBezTo>
                <a:cubicBezTo>
                  <a:pt x="908853" y="54382"/>
                  <a:pt x="908786" y="58586"/>
                  <a:pt x="908786" y="62589"/>
                </a:cubicBezTo>
                <a:lnTo>
                  <a:pt x="908786" y="76466"/>
                </a:lnTo>
                <a:cubicBezTo>
                  <a:pt x="908786" y="80471"/>
                  <a:pt x="908853" y="84675"/>
                  <a:pt x="908986" y="89079"/>
                </a:cubicBezTo>
                <a:cubicBezTo>
                  <a:pt x="909120" y="93482"/>
                  <a:pt x="909410" y="97463"/>
                  <a:pt x="909855" y="101021"/>
                </a:cubicBezTo>
                <a:cubicBezTo>
                  <a:pt x="907808" y="100844"/>
                  <a:pt x="905807" y="100755"/>
                  <a:pt x="903850" y="100755"/>
                </a:cubicBezTo>
                <a:cubicBezTo>
                  <a:pt x="901893" y="100755"/>
                  <a:pt x="899890" y="100844"/>
                  <a:pt x="897843" y="101021"/>
                </a:cubicBezTo>
                <a:cubicBezTo>
                  <a:pt x="898289" y="97463"/>
                  <a:pt x="898578" y="93482"/>
                  <a:pt x="898711" y="89079"/>
                </a:cubicBezTo>
                <a:cubicBezTo>
                  <a:pt x="898845" y="84675"/>
                  <a:pt x="898912" y="80471"/>
                  <a:pt x="898912" y="76466"/>
                </a:cubicBezTo>
                <a:lnTo>
                  <a:pt x="898912" y="62589"/>
                </a:lnTo>
                <a:close/>
                <a:moveTo>
                  <a:pt x="966836" y="67794"/>
                </a:moveTo>
                <a:cubicBezTo>
                  <a:pt x="965324" y="68327"/>
                  <a:pt x="963567" y="68772"/>
                  <a:pt x="961564" y="69127"/>
                </a:cubicBezTo>
                <a:cubicBezTo>
                  <a:pt x="959563" y="69483"/>
                  <a:pt x="957540" y="69861"/>
                  <a:pt x="955494" y="70261"/>
                </a:cubicBezTo>
                <a:cubicBezTo>
                  <a:pt x="953448" y="70662"/>
                  <a:pt x="951424" y="71174"/>
                  <a:pt x="949422" y="71797"/>
                </a:cubicBezTo>
                <a:cubicBezTo>
                  <a:pt x="947420" y="72419"/>
                  <a:pt x="945640" y="73264"/>
                  <a:pt x="944083" y="74332"/>
                </a:cubicBezTo>
                <a:cubicBezTo>
                  <a:pt x="942527" y="75399"/>
                  <a:pt x="941282" y="76733"/>
                  <a:pt x="940346" y="78335"/>
                </a:cubicBezTo>
                <a:cubicBezTo>
                  <a:pt x="939412" y="79937"/>
                  <a:pt x="938945" y="81984"/>
                  <a:pt x="938945" y="84475"/>
                </a:cubicBezTo>
                <a:cubicBezTo>
                  <a:pt x="938945" y="88656"/>
                  <a:pt x="940146" y="91814"/>
                  <a:pt x="942548" y="93949"/>
                </a:cubicBezTo>
                <a:cubicBezTo>
                  <a:pt x="944950" y="96085"/>
                  <a:pt x="947620" y="97152"/>
                  <a:pt x="950556" y="97152"/>
                </a:cubicBezTo>
                <a:cubicBezTo>
                  <a:pt x="953936" y="97152"/>
                  <a:pt x="957027" y="96218"/>
                  <a:pt x="959829" y="94351"/>
                </a:cubicBezTo>
                <a:cubicBezTo>
                  <a:pt x="962633" y="92481"/>
                  <a:pt x="964790" y="90301"/>
                  <a:pt x="966303" y="87810"/>
                </a:cubicBezTo>
                <a:lnTo>
                  <a:pt x="966836" y="67794"/>
                </a:lnTo>
                <a:moveTo>
                  <a:pt x="933875" y="44038"/>
                </a:moveTo>
                <a:cubicBezTo>
                  <a:pt x="937878" y="41014"/>
                  <a:pt x="941570" y="38968"/>
                  <a:pt x="944950" y="37901"/>
                </a:cubicBezTo>
                <a:cubicBezTo>
                  <a:pt x="948332" y="36833"/>
                  <a:pt x="951802" y="36299"/>
                  <a:pt x="955360" y="36299"/>
                </a:cubicBezTo>
                <a:cubicBezTo>
                  <a:pt x="958564" y="36299"/>
                  <a:pt x="961500" y="36766"/>
                  <a:pt x="964169" y="37699"/>
                </a:cubicBezTo>
                <a:cubicBezTo>
                  <a:pt x="966838" y="38633"/>
                  <a:pt x="969106" y="39968"/>
                  <a:pt x="970974" y="41703"/>
                </a:cubicBezTo>
                <a:cubicBezTo>
                  <a:pt x="972842" y="43438"/>
                  <a:pt x="974309" y="45529"/>
                  <a:pt x="975376" y="47977"/>
                </a:cubicBezTo>
                <a:cubicBezTo>
                  <a:pt x="976445" y="50423"/>
                  <a:pt x="976979" y="53113"/>
                  <a:pt x="976979" y="56048"/>
                </a:cubicBezTo>
                <a:cubicBezTo>
                  <a:pt x="976979" y="61120"/>
                  <a:pt x="976890" y="66169"/>
                  <a:pt x="976712" y="71196"/>
                </a:cubicBezTo>
                <a:cubicBezTo>
                  <a:pt x="976534" y="76223"/>
                  <a:pt x="976445" y="81538"/>
                  <a:pt x="976445" y="87142"/>
                </a:cubicBezTo>
                <a:cubicBezTo>
                  <a:pt x="976445" y="88211"/>
                  <a:pt x="976468" y="89345"/>
                  <a:pt x="976513" y="90547"/>
                </a:cubicBezTo>
                <a:cubicBezTo>
                  <a:pt x="976557" y="91747"/>
                  <a:pt x="976758" y="92814"/>
                  <a:pt x="977113" y="93748"/>
                </a:cubicBezTo>
                <a:cubicBezTo>
                  <a:pt x="977469" y="94682"/>
                  <a:pt x="977980" y="95460"/>
                  <a:pt x="978647" y="96083"/>
                </a:cubicBezTo>
                <a:cubicBezTo>
                  <a:pt x="979314" y="96707"/>
                  <a:pt x="980316" y="97018"/>
                  <a:pt x="981650" y="97018"/>
                </a:cubicBezTo>
                <a:cubicBezTo>
                  <a:pt x="982095" y="97018"/>
                  <a:pt x="982562" y="96996"/>
                  <a:pt x="983051" y="96951"/>
                </a:cubicBezTo>
                <a:cubicBezTo>
                  <a:pt x="983541" y="96906"/>
                  <a:pt x="984008" y="96751"/>
                  <a:pt x="984452" y="96485"/>
                </a:cubicBezTo>
                <a:lnTo>
                  <a:pt x="984452" y="99421"/>
                </a:lnTo>
                <a:cubicBezTo>
                  <a:pt x="983473" y="99865"/>
                  <a:pt x="982250" y="100220"/>
                  <a:pt x="980783" y="100488"/>
                </a:cubicBezTo>
                <a:cubicBezTo>
                  <a:pt x="979315" y="100755"/>
                  <a:pt x="977692" y="100889"/>
                  <a:pt x="975912" y="100889"/>
                </a:cubicBezTo>
                <a:cubicBezTo>
                  <a:pt x="973065" y="100889"/>
                  <a:pt x="970886" y="100155"/>
                  <a:pt x="969373" y="98688"/>
                </a:cubicBezTo>
                <a:cubicBezTo>
                  <a:pt x="967861" y="97219"/>
                  <a:pt x="966971" y="95328"/>
                  <a:pt x="966704" y="93015"/>
                </a:cubicBezTo>
                <a:cubicBezTo>
                  <a:pt x="963501" y="96217"/>
                  <a:pt x="960343" y="98574"/>
                  <a:pt x="957229" y="100087"/>
                </a:cubicBezTo>
                <a:cubicBezTo>
                  <a:pt x="954115" y="101599"/>
                  <a:pt x="950289" y="102355"/>
                  <a:pt x="945753" y="102355"/>
                </a:cubicBezTo>
                <a:cubicBezTo>
                  <a:pt x="943528" y="102355"/>
                  <a:pt x="941348" y="102044"/>
                  <a:pt x="939212" y="101420"/>
                </a:cubicBezTo>
                <a:cubicBezTo>
                  <a:pt x="937078" y="100799"/>
                  <a:pt x="935188" y="99777"/>
                  <a:pt x="933541" y="98354"/>
                </a:cubicBezTo>
                <a:cubicBezTo>
                  <a:pt x="931896" y="96930"/>
                  <a:pt x="930561" y="95217"/>
                  <a:pt x="929538" y="93216"/>
                </a:cubicBezTo>
                <a:cubicBezTo>
                  <a:pt x="928516" y="91214"/>
                  <a:pt x="928005" y="88923"/>
                  <a:pt x="928005" y="86342"/>
                </a:cubicBezTo>
                <a:cubicBezTo>
                  <a:pt x="928005" y="81004"/>
                  <a:pt x="929672" y="76868"/>
                  <a:pt x="933008" y="73933"/>
                </a:cubicBezTo>
                <a:cubicBezTo>
                  <a:pt x="936344" y="70997"/>
                  <a:pt x="940948" y="69039"/>
                  <a:pt x="946820" y="68060"/>
                </a:cubicBezTo>
                <a:cubicBezTo>
                  <a:pt x="951624" y="67259"/>
                  <a:pt x="955383" y="66570"/>
                  <a:pt x="958097" y="65991"/>
                </a:cubicBezTo>
                <a:cubicBezTo>
                  <a:pt x="960810" y="65413"/>
                  <a:pt x="962812" y="64812"/>
                  <a:pt x="964101" y="64189"/>
                </a:cubicBezTo>
                <a:cubicBezTo>
                  <a:pt x="965391" y="63566"/>
                  <a:pt x="966169" y="62832"/>
                  <a:pt x="966435" y="61988"/>
                </a:cubicBezTo>
                <a:cubicBezTo>
                  <a:pt x="966702" y="61142"/>
                  <a:pt x="966836" y="60052"/>
                  <a:pt x="966836" y="58718"/>
                </a:cubicBezTo>
                <a:cubicBezTo>
                  <a:pt x="966836" y="56494"/>
                  <a:pt x="966569" y="54360"/>
                  <a:pt x="966036" y="52314"/>
                </a:cubicBezTo>
                <a:cubicBezTo>
                  <a:pt x="965502" y="50267"/>
                  <a:pt x="964657" y="48487"/>
                  <a:pt x="963501" y="46975"/>
                </a:cubicBezTo>
                <a:cubicBezTo>
                  <a:pt x="962344" y="45462"/>
                  <a:pt x="960832" y="44239"/>
                  <a:pt x="958964" y="43305"/>
                </a:cubicBezTo>
                <a:cubicBezTo>
                  <a:pt x="957096" y="42371"/>
                  <a:pt x="954828" y="41904"/>
                  <a:pt x="952159" y="41904"/>
                </a:cubicBezTo>
                <a:cubicBezTo>
                  <a:pt x="948599" y="41904"/>
                  <a:pt x="945285" y="42705"/>
                  <a:pt x="942216" y="44307"/>
                </a:cubicBezTo>
                <a:cubicBezTo>
                  <a:pt x="939146" y="45908"/>
                  <a:pt x="936856" y="48131"/>
                  <a:pt x="935343" y="50978"/>
                </a:cubicBezTo>
                <a:lnTo>
                  <a:pt x="933875" y="50978"/>
                </a:lnTo>
                <a:lnTo>
                  <a:pt x="933875" y="44038"/>
                </a:lnTo>
                <a:close/>
                <a:moveTo>
                  <a:pt x="1042769" y="63521"/>
                </a:moveTo>
                <a:cubicBezTo>
                  <a:pt x="1042769" y="56849"/>
                  <a:pt x="1041478" y="51801"/>
                  <a:pt x="1038898" y="48376"/>
                </a:cubicBezTo>
                <a:cubicBezTo>
                  <a:pt x="1036318" y="44951"/>
                  <a:pt x="1032760" y="43238"/>
                  <a:pt x="1028224" y="43238"/>
                </a:cubicBezTo>
                <a:cubicBezTo>
                  <a:pt x="1021997" y="43238"/>
                  <a:pt x="1017437" y="45151"/>
                  <a:pt x="1014546" y="48976"/>
                </a:cubicBezTo>
                <a:cubicBezTo>
                  <a:pt x="1011654" y="52802"/>
                  <a:pt x="1010209" y="58184"/>
                  <a:pt x="1010209" y="65124"/>
                </a:cubicBezTo>
                <a:lnTo>
                  <a:pt x="1010209" y="76466"/>
                </a:lnTo>
                <a:cubicBezTo>
                  <a:pt x="1010209" y="80471"/>
                  <a:pt x="1010275" y="84675"/>
                  <a:pt x="1010408" y="89079"/>
                </a:cubicBezTo>
                <a:cubicBezTo>
                  <a:pt x="1010541" y="93482"/>
                  <a:pt x="1010830" y="97463"/>
                  <a:pt x="1011276" y="101021"/>
                </a:cubicBezTo>
                <a:cubicBezTo>
                  <a:pt x="1009230" y="100844"/>
                  <a:pt x="1007228" y="100755"/>
                  <a:pt x="1005271" y="100755"/>
                </a:cubicBezTo>
                <a:cubicBezTo>
                  <a:pt x="1003313" y="100755"/>
                  <a:pt x="1001312" y="100844"/>
                  <a:pt x="999266" y="101021"/>
                </a:cubicBezTo>
                <a:cubicBezTo>
                  <a:pt x="999710" y="97463"/>
                  <a:pt x="999998" y="93482"/>
                  <a:pt x="1000131" y="89079"/>
                </a:cubicBezTo>
                <a:cubicBezTo>
                  <a:pt x="1000266" y="84675"/>
                  <a:pt x="1000333" y="80471"/>
                  <a:pt x="1000333" y="76466"/>
                </a:cubicBezTo>
                <a:lnTo>
                  <a:pt x="1000333" y="62589"/>
                </a:lnTo>
                <a:cubicBezTo>
                  <a:pt x="1000333" y="58586"/>
                  <a:pt x="1000266" y="54382"/>
                  <a:pt x="1000131" y="49978"/>
                </a:cubicBezTo>
                <a:cubicBezTo>
                  <a:pt x="999998" y="45574"/>
                  <a:pt x="999710" y="41459"/>
                  <a:pt x="999266" y="37632"/>
                </a:cubicBezTo>
                <a:cubicBezTo>
                  <a:pt x="1001757" y="38078"/>
                  <a:pt x="1003758" y="38300"/>
                  <a:pt x="1005271" y="38300"/>
                </a:cubicBezTo>
                <a:cubicBezTo>
                  <a:pt x="1005982" y="38300"/>
                  <a:pt x="1006760" y="38234"/>
                  <a:pt x="1007604" y="38101"/>
                </a:cubicBezTo>
                <a:cubicBezTo>
                  <a:pt x="1008450" y="37968"/>
                  <a:pt x="1009451" y="37811"/>
                  <a:pt x="1010608" y="37632"/>
                </a:cubicBezTo>
                <a:cubicBezTo>
                  <a:pt x="1010342" y="41192"/>
                  <a:pt x="1010209" y="44750"/>
                  <a:pt x="1010209" y="48308"/>
                </a:cubicBezTo>
                <a:lnTo>
                  <a:pt x="1010475" y="48308"/>
                </a:lnTo>
                <a:cubicBezTo>
                  <a:pt x="1012966" y="44483"/>
                  <a:pt x="1015947" y="41525"/>
                  <a:pt x="1019417" y="39434"/>
                </a:cubicBezTo>
                <a:cubicBezTo>
                  <a:pt x="1022886" y="37344"/>
                  <a:pt x="1027023" y="36299"/>
                  <a:pt x="1031828" y="36299"/>
                </a:cubicBezTo>
                <a:cubicBezTo>
                  <a:pt x="1034319" y="36299"/>
                  <a:pt x="1036832" y="36655"/>
                  <a:pt x="1039366" y="37368"/>
                </a:cubicBezTo>
                <a:cubicBezTo>
                  <a:pt x="1041902" y="38079"/>
                  <a:pt x="1044193" y="39302"/>
                  <a:pt x="1046238" y="41037"/>
                </a:cubicBezTo>
                <a:cubicBezTo>
                  <a:pt x="1048286" y="42772"/>
                  <a:pt x="1049954" y="45130"/>
                  <a:pt x="1051244" y="48111"/>
                </a:cubicBezTo>
                <a:cubicBezTo>
                  <a:pt x="1052533" y="51091"/>
                  <a:pt x="1053178" y="54893"/>
                  <a:pt x="1053178" y="59518"/>
                </a:cubicBezTo>
                <a:cubicBezTo>
                  <a:pt x="1053178" y="63344"/>
                  <a:pt x="1053089" y="67280"/>
                  <a:pt x="1052911" y="71328"/>
                </a:cubicBezTo>
                <a:cubicBezTo>
                  <a:pt x="1052733" y="75377"/>
                  <a:pt x="1052645" y="79670"/>
                  <a:pt x="1052645" y="84208"/>
                </a:cubicBezTo>
                <a:lnTo>
                  <a:pt x="1052645" y="92880"/>
                </a:lnTo>
                <a:cubicBezTo>
                  <a:pt x="1052645" y="94304"/>
                  <a:pt x="1052667" y="95706"/>
                  <a:pt x="1052712" y="97085"/>
                </a:cubicBezTo>
                <a:cubicBezTo>
                  <a:pt x="1052757" y="98464"/>
                  <a:pt x="1052823" y="99777"/>
                  <a:pt x="1052911" y="101021"/>
                </a:cubicBezTo>
                <a:cubicBezTo>
                  <a:pt x="1051132" y="100844"/>
                  <a:pt x="1049264" y="100755"/>
                  <a:pt x="1047307" y="100755"/>
                </a:cubicBezTo>
                <a:cubicBezTo>
                  <a:pt x="1045438" y="100755"/>
                  <a:pt x="1043614" y="100844"/>
                  <a:pt x="1041836" y="101021"/>
                </a:cubicBezTo>
                <a:cubicBezTo>
                  <a:pt x="1042014" y="96395"/>
                  <a:pt x="1042213" y="91636"/>
                  <a:pt x="1042435" y="86743"/>
                </a:cubicBezTo>
                <a:cubicBezTo>
                  <a:pt x="1042657" y="81849"/>
                  <a:pt x="1042769" y="76822"/>
                  <a:pt x="1042769" y="71662"/>
                </a:cubicBezTo>
                <a:lnTo>
                  <a:pt x="1042769" y="63521"/>
                </a:lnTo>
                <a:close/>
                <a:moveTo>
                  <a:pt x="1068927" y="69528"/>
                </a:moveTo>
                <a:cubicBezTo>
                  <a:pt x="1068927" y="63745"/>
                  <a:pt x="1069905" y="58763"/>
                  <a:pt x="1071861" y="54582"/>
                </a:cubicBezTo>
                <a:cubicBezTo>
                  <a:pt x="1073819" y="50400"/>
                  <a:pt x="1076376" y="46952"/>
                  <a:pt x="1079534" y="44240"/>
                </a:cubicBezTo>
                <a:cubicBezTo>
                  <a:pt x="1082693" y="41526"/>
                  <a:pt x="1086318" y="39525"/>
                  <a:pt x="1090409" y="38235"/>
                </a:cubicBezTo>
                <a:cubicBezTo>
                  <a:pt x="1094502" y="36944"/>
                  <a:pt x="1098684" y="36299"/>
                  <a:pt x="1102955" y="36299"/>
                </a:cubicBezTo>
                <a:cubicBezTo>
                  <a:pt x="1107849" y="36299"/>
                  <a:pt x="1112230" y="36899"/>
                  <a:pt x="1116099" y="38101"/>
                </a:cubicBezTo>
                <a:cubicBezTo>
                  <a:pt x="1119969" y="39302"/>
                  <a:pt x="1122749" y="40659"/>
                  <a:pt x="1124440" y="42171"/>
                </a:cubicBezTo>
                <a:cubicBezTo>
                  <a:pt x="1123818" y="43506"/>
                  <a:pt x="1123262" y="44907"/>
                  <a:pt x="1122772" y="46374"/>
                </a:cubicBezTo>
                <a:cubicBezTo>
                  <a:pt x="1122283" y="47841"/>
                  <a:pt x="1121861" y="49376"/>
                  <a:pt x="1121505" y="50978"/>
                </a:cubicBezTo>
                <a:lnTo>
                  <a:pt x="1120436" y="50978"/>
                </a:lnTo>
                <a:cubicBezTo>
                  <a:pt x="1119814" y="49821"/>
                  <a:pt x="1118969" y="48643"/>
                  <a:pt x="1117901" y="47443"/>
                </a:cubicBezTo>
                <a:cubicBezTo>
                  <a:pt x="1116834" y="46242"/>
                  <a:pt x="1115566" y="45129"/>
                  <a:pt x="1114097" y="44106"/>
                </a:cubicBezTo>
                <a:cubicBezTo>
                  <a:pt x="1112630" y="43082"/>
                  <a:pt x="1111006" y="42237"/>
                  <a:pt x="1109227" y="41570"/>
                </a:cubicBezTo>
                <a:cubicBezTo>
                  <a:pt x="1107448" y="40903"/>
                  <a:pt x="1105491" y="40569"/>
                  <a:pt x="1103356" y="40569"/>
                </a:cubicBezTo>
                <a:cubicBezTo>
                  <a:pt x="1099353" y="40569"/>
                  <a:pt x="1095905" y="41303"/>
                  <a:pt x="1093014" y="42772"/>
                </a:cubicBezTo>
                <a:cubicBezTo>
                  <a:pt x="1090122" y="44239"/>
                  <a:pt x="1087764" y="46263"/>
                  <a:pt x="1085940" y="48844"/>
                </a:cubicBezTo>
                <a:cubicBezTo>
                  <a:pt x="1084117" y="51423"/>
                  <a:pt x="1082782" y="54470"/>
                  <a:pt x="1081936" y="57985"/>
                </a:cubicBezTo>
                <a:cubicBezTo>
                  <a:pt x="1081092" y="61498"/>
                  <a:pt x="1080670" y="65301"/>
                  <a:pt x="1080670" y="69394"/>
                </a:cubicBezTo>
                <a:cubicBezTo>
                  <a:pt x="1080670" y="78557"/>
                  <a:pt x="1082627" y="85474"/>
                  <a:pt x="1086540" y="90146"/>
                </a:cubicBezTo>
                <a:cubicBezTo>
                  <a:pt x="1090456" y="94817"/>
                  <a:pt x="1096194" y="97152"/>
                  <a:pt x="1103755" y="97152"/>
                </a:cubicBezTo>
                <a:cubicBezTo>
                  <a:pt x="1105535" y="97152"/>
                  <a:pt x="1107359" y="96908"/>
                  <a:pt x="1109227" y="96419"/>
                </a:cubicBezTo>
                <a:cubicBezTo>
                  <a:pt x="1111096" y="95929"/>
                  <a:pt x="1112920" y="95261"/>
                  <a:pt x="1114698" y="94416"/>
                </a:cubicBezTo>
                <a:cubicBezTo>
                  <a:pt x="1116478" y="93570"/>
                  <a:pt x="1118146" y="92569"/>
                  <a:pt x="1119703" y="91414"/>
                </a:cubicBezTo>
                <a:cubicBezTo>
                  <a:pt x="1121260" y="90258"/>
                  <a:pt x="1122617" y="89011"/>
                  <a:pt x="1123774" y="87676"/>
                </a:cubicBezTo>
                <a:lnTo>
                  <a:pt x="1124440" y="88077"/>
                </a:lnTo>
                <a:cubicBezTo>
                  <a:pt x="1123996" y="90212"/>
                  <a:pt x="1123729" y="92392"/>
                  <a:pt x="1123639" y="94615"/>
                </a:cubicBezTo>
                <a:cubicBezTo>
                  <a:pt x="1120970" y="96751"/>
                  <a:pt x="1117656" y="98574"/>
                  <a:pt x="1113696" y="100087"/>
                </a:cubicBezTo>
                <a:cubicBezTo>
                  <a:pt x="1109738" y="101599"/>
                  <a:pt x="1105624" y="102355"/>
                  <a:pt x="1101354" y="102355"/>
                </a:cubicBezTo>
                <a:cubicBezTo>
                  <a:pt x="1097529" y="102355"/>
                  <a:pt x="1093681" y="101799"/>
                  <a:pt x="1089811" y="100687"/>
                </a:cubicBezTo>
                <a:cubicBezTo>
                  <a:pt x="1085940" y="99576"/>
                  <a:pt x="1082448" y="97708"/>
                  <a:pt x="1079334" y="95084"/>
                </a:cubicBezTo>
                <a:cubicBezTo>
                  <a:pt x="1076221" y="92458"/>
                  <a:pt x="1073709" y="89055"/>
                  <a:pt x="1071796" y="84874"/>
                </a:cubicBezTo>
                <a:cubicBezTo>
                  <a:pt x="1069883" y="80693"/>
                  <a:pt x="1068927" y="75577"/>
                  <a:pt x="1068927" y="69528"/>
                </a:cubicBezTo>
                <a:close/>
                <a:moveTo>
                  <a:pt x="1165544" y="40569"/>
                </a:moveTo>
                <a:cubicBezTo>
                  <a:pt x="1162252" y="40569"/>
                  <a:pt x="1159471" y="41325"/>
                  <a:pt x="1157201" y="42837"/>
                </a:cubicBezTo>
                <a:cubicBezTo>
                  <a:pt x="1154933" y="44349"/>
                  <a:pt x="1153065" y="46240"/>
                  <a:pt x="1151597" y="48510"/>
                </a:cubicBezTo>
                <a:cubicBezTo>
                  <a:pt x="1150130" y="50778"/>
                  <a:pt x="1149018" y="53269"/>
                  <a:pt x="1148262" y="55983"/>
                </a:cubicBezTo>
                <a:cubicBezTo>
                  <a:pt x="1147506" y="58697"/>
                  <a:pt x="1147039" y="61254"/>
                  <a:pt x="1146861" y="63656"/>
                </a:cubicBezTo>
                <a:cubicBezTo>
                  <a:pt x="1149618" y="63745"/>
                  <a:pt x="1152486" y="63835"/>
                  <a:pt x="1155466" y="63925"/>
                </a:cubicBezTo>
                <a:cubicBezTo>
                  <a:pt x="1158447" y="64013"/>
                  <a:pt x="1161361" y="64057"/>
                  <a:pt x="1164208" y="64057"/>
                </a:cubicBezTo>
                <a:cubicBezTo>
                  <a:pt x="1167144" y="64057"/>
                  <a:pt x="1170124" y="64013"/>
                  <a:pt x="1173149" y="63925"/>
                </a:cubicBezTo>
                <a:cubicBezTo>
                  <a:pt x="1176174" y="63835"/>
                  <a:pt x="1179110" y="63745"/>
                  <a:pt x="1181958" y="63656"/>
                </a:cubicBezTo>
                <a:cubicBezTo>
                  <a:pt x="1181958" y="61254"/>
                  <a:pt x="1181758" y="58719"/>
                  <a:pt x="1181357" y="56050"/>
                </a:cubicBezTo>
                <a:cubicBezTo>
                  <a:pt x="1180957" y="53380"/>
                  <a:pt x="1180156" y="50888"/>
                  <a:pt x="1178954" y="48575"/>
                </a:cubicBezTo>
                <a:cubicBezTo>
                  <a:pt x="1177753" y="46262"/>
                  <a:pt x="1176085" y="44349"/>
                  <a:pt x="1173949" y="42837"/>
                </a:cubicBezTo>
                <a:cubicBezTo>
                  <a:pt x="1171814" y="41325"/>
                  <a:pt x="1169012" y="40569"/>
                  <a:pt x="1165544" y="40569"/>
                </a:cubicBezTo>
                <a:moveTo>
                  <a:pt x="1134716" y="71396"/>
                </a:moveTo>
                <a:cubicBezTo>
                  <a:pt x="1134716" y="60453"/>
                  <a:pt x="1137318" y="51868"/>
                  <a:pt x="1142521" y="45641"/>
                </a:cubicBezTo>
                <a:cubicBezTo>
                  <a:pt x="1147726" y="39413"/>
                  <a:pt x="1155311" y="36299"/>
                  <a:pt x="1165277" y="36299"/>
                </a:cubicBezTo>
                <a:cubicBezTo>
                  <a:pt x="1169991" y="36299"/>
                  <a:pt x="1174061" y="37033"/>
                  <a:pt x="1177486" y="38502"/>
                </a:cubicBezTo>
                <a:cubicBezTo>
                  <a:pt x="1180911" y="39969"/>
                  <a:pt x="1183780" y="41926"/>
                  <a:pt x="1186094" y="44372"/>
                </a:cubicBezTo>
                <a:cubicBezTo>
                  <a:pt x="1188407" y="46819"/>
                  <a:pt x="1190119" y="49688"/>
                  <a:pt x="1191231" y="52980"/>
                </a:cubicBezTo>
                <a:cubicBezTo>
                  <a:pt x="1192343" y="56272"/>
                  <a:pt x="1192899" y="59786"/>
                  <a:pt x="1192899" y="63521"/>
                </a:cubicBezTo>
                <a:cubicBezTo>
                  <a:pt x="1192899" y="64412"/>
                  <a:pt x="1192876" y="65280"/>
                  <a:pt x="1192832" y="66126"/>
                </a:cubicBezTo>
                <a:cubicBezTo>
                  <a:pt x="1192788" y="66970"/>
                  <a:pt x="1192722" y="67837"/>
                  <a:pt x="1192632" y="68726"/>
                </a:cubicBezTo>
                <a:cubicBezTo>
                  <a:pt x="1187828" y="68638"/>
                  <a:pt x="1183068" y="68550"/>
                  <a:pt x="1178354" y="68461"/>
                </a:cubicBezTo>
                <a:cubicBezTo>
                  <a:pt x="1173639" y="68372"/>
                  <a:pt x="1168880" y="68327"/>
                  <a:pt x="1164075" y="68327"/>
                </a:cubicBezTo>
                <a:cubicBezTo>
                  <a:pt x="1161139" y="68327"/>
                  <a:pt x="1158225" y="68372"/>
                  <a:pt x="1155334" y="68461"/>
                </a:cubicBezTo>
                <a:cubicBezTo>
                  <a:pt x="1152442" y="68550"/>
                  <a:pt x="1149528" y="68638"/>
                  <a:pt x="1146592" y="68726"/>
                </a:cubicBezTo>
                <a:cubicBezTo>
                  <a:pt x="1146504" y="69171"/>
                  <a:pt x="1146460" y="69839"/>
                  <a:pt x="1146460" y="70728"/>
                </a:cubicBezTo>
                <a:lnTo>
                  <a:pt x="1146460" y="72463"/>
                </a:lnTo>
                <a:cubicBezTo>
                  <a:pt x="1146460" y="75932"/>
                  <a:pt x="1146971" y="79180"/>
                  <a:pt x="1147993" y="82206"/>
                </a:cubicBezTo>
                <a:cubicBezTo>
                  <a:pt x="1149017" y="85231"/>
                  <a:pt x="1150507" y="87833"/>
                  <a:pt x="1152465" y="90013"/>
                </a:cubicBezTo>
                <a:cubicBezTo>
                  <a:pt x="1154422" y="92192"/>
                  <a:pt x="1156824" y="93927"/>
                  <a:pt x="1159671" y="95218"/>
                </a:cubicBezTo>
                <a:cubicBezTo>
                  <a:pt x="1162518" y="96508"/>
                  <a:pt x="1165810" y="97152"/>
                  <a:pt x="1169547" y="97152"/>
                </a:cubicBezTo>
                <a:cubicBezTo>
                  <a:pt x="1171325" y="97152"/>
                  <a:pt x="1173148" y="96908"/>
                  <a:pt x="1175016" y="96419"/>
                </a:cubicBezTo>
                <a:cubicBezTo>
                  <a:pt x="1176886" y="95929"/>
                  <a:pt x="1178709" y="95261"/>
                  <a:pt x="1180488" y="94416"/>
                </a:cubicBezTo>
                <a:cubicBezTo>
                  <a:pt x="1182267" y="93570"/>
                  <a:pt x="1183936" y="92569"/>
                  <a:pt x="1185493" y="91414"/>
                </a:cubicBezTo>
                <a:cubicBezTo>
                  <a:pt x="1187050" y="90258"/>
                  <a:pt x="1188407" y="89011"/>
                  <a:pt x="1189563" y="87676"/>
                </a:cubicBezTo>
                <a:lnTo>
                  <a:pt x="1190231" y="88077"/>
                </a:lnTo>
                <a:lnTo>
                  <a:pt x="1189431" y="94615"/>
                </a:lnTo>
                <a:cubicBezTo>
                  <a:pt x="1186761" y="96751"/>
                  <a:pt x="1183446" y="98574"/>
                  <a:pt x="1179488" y="100087"/>
                </a:cubicBezTo>
                <a:cubicBezTo>
                  <a:pt x="1175529" y="101599"/>
                  <a:pt x="1171415" y="102355"/>
                  <a:pt x="1167144" y="102355"/>
                </a:cubicBezTo>
                <a:cubicBezTo>
                  <a:pt x="1162340" y="102355"/>
                  <a:pt x="1157958" y="101621"/>
                  <a:pt x="1153998" y="100154"/>
                </a:cubicBezTo>
                <a:cubicBezTo>
                  <a:pt x="1150039" y="98686"/>
                  <a:pt x="1146614" y="96552"/>
                  <a:pt x="1143723" y="93750"/>
                </a:cubicBezTo>
                <a:cubicBezTo>
                  <a:pt x="1140833" y="90947"/>
                  <a:pt x="1138609" y="87632"/>
                  <a:pt x="1137052" y="83807"/>
                </a:cubicBezTo>
                <a:cubicBezTo>
                  <a:pt x="1135495" y="79981"/>
                  <a:pt x="1134716" y="75844"/>
                  <a:pt x="1134716" y="71396"/>
                </a:cubicBezTo>
                <a:close/>
                <a:moveTo>
                  <a:pt x="1272301" y="11476"/>
                </a:moveTo>
                <a:cubicBezTo>
                  <a:pt x="1270167" y="10142"/>
                  <a:pt x="1267721" y="9475"/>
                  <a:pt x="1264962" y="9475"/>
                </a:cubicBezTo>
                <a:cubicBezTo>
                  <a:pt x="1263005" y="9475"/>
                  <a:pt x="1261336" y="9853"/>
                  <a:pt x="1259957" y="10609"/>
                </a:cubicBezTo>
                <a:cubicBezTo>
                  <a:pt x="1258578" y="11365"/>
                  <a:pt x="1257444" y="12344"/>
                  <a:pt x="1256555" y="13545"/>
                </a:cubicBezTo>
                <a:cubicBezTo>
                  <a:pt x="1255665" y="14747"/>
                  <a:pt x="1255021" y="16148"/>
                  <a:pt x="1254620" y="17750"/>
                </a:cubicBezTo>
                <a:cubicBezTo>
                  <a:pt x="1254220" y="19351"/>
                  <a:pt x="1254019" y="21041"/>
                  <a:pt x="1254019" y="22820"/>
                </a:cubicBezTo>
                <a:cubicBezTo>
                  <a:pt x="1254019" y="24422"/>
                  <a:pt x="1254175" y="26736"/>
                  <a:pt x="1254486" y="29760"/>
                </a:cubicBezTo>
                <a:cubicBezTo>
                  <a:pt x="1254798" y="32785"/>
                  <a:pt x="1255176" y="35676"/>
                  <a:pt x="1255620" y="38435"/>
                </a:cubicBezTo>
                <a:cubicBezTo>
                  <a:pt x="1257933" y="38435"/>
                  <a:pt x="1260224" y="38412"/>
                  <a:pt x="1262492" y="38367"/>
                </a:cubicBezTo>
                <a:cubicBezTo>
                  <a:pt x="1264762" y="38323"/>
                  <a:pt x="1267054" y="38300"/>
                  <a:pt x="1269367" y="38300"/>
                </a:cubicBezTo>
                <a:cubicBezTo>
                  <a:pt x="1269277" y="38745"/>
                  <a:pt x="1269210" y="39191"/>
                  <a:pt x="1269165" y="39636"/>
                </a:cubicBezTo>
                <a:cubicBezTo>
                  <a:pt x="1269122" y="40080"/>
                  <a:pt x="1269100" y="40524"/>
                  <a:pt x="1269100" y="40970"/>
                </a:cubicBezTo>
                <a:cubicBezTo>
                  <a:pt x="1269100" y="41415"/>
                  <a:pt x="1269122" y="41860"/>
                  <a:pt x="1269165" y="42306"/>
                </a:cubicBezTo>
                <a:cubicBezTo>
                  <a:pt x="1269210" y="42749"/>
                  <a:pt x="1269277" y="43194"/>
                  <a:pt x="1269367" y="43639"/>
                </a:cubicBezTo>
                <a:cubicBezTo>
                  <a:pt x="1267054" y="43550"/>
                  <a:pt x="1264762" y="43461"/>
                  <a:pt x="1262492" y="43373"/>
                </a:cubicBezTo>
                <a:cubicBezTo>
                  <a:pt x="1260224" y="43283"/>
                  <a:pt x="1257933" y="43238"/>
                  <a:pt x="1255620" y="43238"/>
                </a:cubicBezTo>
                <a:cubicBezTo>
                  <a:pt x="1255620" y="52935"/>
                  <a:pt x="1255642" y="62566"/>
                  <a:pt x="1255687" y="72131"/>
                </a:cubicBezTo>
                <a:cubicBezTo>
                  <a:pt x="1255732" y="81694"/>
                  <a:pt x="1255888" y="91325"/>
                  <a:pt x="1256156" y="101021"/>
                </a:cubicBezTo>
                <a:cubicBezTo>
                  <a:pt x="1255177" y="100844"/>
                  <a:pt x="1254198" y="100755"/>
                  <a:pt x="1253219" y="100755"/>
                </a:cubicBezTo>
                <a:cubicBezTo>
                  <a:pt x="1252240" y="100755"/>
                  <a:pt x="1251306" y="100755"/>
                  <a:pt x="1250415" y="100755"/>
                </a:cubicBezTo>
                <a:cubicBezTo>
                  <a:pt x="1248547" y="100755"/>
                  <a:pt x="1246590" y="100844"/>
                  <a:pt x="1244545" y="101021"/>
                </a:cubicBezTo>
                <a:cubicBezTo>
                  <a:pt x="1245168" y="91325"/>
                  <a:pt x="1245523" y="81739"/>
                  <a:pt x="1245612" y="72263"/>
                </a:cubicBezTo>
                <a:cubicBezTo>
                  <a:pt x="1245701" y="62788"/>
                  <a:pt x="1245746" y="53113"/>
                  <a:pt x="1245746" y="43238"/>
                </a:cubicBezTo>
                <a:cubicBezTo>
                  <a:pt x="1244144" y="43238"/>
                  <a:pt x="1242542" y="43283"/>
                  <a:pt x="1240941" y="43373"/>
                </a:cubicBezTo>
                <a:cubicBezTo>
                  <a:pt x="1239340" y="43461"/>
                  <a:pt x="1237739" y="43550"/>
                  <a:pt x="1236137" y="43639"/>
                </a:cubicBezTo>
                <a:cubicBezTo>
                  <a:pt x="1236227" y="43194"/>
                  <a:pt x="1236293" y="42749"/>
                  <a:pt x="1236336" y="42306"/>
                </a:cubicBezTo>
                <a:cubicBezTo>
                  <a:pt x="1236381" y="41860"/>
                  <a:pt x="1236404" y="41415"/>
                  <a:pt x="1236404" y="40970"/>
                </a:cubicBezTo>
                <a:cubicBezTo>
                  <a:pt x="1236404" y="40524"/>
                  <a:pt x="1236381" y="40080"/>
                  <a:pt x="1236336" y="39636"/>
                </a:cubicBezTo>
                <a:cubicBezTo>
                  <a:pt x="1236293" y="39191"/>
                  <a:pt x="1236227" y="38745"/>
                  <a:pt x="1236137" y="38300"/>
                </a:cubicBezTo>
                <a:cubicBezTo>
                  <a:pt x="1237739" y="38300"/>
                  <a:pt x="1239362" y="38323"/>
                  <a:pt x="1241008" y="38367"/>
                </a:cubicBezTo>
                <a:cubicBezTo>
                  <a:pt x="1242654" y="38412"/>
                  <a:pt x="1244234" y="38435"/>
                  <a:pt x="1245746" y="38435"/>
                </a:cubicBezTo>
                <a:cubicBezTo>
                  <a:pt x="1245746" y="35854"/>
                  <a:pt x="1246013" y="33051"/>
                  <a:pt x="1246546" y="30027"/>
                </a:cubicBezTo>
                <a:cubicBezTo>
                  <a:pt x="1247080" y="27002"/>
                  <a:pt x="1247858" y="24022"/>
                  <a:pt x="1248880" y="21086"/>
                </a:cubicBezTo>
                <a:cubicBezTo>
                  <a:pt x="1249903" y="18149"/>
                  <a:pt x="1251127" y="15369"/>
                  <a:pt x="1252551" y="12745"/>
                </a:cubicBezTo>
                <a:cubicBezTo>
                  <a:pt x="1253975" y="10121"/>
                  <a:pt x="1255577" y="7919"/>
                  <a:pt x="1257355" y="6139"/>
                </a:cubicBezTo>
                <a:cubicBezTo>
                  <a:pt x="1258957" y="4537"/>
                  <a:pt x="1260981" y="3114"/>
                  <a:pt x="1263427" y="1869"/>
                </a:cubicBezTo>
                <a:cubicBezTo>
                  <a:pt x="1265873" y="623"/>
                  <a:pt x="1268387" y="0"/>
                  <a:pt x="1270967" y="0"/>
                </a:cubicBezTo>
                <a:cubicBezTo>
                  <a:pt x="1271946" y="0"/>
                  <a:pt x="1272836" y="134"/>
                  <a:pt x="1273637" y="401"/>
                </a:cubicBezTo>
                <a:cubicBezTo>
                  <a:pt x="1273547" y="2181"/>
                  <a:pt x="1273436" y="3961"/>
                  <a:pt x="1273303" y="5740"/>
                </a:cubicBezTo>
                <a:cubicBezTo>
                  <a:pt x="1273170" y="7519"/>
                  <a:pt x="1273103" y="9298"/>
                  <a:pt x="1273103" y="11077"/>
                </a:cubicBezTo>
                <a:lnTo>
                  <a:pt x="1272301" y="11476"/>
                </a:lnTo>
                <a:close/>
                <a:moveTo>
                  <a:pt x="1311668" y="48575"/>
                </a:moveTo>
                <a:cubicBezTo>
                  <a:pt x="1311224" y="48042"/>
                  <a:pt x="1310357" y="47553"/>
                  <a:pt x="1309066" y="47109"/>
                </a:cubicBezTo>
                <a:cubicBezTo>
                  <a:pt x="1307776" y="46664"/>
                  <a:pt x="1306464" y="46441"/>
                  <a:pt x="1305130" y="46441"/>
                </a:cubicBezTo>
                <a:cubicBezTo>
                  <a:pt x="1302995" y="46441"/>
                  <a:pt x="1301082" y="46931"/>
                  <a:pt x="1299392" y="47909"/>
                </a:cubicBezTo>
                <a:cubicBezTo>
                  <a:pt x="1297702" y="48888"/>
                  <a:pt x="1296278" y="50200"/>
                  <a:pt x="1295122" y="51845"/>
                </a:cubicBezTo>
                <a:cubicBezTo>
                  <a:pt x="1293965" y="53491"/>
                  <a:pt x="1293075" y="55448"/>
                  <a:pt x="1292452" y="57718"/>
                </a:cubicBezTo>
                <a:cubicBezTo>
                  <a:pt x="1291830" y="59986"/>
                  <a:pt x="1291519" y="62410"/>
                  <a:pt x="1291519" y="64990"/>
                </a:cubicBezTo>
                <a:lnTo>
                  <a:pt x="1291519" y="79669"/>
                </a:lnTo>
                <a:cubicBezTo>
                  <a:pt x="1291519" y="85630"/>
                  <a:pt x="1291541" y="90190"/>
                  <a:pt x="1291585" y="93349"/>
                </a:cubicBezTo>
                <a:cubicBezTo>
                  <a:pt x="1291629" y="96506"/>
                  <a:pt x="1291786" y="99064"/>
                  <a:pt x="1292053" y="101021"/>
                </a:cubicBezTo>
                <a:cubicBezTo>
                  <a:pt x="1290273" y="100844"/>
                  <a:pt x="1288494" y="100755"/>
                  <a:pt x="1286714" y="100755"/>
                </a:cubicBezTo>
                <a:cubicBezTo>
                  <a:pt x="1284756" y="100755"/>
                  <a:pt x="1282888" y="100844"/>
                  <a:pt x="1281110" y="101021"/>
                </a:cubicBezTo>
                <a:cubicBezTo>
                  <a:pt x="1281376" y="97997"/>
                  <a:pt x="1281532" y="93882"/>
                  <a:pt x="1281576" y="88677"/>
                </a:cubicBezTo>
                <a:cubicBezTo>
                  <a:pt x="1281621" y="83473"/>
                  <a:pt x="1281644" y="77090"/>
                  <a:pt x="1281644" y="69528"/>
                </a:cubicBezTo>
                <a:lnTo>
                  <a:pt x="1281644" y="65256"/>
                </a:lnTo>
                <a:cubicBezTo>
                  <a:pt x="1281644" y="61788"/>
                  <a:pt x="1281621" y="57785"/>
                  <a:pt x="1281576" y="53248"/>
                </a:cubicBezTo>
                <a:cubicBezTo>
                  <a:pt x="1281532" y="48710"/>
                  <a:pt x="1281376" y="43505"/>
                  <a:pt x="1281110" y="37632"/>
                </a:cubicBezTo>
                <a:cubicBezTo>
                  <a:pt x="1282089" y="37811"/>
                  <a:pt x="1283023" y="37968"/>
                  <a:pt x="1283912" y="38101"/>
                </a:cubicBezTo>
                <a:cubicBezTo>
                  <a:pt x="1284801" y="38234"/>
                  <a:pt x="1285735" y="38300"/>
                  <a:pt x="1286714" y="38300"/>
                </a:cubicBezTo>
                <a:cubicBezTo>
                  <a:pt x="1287515" y="38300"/>
                  <a:pt x="1288360" y="38234"/>
                  <a:pt x="1289249" y="38101"/>
                </a:cubicBezTo>
                <a:cubicBezTo>
                  <a:pt x="1290140" y="37968"/>
                  <a:pt x="1291074" y="37811"/>
                  <a:pt x="1292053" y="37632"/>
                </a:cubicBezTo>
                <a:cubicBezTo>
                  <a:pt x="1291697" y="40836"/>
                  <a:pt x="1291497" y="43372"/>
                  <a:pt x="1291452" y="45240"/>
                </a:cubicBezTo>
                <a:cubicBezTo>
                  <a:pt x="1291407" y="47108"/>
                  <a:pt x="1291385" y="48887"/>
                  <a:pt x="1291385" y="50577"/>
                </a:cubicBezTo>
                <a:lnTo>
                  <a:pt x="1291652" y="50711"/>
                </a:lnTo>
                <a:cubicBezTo>
                  <a:pt x="1296901" y="41103"/>
                  <a:pt x="1302773" y="36299"/>
                  <a:pt x="1309268" y="36299"/>
                </a:cubicBezTo>
                <a:cubicBezTo>
                  <a:pt x="1310069" y="36299"/>
                  <a:pt x="1310758" y="36343"/>
                  <a:pt x="1311336" y="36433"/>
                </a:cubicBezTo>
                <a:cubicBezTo>
                  <a:pt x="1311915" y="36521"/>
                  <a:pt x="1312648" y="36743"/>
                  <a:pt x="1313538" y="37099"/>
                </a:cubicBezTo>
                <a:cubicBezTo>
                  <a:pt x="1313092" y="38167"/>
                  <a:pt x="1312825" y="39791"/>
                  <a:pt x="1312735" y="41972"/>
                </a:cubicBezTo>
                <a:cubicBezTo>
                  <a:pt x="1312647" y="44150"/>
                  <a:pt x="1312603" y="46130"/>
                  <a:pt x="1312603" y="47909"/>
                </a:cubicBezTo>
                <a:lnTo>
                  <a:pt x="1311668" y="48575"/>
                </a:lnTo>
                <a:close/>
                <a:moveTo>
                  <a:pt x="1331820" y="69528"/>
                </a:moveTo>
                <a:cubicBezTo>
                  <a:pt x="1331820" y="73264"/>
                  <a:pt x="1332154" y="76867"/>
                  <a:pt x="1332820" y="80337"/>
                </a:cubicBezTo>
                <a:cubicBezTo>
                  <a:pt x="1333488" y="83807"/>
                  <a:pt x="1334622" y="86898"/>
                  <a:pt x="1336223" y="89612"/>
                </a:cubicBezTo>
                <a:cubicBezTo>
                  <a:pt x="1337825" y="92326"/>
                  <a:pt x="1339960" y="94484"/>
                  <a:pt x="1342629" y="96085"/>
                </a:cubicBezTo>
                <a:cubicBezTo>
                  <a:pt x="1345298" y="97686"/>
                  <a:pt x="1348590" y="98486"/>
                  <a:pt x="1352505" y="98486"/>
                </a:cubicBezTo>
                <a:cubicBezTo>
                  <a:pt x="1356420" y="98486"/>
                  <a:pt x="1359712" y="97686"/>
                  <a:pt x="1362381" y="96085"/>
                </a:cubicBezTo>
                <a:cubicBezTo>
                  <a:pt x="1365049" y="94484"/>
                  <a:pt x="1367184" y="92326"/>
                  <a:pt x="1368785" y="89612"/>
                </a:cubicBezTo>
                <a:cubicBezTo>
                  <a:pt x="1370387" y="86898"/>
                  <a:pt x="1371521" y="83807"/>
                  <a:pt x="1372187" y="80337"/>
                </a:cubicBezTo>
                <a:cubicBezTo>
                  <a:pt x="1372855" y="76867"/>
                  <a:pt x="1373189" y="73264"/>
                  <a:pt x="1373189" y="69528"/>
                </a:cubicBezTo>
                <a:cubicBezTo>
                  <a:pt x="1373189" y="65791"/>
                  <a:pt x="1372855" y="62188"/>
                  <a:pt x="1372187" y="58718"/>
                </a:cubicBezTo>
                <a:cubicBezTo>
                  <a:pt x="1371521" y="55248"/>
                  <a:pt x="1370387" y="52157"/>
                  <a:pt x="1368785" y="49445"/>
                </a:cubicBezTo>
                <a:cubicBezTo>
                  <a:pt x="1367184" y="46731"/>
                  <a:pt x="1365049" y="44573"/>
                  <a:pt x="1362381" y="42971"/>
                </a:cubicBezTo>
                <a:cubicBezTo>
                  <a:pt x="1359712" y="41370"/>
                  <a:pt x="1356420" y="40569"/>
                  <a:pt x="1352505" y="40569"/>
                </a:cubicBezTo>
                <a:cubicBezTo>
                  <a:pt x="1348590" y="40569"/>
                  <a:pt x="1345298" y="41370"/>
                  <a:pt x="1342629" y="42971"/>
                </a:cubicBezTo>
                <a:cubicBezTo>
                  <a:pt x="1339960" y="44573"/>
                  <a:pt x="1337825" y="46731"/>
                  <a:pt x="1336223" y="49445"/>
                </a:cubicBezTo>
                <a:cubicBezTo>
                  <a:pt x="1334622" y="52157"/>
                  <a:pt x="1333488" y="55248"/>
                  <a:pt x="1332820" y="58718"/>
                </a:cubicBezTo>
                <a:cubicBezTo>
                  <a:pt x="1332154" y="62188"/>
                  <a:pt x="1331820" y="65791"/>
                  <a:pt x="1331820" y="69528"/>
                </a:cubicBezTo>
                <a:moveTo>
                  <a:pt x="1320077" y="69528"/>
                </a:moveTo>
                <a:cubicBezTo>
                  <a:pt x="1320077" y="63478"/>
                  <a:pt x="1321033" y="58340"/>
                  <a:pt x="1322946" y="54114"/>
                </a:cubicBezTo>
                <a:cubicBezTo>
                  <a:pt x="1324859" y="49888"/>
                  <a:pt x="1327372" y="46463"/>
                  <a:pt x="1330484" y="43839"/>
                </a:cubicBezTo>
                <a:cubicBezTo>
                  <a:pt x="1333599" y="41215"/>
                  <a:pt x="1337091" y="39302"/>
                  <a:pt x="1340961" y="38101"/>
                </a:cubicBezTo>
                <a:cubicBezTo>
                  <a:pt x="1344831" y="36899"/>
                  <a:pt x="1348679" y="36299"/>
                  <a:pt x="1352505" y="36299"/>
                </a:cubicBezTo>
                <a:cubicBezTo>
                  <a:pt x="1356420" y="36299"/>
                  <a:pt x="1360290" y="36899"/>
                  <a:pt x="1364115" y="38101"/>
                </a:cubicBezTo>
                <a:cubicBezTo>
                  <a:pt x="1367941" y="39302"/>
                  <a:pt x="1371410" y="41215"/>
                  <a:pt x="1374523" y="43839"/>
                </a:cubicBezTo>
                <a:cubicBezTo>
                  <a:pt x="1377637" y="46463"/>
                  <a:pt x="1380150" y="49888"/>
                  <a:pt x="1382063" y="54114"/>
                </a:cubicBezTo>
                <a:cubicBezTo>
                  <a:pt x="1383976" y="58340"/>
                  <a:pt x="1384932" y="63478"/>
                  <a:pt x="1384932" y="69528"/>
                </a:cubicBezTo>
                <a:cubicBezTo>
                  <a:pt x="1384932" y="75577"/>
                  <a:pt x="1383976" y="80715"/>
                  <a:pt x="1382063" y="84941"/>
                </a:cubicBezTo>
                <a:cubicBezTo>
                  <a:pt x="1380150" y="89167"/>
                  <a:pt x="1377637" y="92593"/>
                  <a:pt x="1374523" y="95218"/>
                </a:cubicBezTo>
                <a:cubicBezTo>
                  <a:pt x="1371410" y="97842"/>
                  <a:pt x="1367941" y="99688"/>
                  <a:pt x="1364115" y="100755"/>
                </a:cubicBezTo>
                <a:cubicBezTo>
                  <a:pt x="1360290" y="101822"/>
                  <a:pt x="1356420" y="102355"/>
                  <a:pt x="1352505" y="102355"/>
                </a:cubicBezTo>
                <a:cubicBezTo>
                  <a:pt x="1348679" y="102355"/>
                  <a:pt x="1344831" y="101822"/>
                  <a:pt x="1340961" y="100755"/>
                </a:cubicBezTo>
                <a:cubicBezTo>
                  <a:pt x="1337091" y="99688"/>
                  <a:pt x="1333599" y="97842"/>
                  <a:pt x="1330484" y="95218"/>
                </a:cubicBezTo>
                <a:cubicBezTo>
                  <a:pt x="1327372" y="92593"/>
                  <a:pt x="1324859" y="89167"/>
                  <a:pt x="1322946" y="84941"/>
                </a:cubicBezTo>
                <a:cubicBezTo>
                  <a:pt x="1321033" y="80715"/>
                  <a:pt x="1320077" y="75577"/>
                  <a:pt x="1320077" y="69528"/>
                </a:cubicBezTo>
                <a:close/>
                <a:moveTo>
                  <a:pt x="1400013" y="62589"/>
                </a:moveTo>
                <a:cubicBezTo>
                  <a:pt x="1400013" y="58586"/>
                  <a:pt x="1399946" y="54382"/>
                  <a:pt x="1399811" y="49978"/>
                </a:cubicBezTo>
                <a:cubicBezTo>
                  <a:pt x="1399678" y="45574"/>
                  <a:pt x="1399390" y="41459"/>
                  <a:pt x="1398946" y="37632"/>
                </a:cubicBezTo>
                <a:cubicBezTo>
                  <a:pt x="1401437" y="38078"/>
                  <a:pt x="1403439" y="38300"/>
                  <a:pt x="1404951" y="38300"/>
                </a:cubicBezTo>
                <a:cubicBezTo>
                  <a:pt x="1405662" y="38300"/>
                  <a:pt x="1406440" y="38234"/>
                  <a:pt x="1407284" y="38101"/>
                </a:cubicBezTo>
                <a:cubicBezTo>
                  <a:pt x="1408130" y="37968"/>
                  <a:pt x="1409131" y="37811"/>
                  <a:pt x="1410288" y="37632"/>
                </a:cubicBezTo>
                <a:cubicBezTo>
                  <a:pt x="1410020" y="41192"/>
                  <a:pt x="1409887" y="44750"/>
                  <a:pt x="1409887" y="48308"/>
                </a:cubicBezTo>
                <a:lnTo>
                  <a:pt x="1410155" y="48308"/>
                </a:lnTo>
                <a:cubicBezTo>
                  <a:pt x="1414870" y="40302"/>
                  <a:pt x="1421498" y="36299"/>
                  <a:pt x="1430038" y="36299"/>
                </a:cubicBezTo>
                <a:cubicBezTo>
                  <a:pt x="1432263" y="36299"/>
                  <a:pt x="1434443" y="36632"/>
                  <a:pt x="1436578" y="37300"/>
                </a:cubicBezTo>
                <a:cubicBezTo>
                  <a:pt x="1438713" y="37967"/>
                  <a:pt x="1440648" y="38878"/>
                  <a:pt x="1442381" y="40035"/>
                </a:cubicBezTo>
                <a:cubicBezTo>
                  <a:pt x="1444116" y="41192"/>
                  <a:pt x="1445606" y="42593"/>
                  <a:pt x="1446851" y="44240"/>
                </a:cubicBezTo>
                <a:cubicBezTo>
                  <a:pt x="1448097" y="45885"/>
                  <a:pt x="1448943" y="47642"/>
                  <a:pt x="1449388" y="49510"/>
                </a:cubicBezTo>
                <a:lnTo>
                  <a:pt x="1449655" y="49510"/>
                </a:lnTo>
                <a:cubicBezTo>
                  <a:pt x="1451790" y="45239"/>
                  <a:pt x="1454704" y="41970"/>
                  <a:pt x="1458397" y="39701"/>
                </a:cubicBezTo>
                <a:cubicBezTo>
                  <a:pt x="1462089" y="37433"/>
                  <a:pt x="1466337" y="36299"/>
                  <a:pt x="1471140" y="36299"/>
                </a:cubicBezTo>
                <a:cubicBezTo>
                  <a:pt x="1474076" y="36299"/>
                  <a:pt x="1476790" y="36699"/>
                  <a:pt x="1479281" y="37500"/>
                </a:cubicBezTo>
                <a:cubicBezTo>
                  <a:pt x="1481772" y="38301"/>
                  <a:pt x="1483929" y="39546"/>
                  <a:pt x="1485752" y="41236"/>
                </a:cubicBezTo>
                <a:cubicBezTo>
                  <a:pt x="1487577" y="42927"/>
                  <a:pt x="1489001" y="45106"/>
                  <a:pt x="1490024" y="47775"/>
                </a:cubicBezTo>
                <a:cubicBezTo>
                  <a:pt x="1491048" y="50444"/>
                  <a:pt x="1491559" y="53647"/>
                  <a:pt x="1491559" y="57384"/>
                </a:cubicBezTo>
                <a:cubicBezTo>
                  <a:pt x="1491559" y="58896"/>
                  <a:pt x="1491515" y="60542"/>
                  <a:pt x="1491425" y="62322"/>
                </a:cubicBezTo>
                <a:cubicBezTo>
                  <a:pt x="1491335" y="64100"/>
                  <a:pt x="1491246" y="66169"/>
                  <a:pt x="1491156" y="68527"/>
                </a:cubicBezTo>
                <a:cubicBezTo>
                  <a:pt x="1491068" y="70885"/>
                  <a:pt x="1490979" y="73554"/>
                  <a:pt x="1490890" y="76535"/>
                </a:cubicBezTo>
                <a:cubicBezTo>
                  <a:pt x="1490801" y="79515"/>
                  <a:pt x="1490757" y="82962"/>
                  <a:pt x="1490757" y="86875"/>
                </a:cubicBezTo>
                <a:cubicBezTo>
                  <a:pt x="1490757" y="89278"/>
                  <a:pt x="1490780" y="91592"/>
                  <a:pt x="1490824" y="93817"/>
                </a:cubicBezTo>
                <a:cubicBezTo>
                  <a:pt x="1490869" y="96041"/>
                  <a:pt x="1490980" y="98442"/>
                  <a:pt x="1491158" y="101021"/>
                </a:cubicBezTo>
                <a:cubicBezTo>
                  <a:pt x="1490180" y="100844"/>
                  <a:pt x="1489201" y="100755"/>
                  <a:pt x="1488222" y="100755"/>
                </a:cubicBezTo>
                <a:cubicBezTo>
                  <a:pt x="1487243" y="100755"/>
                  <a:pt x="1486309" y="100755"/>
                  <a:pt x="1485420" y="100755"/>
                </a:cubicBezTo>
                <a:cubicBezTo>
                  <a:pt x="1484441" y="100755"/>
                  <a:pt x="1483463" y="100755"/>
                  <a:pt x="1482484" y="100755"/>
                </a:cubicBezTo>
                <a:cubicBezTo>
                  <a:pt x="1481505" y="100755"/>
                  <a:pt x="1480526" y="100844"/>
                  <a:pt x="1479547" y="101021"/>
                </a:cubicBezTo>
                <a:cubicBezTo>
                  <a:pt x="1479815" y="98798"/>
                  <a:pt x="1480104" y="94305"/>
                  <a:pt x="1480415" y="87543"/>
                </a:cubicBezTo>
                <a:cubicBezTo>
                  <a:pt x="1480727" y="80782"/>
                  <a:pt x="1480883" y="71351"/>
                  <a:pt x="1480883" y="59251"/>
                </a:cubicBezTo>
                <a:cubicBezTo>
                  <a:pt x="1480883" y="57028"/>
                  <a:pt x="1480638" y="54937"/>
                  <a:pt x="1480148" y="52980"/>
                </a:cubicBezTo>
                <a:cubicBezTo>
                  <a:pt x="1479659" y="51022"/>
                  <a:pt x="1478881" y="49332"/>
                  <a:pt x="1477813" y="47909"/>
                </a:cubicBezTo>
                <a:cubicBezTo>
                  <a:pt x="1476746" y="46485"/>
                  <a:pt x="1475322" y="45351"/>
                  <a:pt x="1473543" y="44507"/>
                </a:cubicBezTo>
                <a:cubicBezTo>
                  <a:pt x="1471763" y="43661"/>
                  <a:pt x="1469539" y="43238"/>
                  <a:pt x="1466870" y="43238"/>
                </a:cubicBezTo>
                <a:cubicBezTo>
                  <a:pt x="1463667" y="43238"/>
                  <a:pt x="1460954" y="43861"/>
                  <a:pt x="1458729" y="45107"/>
                </a:cubicBezTo>
                <a:cubicBezTo>
                  <a:pt x="1456505" y="46352"/>
                  <a:pt x="1454771" y="47820"/>
                  <a:pt x="1453526" y="49510"/>
                </a:cubicBezTo>
                <a:cubicBezTo>
                  <a:pt x="1452813" y="50489"/>
                  <a:pt x="1452257" y="51467"/>
                  <a:pt x="1451856" y="52446"/>
                </a:cubicBezTo>
                <a:cubicBezTo>
                  <a:pt x="1451457" y="53425"/>
                  <a:pt x="1451146" y="54915"/>
                  <a:pt x="1450924" y="56918"/>
                </a:cubicBezTo>
                <a:cubicBezTo>
                  <a:pt x="1450701" y="58919"/>
                  <a:pt x="1450545" y="61721"/>
                  <a:pt x="1450455" y="65324"/>
                </a:cubicBezTo>
                <a:cubicBezTo>
                  <a:pt x="1450367" y="68926"/>
                  <a:pt x="1450323" y="73886"/>
                  <a:pt x="1450323" y="80203"/>
                </a:cubicBezTo>
                <a:cubicBezTo>
                  <a:pt x="1450323" y="84029"/>
                  <a:pt x="1450389" y="87522"/>
                  <a:pt x="1450523" y="90681"/>
                </a:cubicBezTo>
                <a:cubicBezTo>
                  <a:pt x="1450656" y="93839"/>
                  <a:pt x="1450812" y="97285"/>
                  <a:pt x="1450991" y="101021"/>
                </a:cubicBezTo>
                <a:cubicBezTo>
                  <a:pt x="1448944" y="100844"/>
                  <a:pt x="1446986" y="100755"/>
                  <a:pt x="1445118" y="100755"/>
                </a:cubicBezTo>
                <a:cubicBezTo>
                  <a:pt x="1443250" y="100755"/>
                  <a:pt x="1441293" y="100844"/>
                  <a:pt x="1439246" y="101021"/>
                </a:cubicBezTo>
                <a:cubicBezTo>
                  <a:pt x="1439691" y="96129"/>
                  <a:pt x="1440002" y="91147"/>
                  <a:pt x="1440180" y="86075"/>
                </a:cubicBezTo>
                <a:cubicBezTo>
                  <a:pt x="1440358" y="81003"/>
                  <a:pt x="1440447" y="76021"/>
                  <a:pt x="1440447" y="71129"/>
                </a:cubicBezTo>
                <a:cubicBezTo>
                  <a:pt x="1440447" y="66948"/>
                  <a:pt x="1440425" y="63678"/>
                  <a:pt x="1440380" y="61320"/>
                </a:cubicBezTo>
                <a:cubicBezTo>
                  <a:pt x="1440336" y="58962"/>
                  <a:pt x="1440226" y="57094"/>
                  <a:pt x="1440048" y="55716"/>
                </a:cubicBezTo>
                <a:cubicBezTo>
                  <a:pt x="1439870" y="54337"/>
                  <a:pt x="1439625" y="53203"/>
                  <a:pt x="1439313" y="52314"/>
                </a:cubicBezTo>
                <a:cubicBezTo>
                  <a:pt x="1439002" y="51423"/>
                  <a:pt x="1438580" y="50445"/>
                  <a:pt x="1438046" y="49377"/>
                </a:cubicBezTo>
                <a:cubicBezTo>
                  <a:pt x="1437068" y="47686"/>
                  <a:pt x="1435532" y="46240"/>
                  <a:pt x="1433440" y="45040"/>
                </a:cubicBezTo>
                <a:cubicBezTo>
                  <a:pt x="1431350" y="43839"/>
                  <a:pt x="1429193" y="43238"/>
                  <a:pt x="1426969" y="43238"/>
                </a:cubicBezTo>
                <a:cubicBezTo>
                  <a:pt x="1421098" y="43238"/>
                  <a:pt x="1416783" y="45151"/>
                  <a:pt x="1414024" y="48976"/>
                </a:cubicBezTo>
                <a:cubicBezTo>
                  <a:pt x="1411266" y="52802"/>
                  <a:pt x="1409887" y="58184"/>
                  <a:pt x="1409887" y="65124"/>
                </a:cubicBezTo>
                <a:lnTo>
                  <a:pt x="1409887" y="76466"/>
                </a:lnTo>
                <a:cubicBezTo>
                  <a:pt x="1409887" y="80471"/>
                  <a:pt x="1409953" y="84675"/>
                  <a:pt x="1410086" y="89079"/>
                </a:cubicBezTo>
                <a:cubicBezTo>
                  <a:pt x="1410221" y="93482"/>
                  <a:pt x="1410510" y="97463"/>
                  <a:pt x="1410956" y="101021"/>
                </a:cubicBezTo>
                <a:cubicBezTo>
                  <a:pt x="1408909" y="100844"/>
                  <a:pt x="1406907" y="100755"/>
                  <a:pt x="1404951" y="100755"/>
                </a:cubicBezTo>
                <a:cubicBezTo>
                  <a:pt x="1402993" y="100755"/>
                  <a:pt x="1400992" y="100844"/>
                  <a:pt x="1398946" y="101021"/>
                </a:cubicBezTo>
                <a:cubicBezTo>
                  <a:pt x="1399390" y="97463"/>
                  <a:pt x="1399678" y="93482"/>
                  <a:pt x="1399811" y="89079"/>
                </a:cubicBezTo>
                <a:cubicBezTo>
                  <a:pt x="1399946" y="84675"/>
                  <a:pt x="1400013" y="80471"/>
                  <a:pt x="1400013" y="76466"/>
                </a:cubicBezTo>
                <a:lnTo>
                  <a:pt x="1400013" y="62589"/>
                </a:lnTo>
                <a:close/>
                <a:moveTo>
                  <a:pt x="1548275" y="62589"/>
                </a:moveTo>
                <a:cubicBezTo>
                  <a:pt x="1548275" y="58586"/>
                  <a:pt x="1548208" y="54382"/>
                  <a:pt x="1548073" y="49978"/>
                </a:cubicBezTo>
                <a:cubicBezTo>
                  <a:pt x="1547940" y="45574"/>
                  <a:pt x="1547652" y="41459"/>
                  <a:pt x="1547208" y="37632"/>
                </a:cubicBezTo>
                <a:cubicBezTo>
                  <a:pt x="1549699" y="38078"/>
                  <a:pt x="1551700" y="38300"/>
                  <a:pt x="1553213" y="38300"/>
                </a:cubicBezTo>
                <a:cubicBezTo>
                  <a:pt x="1553924" y="38300"/>
                  <a:pt x="1554702" y="38234"/>
                  <a:pt x="1555546" y="38101"/>
                </a:cubicBezTo>
                <a:cubicBezTo>
                  <a:pt x="1556392" y="37968"/>
                  <a:pt x="1557393" y="37811"/>
                  <a:pt x="1558550" y="37632"/>
                </a:cubicBezTo>
                <a:cubicBezTo>
                  <a:pt x="1558282" y="41192"/>
                  <a:pt x="1558149" y="44750"/>
                  <a:pt x="1558149" y="48308"/>
                </a:cubicBezTo>
                <a:lnTo>
                  <a:pt x="1558417" y="48308"/>
                </a:lnTo>
                <a:cubicBezTo>
                  <a:pt x="1563132" y="40302"/>
                  <a:pt x="1569759" y="36299"/>
                  <a:pt x="1578300" y="36299"/>
                </a:cubicBezTo>
                <a:cubicBezTo>
                  <a:pt x="1580524" y="36299"/>
                  <a:pt x="1582705" y="36632"/>
                  <a:pt x="1584840" y="37300"/>
                </a:cubicBezTo>
                <a:cubicBezTo>
                  <a:pt x="1586975" y="37967"/>
                  <a:pt x="1588910" y="38878"/>
                  <a:pt x="1590643" y="40035"/>
                </a:cubicBezTo>
                <a:cubicBezTo>
                  <a:pt x="1592378" y="41192"/>
                  <a:pt x="1593868" y="42593"/>
                  <a:pt x="1595113" y="44240"/>
                </a:cubicBezTo>
                <a:cubicBezTo>
                  <a:pt x="1596359" y="45885"/>
                  <a:pt x="1597205" y="47642"/>
                  <a:pt x="1597650" y="49510"/>
                </a:cubicBezTo>
                <a:lnTo>
                  <a:pt x="1597917" y="49510"/>
                </a:lnTo>
                <a:cubicBezTo>
                  <a:pt x="1600052" y="45239"/>
                  <a:pt x="1602966" y="41970"/>
                  <a:pt x="1606659" y="39701"/>
                </a:cubicBezTo>
                <a:cubicBezTo>
                  <a:pt x="1610351" y="37433"/>
                  <a:pt x="1614599" y="36299"/>
                  <a:pt x="1619402" y="36299"/>
                </a:cubicBezTo>
                <a:cubicBezTo>
                  <a:pt x="1622338" y="36299"/>
                  <a:pt x="1625052" y="36699"/>
                  <a:pt x="1627543" y="37500"/>
                </a:cubicBezTo>
                <a:cubicBezTo>
                  <a:pt x="1630034" y="38301"/>
                  <a:pt x="1632191" y="39546"/>
                  <a:pt x="1634014" y="41236"/>
                </a:cubicBezTo>
                <a:cubicBezTo>
                  <a:pt x="1635838" y="42927"/>
                  <a:pt x="1637262" y="45106"/>
                  <a:pt x="1638286" y="47775"/>
                </a:cubicBezTo>
                <a:cubicBezTo>
                  <a:pt x="1639310" y="50444"/>
                  <a:pt x="1639821" y="53647"/>
                  <a:pt x="1639821" y="57384"/>
                </a:cubicBezTo>
                <a:cubicBezTo>
                  <a:pt x="1639821" y="58896"/>
                  <a:pt x="1639777" y="60542"/>
                  <a:pt x="1639687" y="62322"/>
                </a:cubicBezTo>
                <a:cubicBezTo>
                  <a:pt x="1639597" y="64100"/>
                  <a:pt x="1639508" y="66169"/>
                  <a:pt x="1639418" y="68527"/>
                </a:cubicBezTo>
                <a:cubicBezTo>
                  <a:pt x="1639330" y="70885"/>
                  <a:pt x="1639241" y="73554"/>
                  <a:pt x="1639151" y="76535"/>
                </a:cubicBezTo>
                <a:cubicBezTo>
                  <a:pt x="1639063" y="79515"/>
                  <a:pt x="1639019" y="82962"/>
                  <a:pt x="1639019" y="86875"/>
                </a:cubicBezTo>
                <a:cubicBezTo>
                  <a:pt x="1639019" y="89278"/>
                  <a:pt x="1639041" y="91592"/>
                  <a:pt x="1639086" y="93817"/>
                </a:cubicBezTo>
                <a:cubicBezTo>
                  <a:pt x="1639131" y="96041"/>
                  <a:pt x="1639242" y="98442"/>
                  <a:pt x="1639420" y="101021"/>
                </a:cubicBezTo>
                <a:cubicBezTo>
                  <a:pt x="1638441" y="100844"/>
                  <a:pt x="1637463" y="100755"/>
                  <a:pt x="1636484" y="100755"/>
                </a:cubicBezTo>
                <a:cubicBezTo>
                  <a:pt x="1635505" y="100755"/>
                  <a:pt x="1634571" y="100755"/>
                  <a:pt x="1633682" y="100755"/>
                </a:cubicBezTo>
                <a:cubicBezTo>
                  <a:pt x="1632703" y="100755"/>
                  <a:pt x="1631724" y="100755"/>
                  <a:pt x="1630746" y="100755"/>
                </a:cubicBezTo>
                <a:cubicBezTo>
                  <a:pt x="1629767" y="100755"/>
                  <a:pt x="1628788" y="100844"/>
                  <a:pt x="1627809" y="101021"/>
                </a:cubicBezTo>
                <a:cubicBezTo>
                  <a:pt x="1628077" y="98798"/>
                  <a:pt x="1628366" y="94305"/>
                  <a:pt x="1628677" y="87543"/>
                </a:cubicBezTo>
                <a:cubicBezTo>
                  <a:pt x="1628989" y="80782"/>
                  <a:pt x="1629145" y="71351"/>
                  <a:pt x="1629145" y="59251"/>
                </a:cubicBezTo>
                <a:cubicBezTo>
                  <a:pt x="1629145" y="57028"/>
                  <a:pt x="1628900" y="54937"/>
                  <a:pt x="1628410" y="52980"/>
                </a:cubicBezTo>
                <a:cubicBezTo>
                  <a:pt x="1627921" y="51022"/>
                  <a:pt x="1627143" y="49332"/>
                  <a:pt x="1626074" y="47909"/>
                </a:cubicBezTo>
                <a:cubicBezTo>
                  <a:pt x="1625007" y="46485"/>
                  <a:pt x="1623584" y="45351"/>
                  <a:pt x="1621804" y="44507"/>
                </a:cubicBezTo>
                <a:cubicBezTo>
                  <a:pt x="1620025" y="43661"/>
                  <a:pt x="1617800" y="43238"/>
                  <a:pt x="1615132" y="43238"/>
                </a:cubicBezTo>
                <a:cubicBezTo>
                  <a:pt x="1611929" y="43238"/>
                  <a:pt x="1609216" y="43861"/>
                  <a:pt x="1606991" y="45107"/>
                </a:cubicBezTo>
                <a:cubicBezTo>
                  <a:pt x="1604767" y="46352"/>
                  <a:pt x="1603033" y="47820"/>
                  <a:pt x="1601788" y="49510"/>
                </a:cubicBezTo>
                <a:cubicBezTo>
                  <a:pt x="1601075" y="50489"/>
                  <a:pt x="1600519" y="51467"/>
                  <a:pt x="1600118" y="52446"/>
                </a:cubicBezTo>
                <a:cubicBezTo>
                  <a:pt x="1599719" y="53425"/>
                  <a:pt x="1599408" y="54915"/>
                  <a:pt x="1599186" y="56918"/>
                </a:cubicBezTo>
                <a:cubicBezTo>
                  <a:pt x="1598963" y="58919"/>
                  <a:pt x="1598807" y="61721"/>
                  <a:pt x="1598717" y="65324"/>
                </a:cubicBezTo>
                <a:cubicBezTo>
                  <a:pt x="1598629" y="68926"/>
                  <a:pt x="1598585" y="73886"/>
                  <a:pt x="1598585" y="80203"/>
                </a:cubicBezTo>
                <a:cubicBezTo>
                  <a:pt x="1598585" y="84029"/>
                  <a:pt x="1598651" y="87522"/>
                  <a:pt x="1598784" y="90681"/>
                </a:cubicBezTo>
                <a:cubicBezTo>
                  <a:pt x="1598917" y="93839"/>
                  <a:pt x="1599074" y="97285"/>
                  <a:pt x="1599253" y="101021"/>
                </a:cubicBezTo>
                <a:cubicBezTo>
                  <a:pt x="1597206" y="100844"/>
                  <a:pt x="1595248" y="100755"/>
                  <a:pt x="1593380" y="100755"/>
                </a:cubicBezTo>
                <a:cubicBezTo>
                  <a:pt x="1591512" y="100755"/>
                  <a:pt x="1589555" y="100844"/>
                  <a:pt x="1587508" y="101021"/>
                </a:cubicBezTo>
                <a:cubicBezTo>
                  <a:pt x="1587953" y="96129"/>
                  <a:pt x="1588264" y="91147"/>
                  <a:pt x="1588442" y="86075"/>
                </a:cubicBezTo>
                <a:cubicBezTo>
                  <a:pt x="1588620" y="81003"/>
                  <a:pt x="1588709" y="76021"/>
                  <a:pt x="1588709" y="71129"/>
                </a:cubicBezTo>
                <a:cubicBezTo>
                  <a:pt x="1588709" y="66948"/>
                  <a:pt x="1588687" y="63678"/>
                  <a:pt x="1588642" y="61320"/>
                </a:cubicBezTo>
                <a:cubicBezTo>
                  <a:pt x="1588598" y="58962"/>
                  <a:pt x="1588488" y="57094"/>
                  <a:pt x="1588310" y="55716"/>
                </a:cubicBezTo>
                <a:cubicBezTo>
                  <a:pt x="1588132" y="54337"/>
                  <a:pt x="1587887" y="53203"/>
                  <a:pt x="1587575" y="52314"/>
                </a:cubicBezTo>
                <a:cubicBezTo>
                  <a:pt x="1587264" y="51423"/>
                  <a:pt x="1586842" y="50445"/>
                  <a:pt x="1586308" y="49377"/>
                </a:cubicBezTo>
                <a:cubicBezTo>
                  <a:pt x="1585329" y="47686"/>
                  <a:pt x="1583794" y="46240"/>
                  <a:pt x="1581702" y="45040"/>
                </a:cubicBezTo>
                <a:cubicBezTo>
                  <a:pt x="1579612" y="43839"/>
                  <a:pt x="1577454" y="43238"/>
                  <a:pt x="1575231" y="43238"/>
                </a:cubicBezTo>
                <a:cubicBezTo>
                  <a:pt x="1569360" y="43238"/>
                  <a:pt x="1565045" y="45151"/>
                  <a:pt x="1562286" y="48976"/>
                </a:cubicBezTo>
                <a:cubicBezTo>
                  <a:pt x="1559528" y="52802"/>
                  <a:pt x="1558149" y="58184"/>
                  <a:pt x="1558149" y="65124"/>
                </a:cubicBezTo>
                <a:lnTo>
                  <a:pt x="1558149" y="76466"/>
                </a:lnTo>
                <a:cubicBezTo>
                  <a:pt x="1558149" y="80471"/>
                  <a:pt x="1558215" y="84675"/>
                  <a:pt x="1558348" y="89079"/>
                </a:cubicBezTo>
                <a:cubicBezTo>
                  <a:pt x="1558483" y="93482"/>
                  <a:pt x="1558772" y="97463"/>
                  <a:pt x="1559218" y="101021"/>
                </a:cubicBezTo>
                <a:cubicBezTo>
                  <a:pt x="1557170" y="100844"/>
                  <a:pt x="1555169" y="100755"/>
                  <a:pt x="1553213" y="100755"/>
                </a:cubicBezTo>
                <a:cubicBezTo>
                  <a:pt x="1551255" y="100755"/>
                  <a:pt x="1549253" y="100844"/>
                  <a:pt x="1547208" y="101021"/>
                </a:cubicBezTo>
                <a:cubicBezTo>
                  <a:pt x="1547652" y="97463"/>
                  <a:pt x="1547940" y="93482"/>
                  <a:pt x="1548073" y="89079"/>
                </a:cubicBezTo>
                <a:cubicBezTo>
                  <a:pt x="1548208" y="84675"/>
                  <a:pt x="1548275" y="80471"/>
                  <a:pt x="1548275" y="76466"/>
                </a:cubicBezTo>
                <a:lnTo>
                  <a:pt x="1548275" y="62589"/>
                </a:lnTo>
                <a:close/>
                <a:moveTo>
                  <a:pt x="1677052" y="101156"/>
                </a:moveTo>
                <a:cubicBezTo>
                  <a:pt x="1676074" y="98753"/>
                  <a:pt x="1674806" y="95639"/>
                  <a:pt x="1673249" y="91813"/>
                </a:cubicBezTo>
                <a:cubicBezTo>
                  <a:pt x="1671692" y="87988"/>
                  <a:pt x="1670023" y="83962"/>
                  <a:pt x="1668244" y="79736"/>
                </a:cubicBezTo>
                <a:cubicBezTo>
                  <a:pt x="1666465" y="75510"/>
                  <a:pt x="1664641" y="71195"/>
                  <a:pt x="1662772" y="66792"/>
                </a:cubicBezTo>
                <a:cubicBezTo>
                  <a:pt x="1660904" y="62388"/>
                  <a:pt x="1659148" y="58251"/>
                  <a:pt x="1657502" y="54381"/>
                </a:cubicBezTo>
                <a:cubicBezTo>
                  <a:pt x="1655857" y="50510"/>
                  <a:pt x="1654411" y="47108"/>
                  <a:pt x="1653165" y="44173"/>
                </a:cubicBezTo>
                <a:cubicBezTo>
                  <a:pt x="1651920" y="41236"/>
                  <a:pt x="1650986" y="39056"/>
                  <a:pt x="1650363" y="37632"/>
                </a:cubicBezTo>
                <a:cubicBezTo>
                  <a:pt x="1651520" y="37811"/>
                  <a:pt x="1652587" y="37968"/>
                  <a:pt x="1653566" y="38101"/>
                </a:cubicBezTo>
                <a:cubicBezTo>
                  <a:pt x="1654545" y="38234"/>
                  <a:pt x="1655523" y="38300"/>
                  <a:pt x="1656500" y="38300"/>
                </a:cubicBezTo>
                <a:cubicBezTo>
                  <a:pt x="1657479" y="38300"/>
                  <a:pt x="1658458" y="38234"/>
                  <a:pt x="1659437" y="38101"/>
                </a:cubicBezTo>
                <a:cubicBezTo>
                  <a:pt x="1660415" y="37968"/>
                  <a:pt x="1661483" y="37811"/>
                  <a:pt x="1662640" y="37632"/>
                </a:cubicBezTo>
                <a:cubicBezTo>
                  <a:pt x="1665398" y="46174"/>
                  <a:pt x="1668468" y="54626"/>
                  <a:pt x="1671848" y="62990"/>
                </a:cubicBezTo>
                <a:cubicBezTo>
                  <a:pt x="1675228" y="71352"/>
                  <a:pt x="1678787" y="79981"/>
                  <a:pt x="1682524" y="88877"/>
                </a:cubicBezTo>
                <a:cubicBezTo>
                  <a:pt x="1686260" y="81048"/>
                  <a:pt x="1689840" y="72686"/>
                  <a:pt x="1693265" y="63790"/>
                </a:cubicBezTo>
                <a:cubicBezTo>
                  <a:pt x="1696692" y="54893"/>
                  <a:pt x="1699739" y="46174"/>
                  <a:pt x="1702408" y="37632"/>
                </a:cubicBezTo>
                <a:cubicBezTo>
                  <a:pt x="1704188" y="38078"/>
                  <a:pt x="1705656" y="38300"/>
                  <a:pt x="1706813" y="38300"/>
                </a:cubicBezTo>
                <a:cubicBezTo>
                  <a:pt x="1707968" y="38300"/>
                  <a:pt x="1709435" y="38078"/>
                  <a:pt x="1711215" y="37632"/>
                </a:cubicBezTo>
                <a:cubicBezTo>
                  <a:pt x="1710592" y="38878"/>
                  <a:pt x="1709591" y="40992"/>
                  <a:pt x="1708211" y="43973"/>
                </a:cubicBezTo>
                <a:cubicBezTo>
                  <a:pt x="1706834" y="46953"/>
                  <a:pt x="1705188" y="50512"/>
                  <a:pt x="1703276" y="54649"/>
                </a:cubicBezTo>
                <a:cubicBezTo>
                  <a:pt x="1701363" y="58786"/>
                  <a:pt x="1699272" y="63367"/>
                  <a:pt x="1697002" y="68394"/>
                </a:cubicBezTo>
                <a:cubicBezTo>
                  <a:pt x="1694733" y="73420"/>
                  <a:pt x="1692420" y="78580"/>
                  <a:pt x="1690062" y="83874"/>
                </a:cubicBezTo>
                <a:cubicBezTo>
                  <a:pt x="1687706" y="89167"/>
                  <a:pt x="1685371" y="94416"/>
                  <a:pt x="1683057" y="99620"/>
                </a:cubicBezTo>
                <a:cubicBezTo>
                  <a:pt x="1680744" y="104825"/>
                  <a:pt x="1678609" y="109762"/>
                  <a:pt x="1676651" y="114432"/>
                </a:cubicBezTo>
                <a:cubicBezTo>
                  <a:pt x="1674695" y="119103"/>
                  <a:pt x="1672983" y="123329"/>
                  <a:pt x="1671514" y="127110"/>
                </a:cubicBezTo>
                <a:cubicBezTo>
                  <a:pt x="1670046" y="130892"/>
                  <a:pt x="1668957" y="133895"/>
                  <a:pt x="1668246" y="136119"/>
                </a:cubicBezTo>
                <a:cubicBezTo>
                  <a:pt x="1666466" y="135673"/>
                  <a:pt x="1664953" y="135451"/>
                  <a:pt x="1663707" y="135451"/>
                </a:cubicBezTo>
                <a:cubicBezTo>
                  <a:pt x="1662462" y="135451"/>
                  <a:pt x="1660950" y="135673"/>
                  <a:pt x="1659170" y="136119"/>
                </a:cubicBezTo>
                <a:cubicBezTo>
                  <a:pt x="1666199" y="124464"/>
                  <a:pt x="1672160" y="112810"/>
                  <a:pt x="1677052" y="101156"/>
                </a:cubicBezTo>
                <a:close/>
                <a:moveTo>
                  <a:pt x="1789683" y="11476"/>
                </a:moveTo>
                <a:cubicBezTo>
                  <a:pt x="1787549" y="10142"/>
                  <a:pt x="1785103" y="9475"/>
                  <a:pt x="1782344" y="9475"/>
                </a:cubicBezTo>
                <a:cubicBezTo>
                  <a:pt x="1780387" y="9475"/>
                  <a:pt x="1778718" y="9853"/>
                  <a:pt x="1777339" y="10609"/>
                </a:cubicBezTo>
                <a:cubicBezTo>
                  <a:pt x="1775960" y="11365"/>
                  <a:pt x="1774826" y="12344"/>
                  <a:pt x="1773936" y="13545"/>
                </a:cubicBezTo>
                <a:cubicBezTo>
                  <a:pt x="1773047" y="14747"/>
                  <a:pt x="1772402" y="16148"/>
                  <a:pt x="1772002" y="17750"/>
                </a:cubicBezTo>
                <a:cubicBezTo>
                  <a:pt x="1771602" y="19351"/>
                  <a:pt x="1771401" y="21041"/>
                  <a:pt x="1771401" y="22820"/>
                </a:cubicBezTo>
                <a:cubicBezTo>
                  <a:pt x="1771401" y="24422"/>
                  <a:pt x="1771557" y="26736"/>
                  <a:pt x="1771868" y="29760"/>
                </a:cubicBezTo>
                <a:cubicBezTo>
                  <a:pt x="1772180" y="32785"/>
                  <a:pt x="1772558" y="35676"/>
                  <a:pt x="1773002" y="38435"/>
                </a:cubicBezTo>
                <a:cubicBezTo>
                  <a:pt x="1775315" y="38435"/>
                  <a:pt x="1777606" y="38412"/>
                  <a:pt x="1779874" y="38367"/>
                </a:cubicBezTo>
                <a:cubicBezTo>
                  <a:pt x="1782144" y="38323"/>
                  <a:pt x="1784435" y="38300"/>
                  <a:pt x="1786749" y="38300"/>
                </a:cubicBezTo>
                <a:cubicBezTo>
                  <a:pt x="1786659" y="38745"/>
                  <a:pt x="1786592" y="39191"/>
                  <a:pt x="1786547" y="39636"/>
                </a:cubicBezTo>
                <a:cubicBezTo>
                  <a:pt x="1786504" y="40080"/>
                  <a:pt x="1786482" y="40524"/>
                  <a:pt x="1786482" y="40970"/>
                </a:cubicBezTo>
                <a:cubicBezTo>
                  <a:pt x="1786482" y="41415"/>
                  <a:pt x="1786504" y="41860"/>
                  <a:pt x="1786547" y="42306"/>
                </a:cubicBezTo>
                <a:cubicBezTo>
                  <a:pt x="1786592" y="42749"/>
                  <a:pt x="1786659" y="43194"/>
                  <a:pt x="1786749" y="43639"/>
                </a:cubicBezTo>
                <a:cubicBezTo>
                  <a:pt x="1784435" y="43550"/>
                  <a:pt x="1782144" y="43461"/>
                  <a:pt x="1779874" y="43373"/>
                </a:cubicBezTo>
                <a:cubicBezTo>
                  <a:pt x="1777606" y="43283"/>
                  <a:pt x="1775315" y="43238"/>
                  <a:pt x="1773002" y="43238"/>
                </a:cubicBezTo>
                <a:cubicBezTo>
                  <a:pt x="1773002" y="52935"/>
                  <a:pt x="1773024" y="62566"/>
                  <a:pt x="1773069" y="72131"/>
                </a:cubicBezTo>
                <a:cubicBezTo>
                  <a:pt x="1773114" y="81694"/>
                  <a:pt x="1773270" y="91325"/>
                  <a:pt x="1773537" y="101021"/>
                </a:cubicBezTo>
                <a:cubicBezTo>
                  <a:pt x="1772559" y="100844"/>
                  <a:pt x="1771580" y="100755"/>
                  <a:pt x="1770601" y="100755"/>
                </a:cubicBezTo>
                <a:cubicBezTo>
                  <a:pt x="1769622" y="100755"/>
                  <a:pt x="1768688" y="100755"/>
                  <a:pt x="1767797" y="100755"/>
                </a:cubicBezTo>
                <a:cubicBezTo>
                  <a:pt x="1765929" y="100755"/>
                  <a:pt x="1763972" y="100844"/>
                  <a:pt x="1761927" y="101021"/>
                </a:cubicBezTo>
                <a:cubicBezTo>
                  <a:pt x="1762550" y="91325"/>
                  <a:pt x="1762905" y="81739"/>
                  <a:pt x="1762994" y="72263"/>
                </a:cubicBezTo>
                <a:cubicBezTo>
                  <a:pt x="1763083" y="62788"/>
                  <a:pt x="1763128" y="53113"/>
                  <a:pt x="1763128" y="43238"/>
                </a:cubicBezTo>
                <a:cubicBezTo>
                  <a:pt x="1761526" y="43238"/>
                  <a:pt x="1759924" y="43283"/>
                  <a:pt x="1758322" y="43373"/>
                </a:cubicBezTo>
                <a:cubicBezTo>
                  <a:pt x="1756722" y="43461"/>
                  <a:pt x="1755121" y="43550"/>
                  <a:pt x="1753519" y="43639"/>
                </a:cubicBezTo>
                <a:cubicBezTo>
                  <a:pt x="1753608" y="43194"/>
                  <a:pt x="1753675" y="42749"/>
                  <a:pt x="1753718" y="42306"/>
                </a:cubicBezTo>
                <a:cubicBezTo>
                  <a:pt x="1753763" y="41860"/>
                  <a:pt x="1753786" y="41415"/>
                  <a:pt x="1753786" y="40970"/>
                </a:cubicBezTo>
                <a:cubicBezTo>
                  <a:pt x="1753786" y="40524"/>
                  <a:pt x="1753763" y="40080"/>
                  <a:pt x="1753718" y="39636"/>
                </a:cubicBezTo>
                <a:cubicBezTo>
                  <a:pt x="1753675" y="39191"/>
                  <a:pt x="1753608" y="38745"/>
                  <a:pt x="1753519" y="38300"/>
                </a:cubicBezTo>
                <a:cubicBezTo>
                  <a:pt x="1755121" y="38300"/>
                  <a:pt x="1756744" y="38323"/>
                  <a:pt x="1758390" y="38367"/>
                </a:cubicBezTo>
                <a:cubicBezTo>
                  <a:pt x="1760036" y="38412"/>
                  <a:pt x="1761616" y="38435"/>
                  <a:pt x="1763128" y="38435"/>
                </a:cubicBezTo>
                <a:cubicBezTo>
                  <a:pt x="1763128" y="35854"/>
                  <a:pt x="1763395" y="33051"/>
                  <a:pt x="1763928" y="30027"/>
                </a:cubicBezTo>
                <a:cubicBezTo>
                  <a:pt x="1764462" y="27002"/>
                  <a:pt x="1765240" y="24022"/>
                  <a:pt x="1766262" y="21086"/>
                </a:cubicBezTo>
                <a:cubicBezTo>
                  <a:pt x="1767285" y="18149"/>
                  <a:pt x="1768509" y="15369"/>
                  <a:pt x="1769933" y="12745"/>
                </a:cubicBezTo>
                <a:cubicBezTo>
                  <a:pt x="1771357" y="10121"/>
                  <a:pt x="1772958" y="7919"/>
                  <a:pt x="1774737" y="6139"/>
                </a:cubicBezTo>
                <a:cubicBezTo>
                  <a:pt x="1776339" y="4537"/>
                  <a:pt x="1778363" y="3114"/>
                  <a:pt x="1780809" y="1869"/>
                </a:cubicBezTo>
                <a:cubicBezTo>
                  <a:pt x="1783255" y="623"/>
                  <a:pt x="1785769" y="0"/>
                  <a:pt x="1788349" y="0"/>
                </a:cubicBezTo>
                <a:cubicBezTo>
                  <a:pt x="1789328" y="0"/>
                  <a:pt x="1790218" y="134"/>
                  <a:pt x="1791019" y="401"/>
                </a:cubicBezTo>
                <a:cubicBezTo>
                  <a:pt x="1790929" y="2181"/>
                  <a:pt x="1790818" y="3961"/>
                  <a:pt x="1790685" y="5740"/>
                </a:cubicBezTo>
                <a:cubicBezTo>
                  <a:pt x="1790552" y="7519"/>
                  <a:pt x="1790485" y="9298"/>
                  <a:pt x="1790485" y="11077"/>
                </a:cubicBezTo>
                <a:lnTo>
                  <a:pt x="1789683" y="11476"/>
                </a:lnTo>
                <a:close/>
                <a:moveTo>
                  <a:pt x="1832786" y="67794"/>
                </a:moveTo>
                <a:cubicBezTo>
                  <a:pt x="1831274" y="68327"/>
                  <a:pt x="1829517" y="68772"/>
                  <a:pt x="1827515" y="69127"/>
                </a:cubicBezTo>
                <a:cubicBezTo>
                  <a:pt x="1825514" y="69483"/>
                  <a:pt x="1823490" y="69861"/>
                  <a:pt x="1821444" y="70261"/>
                </a:cubicBezTo>
                <a:cubicBezTo>
                  <a:pt x="1819399" y="70662"/>
                  <a:pt x="1817375" y="71174"/>
                  <a:pt x="1815372" y="71797"/>
                </a:cubicBezTo>
                <a:cubicBezTo>
                  <a:pt x="1813370" y="72419"/>
                  <a:pt x="1811590" y="73264"/>
                  <a:pt x="1810033" y="74332"/>
                </a:cubicBezTo>
                <a:cubicBezTo>
                  <a:pt x="1808478" y="75399"/>
                  <a:pt x="1807232" y="76733"/>
                  <a:pt x="1806297" y="78335"/>
                </a:cubicBezTo>
                <a:cubicBezTo>
                  <a:pt x="1805363" y="79937"/>
                  <a:pt x="1804896" y="81984"/>
                  <a:pt x="1804896" y="84475"/>
                </a:cubicBezTo>
                <a:cubicBezTo>
                  <a:pt x="1804896" y="88656"/>
                  <a:pt x="1806096" y="91814"/>
                  <a:pt x="1808498" y="93949"/>
                </a:cubicBezTo>
                <a:cubicBezTo>
                  <a:pt x="1810901" y="96085"/>
                  <a:pt x="1813570" y="97152"/>
                  <a:pt x="1816507" y="97152"/>
                </a:cubicBezTo>
                <a:cubicBezTo>
                  <a:pt x="1819887" y="97152"/>
                  <a:pt x="1822978" y="96218"/>
                  <a:pt x="1825780" y="94351"/>
                </a:cubicBezTo>
                <a:cubicBezTo>
                  <a:pt x="1828583" y="92481"/>
                  <a:pt x="1830741" y="90301"/>
                  <a:pt x="1832253" y="87810"/>
                </a:cubicBezTo>
                <a:lnTo>
                  <a:pt x="1832786" y="67794"/>
                </a:lnTo>
                <a:moveTo>
                  <a:pt x="1799825" y="44038"/>
                </a:moveTo>
                <a:cubicBezTo>
                  <a:pt x="1803829" y="41014"/>
                  <a:pt x="1807520" y="38968"/>
                  <a:pt x="1810901" y="37901"/>
                </a:cubicBezTo>
                <a:cubicBezTo>
                  <a:pt x="1814282" y="36833"/>
                  <a:pt x="1817752" y="36299"/>
                  <a:pt x="1821310" y="36299"/>
                </a:cubicBezTo>
                <a:cubicBezTo>
                  <a:pt x="1824514" y="36299"/>
                  <a:pt x="1827450" y="36766"/>
                  <a:pt x="1830119" y="37699"/>
                </a:cubicBezTo>
                <a:cubicBezTo>
                  <a:pt x="1832788" y="38633"/>
                  <a:pt x="1835056" y="39968"/>
                  <a:pt x="1836924" y="41703"/>
                </a:cubicBezTo>
                <a:cubicBezTo>
                  <a:pt x="1838792" y="43438"/>
                  <a:pt x="1840260" y="45529"/>
                  <a:pt x="1841327" y="47977"/>
                </a:cubicBezTo>
                <a:cubicBezTo>
                  <a:pt x="1842395" y="50423"/>
                  <a:pt x="1842929" y="53113"/>
                  <a:pt x="1842929" y="56048"/>
                </a:cubicBezTo>
                <a:cubicBezTo>
                  <a:pt x="1842929" y="61120"/>
                  <a:pt x="1842840" y="66169"/>
                  <a:pt x="1842662" y="71196"/>
                </a:cubicBezTo>
                <a:cubicBezTo>
                  <a:pt x="1842485" y="76223"/>
                  <a:pt x="1842396" y="81538"/>
                  <a:pt x="1842396" y="87142"/>
                </a:cubicBezTo>
                <a:cubicBezTo>
                  <a:pt x="1842396" y="88211"/>
                  <a:pt x="1842418" y="89345"/>
                  <a:pt x="1842463" y="90547"/>
                </a:cubicBezTo>
                <a:cubicBezTo>
                  <a:pt x="1842508" y="91747"/>
                  <a:pt x="1842708" y="92814"/>
                  <a:pt x="1843064" y="93748"/>
                </a:cubicBezTo>
                <a:cubicBezTo>
                  <a:pt x="1843419" y="94682"/>
                  <a:pt x="1843930" y="95460"/>
                  <a:pt x="1844597" y="96083"/>
                </a:cubicBezTo>
                <a:cubicBezTo>
                  <a:pt x="1845265" y="96707"/>
                  <a:pt x="1846266" y="97018"/>
                  <a:pt x="1847600" y="97018"/>
                </a:cubicBezTo>
                <a:cubicBezTo>
                  <a:pt x="1848046" y="97018"/>
                  <a:pt x="1848513" y="96996"/>
                  <a:pt x="1849001" y="96951"/>
                </a:cubicBezTo>
                <a:cubicBezTo>
                  <a:pt x="1849491" y="96906"/>
                  <a:pt x="1849958" y="96751"/>
                  <a:pt x="1850402" y="96485"/>
                </a:cubicBezTo>
                <a:lnTo>
                  <a:pt x="1850402" y="99421"/>
                </a:lnTo>
                <a:cubicBezTo>
                  <a:pt x="1849423" y="99865"/>
                  <a:pt x="1848200" y="100220"/>
                  <a:pt x="1846733" y="100488"/>
                </a:cubicBezTo>
                <a:cubicBezTo>
                  <a:pt x="1845265" y="100755"/>
                  <a:pt x="1843642" y="100889"/>
                  <a:pt x="1841862" y="100889"/>
                </a:cubicBezTo>
                <a:cubicBezTo>
                  <a:pt x="1839015" y="100889"/>
                  <a:pt x="1836836" y="100155"/>
                  <a:pt x="1835324" y="98688"/>
                </a:cubicBezTo>
                <a:cubicBezTo>
                  <a:pt x="1833811" y="97219"/>
                  <a:pt x="1832922" y="95328"/>
                  <a:pt x="1832654" y="93015"/>
                </a:cubicBezTo>
                <a:cubicBezTo>
                  <a:pt x="1829452" y="96217"/>
                  <a:pt x="1826294" y="98574"/>
                  <a:pt x="1823179" y="100087"/>
                </a:cubicBezTo>
                <a:cubicBezTo>
                  <a:pt x="1820065" y="101599"/>
                  <a:pt x="1816240" y="102355"/>
                  <a:pt x="1811703" y="102355"/>
                </a:cubicBezTo>
                <a:cubicBezTo>
                  <a:pt x="1809478" y="102355"/>
                  <a:pt x="1807298" y="102044"/>
                  <a:pt x="1805162" y="101420"/>
                </a:cubicBezTo>
                <a:cubicBezTo>
                  <a:pt x="1803028" y="100799"/>
                  <a:pt x="1801138" y="99777"/>
                  <a:pt x="1799491" y="98354"/>
                </a:cubicBezTo>
                <a:cubicBezTo>
                  <a:pt x="1797846" y="96930"/>
                  <a:pt x="1796512" y="95217"/>
                  <a:pt x="1795488" y="93216"/>
                </a:cubicBezTo>
                <a:cubicBezTo>
                  <a:pt x="1794466" y="91214"/>
                  <a:pt x="1793955" y="88923"/>
                  <a:pt x="1793955" y="86342"/>
                </a:cubicBezTo>
                <a:cubicBezTo>
                  <a:pt x="1793955" y="81004"/>
                  <a:pt x="1795623" y="76868"/>
                  <a:pt x="1798958" y="73933"/>
                </a:cubicBezTo>
                <a:cubicBezTo>
                  <a:pt x="1802295" y="70997"/>
                  <a:pt x="1806899" y="69039"/>
                  <a:pt x="1812770" y="68060"/>
                </a:cubicBezTo>
                <a:cubicBezTo>
                  <a:pt x="1817574" y="67259"/>
                  <a:pt x="1821333" y="66570"/>
                  <a:pt x="1824047" y="65991"/>
                </a:cubicBezTo>
                <a:cubicBezTo>
                  <a:pt x="1826760" y="65413"/>
                  <a:pt x="1828762" y="64812"/>
                  <a:pt x="1830052" y="64189"/>
                </a:cubicBezTo>
                <a:cubicBezTo>
                  <a:pt x="1831341" y="63566"/>
                  <a:pt x="1832119" y="62832"/>
                  <a:pt x="1832385" y="61988"/>
                </a:cubicBezTo>
                <a:cubicBezTo>
                  <a:pt x="1832653" y="61142"/>
                  <a:pt x="1832786" y="60052"/>
                  <a:pt x="1832786" y="58718"/>
                </a:cubicBezTo>
                <a:cubicBezTo>
                  <a:pt x="1832786" y="56494"/>
                  <a:pt x="1832520" y="54360"/>
                  <a:pt x="1831986" y="52314"/>
                </a:cubicBezTo>
                <a:cubicBezTo>
                  <a:pt x="1831453" y="50267"/>
                  <a:pt x="1830608" y="48487"/>
                  <a:pt x="1829451" y="46975"/>
                </a:cubicBezTo>
                <a:cubicBezTo>
                  <a:pt x="1828294" y="45462"/>
                  <a:pt x="1826782" y="44239"/>
                  <a:pt x="1824914" y="43305"/>
                </a:cubicBezTo>
                <a:cubicBezTo>
                  <a:pt x="1823046" y="42371"/>
                  <a:pt x="1820778" y="41904"/>
                  <a:pt x="1818109" y="41904"/>
                </a:cubicBezTo>
                <a:cubicBezTo>
                  <a:pt x="1814550" y="41904"/>
                  <a:pt x="1811235" y="42705"/>
                  <a:pt x="1808166" y="44307"/>
                </a:cubicBezTo>
                <a:cubicBezTo>
                  <a:pt x="1805097" y="45908"/>
                  <a:pt x="1802806" y="48131"/>
                  <a:pt x="1801294" y="50978"/>
                </a:cubicBezTo>
                <a:lnTo>
                  <a:pt x="1799825" y="50978"/>
                </a:lnTo>
                <a:lnTo>
                  <a:pt x="1799825" y="44038"/>
                </a:lnTo>
                <a:close/>
                <a:moveTo>
                  <a:pt x="1865483" y="62589"/>
                </a:moveTo>
                <a:cubicBezTo>
                  <a:pt x="1865483" y="58586"/>
                  <a:pt x="1865416" y="54382"/>
                  <a:pt x="1865281" y="49978"/>
                </a:cubicBezTo>
                <a:cubicBezTo>
                  <a:pt x="1865148" y="45574"/>
                  <a:pt x="1864860" y="41459"/>
                  <a:pt x="1864416" y="37632"/>
                </a:cubicBezTo>
                <a:cubicBezTo>
                  <a:pt x="1866907" y="38078"/>
                  <a:pt x="1868908" y="38300"/>
                  <a:pt x="1870421" y="38300"/>
                </a:cubicBezTo>
                <a:cubicBezTo>
                  <a:pt x="1871132" y="38300"/>
                  <a:pt x="1871910" y="38234"/>
                  <a:pt x="1872754" y="38101"/>
                </a:cubicBezTo>
                <a:cubicBezTo>
                  <a:pt x="1873600" y="37968"/>
                  <a:pt x="1874601" y="37811"/>
                  <a:pt x="1875758" y="37632"/>
                </a:cubicBezTo>
                <a:cubicBezTo>
                  <a:pt x="1875490" y="41192"/>
                  <a:pt x="1875357" y="44750"/>
                  <a:pt x="1875357" y="48308"/>
                </a:cubicBezTo>
                <a:lnTo>
                  <a:pt x="1875625" y="48308"/>
                </a:lnTo>
                <a:cubicBezTo>
                  <a:pt x="1880340" y="40302"/>
                  <a:pt x="1886967" y="36299"/>
                  <a:pt x="1895508" y="36299"/>
                </a:cubicBezTo>
                <a:cubicBezTo>
                  <a:pt x="1897732" y="36299"/>
                  <a:pt x="1899913" y="36632"/>
                  <a:pt x="1902048" y="37300"/>
                </a:cubicBezTo>
                <a:cubicBezTo>
                  <a:pt x="1904183" y="37967"/>
                  <a:pt x="1906118" y="38878"/>
                  <a:pt x="1907851" y="40035"/>
                </a:cubicBezTo>
                <a:cubicBezTo>
                  <a:pt x="1909586" y="41192"/>
                  <a:pt x="1911076" y="42593"/>
                  <a:pt x="1912321" y="44240"/>
                </a:cubicBezTo>
                <a:cubicBezTo>
                  <a:pt x="1913567" y="45885"/>
                  <a:pt x="1914413" y="47642"/>
                  <a:pt x="1914858" y="49510"/>
                </a:cubicBezTo>
                <a:lnTo>
                  <a:pt x="1915125" y="49510"/>
                </a:lnTo>
                <a:cubicBezTo>
                  <a:pt x="1917260" y="45239"/>
                  <a:pt x="1920174" y="41970"/>
                  <a:pt x="1923867" y="39701"/>
                </a:cubicBezTo>
                <a:cubicBezTo>
                  <a:pt x="1927559" y="37433"/>
                  <a:pt x="1931807" y="36299"/>
                  <a:pt x="1936610" y="36299"/>
                </a:cubicBezTo>
                <a:cubicBezTo>
                  <a:pt x="1939546" y="36299"/>
                  <a:pt x="1942260" y="36699"/>
                  <a:pt x="1944751" y="37500"/>
                </a:cubicBezTo>
                <a:cubicBezTo>
                  <a:pt x="1947242" y="38301"/>
                  <a:pt x="1949399" y="39546"/>
                  <a:pt x="1951222" y="41236"/>
                </a:cubicBezTo>
                <a:cubicBezTo>
                  <a:pt x="1953046" y="42927"/>
                  <a:pt x="1954470" y="45106"/>
                  <a:pt x="1955494" y="47775"/>
                </a:cubicBezTo>
                <a:cubicBezTo>
                  <a:pt x="1956518" y="50444"/>
                  <a:pt x="1957029" y="53647"/>
                  <a:pt x="1957029" y="57384"/>
                </a:cubicBezTo>
                <a:cubicBezTo>
                  <a:pt x="1957029" y="58896"/>
                  <a:pt x="1956985" y="60542"/>
                  <a:pt x="1956895" y="62322"/>
                </a:cubicBezTo>
                <a:cubicBezTo>
                  <a:pt x="1956805" y="64100"/>
                  <a:pt x="1956716" y="66169"/>
                  <a:pt x="1956626" y="68527"/>
                </a:cubicBezTo>
                <a:cubicBezTo>
                  <a:pt x="1956538" y="70885"/>
                  <a:pt x="1956449" y="73554"/>
                  <a:pt x="1956359" y="76535"/>
                </a:cubicBezTo>
                <a:cubicBezTo>
                  <a:pt x="1956271" y="79515"/>
                  <a:pt x="1956227" y="82962"/>
                  <a:pt x="1956227" y="86875"/>
                </a:cubicBezTo>
                <a:cubicBezTo>
                  <a:pt x="1956227" y="89278"/>
                  <a:pt x="1956249" y="91592"/>
                  <a:pt x="1956294" y="93817"/>
                </a:cubicBezTo>
                <a:cubicBezTo>
                  <a:pt x="1956339" y="96041"/>
                  <a:pt x="1956450" y="98442"/>
                  <a:pt x="1956628" y="101021"/>
                </a:cubicBezTo>
                <a:cubicBezTo>
                  <a:pt x="1955649" y="100844"/>
                  <a:pt x="1954671" y="100755"/>
                  <a:pt x="1953692" y="100755"/>
                </a:cubicBezTo>
                <a:cubicBezTo>
                  <a:pt x="1952713" y="100755"/>
                  <a:pt x="1951779" y="100755"/>
                  <a:pt x="1950890" y="100755"/>
                </a:cubicBezTo>
                <a:cubicBezTo>
                  <a:pt x="1949911" y="100755"/>
                  <a:pt x="1948932" y="100755"/>
                  <a:pt x="1947954" y="100755"/>
                </a:cubicBezTo>
                <a:cubicBezTo>
                  <a:pt x="1946975" y="100755"/>
                  <a:pt x="1945996" y="100844"/>
                  <a:pt x="1945017" y="101021"/>
                </a:cubicBezTo>
                <a:cubicBezTo>
                  <a:pt x="1945285" y="98798"/>
                  <a:pt x="1945574" y="94305"/>
                  <a:pt x="1945885" y="87543"/>
                </a:cubicBezTo>
                <a:cubicBezTo>
                  <a:pt x="1946197" y="80782"/>
                  <a:pt x="1946353" y="71351"/>
                  <a:pt x="1946353" y="59251"/>
                </a:cubicBezTo>
                <a:cubicBezTo>
                  <a:pt x="1946353" y="57028"/>
                  <a:pt x="1946108" y="54937"/>
                  <a:pt x="1945618" y="52980"/>
                </a:cubicBezTo>
                <a:cubicBezTo>
                  <a:pt x="1945129" y="51022"/>
                  <a:pt x="1944351" y="49332"/>
                  <a:pt x="1943282" y="47909"/>
                </a:cubicBezTo>
                <a:cubicBezTo>
                  <a:pt x="1942215" y="46485"/>
                  <a:pt x="1940792" y="45351"/>
                  <a:pt x="1939012" y="44507"/>
                </a:cubicBezTo>
                <a:cubicBezTo>
                  <a:pt x="1937233" y="43661"/>
                  <a:pt x="1935008" y="43238"/>
                  <a:pt x="1932340" y="43238"/>
                </a:cubicBezTo>
                <a:cubicBezTo>
                  <a:pt x="1929137" y="43238"/>
                  <a:pt x="1926424" y="43861"/>
                  <a:pt x="1924199" y="45107"/>
                </a:cubicBezTo>
                <a:cubicBezTo>
                  <a:pt x="1921975" y="46352"/>
                  <a:pt x="1920241" y="47820"/>
                  <a:pt x="1918996" y="49510"/>
                </a:cubicBezTo>
                <a:cubicBezTo>
                  <a:pt x="1918283" y="50489"/>
                  <a:pt x="1917727" y="51467"/>
                  <a:pt x="1917326" y="52446"/>
                </a:cubicBezTo>
                <a:cubicBezTo>
                  <a:pt x="1916927" y="53425"/>
                  <a:pt x="1916616" y="54915"/>
                  <a:pt x="1916394" y="56918"/>
                </a:cubicBezTo>
                <a:cubicBezTo>
                  <a:pt x="1916171" y="58919"/>
                  <a:pt x="1916015" y="61721"/>
                  <a:pt x="1915925" y="65324"/>
                </a:cubicBezTo>
                <a:cubicBezTo>
                  <a:pt x="1915837" y="68926"/>
                  <a:pt x="1915793" y="73886"/>
                  <a:pt x="1915793" y="80203"/>
                </a:cubicBezTo>
                <a:cubicBezTo>
                  <a:pt x="1915793" y="84029"/>
                  <a:pt x="1915859" y="87522"/>
                  <a:pt x="1915992" y="90681"/>
                </a:cubicBezTo>
                <a:cubicBezTo>
                  <a:pt x="1916125" y="93839"/>
                  <a:pt x="1916282" y="97285"/>
                  <a:pt x="1916461" y="101021"/>
                </a:cubicBezTo>
                <a:cubicBezTo>
                  <a:pt x="1914414" y="100844"/>
                  <a:pt x="1912456" y="100755"/>
                  <a:pt x="1910588" y="100755"/>
                </a:cubicBezTo>
                <a:cubicBezTo>
                  <a:pt x="1908720" y="100755"/>
                  <a:pt x="1906763" y="100844"/>
                  <a:pt x="1904716" y="101021"/>
                </a:cubicBezTo>
                <a:cubicBezTo>
                  <a:pt x="1905161" y="96129"/>
                  <a:pt x="1905472" y="91147"/>
                  <a:pt x="1905650" y="86075"/>
                </a:cubicBezTo>
                <a:cubicBezTo>
                  <a:pt x="1905828" y="81003"/>
                  <a:pt x="1905917" y="76021"/>
                  <a:pt x="1905917" y="71129"/>
                </a:cubicBezTo>
                <a:cubicBezTo>
                  <a:pt x="1905917" y="66948"/>
                  <a:pt x="1905895" y="63678"/>
                  <a:pt x="1905850" y="61320"/>
                </a:cubicBezTo>
                <a:cubicBezTo>
                  <a:pt x="1905806" y="58962"/>
                  <a:pt x="1905696" y="57094"/>
                  <a:pt x="1905518" y="55716"/>
                </a:cubicBezTo>
                <a:cubicBezTo>
                  <a:pt x="1905340" y="54337"/>
                  <a:pt x="1905095" y="53203"/>
                  <a:pt x="1904783" y="52314"/>
                </a:cubicBezTo>
                <a:cubicBezTo>
                  <a:pt x="1904472" y="51423"/>
                  <a:pt x="1904050" y="50445"/>
                  <a:pt x="1903516" y="49377"/>
                </a:cubicBezTo>
                <a:cubicBezTo>
                  <a:pt x="1902537" y="47686"/>
                  <a:pt x="1901002" y="46240"/>
                  <a:pt x="1898910" y="45040"/>
                </a:cubicBezTo>
                <a:cubicBezTo>
                  <a:pt x="1896820" y="43839"/>
                  <a:pt x="1894662" y="43238"/>
                  <a:pt x="1892439" y="43238"/>
                </a:cubicBezTo>
                <a:cubicBezTo>
                  <a:pt x="1886568" y="43238"/>
                  <a:pt x="1882253" y="45151"/>
                  <a:pt x="1879494" y="48976"/>
                </a:cubicBezTo>
                <a:cubicBezTo>
                  <a:pt x="1876736" y="52802"/>
                  <a:pt x="1875357" y="58184"/>
                  <a:pt x="1875357" y="65124"/>
                </a:cubicBezTo>
                <a:lnTo>
                  <a:pt x="1875357" y="76466"/>
                </a:lnTo>
                <a:cubicBezTo>
                  <a:pt x="1875357" y="80471"/>
                  <a:pt x="1875423" y="84675"/>
                  <a:pt x="1875556" y="89079"/>
                </a:cubicBezTo>
                <a:cubicBezTo>
                  <a:pt x="1875691" y="93482"/>
                  <a:pt x="1875980" y="97463"/>
                  <a:pt x="1876426" y="101021"/>
                </a:cubicBezTo>
                <a:cubicBezTo>
                  <a:pt x="1874379" y="100844"/>
                  <a:pt x="1872377" y="100755"/>
                  <a:pt x="1870421" y="100755"/>
                </a:cubicBezTo>
                <a:cubicBezTo>
                  <a:pt x="1868463" y="100755"/>
                  <a:pt x="1866461" y="100844"/>
                  <a:pt x="1864416" y="101021"/>
                </a:cubicBezTo>
                <a:cubicBezTo>
                  <a:pt x="1864860" y="97463"/>
                  <a:pt x="1865148" y="93482"/>
                  <a:pt x="1865281" y="89079"/>
                </a:cubicBezTo>
                <a:cubicBezTo>
                  <a:pt x="1865416" y="84675"/>
                  <a:pt x="1865483" y="80471"/>
                  <a:pt x="1865483" y="76466"/>
                </a:cubicBezTo>
                <a:lnTo>
                  <a:pt x="1865483" y="62589"/>
                </a:lnTo>
                <a:close/>
                <a:moveTo>
                  <a:pt x="1977980" y="14413"/>
                </a:moveTo>
                <a:cubicBezTo>
                  <a:pt x="1977980" y="12545"/>
                  <a:pt x="1978647" y="10944"/>
                  <a:pt x="1979981" y="9609"/>
                </a:cubicBezTo>
                <a:cubicBezTo>
                  <a:pt x="1981316" y="8275"/>
                  <a:pt x="1982917" y="7608"/>
                  <a:pt x="1984787" y="7608"/>
                </a:cubicBezTo>
                <a:cubicBezTo>
                  <a:pt x="1986655" y="7608"/>
                  <a:pt x="1988256" y="8275"/>
                  <a:pt x="1989590" y="9609"/>
                </a:cubicBezTo>
                <a:cubicBezTo>
                  <a:pt x="1990925" y="10944"/>
                  <a:pt x="1991592" y="12545"/>
                  <a:pt x="1991592" y="14413"/>
                </a:cubicBezTo>
                <a:cubicBezTo>
                  <a:pt x="1991592" y="16281"/>
                  <a:pt x="1990925" y="17883"/>
                  <a:pt x="1989590" y="19218"/>
                </a:cubicBezTo>
                <a:cubicBezTo>
                  <a:pt x="1988256" y="20553"/>
                  <a:pt x="1986655" y="21220"/>
                  <a:pt x="1984787" y="21220"/>
                </a:cubicBezTo>
                <a:cubicBezTo>
                  <a:pt x="1982917" y="21220"/>
                  <a:pt x="1981316" y="20553"/>
                  <a:pt x="1979981" y="19218"/>
                </a:cubicBezTo>
                <a:cubicBezTo>
                  <a:pt x="1978647" y="17883"/>
                  <a:pt x="1977980" y="16281"/>
                  <a:pt x="1977980" y="14413"/>
                </a:cubicBezTo>
                <a:moveTo>
                  <a:pt x="1979849" y="62589"/>
                </a:moveTo>
                <a:cubicBezTo>
                  <a:pt x="1979849" y="58586"/>
                  <a:pt x="1979782" y="54382"/>
                  <a:pt x="1979647" y="49978"/>
                </a:cubicBezTo>
                <a:cubicBezTo>
                  <a:pt x="1979514" y="45574"/>
                  <a:pt x="1979225" y="41459"/>
                  <a:pt x="1978780" y="37632"/>
                </a:cubicBezTo>
                <a:cubicBezTo>
                  <a:pt x="1981271" y="38078"/>
                  <a:pt x="1983273" y="38300"/>
                  <a:pt x="1984787" y="38300"/>
                </a:cubicBezTo>
                <a:cubicBezTo>
                  <a:pt x="1986299" y="38300"/>
                  <a:pt x="1988301" y="38078"/>
                  <a:pt x="1990792" y="37632"/>
                </a:cubicBezTo>
                <a:cubicBezTo>
                  <a:pt x="1990346" y="41459"/>
                  <a:pt x="1990057" y="45574"/>
                  <a:pt x="1989922" y="49978"/>
                </a:cubicBezTo>
                <a:cubicBezTo>
                  <a:pt x="1989789" y="54382"/>
                  <a:pt x="1989723" y="58586"/>
                  <a:pt x="1989723" y="62589"/>
                </a:cubicBezTo>
                <a:lnTo>
                  <a:pt x="1989723" y="76466"/>
                </a:lnTo>
                <a:cubicBezTo>
                  <a:pt x="1989723" y="80471"/>
                  <a:pt x="1989789" y="84675"/>
                  <a:pt x="1989922" y="89079"/>
                </a:cubicBezTo>
                <a:cubicBezTo>
                  <a:pt x="1990057" y="93482"/>
                  <a:pt x="1990346" y="97463"/>
                  <a:pt x="1990792" y="101021"/>
                </a:cubicBezTo>
                <a:cubicBezTo>
                  <a:pt x="1988745" y="100844"/>
                  <a:pt x="1986743" y="100755"/>
                  <a:pt x="1984787" y="100755"/>
                </a:cubicBezTo>
                <a:cubicBezTo>
                  <a:pt x="1982829" y="100755"/>
                  <a:pt x="1980827" y="100844"/>
                  <a:pt x="1978780" y="101021"/>
                </a:cubicBezTo>
                <a:cubicBezTo>
                  <a:pt x="1979225" y="97463"/>
                  <a:pt x="1979514" y="93482"/>
                  <a:pt x="1979647" y="89079"/>
                </a:cubicBezTo>
                <a:cubicBezTo>
                  <a:pt x="1979782" y="84675"/>
                  <a:pt x="1979849" y="80471"/>
                  <a:pt x="1979849" y="76466"/>
                </a:cubicBezTo>
                <a:lnTo>
                  <a:pt x="1979849" y="62589"/>
                </a:lnTo>
                <a:close/>
                <a:moveTo>
                  <a:pt x="2016948" y="38834"/>
                </a:moveTo>
                <a:cubicBezTo>
                  <a:pt x="2016948" y="35809"/>
                  <a:pt x="2016925" y="32518"/>
                  <a:pt x="2016881" y="28960"/>
                </a:cubicBezTo>
                <a:cubicBezTo>
                  <a:pt x="2016836" y="25400"/>
                  <a:pt x="2016769" y="21886"/>
                  <a:pt x="2016679" y="18416"/>
                </a:cubicBezTo>
                <a:cubicBezTo>
                  <a:pt x="2016591" y="14946"/>
                  <a:pt x="2016479" y="11633"/>
                  <a:pt x="2016345" y="8475"/>
                </a:cubicBezTo>
                <a:cubicBezTo>
                  <a:pt x="2016212" y="5316"/>
                  <a:pt x="2016057" y="2625"/>
                  <a:pt x="2015879" y="401"/>
                </a:cubicBezTo>
                <a:cubicBezTo>
                  <a:pt x="2018370" y="846"/>
                  <a:pt x="2020372" y="1069"/>
                  <a:pt x="2021886" y="1069"/>
                </a:cubicBezTo>
                <a:cubicBezTo>
                  <a:pt x="2023398" y="1069"/>
                  <a:pt x="2025400" y="846"/>
                  <a:pt x="2027891" y="401"/>
                </a:cubicBezTo>
                <a:cubicBezTo>
                  <a:pt x="2027713" y="2625"/>
                  <a:pt x="2027557" y="5316"/>
                  <a:pt x="2027422" y="8475"/>
                </a:cubicBezTo>
                <a:cubicBezTo>
                  <a:pt x="2027289" y="11633"/>
                  <a:pt x="2027178" y="14946"/>
                  <a:pt x="2027088" y="18416"/>
                </a:cubicBezTo>
                <a:cubicBezTo>
                  <a:pt x="2027000" y="21886"/>
                  <a:pt x="2026934" y="25400"/>
                  <a:pt x="2026889" y="28960"/>
                </a:cubicBezTo>
                <a:cubicBezTo>
                  <a:pt x="2026844" y="32518"/>
                  <a:pt x="2026822" y="35809"/>
                  <a:pt x="2026822" y="38834"/>
                </a:cubicBezTo>
                <a:lnTo>
                  <a:pt x="2026822" y="62988"/>
                </a:lnTo>
                <a:cubicBezTo>
                  <a:pt x="2026822" y="66014"/>
                  <a:pt x="2026844" y="69306"/>
                  <a:pt x="2026889" y="72864"/>
                </a:cubicBezTo>
                <a:cubicBezTo>
                  <a:pt x="2026934" y="76422"/>
                  <a:pt x="2027000" y="79936"/>
                  <a:pt x="2027088" y="83406"/>
                </a:cubicBezTo>
                <a:cubicBezTo>
                  <a:pt x="2027178" y="86875"/>
                  <a:pt x="2027289" y="90167"/>
                  <a:pt x="2027422" y="93282"/>
                </a:cubicBezTo>
                <a:cubicBezTo>
                  <a:pt x="2027557" y="96396"/>
                  <a:pt x="2027713" y="98976"/>
                  <a:pt x="2027891" y="101021"/>
                </a:cubicBezTo>
                <a:cubicBezTo>
                  <a:pt x="2025843" y="100844"/>
                  <a:pt x="2023842" y="100755"/>
                  <a:pt x="2021886" y="100755"/>
                </a:cubicBezTo>
                <a:cubicBezTo>
                  <a:pt x="2019928" y="100755"/>
                  <a:pt x="2017926" y="100844"/>
                  <a:pt x="2015879" y="101021"/>
                </a:cubicBezTo>
                <a:cubicBezTo>
                  <a:pt x="2016057" y="98976"/>
                  <a:pt x="2016212" y="96396"/>
                  <a:pt x="2016345" y="93282"/>
                </a:cubicBezTo>
                <a:cubicBezTo>
                  <a:pt x="2016479" y="90167"/>
                  <a:pt x="2016591" y="86875"/>
                  <a:pt x="2016679" y="83406"/>
                </a:cubicBezTo>
                <a:cubicBezTo>
                  <a:pt x="2016769" y="79936"/>
                  <a:pt x="2016836" y="76422"/>
                  <a:pt x="2016881" y="72864"/>
                </a:cubicBezTo>
                <a:cubicBezTo>
                  <a:pt x="2016925" y="69306"/>
                  <a:pt x="2016948" y="66014"/>
                  <a:pt x="2016948" y="62988"/>
                </a:cubicBezTo>
                <a:lnTo>
                  <a:pt x="2016948" y="38834"/>
                </a:lnTo>
                <a:close/>
                <a:moveTo>
                  <a:pt x="2070060" y="101156"/>
                </a:moveTo>
                <a:cubicBezTo>
                  <a:pt x="2069081" y="98753"/>
                  <a:pt x="2067813" y="95639"/>
                  <a:pt x="2066256" y="91813"/>
                </a:cubicBezTo>
                <a:cubicBezTo>
                  <a:pt x="2064699" y="87988"/>
                  <a:pt x="2063030" y="83962"/>
                  <a:pt x="2061251" y="79736"/>
                </a:cubicBezTo>
                <a:cubicBezTo>
                  <a:pt x="2059472" y="75510"/>
                  <a:pt x="2057649" y="71195"/>
                  <a:pt x="2055779" y="66792"/>
                </a:cubicBezTo>
                <a:cubicBezTo>
                  <a:pt x="2053911" y="62388"/>
                  <a:pt x="2052155" y="58251"/>
                  <a:pt x="2050509" y="54381"/>
                </a:cubicBezTo>
                <a:cubicBezTo>
                  <a:pt x="2048864" y="50510"/>
                  <a:pt x="2047418" y="47108"/>
                  <a:pt x="2046172" y="44173"/>
                </a:cubicBezTo>
                <a:cubicBezTo>
                  <a:pt x="2044927" y="41236"/>
                  <a:pt x="2043993" y="39056"/>
                  <a:pt x="2043370" y="37632"/>
                </a:cubicBezTo>
                <a:cubicBezTo>
                  <a:pt x="2044527" y="37811"/>
                  <a:pt x="2045595" y="37968"/>
                  <a:pt x="2046573" y="38101"/>
                </a:cubicBezTo>
                <a:cubicBezTo>
                  <a:pt x="2047552" y="38234"/>
                  <a:pt x="2048530" y="38300"/>
                  <a:pt x="2049508" y="38300"/>
                </a:cubicBezTo>
                <a:cubicBezTo>
                  <a:pt x="2050486" y="38300"/>
                  <a:pt x="2051465" y="38234"/>
                  <a:pt x="2052444" y="38101"/>
                </a:cubicBezTo>
                <a:cubicBezTo>
                  <a:pt x="2053423" y="37968"/>
                  <a:pt x="2054490" y="37811"/>
                  <a:pt x="2055647" y="37632"/>
                </a:cubicBezTo>
                <a:cubicBezTo>
                  <a:pt x="2058405" y="46174"/>
                  <a:pt x="2061475" y="54626"/>
                  <a:pt x="2064855" y="62990"/>
                </a:cubicBezTo>
                <a:cubicBezTo>
                  <a:pt x="2068235" y="71352"/>
                  <a:pt x="2071794" y="79981"/>
                  <a:pt x="2075531" y="88877"/>
                </a:cubicBezTo>
                <a:cubicBezTo>
                  <a:pt x="2079267" y="81048"/>
                  <a:pt x="2082847" y="72686"/>
                  <a:pt x="2086272" y="63790"/>
                </a:cubicBezTo>
                <a:cubicBezTo>
                  <a:pt x="2089699" y="54893"/>
                  <a:pt x="2092746" y="46174"/>
                  <a:pt x="2095415" y="37632"/>
                </a:cubicBezTo>
                <a:cubicBezTo>
                  <a:pt x="2097195" y="38078"/>
                  <a:pt x="2098663" y="38300"/>
                  <a:pt x="2099820" y="38300"/>
                </a:cubicBezTo>
                <a:cubicBezTo>
                  <a:pt x="2100975" y="38300"/>
                  <a:pt x="2102442" y="38078"/>
                  <a:pt x="2104222" y="37632"/>
                </a:cubicBezTo>
                <a:cubicBezTo>
                  <a:pt x="2103599" y="38878"/>
                  <a:pt x="2102598" y="40992"/>
                  <a:pt x="2101219" y="43973"/>
                </a:cubicBezTo>
                <a:cubicBezTo>
                  <a:pt x="2099841" y="46953"/>
                  <a:pt x="2098195" y="50512"/>
                  <a:pt x="2096283" y="54649"/>
                </a:cubicBezTo>
                <a:cubicBezTo>
                  <a:pt x="2094370" y="58786"/>
                  <a:pt x="2092279" y="63367"/>
                  <a:pt x="2090009" y="68394"/>
                </a:cubicBezTo>
                <a:cubicBezTo>
                  <a:pt x="2087741" y="73420"/>
                  <a:pt x="2085427" y="78580"/>
                  <a:pt x="2083069" y="83874"/>
                </a:cubicBezTo>
                <a:cubicBezTo>
                  <a:pt x="2080713" y="89167"/>
                  <a:pt x="2078378" y="94416"/>
                  <a:pt x="2076065" y="99620"/>
                </a:cubicBezTo>
                <a:cubicBezTo>
                  <a:pt x="2073751" y="104825"/>
                  <a:pt x="2071616" y="109762"/>
                  <a:pt x="2069658" y="114432"/>
                </a:cubicBezTo>
                <a:cubicBezTo>
                  <a:pt x="2067702" y="119103"/>
                  <a:pt x="2065990" y="123329"/>
                  <a:pt x="2064521" y="127110"/>
                </a:cubicBezTo>
                <a:cubicBezTo>
                  <a:pt x="2063053" y="130892"/>
                  <a:pt x="2061964" y="133895"/>
                  <a:pt x="2061253" y="136119"/>
                </a:cubicBezTo>
                <a:cubicBezTo>
                  <a:pt x="2059473" y="135673"/>
                  <a:pt x="2057960" y="135451"/>
                  <a:pt x="2056714" y="135451"/>
                </a:cubicBezTo>
                <a:cubicBezTo>
                  <a:pt x="2055469" y="135451"/>
                  <a:pt x="2053957" y="135673"/>
                  <a:pt x="2052177" y="136119"/>
                </a:cubicBezTo>
                <a:cubicBezTo>
                  <a:pt x="2059206" y="124464"/>
                  <a:pt x="2065167" y="112810"/>
                  <a:pt x="2070060" y="101156"/>
                </a:cubicBezTo>
                <a:close/>
                <a:moveTo>
                  <a:pt x="2154667" y="62589"/>
                </a:moveTo>
                <a:cubicBezTo>
                  <a:pt x="2154667" y="58586"/>
                  <a:pt x="2154599" y="54382"/>
                  <a:pt x="2154465" y="49978"/>
                </a:cubicBezTo>
                <a:cubicBezTo>
                  <a:pt x="2154332" y="45574"/>
                  <a:pt x="2154043" y="41459"/>
                  <a:pt x="2153600" y="37632"/>
                </a:cubicBezTo>
                <a:cubicBezTo>
                  <a:pt x="2156091" y="38078"/>
                  <a:pt x="2158092" y="38300"/>
                  <a:pt x="2159605" y="38300"/>
                </a:cubicBezTo>
                <a:cubicBezTo>
                  <a:pt x="2160316" y="38300"/>
                  <a:pt x="2161094" y="38234"/>
                  <a:pt x="2161938" y="38101"/>
                </a:cubicBezTo>
                <a:cubicBezTo>
                  <a:pt x="2162784" y="37968"/>
                  <a:pt x="2163785" y="37811"/>
                  <a:pt x="2164942" y="37632"/>
                </a:cubicBezTo>
                <a:cubicBezTo>
                  <a:pt x="2164674" y="41192"/>
                  <a:pt x="2164540" y="44750"/>
                  <a:pt x="2164540" y="48308"/>
                </a:cubicBezTo>
                <a:lnTo>
                  <a:pt x="2164809" y="48308"/>
                </a:lnTo>
                <a:cubicBezTo>
                  <a:pt x="2169524" y="40302"/>
                  <a:pt x="2176151" y="36299"/>
                  <a:pt x="2184691" y="36299"/>
                </a:cubicBezTo>
                <a:cubicBezTo>
                  <a:pt x="2186916" y="36299"/>
                  <a:pt x="2189097" y="36632"/>
                  <a:pt x="2191232" y="37300"/>
                </a:cubicBezTo>
                <a:cubicBezTo>
                  <a:pt x="2193367" y="37967"/>
                  <a:pt x="2195302" y="38878"/>
                  <a:pt x="2197035" y="40035"/>
                </a:cubicBezTo>
                <a:cubicBezTo>
                  <a:pt x="2198770" y="41192"/>
                  <a:pt x="2200260" y="42593"/>
                  <a:pt x="2201505" y="44240"/>
                </a:cubicBezTo>
                <a:cubicBezTo>
                  <a:pt x="2202751" y="45885"/>
                  <a:pt x="2203597" y="47642"/>
                  <a:pt x="2204042" y="49510"/>
                </a:cubicBezTo>
                <a:lnTo>
                  <a:pt x="2204309" y="49510"/>
                </a:lnTo>
                <a:cubicBezTo>
                  <a:pt x="2206444" y="45239"/>
                  <a:pt x="2209358" y="41970"/>
                  <a:pt x="2213051" y="39701"/>
                </a:cubicBezTo>
                <a:cubicBezTo>
                  <a:pt x="2216743" y="37433"/>
                  <a:pt x="2220991" y="36299"/>
                  <a:pt x="2225793" y="36299"/>
                </a:cubicBezTo>
                <a:cubicBezTo>
                  <a:pt x="2228730" y="36299"/>
                  <a:pt x="2231443" y="36699"/>
                  <a:pt x="2233934" y="37500"/>
                </a:cubicBezTo>
                <a:cubicBezTo>
                  <a:pt x="2236426" y="38301"/>
                  <a:pt x="2238583" y="39546"/>
                  <a:pt x="2240406" y="41236"/>
                </a:cubicBezTo>
                <a:cubicBezTo>
                  <a:pt x="2242230" y="42927"/>
                  <a:pt x="2243654" y="45106"/>
                  <a:pt x="2244678" y="47775"/>
                </a:cubicBezTo>
                <a:cubicBezTo>
                  <a:pt x="2245701" y="50444"/>
                  <a:pt x="2246213" y="53647"/>
                  <a:pt x="2246213" y="57384"/>
                </a:cubicBezTo>
                <a:cubicBezTo>
                  <a:pt x="2246213" y="58896"/>
                  <a:pt x="2246168" y="60542"/>
                  <a:pt x="2246079" y="62322"/>
                </a:cubicBezTo>
                <a:cubicBezTo>
                  <a:pt x="2245989" y="64100"/>
                  <a:pt x="2245900" y="66169"/>
                  <a:pt x="2245810" y="68527"/>
                </a:cubicBezTo>
                <a:cubicBezTo>
                  <a:pt x="2245722" y="70885"/>
                  <a:pt x="2245633" y="73554"/>
                  <a:pt x="2245543" y="76535"/>
                </a:cubicBezTo>
                <a:cubicBezTo>
                  <a:pt x="2245455" y="79515"/>
                  <a:pt x="2245411" y="82962"/>
                  <a:pt x="2245411" y="86875"/>
                </a:cubicBezTo>
                <a:cubicBezTo>
                  <a:pt x="2245411" y="89278"/>
                  <a:pt x="2245433" y="91592"/>
                  <a:pt x="2245478" y="93817"/>
                </a:cubicBezTo>
                <a:cubicBezTo>
                  <a:pt x="2245523" y="96041"/>
                  <a:pt x="2245634" y="98442"/>
                  <a:pt x="2245812" y="101021"/>
                </a:cubicBezTo>
                <a:cubicBezTo>
                  <a:pt x="2244833" y="100844"/>
                  <a:pt x="2243855" y="100755"/>
                  <a:pt x="2242876" y="100755"/>
                </a:cubicBezTo>
                <a:cubicBezTo>
                  <a:pt x="2241897" y="100755"/>
                  <a:pt x="2240963" y="100755"/>
                  <a:pt x="2240074" y="100755"/>
                </a:cubicBezTo>
                <a:cubicBezTo>
                  <a:pt x="2239095" y="100755"/>
                  <a:pt x="2238116" y="100755"/>
                  <a:pt x="2237138" y="100755"/>
                </a:cubicBezTo>
                <a:cubicBezTo>
                  <a:pt x="2236159" y="100755"/>
                  <a:pt x="2235180" y="100844"/>
                  <a:pt x="2234201" y="101021"/>
                </a:cubicBezTo>
                <a:cubicBezTo>
                  <a:pt x="2234469" y="98798"/>
                  <a:pt x="2234758" y="94305"/>
                  <a:pt x="2235069" y="87543"/>
                </a:cubicBezTo>
                <a:cubicBezTo>
                  <a:pt x="2235381" y="80782"/>
                  <a:pt x="2235537" y="71351"/>
                  <a:pt x="2235537" y="59251"/>
                </a:cubicBezTo>
                <a:cubicBezTo>
                  <a:pt x="2235537" y="57028"/>
                  <a:pt x="2235292" y="54937"/>
                  <a:pt x="2234802" y="52980"/>
                </a:cubicBezTo>
                <a:cubicBezTo>
                  <a:pt x="2234313" y="51022"/>
                  <a:pt x="2233535" y="49332"/>
                  <a:pt x="2232466" y="47909"/>
                </a:cubicBezTo>
                <a:cubicBezTo>
                  <a:pt x="2231399" y="46485"/>
                  <a:pt x="2229976" y="45351"/>
                  <a:pt x="2228196" y="44507"/>
                </a:cubicBezTo>
                <a:cubicBezTo>
                  <a:pt x="2226417" y="43661"/>
                  <a:pt x="2224192" y="43238"/>
                  <a:pt x="2221523" y="43238"/>
                </a:cubicBezTo>
                <a:cubicBezTo>
                  <a:pt x="2218321" y="43238"/>
                  <a:pt x="2215607" y="43861"/>
                  <a:pt x="2213382" y="45107"/>
                </a:cubicBezTo>
                <a:cubicBezTo>
                  <a:pt x="2211159" y="46352"/>
                  <a:pt x="2209425" y="47820"/>
                  <a:pt x="2208180" y="49510"/>
                </a:cubicBezTo>
                <a:cubicBezTo>
                  <a:pt x="2207467" y="50489"/>
                  <a:pt x="2206910" y="51467"/>
                  <a:pt x="2206510" y="52446"/>
                </a:cubicBezTo>
                <a:cubicBezTo>
                  <a:pt x="2206111" y="53425"/>
                  <a:pt x="2205800" y="54915"/>
                  <a:pt x="2205577" y="56918"/>
                </a:cubicBezTo>
                <a:cubicBezTo>
                  <a:pt x="2205355" y="58919"/>
                  <a:pt x="2205199" y="61721"/>
                  <a:pt x="2205109" y="65324"/>
                </a:cubicBezTo>
                <a:cubicBezTo>
                  <a:pt x="2205021" y="68926"/>
                  <a:pt x="2204977" y="73886"/>
                  <a:pt x="2204977" y="80203"/>
                </a:cubicBezTo>
                <a:cubicBezTo>
                  <a:pt x="2204977" y="84029"/>
                  <a:pt x="2205043" y="87522"/>
                  <a:pt x="2205176" y="90681"/>
                </a:cubicBezTo>
                <a:cubicBezTo>
                  <a:pt x="2205309" y="93839"/>
                  <a:pt x="2205465" y="97285"/>
                  <a:pt x="2205645" y="101021"/>
                </a:cubicBezTo>
                <a:cubicBezTo>
                  <a:pt x="2203597" y="100844"/>
                  <a:pt x="2201640" y="100755"/>
                  <a:pt x="2199772" y="100755"/>
                </a:cubicBezTo>
                <a:cubicBezTo>
                  <a:pt x="2197904" y="100755"/>
                  <a:pt x="2195947" y="100844"/>
                  <a:pt x="2193899" y="101021"/>
                </a:cubicBezTo>
                <a:cubicBezTo>
                  <a:pt x="2194345" y="96129"/>
                  <a:pt x="2194656" y="91147"/>
                  <a:pt x="2194834" y="86075"/>
                </a:cubicBezTo>
                <a:cubicBezTo>
                  <a:pt x="2195012" y="81003"/>
                  <a:pt x="2195101" y="76021"/>
                  <a:pt x="2195101" y="71129"/>
                </a:cubicBezTo>
                <a:cubicBezTo>
                  <a:pt x="2195101" y="66948"/>
                  <a:pt x="2195078" y="63678"/>
                  <a:pt x="2195034" y="61320"/>
                </a:cubicBezTo>
                <a:cubicBezTo>
                  <a:pt x="2194990" y="58962"/>
                  <a:pt x="2194880" y="57094"/>
                  <a:pt x="2194702" y="55716"/>
                </a:cubicBezTo>
                <a:cubicBezTo>
                  <a:pt x="2194524" y="54337"/>
                  <a:pt x="2194279" y="53203"/>
                  <a:pt x="2193967" y="52314"/>
                </a:cubicBezTo>
                <a:cubicBezTo>
                  <a:pt x="2193656" y="51423"/>
                  <a:pt x="2193234" y="50445"/>
                  <a:pt x="2192700" y="49377"/>
                </a:cubicBezTo>
                <a:cubicBezTo>
                  <a:pt x="2191721" y="47686"/>
                  <a:pt x="2190186" y="46240"/>
                  <a:pt x="2188094" y="45040"/>
                </a:cubicBezTo>
                <a:cubicBezTo>
                  <a:pt x="2186003" y="43839"/>
                  <a:pt x="2183846" y="43238"/>
                  <a:pt x="2181623" y="43238"/>
                </a:cubicBezTo>
                <a:cubicBezTo>
                  <a:pt x="2175751" y="43238"/>
                  <a:pt x="2171437" y="45151"/>
                  <a:pt x="2168678" y="48976"/>
                </a:cubicBezTo>
                <a:cubicBezTo>
                  <a:pt x="2165920" y="52802"/>
                  <a:pt x="2164540" y="58184"/>
                  <a:pt x="2164540" y="65124"/>
                </a:cubicBezTo>
                <a:lnTo>
                  <a:pt x="2164540" y="76466"/>
                </a:lnTo>
                <a:cubicBezTo>
                  <a:pt x="2164540" y="80471"/>
                  <a:pt x="2164607" y="84675"/>
                  <a:pt x="2164740" y="89079"/>
                </a:cubicBezTo>
                <a:cubicBezTo>
                  <a:pt x="2164874" y="93482"/>
                  <a:pt x="2165164" y="97463"/>
                  <a:pt x="2165610" y="101021"/>
                </a:cubicBezTo>
                <a:cubicBezTo>
                  <a:pt x="2163562" y="100844"/>
                  <a:pt x="2161561" y="100755"/>
                  <a:pt x="2159605" y="100755"/>
                </a:cubicBezTo>
                <a:cubicBezTo>
                  <a:pt x="2157647" y="100755"/>
                  <a:pt x="2155645" y="100844"/>
                  <a:pt x="2153600" y="101021"/>
                </a:cubicBezTo>
                <a:cubicBezTo>
                  <a:pt x="2154043" y="97463"/>
                  <a:pt x="2154332" y="93482"/>
                  <a:pt x="2154465" y="89079"/>
                </a:cubicBezTo>
                <a:cubicBezTo>
                  <a:pt x="2154599" y="84675"/>
                  <a:pt x="2154667" y="80471"/>
                  <a:pt x="2154667" y="76466"/>
                </a:cubicBezTo>
                <a:lnTo>
                  <a:pt x="2154667" y="62589"/>
                </a:lnTo>
                <a:close/>
                <a:moveTo>
                  <a:pt x="2290919" y="40569"/>
                </a:moveTo>
                <a:cubicBezTo>
                  <a:pt x="2287627" y="40569"/>
                  <a:pt x="2284846" y="41325"/>
                  <a:pt x="2282576" y="42837"/>
                </a:cubicBezTo>
                <a:cubicBezTo>
                  <a:pt x="2280308" y="44349"/>
                  <a:pt x="2278440" y="46240"/>
                  <a:pt x="2276972" y="48510"/>
                </a:cubicBezTo>
                <a:cubicBezTo>
                  <a:pt x="2275505" y="50778"/>
                  <a:pt x="2274393" y="53269"/>
                  <a:pt x="2273637" y="55983"/>
                </a:cubicBezTo>
                <a:cubicBezTo>
                  <a:pt x="2272881" y="58697"/>
                  <a:pt x="2272414" y="61254"/>
                  <a:pt x="2272236" y="63656"/>
                </a:cubicBezTo>
                <a:cubicBezTo>
                  <a:pt x="2274993" y="63745"/>
                  <a:pt x="2277861" y="63835"/>
                  <a:pt x="2280841" y="63925"/>
                </a:cubicBezTo>
                <a:cubicBezTo>
                  <a:pt x="2283822" y="64013"/>
                  <a:pt x="2286736" y="64057"/>
                  <a:pt x="2289583" y="64057"/>
                </a:cubicBezTo>
                <a:cubicBezTo>
                  <a:pt x="2292519" y="64057"/>
                  <a:pt x="2295499" y="64013"/>
                  <a:pt x="2298524" y="63925"/>
                </a:cubicBezTo>
                <a:cubicBezTo>
                  <a:pt x="2301549" y="63835"/>
                  <a:pt x="2304485" y="63745"/>
                  <a:pt x="2307333" y="63656"/>
                </a:cubicBezTo>
                <a:cubicBezTo>
                  <a:pt x="2307333" y="61254"/>
                  <a:pt x="2307133" y="58719"/>
                  <a:pt x="2306732" y="56050"/>
                </a:cubicBezTo>
                <a:cubicBezTo>
                  <a:pt x="2306332" y="53380"/>
                  <a:pt x="2305531" y="50888"/>
                  <a:pt x="2304329" y="48575"/>
                </a:cubicBezTo>
                <a:cubicBezTo>
                  <a:pt x="2303128" y="46262"/>
                  <a:pt x="2301460" y="44349"/>
                  <a:pt x="2299324" y="42837"/>
                </a:cubicBezTo>
                <a:cubicBezTo>
                  <a:pt x="2297189" y="41325"/>
                  <a:pt x="2294387" y="40569"/>
                  <a:pt x="2290919" y="40569"/>
                </a:cubicBezTo>
                <a:moveTo>
                  <a:pt x="2260091" y="71396"/>
                </a:moveTo>
                <a:cubicBezTo>
                  <a:pt x="2260091" y="60453"/>
                  <a:pt x="2262693" y="51868"/>
                  <a:pt x="2267896" y="45641"/>
                </a:cubicBezTo>
                <a:cubicBezTo>
                  <a:pt x="2273101" y="39413"/>
                  <a:pt x="2280686" y="36299"/>
                  <a:pt x="2290652" y="36299"/>
                </a:cubicBezTo>
                <a:cubicBezTo>
                  <a:pt x="2295366" y="36299"/>
                  <a:pt x="2299436" y="37033"/>
                  <a:pt x="2302861" y="38502"/>
                </a:cubicBezTo>
                <a:cubicBezTo>
                  <a:pt x="2306286" y="39969"/>
                  <a:pt x="2309155" y="41926"/>
                  <a:pt x="2311469" y="44372"/>
                </a:cubicBezTo>
                <a:cubicBezTo>
                  <a:pt x="2313782" y="46819"/>
                  <a:pt x="2315494" y="49688"/>
                  <a:pt x="2316606" y="52980"/>
                </a:cubicBezTo>
                <a:cubicBezTo>
                  <a:pt x="2317718" y="56272"/>
                  <a:pt x="2318274" y="59786"/>
                  <a:pt x="2318274" y="63521"/>
                </a:cubicBezTo>
                <a:cubicBezTo>
                  <a:pt x="2318274" y="64412"/>
                  <a:pt x="2318251" y="65280"/>
                  <a:pt x="2318207" y="66126"/>
                </a:cubicBezTo>
                <a:cubicBezTo>
                  <a:pt x="2318163" y="66970"/>
                  <a:pt x="2318097" y="67837"/>
                  <a:pt x="2318007" y="68726"/>
                </a:cubicBezTo>
                <a:cubicBezTo>
                  <a:pt x="2313203" y="68638"/>
                  <a:pt x="2308443" y="68550"/>
                  <a:pt x="2303729" y="68461"/>
                </a:cubicBezTo>
                <a:cubicBezTo>
                  <a:pt x="2299014" y="68372"/>
                  <a:pt x="2294255" y="68327"/>
                  <a:pt x="2289450" y="68327"/>
                </a:cubicBezTo>
                <a:cubicBezTo>
                  <a:pt x="2286514" y="68327"/>
                  <a:pt x="2283600" y="68372"/>
                  <a:pt x="2280709" y="68461"/>
                </a:cubicBezTo>
                <a:cubicBezTo>
                  <a:pt x="2277817" y="68550"/>
                  <a:pt x="2274903" y="68638"/>
                  <a:pt x="2271967" y="68726"/>
                </a:cubicBezTo>
                <a:cubicBezTo>
                  <a:pt x="2271879" y="69171"/>
                  <a:pt x="2271835" y="69839"/>
                  <a:pt x="2271835" y="70728"/>
                </a:cubicBezTo>
                <a:lnTo>
                  <a:pt x="2271835" y="72463"/>
                </a:lnTo>
                <a:cubicBezTo>
                  <a:pt x="2271835" y="75932"/>
                  <a:pt x="2272346" y="79180"/>
                  <a:pt x="2273368" y="82206"/>
                </a:cubicBezTo>
                <a:cubicBezTo>
                  <a:pt x="2274391" y="85231"/>
                  <a:pt x="2275882" y="87833"/>
                  <a:pt x="2277840" y="90013"/>
                </a:cubicBezTo>
                <a:cubicBezTo>
                  <a:pt x="2279797" y="92192"/>
                  <a:pt x="2282199" y="93927"/>
                  <a:pt x="2285046" y="95218"/>
                </a:cubicBezTo>
                <a:cubicBezTo>
                  <a:pt x="2287893" y="96508"/>
                  <a:pt x="2291185" y="97152"/>
                  <a:pt x="2294922" y="97152"/>
                </a:cubicBezTo>
                <a:cubicBezTo>
                  <a:pt x="2296700" y="97152"/>
                  <a:pt x="2298523" y="96908"/>
                  <a:pt x="2300391" y="96419"/>
                </a:cubicBezTo>
                <a:cubicBezTo>
                  <a:pt x="2302261" y="95929"/>
                  <a:pt x="2304084" y="95261"/>
                  <a:pt x="2305863" y="94416"/>
                </a:cubicBezTo>
                <a:cubicBezTo>
                  <a:pt x="2307642" y="93570"/>
                  <a:pt x="2309311" y="92569"/>
                  <a:pt x="2310868" y="91414"/>
                </a:cubicBezTo>
                <a:cubicBezTo>
                  <a:pt x="2312425" y="90258"/>
                  <a:pt x="2313782" y="89011"/>
                  <a:pt x="2314938" y="87676"/>
                </a:cubicBezTo>
                <a:lnTo>
                  <a:pt x="2315606" y="88077"/>
                </a:lnTo>
                <a:lnTo>
                  <a:pt x="2314806" y="94615"/>
                </a:lnTo>
                <a:cubicBezTo>
                  <a:pt x="2312136" y="96751"/>
                  <a:pt x="2308821" y="98574"/>
                  <a:pt x="2304863" y="100087"/>
                </a:cubicBezTo>
                <a:cubicBezTo>
                  <a:pt x="2300904" y="101599"/>
                  <a:pt x="2296790" y="102355"/>
                  <a:pt x="2292519" y="102355"/>
                </a:cubicBezTo>
                <a:cubicBezTo>
                  <a:pt x="2287715" y="102355"/>
                  <a:pt x="2283333" y="101621"/>
                  <a:pt x="2279373" y="100154"/>
                </a:cubicBezTo>
                <a:cubicBezTo>
                  <a:pt x="2275414" y="98686"/>
                  <a:pt x="2271989" y="96552"/>
                  <a:pt x="2269098" y="93750"/>
                </a:cubicBezTo>
                <a:cubicBezTo>
                  <a:pt x="2266208" y="90947"/>
                  <a:pt x="2263984" y="87632"/>
                  <a:pt x="2262427" y="83807"/>
                </a:cubicBezTo>
                <a:cubicBezTo>
                  <a:pt x="2260870" y="79981"/>
                  <a:pt x="2260091" y="75844"/>
                  <a:pt x="2260091" y="71396"/>
                </a:cubicBezTo>
                <a:close/>
                <a:moveTo>
                  <a:pt x="2332554" y="62589"/>
                </a:moveTo>
                <a:cubicBezTo>
                  <a:pt x="2332554" y="58586"/>
                  <a:pt x="2332487" y="54382"/>
                  <a:pt x="2332352" y="49978"/>
                </a:cubicBezTo>
                <a:cubicBezTo>
                  <a:pt x="2332219" y="45574"/>
                  <a:pt x="2331931" y="41459"/>
                  <a:pt x="2331487" y="37632"/>
                </a:cubicBezTo>
                <a:cubicBezTo>
                  <a:pt x="2333978" y="38078"/>
                  <a:pt x="2335980" y="38300"/>
                  <a:pt x="2337492" y="38300"/>
                </a:cubicBezTo>
                <a:cubicBezTo>
                  <a:pt x="2338203" y="38300"/>
                  <a:pt x="2338981" y="38234"/>
                  <a:pt x="2339825" y="38101"/>
                </a:cubicBezTo>
                <a:cubicBezTo>
                  <a:pt x="2340671" y="37968"/>
                  <a:pt x="2341672" y="37811"/>
                  <a:pt x="2342829" y="37632"/>
                </a:cubicBezTo>
                <a:cubicBezTo>
                  <a:pt x="2342562" y="41192"/>
                  <a:pt x="2342428" y="44750"/>
                  <a:pt x="2342428" y="48308"/>
                </a:cubicBezTo>
                <a:lnTo>
                  <a:pt x="2342697" y="48308"/>
                </a:lnTo>
                <a:cubicBezTo>
                  <a:pt x="2347411" y="40302"/>
                  <a:pt x="2354039" y="36299"/>
                  <a:pt x="2362579" y="36299"/>
                </a:cubicBezTo>
                <a:cubicBezTo>
                  <a:pt x="2364804" y="36299"/>
                  <a:pt x="2366984" y="36632"/>
                  <a:pt x="2369119" y="37300"/>
                </a:cubicBezTo>
                <a:cubicBezTo>
                  <a:pt x="2371255" y="37967"/>
                  <a:pt x="2373189" y="38878"/>
                  <a:pt x="2374923" y="40035"/>
                </a:cubicBezTo>
                <a:cubicBezTo>
                  <a:pt x="2376658" y="41192"/>
                  <a:pt x="2378147" y="42593"/>
                  <a:pt x="2379392" y="44240"/>
                </a:cubicBezTo>
                <a:cubicBezTo>
                  <a:pt x="2380638" y="45885"/>
                  <a:pt x="2381484" y="47642"/>
                  <a:pt x="2381929" y="49510"/>
                </a:cubicBezTo>
                <a:lnTo>
                  <a:pt x="2382196" y="49510"/>
                </a:lnTo>
                <a:cubicBezTo>
                  <a:pt x="2384332" y="45239"/>
                  <a:pt x="2387245" y="41970"/>
                  <a:pt x="2390938" y="39701"/>
                </a:cubicBezTo>
                <a:cubicBezTo>
                  <a:pt x="2394630" y="37433"/>
                  <a:pt x="2398878" y="36299"/>
                  <a:pt x="2403681" y="36299"/>
                </a:cubicBezTo>
                <a:cubicBezTo>
                  <a:pt x="2406617" y="36299"/>
                  <a:pt x="2409331" y="36699"/>
                  <a:pt x="2411822" y="37500"/>
                </a:cubicBezTo>
                <a:cubicBezTo>
                  <a:pt x="2414313" y="38301"/>
                  <a:pt x="2416470" y="39546"/>
                  <a:pt x="2418293" y="41236"/>
                </a:cubicBezTo>
                <a:cubicBezTo>
                  <a:pt x="2420118" y="42927"/>
                  <a:pt x="2421542" y="45106"/>
                  <a:pt x="2422565" y="47775"/>
                </a:cubicBezTo>
                <a:cubicBezTo>
                  <a:pt x="2423589" y="50444"/>
                  <a:pt x="2424101" y="53647"/>
                  <a:pt x="2424101" y="57384"/>
                </a:cubicBezTo>
                <a:cubicBezTo>
                  <a:pt x="2424101" y="58896"/>
                  <a:pt x="2424056" y="60542"/>
                  <a:pt x="2423966" y="62322"/>
                </a:cubicBezTo>
                <a:cubicBezTo>
                  <a:pt x="2423877" y="64100"/>
                  <a:pt x="2423787" y="66169"/>
                  <a:pt x="2423697" y="68527"/>
                </a:cubicBezTo>
                <a:cubicBezTo>
                  <a:pt x="2423609" y="70885"/>
                  <a:pt x="2423520" y="73554"/>
                  <a:pt x="2423431" y="76535"/>
                </a:cubicBezTo>
                <a:cubicBezTo>
                  <a:pt x="2423342" y="79515"/>
                  <a:pt x="2423298" y="82962"/>
                  <a:pt x="2423298" y="86875"/>
                </a:cubicBezTo>
                <a:cubicBezTo>
                  <a:pt x="2423298" y="89278"/>
                  <a:pt x="2423321" y="91592"/>
                  <a:pt x="2423365" y="93817"/>
                </a:cubicBezTo>
                <a:cubicBezTo>
                  <a:pt x="2423410" y="96041"/>
                  <a:pt x="2423522" y="98442"/>
                  <a:pt x="2423699" y="101021"/>
                </a:cubicBezTo>
                <a:cubicBezTo>
                  <a:pt x="2422721" y="100844"/>
                  <a:pt x="2421742" y="100755"/>
                  <a:pt x="2420763" y="100755"/>
                </a:cubicBezTo>
                <a:cubicBezTo>
                  <a:pt x="2419784" y="100755"/>
                  <a:pt x="2418850" y="100755"/>
                  <a:pt x="2417961" y="100755"/>
                </a:cubicBezTo>
                <a:cubicBezTo>
                  <a:pt x="2416982" y="100755"/>
                  <a:pt x="2416004" y="100755"/>
                  <a:pt x="2415025" y="100755"/>
                </a:cubicBezTo>
                <a:cubicBezTo>
                  <a:pt x="2414046" y="100755"/>
                  <a:pt x="2413067" y="100844"/>
                  <a:pt x="2412089" y="101021"/>
                </a:cubicBezTo>
                <a:cubicBezTo>
                  <a:pt x="2412356" y="98798"/>
                  <a:pt x="2412645" y="94305"/>
                  <a:pt x="2412956" y="87543"/>
                </a:cubicBezTo>
                <a:cubicBezTo>
                  <a:pt x="2413268" y="80782"/>
                  <a:pt x="2413424" y="71351"/>
                  <a:pt x="2413424" y="59251"/>
                </a:cubicBezTo>
                <a:cubicBezTo>
                  <a:pt x="2413424" y="57028"/>
                  <a:pt x="2413179" y="54937"/>
                  <a:pt x="2412689" y="52980"/>
                </a:cubicBezTo>
                <a:cubicBezTo>
                  <a:pt x="2412201" y="51022"/>
                  <a:pt x="2411422" y="49332"/>
                  <a:pt x="2410354" y="47909"/>
                </a:cubicBezTo>
                <a:cubicBezTo>
                  <a:pt x="2409287" y="46485"/>
                  <a:pt x="2407863" y="45351"/>
                  <a:pt x="2406084" y="44507"/>
                </a:cubicBezTo>
                <a:cubicBezTo>
                  <a:pt x="2404304" y="43661"/>
                  <a:pt x="2402080" y="43238"/>
                  <a:pt x="2399411" y="43238"/>
                </a:cubicBezTo>
                <a:cubicBezTo>
                  <a:pt x="2396208" y="43238"/>
                  <a:pt x="2393495" y="43861"/>
                  <a:pt x="2391270" y="45107"/>
                </a:cubicBezTo>
                <a:cubicBezTo>
                  <a:pt x="2389046" y="46352"/>
                  <a:pt x="2387312" y="47820"/>
                  <a:pt x="2386067" y="49510"/>
                </a:cubicBezTo>
                <a:cubicBezTo>
                  <a:pt x="2385354" y="50489"/>
                  <a:pt x="2384798" y="51467"/>
                  <a:pt x="2384397" y="52446"/>
                </a:cubicBezTo>
                <a:cubicBezTo>
                  <a:pt x="2383998" y="53425"/>
                  <a:pt x="2383687" y="54915"/>
                  <a:pt x="2383465" y="56918"/>
                </a:cubicBezTo>
                <a:cubicBezTo>
                  <a:pt x="2383242" y="58919"/>
                  <a:pt x="2383086" y="61721"/>
                  <a:pt x="2382996" y="65324"/>
                </a:cubicBezTo>
                <a:cubicBezTo>
                  <a:pt x="2382908" y="68926"/>
                  <a:pt x="2382864" y="73886"/>
                  <a:pt x="2382864" y="80203"/>
                </a:cubicBezTo>
                <a:cubicBezTo>
                  <a:pt x="2382864" y="84029"/>
                  <a:pt x="2382931" y="87522"/>
                  <a:pt x="2383064" y="90681"/>
                </a:cubicBezTo>
                <a:cubicBezTo>
                  <a:pt x="2383197" y="93839"/>
                  <a:pt x="2383353" y="97285"/>
                  <a:pt x="2383532" y="101021"/>
                </a:cubicBezTo>
                <a:cubicBezTo>
                  <a:pt x="2381485" y="100844"/>
                  <a:pt x="2379527" y="100755"/>
                  <a:pt x="2377659" y="100755"/>
                </a:cubicBezTo>
                <a:cubicBezTo>
                  <a:pt x="2375791" y="100755"/>
                  <a:pt x="2373834" y="100844"/>
                  <a:pt x="2371787" y="101021"/>
                </a:cubicBezTo>
                <a:cubicBezTo>
                  <a:pt x="2372232" y="96129"/>
                  <a:pt x="2372544" y="91147"/>
                  <a:pt x="2372721" y="86075"/>
                </a:cubicBezTo>
                <a:cubicBezTo>
                  <a:pt x="2372899" y="81003"/>
                  <a:pt x="2372988" y="76021"/>
                  <a:pt x="2372988" y="71129"/>
                </a:cubicBezTo>
                <a:cubicBezTo>
                  <a:pt x="2372988" y="66948"/>
                  <a:pt x="2372966" y="63678"/>
                  <a:pt x="2372921" y="61320"/>
                </a:cubicBezTo>
                <a:cubicBezTo>
                  <a:pt x="2372878" y="58962"/>
                  <a:pt x="2372767" y="57094"/>
                  <a:pt x="2372589" y="55716"/>
                </a:cubicBezTo>
                <a:cubicBezTo>
                  <a:pt x="2372411" y="54337"/>
                  <a:pt x="2372166" y="53203"/>
                  <a:pt x="2371854" y="52314"/>
                </a:cubicBezTo>
                <a:cubicBezTo>
                  <a:pt x="2371543" y="51423"/>
                  <a:pt x="2371121" y="50445"/>
                  <a:pt x="2370587" y="49377"/>
                </a:cubicBezTo>
                <a:cubicBezTo>
                  <a:pt x="2369609" y="47686"/>
                  <a:pt x="2368073" y="46240"/>
                  <a:pt x="2365981" y="45040"/>
                </a:cubicBezTo>
                <a:cubicBezTo>
                  <a:pt x="2363891" y="43839"/>
                  <a:pt x="2361734" y="43238"/>
                  <a:pt x="2359510" y="43238"/>
                </a:cubicBezTo>
                <a:cubicBezTo>
                  <a:pt x="2353639" y="43238"/>
                  <a:pt x="2349324" y="45151"/>
                  <a:pt x="2346566" y="48976"/>
                </a:cubicBezTo>
                <a:cubicBezTo>
                  <a:pt x="2343807" y="52802"/>
                  <a:pt x="2342428" y="58184"/>
                  <a:pt x="2342428" y="65124"/>
                </a:cubicBezTo>
                <a:lnTo>
                  <a:pt x="2342428" y="76466"/>
                </a:lnTo>
                <a:cubicBezTo>
                  <a:pt x="2342428" y="80471"/>
                  <a:pt x="2342494" y="84675"/>
                  <a:pt x="2342627" y="89079"/>
                </a:cubicBezTo>
                <a:cubicBezTo>
                  <a:pt x="2342762" y="93482"/>
                  <a:pt x="2343052" y="97463"/>
                  <a:pt x="2343497" y="101021"/>
                </a:cubicBezTo>
                <a:cubicBezTo>
                  <a:pt x="2341450" y="100844"/>
                  <a:pt x="2339448" y="100755"/>
                  <a:pt x="2337492" y="100755"/>
                </a:cubicBezTo>
                <a:cubicBezTo>
                  <a:pt x="2335534" y="100755"/>
                  <a:pt x="2333533" y="100844"/>
                  <a:pt x="2331487" y="101021"/>
                </a:cubicBezTo>
                <a:cubicBezTo>
                  <a:pt x="2331931" y="97463"/>
                  <a:pt x="2332219" y="93482"/>
                  <a:pt x="2332352" y="89079"/>
                </a:cubicBezTo>
                <a:cubicBezTo>
                  <a:pt x="2332487" y="84675"/>
                  <a:pt x="2332554" y="80471"/>
                  <a:pt x="2332554" y="76466"/>
                </a:cubicBezTo>
                <a:lnTo>
                  <a:pt x="2332554" y="62589"/>
                </a:lnTo>
                <a:close/>
                <a:moveTo>
                  <a:pt x="2490156" y="67258"/>
                </a:moveTo>
                <a:cubicBezTo>
                  <a:pt x="2490156" y="63166"/>
                  <a:pt x="2489644" y="59542"/>
                  <a:pt x="2488621" y="56384"/>
                </a:cubicBezTo>
                <a:cubicBezTo>
                  <a:pt x="2487599" y="53225"/>
                  <a:pt x="2486264" y="50578"/>
                  <a:pt x="2484618" y="48443"/>
                </a:cubicBezTo>
                <a:cubicBezTo>
                  <a:pt x="2482972" y="46307"/>
                  <a:pt x="2481059" y="44684"/>
                  <a:pt x="2478879" y="43572"/>
                </a:cubicBezTo>
                <a:cubicBezTo>
                  <a:pt x="2476700" y="42460"/>
                  <a:pt x="2474454" y="41904"/>
                  <a:pt x="2472141" y="41904"/>
                </a:cubicBezTo>
                <a:cubicBezTo>
                  <a:pt x="2469383" y="41904"/>
                  <a:pt x="2466736" y="42416"/>
                  <a:pt x="2464200" y="43440"/>
                </a:cubicBezTo>
                <a:cubicBezTo>
                  <a:pt x="2461665" y="44462"/>
                  <a:pt x="2459463" y="46152"/>
                  <a:pt x="2457594" y="48510"/>
                </a:cubicBezTo>
                <a:cubicBezTo>
                  <a:pt x="2455726" y="50867"/>
                  <a:pt x="2454236" y="53936"/>
                  <a:pt x="2453125" y="57718"/>
                </a:cubicBezTo>
                <a:cubicBezTo>
                  <a:pt x="2452013" y="61499"/>
                  <a:pt x="2451457" y="66147"/>
                  <a:pt x="2451457" y="71662"/>
                </a:cubicBezTo>
                <a:cubicBezTo>
                  <a:pt x="2451457" y="89545"/>
                  <a:pt x="2457951" y="98486"/>
                  <a:pt x="2470940" y="98486"/>
                </a:cubicBezTo>
                <a:cubicBezTo>
                  <a:pt x="2473698" y="98486"/>
                  <a:pt x="2476234" y="97752"/>
                  <a:pt x="2478547" y="96285"/>
                </a:cubicBezTo>
                <a:cubicBezTo>
                  <a:pt x="2480861" y="94816"/>
                  <a:pt x="2482885" y="92703"/>
                  <a:pt x="2484620" y="89946"/>
                </a:cubicBezTo>
                <a:cubicBezTo>
                  <a:pt x="2486354" y="87188"/>
                  <a:pt x="2487711" y="83896"/>
                  <a:pt x="2488688" y="80070"/>
                </a:cubicBezTo>
                <a:cubicBezTo>
                  <a:pt x="2489667" y="76245"/>
                  <a:pt x="2490156" y="71974"/>
                  <a:pt x="2490156" y="67258"/>
                </a:cubicBezTo>
                <a:moveTo>
                  <a:pt x="2501901" y="67659"/>
                </a:moveTo>
                <a:cubicBezTo>
                  <a:pt x="2501901" y="72819"/>
                  <a:pt x="2501123" y="77534"/>
                  <a:pt x="2499566" y="81805"/>
                </a:cubicBezTo>
                <a:cubicBezTo>
                  <a:pt x="2498009" y="86076"/>
                  <a:pt x="2495873" y="89746"/>
                  <a:pt x="2493160" y="92815"/>
                </a:cubicBezTo>
                <a:cubicBezTo>
                  <a:pt x="2490446" y="95885"/>
                  <a:pt x="2487243" y="98242"/>
                  <a:pt x="2483551" y="99887"/>
                </a:cubicBezTo>
                <a:cubicBezTo>
                  <a:pt x="2479859" y="101532"/>
                  <a:pt x="2475879" y="102355"/>
                  <a:pt x="2471608" y="102355"/>
                </a:cubicBezTo>
                <a:cubicBezTo>
                  <a:pt x="2467337" y="102355"/>
                  <a:pt x="2463489" y="101444"/>
                  <a:pt x="2460064" y="99620"/>
                </a:cubicBezTo>
                <a:cubicBezTo>
                  <a:pt x="2456639" y="97796"/>
                  <a:pt x="2454037" y="95594"/>
                  <a:pt x="2452257" y="93015"/>
                </a:cubicBezTo>
                <a:cubicBezTo>
                  <a:pt x="2449055" y="95594"/>
                  <a:pt x="2446074" y="98174"/>
                  <a:pt x="2443316" y="100755"/>
                </a:cubicBezTo>
                <a:lnTo>
                  <a:pt x="2440915" y="100755"/>
                </a:lnTo>
                <a:cubicBezTo>
                  <a:pt x="2441093" y="98619"/>
                  <a:pt x="2441248" y="96039"/>
                  <a:pt x="2441381" y="93015"/>
                </a:cubicBezTo>
                <a:cubicBezTo>
                  <a:pt x="2441514" y="89990"/>
                  <a:pt x="2441625" y="86765"/>
                  <a:pt x="2441713" y="83340"/>
                </a:cubicBezTo>
                <a:cubicBezTo>
                  <a:pt x="2441803" y="79914"/>
                  <a:pt x="2441870" y="76422"/>
                  <a:pt x="2441915" y="72864"/>
                </a:cubicBezTo>
                <a:cubicBezTo>
                  <a:pt x="2441960" y="69306"/>
                  <a:pt x="2441982" y="66014"/>
                  <a:pt x="2441982" y="62988"/>
                </a:cubicBezTo>
                <a:lnTo>
                  <a:pt x="2441982" y="38834"/>
                </a:lnTo>
                <a:cubicBezTo>
                  <a:pt x="2441982" y="35809"/>
                  <a:pt x="2441960" y="32518"/>
                  <a:pt x="2441915" y="28960"/>
                </a:cubicBezTo>
                <a:cubicBezTo>
                  <a:pt x="2441870" y="25400"/>
                  <a:pt x="2441803" y="21886"/>
                  <a:pt x="2441713" y="18416"/>
                </a:cubicBezTo>
                <a:cubicBezTo>
                  <a:pt x="2441625" y="14946"/>
                  <a:pt x="2441514" y="11633"/>
                  <a:pt x="2441381" y="8475"/>
                </a:cubicBezTo>
                <a:cubicBezTo>
                  <a:pt x="2441248" y="5316"/>
                  <a:pt x="2441093" y="2625"/>
                  <a:pt x="2440915" y="401"/>
                </a:cubicBezTo>
                <a:cubicBezTo>
                  <a:pt x="2443406" y="846"/>
                  <a:pt x="2445408" y="1069"/>
                  <a:pt x="2446920" y="1069"/>
                </a:cubicBezTo>
                <a:cubicBezTo>
                  <a:pt x="2447899" y="1069"/>
                  <a:pt x="2448922" y="1003"/>
                  <a:pt x="2449989" y="869"/>
                </a:cubicBezTo>
                <a:cubicBezTo>
                  <a:pt x="2451056" y="735"/>
                  <a:pt x="2452212" y="579"/>
                  <a:pt x="2453459" y="401"/>
                </a:cubicBezTo>
                <a:cubicBezTo>
                  <a:pt x="2453191" y="2181"/>
                  <a:pt x="2452968" y="5006"/>
                  <a:pt x="2452791" y="8876"/>
                </a:cubicBezTo>
                <a:cubicBezTo>
                  <a:pt x="2452613" y="12745"/>
                  <a:pt x="2452479" y="17060"/>
                  <a:pt x="2452389" y="21821"/>
                </a:cubicBezTo>
                <a:cubicBezTo>
                  <a:pt x="2452301" y="26580"/>
                  <a:pt x="2452212" y="31473"/>
                  <a:pt x="2452123" y="36500"/>
                </a:cubicBezTo>
                <a:cubicBezTo>
                  <a:pt x="2452034" y="41526"/>
                  <a:pt x="2451946" y="46085"/>
                  <a:pt x="2451858" y="50178"/>
                </a:cubicBezTo>
                <a:lnTo>
                  <a:pt x="2452125" y="50178"/>
                </a:lnTo>
                <a:cubicBezTo>
                  <a:pt x="2455149" y="45374"/>
                  <a:pt x="2458485" y="41860"/>
                  <a:pt x="2462133" y="39636"/>
                </a:cubicBezTo>
                <a:cubicBezTo>
                  <a:pt x="2465781" y="37411"/>
                  <a:pt x="2470007" y="36299"/>
                  <a:pt x="2474811" y="36299"/>
                </a:cubicBezTo>
                <a:cubicBezTo>
                  <a:pt x="2479437" y="36299"/>
                  <a:pt x="2483441" y="37166"/>
                  <a:pt x="2486821" y="38901"/>
                </a:cubicBezTo>
                <a:cubicBezTo>
                  <a:pt x="2490201" y="40636"/>
                  <a:pt x="2493003" y="42927"/>
                  <a:pt x="2495226" y="45773"/>
                </a:cubicBezTo>
                <a:cubicBezTo>
                  <a:pt x="2497451" y="48620"/>
                  <a:pt x="2499120" y="51934"/>
                  <a:pt x="2500232" y="55716"/>
                </a:cubicBezTo>
                <a:cubicBezTo>
                  <a:pt x="2501345" y="59497"/>
                  <a:pt x="2501901" y="63478"/>
                  <a:pt x="2501901" y="67659"/>
                </a:cubicBezTo>
                <a:close/>
                <a:moveTo>
                  <a:pt x="2543004" y="40569"/>
                </a:moveTo>
                <a:cubicBezTo>
                  <a:pt x="2539712" y="40569"/>
                  <a:pt x="2536931" y="41325"/>
                  <a:pt x="2534661" y="42837"/>
                </a:cubicBezTo>
                <a:cubicBezTo>
                  <a:pt x="2532393" y="44349"/>
                  <a:pt x="2530525" y="46240"/>
                  <a:pt x="2529057" y="48510"/>
                </a:cubicBezTo>
                <a:cubicBezTo>
                  <a:pt x="2527590" y="50778"/>
                  <a:pt x="2526478" y="53269"/>
                  <a:pt x="2525722" y="55983"/>
                </a:cubicBezTo>
                <a:cubicBezTo>
                  <a:pt x="2524966" y="58697"/>
                  <a:pt x="2524499" y="61254"/>
                  <a:pt x="2524321" y="63656"/>
                </a:cubicBezTo>
                <a:cubicBezTo>
                  <a:pt x="2527078" y="63745"/>
                  <a:pt x="2529946" y="63835"/>
                  <a:pt x="2532926" y="63925"/>
                </a:cubicBezTo>
                <a:cubicBezTo>
                  <a:pt x="2535907" y="64013"/>
                  <a:pt x="2538821" y="64057"/>
                  <a:pt x="2541668" y="64057"/>
                </a:cubicBezTo>
                <a:cubicBezTo>
                  <a:pt x="2544604" y="64057"/>
                  <a:pt x="2547585" y="64013"/>
                  <a:pt x="2550609" y="63925"/>
                </a:cubicBezTo>
                <a:cubicBezTo>
                  <a:pt x="2553634" y="63835"/>
                  <a:pt x="2556570" y="63745"/>
                  <a:pt x="2559418" y="63656"/>
                </a:cubicBezTo>
                <a:cubicBezTo>
                  <a:pt x="2559418" y="61254"/>
                  <a:pt x="2559218" y="58719"/>
                  <a:pt x="2558817" y="56050"/>
                </a:cubicBezTo>
                <a:cubicBezTo>
                  <a:pt x="2558417" y="53380"/>
                  <a:pt x="2557616" y="50888"/>
                  <a:pt x="2556415" y="48575"/>
                </a:cubicBezTo>
                <a:cubicBezTo>
                  <a:pt x="2555213" y="46262"/>
                  <a:pt x="2553545" y="44349"/>
                  <a:pt x="2551409" y="42837"/>
                </a:cubicBezTo>
                <a:cubicBezTo>
                  <a:pt x="2549274" y="41325"/>
                  <a:pt x="2546472" y="40569"/>
                  <a:pt x="2543004" y="40569"/>
                </a:cubicBezTo>
                <a:moveTo>
                  <a:pt x="2512177" y="71396"/>
                </a:moveTo>
                <a:cubicBezTo>
                  <a:pt x="2512177" y="60453"/>
                  <a:pt x="2514778" y="51868"/>
                  <a:pt x="2519982" y="45641"/>
                </a:cubicBezTo>
                <a:cubicBezTo>
                  <a:pt x="2525186" y="39413"/>
                  <a:pt x="2532771" y="36299"/>
                  <a:pt x="2542737" y="36299"/>
                </a:cubicBezTo>
                <a:cubicBezTo>
                  <a:pt x="2547452" y="36299"/>
                  <a:pt x="2551521" y="37033"/>
                  <a:pt x="2554946" y="38502"/>
                </a:cubicBezTo>
                <a:cubicBezTo>
                  <a:pt x="2558371" y="39969"/>
                  <a:pt x="2561241" y="41926"/>
                  <a:pt x="2563554" y="44372"/>
                </a:cubicBezTo>
                <a:cubicBezTo>
                  <a:pt x="2565867" y="46819"/>
                  <a:pt x="2567579" y="49688"/>
                  <a:pt x="2568691" y="52980"/>
                </a:cubicBezTo>
                <a:cubicBezTo>
                  <a:pt x="2569803" y="56272"/>
                  <a:pt x="2570359" y="59786"/>
                  <a:pt x="2570359" y="63521"/>
                </a:cubicBezTo>
                <a:cubicBezTo>
                  <a:pt x="2570359" y="64412"/>
                  <a:pt x="2570337" y="65280"/>
                  <a:pt x="2570292" y="66126"/>
                </a:cubicBezTo>
                <a:cubicBezTo>
                  <a:pt x="2570248" y="66970"/>
                  <a:pt x="2570182" y="67837"/>
                  <a:pt x="2570092" y="68726"/>
                </a:cubicBezTo>
                <a:cubicBezTo>
                  <a:pt x="2565288" y="68638"/>
                  <a:pt x="2560529" y="68550"/>
                  <a:pt x="2555814" y="68461"/>
                </a:cubicBezTo>
                <a:cubicBezTo>
                  <a:pt x="2551099" y="68372"/>
                  <a:pt x="2546340" y="68327"/>
                  <a:pt x="2541536" y="68327"/>
                </a:cubicBezTo>
                <a:cubicBezTo>
                  <a:pt x="2538599" y="68327"/>
                  <a:pt x="2535685" y="68372"/>
                  <a:pt x="2532794" y="68461"/>
                </a:cubicBezTo>
                <a:cubicBezTo>
                  <a:pt x="2529902" y="68550"/>
                  <a:pt x="2526988" y="68638"/>
                  <a:pt x="2524052" y="68726"/>
                </a:cubicBezTo>
                <a:cubicBezTo>
                  <a:pt x="2523964" y="69171"/>
                  <a:pt x="2523920" y="69839"/>
                  <a:pt x="2523920" y="70728"/>
                </a:cubicBezTo>
                <a:lnTo>
                  <a:pt x="2523920" y="72463"/>
                </a:lnTo>
                <a:cubicBezTo>
                  <a:pt x="2523920" y="75932"/>
                  <a:pt x="2524431" y="79180"/>
                  <a:pt x="2525453" y="82206"/>
                </a:cubicBezTo>
                <a:cubicBezTo>
                  <a:pt x="2526477" y="85231"/>
                  <a:pt x="2527967" y="87833"/>
                  <a:pt x="2529925" y="90013"/>
                </a:cubicBezTo>
                <a:cubicBezTo>
                  <a:pt x="2531882" y="92192"/>
                  <a:pt x="2534284" y="93927"/>
                  <a:pt x="2537131" y="95218"/>
                </a:cubicBezTo>
                <a:cubicBezTo>
                  <a:pt x="2539978" y="96508"/>
                  <a:pt x="2543270" y="97152"/>
                  <a:pt x="2547007" y="97152"/>
                </a:cubicBezTo>
                <a:cubicBezTo>
                  <a:pt x="2548785" y="97152"/>
                  <a:pt x="2550609" y="96908"/>
                  <a:pt x="2552476" y="96419"/>
                </a:cubicBezTo>
                <a:cubicBezTo>
                  <a:pt x="2554346" y="95929"/>
                  <a:pt x="2556170" y="95261"/>
                  <a:pt x="2557948" y="94416"/>
                </a:cubicBezTo>
                <a:cubicBezTo>
                  <a:pt x="2559728" y="93570"/>
                  <a:pt x="2561396" y="92569"/>
                  <a:pt x="2562953" y="91414"/>
                </a:cubicBezTo>
                <a:cubicBezTo>
                  <a:pt x="2564510" y="90258"/>
                  <a:pt x="2565867" y="89011"/>
                  <a:pt x="2567024" y="87676"/>
                </a:cubicBezTo>
                <a:lnTo>
                  <a:pt x="2567691" y="88077"/>
                </a:lnTo>
                <a:lnTo>
                  <a:pt x="2566891" y="94615"/>
                </a:lnTo>
                <a:cubicBezTo>
                  <a:pt x="2564221" y="96751"/>
                  <a:pt x="2560907" y="98574"/>
                  <a:pt x="2556948" y="100087"/>
                </a:cubicBezTo>
                <a:cubicBezTo>
                  <a:pt x="2552990" y="101599"/>
                  <a:pt x="2548875" y="102355"/>
                  <a:pt x="2544604" y="102355"/>
                </a:cubicBezTo>
                <a:cubicBezTo>
                  <a:pt x="2539800" y="102355"/>
                  <a:pt x="2535418" y="101621"/>
                  <a:pt x="2531458" y="100154"/>
                </a:cubicBezTo>
                <a:cubicBezTo>
                  <a:pt x="2527500" y="98686"/>
                  <a:pt x="2524075" y="96552"/>
                  <a:pt x="2521183" y="93750"/>
                </a:cubicBezTo>
                <a:cubicBezTo>
                  <a:pt x="2518293" y="90947"/>
                  <a:pt x="2516069" y="87632"/>
                  <a:pt x="2514512" y="83807"/>
                </a:cubicBezTo>
                <a:cubicBezTo>
                  <a:pt x="2512955" y="79981"/>
                  <a:pt x="2512177" y="75844"/>
                  <a:pt x="2512177" y="71396"/>
                </a:cubicBezTo>
                <a:close/>
                <a:moveTo>
                  <a:pt x="2614931" y="48575"/>
                </a:moveTo>
                <a:cubicBezTo>
                  <a:pt x="2614487" y="48042"/>
                  <a:pt x="2613620" y="47553"/>
                  <a:pt x="2612329" y="47109"/>
                </a:cubicBezTo>
                <a:cubicBezTo>
                  <a:pt x="2611039" y="46664"/>
                  <a:pt x="2609727" y="46441"/>
                  <a:pt x="2608393" y="46441"/>
                </a:cubicBezTo>
                <a:cubicBezTo>
                  <a:pt x="2606257" y="46441"/>
                  <a:pt x="2604344" y="46931"/>
                  <a:pt x="2602654" y="47909"/>
                </a:cubicBezTo>
                <a:cubicBezTo>
                  <a:pt x="2600964" y="48888"/>
                  <a:pt x="2599541" y="50200"/>
                  <a:pt x="2598384" y="51845"/>
                </a:cubicBezTo>
                <a:cubicBezTo>
                  <a:pt x="2597228" y="53491"/>
                  <a:pt x="2596338" y="55448"/>
                  <a:pt x="2595715" y="57718"/>
                </a:cubicBezTo>
                <a:cubicBezTo>
                  <a:pt x="2595093" y="59986"/>
                  <a:pt x="2594782" y="62410"/>
                  <a:pt x="2594782" y="64990"/>
                </a:cubicBezTo>
                <a:lnTo>
                  <a:pt x="2594782" y="79669"/>
                </a:lnTo>
                <a:cubicBezTo>
                  <a:pt x="2594782" y="85630"/>
                  <a:pt x="2594804" y="90190"/>
                  <a:pt x="2594847" y="93349"/>
                </a:cubicBezTo>
                <a:cubicBezTo>
                  <a:pt x="2594892" y="96506"/>
                  <a:pt x="2595048" y="99064"/>
                  <a:pt x="2595316" y="101021"/>
                </a:cubicBezTo>
                <a:cubicBezTo>
                  <a:pt x="2593536" y="100844"/>
                  <a:pt x="2591756" y="100755"/>
                  <a:pt x="2589977" y="100755"/>
                </a:cubicBezTo>
                <a:cubicBezTo>
                  <a:pt x="2588019" y="100755"/>
                  <a:pt x="2586151" y="100844"/>
                  <a:pt x="2584373" y="101021"/>
                </a:cubicBezTo>
                <a:cubicBezTo>
                  <a:pt x="2584639" y="97997"/>
                  <a:pt x="2584794" y="93882"/>
                  <a:pt x="2584839" y="88677"/>
                </a:cubicBezTo>
                <a:cubicBezTo>
                  <a:pt x="2584884" y="83473"/>
                  <a:pt x="2584906" y="77090"/>
                  <a:pt x="2584906" y="69528"/>
                </a:cubicBezTo>
                <a:lnTo>
                  <a:pt x="2584906" y="65256"/>
                </a:lnTo>
                <a:cubicBezTo>
                  <a:pt x="2584906" y="61788"/>
                  <a:pt x="2584884" y="57785"/>
                  <a:pt x="2584839" y="53248"/>
                </a:cubicBezTo>
                <a:cubicBezTo>
                  <a:pt x="2584794" y="48710"/>
                  <a:pt x="2584639" y="43505"/>
                  <a:pt x="2584373" y="37632"/>
                </a:cubicBezTo>
                <a:cubicBezTo>
                  <a:pt x="2585351" y="37811"/>
                  <a:pt x="2586285" y="37968"/>
                  <a:pt x="2587175" y="38101"/>
                </a:cubicBezTo>
                <a:cubicBezTo>
                  <a:pt x="2588064" y="38234"/>
                  <a:pt x="2588998" y="38300"/>
                  <a:pt x="2589977" y="38300"/>
                </a:cubicBezTo>
                <a:cubicBezTo>
                  <a:pt x="2590777" y="38300"/>
                  <a:pt x="2591623" y="38234"/>
                  <a:pt x="2592512" y="38101"/>
                </a:cubicBezTo>
                <a:cubicBezTo>
                  <a:pt x="2593402" y="37968"/>
                  <a:pt x="2594337" y="37811"/>
                  <a:pt x="2595316" y="37632"/>
                </a:cubicBezTo>
                <a:cubicBezTo>
                  <a:pt x="2594960" y="40836"/>
                  <a:pt x="2594760" y="43372"/>
                  <a:pt x="2594715" y="45240"/>
                </a:cubicBezTo>
                <a:cubicBezTo>
                  <a:pt x="2594670" y="47108"/>
                  <a:pt x="2594648" y="48887"/>
                  <a:pt x="2594648" y="50577"/>
                </a:cubicBezTo>
                <a:lnTo>
                  <a:pt x="2594914" y="50711"/>
                </a:lnTo>
                <a:cubicBezTo>
                  <a:pt x="2600164" y="41103"/>
                  <a:pt x="2606036" y="36299"/>
                  <a:pt x="2612530" y="36299"/>
                </a:cubicBezTo>
                <a:cubicBezTo>
                  <a:pt x="2613331" y="36299"/>
                  <a:pt x="2614021" y="36343"/>
                  <a:pt x="2614599" y="36433"/>
                </a:cubicBezTo>
                <a:cubicBezTo>
                  <a:pt x="2615177" y="36521"/>
                  <a:pt x="2615911" y="36743"/>
                  <a:pt x="2616800" y="37099"/>
                </a:cubicBezTo>
                <a:cubicBezTo>
                  <a:pt x="2616355" y="38167"/>
                  <a:pt x="2616088" y="39791"/>
                  <a:pt x="2615998" y="41972"/>
                </a:cubicBezTo>
                <a:cubicBezTo>
                  <a:pt x="2615910" y="44150"/>
                  <a:pt x="2615866" y="46130"/>
                  <a:pt x="2615866" y="47909"/>
                </a:cubicBezTo>
                <a:lnTo>
                  <a:pt x="2614931" y="48575"/>
                </a:lnTo>
                <a:close/>
                <a:moveTo>
                  <a:pt x="2628143" y="88610"/>
                </a:moveTo>
                <a:cubicBezTo>
                  <a:pt x="2628588" y="89501"/>
                  <a:pt x="2629278" y="90480"/>
                  <a:pt x="2630212" y="91547"/>
                </a:cubicBezTo>
                <a:cubicBezTo>
                  <a:pt x="2631146" y="92614"/>
                  <a:pt x="2632258" y="93615"/>
                  <a:pt x="2633547" y="94550"/>
                </a:cubicBezTo>
                <a:cubicBezTo>
                  <a:pt x="2634838" y="95484"/>
                  <a:pt x="2636306" y="96263"/>
                  <a:pt x="2637952" y="96886"/>
                </a:cubicBezTo>
                <a:cubicBezTo>
                  <a:pt x="2639597" y="97507"/>
                  <a:pt x="2641354" y="97818"/>
                  <a:pt x="2643224" y="97818"/>
                </a:cubicBezTo>
                <a:cubicBezTo>
                  <a:pt x="2644914" y="97818"/>
                  <a:pt x="2646537" y="97552"/>
                  <a:pt x="2648094" y="97018"/>
                </a:cubicBezTo>
                <a:cubicBezTo>
                  <a:pt x="2649651" y="96485"/>
                  <a:pt x="2651030" y="95728"/>
                  <a:pt x="2652230" y="94750"/>
                </a:cubicBezTo>
                <a:cubicBezTo>
                  <a:pt x="2653431" y="93771"/>
                  <a:pt x="2654388" y="92525"/>
                  <a:pt x="2655099" y="91013"/>
                </a:cubicBezTo>
                <a:cubicBezTo>
                  <a:pt x="2655812" y="89501"/>
                  <a:pt x="2656168" y="87766"/>
                  <a:pt x="2656168" y="85808"/>
                </a:cubicBezTo>
                <a:cubicBezTo>
                  <a:pt x="2656168" y="83050"/>
                  <a:pt x="2655390" y="80937"/>
                  <a:pt x="2653833" y="79469"/>
                </a:cubicBezTo>
                <a:cubicBezTo>
                  <a:pt x="2652275" y="78002"/>
                  <a:pt x="2650340" y="76801"/>
                  <a:pt x="2648027" y="75867"/>
                </a:cubicBezTo>
                <a:cubicBezTo>
                  <a:pt x="2645714" y="74932"/>
                  <a:pt x="2643178" y="74109"/>
                  <a:pt x="2640420" y="73397"/>
                </a:cubicBezTo>
                <a:cubicBezTo>
                  <a:pt x="2637663" y="72686"/>
                  <a:pt x="2635127" y="71686"/>
                  <a:pt x="2632814" y="70396"/>
                </a:cubicBezTo>
                <a:cubicBezTo>
                  <a:pt x="2630501" y="69105"/>
                  <a:pt x="2628566" y="67392"/>
                  <a:pt x="2627009" y="65258"/>
                </a:cubicBezTo>
                <a:cubicBezTo>
                  <a:pt x="2625452" y="63123"/>
                  <a:pt x="2624673" y="60187"/>
                  <a:pt x="2624673" y="56449"/>
                </a:cubicBezTo>
                <a:cubicBezTo>
                  <a:pt x="2624673" y="53513"/>
                  <a:pt x="2625163" y="50822"/>
                  <a:pt x="2626141" y="48376"/>
                </a:cubicBezTo>
                <a:cubicBezTo>
                  <a:pt x="2627120" y="45929"/>
                  <a:pt x="2628543" y="43816"/>
                  <a:pt x="2630411" y="42037"/>
                </a:cubicBezTo>
                <a:cubicBezTo>
                  <a:pt x="2632279" y="40257"/>
                  <a:pt x="2634592" y="38856"/>
                  <a:pt x="2637351" y="37834"/>
                </a:cubicBezTo>
                <a:cubicBezTo>
                  <a:pt x="2640109" y="36810"/>
                  <a:pt x="2643268" y="36299"/>
                  <a:pt x="2646826" y="36299"/>
                </a:cubicBezTo>
                <a:cubicBezTo>
                  <a:pt x="2650118" y="36299"/>
                  <a:pt x="2652898" y="36744"/>
                  <a:pt x="2655166" y="37634"/>
                </a:cubicBezTo>
                <a:cubicBezTo>
                  <a:pt x="2657435" y="38524"/>
                  <a:pt x="2659592" y="39324"/>
                  <a:pt x="2661640" y="40035"/>
                </a:cubicBezTo>
                <a:cubicBezTo>
                  <a:pt x="2660927" y="41370"/>
                  <a:pt x="2660259" y="43016"/>
                  <a:pt x="2659636" y="44973"/>
                </a:cubicBezTo>
                <a:cubicBezTo>
                  <a:pt x="2659014" y="46931"/>
                  <a:pt x="2658614" y="48443"/>
                  <a:pt x="2658437" y="49510"/>
                </a:cubicBezTo>
                <a:lnTo>
                  <a:pt x="2656834" y="49510"/>
                </a:lnTo>
                <a:cubicBezTo>
                  <a:pt x="2656123" y="47374"/>
                  <a:pt x="2654743" y="45462"/>
                  <a:pt x="2652696" y="43772"/>
                </a:cubicBezTo>
                <a:cubicBezTo>
                  <a:pt x="2650651" y="42082"/>
                  <a:pt x="2648115" y="41236"/>
                  <a:pt x="2645091" y="41236"/>
                </a:cubicBezTo>
                <a:cubicBezTo>
                  <a:pt x="2643756" y="41236"/>
                  <a:pt x="2642422" y="41459"/>
                  <a:pt x="2641088" y="41904"/>
                </a:cubicBezTo>
                <a:cubicBezTo>
                  <a:pt x="2639753" y="42348"/>
                  <a:pt x="2638552" y="43016"/>
                  <a:pt x="2637483" y="43906"/>
                </a:cubicBezTo>
                <a:cubicBezTo>
                  <a:pt x="2636416" y="44795"/>
                  <a:pt x="2635527" y="45952"/>
                  <a:pt x="2634816" y="47376"/>
                </a:cubicBezTo>
                <a:cubicBezTo>
                  <a:pt x="2634104" y="48799"/>
                  <a:pt x="2633749" y="50489"/>
                  <a:pt x="2633749" y="52446"/>
                </a:cubicBezTo>
                <a:cubicBezTo>
                  <a:pt x="2633749" y="55293"/>
                  <a:pt x="2634527" y="57495"/>
                  <a:pt x="2636082" y="59052"/>
                </a:cubicBezTo>
                <a:cubicBezTo>
                  <a:pt x="2637639" y="60609"/>
                  <a:pt x="2639575" y="61833"/>
                  <a:pt x="2641888" y="62723"/>
                </a:cubicBezTo>
                <a:cubicBezTo>
                  <a:pt x="2644201" y="63612"/>
                  <a:pt x="2646736" y="64391"/>
                  <a:pt x="2649493" y="65059"/>
                </a:cubicBezTo>
                <a:cubicBezTo>
                  <a:pt x="2652252" y="65725"/>
                  <a:pt x="2654788" y="66659"/>
                  <a:pt x="2657101" y="67861"/>
                </a:cubicBezTo>
                <a:cubicBezTo>
                  <a:pt x="2659414" y="69061"/>
                  <a:pt x="2661349" y="70728"/>
                  <a:pt x="2662906" y="72864"/>
                </a:cubicBezTo>
                <a:cubicBezTo>
                  <a:pt x="2664463" y="74999"/>
                  <a:pt x="2665242" y="77935"/>
                  <a:pt x="2665242" y="81671"/>
                </a:cubicBezTo>
                <a:cubicBezTo>
                  <a:pt x="2665242" y="84251"/>
                  <a:pt x="2664686" y="86787"/>
                  <a:pt x="2663574" y="89278"/>
                </a:cubicBezTo>
                <a:cubicBezTo>
                  <a:pt x="2662462" y="91769"/>
                  <a:pt x="2660860" y="94016"/>
                  <a:pt x="2658768" y="96018"/>
                </a:cubicBezTo>
                <a:cubicBezTo>
                  <a:pt x="2656678" y="98019"/>
                  <a:pt x="2654164" y="99576"/>
                  <a:pt x="2651228" y="100687"/>
                </a:cubicBezTo>
                <a:cubicBezTo>
                  <a:pt x="2648293" y="101799"/>
                  <a:pt x="2644958" y="102355"/>
                  <a:pt x="2641222" y="102355"/>
                </a:cubicBezTo>
                <a:cubicBezTo>
                  <a:pt x="2637129" y="102355"/>
                  <a:pt x="2633703" y="101955"/>
                  <a:pt x="2630945" y="101154"/>
                </a:cubicBezTo>
                <a:cubicBezTo>
                  <a:pt x="2628188" y="100354"/>
                  <a:pt x="2625875" y="99420"/>
                  <a:pt x="2624005" y="98352"/>
                </a:cubicBezTo>
                <a:cubicBezTo>
                  <a:pt x="2624540" y="97195"/>
                  <a:pt x="2625097" y="95616"/>
                  <a:pt x="2625675" y="93615"/>
                </a:cubicBezTo>
                <a:cubicBezTo>
                  <a:pt x="2626253" y="91613"/>
                  <a:pt x="2626542" y="89945"/>
                  <a:pt x="2626542" y="88610"/>
                </a:cubicBezTo>
                <a:lnTo>
                  <a:pt x="2628143" y="88610"/>
                </a:lnTo>
                <a:close/>
                <a:moveTo>
                  <a:pt x="2681523" y="94750"/>
                </a:moveTo>
                <a:cubicBezTo>
                  <a:pt x="2681523" y="92704"/>
                  <a:pt x="2682279" y="90925"/>
                  <a:pt x="2683791" y="89413"/>
                </a:cubicBezTo>
                <a:cubicBezTo>
                  <a:pt x="2685304" y="87899"/>
                  <a:pt x="2687083" y="87142"/>
                  <a:pt x="2689131" y="87142"/>
                </a:cubicBezTo>
                <a:cubicBezTo>
                  <a:pt x="2691176" y="87142"/>
                  <a:pt x="2692955" y="87899"/>
                  <a:pt x="2694468" y="89413"/>
                </a:cubicBezTo>
                <a:cubicBezTo>
                  <a:pt x="2695980" y="90925"/>
                  <a:pt x="2696736" y="92704"/>
                  <a:pt x="2696736" y="94750"/>
                </a:cubicBezTo>
                <a:cubicBezTo>
                  <a:pt x="2696736" y="96795"/>
                  <a:pt x="2695980" y="98508"/>
                  <a:pt x="2694468" y="99887"/>
                </a:cubicBezTo>
                <a:cubicBezTo>
                  <a:pt x="2692955" y="101266"/>
                  <a:pt x="2691176" y="101956"/>
                  <a:pt x="2689131" y="101956"/>
                </a:cubicBezTo>
                <a:cubicBezTo>
                  <a:pt x="2687083" y="101956"/>
                  <a:pt x="2685304" y="101266"/>
                  <a:pt x="2683791" y="99887"/>
                </a:cubicBezTo>
                <a:cubicBezTo>
                  <a:pt x="2682279" y="98508"/>
                  <a:pt x="2681523" y="96795"/>
                  <a:pt x="2681523" y="94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A2134-DDE9-4AEA-A66E-5F76EEC3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531" y="689611"/>
            <a:ext cx="1197835" cy="209705"/>
          </a:xfrm>
          <a:custGeom xmlns:a="http://schemas.openxmlformats.org/drawingml/2006/main">
            <a:pathLst>
              <a:path w="1197835" h="209705">
                <a:moveTo>
                  <a:pt x="28111" y="0"/>
                </a:moveTo>
                <a:lnTo>
                  <a:pt x="1169727" y="0"/>
                </a:lnTo>
                <a:cubicBezTo>
                  <a:pt x="1177974" y="0"/>
                  <a:pt x="1182924" y="0"/>
                  <a:pt x="1186224" y="1377"/>
                </a:cubicBezTo>
                <a:cubicBezTo>
                  <a:pt x="1190979" y="3110"/>
                  <a:pt x="1194727" y="6856"/>
                  <a:pt x="1196458" y="11612"/>
                </a:cubicBezTo>
                <a:cubicBezTo>
                  <a:pt x="1197835" y="14912"/>
                  <a:pt x="1197835" y="19861"/>
                  <a:pt x="1197835" y="28111"/>
                </a:cubicBezTo>
                <a:lnTo>
                  <a:pt x="1197835" y="181597"/>
                </a:lnTo>
                <a:cubicBezTo>
                  <a:pt x="1197835" y="189846"/>
                  <a:pt x="1197835" y="194794"/>
                  <a:pt x="1196458" y="198094"/>
                </a:cubicBezTo>
                <a:cubicBezTo>
                  <a:pt x="1194727" y="202852"/>
                  <a:pt x="1190979" y="206597"/>
                  <a:pt x="1186224" y="208328"/>
                </a:cubicBezTo>
                <a:cubicBezTo>
                  <a:pt x="1182924" y="209705"/>
                  <a:pt x="1177974" y="209705"/>
                  <a:pt x="1169727" y="209705"/>
                </a:cubicBezTo>
                <a:lnTo>
                  <a:pt x="28111" y="209705"/>
                </a:lnTo>
                <a:cubicBezTo>
                  <a:pt x="19861" y="209705"/>
                  <a:pt x="14912" y="209705"/>
                  <a:pt x="11614" y="208328"/>
                </a:cubicBezTo>
                <a:cubicBezTo>
                  <a:pt x="6856" y="206597"/>
                  <a:pt x="3110" y="202852"/>
                  <a:pt x="1380" y="198094"/>
                </a:cubicBezTo>
                <a:cubicBezTo>
                  <a:pt x="0" y="194794"/>
                  <a:pt x="0" y="189846"/>
                  <a:pt x="0" y="181597"/>
                </a:cubicBezTo>
                <a:lnTo>
                  <a:pt x="0" y="28111"/>
                </a:lnTo>
                <a:cubicBezTo>
                  <a:pt x="0" y="19861"/>
                  <a:pt x="0" y="14912"/>
                  <a:pt x="1380" y="11612"/>
                </a:cubicBezTo>
                <a:cubicBezTo>
                  <a:pt x="3110" y="6856"/>
                  <a:pt x="6856" y="3110"/>
                  <a:pt x="11614" y="1377"/>
                </a:cubicBezTo>
                <a:cubicBezTo>
                  <a:pt x="14912" y="0"/>
                  <a:pt x="19861" y="0"/>
                  <a:pt x="28111" y="0"/>
                </a:cubicBezTo>
                <a:close/>
                <a:moveTo>
                  <a:pt x="28111" y="0"/>
                </a:moveTo>
              </a:path>
            </a:pathLst>
          </a:custGeom>
          <a:solidFill xmlns:a="http://schemas.openxmlformats.org/drawingml/2006/main">
            <a:srgbClr val="FBBF74">
              <a:alpha val="78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35CA0-C8CA-4A52-9473-72D2C950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28" y="683088"/>
            <a:ext cx="969184" cy="209705"/>
          </a:xfrm>
          <a:custGeom xmlns:a="http://schemas.openxmlformats.org/drawingml/2006/main">
            <a:pathLst>
              <a:path w="969184" h="209705">
                <a:moveTo>
                  <a:pt x="28110" y="0"/>
                </a:moveTo>
                <a:lnTo>
                  <a:pt x="941073" y="0"/>
                </a:lnTo>
                <a:cubicBezTo>
                  <a:pt x="949322" y="0"/>
                  <a:pt x="954272" y="0"/>
                  <a:pt x="957570" y="1380"/>
                </a:cubicBezTo>
                <a:cubicBezTo>
                  <a:pt x="962327" y="3110"/>
                  <a:pt x="966073" y="6856"/>
                  <a:pt x="967804" y="11614"/>
                </a:cubicBezTo>
                <a:cubicBezTo>
                  <a:pt x="969184" y="14912"/>
                  <a:pt x="969184" y="19861"/>
                  <a:pt x="969184" y="28111"/>
                </a:cubicBezTo>
                <a:lnTo>
                  <a:pt x="969184" y="181597"/>
                </a:lnTo>
                <a:cubicBezTo>
                  <a:pt x="969184" y="189846"/>
                  <a:pt x="969184" y="194796"/>
                  <a:pt x="967804" y="198094"/>
                </a:cubicBezTo>
                <a:cubicBezTo>
                  <a:pt x="966073" y="202852"/>
                  <a:pt x="962327" y="206597"/>
                  <a:pt x="957570" y="208328"/>
                </a:cubicBezTo>
                <a:cubicBezTo>
                  <a:pt x="954272" y="209705"/>
                  <a:pt x="949322" y="209705"/>
                  <a:pt x="941073" y="209705"/>
                </a:cubicBezTo>
                <a:lnTo>
                  <a:pt x="28110" y="209705"/>
                </a:lnTo>
                <a:cubicBezTo>
                  <a:pt x="19861" y="209705"/>
                  <a:pt x="14912" y="209705"/>
                  <a:pt x="11612" y="208328"/>
                </a:cubicBezTo>
                <a:cubicBezTo>
                  <a:pt x="6856" y="206597"/>
                  <a:pt x="3109" y="202852"/>
                  <a:pt x="1377" y="198094"/>
                </a:cubicBezTo>
                <a:cubicBezTo>
                  <a:pt x="0" y="194796"/>
                  <a:pt x="0" y="189846"/>
                  <a:pt x="0" y="181597"/>
                </a:cubicBezTo>
                <a:lnTo>
                  <a:pt x="0" y="28111"/>
                </a:lnTo>
                <a:cubicBezTo>
                  <a:pt x="0" y="19861"/>
                  <a:pt x="0" y="14912"/>
                  <a:pt x="1377" y="11614"/>
                </a:cubicBezTo>
                <a:cubicBezTo>
                  <a:pt x="3109" y="6856"/>
                  <a:pt x="6856" y="3110"/>
                  <a:pt x="11612" y="1380"/>
                </a:cubicBezTo>
                <a:cubicBezTo>
                  <a:pt x="14912" y="0"/>
                  <a:pt x="19861" y="0"/>
                  <a:pt x="28110" y="0"/>
                </a:cubicBezTo>
                <a:close/>
                <a:moveTo>
                  <a:pt x="28110" y="0"/>
                </a:moveTo>
              </a:path>
            </a:pathLst>
          </a:custGeom>
          <a:solidFill xmlns:a="http://schemas.openxmlformats.org/drawingml/2006/main">
            <a:srgbClr val="D2CEE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12Countries">
            <a:extLst xmlns:a="http://schemas.openxmlformats.org/drawingml/2006/main">
              <a:ext uri="{FF2B5EF4-FFF2-40B4-BE49-F238E27FC236}">
                <a16:creationId xmlns:a16="http://schemas.microsoft.com/office/drawing/2014/main" id="{71FE43DE-793D-4294-8B9D-2786B80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05" y="732980"/>
            <a:ext cx="716488" cy="95149"/>
          </a:xfrm>
          <a:custGeom xmlns:a="http://schemas.openxmlformats.org/drawingml/2006/main">
            <a:pathLst>
              <a:path w="716488" h="95149">
                <a:moveTo>
                  <a:pt x="4003" y="20817"/>
                </a:moveTo>
                <a:cubicBezTo>
                  <a:pt x="3026" y="19038"/>
                  <a:pt x="1691" y="17615"/>
                  <a:pt x="0" y="16547"/>
                </a:cubicBezTo>
                <a:lnTo>
                  <a:pt x="0" y="15614"/>
                </a:lnTo>
                <a:cubicBezTo>
                  <a:pt x="5072" y="13567"/>
                  <a:pt x="10254" y="11320"/>
                  <a:pt x="15547" y="8874"/>
                </a:cubicBezTo>
                <a:cubicBezTo>
                  <a:pt x="20841" y="6428"/>
                  <a:pt x="25802" y="4048"/>
                  <a:pt x="30428" y="1735"/>
                </a:cubicBezTo>
                <a:lnTo>
                  <a:pt x="31361" y="2403"/>
                </a:lnTo>
                <a:cubicBezTo>
                  <a:pt x="31005" y="8274"/>
                  <a:pt x="30738" y="14079"/>
                  <a:pt x="30560" y="19817"/>
                </a:cubicBezTo>
                <a:cubicBezTo>
                  <a:pt x="30382" y="25555"/>
                  <a:pt x="30294" y="31360"/>
                  <a:pt x="30294" y="37231"/>
                </a:cubicBezTo>
                <a:lnTo>
                  <a:pt x="30294" y="59518"/>
                </a:lnTo>
                <a:cubicBezTo>
                  <a:pt x="30294" y="65389"/>
                  <a:pt x="30382" y="71150"/>
                  <a:pt x="30560" y="76800"/>
                </a:cubicBezTo>
                <a:cubicBezTo>
                  <a:pt x="30738" y="82449"/>
                  <a:pt x="31005" y="87987"/>
                  <a:pt x="31361" y="93414"/>
                </a:cubicBezTo>
                <a:cubicBezTo>
                  <a:pt x="30294" y="93236"/>
                  <a:pt x="29248" y="93147"/>
                  <a:pt x="28225" y="93147"/>
                </a:cubicBezTo>
                <a:cubicBezTo>
                  <a:pt x="27203" y="93147"/>
                  <a:pt x="26157" y="93147"/>
                  <a:pt x="25089" y="93147"/>
                </a:cubicBezTo>
                <a:cubicBezTo>
                  <a:pt x="24022" y="93147"/>
                  <a:pt x="22977" y="93147"/>
                  <a:pt x="21953" y="93147"/>
                </a:cubicBezTo>
                <a:cubicBezTo>
                  <a:pt x="20929" y="93147"/>
                  <a:pt x="19884" y="93236"/>
                  <a:pt x="18817" y="93414"/>
                </a:cubicBezTo>
                <a:cubicBezTo>
                  <a:pt x="19262" y="87898"/>
                  <a:pt x="19552" y="82338"/>
                  <a:pt x="19685" y="76733"/>
                </a:cubicBezTo>
                <a:cubicBezTo>
                  <a:pt x="19818" y="71128"/>
                  <a:pt x="19884" y="65389"/>
                  <a:pt x="19884" y="59518"/>
                </a:cubicBezTo>
                <a:lnTo>
                  <a:pt x="19884" y="12010"/>
                </a:lnTo>
                <a:lnTo>
                  <a:pt x="4003" y="20817"/>
                </a:lnTo>
                <a:close/>
                <a:moveTo>
                  <a:pt x="70194" y="16681"/>
                </a:moveTo>
                <a:cubicBezTo>
                  <a:pt x="73041" y="12144"/>
                  <a:pt x="76422" y="8808"/>
                  <a:pt x="80337" y="6673"/>
                </a:cubicBezTo>
                <a:cubicBezTo>
                  <a:pt x="84252" y="4537"/>
                  <a:pt x="89012" y="3470"/>
                  <a:pt x="94615" y="3470"/>
                </a:cubicBezTo>
                <a:cubicBezTo>
                  <a:pt x="98085" y="3470"/>
                  <a:pt x="101377" y="3915"/>
                  <a:pt x="104491" y="4806"/>
                </a:cubicBezTo>
                <a:cubicBezTo>
                  <a:pt x="107605" y="5695"/>
                  <a:pt x="110297" y="7118"/>
                  <a:pt x="112565" y="9076"/>
                </a:cubicBezTo>
                <a:cubicBezTo>
                  <a:pt x="114833" y="11032"/>
                  <a:pt x="116635" y="13478"/>
                  <a:pt x="117969" y="16414"/>
                </a:cubicBezTo>
                <a:cubicBezTo>
                  <a:pt x="119304" y="19349"/>
                  <a:pt x="119971" y="22908"/>
                  <a:pt x="119971" y="27091"/>
                </a:cubicBezTo>
                <a:cubicBezTo>
                  <a:pt x="119971" y="30115"/>
                  <a:pt x="119615" y="32940"/>
                  <a:pt x="118904" y="35565"/>
                </a:cubicBezTo>
                <a:cubicBezTo>
                  <a:pt x="118193" y="38190"/>
                  <a:pt x="117147" y="40747"/>
                  <a:pt x="115768" y="43238"/>
                </a:cubicBezTo>
                <a:cubicBezTo>
                  <a:pt x="114389" y="45729"/>
                  <a:pt x="112654" y="48243"/>
                  <a:pt x="110563" y="50778"/>
                </a:cubicBezTo>
                <a:cubicBezTo>
                  <a:pt x="108473" y="53313"/>
                  <a:pt x="106004" y="56004"/>
                  <a:pt x="103157" y="58850"/>
                </a:cubicBezTo>
                <a:cubicBezTo>
                  <a:pt x="101467" y="60540"/>
                  <a:pt x="99510" y="62498"/>
                  <a:pt x="97285" y="64723"/>
                </a:cubicBezTo>
                <a:cubicBezTo>
                  <a:pt x="95061" y="66946"/>
                  <a:pt x="92815" y="69237"/>
                  <a:pt x="90545" y="71595"/>
                </a:cubicBezTo>
                <a:cubicBezTo>
                  <a:pt x="88276" y="73953"/>
                  <a:pt x="86119" y="76289"/>
                  <a:pt x="84074" y="78602"/>
                </a:cubicBezTo>
                <a:cubicBezTo>
                  <a:pt x="82028" y="80915"/>
                  <a:pt x="80293" y="83050"/>
                  <a:pt x="78869" y="85006"/>
                </a:cubicBezTo>
                <a:lnTo>
                  <a:pt x="91547" y="85006"/>
                </a:lnTo>
                <a:cubicBezTo>
                  <a:pt x="97953" y="85006"/>
                  <a:pt x="103624" y="84895"/>
                  <a:pt x="108562" y="84674"/>
                </a:cubicBezTo>
                <a:cubicBezTo>
                  <a:pt x="113499" y="84452"/>
                  <a:pt x="117836" y="84207"/>
                  <a:pt x="121573" y="83939"/>
                </a:cubicBezTo>
                <a:cubicBezTo>
                  <a:pt x="121128" y="85897"/>
                  <a:pt x="120906" y="87543"/>
                  <a:pt x="120906" y="88877"/>
                </a:cubicBezTo>
                <a:cubicBezTo>
                  <a:pt x="120906" y="90122"/>
                  <a:pt x="121128" y="91634"/>
                  <a:pt x="121573" y="93414"/>
                </a:cubicBezTo>
                <a:cubicBezTo>
                  <a:pt x="116769" y="93236"/>
                  <a:pt x="112009" y="93147"/>
                  <a:pt x="107293" y="93147"/>
                </a:cubicBezTo>
                <a:cubicBezTo>
                  <a:pt x="102578" y="93147"/>
                  <a:pt x="97819" y="93147"/>
                  <a:pt x="93015" y="93147"/>
                </a:cubicBezTo>
                <a:cubicBezTo>
                  <a:pt x="88211" y="93147"/>
                  <a:pt x="83429" y="93147"/>
                  <a:pt x="78669" y="93147"/>
                </a:cubicBezTo>
                <a:cubicBezTo>
                  <a:pt x="73910" y="93147"/>
                  <a:pt x="69128" y="93236"/>
                  <a:pt x="64324" y="93414"/>
                </a:cubicBezTo>
                <a:lnTo>
                  <a:pt x="64324" y="91813"/>
                </a:lnTo>
                <a:cubicBezTo>
                  <a:pt x="70551" y="85675"/>
                  <a:pt x="75955" y="80270"/>
                  <a:pt x="80537" y="75599"/>
                </a:cubicBezTo>
                <a:cubicBezTo>
                  <a:pt x="85118" y="70927"/>
                  <a:pt x="89010" y="66724"/>
                  <a:pt x="92213" y="62988"/>
                </a:cubicBezTo>
                <a:cubicBezTo>
                  <a:pt x="95416" y="59251"/>
                  <a:pt x="98019" y="55870"/>
                  <a:pt x="100020" y="52845"/>
                </a:cubicBezTo>
                <a:cubicBezTo>
                  <a:pt x="102022" y="49821"/>
                  <a:pt x="103601" y="46952"/>
                  <a:pt x="104758" y="44238"/>
                </a:cubicBezTo>
                <a:cubicBezTo>
                  <a:pt x="105915" y="41524"/>
                  <a:pt x="106693" y="38855"/>
                  <a:pt x="107094" y="36231"/>
                </a:cubicBezTo>
                <a:cubicBezTo>
                  <a:pt x="107494" y="33607"/>
                  <a:pt x="107694" y="30782"/>
                  <a:pt x="107694" y="27756"/>
                </a:cubicBezTo>
                <a:cubicBezTo>
                  <a:pt x="107694" y="21174"/>
                  <a:pt x="106204" y="16304"/>
                  <a:pt x="103223" y="13146"/>
                </a:cubicBezTo>
                <a:cubicBezTo>
                  <a:pt x="100243" y="9987"/>
                  <a:pt x="96751" y="8408"/>
                  <a:pt x="92748" y="8408"/>
                </a:cubicBezTo>
                <a:cubicBezTo>
                  <a:pt x="89901" y="8408"/>
                  <a:pt x="87454" y="8920"/>
                  <a:pt x="85407" y="9943"/>
                </a:cubicBezTo>
                <a:cubicBezTo>
                  <a:pt x="83362" y="10965"/>
                  <a:pt x="81671" y="12211"/>
                  <a:pt x="80337" y="13680"/>
                </a:cubicBezTo>
                <a:cubicBezTo>
                  <a:pt x="79003" y="15147"/>
                  <a:pt x="77979" y="16726"/>
                  <a:pt x="77266" y="18416"/>
                </a:cubicBezTo>
                <a:cubicBezTo>
                  <a:pt x="76555" y="20106"/>
                  <a:pt x="76066" y="21618"/>
                  <a:pt x="75800" y="22953"/>
                </a:cubicBezTo>
                <a:lnTo>
                  <a:pt x="74866" y="23220"/>
                </a:lnTo>
                <a:lnTo>
                  <a:pt x="70194" y="16681"/>
                </a:lnTo>
                <a:close/>
                <a:moveTo>
                  <a:pt x="255022" y="87942"/>
                </a:moveTo>
                <a:cubicBezTo>
                  <a:pt x="254222" y="88654"/>
                  <a:pt x="252954" y="89432"/>
                  <a:pt x="251219" y="90278"/>
                </a:cubicBezTo>
                <a:cubicBezTo>
                  <a:pt x="249484" y="91124"/>
                  <a:pt x="247393" y="91881"/>
                  <a:pt x="244945" y="92548"/>
                </a:cubicBezTo>
                <a:cubicBezTo>
                  <a:pt x="242499" y="93215"/>
                  <a:pt x="239763" y="93815"/>
                  <a:pt x="236739" y="94349"/>
                </a:cubicBezTo>
                <a:cubicBezTo>
                  <a:pt x="233714" y="94882"/>
                  <a:pt x="230556" y="95149"/>
                  <a:pt x="227264" y="95149"/>
                </a:cubicBezTo>
                <a:cubicBezTo>
                  <a:pt x="220236" y="95149"/>
                  <a:pt x="213742" y="94148"/>
                  <a:pt x="207781" y="92147"/>
                </a:cubicBezTo>
                <a:cubicBezTo>
                  <a:pt x="201820" y="90145"/>
                  <a:pt x="196682" y="87098"/>
                  <a:pt x="192366" y="83006"/>
                </a:cubicBezTo>
                <a:cubicBezTo>
                  <a:pt x="188052" y="78914"/>
                  <a:pt x="184672" y="73909"/>
                  <a:pt x="182226" y="67993"/>
                </a:cubicBezTo>
                <a:cubicBezTo>
                  <a:pt x="179780" y="62076"/>
                  <a:pt x="178557" y="55336"/>
                  <a:pt x="178557" y="47775"/>
                </a:cubicBezTo>
                <a:cubicBezTo>
                  <a:pt x="178557" y="40212"/>
                  <a:pt x="179780" y="33473"/>
                  <a:pt x="182226" y="27557"/>
                </a:cubicBezTo>
                <a:cubicBezTo>
                  <a:pt x="184672" y="21641"/>
                  <a:pt x="188097" y="16637"/>
                  <a:pt x="192501" y="12545"/>
                </a:cubicBezTo>
                <a:cubicBezTo>
                  <a:pt x="196905" y="8453"/>
                  <a:pt x="202176" y="5338"/>
                  <a:pt x="208315" y="3203"/>
                </a:cubicBezTo>
                <a:cubicBezTo>
                  <a:pt x="214453" y="1068"/>
                  <a:pt x="221215" y="0"/>
                  <a:pt x="228600" y="0"/>
                </a:cubicBezTo>
                <a:cubicBezTo>
                  <a:pt x="234471" y="0"/>
                  <a:pt x="239831" y="601"/>
                  <a:pt x="244678" y="1802"/>
                </a:cubicBezTo>
                <a:cubicBezTo>
                  <a:pt x="249527" y="3002"/>
                  <a:pt x="253820" y="4448"/>
                  <a:pt x="257558" y="6139"/>
                </a:cubicBezTo>
                <a:cubicBezTo>
                  <a:pt x="256846" y="7384"/>
                  <a:pt x="256268" y="9074"/>
                  <a:pt x="255823" y="11210"/>
                </a:cubicBezTo>
                <a:cubicBezTo>
                  <a:pt x="255377" y="13345"/>
                  <a:pt x="255022" y="15124"/>
                  <a:pt x="254756" y="16547"/>
                </a:cubicBezTo>
                <a:lnTo>
                  <a:pt x="253953" y="16813"/>
                </a:lnTo>
                <a:cubicBezTo>
                  <a:pt x="253064" y="15746"/>
                  <a:pt x="251819" y="14546"/>
                  <a:pt x="250217" y="13211"/>
                </a:cubicBezTo>
                <a:cubicBezTo>
                  <a:pt x="248616" y="11877"/>
                  <a:pt x="246748" y="10587"/>
                  <a:pt x="244613" y="9342"/>
                </a:cubicBezTo>
                <a:cubicBezTo>
                  <a:pt x="242478" y="8096"/>
                  <a:pt x="240076" y="7051"/>
                  <a:pt x="237407" y="6207"/>
                </a:cubicBezTo>
                <a:cubicBezTo>
                  <a:pt x="234738" y="5361"/>
                  <a:pt x="231802" y="4938"/>
                  <a:pt x="228600" y="4938"/>
                </a:cubicBezTo>
                <a:cubicBezTo>
                  <a:pt x="223350" y="4938"/>
                  <a:pt x="218479" y="5783"/>
                  <a:pt x="213986" y="7473"/>
                </a:cubicBezTo>
                <a:cubicBezTo>
                  <a:pt x="209494" y="9163"/>
                  <a:pt x="205579" y="11766"/>
                  <a:pt x="202242" y="15280"/>
                </a:cubicBezTo>
                <a:cubicBezTo>
                  <a:pt x="198907" y="18793"/>
                  <a:pt x="196305" y="23241"/>
                  <a:pt x="194435" y="28624"/>
                </a:cubicBezTo>
                <a:cubicBezTo>
                  <a:pt x="192567" y="34006"/>
                  <a:pt x="191633" y="40390"/>
                  <a:pt x="191633" y="47775"/>
                </a:cubicBezTo>
                <a:cubicBezTo>
                  <a:pt x="191633" y="55158"/>
                  <a:pt x="192567" y="61541"/>
                  <a:pt x="194435" y="66924"/>
                </a:cubicBezTo>
                <a:cubicBezTo>
                  <a:pt x="196305" y="72307"/>
                  <a:pt x="198907" y="76755"/>
                  <a:pt x="202242" y="80270"/>
                </a:cubicBezTo>
                <a:cubicBezTo>
                  <a:pt x="205579" y="83783"/>
                  <a:pt x="209494" y="86385"/>
                  <a:pt x="213986" y="88077"/>
                </a:cubicBezTo>
                <a:cubicBezTo>
                  <a:pt x="218479" y="89767"/>
                  <a:pt x="223350" y="90612"/>
                  <a:pt x="228600" y="90612"/>
                </a:cubicBezTo>
                <a:cubicBezTo>
                  <a:pt x="231802" y="90612"/>
                  <a:pt x="234760" y="90211"/>
                  <a:pt x="237474" y="89411"/>
                </a:cubicBezTo>
                <a:cubicBezTo>
                  <a:pt x="240188" y="88610"/>
                  <a:pt x="242679" y="87653"/>
                  <a:pt x="244947" y="86541"/>
                </a:cubicBezTo>
                <a:cubicBezTo>
                  <a:pt x="247215" y="85430"/>
                  <a:pt x="249261" y="84229"/>
                  <a:pt x="251084" y="82939"/>
                </a:cubicBezTo>
                <a:cubicBezTo>
                  <a:pt x="252909" y="81648"/>
                  <a:pt x="254444" y="80513"/>
                  <a:pt x="255688" y="79535"/>
                </a:cubicBezTo>
                <a:lnTo>
                  <a:pt x="256222" y="80068"/>
                </a:lnTo>
                <a:lnTo>
                  <a:pt x="255022" y="87942"/>
                </a:lnTo>
                <a:close/>
                <a:moveTo>
                  <a:pt x="278375" y="61921"/>
                </a:moveTo>
                <a:cubicBezTo>
                  <a:pt x="278375" y="65657"/>
                  <a:pt x="278709" y="69260"/>
                  <a:pt x="279375" y="72729"/>
                </a:cubicBezTo>
                <a:cubicBezTo>
                  <a:pt x="280043" y="76199"/>
                  <a:pt x="281177" y="79291"/>
                  <a:pt x="282778" y="82005"/>
                </a:cubicBezTo>
                <a:cubicBezTo>
                  <a:pt x="284380" y="84718"/>
                  <a:pt x="286515" y="86876"/>
                  <a:pt x="289184" y="88478"/>
                </a:cubicBezTo>
                <a:cubicBezTo>
                  <a:pt x="291853" y="90078"/>
                  <a:pt x="295145" y="90879"/>
                  <a:pt x="299060" y="90879"/>
                </a:cubicBezTo>
                <a:cubicBezTo>
                  <a:pt x="302975" y="90879"/>
                  <a:pt x="306267" y="90078"/>
                  <a:pt x="308936" y="88478"/>
                </a:cubicBezTo>
                <a:cubicBezTo>
                  <a:pt x="311605" y="86876"/>
                  <a:pt x="313739" y="84718"/>
                  <a:pt x="315340" y="82005"/>
                </a:cubicBezTo>
                <a:cubicBezTo>
                  <a:pt x="316942" y="79291"/>
                  <a:pt x="318076" y="76199"/>
                  <a:pt x="318742" y="72729"/>
                </a:cubicBezTo>
                <a:cubicBezTo>
                  <a:pt x="319410" y="69260"/>
                  <a:pt x="319744" y="65657"/>
                  <a:pt x="319744" y="61921"/>
                </a:cubicBezTo>
                <a:cubicBezTo>
                  <a:pt x="319744" y="58184"/>
                  <a:pt x="319410" y="54580"/>
                  <a:pt x="318742" y="51110"/>
                </a:cubicBezTo>
                <a:cubicBezTo>
                  <a:pt x="318076" y="47641"/>
                  <a:pt x="316942" y="44550"/>
                  <a:pt x="315340" y="41837"/>
                </a:cubicBezTo>
                <a:cubicBezTo>
                  <a:pt x="313739" y="39124"/>
                  <a:pt x="311605" y="36966"/>
                  <a:pt x="308936" y="35364"/>
                </a:cubicBezTo>
                <a:cubicBezTo>
                  <a:pt x="306267" y="33762"/>
                  <a:pt x="302975" y="32961"/>
                  <a:pt x="299060" y="32961"/>
                </a:cubicBezTo>
                <a:cubicBezTo>
                  <a:pt x="295145" y="32961"/>
                  <a:pt x="291853" y="33762"/>
                  <a:pt x="289184" y="35364"/>
                </a:cubicBezTo>
                <a:cubicBezTo>
                  <a:pt x="286515" y="36966"/>
                  <a:pt x="284380" y="39124"/>
                  <a:pt x="282778" y="41837"/>
                </a:cubicBezTo>
                <a:cubicBezTo>
                  <a:pt x="281177" y="44550"/>
                  <a:pt x="280043" y="47641"/>
                  <a:pt x="279375" y="51110"/>
                </a:cubicBezTo>
                <a:cubicBezTo>
                  <a:pt x="278709" y="54580"/>
                  <a:pt x="278375" y="58184"/>
                  <a:pt x="278375" y="61921"/>
                </a:cubicBezTo>
                <a:moveTo>
                  <a:pt x="266632" y="61921"/>
                </a:moveTo>
                <a:cubicBezTo>
                  <a:pt x="266632" y="55870"/>
                  <a:pt x="267589" y="50732"/>
                  <a:pt x="269501" y="46506"/>
                </a:cubicBezTo>
                <a:cubicBezTo>
                  <a:pt x="271414" y="42280"/>
                  <a:pt x="273927" y="38855"/>
                  <a:pt x="277040" y="36231"/>
                </a:cubicBezTo>
                <a:cubicBezTo>
                  <a:pt x="280154" y="33607"/>
                  <a:pt x="283646" y="31695"/>
                  <a:pt x="287516" y="30493"/>
                </a:cubicBezTo>
                <a:cubicBezTo>
                  <a:pt x="291387" y="29292"/>
                  <a:pt x="295234" y="28691"/>
                  <a:pt x="299060" y="28691"/>
                </a:cubicBezTo>
                <a:cubicBezTo>
                  <a:pt x="302975" y="28691"/>
                  <a:pt x="306845" y="29292"/>
                  <a:pt x="310671" y="30493"/>
                </a:cubicBezTo>
                <a:cubicBezTo>
                  <a:pt x="314496" y="31695"/>
                  <a:pt x="317965" y="33607"/>
                  <a:pt x="321078" y="36231"/>
                </a:cubicBezTo>
                <a:cubicBezTo>
                  <a:pt x="324192" y="38855"/>
                  <a:pt x="326706" y="42280"/>
                  <a:pt x="328618" y="46506"/>
                </a:cubicBezTo>
                <a:cubicBezTo>
                  <a:pt x="330531" y="50732"/>
                  <a:pt x="331488" y="55870"/>
                  <a:pt x="331488" y="61921"/>
                </a:cubicBezTo>
                <a:cubicBezTo>
                  <a:pt x="331488" y="67970"/>
                  <a:pt x="330531" y="73108"/>
                  <a:pt x="328618" y="77333"/>
                </a:cubicBezTo>
                <a:cubicBezTo>
                  <a:pt x="326706" y="81559"/>
                  <a:pt x="324192" y="84985"/>
                  <a:pt x="321078" y="87610"/>
                </a:cubicBezTo>
                <a:cubicBezTo>
                  <a:pt x="317965" y="90235"/>
                  <a:pt x="314496" y="92080"/>
                  <a:pt x="310671" y="93147"/>
                </a:cubicBezTo>
                <a:cubicBezTo>
                  <a:pt x="306845" y="94214"/>
                  <a:pt x="302975" y="94748"/>
                  <a:pt x="299060" y="94748"/>
                </a:cubicBezTo>
                <a:cubicBezTo>
                  <a:pt x="295234" y="94748"/>
                  <a:pt x="291387" y="94214"/>
                  <a:pt x="287516" y="93147"/>
                </a:cubicBezTo>
                <a:cubicBezTo>
                  <a:pt x="283646" y="92080"/>
                  <a:pt x="280154" y="90235"/>
                  <a:pt x="277040" y="87610"/>
                </a:cubicBezTo>
                <a:cubicBezTo>
                  <a:pt x="273927" y="84985"/>
                  <a:pt x="271414" y="81559"/>
                  <a:pt x="269501" y="77333"/>
                </a:cubicBezTo>
                <a:cubicBezTo>
                  <a:pt x="267589" y="73108"/>
                  <a:pt x="266632" y="67970"/>
                  <a:pt x="266632" y="61921"/>
                </a:cubicBezTo>
                <a:close/>
                <a:moveTo>
                  <a:pt x="346301" y="73263"/>
                </a:moveTo>
                <a:cubicBezTo>
                  <a:pt x="346301" y="68548"/>
                  <a:pt x="346368" y="64523"/>
                  <a:pt x="346501" y="61188"/>
                </a:cubicBezTo>
                <a:cubicBezTo>
                  <a:pt x="346634" y="57851"/>
                  <a:pt x="346700" y="54537"/>
                  <a:pt x="346700" y="51245"/>
                </a:cubicBezTo>
                <a:cubicBezTo>
                  <a:pt x="346700" y="48131"/>
                  <a:pt x="346678" y="44750"/>
                  <a:pt x="346633" y="41102"/>
                </a:cubicBezTo>
                <a:cubicBezTo>
                  <a:pt x="346590" y="37454"/>
                  <a:pt x="346523" y="33762"/>
                  <a:pt x="346434" y="30025"/>
                </a:cubicBezTo>
                <a:cubicBezTo>
                  <a:pt x="348659" y="30470"/>
                  <a:pt x="350527" y="30693"/>
                  <a:pt x="352040" y="30693"/>
                </a:cubicBezTo>
                <a:cubicBezTo>
                  <a:pt x="353462" y="30693"/>
                  <a:pt x="355286" y="30470"/>
                  <a:pt x="357511" y="30025"/>
                </a:cubicBezTo>
                <a:cubicBezTo>
                  <a:pt x="357066" y="35364"/>
                  <a:pt x="356732" y="41214"/>
                  <a:pt x="356509" y="47575"/>
                </a:cubicBezTo>
                <a:cubicBezTo>
                  <a:pt x="356287" y="53935"/>
                  <a:pt x="356175" y="60451"/>
                  <a:pt x="356175" y="67124"/>
                </a:cubicBezTo>
                <a:cubicBezTo>
                  <a:pt x="356175" y="71750"/>
                  <a:pt x="356576" y="75287"/>
                  <a:pt x="357377" y="77735"/>
                </a:cubicBezTo>
                <a:cubicBezTo>
                  <a:pt x="358178" y="80181"/>
                  <a:pt x="359156" y="82026"/>
                  <a:pt x="360313" y="83271"/>
                </a:cubicBezTo>
                <a:cubicBezTo>
                  <a:pt x="361559" y="84695"/>
                  <a:pt x="363139" y="85874"/>
                  <a:pt x="365051" y="86808"/>
                </a:cubicBezTo>
                <a:cubicBezTo>
                  <a:pt x="366964" y="87742"/>
                  <a:pt x="369210" y="88209"/>
                  <a:pt x="371789" y="88209"/>
                </a:cubicBezTo>
                <a:cubicBezTo>
                  <a:pt x="375527" y="88209"/>
                  <a:pt x="378641" y="87387"/>
                  <a:pt x="381132" y="85741"/>
                </a:cubicBezTo>
                <a:cubicBezTo>
                  <a:pt x="383623" y="84095"/>
                  <a:pt x="385447" y="82070"/>
                  <a:pt x="386603" y="79669"/>
                </a:cubicBezTo>
                <a:cubicBezTo>
                  <a:pt x="387225" y="78157"/>
                  <a:pt x="387714" y="76867"/>
                  <a:pt x="388069" y="75800"/>
                </a:cubicBezTo>
                <a:cubicBezTo>
                  <a:pt x="388426" y="74732"/>
                  <a:pt x="388715" y="73308"/>
                  <a:pt x="388937" y="71528"/>
                </a:cubicBezTo>
                <a:cubicBezTo>
                  <a:pt x="389159" y="69748"/>
                  <a:pt x="389293" y="67346"/>
                  <a:pt x="389338" y="64322"/>
                </a:cubicBezTo>
                <a:cubicBezTo>
                  <a:pt x="389383" y="61297"/>
                  <a:pt x="389405" y="57160"/>
                  <a:pt x="389405" y="51911"/>
                </a:cubicBezTo>
                <a:lnTo>
                  <a:pt x="389405" y="40701"/>
                </a:lnTo>
                <a:cubicBezTo>
                  <a:pt x="389405" y="38745"/>
                  <a:pt x="389383" y="36877"/>
                  <a:pt x="389338" y="35097"/>
                </a:cubicBezTo>
                <a:cubicBezTo>
                  <a:pt x="389293" y="33317"/>
                  <a:pt x="389227" y="31627"/>
                  <a:pt x="389138" y="30025"/>
                </a:cubicBezTo>
                <a:cubicBezTo>
                  <a:pt x="390117" y="30204"/>
                  <a:pt x="391051" y="30360"/>
                  <a:pt x="391940" y="30493"/>
                </a:cubicBezTo>
                <a:cubicBezTo>
                  <a:pt x="392829" y="30626"/>
                  <a:pt x="393763" y="30693"/>
                  <a:pt x="394742" y="30693"/>
                </a:cubicBezTo>
                <a:cubicBezTo>
                  <a:pt x="395721" y="30693"/>
                  <a:pt x="396655" y="30626"/>
                  <a:pt x="397544" y="30493"/>
                </a:cubicBezTo>
                <a:cubicBezTo>
                  <a:pt x="398435" y="30360"/>
                  <a:pt x="399324" y="30204"/>
                  <a:pt x="400214" y="30025"/>
                </a:cubicBezTo>
                <a:cubicBezTo>
                  <a:pt x="399770" y="36964"/>
                  <a:pt x="399503" y="43660"/>
                  <a:pt x="399413" y="50111"/>
                </a:cubicBezTo>
                <a:cubicBezTo>
                  <a:pt x="399325" y="56560"/>
                  <a:pt x="399281" y="63388"/>
                  <a:pt x="399281" y="70593"/>
                </a:cubicBezTo>
                <a:cubicBezTo>
                  <a:pt x="399281" y="74598"/>
                  <a:pt x="399325" y="78513"/>
                  <a:pt x="399413" y="82339"/>
                </a:cubicBezTo>
                <a:cubicBezTo>
                  <a:pt x="399503" y="86164"/>
                  <a:pt x="399637" y="89856"/>
                  <a:pt x="399815" y="93414"/>
                </a:cubicBezTo>
                <a:cubicBezTo>
                  <a:pt x="398035" y="93236"/>
                  <a:pt x="396300" y="93147"/>
                  <a:pt x="394610" y="93147"/>
                </a:cubicBezTo>
                <a:cubicBezTo>
                  <a:pt x="392920" y="93147"/>
                  <a:pt x="391185" y="93236"/>
                  <a:pt x="389405" y="93414"/>
                </a:cubicBezTo>
                <a:cubicBezTo>
                  <a:pt x="389493" y="92613"/>
                  <a:pt x="389560" y="91768"/>
                  <a:pt x="389605" y="90879"/>
                </a:cubicBezTo>
                <a:cubicBezTo>
                  <a:pt x="389649" y="89990"/>
                  <a:pt x="389672" y="89056"/>
                  <a:pt x="389672" y="88077"/>
                </a:cubicBezTo>
                <a:lnTo>
                  <a:pt x="389672" y="82339"/>
                </a:lnTo>
                <a:lnTo>
                  <a:pt x="389405" y="82339"/>
                </a:lnTo>
                <a:cubicBezTo>
                  <a:pt x="387092" y="86608"/>
                  <a:pt x="384111" y="89744"/>
                  <a:pt x="380464" y="91746"/>
                </a:cubicBezTo>
                <a:cubicBezTo>
                  <a:pt x="376816" y="93747"/>
                  <a:pt x="372857" y="94748"/>
                  <a:pt x="368586" y="94748"/>
                </a:cubicBezTo>
                <a:cubicBezTo>
                  <a:pt x="361647" y="94748"/>
                  <a:pt x="356198" y="92902"/>
                  <a:pt x="352239" y="89211"/>
                </a:cubicBezTo>
                <a:cubicBezTo>
                  <a:pt x="348281" y="85519"/>
                  <a:pt x="346301" y="80203"/>
                  <a:pt x="346301" y="73263"/>
                </a:cubicBezTo>
                <a:close/>
                <a:moveTo>
                  <a:pt x="464002" y="55914"/>
                </a:moveTo>
                <a:cubicBezTo>
                  <a:pt x="464002" y="49242"/>
                  <a:pt x="462712" y="44193"/>
                  <a:pt x="460131" y="40768"/>
                </a:cubicBezTo>
                <a:cubicBezTo>
                  <a:pt x="457552" y="37343"/>
                  <a:pt x="453994" y="35631"/>
                  <a:pt x="449457" y="35631"/>
                </a:cubicBezTo>
                <a:cubicBezTo>
                  <a:pt x="443230" y="35631"/>
                  <a:pt x="438671" y="37543"/>
                  <a:pt x="435779" y="41369"/>
                </a:cubicBezTo>
                <a:cubicBezTo>
                  <a:pt x="432888" y="45194"/>
                  <a:pt x="431442" y="50577"/>
                  <a:pt x="431442" y="57516"/>
                </a:cubicBezTo>
                <a:lnTo>
                  <a:pt x="431442" y="68858"/>
                </a:lnTo>
                <a:cubicBezTo>
                  <a:pt x="431442" y="72863"/>
                  <a:pt x="431508" y="77067"/>
                  <a:pt x="431641" y="81471"/>
                </a:cubicBezTo>
                <a:cubicBezTo>
                  <a:pt x="431774" y="85875"/>
                  <a:pt x="432064" y="89856"/>
                  <a:pt x="432509" y="93414"/>
                </a:cubicBezTo>
                <a:cubicBezTo>
                  <a:pt x="430463" y="93236"/>
                  <a:pt x="428461" y="93147"/>
                  <a:pt x="426504" y="93147"/>
                </a:cubicBezTo>
                <a:cubicBezTo>
                  <a:pt x="424546" y="93147"/>
                  <a:pt x="422545" y="93236"/>
                  <a:pt x="420499" y="93414"/>
                </a:cubicBezTo>
                <a:cubicBezTo>
                  <a:pt x="420943" y="89856"/>
                  <a:pt x="421231" y="85875"/>
                  <a:pt x="421364" y="81471"/>
                </a:cubicBezTo>
                <a:cubicBezTo>
                  <a:pt x="421499" y="77067"/>
                  <a:pt x="421566" y="72863"/>
                  <a:pt x="421566" y="68858"/>
                </a:cubicBezTo>
                <a:lnTo>
                  <a:pt x="421566" y="54981"/>
                </a:lnTo>
                <a:cubicBezTo>
                  <a:pt x="421566" y="50978"/>
                  <a:pt x="421499" y="46774"/>
                  <a:pt x="421364" y="42371"/>
                </a:cubicBezTo>
                <a:cubicBezTo>
                  <a:pt x="421231" y="37967"/>
                  <a:pt x="420943" y="33852"/>
                  <a:pt x="420499" y="30025"/>
                </a:cubicBezTo>
                <a:cubicBezTo>
                  <a:pt x="422990" y="30470"/>
                  <a:pt x="424992" y="30693"/>
                  <a:pt x="426504" y="30693"/>
                </a:cubicBezTo>
                <a:cubicBezTo>
                  <a:pt x="427215" y="30693"/>
                  <a:pt x="427993" y="30626"/>
                  <a:pt x="428838" y="30493"/>
                </a:cubicBezTo>
                <a:cubicBezTo>
                  <a:pt x="429683" y="30360"/>
                  <a:pt x="430684" y="30204"/>
                  <a:pt x="431841" y="30025"/>
                </a:cubicBezTo>
                <a:cubicBezTo>
                  <a:pt x="431575" y="33584"/>
                  <a:pt x="431442" y="37143"/>
                  <a:pt x="431442" y="40701"/>
                </a:cubicBezTo>
                <a:lnTo>
                  <a:pt x="431709" y="40701"/>
                </a:lnTo>
                <a:cubicBezTo>
                  <a:pt x="434200" y="36875"/>
                  <a:pt x="437180" y="33917"/>
                  <a:pt x="440650" y="31827"/>
                </a:cubicBezTo>
                <a:cubicBezTo>
                  <a:pt x="444120" y="29736"/>
                  <a:pt x="448257" y="28691"/>
                  <a:pt x="453061" y="28691"/>
                </a:cubicBezTo>
                <a:cubicBezTo>
                  <a:pt x="455552" y="28691"/>
                  <a:pt x="458065" y="29047"/>
                  <a:pt x="460599" y="29760"/>
                </a:cubicBezTo>
                <a:cubicBezTo>
                  <a:pt x="463135" y="30471"/>
                  <a:pt x="465426" y="31695"/>
                  <a:pt x="467472" y="33429"/>
                </a:cubicBezTo>
                <a:cubicBezTo>
                  <a:pt x="469519" y="35164"/>
                  <a:pt x="471187" y="37522"/>
                  <a:pt x="472477" y="40503"/>
                </a:cubicBezTo>
                <a:cubicBezTo>
                  <a:pt x="473766" y="43483"/>
                  <a:pt x="474411" y="47286"/>
                  <a:pt x="474411" y="51911"/>
                </a:cubicBezTo>
                <a:cubicBezTo>
                  <a:pt x="474411" y="55736"/>
                  <a:pt x="474322" y="59673"/>
                  <a:pt x="474144" y="63721"/>
                </a:cubicBezTo>
                <a:cubicBezTo>
                  <a:pt x="473967" y="67769"/>
                  <a:pt x="473878" y="72062"/>
                  <a:pt x="473878" y="76600"/>
                </a:cubicBezTo>
                <a:lnTo>
                  <a:pt x="473878" y="85273"/>
                </a:lnTo>
                <a:cubicBezTo>
                  <a:pt x="473878" y="86697"/>
                  <a:pt x="473900" y="88099"/>
                  <a:pt x="473945" y="89478"/>
                </a:cubicBezTo>
                <a:cubicBezTo>
                  <a:pt x="473990" y="90857"/>
                  <a:pt x="474056" y="92169"/>
                  <a:pt x="474144" y="93414"/>
                </a:cubicBezTo>
                <a:cubicBezTo>
                  <a:pt x="472365" y="93236"/>
                  <a:pt x="470497" y="93147"/>
                  <a:pt x="468541" y="93147"/>
                </a:cubicBezTo>
                <a:cubicBezTo>
                  <a:pt x="466671" y="93147"/>
                  <a:pt x="464848" y="93236"/>
                  <a:pt x="463069" y="93414"/>
                </a:cubicBezTo>
                <a:cubicBezTo>
                  <a:pt x="463247" y="88787"/>
                  <a:pt x="463447" y="84028"/>
                  <a:pt x="463668" y="79136"/>
                </a:cubicBezTo>
                <a:cubicBezTo>
                  <a:pt x="463891" y="74242"/>
                  <a:pt x="464002" y="69215"/>
                  <a:pt x="464002" y="64055"/>
                </a:cubicBezTo>
                <a:lnTo>
                  <a:pt x="464002" y="55914"/>
                </a:lnTo>
                <a:close/>
                <a:moveTo>
                  <a:pt x="506841" y="12144"/>
                </a:moveTo>
                <a:cubicBezTo>
                  <a:pt x="506574" y="15525"/>
                  <a:pt x="506373" y="18838"/>
                  <a:pt x="506238" y="22085"/>
                </a:cubicBezTo>
                <a:cubicBezTo>
                  <a:pt x="506105" y="25333"/>
                  <a:pt x="505950" y="28602"/>
                  <a:pt x="505772" y="31894"/>
                </a:cubicBezTo>
                <a:cubicBezTo>
                  <a:pt x="506751" y="31894"/>
                  <a:pt x="508574" y="31872"/>
                  <a:pt x="511243" y="31827"/>
                </a:cubicBezTo>
                <a:cubicBezTo>
                  <a:pt x="513912" y="31782"/>
                  <a:pt x="516804" y="31671"/>
                  <a:pt x="519918" y="31493"/>
                </a:cubicBezTo>
                <a:cubicBezTo>
                  <a:pt x="519830" y="31760"/>
                  <a:pt x="519786" y="32250"/>
                  <a:pt x="519786" y="32961"/>
                </a:cubicBezTo>
                <a:lnTo>
                  <a:pt x="519786" y="34297"/>
                </a:lnTo>
                <a:lnTo>
                  <a:pt x="519786" y="35765"/>
                </a:lnTo>
                <a:cubicBezTo>
                  <a:pt x="519786" y="36387"/>
                  <a:pt x="519830" y="36831"/>
                  <a:pt x="519918" y="37099"/>
                </a:cubicBezTo>
                <a:cubicBezTo>
                  <a:pt x="518761" y="37009"/>
                  <a:pt x="517560" y="36943"/>
                  <a:pt x="516314" y="36899"/>
                </a:cubicBezTo>
                <a:cubicBezTo>
                  <a:pt x="515069" y="36854"/>
                  <a:pt x="513734" y="36832"/>
                  <a:pt x="512310" y="36832"/>
                </a:cubicBezTo>
                <a:lnTo>
                  <a:pt x="505772" y="36832"/>
                </a:lnTo>
                <a:cubicBezTo>
                  <a:pt x="505684" y="37188"/>
                  <a:pt x="505572" y="38611"/>
                  <a:pt x="505438" y="41102"/>
                </a:cubicBezTo>
                <a:cubicBezTo>
                  <a:pt x="505305" y="43593"/>
                  <a:pt x="505194" y="46551"/>
                  <a:pt x="505104" y="49976"/>
                </a:cubicBezTo>
                <a:cubicBezTo>
                  <a:pt x="505016" y="53401"/>
                  <a:pt x="504949" y="56982"/>
                  <a:pt x="504904" y="60720"/>
                </a:cubicBezTo>
                <a:cubicBezTo>
                  <a:pt x="504860" y="64455"/>
                  <a:pt x="504837" y="67791"/>
                  <a:pt x="504837" y="70728"/>
                </a:cubicBezTo>
                <a:cubicBezTo>
                  <a:pt x="504837" y="73219"/>
                  <a:pt x="504904" y="75666"/>
                  <a:pt x="505037" y="78069"/>
                </a:cubicBezTo>
                <a:cubicBezTo>
                  <a:pt x="505171" y="80470"/>
                  <a:pt x="505594" y="82627"/>
                  <a:pt x="506305" y="84540"/>
                </a:cubicBezTo>
                <a:cubicBezTo>
                  <a:pt x="507018" y="86453"/>
                  <a:pt x="508086" y="87987"/>
                  <a:pt x="509508" y="89144"/>
                </a:cubicBezTo>
                <a:cubicBezTo>
                  <a:pt x="510932" y="90300"/>
                  <a:pt x="512979" y="90879"/>
                  <a:pt x="515648" y="90879"/>
                </a:cubicBezTo>
                <a:cubicBezTo>
                  <a:pt x="516359" y="90879"/>
                  <a:pt x="517316" y="90790"/>
                  <a:pt x="518517" y="90612"/>
                </a:cubicBezTo>
                <a:cubicBezTo>
                  <a:pt x="519718" y="90434"/>
                  <a:pt x="520764" y="90211"/>
                  <a:pt x="521653" y="89944"/>
                </a:cubicBezTo>
                <a:lnTo>
                  <a:pt x="521653" y="93147"/>
                </a:lnTo>
                <a:cubicBezTo>
                  <a:pt x="520140" y="93415"/>
                  <a:pt x="518472" y="93748"/>
                  <a:pt x="516648" y="94147"/>
                </a:cubicBezTo>
                <a:cubicBezTo>
                  <a:pt x="514824" y="94547"/>
                  <a:pt x="513068" y="94748"/>
                  <a:pt x="511378" y="94748"/>
                </a:cubicBezTo>
                <a:cubicBezTo>
                  <a:pt x="505773" y="94748"/>
                  <a:pt x="501636" y="93369"/>
                  <a:pt x="498967" y="90612"/>
                </a:cubicBezTo>
                <a:cubicBezTo>
                  <a:pt x="496298" y="87853"/>
                  <a:pt x="494963" y="83805"/>
                  <a:pt x="494963" y="78468"/>
                </a:cubicBezTo>
                <a:cubicBezTo>
                  <a:pt x="494963" y="76066"/>
                  <a:pt x="495007" y="73465"/>
                  <a:pt x="495096" y="70663"/>
                </a:cubicBezTo>
                <a:cubicBezTo>
                  <a:pt x="495185" y="67859"/>
                  <a:pt x="495297" y="64790"/>
                  <a:pt x="495430" y="61455"/>
                </a:cubicBezTo>
                <a:cubicBezTo>
                  <a:pt x="495563" y="58118"/>
                  <a:pt x="495674" y="54425"/>
                  <a:pt x="495764" y="50377"/>
                </a:cubicBezTo>
                <a:cubicBezTo>
                  <a:pt x="495853" y="46329"/>
                  <a:pt x="495898" y="41814"/>
                  <a:pt x="495898" y="36832"/>
                </a:cubicBezTo>
                <a:lnTo>
                  <a:pt x="491626" y="36832"/>
                </a:lnTo>
                <a:cubicBezTo>
                  <a:pt x="490915" y="36832"/>
                  <a:pt x="490158" y="36854"/>
                  <a:pt x="489358" y="36899"/>
                </a:cubicBezTo>
                <a:cubicBezTo>
                  <a:pt x="488557" y="36943"/>
                  <a:pt x="487712" y="37009"/>
                  <a:pt x="486822" y="37099"/>
                </a:cubicBezTo>
                <a:cubicBezTo>
                  <a:pt x="486912" y="36565"/>
                  <a:pt x="486978" y="36054"/>
                  <a:pt x="487022" y="35565"/>
                </a:cubicBezTo>
                <a:cubicBezTo>
                  <a:pt x="487067" y="35075"/>
                  <a:pt x="487089" y="34564"/>
                  <a:pt x="487089" y="34030"/>
                </a:cubicBezTo>
                <a:cubicBezTo>
                  <a:pt x="487089" y="33585"/>
                  <a:pt x="487067" y="33140"/>
                  <a:pt x="487022" y="32696"/>
                </a:cubicBezTo>
                <a:cubicBezTo>
                  <a:pt x="486978" y="32251"/>
                  <a:pt x="486912" y="31806"/>
                  <a:pt x="486822" y="31361"/>
                </a:cubicBezTo>
                <a:cubicBezTo>
                  <a:pt x="490826" y="31627"/>
                  <a:pt x="493761" y="31760"/>
                  <a:pt x="495629" y="31760"/>
                </a:cubicBezTo>
                <a:cubicBezTo>
                  <a:pt x="495541" y="29981"/>
                  <a:pt x="495474" y="27758"/>
                  <a:pt x="495430" y="25089"/>
                </a:cubicBezTo>
                <a:cubicBezTo>
                  <a:pt x="495385" y="22420"/>
                  <a:pt x="495274" y="19662"/>
                  <a:pt x="495096" y="16813"/>
                </a:cubicBezTo>
                <a:lnTo>
                  <a:pt x="506173" y="12144"/>
                </a:lnTo>
                <a:lnTo>
                  <a:pt x="506841" y="12144"/>
                </a:lnTo>
                <a:close/>
                <a:moveTo>
                  <a:pt x="562354" y="40968"/>
                </a:moveTo>
                <a:cubicBezTo>
                  <a:pt x="561910" y="40434"/>
                  <a:pt x="561042" y="39945"/>
                  <a:pt x="559751" y="39502"/>
                </a:cubicBezTo>
                <a:cubicBezTo>
                  <a:pt x="558462" y="39056"/>
                  <a:pt x="557150" y="38834"/>
                  <a:pt x="555815" y="38834"/>
                </a:cubicBezTo>
                <a:cubicBezTo>
                  <a:pt x="553680" y="38834"/>
                  <a:pt x="551767" y="39323"/>
                  <a:pt x="550077" y="40302"/>
                </a:cubicBezTo>
                <a:cubicBezTo>
                  <a:pt x="548387" y="41281"/>
                  <a:pt x="546964" y="42593"/>
                  <a:pt x="545807" y="44238"/>
                </a:cubicBezTo>
                <a:cubicBezTo>
                  <a:pt x="544650" y="45883"/>
                  <a:pt x="543760" y="47841"/>
                  <a:pt x="543137" y="50111"/>
                </a:cubicBezTo>
                <a:cubicBezTo>
                  <a:pt x="542516" y="52379"/>
                  <a:pt x="542205" y="54803"/>
                  <a:pt x="542205" y="57382"/>
                </a:cubicBezTo>
                <a:lnTo>
                  <a:pt x="542205" y="72062"/>
                </a:lnTo>
                <a:cubicBezTo>
                  <a:pt x="542205" y="78022"/>
                  <a:pt x="542227" y="82582"/>
                  <a:pt x="542270" y="85741"/>
                </a:cubicBezTo>
                <a:cubicBezTo>
                  <a:pt x="542315" y="88899"/>
                  <a:pt x="542471" y="91456"/>
                  <a:pt x="542738" y="93414"/>
                </a:cubicBezTo>
                <a:cubicBezTo>
                  <a:pt x="540959" y="93236"/>
                  <a:pt x="539179" y="93147"/>
                  <a:pt x="537399" y="93147"/>
                </a:cubicBezTo>
                <a:cubicBezTo>
                  <a:pt x="535442" y="93147"/>
                  <a:pt x="533574" y="93236"/>
                  <a:pt x="531795" y="93414"/>
                </a:cubicBezTo>
                <a:cubicBezTo>
                  <a:pt x="532061" y="90389"/>
                  <a:pt x="532217" y="86275"/>
                  <a:pt x="532262" y="81070"/>
                </a:cubicBezTo>
                <a:cubicBezTo>
                  <a:pt x="532306" y="75865"/>
                  <a:pt x="532329" y="69482"/>
                  <a:pt x="532329" y="61921"/>
                </a:cubicBezTo>
                <a:lnTo>
                  <a:pt x="532329" y="57649"/>
                </a:lnTo>
                <a:cubicBezTo>
                  <a:pt x="532329" y="54180"/>
                  <a:pt x="532306" y="50178"/>
                  <a:pt x="532262" y="45641"/>
                </a:cubicBezTo>
                <a:cubicBezTo>
                  <a:pt x="532217" y="41103"/>
                  <a:pt x="532061" y="35897"/>
                  <a:pt x="531795" y="30025"/>
                </a:cubicBezTo>
                <a:cubicBezTo>
                  <a:pt x="532774" y="30204"/>
                  <a:pt x="533708" y="30360"/>
                  <a:pt x="534597" y="30493"/>
                </a:cubicBezTo>
                <a:cubicBezTo>
                  <a:pt x="535486" y="30626"/>
                  <a:pt x="536420" y="30693"/>
                  <a:pt x="537399" y="30693"/>
                </a:cubicBezTo>
                <a:cubicBezTo>
                  <a:pt x="538200" y="30693"/>
                  <a:pt x="539045" y="30626"/>
                  <a:pt x="539934" y="30493"/>
                </a:cubicBezTo>
                <a:cubicBezTo>
                  <a:pt x="540825" y="30360"/>
                  <a:pt x="541760" y="30204"/>
                  <a:pt x="542738" y="30025"/>
                </a:cubicBezTo>
                <a:cubicBezTo>
                  <a:pt x="542383" y="33229"/>
                  <a:pt x="542182" y="35764"/>
                  <a:pt x="542138" y="37632"/>
                </a:cubicBezTo>
                <a:cubicBezTo>
                  <a:pt x="542093" y="39500"/>
                  <a:pt x="542070" y="41279"/>
                  <a:pt x="542070" y="42969"/>
                </a:cubicBezTo>
                <a:lnTo>
                  <a:pt x="542337" y="43104"/>
                </a:lnTo>
                <a:cubicBezTo>
                  <a:pt x="547587" y="33495"/>
                  <a:pt x="553459" y="28691"/>
                  <a:pt x="559953" y="28691"/>
                </a:cubicBezTo>
                <a:cubicBezTo>
                  <a:pt x="560754" y="28691"/>
                  <a:pt x="561443" y="28736"/>
                  <a:pt x="562022" y="28825"/>
                </a:cubicBezTo>
                <a:cubicBezTo>
                  <a:pt x="562600" y="28914"/>
                  <a:pt x="563334" y="29136"/>
                  <a:pt x="564223" y="29491"/>
                </a:cubicBezTo>
                <a:cubicBezTo>
                  <a:pt x="563778" y="30560"/>
                  <a:pt x="563510" y="32184"/>
                  <a:pt x="563421" y="34364"/>
                </a:cubicBezTo>
                <a:cubicBezTo>
                  <a:pt x="563332" y="36543"/>
                  <a:pt x="563288" y="38522"/>
                  <a:pt x="563288" y="40302"/>
                </a:cubicBezTo>
                <a:lnTo>
                  <a:pt x="562354" y="40968"/>
                </a:lnTo>
                <a:close/>
                <a:moveTo>
                  <a:pt x="577834" y="6805"/>
                </a:moveTo>
                <a:cubicBezTo>
                  <a:pt x="577834" y="4937"/>
                  <a:pt x="578502" y="3336"/>
                  <a:pt x="579836" y="2002"/>
                </a:cubicBezTo>
                <a:cubicBezTo>
                  <a:pt x="581170" y="667"/>
                  <a:pt x="582772" y="0"/>
                  <a:pt x="584642" y="0"/>
                </a:cubicBezTo>
                <a:cubicBezTo>
                  <a:pt x="586510" y="0"/>
                  <a:pt x="588111" y="667"/>
                  <a:pt x="589445" y="2002"/>
                </a:cubicBezTo>
                <a:cubicBezTo>
                  <a:pt x="590780" y="3336"/>
                  <a:pt x="591447" y="4937"/>
                  <a:pt x="591447" y="6805"/>
                </a:cubicBezTo>
                <a:cubicBezTo>
                  <a:pt x="591447" y="8673"/>
                  <a:pt x="590780" y="10275"/>
                  <a:pt x="589445" y="11611"/>
                </a:cubicBezTo>
                <a:cubicBezTo>
                  <a:pt x="588111" y="12945"/>
                  <a:pt x="586510" y="13612"/>
                  <a:pt x="584642" y="13612"/>
                </a:cubicBezTo>
                <a:cubicBezTo>
                  <a:pt x="582772" y="13612"/>
                  <a:pt x="581170" y="12945"/>
                  <a:pt x="579836" y="11611"/>
                </a:cubicBezTo>
                <a:cubicBezTo>
                  <a:pt x="578502" y="10275"/>
                  <a:pt x="577834" y="8673"/>
                  <a:pt x="577834" y="6805"/>
                </a:cubicBezTo>
                <a:moveTo>
                  <a:pt x="579704" y="54981"/>
                </a:moveTo>
                <a:cubicBezTo>
                  <a:pt x="579704" y="50978"/>
                  <a:pt x="579636" y="46774"/>
                  <a:pt x="579502" y="42371"/>
                </a:cubicBezTo>
                <a:cubicBezTo>
                  <a:pt x="579369" y="37967"/>
                  <a:pt x="579080" y="33852"/>
                  <a:pt x="578635" y="30025"/>
                </a:cubicBezTo>
                <a:cubicBezTo>
                  <a:pt x="581126" y="30470"/>
                  <a:pt x="583128" y="30693"/>
                  <a:pt x="584642" y="30693"/>
                </a:cubicBezTo>
                <a:cubicBezTo>
                  <a:pt x="586154" y="30693"/>
                  <a:pt x="588156" y="30470"/>
                  <a:pt x="590647" y="30025"/>
                </a:cubicBezTo>
                <a:cubicBezTo>
                  <a:pt x="590201" y="33852"/>
                  <a:pt x="589911" y="37967"/>
                  <a:pt x="589777" y="42371"/>
                </a:cubicBezTo>
                <a:cubicBezTo>
                  <a:pt x="589644" y="46774"/>
                  <a:pt x="589578" y="50978"/>
                  <a:pt x="589578" y="54981"/>
                </a:cubicBezTo>
                <a:lnTo>
                  <a:pt x="589578" y="68858"/>
                </a:lnTo>
                <a:cubicBezTo>
                  <a:pt x="589578" y="72863"/>
                  <a:pt x="589644" y="77067"/>
                  <a:pt x="589777" y="81471"/>
                </a:cubicBezTo>
                <a:cubicBezTo>
                  <a:pt x="589911" y="85875"/>
                  <a:pt x="590201" y="89856"/>
                  <a:pt x="590647" y="93414"/>
                </a:cubicBezTo>
                <a:cubicBezTo>
                  <a:pt x="588599" y="93236"/>
                  <a:pt x="586598" y="93147"/>
                  <a:pt x="584642" y="93147"/>
                </a:cubicBezTo>
                <a:cubicBezTo>
                  <a:pt x="582684" y="93147"/>
                  <a:pt x="580682" y="93236"/>
                  <a:pt x="578635" y="93414"/>
                </a:cubicBezTo>
                <a:cubicBezTo>
                  <a:pt x="579080" y="89856"/>
                  <a:pt x="579369" y="85875"/>
                  <a:pt x="579502" y="81471"/>
                </a:cubicBezTo>
                <a:cubicBezTo>
                  <a:pt x="579636" y="77067"/>
                  <a:pt x="579704" y="72863"/>
                  <a:pt x="579704" y="68858"/>
                </a:cubicBezTo>
                <a:lnTo>
                  <a:pt x="579704" y="54981"/>
                </a:lnTo>
                <a:close/>
                <a:moveTo>
                  <a:pt x="638688" y="32961"/>
                </a:moveTo>
                <a:cubicBezTo>
                  <a:pt x="635396" y="32961"/>
                  <a:pt x="632616" y="33717"/>
                  <a:pt x="630346" y="35229"/>
                </a:cubicBezTo>
                <a:cubicBezTo>
                  <a:pt x="628077" y="36742"/>
                  <a:pt x="626209" y="38633"/>
                  <a:pt x="624742" y="40903"/>
                </a:cubicBezTo>
                <a:cubicBezTo>
                  <a:pt x="623274" y="43171"/>
                  <a:pt x="622163" y="45662"/>
                  <a:pt x="621407" y="48376"/>
                </a:cubicBezTo>
                <a:cubicBezTo>
                  <a:pt x="620650" y="51089"/>
                  <a:pt x="620183" y="53647"/>
                  <a:pt x="620006" y="56048"/>
                </a:cubicBezTo>
                <a:cubicBezTo>
                  <a:pt x="622763" y="56138"/>
                  <a:pt x="625631" y="56228"/>
                  <a:pt x="628611" y="56317"/>
                </a:cubicBezTo>
                <a:cubicBezTo>
                  <a:pt x="631592" y="56405"/>
                  <a:pt x="634506" y="56449"/>
                  <a:pt x="637353" y="56449"/>
                </a:cubicBezTo>
                <a:cubicBezTo>
                  <a:pt x="640289" y="56449"/>
                  <a:pt x="643269" y="56405"/>
                  <a:pt x="646294" y="56317"/>
                </a:cubicBezTo>
                <a:cubicBezTo>
                  <a:pt x="649318" y="56228"/>
                  <a:pt x="652255" y="56138"/>
                  <a:pt x="655103" y="56048"/>
                </a:cubicBezTo>
                <a:cubicBezTo>
                  <a:pt x="655103" y="53647"/>
                  <a:pt x="654902" y="51112"/>
                  <a:pt x="654502" y="48443"/>
                </a:cubicBezTo>
                <a:cubicBezTo>
                  <a:pt x="654102" y="45773"/>
                  <a:pt x="653301" y="43281"/>
                  <a:pt x="652099" y="40968"/>
                </a:cubicBezTo>
                <a:cubicBezTo>
                  <a:pt x="650898" y="38655"/>
                  <a:pt x="649229" y="36742"/>
                  <a:pt x="647094" y="35229"/>
                </a:cubicBezTo>
                <a:cubicBezTo>
                  <a:pt x="644959" y="33717"/>
                  <a:pt x="642157" y="32961"/>
                  <a:pt x="638688" y="32961"/>
                </a:cubicBezTo>
                <a:moveTo>
                  <a:pt x="607861" y="63788"/>
                </a:moveTo>
                <a:cubicBezTo>
                  <a:pt x="607861" y="52845"/>
                  <a:pt x="610463" y="44260"/>
                  <a:pt x="615666" y="38033"/>
                </a:cubicBezTo>
                <a:cubicBezTo>
                  <a:pt x="620871" y="31805"/>
                  <a:pt x="628456" y="28691"/>
                  <a:pt x="638422" y="28691"/>
                </a:cubicBezTo>
                <a:cubicBezTo>
                  <a:pt x="643136" y="28691"/>
                  <a:pt x="647206" y="29425"/>
                  <a:pt x="650631" y="30894"/>
                </a:cubicBezTo>
                <a:cubicBezTo>
                  <a:pt x="654056" y="32362"/>
                  <a:pt x="656925" y="34319"/>
                  <a:pt x="659238" y="36765"/>
                </a:cubicBezTo>
                <a:cubicBezTo>
                  <a:pt x="661552" y="39211"/>
                  <a:pt x="663264" y="42080"/>
                  <a:pt x="664376" y="45372"/>
                </a:cubicBezTo>
                <a:cubicBezTo>
                  <a:pt x="665488" y="48664"/>
                  <a:pt x="666044" y="52178"/>
                  <a:pt x="666044" y="55914"/>
                </a:cubicBezTo>
                <a:cubicBezTo>
                  <a:pt x="666044" y="56804"/>
                  <a:pt x="666021" y="57673"/>
                  <a:pt x="665976" y="58518"/>
                </a:cubicBezTo>
                <a:cubicBezTo>
                  <a:pt x="665933" y="59363"/>
                  <a:pt x="665866" y="60229"/>
                  <a:pt x="665777" y="61119"/>
                </a:cubicBezTo>
                <a:cubicBezTo>
                  <a:pt x="660973" y="61030"/>
                  <a:pt x="656213" y="60942"/>
                  <a:pt x="651499" y="60854"/>
                </a:cubicBezTo>
                <a:cubicBezTo>
                  <a:pt x="646784" y="60764"/>
                  <a:pt x="642024" y="60720"/>
                  <a:pt x="637220" y="60720"/>
                </a:cubicBezTo>
                <a:cubicBezTo>
                  <a:pt x="634284" y="60720"/>
                  <a:pt x="631370" y="60764"/>
                  <a:pt x="628479" y="60854"/>
                </a:cubicBezTo>
                <a:cubicBezTo>
                  <a:pt x="625587" y="60942"/>
                  <a:pt x="622673" y="61030"/>
                  <a:pt x="619737" y="61119"/>
                </a:cubicBezTo>
                <a:cubicBezTo>
                  <a:pt x="619649" y="61564"/>
                  <a:pt x="619604" y="62231"/>
                  <a:pt x="619604" y="63120"/>
                </a:cubicBezTo>
                <a:lnTo>
                  <a:pt x="619604" y="64855"/>
                </a:lnTo>
                <a:cubicBezTo>
                  <a:pt x="619604" y="68325"/>
                  <a:pt x="620116" y="71573"/>
                  <a:pt x="621138" y="74599"/>
                </a:cubicBezTo>
                <a:cubicBezTo>
                  <a:pt x="622161" y="77623"/>
                  <a:pt x="623652" y="80226"/>
                  <a:pt x="625609" y="82406"/>
                </a:cubicBezTo>
                <a:cubicBezTo>
                  <a:pt x="627567" y="84585"/>
                  <a:pt x="629969" y="86319"/>
                  <a:pt x="632816" y="87610"/>
                </a:cubicBezTo>
                <a:cubicBezTo>
                  <a:pt x="635662" y="88900"/>
                  <a:pt x="638954" y="89545"/>
                  <a:pt x="642692" y="89545"/>
                </a:cubicBezTo>
                <a:cubicBezTo>
                  <a:pt x="644470" y="89545"/>
                  <a:pt x="646293" y="89301"/>
                  <a:pt x="648161" y="88812"/>
                </a:cubicBezTo>
                <a:cubicBezTo>
                  <a:pt x="650030" y="88322"/>
                  <a:pt x="651854" y="87654"/>
                  <a:pt x="653633" y="86808"/>
                </a:cubicBezTo>
                <a:cubicBezTo>
                  <a:pt x="655412" y="85962"/>
                  <a:pt x="657081" y="84962"/>
                  <a:pt x="658638" y="83807"/>
                </a:cubicBezTo>
                <a:cubicBezTo>
                  <a:pt x="660195" y="82650"/>
                  <a:pt x="661552" y="81404"/>
                  <a:pt x="662708" y="80068"/>
                </a:cubicBezTo>
                <a:lnTo>
                  <a:pt x="663376" y="80469"/>
                </a:lnTo>
                <a:lnTo>
                  <a:pt x="662576" y="87008"/>
                </a:lnTo>
                <a:cubicBezTo>
                  <a:pt x="659906" y="89143"/>
                  <a:pt x="656591" y="90967"/>
                  <a:pt x="652633" y="92479"/>
                </a:cubicBezTo>
                <a:cubicBezTo>
                  <a:pt x="648674" y="93991"/>
                  <a:pt x="644560" y="94748"/>
                  <a:pt x="640289" y="94748"/>
                </a:cubicBezTo>
                <a:cubicBezTo>
                  <a:pt x="635485" y="94748"/>
                  <a:pt x="631103" y="94014"/>
                  <a:pt x="627143" y="92546"/>
                </a:cubicBezTo>
                <a:cubicBezTo>
                  <a:pt x="623184" y="91079"/>
                  <a:pt x="619759" y="88944"/>
                  <a:pt x="616868" y="86142"/>
                </a:cubicBezTo>
                <a:cubicBezTo>
                  <a:pt x="613978" y="83339"/>
                  <a:pt x="611754" y="80025"/>
                  <a:pt x="610197" y="76199"/>
                </a:cubicBezTo>
                <a:cubicBezTo>
                  <a:pt x="608640" y="72374"/>
                  <a:pt x="607861" y="68237"/>
                  <a:pt x="607861" y="63788"/>
                </a:cubicBezTo>
                <a:close/>
                <a:moveTo>
                  <a:pt x="679389" y="81003"/>
                </a:moveTo>
                <a:cubicBezTo>
                  <a:pt x="679835" y="81893"/>
                  <a:pt x="680524" y="82872"/>
                  <a:pt x="681458" y="83939"/>
                </a:cubicBezTo>
                <a:cubicBezTo>
                  <a:pt x="682392" y="85006"/>
                  <a:pt x="683504" y="86007"/>
                  <a:pt x="684794" y="86943"/>
                </a:cubicBezTo>
                <a:cubicBezTo>
                  <a:pt x="686085" y="87877"/>
                  <a:pt x="687553" y="88655"/>
                  <a:pt x="689198" y="89278"/>
                </a:cubicBezTo>
                <a:cubicBezTo>
                  <a:pt x="690843" y="89900"/>
                  <a:pt x="692601" y="90211"/>
                  <a:pt x="694470" y="90211"/>
                </a:cubicBezTo>
                <a:cubicBezTo>
                  <a:pt x="696160" y="90211"/>
                  <a:pt x="697784" y="89944"/>
                  <a:pt x="699341" y="89411"/>
                </a:cubicBezTo>
                <a:cubicBezTo>
                  <a:pt x="700898" y="88877"/>
                  <a:pt x="702276" y="88121"/>
                  <a:pt x="703476" y="87142"/>
                </a:cubicBezTo>
                <a:cubicBezTo>
                  <a:pt x="704678" y="86163"/>
                  <a:pt x="705634" y="84918"/>
                  <a:pt x="706345" y="83406"/>
                </a:cubicBezTo>
                <a:cubicBezTo>
                  <a:pt x="707058" y="81893"/>
                  <a:pt x="707414" y="80158"/>
                  <a:pt x="707414" y="78201"/>
                </a:cubicBezTo>
                <a:cubicBezTo>
                  <a:pt x="707414" y="75442"/>
                  <a:pt x="706636" y="73329"/>
                  <a:pt x="705079" y="71862"/>
                </a:cubicBezTo>
                <a:cubicBezTo>
                  <a:pt x="703522" y="70395"/>
                  <a:pt x="701587" y="69194"/>
                  <a:pt x="699273" y="68260"/>
                </a:cubicBezTo>
                <a:cubicBezTo>
                  <a:pt x="696960" y="67324"/>
                  <a:pt x="694424" y="66501"/>
                  <a:pt x="691666" y="65790"/>
                </a:cubicBezTo>
                <a:cubicBezTo>
                  <a:pt x="688909" y="65078"/>
                  <a:pt x="686374" y="64078"/>
                  <a:pt x="684060" y="62788"/>
                </a:cubicBezTo>
                <a:cubicBezTo>
                  <a:pt x="681747" y="61497"/>
                  <a:pt x="679812" y="59785"/>
                  <a:pt x="678255" y="57651"/>
                </a:cubicBezTo>
                <a:cubicBezTo>
                  <a:pt x="676698" y="55515"/>
                  <a:pt x="675919" y="52579"/>
                  <a:pt x="675919" y="48842"/>
                </a:cubicBezTo>
                <a:cubicBezTo>
                  <a:pt x="675919" y="45906"/>
                  <a:pt x="676409" y="43214"/>
                  <a:pt x="677388" y="40768"/>
                </a:cubicBezTo>
                <a:cubicBezTo>
                  <a:pt x="678366" y="38322"/>
                  <a:pt x="679790" y="36209"/>
                  <a:pt x="681658" y="34429"/>
                </a:cubicBezTo>
                <a:cubicBezTo>
                  <a:pt x="683526" y="32650"/>
                  <a:pt x="685839" y="31249"/>
                  <a:pt x="688597" y="30226"/>
                </a:cubicBezTo>
                <a:cubicBezTo>
                  <a:pt x="691356" y="29203"/>
                  <a:pt x="694514" y="28691"/>
                  <a:pt x="698072" y="28691"/>
                </a:cubicBezTo>
                <a:cubicBezTo>
                  <a:pt x="701364" y="28691"/>
                  <a:pt x="704144" y="29136"/>
                  <a:pt x="706413" y="30027"/>
                </a:cubicBezTo>
                <a:cubicBezTo>
                  <a:pt x="708681" y="30916"/>
                  <a:pt x="710839" y="31716"/>
                  <a:pt x="712886" y="32428"/>
                </a:cubicBezTo>
                <a:cubicBezTo>
                  <a:pt x="712173" y="33762"/>
                  <a:pt x="711505" y="35408"/>
                  <a:pt x="710882" y="37366"/>
                </a:cubicBezTo>
                <a:cubicBezTo>
                  <a:pt x="710260" y="39323"/>
                  <a:pt x="709861" y="40835"/>
                  <a:pt x="709683" y="41902"/>
                </a:cubicBezTo>
                <a:lnTo>
                  <a:pt x="708080" y="41902"/>
                </a:lnTo>
                <a:cubicBezTo>
                  <a:pt x="707369" y="39767"/>
                  <a:pt x="705990" y="37854"/>
                  <a:pt x="703943" y="36164"/>
                </a:cubicBezTo>
                <a:cubicBezTo>
                  <a:pt x="701897" y="34474"/>
                  <a:pt x="699362" y="33629"/>
                  <a:pt x="696337" y="33629"/>
                </a:cubicBezTo>
                <a:cubicBezTo>
                  <a:pt x="695003" y="33629"/>
                  <a:pt x="693668" y="33852"/>
                  <a:pt x="692334" y="34297"/>
                </a:cubicBezTo>
                <a:cubicBezTo>
                  <a:pt x="690999" y="34741"/>
                  <a:pt x="689798" y="35408"/>
                  <a:pt x="688730" y="36299"/>
                </a:cubicBezTo>
                <a:cubicBezTo>
                  <a:pt x="687663" y="37188"/>
                  <a:pt x="686773" y="38344"/>
                  <a:pt x="686062" y="39768"/>
                </a:cubicBezTo>
                <a:cubicBezTo>
                  <a:pt x="685351" y="41191"/>
                  <a:pt x="684995" y="42881"/>
                  <a:pt x="684995" y="44839"/>
                </a:cubicBezTo>
                <a:cubicBezTo>
                  <a:pt x="684995" y="47685"/>
                  <a:pt x="685773" y="49887"/>
                  <a:pt x="687329" y="51444"/>
                </a:cubicBezTo>
                <a:cubicBezTo>
                  <a:pt x="688886" y="53001"/>
                  <a:pt x="690821" y="54225"/>
                  <a:pt x="693134" y="55116"/>
                </a:cubicBezTo>
                <a:cubicBezTo>
                  <a:pt x="695447" y="56005"/>
                  <a:pt x="697982" y="56783"/>
                  <a:pt x="700740" y="57451"/>
                </a:cubicBezTo>
                <a:cubicBezTo>
                  <a:pt x="703498" y="58118"/>
                  <a:pt x="706034" y="59052"/>
                  <a:pt x="708347" y="60253"/>
                </a:cubicBezTo>
                <a:cubicBezTo>
                  <a:pt x="710660" y="61453"/>
                  <a:pt x="712595" y="63121"/>
                  <a:pt x="714152" y="65256"/>
                </a:cubicBezTo>
                <a:cubicBezTo>
                  <a:pt x="715710" y="67392"/>
                  <a:pt x="716488" y="70327"/>
                  <a:pt x="716488" y="74063"/>
                </a:cubicBezTo>
                <a:cubicBezTo>
                  <a:pt x="716488" y="76644"/>
                  <a:pt x="715932" y="79180"/>
                  <a:pt x="714820" y="81671"/>
                </a:cubicBezTo>
                <a:cubicBezTo>
                  <a:pt x="713709" y="84162"/>
                  <a:pt x="712107" y="86408"/>
                  <a:pt x="710015" y="88411"/>
                </a:cubicBezTo>
                <a:cubicBezTo>
                  <a:pt x="707924" y="90412"/>
                  <a:pt x="705411" y="91968"/>
                  <a:pt x="702474" y="93080"/>
                </a:cubicBezTo>
                <a:cubicBezTo>
                  <a:pt x="699540" y="94192"/>
                  <a:pt x="696204" y="94748"/>
                  <a:pt x="692468" y="94748"/>
                </a:cubicBezTo>
                <a:cubicBezTo>
                  <a:pt x="688375" y="94748"/>
                  <a:pt x="684950" y="94347"/>
                  <a:pt x="682191" y="93546"/>
                </a:cubicBezTo>
                <a:cubicBezTo>
                  <a:pt x="679434" y="92747"/>
                  <a:pt x="677121" y="91813"/>
                  <a:pt x="675252" y="90744"/>
                </a:cubicBezTo>
                <a:cubicBezTo>
                  <a:pt x="675786" y="89588"/>
                  <a:pt x="676343" y="88009"/>
                  <a:pt x="676921" y="86008"/>
                </a:cubicBezTo>
                <a:cubicBezTo>
                  <a:pt x="677500" y="84006"/>
                  <a:pt x="677789" y="82337"/>
                  <a:pt x="677789" y="81003"/>
                </a:cubicBezTo>
                <a:lnTo>
                  <a:pt x="679389" y="81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11SocialT">
            <a:extLst xmlns:a="http://schemas.openxmlformats.org/drawingml/2006/main">
              <a:ext uri="{FF2B5EF4-FFF2-40B4-BE49-F238E27FC236}">
                <a16:creationId xmlns:a16="http://schemas.microsoft.com/office/drawing/2014/main" id="{4FF5D271-C6CC-4708-B37D-867CFEB0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074" y="732068"/>
            <a:ext cx="620271" cy="102355"/>
          </a:xfrm>
          <a:custGeom xmlns:a="http://schemas.openxmlformats.org/drawingml/2006/main">
            <a:pathLst>
              <a:path w="620271" h="102355">
                <a:moveTo>
                  <a:pt x="4003" y="28023"/>
                </a:moveTo>
                <a:cubicBezTo>
                  <a:pt x="3026" y="26245"/>
                  <a:pt x="1691" y="24821"/>
                  <a:pt x="0" y="23753"/>
                </a:cubicBezTo>
                <a:lnTo>
                  <a:pt x="0" y="22820"/>
                </a:lnTo>
                <a:cubicBezTo>
                  <a:pt x="5072" y="20773"/>
                  <a:pt x="10254" y="18527"/>
                  <a:pt x="15547" y="16080"/>
                </a:cubicBezTo>
                <a:cubicBezTo>
                  <a:pt x="20841" y="13634"/>
                  <a:pt x="25802" y="11254"/>
                  <a:pt x="30428" y="8941"/>
                </a:cubicBezTo>
                <a:lnTo>
                  <a:pt x="31361" y="9609"/>
                </a:lnTo>
                <a:cubicBezTo>
                  <a:pt x="31005" y="15480"/>
                  <a:pt x="30738" y="21285"/>
                  <a:pt x="30560" y="27023"/>
                </a:cubicBezTo>
                <a:cubicBezTo>
                  <a:pt x="30382" y="32762"/>
                  <a:pt x="30294" y="38566"/>
                  <a:pt x="30294" y="44438"/>
                </a:cubicBezTo>
                <a:lnTo>
                  <a:pt x="30294" y="66724"/>
                </a:lnTo>
                <a:cubicBezTo>
                  <a:pt x="30294" y="72596"/>
                  <a:pt x="30382" y="78356"/>
                  <a:pt x="30560" y="84006"/>
                </a:cubicBezTo>
                <a:cubicBezTo>
                  <a:pt x="30738" y="89655"/>
                  <a:pt x="31005" y="95193"/>
                  <a:pt x="31361" y="100620"/>
                </a:cubicBezTo>
                <a:cubicBezTo>
                  <a:pt x="30294" y="100442"/>
                  <a:pt x="29248" y="100353"/>
                  <a:pt x="28225" y="100353"/>
                </a:cubicBezTo>
                <a:cubicBezTo>
                  <a:pt x="27203" y="100353"/>
                  <a:pt x="26157" y="100353"/>
                  <a:pt x="25089" y="100353"/>
                </a:cubicBezTo>
                <a:cubicBezTo>
                  <a:pt x="24022" y="100353"/>
                  <a:pt x="22977" y="100353"/>
                  <a:pt x="21953" y="100353"/>
                </a:cubicBezTo>
                <a:cubicBezTo>
                  <a:pt x="20929" y="100353"/>
                  <a:pt x="19884" y="100442"/>
                  <a:pt x="18817" y="100620"/>
                </a:cubicBezTo>
                <a:cubicBezTo>
                  <a:pt x="19262" y="95105"/>
                  <a:pt x="19552" y="89544"/>
                  <a:pt x="19685" y="83939"/>
                </a:cubicBezTo>
                <a:cubicBezTo>
                  <a:pt x="19818" y="78334"/>
                  <a:pt x="19884" y="72596"/>
                  <a:pt x="19884" y="66724"/>
                </a:cubicBezTo>
                <a:lnTo>
                  <a:pt x="19884" y="19216"/>
                </a:lnTo>
                <a:lnTo>
                  <a:pt x="4003" y="28023"/>
                </a:lnTo>
                <a:close/>
                <a:moveTo>
                  <a:pt x="78201" y="28023"/>
                </a:moveTo>
                <a:cubicBezTo>
                  <a:pt x="77224" y="26245"/>
                  <a:pt x="75889" y="24821"/>
                  <a:pt x="74198" y="23753"/>
                </a:cubicBezTo>
                <a:lnTo>
                  <a:pt x="74198" y="22820"/>
                </a:lnTo>
                <a:cubicBezTo>
                  <a:pt x="79270" y="20773"/>
                  <a:pt x="84452" y="18527"/>
                  <a:pt x="89745" y="16080"/>
                </a:cubicBezTo>
                <a:cubicBezTo>
                  <a:pt x="95039" y="13634"/>
                  <a:pt x="99999" y="11254"/>
                  <a:pt x="104626" y="8941"/>
                </a:cubicBezTo>
                <a:lnTo>
                  <a:pt x="105558" y="9609"/>
                </a:lnTo>
                <a:cubicBezTo>
                  <a:pt x="105203" y="15480"/>
                  <a:pt x="104936" y="21285"/>
                  <a:pt x="104758" y="27023"/>
                </a:cubicBezTo>
                <a:cubicBezTo>
                  <a:pt x="104580" y="32762"/>
                  <a:pt x="104491" y="38566"/>
                  <a:pt x="104491" y="44438"/>
                </a:cubicBezTo>
                <a:lnTo>
                  <a:pt x="104491" y="66724"/>
                </a:lnTo>
                <a:cubicBezTo>
                  <a:pt x="104491" y="72596"/>
                  <a:pt x="104580" y="78356"/>
                  <a:pt x="104758" y="84006"/>
                </a:cubicBezTo>
                <a:cubicBezTo>
                  <a:pt x="104936" y="89655"/>
                  <a:pt x="105203" y="95193"/>
                  <a:pt x="105558" y="100620"/>
                </a:cubicBezTo>
                <a:cubicBezTo>
                  <a:pt x="104491" y="100442"/>
                  <a:pt x="103446" y="100353"/>
                  <a:pt x="102423" y="100353"/>
                </a:cubicBezTo>
                <a:cubicBezTo>
                  <a:pt x="101400" y="100353"/>
                  <a:pt x="100355" y="100353"/>
                  <a:pt x="99287" y="100353"/>
                </a:cubicBezTo>
                <a:cubicBezTo>
                  <a:pt x="98220" y="100353"/>
                  <a:pt x="97174" y="100353"/>
                  <a:pt x="96151" y="100353"/>
                </a:cubicBezTo>
                <a:cubicBezTo>
                  <a:pt x="95127" y="100353"/>
                  <a:pt x="94082" y="100442"/>
                  <a:pt x="93015" y="100620"/>
                </a:cubicBezTo>
                <a:cubicBezTo>
                  <a:pt x="93460" y="95105"/>
                  <a:pt x="93749" y="89544"/>
                  <a:pt x="93882" y="83939"/>
                </a:cubicBezTo>
                <a:cubicBezTo>
                  <a:pt x="94015" y="78334"/>
                  <a:pt x="94082" y="72596"/>
                  <a:pt x="94082" y="66724"/>
                </a:cubicBezTo>
                <a:lnTo>
                  <a:pt x="94082" y="19216"/>
                </a:lnTo>
                <a:lnTo>
                  <a:pt x="78201" y="28023"/>
                </a:lnTo>
                <a:close/>
                <a:moveTo>
                  <a:pt x="183093" y="83271"/>
                </a:moveTo>
                <a:cubicBezTo>
                  <a:pt x="183805" y="84873"/>
                  <a:pt x="184760" y="86497"/>
                  <a:pt x="185960" y="88144"/>
                </a:cubicBezTo>
                <a:cubicBezTo>
                  <a:pt x="187162" y="89789"/>
                  <a:pt x="188630" y="91279"/>
                  <a:pt x="190365" y="92614"/>
                </a:cubicBezTo>
                <a:cubicBezTo>
                  <a:pt x="192100" y="93948"/>
                  <a:pt x="194124" y="95038"/>
                  <a:pt x="196437" y="95884"/>
                </a:cubicBezTo>
                <a:cubicBezTo>
                  <a:pt x="198750" y="96728"/>
                  <a:pt x="201330" y="97150"/>
                  <a:pt x="204177" y="97150"/>
                </a:cubicBezTo>
                <a:cubicBezTo>
                  <a:pt x="207113" y="97150"/>
                  <a:pt x="209760" y="96639"/>
                  <a:pt x="212118" y="95617"/>
                </a:cubicBezTo>
                <a:cubicBezTo>
                  <a:pt x="214476" y="94594"/>
                  <a:pt x="216478" y="93214"/>
                  <a:pt x="218123" y="91479"/>
                </a:cubicBezTo>
                <a:cubicBezTo>
                  <a:pt x="219769" y="89745"/>
                  <a:pt x="221036" y="87698"/>
                  <a:pt x="221925" y="85340"/>
                </a:cubicBezTo>
                <a:cubicBezTo>
                  <a:pt x="222815" y="82982"/>
                  <a:pt x="223261" y="80469"/>
                  <a:pt x="223261" y="77800"/>
                </a:cubicBezTo>
                <a:cubicBezTo>
                  <a:pt x="223261" y="73708"/>
                  <a:pt x="222215" y="70462"/>
                  <a:pt x="220125" y="68060"/>
                </a:cubicBezTo>
                <a:cubicBezTo>
                  <a:pt x="218034" y="65657"/>
                  <a:pt x="215432" y="63656"/>
                  <a:pt x="212318" y="62055"/>
                </a:cubicBezTo>
                <a:cubicBezTo>
                  <a:pt x="209204" y="60453"/>
                  <a:pt x="205845" y="58985"/>
                  <a:pt x="202242" y="57651"/>
                </a:cubicBezTo>
                <a:cubicBezTo>
                  <a:pt x="198640" y="56315"/>
                  <a:pt x="195281" y="54647"/>
                  <a:pt x="192167" y="52646"/>
                </a:cubicBezTo>
                <a:cubicBezTo>
                  <a:pt x="189053" y="50643"/>
                  <a:pt x="186450" y="48086"/>
                  <a:pt x="184360" y="44973"/>
                </a:cubicBezTo>
                <a:cubicBezTo>
                  <a:pt x="182269" y="41859"/>
                  <a:pt x="181224" y="37677"/>
                  <a:pt x="181224" y="32428"/>
                </a:cubicBezTo>
                <a:cubicBezTo>
                  <a:pt x="181224" y="28692"/>
                  <a:pt x="181891" y="25289"/>
                  <a:pt x="183226" y="22220"/>
                </a:cubicBezTo>
                <a:cubicBezTo>
                  <a:pt x="184560" y="19150"/>
                  <a:pt x="186495" y="16504"/>
                  <a:pt x="189031" y="14280"/>
                </a:cubicBezTo>
                <a:cubicBezTo>
                  <a:pt x="191567" y="12055"/>
                  <a:pt x="194614" y="10320"/>
                  <a:pt x="198172" y="9076"/>
                </a:cubicBezTo>
                <a:cubicBezTo>
                  <a:pt x="201731" y="7829"/>
                  <a:pt x="205735" y="7206"/>
                  <a:pt x="210184" y="7206"/>
                </a:cubicBezTo>
                <a:cubicBezTo>
                  <a:pt x="214453" y="7206"/>
                  <a:pt x="218145" y="7718"/>
                  <a:pt x="221259" y="8742"/>
                </a:cubicBezTo>
                <a:cubicBezTo>
                  <a:pt x="224373" y="9764"/>
                  <a:pt x="227265" y="11343"/>
                  <a:pt x="229934" y="13478"/>
                </a:cubicBezTo>
                <a:cubicBezTo>
                  <a:pt x="229133" y="14990"/>
                  <a:pt x="228465" y="16592"/>
                  <a:pt x="227932" y="18284"/>
                </a:cubicBezTo>
                <a:cubicBezTo>
                  <a:pt x="227398" y="19974"/>
                  <a:pt x="226864" y="22108"/>
                  <a:pt x="226329" y="24688"/>
                </a:cubicBezTo>
                <a:lnTo>
                  <a:pt x="224729" y="24688"/>
                </a:lnTo>
                <a:cubicBezTo>
                  <a:pt x="224284" y="23443"/>
                  <a:pt x="223683" y="22087"/>
                  <a:pt x="222927" y="20619"/>
                </a:cubicBezTo>
                <a:cubicBezTo>
                  <a:pt x="222171" y="19150"/>
                  <a:pt x="221148" y="17794"/>
                  <a:pt x="219858" y="16549"/>
                </a:cubicBezTo>
                <a:cubicBezTo>
                  <a:pt x="218568" y="15303"/>
                  <a:pt x="217034" y="14257"/>
                  <a:pt x="215254" y="13413"/>
                </a:cubicBezTo>
                <a:cubicBezTo>
                  <a:pt x="213474" y="12567"/>
                  <a:pt x="211339" y="12144"/>
                  <a:pt x="208848" y="12144"/>
                </a:cubicBezTo>
                <a:cubicBezTo>
                  <a:pt x="206357" y="12144"/>
                  <a:pt x="204066" y="12545"/>
                  <a:pt x="201976" y="13346"/>
                </a:cubicBezTo>
                <a:cubicBezTo>
                  <a:pt x="199885" y="14145"/>
                  <a:pt x="198061" y="15279"/>
                  <a:pt x="196504" y="16748"/>
                </a:cubicBezTo>
                <a:cubicBezTo>
                  <a:pt x="194947" y="18216"/>
                  <a:pt x="193746" y="19973"/>
                  <a:pt x="192900" y="22020"/>
                </a:cubicBezTo>
                <a:cubicBezTo>
                  <a:pt x="192056" y="24066"/>
                  <a:pt x="191633" y="26290"/>
                  <a:pt x="191633" y="28691"/>
                </a:cubicBezTo>
                <a:cubicBezTo>
                  <a:pt x="191633" y="32872"/>
                  <a:pt x="192679" y="36164"/>
                  <a:pt x="194769" y="38567"/>
                </a:cubicBezTo>
                <a:cubicBezTo>
                  <a:pt x="196860" y="40968"/>
                  <a:pt x="199462" y="42992"/>
                  <a:pt x="202576" y="44639"/>
                </a:cubicBezTo>
                <a:cubicBezTo>
                  <a:pt x="205690" y="46284"/>
                  <a:pt x="209049" y="47753"/>
                  <a:pt x="212652" y="49044"/>
                </a:cubicBezTo>
                <a:cubicBezTo>
                  <a:pt x="216255" y="50333"/>
                  <a:pt x="219613" y="51912"/>
                  <a:pt x="222727" y="53780"/>
                </a:cubicBezTo>
                <a:cubicBezTo>
                  <a:pt x="225841" y="55648"/>
                  <a:pt x="228444" y="58050"/>
                  <a:pt x="230534" y="60986"/>
                </a:cubicBezTo>
                <a:cubicBezTo>
                  <a:pt x="232625" y="63923"/>
                  <a:pt x="233670" y="67837"/>
                  <a:pt x="233670" y="72729"/>
                </a:cubicBezTo>
                <a:cubicBezTo>
                  <a:pt x="233670" y="76822"/>
                  <a:pt x="232936" y="80693"/>
                  <a:pt x="231467" y="84340"/>
                </a:cubicBezTo>
                <a:cubicBezTo>
                  <a:pt x="229999" y="87988"/>
                  <a:pt x="227864" y="91169"/>
                  <a:pt x="225061" y="93882"/>
                </a:cubicBezTo>
                <a:cubicBezTo>
                  <a:pt x="222259" y="96595"/>
                  <a:pt x="218834" y="98685"/>
                  <a:pt x="214786" y="100154"/>
                </a:cubicBezTo>
                <a:cubicBezTo>
                  <a:pt x="210739" y="101621"/>
                  <a:pt x="206136" y="102355"/>
                  <a:pt x="200976" y="102355"/>
                </a:cubicBezTo>
                <a:cubicBezTo>
                  <a:pt x="195459" y="102355"/>
                  <a:pt x="190988" y="101621"/>
                  <a:pt x="187563" y="100154"/>
                </a:cubicBezTo>
                <a:cubicBezTo>
                  <a:pt x="184138" y="98685"/>
                  <a:pt x="181269" y="97017"/>
                  <a:pt x="178956" y="95149"/>
                </a:cubicBezTo>
                <a:cubicBezTo>
                  <a:pt x="179757" y="93103"/>
                  <a:pt x="180312" y="91257"/>
                  <a:pt x="180623" y="89612"/>
                </a:cubicBezTo>
                <a:cubicBezTo>
                  <a:pt x="180936" y="87965"/>
                  <a:pt x="181225" y="85852"/>
                  <a:pt x="181491" y="83271"/>
                </a:cubicBezTo>
                <a:lnTo>
                  <a:pt x="183093" y="83271"/>
                </a:lnTo>
                <a:close/>
                <a:moveTo>
                  <a:pt x="256090" y="69127"/>
                </a:moveTo>
                <a:cubicBezTo>
                  <a:pt x="256090" y="72863"/>
                  <a:pt x="256423" y="76466"/>
                  <a:pt x="257089" y="79936"/>
                </a:cubicBezTo>
                <a:cubicBezTo>
                  <a:pt x="257757" y="83406"/>
                  <a:pt x="258892" y="86497"/>
                  <a:pt x="260492" y="89211"/>
                </a:cubicBezTo>
                <a:cubicBezTo>
                  <a:pt x="262094" y="91925"/>
                  <a:pt x="264229" y="94082"/>
                  <a:pt x="266898" y="95684"/>
                </a:cubicBezTo>
                <a:cubicBezTo>
                  <a:pt x="269567" y="97285"/>
                  <a:pt x="272859" y="98085"/>
                  <a:pt x="276774" y="98085"/>
                </a:cubicBezTo>
                <a:cubicBezTo>
                  <a:pt x="280689" y="98085"/>
                  <a:pt x="283981" y="97285"/>
                  <a:pt x="286650" y="95684"/>
                </a:cubicBezTo>
                <a:cubicBezTo>
                  <a:pt x="289319" y="94082"/>
                  <a:pt x="291454" y="91925"/>
                  <a:pt x="293054" y="89211"/>
                </a:cubicBezTo>
                <a:cubicBezTo>
                  <a:pt x="294656" y="86497"/>
                  <a:pt x="295790" y="83406"/>
                  <a:pt x="296457" y="79936"/>
                </a:cubicBezTo>
                <a:cubicBezTo>
                  <a:pt x="297125" y="76466"/>
                  <a:pt x="297458" y="72863"/>
                  <a:pt x="297458" y="69127"/>
                </a:cubicBezTo>
                <a:cubicBezTo>
                  <a:pt x="297458" y="65390"/>
                  <a:pt x="297125" y="61787"/>
                  <a:pt x="296457" y="58317"/>
                </a:cubicBezTo>
                <a:cubicBezTo>
                  <a:pt x="295790" y="54847"/>
                  <a:pt x="294656" y="51756"/>
                  <a:pt x="293054" y="49044"/>
                </a:cubicBezTo>
                <a:cubicBezTo>
                  <a:pt x="291454" y="46330"/>
                  <a:pt x="289319" y="44172"/>
                  <a:pt x="286650" y="42570"/>
                </a:cubicBezTo>
                <a:cubicBezTo>
                  <a:pt x="283981" y="40968"/>
                  <a:pt x="280689" y="40167"/>
                  <a:pt x="276774" y="40167"/>
                </a:cubicBezTo>
                <a:cubicBezTo>
                  <a:pt x="272859" y="40167"/>
                  <a:pt x="269567" y="40968"/>
                  <a:pt x="266898" y="42570"/>
                </a:cubicBezTo>
                <a:cubicBezTo>
                  <a:pt x="264229" y="44172"/>
                  <a:pt x="262094" y="46330"/>
                  <a:pt x="260492" y="49044"/>
                </a:cubicBezTo>
                <a:cubicBezTo>
                  <a:pt x="258892" y="51756"/>
                  <a:pt x="257757" y="54847"/>
                  <a:pt x="257089" y="58317"/>
                </a:cubicBezTo>
                <a:cubicBezTo>
                  <a:pt x="256423" y="61787"/>
                  <a:pt x="256090" y="65390"/>
                  <a:pt x="256090" y="69127"/>
                </a:cubicBezTo>
                <a:moveTo>
                  <a:pt x="244346" y="69127"/>
                </a:moveTo>
                <a:cubicBezTo>
                  <a:pt x="244346" y="63077"/>
                  <a:pt x="245303" y="57939"/>
                  <a:pt x="247216" y="53713"/>
                </a:cubicBezTo>
                <a:cubicBezTo>
                  <a:pt x="249128" y="49487"/>
                  <a:pt x="251641" y="46062"/>
                  <a:pt x="254754" y="43438"/>
                </a:cubicBezTo>
                <a:cubicBezTo>
                  <a:pt x="257868" y="40814"/>
                  <a:pt x="261360" y="38901"/>
                  <a:pt x="265230" y="37699"/>
                </a:cubicBezTo>
                <a:cubicBezTo>
                  <a:pt x="269101" y="36498"/>
                  <a:pt x="272949" y="35897"/>
                  <a:pt x="276774" y="35897"/>
                </a:cubicBezTo>
                <a:cubicBezTo>
                  <a:pt x="280689" y="35897"/>
                  <a:pt x="284559" y="36498"/>
                  <a:pt x="288385" y="37699"/>
                </a:cubicBezTo>
                <a:cubicBezTo>
                  <a:pt x="292210" y="38901"/>
                  <a:pt x="295679" y="40814"/>
                  <a:pt x="298792" y="43438"/>
                </a:cubicBezTo>
                <a:cubicBezTo>
                  <a:pt x="301906" y="46062"/>
                  <a:pt x="304420" y="49487"/>
                  <a:pt x="306333" y="53713"/>
                </a:cubicBezTo>
                <a:cubicBezTo>
                  <a:pt x="308245" y="57939"/>
                  <a:pt x="309202" y="63077"/>
                  <a:pt x="309202" y="69127"/>
                </a:cubicBezTo>
                <a:cubicBezTo>
                  <a:pt x="309202" y="75176"/>
                  <a:pt x="308245" y="80314"/>
                  <a:pt x="306333" y="84540"/>
                </a:cubicBezTo>
                <a:cubicBezTo>
                  <a:pt x="304420" y="88766"/>
                  <a:pt x="301906" y="92191"/>
                  <a:pt x="298792" y="94817"/>
                </a:cubicBezTo>
                <a:cubicBezTo>
                  <a:pt x="295679" y="97441"/>
                  <a:pt x="292210" y="99286"/>
                  <a:pt x="288385" y="100353"/>
                </a:cubicBezTo>
                <a:cubicBezTo>
                  <a:pt x="284559" y="101420"/>
                  <a:pt x="280689" y="101954"/>
                  <a:pt x="276774" y="101954"/>
                </a:cubicBezTo>
                <a:cubicBezTo>
                  <a:pt x="272949" y="101954"/>
                  <a:pt x="269101" y="101420"/>
                  <a:pt x="265230" y="100353"/>
                </a:cubicBezTo>
                <a:cubicBezTo>
                  <a:pt x="261360" y="99286"/>
                  <a:pt x="257868" y="97441"/>
                  <a:pt x="254754" y="94817"/>
                </a:cubicBezTo>
                <a:cubicBezTo>
                  <a:pt x="251641" y="92191"/>
                  <a:pt x="249128" y="88766"/>
                  <a:pt x="247216" y="84540"/>
                </a:cubicBezTo>
                <a:cubicBezTo>
                  <a:pt x="245303" y="80314"/>
                  <a:pt x="244346" y="75176"/>
                  <a:pt x="244346" y="69127"/>
                </a:cubicBezTo>
                <a:close/>
                <a:moveTo>
                  <a:pt x="319479" y="69127"/>
                </a:moveTo>
                <a:cubicBezTo>
                  <a:pt x="319479" y="63344"/>
                  <a:pt x="320457" y="58362"/>
                  <a:pt x="322413" y="54181"/>
                </a:cubicBezTo>
                <a:cubicBezTo>
                  <a:pt x="324370" y="49999"/>
                  <a:pt x="326928" y="46551"/>
                  <a:pt x="330086" y="43839"/>
                </a:cubicBezTo>
                <a:cubicBezTo>
                  <a:pt x="333244" y="41125"/>
                  <a:pt x="336870" y="39124"/>
                  <a:pt x="340961" y="37834"/>
                </a:cubicBezTo>
                <a:cubicBezTo>
                  <a:pt x="345054" y="36543"/>
                  <a:pt x="349236" y="35897"/>
                  <a:pt x="353507" y="35897"/>
                </a:cubicBezTo>
                <a:cubicBezTo>
                  <a:pt x="358401" y="35897"/>
                  <a:pt x="362782" y="36498"/>
                  <a:pt x="366651" y="37699"/>
                </a:cubicBezTo>
                <a:cubicBezTo>
                  <a:pt x="370521" y="38901"/>
                  <a:pt x="373301" y="40258"/>
                  <a:pt x="374991" y="41770"/>
                </a:cubicBezTo>
                <a:cubicBezTo>
                  <a:pt x="374370" y="43104"/>
                  <a:pt x="373814" y="44505"/>
                  <a:pt x="373324" y="45973"/>
                </a:cubicBezTo>
                <a:cubicBezTo>
                  <a:pt x="372835" y="47440"/>
                  <a:pt x="372413" y="48975"/>
                  <a:pt x="372057" y="50577"/>
                </a:cubicBezTo>
                <a:lnTo>
                  <a:pt x="370988" y="50577"/>
                </a:lnTo>
                <a:cubicBezTo>
                  <a:pt x="370366" y="49420"/>
                  <a:pt x="369521" y="48242"/>
                  <a:pt x="368453" y="47042"/>
                </a:cubicBezTo>
                <a:cubicBezTo>
                  <a:pt x="367386" y="45840"/>
                  <a:pt x="366118" y="44728"/>
                  <a:pt x="364649" y="43704"/>
                </a:cubicBezTo>
                <a:cubicBezTo>
                  <a:pt x="363182" y="42681"/>
                  <a:pt x="361558" y="41836"/>
                  <a:pt x="359778" y="41169"/>
                </a:cubicBezTo>
                <a:cubicBezTo>
                  <a:pt x="358000" y="40501"/>
                  <a:pt x="356043" y="40167"/>
                  <a:pt x="353908" y="40167"/>
                </a:cubicBezTo>
                <a:cubicBezTo>
                  <a:pt x="349905" y="40167"/>
                  <a:pt x="346457" y="40902"/>
                  <a:pt x="343566" y="42371"/>
                </a:cubicBezTo>
                <a:cubicBezTo>
                  <a:pt x="340674" y="43838"/>
                  <a:pt x="338316" y="45862"/>
                  <a:pt x="336492" y="48443"/>
                </a:cubicBezTo>
                <a:cubicBezTo>
                  <a:pt x="334668" y="51022"/>
                  <a:pt x="333334" y="54069"/>
                  <a:pt x="332488" y="57584"/>
                </a:cubicBezTo>
                <a:cubicBezTo>
                  <a:pt x="331644" y="61097"/>
                  <a:pt x="331222" y="64900"/>
                  <a:pt x="331222" y="68993"/>
                </a:cubicBezTo>
                <a:cubicBezTo>
                  <a:pt x="331222" y="78156"/>
                  <a:pt x="333179" y="85073"/>
                  <a:pt x="337092" y="89745"/>
                </a:cubicBezTo>
                <a:cubicBezTo>
                  <a:pt x="341007" y="94416"/>
                  <a:pt x="346746" y="96751"/>
                  <a:pt x="354307" y="96751"/>
                </a:cubicBezTo>
                <a:cubicBezTo>
                  <a:pt x="356087" y="96751"/>
                  <a:pt x="357910" y="96507"/>
                  <a:pt x="359778" y="96018"/>
                </a:cubicBezTo>
                <a:cubicBezTo>
                  <a:pt x="361648" y="95528"/>
                  <a:pt x="363472" y="94860"/>
                  <a:pt x="365250" y="94015"/>
                </a:cubicBezTo>
                <a:cubicBezTo>
                  <a:pt x="367030" y="93169"/>
                  <a:pt x="368698" y="92168"/>
                  <a:pt x="370255" y="91013"/>
                </a:cubicBezTo>
                <a:cubicBezTo>
                  <a:pt x="371812" y="89856"/>
                  <a:pt x="373169" y="88610"/>
                  <a:pt x="374326" y="87275"/>
                </a:cubicBezTo>
                <a:lnTo>
                  <a:pt x="374991" y="87676"/>
                </a:lnTo>
                <a:cubicBezTo>
                  <a:pt x="374547" y="89811"/>
                  <a:pt x="374281" y="91991"/>
                  <a:pt x="374191" y="94214"/>
                </a:cubicBezTo>
                <a:cubicBezTo>
                  <a:pt x="371522" y="96349"/>
                  <a:pt x="368208" y="98173"/>
                  <a:pt x="364248" y="99686"/>
                </a:cubicBezTo>
                <a:cubicBezTo>
                  <a:pt x="360290" y="101198"/>
                  <a:pt x="356176" y="101954"/>
                  <a:pt x="351906" y="101954"/>
                </a:cubicBezTo>
                <a:cubicBezTo>
                  <a:pt x="348081" y="101954"/>
                  <a:pt x="344233" y="101398"/>
                  <a:pt x="340363" y="100286"/>
                </a:cubicBezTo>
                <a:cubicBezTo>
                  <a:pt x="336492" y="99174"/>
                  <a:pt x="333000" y="97307"/>
                  <a:pt x="329886" y="94682"/>
                </a:cubicBezTo>
                <a:cubicBezTo>
                  <a:pt x="326773" y="92057"/>
                  <a:pt x="324260" y="88654"/>
                  <a:pt x="322348" y="84473"/>
                </a:cubicBezTo>
                <a:cubicBezTo>
                  <a:pt x="320435" y="80291"/>
                  <a:pt x="319479" y="75176"/>
                  <a:pt x="319479" y="69127"/>
                </a:cubicBezTo>
                <a:close/>
                <a:moveTo>
                  <a:pt x="392340" y="14012"/>
                </a:moveTo>
                <a:cubicBezTo>
                  <a:pt x="392340" y="12144"/>
                  <a:pt x="393008" y="10542"/>
                  <a:pt x="394342" y="9208"/>
                </a:cubicBezTo>
                <a:cubicBezTo>
                  <a:pt x="395676" y="7874"/>
                  <a:pt x="397278" y="7206"/>
                  <a:pt x="399148" y="7206"/>
                </a:cubicBezTo>
                <a:cubicBezTo>
                  <a:pt x="401015" y="7206"/>
                  <a:pt x="402617" y="7874"/>
                  <a:pt x="403951" y="9208"/>
                </a:cubicBezTo>
                <a:cubicBezTo>
                  <a:pt x="405286" y="10542"/>
                  <a:pt x="405953" y="12144"/>
                  <a:pt x="405953" y="14012"/>
                </a:cubicBezTo>
                <a:cubicBezTo>
                  <a:pt x="405953" y="15880"/>
                  <a:pt x="405286" y="17481"/>
                  <a:pt x="403951" y="18817"/>
                </a:cubicBezTo>
                <a:cubicBezTo>
                  <a:pt x="402617" y="20152"/>
                  <a:pt x="401015" y="20819"/>
                  <a:pt x="399148" y="20819"/>
                </a:cubicBezTo>
                <a:cubicBezTo>
                  <a:pt x="397278" y="20819"/>
                  <a:pt x="395676" y="20152"/>
                  <a:pt x="394342" y="18817"/>
                </a:cubicBezTo>
                <a:cubicBezTo>
                  <a:pt x="393008" y="17481"/>
                  <a:pt x="392340" y="15880"/>
                  <a:pt x="392340" y="14012"/>
                </a:cubicBezTo>
                <a:moveTo>
                  <a:pt x="394210" y="62188"/>
                </a:moveTo>
                <a:cubicBezTo>
                  <a:pt x="394210" y="58184"/>
                  <a:pt x="394142" y="53981"/>
                  <a:pt x="394008" y="49577"/>
                </a:cubicBezTo>
                <a:cubicBezTo>
                  <a:pt x="393875" y="45173"/>
                  <a:pt x="393586" y="41058"/>
                  <a:pt x="393141" y="37231"/>
                </a:cubicBezTo>
                <a:cubicBezTo>
                  <a:pt x="395632" y="37676"/>
                  <a:pt x="397634" y="37899"/>
                  <a:pt x="399148" y="37899"/>
                </a:cubicBezTo>
                <a:cubicBezTo>
                  <a:pt x="400660" y="37899"/>
                  <a:pt x="402661" y="37676"/>
                  <a:pt x="405153" y="37231"/>
                </a:cubicBezTo>
                <a:cubicBezTo>
                  <a:pt x="404707" y="41058"/>
                  <a:pt x="404417" y="45173"/>
                  <a:pt x="404283" y="49577"/>
                </a:cubicBezTo>
                <a:cubicBezTo>
                  <a:pt x="404150" y="53981"/>
                  <a:pt x="404083" y="58184"/>
                  <a:pt x="404083" y="62188"/>
                </a:cubicBezTo>
                <a:lnTo>
                  <a:pt x="404083" y="76065"/>
                </a:lnTo>
                <a:cubicBezTo>
                  <a:pt x="404083" y="80070"/>
                  <a:pt x="404150" y="84274"/>
                  <a:pt x="404283" y="88677"/>
                </a:cubicBezTo>
                <a:cubicBezTo>
                  <a:pt x="404417" y="93081"/>
                  <a:pt x="404707" y="97062"/>
                  <a:pt x="405153" y="100620"/>
                </a:cubicBezTo>
                <a:cubicBezTo>
                  <a:pt x="403105" y="100442"/>
                  <a:pt x="401104" y="100353"/>
                  <a:pt x="399148" y="100353"/>
                </a:cubicBezTo>
                <a:cubicBezTo>
                  <a:pt x="397190" y="100353"/>
                  <a:pt x="395188" y="100442"/>
                  <a:pt x="393141" y="100620"/>
                </a:cubicBezTo>
                <a:cubicBezTo>
                  <a:pt x="393586" y="97062"/>
                  <a:pt x="393875" y="93081"/>
                  <a:pt x="394008" y="88677"/>
                </a:cubicBezTo>
                <a:cubicBezTo>
                  <a:pt x="394142" y="84274"/>
                  <a:pt x="394210" y="80070"/>
                  <a:pt x="394210" y="76065"/>
                </a:cubicBezTo>
                <a:lnTo>
                  <a:pt x="394210" y="62188"/>
                </a:lnTo>
                <a:close/>
                <a:moveTo>
                  <a:pt x="462134" y="67392"/>
                </a:moveTo>
                <a:cubicBezTo>
                  <a:pt x="460621" y="67926"/>
                  <a:pt x="458864" y="68370"/>
                  <a:pt x="456862" y="68726"/>
                </a:cubicBezTo>
                <a:cubicBezTo>
                  <a:pt x="454861" y="69082"/>
                  <a:pt x="452837" y="69460"/>
                  <a:pt x="450792" y="69860"/>
                </a:cubicBezTo>
                <a:cubicBezTo>
                  <a:pt x="448746" y="70261"/>
                  <a:pt x="446722" y="70773"/>
                  <a:pt x="444719" y="71396"/>
                </a:cubicBezTo>
                <a:cubicBezTo>
                  <a:pt x="442717" y="72017"/>
                  <a:pt x="440937" y="72862"/>
                  <a:pt x="439380" y="73931"/>
                </a:cubicBezTo>
                <a:cubicBezTo>
                  <a:pt x="437825" y="74998"/>
                  <a:pt x="436579" y="76332"/>
                  <a:pt x="435644" y="77934"/>
                </a:cubicBezTo>
                <a:cubicBezTo>
                  <a:pt x="434710" y="79536"/>
                  <a:pt x="434243" y="81582"/>
                  <a:pt x="434243" y="84073"/>
                </a:cubicBezTo>
                <a:cubicBezTo>
                  <a:pt x="434243" y="88255"/>
                  <a:pt x="435444" y="91413"/>
                  <a:pt x="437845" y="93548"/>
                </a:cubicBezTo>
                <a:cubicBezTo>
                  <a:pt x="440248" y="95684"/>
                  <a:pt x="442917" y="96751"/>
                  <a:pt x="445854" y="96751"/>
                </a:cubicBezTo>
                <a:cubicBezTo>
                  <a:pt x="449234" y="96751"/>
                  <a:pt x="452325" y="95817"/>
                  <a:pt x="455127" y="93949"/>
                </a:cubicBezTo>
                <a:cubicBezTo>
                  <a:pt x="457930" y="92080"/>
                  <a:pt x="460088" y="89900"/>
                  <a:pt x="461600" y="87409"/>
                </a:cubicBezTo>
                <a:lnTo>
                  <a:pt x="462134" y="67392"/>
                </a:lnTo>
                <a:moveTo>
                  <a:pt x="429172" y="43637"/>
                </a:moveTo>
                <a:cubicBezTo>
                  <a:pt x="433176" y="40613"/>
                  <a:pt x="436868" y="38567"/>
                  <a:pt x="440248" y="37500"/>
                </a:cubicBezTo>
                <a:cubicBezTo>
                  <a:pt x="443629" y="36432"/>
                  <a:pt x="447099" y="35897"/>
                  <a:pt x="450657" y="35897"/>
                </a:cubicBezTo>
                <a:cubicBezTo>
                  <a:pt x="453861" y="35897"/>
                  <a:pt x="456797" y="36364"/>
                  <a:pt x="459466" y="37298"/>
                </a:cubicBezTo>
                <a:cubicBezTo>
                  <a:pt x="462135" y="38232"/>
                  <a:pt x="464403" y="39567"/>
                  <a:pt x="466271" y="41302"/>
                </a:cubicBezTo>
                <a:cubicBezTo>
                  <a:pt x="468139" y="43037"/>
                  <a:pt x="469607" y="45128"/>
                  <a:pt x="470674" y="47575"/>
                </a:cubicBezTo>
                <a:cubicBezTo>
                  <a:pt x="471742" y="50022"/>
                  <a:pt x="472276" y="52712"/>
                  <a:pt x="472276" y="55647"/>
                </a:cubicBezTo>
                <a:cubicBezTo>
                  <a:pt x="472276" y="60719"/>
                  <a:pt x="472187" y="65768"/>
                  <a:pt x="472009" y="70795"/>
                </a:cubicBezTo>
                <a:cubicBezTo>
                  <a:pt x="471832" y="75822"/>
                  <a:pt x="471743" y="81137"/>
                  <a:pt x="471743" y="86741"/>
                </a:cubicBezTo>
                <a:cubicBezTo>
                  <a:pt x="471743" y="87809"/>
                  <a:pt x="471765" y="88944"/>
                  <a:pt x="471810" y="90146"/>
                </a:cubicBezTo>
                <a:cubicBezTo>
                  <a:pt x="471855" y="91346"/>
                  <a:pt x="472055" y="92413"/>
                  <a:pt x="472411" y="93347"/>
                </a:cubicBezTo>
                <a:cubicBezTo>
                  <a:pt x="472766" y="94281"/>
                  <a:pt x="473277" y="95059"/>
                  <a:pt x="473944" y="95682"/>
                </a:cubicBezTo>
                <a:cubicBezTo>
                  <a:pt x="474612" y="96305"/>
                  <a:pt x="475613" y="96617"/>
                  <a:pt x="476947" y="96617"/>
                </a:cubicBezTo>
                <a:cubicBezTo>
                  <a:pt x="477393" y="96617"/>
                  <a:pt x="477860" y="96595"/>
                  <a:pt x="478348" y="96550"/>
                </a:cubicBezTo>
                <a:cubicBezTo>
                  <a:pt x="478838" y="96505"/>
                  <a:pt x="479305" y="96349"/>
                  <a:pt x="479749" y="96083"/>
                </a:cubicBezTo>
                <a:lnTo>
                  <a:pt x="479749" y="99020"/>
                </a:lnTo>
                <a:cubicBezTo>
                  <a:pt x="478771" y="99464"/>
                  <a:pt x="477547" y="99819"/>
                  <a:pt x="476080" y="100087"/>
                </a:cubicBezTo>
                <a:cubicBezTo>
                  <a:pt x="474613" y="100354"/>
                  <a:pt x="472989" y="100488"/>
                  <a:pt x="471209" y="100488"/>
                </a:cubicBezTo>
                <a:cubicBezTo>
                  <a:pt x="468363" y="100488"/>
                  <a:pt x="466183" y="99754"/>
                  <a:pt x="464671" y="98287"/>
                </a:cubicBezTo>
                <a:cubicBezTo>
                  <a:pt x="463158" y="96818"/>
                  <a:pt x="462269" y="94927"/>
                  <a:pt x="462001" y="92614"/>
                </a:cubicBezTo>
                <a:cubicBezTo>
                  <a:pt x="458799" y="95816"/>
                  <a:pt x="455641" y="98173"/>
                  <a:pt x="452526" y="99686"/>
                </a:cubicBezTo>
                <a:cubicBezTo>
                  <a:pt x="449412" y="101198"/>
                  <a:pt x="445587" y="101954"/>
                  <a:pt x="441050" y="101954"/>
                </a:cubicBezTo>
                <a:cubicBezTo>
                  <a:pt x="438825" y="101954"/>
                  <a:pt x="436645" y="101642"/>
                  <a:pt x="434510" y="101019"/>
                </a:cubicBezTo>
                <a:cubicBezTo>
                  <a:pt x="432376" y="100398"/>
                  <a:pt x="430485" y="99375"/>
                  <a:pt x="428839" y="97953"/>
                </a:cubicBezTo>
                <a:cubicBezTo>
                  <a:pt x="427193" y="96529"/>
                  <a:pt x="425859" y="94816"/>
                  <a:pt x="424835" y="92815"/>
                </a:cubicBezTo>
                <a:cubicBezTo>
                  <a:pt x="423813" y="90813"/>
                  <a:pt x="423302" y="88521"/>
                  <a:pt x="423302" y="85941"/>
                </a:cubicBezTo>
                <a:cubicBezTo>
                  <a:pt x="423302" y="80603"/>
                  <a:pt x="424970" y="76467"/>
                  <a:pt x="428305" y="73532"/>
                </a:cubicBezTo>
                <a:cubicBezTo>
                  <a:pt x="431642" y="70595"/>
                  <a:pt x="436246" y="68638"/>
                  <a:pt x="442117" y="67659"/>
                </a:cubicBezTo>
                <a:cubicBezTo>
                  <a:pt x="446921" y="66858"/>
                  <a:pt x="450680" y="66169"/>
                  <a:pt x="453394" y="65590"/>
                </a:cubicBezTo>
                <a:cubicBezTo>
                  <a:pt x="456108" y="65012"/>
                  <a:pt x="458109" y="64411"/>
                  <a:pt x="459399" y="63788"/>
                </a:cubicBezTo>
                <a:cubicBezTo>
                  <a:pt x="460689" y="63165"/>
                  <a:pt x="461466" y="62431"/>
                  <a:pt x="461732" y="61587"/>
                </a:cubicBezTo>
                <a:cubicBezTo>
                  <a:pt x="462000" y="60741"/>
                  <a:pt x="462134" y="59651"/>
                  <a:pt x="462134" y="58317"/>
                </a:cubicBezTo>
                <a:cubicBezTo>
                  <a:pt x="462134" y="56093"/>
                  <a:pt x="461867" y="53958"/>
                  <a:pt x="461333" y="51913"/>
                </a:cubicBezTo>
                <a:cubicBezTo>
                  <a:pt x="460800" y="49866"/>
                  <a:pt x="459955" y="48086"/>
                  <a:pt x="458798" y="46574"/>
                </a:cubicBezTo>
                <a:cubicBezTo>
                  <a:pt x="457642" y="45061"/>
                  <a:pt x="456129" y="43838"/>
                  <a:pt x="454261" y="42904"/>
                </a:cubicBezTo>
                <a:cubicBezTo>
                  <a:pt x="452393" y="41970"/>
                  <a:pt x="450125" y="41503"/>
                  <a:pt x="447456" y="41503"/>
                </a:cubicBezTo>
                <a:cubicBezTo>
                  <a:pt x="443897" y="41503"/>
                  <a:pt x="440582" y="42304"/>
                  <a:pt x="437513" y="43906"/>
                </a:cubicBezTo>
                <a:cubicBezTo>
                  <a:pt x="434444" y="45507"/>
                  <a:pt x="432153" y="47730"/>
                  <a:pt x="430641" y="50577"/>
                </a:cubicBezTo>
                <a:lnTo>
                  <a:pt x="429172" y="50577"/>
                </a:lnTo>
                <a:lnTo>
                  <a:pt x="429172" y="43637"/>
                </a:lnTo>
                <a:close/>
                <a:moveTo>
                  <a:pt x="498033" y="38433"/>
                </a:moveTo>
                <a:cubicBezTo>
                  <a:pt x="498033" y="35408"/>
                  <a:pt x="498011" y="32117"/>
                  <a:pt x="497966" y="28559"/>
                </a:cubicBezTo>
                <a:cubicBezTo>
                  <a:pt x="497921" y="24999"/>
                  <a:pt x="497854" y="21485"/>
                  <a:pt x="497764" y="18015"/>
                </a:cubicBezTo>
                <a:cubicBezTo>
                  <a:pt x="497676" y="14545"/>
                  <a:pt x="497565" y="11231"/>
                  <a:pt x="497430" y="8074"/>
                </a:cubicBezTo>
                <a:cubicBezTo>
                  <a:pt x="497297" y="4915"/>
                  <a:pt x="497142" y="2224"/>
                  <a:pt x="496964" y="0"/>
                </a:cubicBezTo>
                <a:cubicBezTo>
                  <a:pt x="499455" y="445"/>
                  <a:pt x="501457" y="668"/>
                  <a:pt x="502971" y="668"/>
                </a:cubicBezTo>
                <a:cubicBezTo>
                  <a:pt x="504483" y="668"/>
                  <a:pt x="506485" y="445"/>
                  <a:pt x="508976" y="0"/>
                </a:cubicBezTo>
                <a:cubicBezTo>
                  <a:pt x="508798" y="2224"/>
                  <a:pt x="508642" y="4915"/>
                  <a:pt x="508508" y="8074"/>
                </a:cubicBezTo>
                <a:cubicBezTo>
                  <a:pt x="508375" y="11231"/>
                  <a:pt x="508263" y="14545"/>
                  <a:pt x="508174" y="18015"/>
                </a:cubicBezTo>
                <a:cubicBezTo>
                  <a:pt x="508085" y="21485"/>
                  <a:pt x="508019" y="24999"/>
                  <a:pt x="507974" y="28559"/>
                </a:cubicBezTo>
                <a:cubicBezTo>
                  <a:pt x="507929" y="32117"/>
                  <a:pt x="507907" y="35408"/>
                  <a:pt x="507907" y="38433"/>
                </a:cubicBezTo>
                <a:lnTo>
                  <a:pt x="507907" y="62587"/>
                </a:lnTo>
                <a:cubicBezTo>
                  <a:pt x="507907" y="65613"/>
                  <a:pt x="507929" y="68905"/>
                  <a:pt x="507974" y="72463"/>
                </a:cubicBezTo>
                <a:cubicBezTo>
                  <a:pt x="508019" y="76021"/>
                  <a:pt x="508085" y="79535"/>
                  <a:pt x="508174" y="83004"/>
                </a:cubicBezTo>
                <a:cubicBezTo>
                  <a:pt x="508263" y="86474"/>
                  <a:pt x="508375" y="89766"/>
                  <a:pt x="508508" y="92880"/>
                </a:cubicBezTo>
                <a:cubicBezTo>
                  <a:pt x="508642" y="95994"/>
                  <a:pt x="508798" y="98574"/>
                  <a:pt x="508976" y="100620"/>
                </a:cubicBezTo>
                <a:cubicBezTo>
                  <a:pt x="506929" y="100442"/>
                  <a:pt x="504927" y="100353"/>
                  <a:pt x="502971" y="100353"/>
                </a:cubicBezTo>
                <a:cubicBezTo>
                  <a:pt x="501014" y="100353"/>
                  <a:pt x="499011" y="100442"/>
                  <a:pt x="496964" y="100620"/>
                </a:cubicBezTo>
                <a:cubicBezTo>
                  <a:pt x="497142" y="98574"/>
                  <a:pt x="497297" y="95994"/>
                  <a:pt x="497430" y="92880"/>
                </a:cubicBezTo>
                <a:cubicBezTo>
                  <a:pt x="497565" y="89766"/>
                  <a:pt x="497676" y="86474"/>
                  <a:pt x="497764" y="83004"/>
                </a:cubicBezTo>
                <a:cubicBezTo>
                  <a:pt x="497854" y="79535"/>
                  <a:pt x="497921" y="76021"/>
                  <a:pt x="497966" y="72463"/>
                </a:cubicBezTo>
                <a:cubicBezTo>
                  <a:pt x="498011" y="68905"/>
                  <a:pt x="498033" y="65613"/>
                  <a:pt x="498033" y="62587"/>
                </a:cubicBezTo>
                <a:lnTo>
                  <a:pt x="498033" y="38433"/>
                </a:lnTo>
                <a:close/>
                <a:moveTo>
                  <a:pt x="580370" y="43505"/>
                </a:moveTo>
                <a:cubicBezTo>
                  <a:pt x="580370" y="34252"/>
                  <a:pt x="580237" y="25044"/>
                  <a:pt x="579969" y="15881"/>
                </a:cubicBezTo>
                <a:cubicBezTo>
                  <a:pt x="577656" y="15881"/>
                  <a:pt x="575231" y="15903"/>
                  <a:pt x="572696" y="15948"/>
                </a:cubicBezTo>
                <a:cubicBezTo>
                  <a:pt x="570161" y="15991"/>
                  <a:pt x="567626" y="16080"/>
                  <a:pt x="565090" y="16215"/>
                </a:cubicBezTo>
                <a:cubicBezTo>
                  <a:pt x="562554" y="16348"/>
                  <a:pt x="560107" y="16503"/>
                  <a:pt x="557749" y="16681"/>
                </a:cubicBezTo>
                <a:cubicBezTo>
                  <a:pt x="555393" y="16859"/>
                  <a:pt x="553280" y="17082"/>
                  <a:pt x="551412" y="17349"/>
                </a:cubicBezTo>
                <a:cubicBezTo>
                  <a:pt x="551856" y="15747"/>
                  <a:pt x="552078" y="14323"/>
                  <a:pt x="552078" y="13077"/>
                </a:cubicBezTo>
                <a:cubicBezTo>
                  <a:pt x="552078" y="12100"/>
                  <a:pt x="551856" y="10721"/>
                  <a:pt x="551412" y="8941"/>
                </a:cubicBezTo>
                <a:cubicBezTo>
                  <a:pt x="557284" y="9119"/>
                  <a:pt x="563022" y="9275"/>
                  <a:pt x="568627" y="9410"/>
                </a:cubicBezTo>
                <a:cubicBezTo>
                  <a:pt x="574232" y="9543"/>
                  <a:pt x="579970" y="9609"/>
                  <a:pt x="585842" y="9609"/>
                </a:cubicBezTo>
                <a:cubicBezTo>
                  <a:pt x="591713" y="9609"/>
                  <a:pt x="597451" y="9543"/>
                  <a:pt x="603056" y="9410"/>
                </a:cubicBezTo>
                <a:cubicBezTo>
                  <a:pt x="608662" y="9275"/>
                  <a:pt x="614400" y="9119"/>
                  <a:pt x="620271" y="8941"/>
                </a:cubicBezTo>
                <a:cubicBezTo>
                  <a:pt x="619827" y="10721"/>
                  <a:pt x="619605" y="12144"/>
                  <a:pt x="619605" y="13211"/>
                </a:cubicBezTo>
                <a:cubicBezTo>
                  <a:pt x="619605" y="14368"/>
                  <a:pt x="619827" y="15747"/>
                  <a:pt x="620271" y="17349"/>
                </a:cubicBezTo>
                <a:cubicBezTo>
                  <a:pt x="618403" y="17082"/>
                  <a:pt x="616290" y="16859"/>
                  <a:pt x="613932" y="16681"/>
                </a:cubicBezTo>
                <a:cubicBezTo>
                  <a:pt x="611575" y="16503"/>
                  <a:pt x="609129" y="16348"/>
                  <a:pt x="606593" y="16215"/>
                </a:cubicBezTo>
                <a:cubicBezTo>
                  <a:pt x="604058" y="16080"/>
                  <a:pt x="601522" y="15991"/>
                  <a:pt x="598986" y="15948"/>
                </a:cubicBezTo>
                <a:cubicBezTo>
                  <a:pt x="596451" y="15903"/>
                  <a:pt x="594028" y="15881"/>
                  <a:pt x="591714" y="15881"/>
                </a:cubicBezTo>
                <a:cubicBezTo>
                  <a:pt x="591447" y="25044"/>
                  <a:pt x="591313" y="34252"/>
                  <a:pt x="591313" y="43505"/>
                </a:cubicBezTo>
                <a:lnTo>
                  <a:pt x="591313" y="66458"/>
                </a:lnTo>
                <a:cubicBezTo>
                  <a:pt x="591313" y="72329"/>
                  <a:pt x="591424" y="78112"/>
                  <a:pt x="591647" y="83807"/>
                </a:cubicBezTo>
                <a:cubicBezTo>
                  <a:pt x="591870" y="89500"/>
                  <a:pt x="592114" y="95105"/>
                  <a:pt x="592380" y="100620"/>
                </a:cubicBezTo>
                <a:cubicBezTo>
                  <a:pt x="590334" y="100442"/>
                  <a:pt x="588155" y="100353"/>
                  <a:pt x="585842" y="100353"/>
                </a:cubicBezTo>
                <a:cubicBezTo>
                  <a:pt x="583529" y="100353"/>
                  <a:pt x="581349" y="100442"/>
                  <a:pt x="579303" y="100620"/>
                </a:cubicBezTo>
                <a:cubicBezTo>
                  <a:pt x="579569" y="95105"/>
                  <a:pt x="579814" y="89500"/>
                  <a:pt x="580036" y="83807"/>
                </a:cubicBezTo>
                <a:cubicBezTo>
                  <a:pt x="580259" y="78112"/>
                  <a:pt x="580370" y="72329"/>
                  <a:pt x="580370" y="66458"/>
                </a:cubicBezTo>
                <a:lnTo>
                  <a:pt x="580370" y="43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opics">
            <a:extLst xmlns:a="http://schemas.openxmlformats.org/drawingml/2006/main">
              <a:ext uri="{FF2B5EF4-FFF2-40B4-BE49-F238E27FC236}">
                <a16:creationId xmlns:a16="http://schemas.microsoft.com/office/drawing/2014/main" id="{C51B3A5A-81DB-4EA6-B901-CFC5657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40" y="739275"/>
            <a:ext cx="294121" cy="128511"/>
          </a:xfrm>
          <a:custGeom xmlns:a="http://schemas.openxmlformats.org/drawingml/2006/main">
            <a:pathLst>
              <a:path w="294121" h="128511">
                <a:moveTo>
                  <a:pt x="11743" y="61921"/>
                </a:moveTo>
                <a:cubicBezTo>
                  <a:pt x="11743" y="65657"/>
                  <a:pt x="12076" y="69260"/>
                  <a:pt x="12743" y="72729"/>
                </a:cubicBezTo>
                <a:cubicBezTo>
                  <a:pt x="13411" y="76199"/>
                  <a:pt x="14545" y="79291"/>
                  <a:pt x="16146" y="82005"/>
                </a:cubicBezTo>
                <a:cubicBezTo>
                  <a:pt x="17747" y="84718"/>
                  <a:pt x="19883" y="86876"/>
                  <a:pt x="22552" y="88478"/>
                </a:cubicBezTo>
                <a:cubicBezTo>
                  <a:pt x="25221" y="90078"/>
                  <a:pt x="28513" y="90879"/>
                  <a:pt x="32428" y="90879"/>
                </a:cubicBezTo>
                <a:cubicBezTo>
                  <a:pt x="36343" y="90879"/>
                  <a:pt x="39635" y="90078"/>
                  <a:pt x="42303" y="88478"/>
                </a:cubicBezTo>
                <a:cubicBezTo>
                  <a:pt x="44972" y="86876"/>
                  <a:pt x="47107" y="84718"/>
                  <a:pt x="48708" y="82005"/>
                </a:cubicBezTo>
                <a:cubicBezTo>
                  <a:pt x="50309" y="79291"/>
                  <a:pt x="51444" y="76199"/>
                  <a:pt x="52110" y="72729"/>
                </a:cubicBezTo>
                <a:cubicBezTo>
                  <a:pt x="52778" y="69260"/>
                  <a:pt x="53112" y="65657"/>
                  <a:pt x="53112" y="61921"/>
                </a:cubicBezTo>
                <a:cubicBezTo>
                  <a:pt x="53112" y="58184"/>
                  <a:pt x="52778" y="54580"/>
                  <a:pt x="52110" y="51110"/>
                </a:cubicBezTo>
                <a:cubicBezTo>
                  <a:pt x="51444" y="47641"/>
                  <a:pt x="50309" y="44550"/>
                  <a:pt x="48708" y="41837"/>
                </a:cubicBezTo>
                <a:cubicBezTo>
                  <a:pt x="47107" y="39124"/>
                  <a:pt x="44972" y="36966"/>
                  <a:pt x="42303" y="35364"/>
                </a:cubicBezTo>
                <a:cubicBezTo>
                  <a:pt x="39635" y="33762"/>
                  <a:pt x="36343" y="32961"/>
                  <a:pt x="32428" y="32961"/>
                </a:cubicBezTo>
                <a:cubicBezTo>
                  <a:pt x="28513" y="32961"/>
                  <a:pt x="25221" y="33762"/>
                  <a:pt x="22552" y="35364"/>
                </a:cubicBezTo>
                <a:cubicBezTo>
                  <a:pt x="19883" y="36966"/>
                  <a:pt x="17747" y="39124"/>
                  <a:pt x="16146" y="41837"/>
                </a:cubicBezTo>
                <a:cubicBezTo>
                  <a:pt x="14545" y="44550"/>
                  <a:pt x="13411" y="47641"/>
                  <a:pt x="12743" y="51110"/>
                </a:cubicBezTo>
                <a:cubicBezTo>
                  <a:pt x="12076" y="54580"/>
                  <a:pt x="11743" y="58184"/>
                  <a:pt x="11743" y="61921"/>
                </a:cubicBezTo>
                <a:moveTo>
                  <a:pt x="0" y="61921"/>
                </a:moveTo>
                <a:cubicBezTo>
                  <a:pt x="0" y="55870"/>
                  <a:pt x="956" y="50732"/>
                  <a:pt x="2869" y="46506"/>
                </a:cubicBezTo>
                <a:cubicBezTo>
                  <a:pt x="4782" y="42280"/>
                  <a:pt x="7295" y="38855"/>
                  <a:pt x="10407" y="36231"/>
                </a:cubicBezTo>
                <a:cubicBezTo>
                  <a:pt x="13522" y="33607"/>
                  <a:pt x="17014" y="31695"/>
                  <a:pt x="20884" y="30493"/>
                </a:cubicBezTo>
                <a:cubicBezTo>
                  <a:pt x="24754" y="29292"/>
                  <a:pt x="28602" y="28691"/>
                  <a:pt x="32428" y="28691"/>
                </a:cubicBezTo>
                <a:cubicBezTo>
                  <a:pt x="36343" y="28691"/>
                  <a:pt x="40213" y="29292"/>
                  <a:pt x="44038" y="30493"/>
                </a:cubicBezTo>
                <a:cubicBezTo>
                  <a:pt x="47864" y="31695"/>
                  <a:pt x="51333" y="33607"/>
                  <a:pt x="54446" y="36231"/>
                </a:cubicBezTo>
                <a:cubicBezTo>
                  <a:pt x="57560" y="38855"/>
                  <a:pt x="60073" y="42280"/>
                  <a:pt x="61986" y="46506"/>
                </a:cubicBezTo>
                <a:cubicBezTo>
                  <a:pt x="63899" y="50732"/>
                  <a:pt x="64855" y="55870"/>
                  <a:pt x="64855" y="61921"/>
                </a:cubicBezTo>
                <a:cubicBezTo>
                  <a:pt x="64855" y="67970"/>
                  <a:pt x="63899" y="73108"/>
                  <a:pt x="61986" y="77333"/>
                </a:cubicBezTo>
                <a:cubicBezTo>
                  <a:pt x="60073" y="81559"/>
                  <a:pt x="57560" y="84985"/>
                  <a:pt x="54446" y="87610"/>
                </a:cubicBezTo>
                <a:cubicBezTo>
                  <a:pt x="51333" y="90235"/>
                  <a:pt x="47864" y="92080"/>
                  <a:pt x="44038" y="93147"/>
                </a:cubicBezTo>
                <a:cubicBezTo>
                  <a:pt x="40213" y="94214"/>
                  <a:pt x="36343" y="94748"/>
                  <a:pt x="32428" y="94748"/>
                </a:cubicBezTo>
                <a:cubicBezTo>
                  <a:pt x="28602" y="94748"/>
                  <a:pt x="24754" y="94214"/>
                  <a:pt x="20884" y="93147"/>
                </a:cubicBezTo>
                <a:cubicBezTo>
                  <a:pt x="17014" y="92080"/>
                  <a:pt x="13522" y="90235"/>
                  <a:pt x="10407" y="87610"/>
                </a:cubicBezTo>
                <a:cubicBezTo>
                  <a:pt x="7295" y="84985"/>
                  <a:pt x="4782" y="81559"/>
                  <a:pt x="2869" y="77333"/>
                </a:cubicBezTo>
                <a:cubicBezTo>
                  <a:pt x="956" y="73108"/>
                  <a:pt x="0" y="67970"/>
                  <a:pt x="0" y="61921"/>
                </a:cubicBezTo>
                <a:close/>
                <a:moveTo>
                  <a:pt x="78201" y="68858"/>
                </a:moveTo>
                <a:cubicBezTo>
                  <a:pt x="78201" y="65834"/>
                  <a:pt x="78179" y="62543"/>
                  <a:pt x="78134" y="58985"/>
                </a:cubicBezTo>
                <a:cubicBezTo>
                  <a:pt x="78089" y="55425"/>
                  <a:pt x="78022" y="51889"/>
                  <a:pt x="77932" y="48376"/>
                </a:cubicBezTo>
                <a:cubicBezTo>
                  <a:pt x="77844" y="44861"/>
                  <a:pt x="77733" y="41503"/>
                  <a:pt x="77600" y="38300"/>
                </a:cubicBezTo>
                <a:cubicBezTo>
                  <a:pt x="77467" y="35096"/>
                  <a:pt x="77312" y="32338"/>
                  <a:pt x="77134" y="30025"/>
                </a:cubicBezTo>
                <a:cubicBezTo>
                  <a:pt x="79625" y="30470"/>
                  <a:pt x="81627" y="30693"/>
                  <a:pt x="83139" y="30693"/>
                </a:cubicBezTo>
                <a:cubicBezTo>
                  <a:pt x="84651" y="30693"/>
                  <a:pt x="86653" y="30470"/>
                  <a:pt x="89144" y="30025"/>
                </a:cubicBezTo>
                <a:cubicBezTo>
                  <a:pt x="88788" y="32338"/>
                  <a:pt x="88522" y="34562"/>
                  <a:pt x="88344" y="36698"/>
                </a:cubicBezTo>
                <a:cubicBezTo>
                  <a:pt x="88166" y="38833"/>
                  <a:pt x="88077" y="40968"/>
                  <a:pt x="88077" y="43104"/>
                </a:cubicBezTo>
                <a:lnTo>
                  <a:pt x="88344" y="43104"/>
                </a:lnTo>
                <a:cubicBezTo>
                  <a:pt x="88966" y="41680"/>
                  <a:pt x="89855" y="40145"/>
                  <a:pt x="91011" y="38500"/>
                </a:cubicBezTo>
                <a:cubicBezTo>
                  <a:pt x="92168" y="36854"/>
                  <a:pt x="93658" y="35298"/>
                  <a:pt x="95481" y="33831"/>
                </a:cubicBezTo>
                <a:cubicBezTo>
                  <a:pt x="97305" y="32362"/>
                  <a:pt x="99507" y="31138"/>
                  <a:pt x="102087" y="30159"/>
                </a:cubicBezTo>
                <a:cubicBezTo>
                  <a:pt x="104667" y="29180"/>
                  <a:pt x="107604" y="28691"/>
                  <a:pt x="110895" y="28691"/>
                </a:cubicBezTo>
                <a:cubicBezTo>
                  <a:pt x="114277" y="28691"/>
                  <a:pt x="117613" y="29337"/>
                  <a:pt x="120904" y="30628"/>
                </a:cubicBezTo>
                <a:cubicBezTo>
                  <a:pt x="124196" y="31917"/>
                  <a:pt x="127110" y="33896"/>
                  <a:pt x="129645" y="36565"/>
                </a:cubicBezTo>
                <a:cubicBezTo>
                  <a:pt x="132181" y="39234"/>
                  <a:pt x="134228" y="42637"/>
                  <a:pt x="135785" y="46775"/>
                </a:cubicBezTo>
                <a:cubicBezTo>
                  <a:pt x="137342" y="50911"/>
                  <a:pt x="138120" y="55826"/>
                  <a:pt x="138120" y="61520"/>
                </a:cubicBezTo>
                <a:cubicBezTo>
                  <a:pt x="138120" y="67213"/>
                  <a:pt x="137275" y="72151"/>
                  <a:pt x="135583" y="76334"/>
                </a:cubicBezTo>
                <a:cubicBezTo>
                  <a:pt x="133893" y="80515"/>
                  <a:pt x="131691" y="83985"/>
                  <a:pt x="128978" y="86743"/>
                </a:cubicBezTo>
                <a:cubicBezTo>
                  <a:pt x="126264" y="89500"/>
                  <a:pt x="123172" y="91524"/>
                  <a:pt x="119702" y="92813"/>
                </a:cubicBezTo>
                <a:cubicBezTo>
                  <a:pt x="116234" y="94103"/>
                  <a:pt x="112765" y="94748"/>
                  <a:pt x="109295" y="94748"/>
                </a:cubicBezTo>
                <a:cubicBezTo>
                  <a:pt x="99509" y="94748"/>
                  <a:pt x="92525" y="90522"/>
                  <a:pt x="88344" y="82072"/>
                </a:cubicBezTo>
                <a:lnTo>
                  <a:pt x="88077" y="82072"/>
                </a:lnTo>
                <a:lnTo>
                  <a:pt x="88077" y="90478"/>
                </a:lnTo>
                <a:cubicBezTo>
                  <a:pt x="88077" y="93324"/>
                  <a:pt x="88099" y="96505"/>
                  <a:pt x="88142" y="100020"/>
                </a:cubicBezTo>
                <a:cubicBezTo>
                  <a:pt x="88187" y="103534"/>
                  <a:pt x="88254" y="107026"/>
                  <a:pt x="88342" y="110496"/>
                </a:cubicBezTo>
                <a:cubicBezTo>
                  <a:pt x="88431" y="113966"/>
                  <a:pt x="88543" y="117280"/>
                  <a:pt x="88676" y="120437"/>
                </a:cubicBezTo>
                <a:cubicBezTo>
                  <a:pt x="88810" y="123596"/>
                  <a:pt x="88966" y="126287"/>
                  <a:pt x="89144" y="128511"/>
                </a:cubicBezTo>
                <a:cubicBezTo>
                  <a:pt x="86653" y="128066"/>
                  <a:pt x="84651" y="127843"/>
                  <a:pt x="83139" y="127843"/>
                </a:cubicBezTo>
                <a:cubicBezTo>
                  <a:pt x="81627" y="127843"/>
                  <a:pt x="79625" y="128066"/>
                  <a:pt x="77134" y="128511"/>
                </a:cubicBezTo>
                <a:cubicBezTo>
                  <a:pt x="77312" y="126287"/>
                  <a:pt x="77467" y="123596"/>
                  <a:pt x="77600" y="120437"/>
                </a:cubicBezTo>
                <a:cubicBezTo>
                  <a:pt x="77733" y="117280"/>
                  <a:pt x="77844" y="113966"/>
                  <a:pt x="77932" y="110496"/>
                </a:cubicBezTo>
                <a:cubicBezTo>
                  <a:pt x="78022" y="107026"/>
                  <a:pt x="78089" y="103534"/>
                  <a:pt x="78134" y="100020"/>
                </a:cubicBezTo>
                <a:cubicBezTo>
                  <a:pt x="78179" y="96505"/>
                  <a:pt x="78201" y="93324"/>
                  <a:pt x="78201" y="90478"/>
                </a:cubicBezTo>
                <a:lnTo>
                  <a:pt x="78201" y="68858"/>
                </a:lnTo>
                <a:moveTo>
                  <a:pt x="126375" y="61385"/>
                </a:moveTo>
                <a:cubicBezTo>
                  <a:pt x="126375" y="56048"/>
                  <a:pt x="125819" y="51644"/>
                  <a:pt x="124708" y="48174"/>
                </a:cubicBezTo>
                <a:cubicBezTo>
                  <a:pt x="123596" y="44704"/>
                  <a:pt x="122172" y="41924"/>
                  <a:pt x="120437" y="39834"/>
                </a:cubicBezTo>
                <a:cubicBezTo>
                  <a:pt x="118703" y="37743"/>
                  <a:pt x="116723" y="36298"/>
                  <a:pt x="114498" y="35498"/>
                </a:cubicBezTo>
                <a:cubicBezTo>
                  <a:pt x="112274" y="34697"/>
                  <a:pt x="110095" y="34297"/>
                  <a:pt x="107959" y="34297"/>
                </a:cubicBezTo>
                <a:cubicBezTo>
                  <a:pt x="104401" y="34297"/>
                  <a:pt x="101354" y="35053"/>
                  <a:pt x="98818" y="36565"/>
                </a:cubicBezTo>
                <a:cubicBezTo>
                  <a:pt x="96283" y="38078"/>
                  <a:pt x="94214" y="40102"/>
                  <a:pt x="92612" y="42637"/>
                </a:cubicBezTo>
                <a:cubicBezTo>
                  <a:pt x="91011" y="45172"/>
                  <a:pt x="89855" y="48152"/>
                  <a:pt x="89144" y="51579"/>
                </a:cubicBezTo>
                <a:cubicBezTo>
                  <a:pt x="88433" y="55004"/>
                  <a:pt x="88077" y="58629"/>
                  <a:pt x="88077" y="62454"/>
                </a:cubicBezTo>
                <a:cubicBezTo>
                  <a:pt x="88077" y="80959"/>
                  <a:pt x="94571" y="90211"/>
                  <a:pt x="107560" y="90211"/>
                </a:cubicBezTo>
                <a:cubicBezTo>
                  <a:pt x="110762" y="90211"/>
                  <a:pt x="113542" y="89477"/>
                  <a:pt x="115899" y="88010"/>
                </a:cubicBezTo>
                <a:cubicBezTo>
                  <a:pt x="118257" y="86542"/>
                  <a:pt x="120214" y="84496"/>
                  <a:pt x="121771" y="81872"/>
                </a:cubicBezTo>
                <a:cubicBezTo>
                  <a:pt x="123328" y="79247"/>
                  <a:pt x="124485" y="76178"/>
                  <a:pt x="125241" y="72664"/>
                </a:cubicBezTo>
                <a:cubicBezTo>
                  <a:pt x="125997" y="69150"/>
                  <a:pt x="126375" y="65390"/>
                  <a:pt x="126375" y="61385"/>
                </a:cubicBezTo>
                <a:close/>
                <a:moveTo>
                  <a:pt x="155467" y="6805"/>
                </a:moveTo>
                <a:cubicBezTo>
                  <a:pt x="155467" y="4937"/>
                  <a:pt x="156135" y="3336"/>
                  <a:pt x="157469" y="2002"/>
                </a:cubicBezTo>
                <a:cubicBezTo>
                  <a:pt x="158803" y="667"/>
                  <a:pt x="160405" y="0"/>
                  <a:pt x="162275" y="0"/>
                </a:cubicBezTo>
                <a:cubicBezTo>
                  <a:pt x="164143" y="0"/>
                  <a:pt x="165744" y="667"/>
                  <a:pt x="167078" y="2002"/>
                </a:cubicBezTo>
                <a:cubicBezTo>
                  <a:pt x="168413" y="3336"/>
                  <a:pt x="169080" y="4937"/>
                  <a:pt x="169080" y="6805"/>
                </a:cubicBezTo>
                <a:cubicBezTo>
                  <a:pt x="169080" y="8673"/>
                  <a:pt x="168413" y="10275"/>
                  <a:pt x="167078" y="11611"/>
                </a:cubicBezTo>
                <a:cubicBezTo>
                  <a:pt x="165744" y="12945"/>
                  <a:pt x="164143" y="13612"/>
                  <a:pt x="162275" y="13612"/>
                </a:cubicBezTo>
                <a:cubicBezTo>
                  <a:pt x="160405" y="13612"/>
                  <a:pt x="158803" y="12945"/>
                  <a:pt x="157469" y="11611"/>
                </a:cubicBezTo>
                <a:cubicBezTo>
                  <a:pt x="156135" y="10275"/>
                  <a:pt x="155467" y="8673"/>
                  <a:pt x="155467" y="6805"/>
                </a:cubicBezTo>
                <a:moveTo>
                  <a:pt x="157337" y="54981"/>
                </a:moveTo>
                <a:cubicBezTo>
                  <a:pt x="157337" y="50978"/>
                  <a:pt x="157269" y="46774"/>
                  <a:pt x="157135" y="42371"/>
                </a:cubicBezTo>
                <a:cubicBezTo>
                  <a:pt x="157002" y="37967"/>
                  <a:pt x="156713" y="33852"/>
                  <a:pt x="156268" y="30025"/>
                </a:cubicBezTo>
                <a:cubicBezTo>
                  <a:pt x="158759" y="30470"/>
                  <a:pt x="160761" y="30693"/>
                  <a:pt x="162275" y="30693"/>
                </a:cubicBezTo>
                <a:cubicBezTo>
                  <a:pt x="163787" y="30693"/>
                  <a:pt x="165789" y="30470"/>
                  <a:pt x="168280" y="30025"/>
                </a:cubicBezTo>
                <a:cubicBezTo>
                  <a:pt x="167834" y="33852"/>
                  <a:pt x="167544" y="37967"/>
                  <a:pt x="167410" y="42371"/>
                </a:cubicBezTo>
                <a:cubicBezTo>
                  <a:pt x="167277" y="46774"/>
                  <a:pt x="167211" y="50978"/>
                  <a:pt x="167211" y="54981"/>
                </a:cubicBezTo>
                <a:lnTo>
                  <a:pt x="167211" y="68858"/>
                </a:lnTo>
                <a:cubicBezTo>
                  <a:pt x="167211" y="72863"/>
                  <a:pt x="167277" y="77067"/>
                  <a:pt x="167410" y="81471"/>
                </a:cubicBezTo>
                <a:cubicBezTo>
                  <a:pt x="167544" y="85875"/>
                  <a:pt x="167834" y="89856"/>
                  <a:pt x="168280" y="93414"/>
                </a:cubicBezTo>
                <a:cubicBezTo>
                  <a:pt x="166232" y="93236"/>
                  <a:pt x="164231" y="93147"/>
                  <a:pt x="162275" y="93147"/>
                </a:cubicBezTo>
                <a:cubicBezTo>
                  <a:pt x="160317" y="93147"/>
                  <a:pt x="158315" y="93236"/>
                  <a:pt x="156268" y="93414"/>
                </a:cubicBezTo>
                <a:cubicBezTo>
                  <a:pt x="156713" y="89856"/>
                  <a:pt x="157002" y="85875"/>
                  <a:pt x="157135" y="81471"/>
                </a:cubicBezTo>
                <a:cubicBezTo>
                  <a:pt x="157269" y="77067"/>
                  <a:pt x="157337" y="72863"/>
                  <a:pt x="157337" y="68858"/>
                </a:cubicBezTo>
                <a:lnTo>
                  <a:pt x="157337" y="54981"/>
                </a:lnTo>
                <a:close/>
                <a:moveTo>
                  <a:pt x="186429" y="61921"/>
                </a:moveTo>
                <a:cubicBezTo>
                  <a:pt x="186429" y="56138"/>
                  <a:pt x="187407" y="51156"/>
                  <a:pt x="189363" y="46975"/>
                </a:cubicBezTo>
                <a:cubicBezTo>
                  <a:pt x="191321" y="42792"/>
                  <a:pt x="193878" y="39345"/>
                  <a:pt x="197036" y="36632"/>
                </a:cubicBezTo>
                <a:cubicBezTo>
                  <a:pt x="200195" y="33919"/>
                  <a:pt x="203820" y="31917"/>
                  <a:pt x="207912" y="30628"/>
                </a:cubicBezTo>
                <a:cubicBezTo>
                  <a:pt x="212005" y="29337"/>
                  <a:pt x="216186" y="28691"/>
                  <a:pt x="220457" y="28691"/>
                </a:cubicBezTo>
                <a:cubicBezTo>
                  <a:pt x="225351" y="28691"/>
                  <a:pt x="229732" y="29292"/>
                  <a:pt x="233601" y="30493"/>
                </a:cubicBezTo>
                <a:cubicBezTo>
                  <a:pt x="237471" y="31695"/>
                  <a:pt x="240252" y="33051"/>
                  <a:pt x="241942" y="34564"/>
                </a:cubicBezTo>
                <a:cubicBezTo>
                  <a:pt x="241320" y="35898"/>
                  <a:pt x="240764" y="37299"/>
                  <a:pt x="240274" y="38766"/>
                </a:cubicBezTo>
                <a:cubicBezTo>
                  <a:pt x="239785" y="40234"/>
                  <a:pt x="239363" y="41769"/>
                  <a:pt x="239007" y="43371"/>
                </a:cubicBezTo>
                <a:lnTo>
                  <a:pt x="237938" y="43371"/>
                </a:lnTo>
                <a:cubicBezTo>
                  <a:pt x="237317" y="42214"/>
                  <a:pt x="236472" y="41036"/>
                  <a:pt x="235403" y="39836"/>
                </a:cubicBezTo>
                <a:cubicBezTo>
                  <a:pt x="234336" y="38634"/>
                  <a:pt x="233068" y="37522"/>
                  <a:pt x="231600" y="36498"/>
                </a:cubicBezTo>
                <a:cubicBezTo>
                  <a:pt x="230132" y="35475"/>
                  <a:pt x="228508" y="34629"/>
                  <a:pt x="226729" y="33963"/>
                </a:cubicBezTo>
                <a:cubicBezTo>
                  <a:pt x="224950" y="33295"/>
                  <a:pt x="222994" y="32961"/>
                  <a:pt x="220858" y="32961"/>
                </a:cubicBezTo>
                <a:cubicBezTo>
                  <a:pt x="216855" y="32961"/>
                  <a:pt x="213408" y="33696"/>
                  <a:pt x="210516" y="35164"/>
                </a:cubicBezTo>
                <a:cubicBezTo>
                  <a:pt x="207625" y="36632"/>
                  <a:pt x="205267" y="38656"/>
                  <a:pt x="203442" y="41236"/>
                </a:cubicBezTo>
                <a:cubicBezTo>
                  <a:pt x="201619" y="43816"/>
                  <a:pt x="200284" y="46863"/>
                  <a:pt x="199439" y="50377"/>
                </a:cubicBezTo>
                <a:cubicBezTo>
                  <a:pt x="198594" y="53891"/>
                  <a:pt x="198172" y="57694"/>
                  <a:pt x="198172" y="61787"/>
                </a:cubicBezTo>
                <a:cubicBezTo>
                  <a:pt x="198172" y="70950"/>
                  <a:pt x="200129" y="77867"/>
                  <a:pt x="204043" y="82538"/>
                </a:cubicBezTo>
                <a:cubicBezTo>
                  <a:pt x="207958" y="87209"/>
                  <a:pt x="213696" y="89545"/>
                  <a:pt x="221257" y="89545"/>
                </a:cubicBezTo>
                <a:cubicBezTo>
                  <a:pt x="223037" y="89545"/>
                  <a:pt x="224861" y="89301"/>
                  <a:pt x="226729" y="88812"/>
                </a:cubicBezTo>
                <a:cubicBezTo>
                  <a:pt x="228598" y="88322"/>
                  <a:pt x="230422" y="87654"/>
                  <a:pt x="232200" y="86808"/>
                </a:cubicBezTo>
                <a:cubicBezTo>
                  <a:pt x="233980" y="85962"/>
                  <a:pt x="235648" y="84962"/>
                  <a:pt x="237205" y="83807"/>
                </a:cubicBezTo>
                <a:cubicBezTo>
                  <a:pt x="238762" y="82650"/>
                  <a:pt x="240119" y="81404"/>
                  <a:pt x="241276" y="80068"/>
                </a:cubicBezTo>
                <a:lnTo>
                  <a:pt x="241942" y="80469"/>
                </a:lnTo>
                <a:cubicBezTo>
                  <a:pt x="241498" y="82605"/>
                  <a:pt x="241231" y="84784"/>
                  <a:pt x="241141" y="87008"/>
                </a:cubicBezTo>
                <a:cubicBezTo>
                  <a:pt x="238473" y="89143"/>
                  <a:pt x="235158" y="90967"/>
                  <a:pt x="231198" y="92479"/>
                </a:cubicBezTo>
                <a:cubicBezTo>
                  <a:pt x="227240" y="93991"/>
                  <a:pt x="223126" y="94748"/>
                  <a:pt x="218857" y="94748"/>
                </a:cubicBezTo>
                <a:cubicBezTo>
                  <a:pt x="215031" y="94748"/>
                  <a:pt x="211183" y="94192"/>
                  <a:pt x="207313" y="93080"/>
                </a:cubicBezTo>
                <a:cubicBezTo>
                  <a:pt x="203443" y="91968"/>
                  <a:pt x="199950" y="90100"/>
                  <a:pt x="196836" y="87476"/>
                </a:cubicBezTo>
                <a:cubicBezTo>
                  <a:pt x="193724" y="84851"/>
                  <a:pt x="191211" y="81447"/>
                  <a:pt x="189298" y="77266"/>
                </a:cubicBezTo>
                <a:cubicBezTo>
                  <a:pt x="187385" y="73085"/>
                  <a:pt x="186429" y="67970"/>
                  <a:pt x="186429" y="61921"/>
                </a:cubicBezTo>
                <a:close/>
                <a:moveTo>
                  <a:pt x="257022" y="81003"/>
                </a:moveTo>
                <a:cubicBezTo>
                  <a:pt x="257467" y="81893"/>
                  <a:pt x="258157" y="82872"/>
                  <a:pt x="259091" y="83939"/>
                </a:cubicBezTo>
                <a:cubicBezTo>
                  <a:pt x="260025" y="85006"/>
                  <a:pt x="261137" y="86007"/>
                  <a:pt x="262426" y="86943"/>
                </a:cubicBezTo>
                <a:cubicBezTo>
                  <a:pt x="263717" y="87877"/>
                  <a:pt x="265186" y="88655"/>
                  <a:pt x="266831" y="89278"/>
                </a:cubicBezTo>
                <a:cubicBezTo>
                  <a:pt x="268476" y="89900"/>
                  <a:pt x="270234" y="90211"/>
                  <a:pt x="272103" y="90211"/>
                </a:cubicBezTo>
                <a:cubicBezTo>
                  <a:pt x="273793" y="90211"/>
                  <a:pt x="275417" y="89944"/>
                  <a:pt x="276974" y="89411"/>
                </a:cubicBezTo>
                <a:cubicBezTo>
                  <a:pt x="278531" y="88877"/>
                  <a:pt x="279909" y="88121"/>
                  <a:pt x="281109" y="87142"/>
                </a:cubicBezTo>
                <a:cubicBezTo>
                  <a:pt x="282311" y="86163"/>
                  <a:pt x="283267" y="84918"/>
                  <a:pt x="283978" y="83406"/>
                </a:cubicBezTo>
                <a:cubicBezTo>
                  <a:pt x="284691" y="81893"/>
                  <a:pt x="285047" y="80158"/>
                  <a:pt x="285047" y="78201"/>
                </a:cubicBezTo>
                <a:cubicBezTo>
                  <a:pt x="285047" y="75442"/>
                  <a:pt x="284269" y="73329"/>
                  <a:pt x="282712" y="71862"/>
                </a:cubicBezTo>
                <a:cubicBezTo>
                  <a:pt x="281155" y="70395"/>
                  <a:pt x="279220" y="69194"/>
                  <a:pt x="276906" y="68260"/>
                </a:cubicBezTo>
                <a:cubicBezTo>
                  <a:pt x="274593" y="67324"/>
                  <a:pt x="272057" y="66501"/>
                  <a:pt x="269299" y="65790"/>
                </a:cubicBezTo>
                <a:cubicBezTo>
                  <a:pt x="266542" y="65078"/>
                  <a:pt x="264007" y="64078"/>
                  <a:pt x="261693" y="62788"/>
                </a:cubicBezTo>
                <a:cubicBezTo>
                  <a:pt x="259380" y="61497"/>
                  <a:pt x="257445" y="59785"/>
                  <a:pt x="255888" y="57651"/>
                </a:cubicBezTo>
                <a:cubicBezTo>
                  <a:pt x="254331" y="55515"/>
                  <a:pt x="253552" y="52579"/>
                  <a:pt x="253552" y="48842"/>
                </a:cubicBezTo>
                <a:cubicBezTo>
                  <a:pt x="253552" y="45906"/>
                  <a:pt x="254042" y="43214"/>
                  <a:pt x="255021" y="40768"/>
                </a:cubicBezTo>
                <a:cubicBezTo>
                  <a:pt x="255999" y="38322"/>
                  <a:pt x="257423" y="36209"/>
                  <a:pt x="259291" y="34429"/>
                </a:cubicBezTo>
                <a:cubicBezTo>
                  <a:pt x="261159" y="32650"/>
                  <a:pt x="263472" y="31249"/>
                  <a:pt x="266230" y="30226"/>
                </a:cubicBezTo>
                <a:cubicBezTo>
                  <a:pt x="268989" y="29203"/>
                  <a:pt x="272147" y="28691"/>
                  <a:pt x="275705" y="28691"/>
                </a:cubicBezTo>
                <a:cubicBezTo>
                  <a:pt x="278997" y="28691"/>
                  <a:pt x="281777" y="29136"/>
                  <a:pt x="284046" y="30027"/>
                </a:cubicBezTo>
                <a:cubicBezTo>
                  <a:pt x="286314" y="30916"/>
                  <a:pt x="288472" y="31716"/>
                  <a:pt x="290519" y="32428"/>
                </a:cubicBezTo>
                <a:cubicBezTo>
                  <a:pt x="289806" y="33762"/>
                  <a:pt x="289138" y="35408"/>
                  <a:pt x="288515" y="37366"/>
                </a:cubicBezTo>
                <a:cubicBezTo>
                  <a:pt x="287893" y="39323"/>
                  <a:pt x="287494" y="40835"/>
                  <a:pt x="287316" y="41902"/>
                </a:cubicBezTo>
                <a:lnTo>
                  <a:pt x="285713" y="41902"/>
                </a:lnTo>
                <a:cubicBezTo>
                  <a:pt x="285002" y="39767"/>
                  <a:pt x="283623" y="37854"/>
                  <a:pt x="281576" y="36164"/>
                </a:cubicBezTo>
                <a:cubicBezTo>
                  <a:pt x="279530" y="34474"/>
                  <a:pt x="276995" y="33629"/>
                  <a:pt x="273970" y="33629"/>
                </a:cubicBezTo>
                <a:cubicBezTo>
                  <a:pt x="272636" y="33629"/>
                  <a:pt x="271301" y="33852"/>
                  <a:pt x="269967" y="34297"/>
                </a:cubicBezTo>
                <a:cubicBezTo>
                  <a:pt x="268632" y="34741"/>
                  <a:pt x="267431" y="35408"/>
                  <a:pt x="266363" y="36299"/>
                </a:cubicBezTo>
                <a:cubicBezTo>
                  <a:pt x="265296" y="37188"/>
                  <a:pt x="264406" y="38344"/>
                  <a:pt x="263695" y="39768"/>
                </a:cubicBezTo>
                <a:cubicBezTo>
                  <a:pt x="262984" y="41191"/>
                  <a:pt x="262628" y="42881"/>
                  <a:pt x="262628" y="44839"/>
                </a:cubicBezTo>
                <a:cubicBezTo>
                  <a:pt x="262628" y="47685"/>
                  <a:pt x="263406" y="49887"/>
                  <a:pt x="264962" y="51444"/>
                </a:cubicBezTo>
                <a:cubicBezTo>
                  <a:pt x="266519" y="53001"/>
                  <a:pt x="268454" y="54225"/>
                  <a:pt x="270767" y="55116"/>
                </a:cubicBezTo>
                <a:cubicBezTo>
                  <a:pt x="273080" y="56005"/>
                  <a:pt x="275615" y="56783"/>
                  <a:pt x="278373" y="57451"/>
                </a:cubicBezTo>
                <a:cubicBezTo>
                  <a:pt x="281131" y="58118"/>
                  <a:pt x="283667" y="59052"/>
                  <a:pt x="285980" y="60253"/>
                </a:cubicBezTo>
                <a:cubicBezTo>
                  <a:pt x="288293" y="61453"/>
                  <a:pt x="290228" y="63121"/>
                  <a:pt x="291785" y="65256"/>
                </a:cubicBezTo>
                <a:cubicBezTo>
                  <a:pt x="293342" y="67392"/>
                  <a:pt x="294121" y="70327"/>
                  <a:pt x="294121" y="74063"/>
                </a:cubicBezTo>
                <a:cubicBezTo>
                  <a:pt x="294121" y="76644"/>
                  <a:pt x="293565" y="79180"/>
                  <a:pt x="292453" y="81671"/>
                </a:cubicBezTo>
                <a:cubicBezTo>
                  <a:pt x="291342" y="84162"/>
                  <a:pt x="289740" y="86408"/>
                  <a:pt x="287648" y="88411"/>
                </a:cubicBezTo>
                <a:cubicBezTo>
                  <a:pt x="285557" y="90412"/>
                  <a:pt x="283044" y="91968"/>
                  <a:pt x="280107" y="93080"/>
                </a:cubicBezTo>
                <a:cubicBezTo>
                  <a:pt x="277172" y="94192"/>
                  <a:pt x="273837" y="94748"/>
                  <a:pt x="270101" y="94748"/>
                </a:cubicBezTo>
                <a:cubicBezTo>
                  <a:pt x="266008" y="94748"/>
                  <a:pt x="262583" y="94347"/>
                  <a:pt x="259824" y="93546"/>
                </a:cubicBezTo>
                <a:cubicBezTo>
                  <a:pt x="257067" y="92747"/>
                  <a:pt x="254754" y="91813"/>
                  <a:pt x="252885" y="90744"/>
                </a:cubicBezTo>
                <a:cubicBezTo>
                  <a:pt x="253419" y="89588"/>
                  <a:pt x="253976" y="88009"/>
                  <a:pt x="254554" y="86008"/>
                </a:cubicBezTo>
                <a:cubicBezTo>
                  <a:pt x="255133" y="84006"/>
                  <a:pt x="255422" y="82337"/>
                  <a:pt x="255422" y="81003"/>
                </a:cubicBezTo>
                <a:lnTo>
                  <a:pt x="257022" y="81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+">
            <a:extLst xmlns:a="http://schemas.openxmlformats.org/drawingml/2006/main">
              <a:ext uri="{FF2B5EF4-FFF2-40B4-BE49-F238E27FC236}">
                <a16:creationId xmlns:a16="http://schemas.microsoft.com/office/drawing/2014/main" id="{62983126-6D16-4845-A51D-8CB11C71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646" y="752557"/>
            <a:ext cx="69405" cy="69405"/>
          </a:xfrm>
          <a:custGeom xmlns:a="http://schemas.openxmlformats.org/drawingml/2006/main">
            <a:pathLst>
              <a:path w="69405" h="69405">
                <a:moveTo>
                  <a:pt x="23726" y="34726"/>
                </a:moveTo>
                <a:lnTo>
                  <a:pt x="0" y="11001"/>
                </a:lnTo>
                <a:lnTo>
                  <a:pt x="11001" y="0"/>
                </a:lnTo>
                <a:lnTo>
                  <a:pt x="34726" y="23726"/>
                </a:lnTo>
                <a:lnTo>
                  <a:pt x="58452" y="0"/>
                </a:lnTo>
                <a:lnTo>
                  <a:pt x="69405" y="10953"/>
                </a:lnTo>
                <a:lnTo>
                  <a:pt x="45679" y="34678"/>
                </a:lnTo>
                <a:lnTo>
                  <a:pt x="69405" y="58404"/>
                </a:lnTo>
                <a:lnTo>
                  <a:pt x="58404" y="69405"/>
                </a:lnTo>
                <a:lnTo>
                  <a:pt x="34678" y="45679"/>
                </a:lnTo>
                <a:lnTo>
                  <a:pt x="10953" y="69405"/>
                </a:lnTo>
                <a:lnTo>
                  <a:pt x="0" y="58452"/>
                </a:lnTo>
                <a:lnTo>
                  <a:pt x="23726" y="34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ValuewithInclinations:">
            <a:extLst xmlns:a="http://schemas.openxmlformats.org/drawingml/2006/main">
              <a:ext uri="{FF2B5EF4-FFF2-40B4-BE49-F238E27FC236}">
                <a16:creationId xmlns:a16="http://schemas.microsoft.com/office/drawing/2014/main" id="{B5DCCFF8-22A2-4868-B113-F918859D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45" y="979888"/>
            <a:ext cx="1369186" cy="102355"/>
          </a:xfrm>
          <a:custGeom xmlns:a="http://schemas.openxmlformats.org/drawingml/2006/main">
            <a:pathLst>
              <a:path w="1369186" h="102355">
                <a:moveTo>
                  <a:pt x="47508" y="75932"/>
                </a:moveTo>
                <a:cubicBezTo>
                  <a:pt x="52135" y="64634"/>
                  <a:pt x="56627" y="53269"/>
                  <a:pt x="60986" y="41837"/>
                </a:cubicBezTo>
                <a:cubicBezTo>
                  <a:pt x="65345" y="30404"/>
                  <a:pt x="69260" y="19439"/>
                  <a:pt x="72729" y="8941"/>
                </a:cubicBezTo>
                <a:cubicBezTo>
                  <a:pt x="74954" y="9387"/>
                  <a:pt x="76912" y="9609"/>
                  <a:pt x="78602" y="9609"/>
                </a:cubicBezTo>
                <a:cubicBezTo>
                  <a:pt x="80292" y="9609"/>
                  <a:pt x="82250" y="9387"/>
                  <a:pt x="84475" y="8941"/>
                </a:cubicBezTo>
                <a:cubicBezTo>
                  <a:pt x="82250" y="14189"/>
                  <a:pt x="79580" y="20506"/>
                  <a:pt x="76466" y="27891"/>
                </a:cubicBezTo>
                <a:cubicBezTo>
                  <a:pt x="73353" y="35274"/>
                  <a:pt x="70106" y="43103"/>
                  <a:pt x="66724" y="51377"/>
                </a:cubicBezTo>
                <a:cubicBezTo>
                  <a:pt x="63344" y="59651"/>
                  <a:pt x="60008" y="68059"/>
                  <a:pt x="56716" y="76600"/>
                </a:cubicBezTo>
                <a:cubicBezTo>
                  <a:pt x="53424" y="85140"/>
                  <a:pt x="50489" y="93147"/>
                  <a:pt x="47909" y="100620"/>
                </a:cubicBezTo>
                <a:cubicBezTo>
                  <a:pt x="46130" y="100442"/>
                  <a:pt x="44172" y="100353"/>
                  <a:pt x="42037" y="100353"/>
                </a:cubicBezTo>
                <a:cubicBezTo>
                  <a:pt x="39901" y="100353"/>
                  <a:pt x="37945" y="100442"/>
                  <a:pt x="36166" y="100620"/>
                </a:cubicBezTo>
                <a:cubicBezTo>
                  <a:pt x="34830" y="97062"/>
                  <a:pt x="33206" y="92748"/>
                  <a:pt x="31293" y="87678"/>
                </a:cubicBezTo>
                <a:cubicBezTo>
                  <a:pt x="29381" y="82606"/>
                  <a:pt x="27334" y="77223"/>
                  <a:pt x="25154" y="71530"/>
                </a:cubicBezTo>
                <a:cubicBezTo>
                  <a:pt x="22975" y="65835"/>
                  <a:pt x="20684" y="60008"/>
                  <a:pt x="18282" y="54047"/>
                </a:cubicBezTo>
                <a:cubicBezTo>
                  <a:pt x="15880" y="48086"/>
                  <a:pt x="13567" y="42325"/>
                  <a:pt x="11342" y="36765"/>
                </a:cubicBezTo>
                <a:cubicBezTo>
                  <a:pt x="9118" y="31204"/>
                  <a:pt x="7028" y="26022"/>
                  <a:pt x="5070" y="21218"/>
                </a:cubicBezTo>
                <a:cubicBezTo>
                  <a:pt x="3114" y="16414"/>
                  <a:pt x="1424" y="12321"/>
                  <a:pt x="0" y="8941"/>
                </a:cubicBezTo>
                <a:cubicBezTo>
                  <a:pt x="2047" y="9119"/>
                  <a:pt x="4071" y="9275"/>
                  <a:pt x="6072" y="9410"/>
                </a:cubicBezTo>
                <a:cubicBezTo>
                  <a:pt x="8074" y="9543"/>
                  <a:pt x="10054" y="9609"/>
                  <a:pt x="12010" y="9609"/>
                </a:cubicBezTo>
                <a:cubicBezTo>
                  <a:pt x="13967" y="9609"/>
                  <a:pt x="15925" y="9543"/>
                  <a:pt x="17883" y="9410"/>
                </a:cubicBezTo>
                <a:cubicBezTo>
                  <a:pt x="19840" y="9275"/>
                  <a:pt x="21798" y="9119"/>
                  <a:pt x="23755" y="8941"/>
                </a:cubicBezTo>
                <a:cubicBezTo>
                  <a:pt x="25267" y="13923"/>
                  <a:pt x="26980" y="19172"/>
                  <a:pt x="28893" y="24688"/>
                </a:cubicBezTo>
                <a:cubicBezTo>
                  <a:pt x="30805" y="30203"/>
                  <a:pt x="32785" y="35830"/>
                  <a:pt x="34830" y="41568"/>
                </a:cubicBezTo>
                <a:cubicBezTo>
                  <a:pt x="36876" y="47307"/>
                  <a:pt x="38989" y="53067"/>
                  <a:pt x="41169" y="58850"/>
                </a:cubicBezTo>
                <a:cubicBezTo>
                  <a:pt x="43349" y="64633"/>
                  <a:pt x="45462" y="70327"/>
                  <a:pt x="47508" y="75932"/>
                </a:cubicBezTo>
                <a:close/>
                <a:moveTo>
                  <a:pt x="118236" y="80337"/>
                </a:moveTo>
                <a:cubicBezTo>
                  <a:pt x="118236" y="76511"/>
                  <a:pt x="118258" y="73598"/>
                  <a:pt x="118303" y="71595"/>
                </a:cubicBezTo>
                <a:cubicBezTo>
                  <a:pt x="118348" y="69593"/>
                  <a:pt x="118370" y="67836"/>
                  <a:pt x="118370" y="66323"/>
                </a:cubicBezTo>
                <a:cubicBezTo>
                  <a:pt x="116501" y="67392"/>
                  <a:pt x="114521" y="68260"/>
                  <a:pt x="112431" y="68928"/>
                </a:cubicBezTo>
                <a:cubicBezTo>
                  <a:pt x="110340" y="69594"/>
                  <a:pt x="108427" y="70439"/>
                  <a:pt x="106692" y="71463"/>
                </a:cubicBezTo>
                <a:cubicBezTo>
                  <a:pt x="104958" y="72485"/>
                  <a:pt x="103534" y="73886"/>
                  <a:pt x="102422" y="75666"/>
                </a:cubicBezTo>
                <a:cubicBezTo>
                  <a:pt x="101311" y="77445"/>
                  <a:pt x="100755" y="80025"/>
                  <a:pt x="100755" y="83406"/>
                </a:cubicBezTo>
                <a:cubicBezTo>
                  <a:pt x="100755" y="86698"/>
                  <a:pt x="101444" y="89211"/>
                  <a:pt x="102824" y="90946"/>
                </a:cubicBezTo>
                <a:cubicBezTo>
                  <a:pt x="104203" y="92681"/>
                  <a:pt x="106048" y="93548"/>
                  <a:pt x="108360" y="93548"/>
                </a:cubicBezTo>
                <a:cubicBezTo>
                  <a:pt x="111296" y="93548"/>
                  <a:pt x="113676" y="92436"/>
                  <a:pt x="115499" y="90213"/>
                </a:cubicBezTo>
                <a:cubicBezTo>
                  <a:pt x="117324" y="87988"/>
                  <a:pt x="118236" y="84696"/>
                  <a:pt x="118236" y="80337"/>
                </a:cubicBezTo>
                <a:moveTo>
                  <a:pt x="86609" y="44038"/>
                </a:moveTo>
                <a:cubicBezTo>
                  <a:pt x="90346" y="41014"/>
                  <a:pt x="94372" y="38701"/>
                  <a:pt x="98686" y="37099"/>
                </a:cubicBezTo>
                <a:cubicBezTo>
                  <a:pt x="103001" y="35497"/>
                  <a:pt x="107294" y="34696"/>
                  <a:pt x="111563" y="34696"/>
                </a:cubicBezTo>
                <a:cubicBezTo>
                  <a:pt x="115123" y="34696"/>
                  <a:pt x="118392" y="35096"/>
                  <a:pt x="121372" y="35897"/>
                </a:cubicBezTo>
                <a:cubicBezTo>
                  <a:pt x="124353" y="36698"/>
                  <a:pt x="126933" y="37966"/>
                  <a:pt x="129112" y="39701"/>
                </a:cubicBezTo>
                <a:cubicBezTo>
                  <a:pt x="131292" y="41436"/>
                  <a:pt x="132982" y="43683"/>
                  <a:pt x="134182" y="46441"/>
                </a:cubicBezTo>
                <a:cubicBezTo>
                  <a:pt x="135383" y="49198"/>
                  <a:pt x="135984" y="52534"/>
                  <a:pt x="135984" y="56449"/>
                </a:cubicBezTo>
                <a:cubicBezTo>
                  <a:pt x="135984" y="62143"/>
                  <a:pt x="135918" y="67414"/>
                  <a:pt x="135785" y="72263"/>
                </a:cubicBezTo>
                <a:cubicBezTo>
                  <a:pt x="135652" y="77111"/>
                  <a:pt x="135585" y="81937"/>
                  <a:pt x="135585" y="86741"/>
                </a:cubicBezTo>
                <a:cubicBezTo>
                  <a:pt x="135585" y="88876"/>
                  <a:pt x="135741" y="90545"/>
                  <a:pt x="136051" y="91746"/>
                </a:cubicBezTo>
                <a:cubicBezTo>
                  <a:pt x="136364" y="92948"/>
                  <a:pt x="136831" y="93860"/>
                  <a:pt x="137452" y="94483"/>
                </a:cubicBezTo>
                <a:cubicBezTo>
                  <a:pt x="138075" y="95105"/>
                  <a:pt x="138898" y="95504"/>
                  <a:pt x="139920" y="95682"/>
                </a:cubicBezTo>
                <a:cubicBezTo>
                  <a:pt x="140944" y="95860"/>
                  <a:pt x="142123" y="95949"/>
                  <a:pt x="143457" y="95949"/>
                </a:cubicBezTo>
                <a:lnTo>
                  <a:pt x="143457" y="99152"/>
                </a:lnTo>
                <a:cubicBezTo>
                  <a:pt x="140878" y="100220"/>
                  <a:pt x="138699" y="101021"/>
                  <a:pt x="136919" y="101555"/>
                </a:cubicBezTo>
                <a:cubicBezTo>
                  <a:pt x="135139" y="102088"/>
                  <a:pt x="133226" y="102355"/>
                  <a:pt x="131181" y="102355"/>
                </a:cubicBezTo>
                <a:cubicBezTo>
                  <a:pt x="127889" y="102355"/>
                  <a:pt x="125220" y="101555"/>
                  <a:pt x="123174" y="99954"/>
                </a:cubicBezTo>
                <a:cubicBezTo>
                  <a:pt x="121128" y="98352"/>
                  <a:pt x="119571" y="96039"/>
                  <a:pt x="118503" y="93015"/>
                </a:cubicBezTo>
                <a:cubicBezTo>
                  <a:pt x="116457" y="95861"/>
                  <a:pt x="114077" y="98130"/>
                  <a:pt x="111364" y="99820"/>
                </a:cubicBezTo>
                <a:cubicBezTo>
                  <a:pt x="108650" y="101510"/>
                  <a:pt x="105247" y="102355"/>
                  <a:pt x="101156" y="102355"/>
                </a:cubicBezTo>
                <a:cubicBezTo>
                  <a:pt x="97774" y="102355"/>
                  <a:pt x="94882" y="101910"/>
                  <a:pt x="92479" y="101019"/>
                </a:cubicBezTo>
                <a:cubicBezTo>
                  <a:pt x="90078" y="100130"/>
                  <a:pt x="88099" y="98863"/>
                  <a:pt x="86542" y="97218"/>
                </a:cubicBezTo>
                <a:cubicBezTo>
                  <a:pt x="84984" y="95571"/>
                  <a:pt x="83850" y="93702"/>
                  <a:pt x="83139" y="91612"/>
                </a:cubicBezTo>
                <a:cubicBezTo>
                  <a:pt x="82428" y="89521"/>
                  <a:pt x="82072" y="87408"/>
                  <a:pt x="82072" y="85273"/>
                </a:cubicBezTo>
                <a:cubicBezTo>
                  <a:pt x="82072" y="82338"/>
                  <a:pt x="82539" y="79803"/>
                  <a:pt x="83473" y="77667"/>
                </a:cubicBezTo>
                <a:cubicBezTo>
                  <a:pt x="84407" y="75532"/>
                  <a:pt x="85741" y="73708"/>
                  <a:pt x="87476" y="72196"/>
                </a:cubicBezTo>
                <a:cubicBezTo>
                  <a:pt x="89211" y="70684"/>
                  <a:pt x="91279" y="69416"/>
                  <a:pt x="93681" y="68392"/>
                </a:cubicBezTo>
                <a:cubicBezTo>
                  <a:pt x="96083" y="67369"/>
                  <a:pt x="98797" y="66501"/>
                  <a:pt x="101822" y="65790"/>
                </a:cubicBezTo>
                <a:cubicBezTo>
                  <a:pt x="105559" y="64901"/>
                  <a:pt x="108517" y="64123"/>
                  <a:pt x="110696" y="63456"/>
                </a:cubicBezTo>
                <a:cubicBezTo>
                  <a:pt x="112876" y="62788"/>
                  <a:pt x="114500" y="62121"/>
                  <a:pt x="115567" y="61455"/>
                </a:cubicBezTo>
                <a:cubicBezTo>
                  <a:pt x="116635" y="60787"/>
                  <a:pt x="117324" y="60052"/>
                  <a:pt x="117635" y="59251"/>
                </a:cubicBezTo>
                <a:cubicBezTo>
                  <a:pt x="117948" y="58450"/>
                  <a:pt x="118104" y="57472"/>
                  <a:pt x="118104" y="56315"/>
                </a:cubicBezTo>
                <a:cubicBezTo>
                  <a:pt x="118104" y="53113"/>
                  <a:pt x="116969" y="50377"/>
                  <a:pt x="114699" y="48109"/>
                </a:cubicBezTo>
                <a:cubicBezTo>
                  <a:pt x="112431" y="45839"/>
                  <a:pt x="109295" y="44704"/>
                  <a:pt x="105291" y="44704"/>
                </a:cubicBezTo>
                <a:cubicBezTo>
                  <a:pt x="103779" y="44704"/>
                  <a:pt x="102222" y="44904"/>
                  <a:pt x="100620" y="45305"/>
                </a:cubicBezTo>
                <a:cubicBezTo>
                  <a:pt x="99020" y="45705"/>
                  <a:pt x="97485" y="46262"/>
                  <a:pt x="96016" y="46975"/>
                </a:cubicBezTo>
                <a:cubicBezTo>
                  <a:pt x="94549" y="47686"/>
                  <a:pt x="93214" y="48465"/>
                  <a:pt x="92013" y="49310"/>
                </a:cubicBezTo>
                <a:cubicBezTo>
                  <a:pt x="90813" y="50155"/>
                  <a:pt x="89901" y="51066"/>
                  <a:pt x="89278" y="52045"/>
                </a:cubicBezTo>
                <a:lnTo>
                  <a:pt x="88344" y="52045"/>
                </a:lnTo>
                <a:lnTo>
                  <a:pt x="86609" y="44038"/>
                </a:lnTo>
                <a:close/>
                <a:moveTo>
                  <a:pt x="155202" y="46172"/>
                </a:moveTo>
                <a:cubicBezTo>
                  <a:pt x="155202" y="37454"/>
                  <a:pt x="155113" y="29448"/>
                  <a:pt x="154934" y="22153"/>
                </a:cubicBezTo>
                <a:cubicBezTo>
                  <a:pt x="154756" y="14857"/>
                  <a:pt x="154489" y="7473"/>
                  <a:pt x="154133" y="0"/>
                </a:cubicBezTo>
                <a:cubicBezTo>
                  <a:pt x="155290" y="178"/>
                  <a:pt x="156758" y="334"/>
                  <a:pt x="158538" y="468"/>
                </a:cubicBezTo>
                <a:cubicBezTo>
                  <a:pt x="160318" y="601"/>
                  <a:pt x="162186" y="668"/>
                  <a:pt x="164144" y="668"/>
                </a:cubicBezTo>
                <a:cubicBezTo>
                  <a:pt x="166100" y="668"/>
                  <a:pt x="167968" y="601"/>
                  <a:pt x="169748" y="468"/>
                </a:cubicBezTo>
                <a:cubicBezTo>
                  <a:pt x="171527" y="334"/>
                  <a:pt x="172995" y="178"/>
                  <a:pt x="174152" y="0"/>
                </a:cubicBezTo>
                <a:cubicBezTo>
                  <a:pt x="173796" y="7473"/>
                  <a:pt x="173529" y="14857"/>
                  <a:pt x="173350" y="22153"/>
                </a:cubicBezTo>
                <a:cubicBezTo>
                  <a:pt x="173172" y="29448"/>
                  <a:pt x="173083" y="37454"/>
                  <a:pt x="173083" y="46172"/>
                </a:cubicBezTo>
                <a:lnTo>
                  <a:pt x="173083" y="54847"/>
                </a:lnTo>
                <a:cubicBezTo>
                  <a:pt x="173083" y="63566"/>
                  <a:pt x="173172" y="71574"/>
                  <a:pt x="173350" y="78869"/>
                </a:cubicBezTo>
                <a:cubicBezTo>
                  <a:pt x="173529" y="86164"/>
                  <a:pt x="173796" y="93415"/>
                  <a:pt x="174152" y="100620"/>
                </a:cubicBezTo>
                <a:cubicBezTo>
                  <a:pt x="172995" y="100442"/>
                  <a:pt x="171527" y="100353"/>
                  <a:pt x="169748" y="100353"/>
                </a:cubicBezTo>
                <a:cubicBezTo>
                  <a:pt x="167968" y="100353"/>
                  <a:pt x="166100" y="100353"/>
                  <a:pt x="164144" y="100353"/>
                </a:cubicBezTo>
                <a:cubicBezTo>
                  <a:pt x="162186" y="100353"/>
                  <a:pt x="160318" y="100353"/>
                  <a:pt x="158538" y="100353"/>
                </a:cubicBezTo>
                <a:cubicBezTo>
                  <a:pt x="156758" y="100353"/>
                  <a:pt x="155290" y="100442"/>
                  <a:pt x="154133" y="100620"/>
                </a:cubicBezTo>
                <a:cubicBezTo>
                  <a:pt x="154489" y="93415"/>
                  <a:pt x="154756" y="86164"/>
                  <a:pt x="154934" y="78869"/>
                </a:cubicBezTo>
                <a:cubicBezTo>
                  <a:pt x="155113" y="71574"/>
                  <a:pt x="155202" y="63566"/>
                  <a:pt x="155202" y="54847"/>
                </a:cubicBezTo>
                <a:lnTo>
                  <a:pt x="155202" y="46172"/>
                </a:lnTo>
                <a:close/>
                <a:moveTo>
                  <a:pt x="230866" y="91011"/>
                </a:moveTo>
                <a:cubicBezTo>
                  <a:pt x="228375" y="94748"/>
                  <a:pt x="225461" y="97573"/>
                  <a:pt x="222124" y="99486"/>
                </a:cubicBezTo>
                <a:cubicBezTo>
                  <a:pt x="218789" y="101399"/>
                  <a:pt x="214987" y="102355"/>
                  <a:pt x="210717" y="102355"/>
                </a:cubicBezTo>
                <a:cubicBezTo>
                  <a:pt x="204044" y="102355"/>
                  <a:pt x="198906" y="100487"/>
                  <a:pt x="195303" y="96751"/>
                </a:cubicBezTo>
                <a:cubicBezTo>
                  <a:pt x="191700" y="93014"/>
                  <a:pt x="189898" y="86831"/>
                  <a:pt x="189898" y="78201"/>
                </a:cubicBezTo>
                <a:cubicBezTo>
                  <a:pt x="189898" y="73664"/>
                  <a:pt x="189987" y="69661"/>
                  <a:pt x="190165" y="66191"/>
                </a:cubicBezTo>
                <a:cubicBezTo>
                  <a:pt x="190343" y="62721"/>
                  <a:pt x="190432" y="59251"/>
                  <a:pt x="190432" y="55782"/>
                </a:cubicBezTo>
                <a:cubicBezTo>
                  <a:pt x="190432" y="52935"/>
                  <a:pt x="190365" y="49844"/>
                  <a:pt x="190230" y="46508"/>
                </a:cubicBezTo>
                <a:cubicBezTo>
                  <a:pt x="190097" y="43172"/>
                  <a:pt x="189942" y="39812"/>
                  <a:pt x="189764" y="36431"/>
                </a:cubicBezTo>
                <a:cubicBezTo>
                  <a:pt x="190921" y="36609"/>
                  <a:pt x="192389" y="36765"/>
                  <a:pt x="194169" y="36899"/>
                </a:cubicBezTo>
                <a:cubicBezTo>
                  <a:pt x="195948" y="37032"/>
                  <a:pt x="197817" y="37099"/>
                  <a:pt x="199774" y="37099"/>
                </a:cubicBezTo>
                <a:cubicBezTo>
                  <a:pt x="201731" y="37099"/>
                  <a:pt x="203599" y="37032"/>
                  <a:pt x="205378" y="36899"/>
                </a:cubicBezTo>
                <a:cubicBezTo>
                  <a:pt x="207158" y="36765"/>
                  <a:pt x="208626" y="36609"/>
                  <a:pt x="209783" y="36431"/>
                </a:cubicBezTo>
                <a:cubicBezTo>
                  <a:pt x="209160" y="41235"/>
                  <a:pt x="208759" y="46796"/>
                  <a:pt x="208581" y="53112"/>
                </a:cubicBezTo>
                <a:cubicBezTo>
                  <a:pt x="208403" y="59429"/>
                  <a:pt x="208315" y="66635"/>
                  <a:pt x="208315" y="74731"/>
                </a:cubicBezTo>
                <a:cubicBezTo>
                  <a:pt x="208315" y="80336"/>
                  <a:pt x="209271" y="84451"/>
                  <a:pt x="211184" y="87075"/>
                </a:cubicBezTo>
                <a:cubicBezTo>
                  <a:pt x="213096" y="89699"/>
                  <a:pt x="215788" y="91011"/>
                  <a:pt x="219257" y="91011"/>
                </a:cubicBezTo>
                <a:cubicBezTo>
                  <a:pt x="223261" y="91011"/>
                  <a:pt x="226196" y="89277"/>
                  <a:pt x="228064" y="85808"/>
                </a:cubicBezTo>
                <a:cubicBezTo>
                  <a:pt x="229932" y="82339"/>
                  <a:pt x="230866" y="77534"/>
                  <a:pt x="230866" y="71396"/>
                </a:cubicBezTo>
                <a:lnTo>
                  <a:pt x="230866" y="66057"/>
                </a:lnTo>
                <a:cubicBezTo>
                  <a:pt x="230866" y="60631"/>
                  <a:pt x="230800" y="55538"/>
                  <a:pt x="230667" y="50778"/>
                </a:cubicBezTo>
                <a:cubicBezTo>
                  <a:pt x="230534" y="46018"/>
                  <a:pt x="230244" y="41235"/>
                  <a:pt x="229799" y="36431"/>
                </a:cubicBezTo>
                <a:cubicBezTo>
                  <a:pt x="232290" y="36876"/>
                  <a:pt x="235626" y="37099"/>
                  <a:pt x="239807" y="37099"/>
                </a:cubicBezTo>
                <a:cubicBezTo>
                  <a:pt x="241855" y="37099"/>
                  <a:pt x="243723" y="37032"/>
                  <a:pt x="245413" y="36899"/>
                </a:cubicBezTo>
                <a:cubicBezTo>
                  <a:pt x="247103" y="36765"/>
                  <a:pt x="248572" y="36609"/>
                  <a:pt x="249818" y="36431"/>
                </a:cubicBezTo>
                <a:cubicBezTo>
                  <a:pt x="249372" y="41235"/>
                  <a:pt x="249083" y="46018"/>
                  <a:pt x="248948" y="50778"/>
                </a:cubicBezTo>
                <a:cubicBezTo>
                  <a:pt x="248815" y="55538"/>
                  <a:pt x="248749" y="60631"/>
                  <a:pt x="248749" y="66057"/>
                </a:cubicBezTo>
                <a:lnTo>
                  <a:pt x="248749" y="71396"/>
                </a:lnTo>
                <a:cubicBezTo>
                  <a:pt x="248749" y="76822"/>
                  <a:pt x="248815" y="81937"/>
                  <a:pt x="248948" y="86741"/>
                </a:cubicBezTo>
                <a:cubicBezTo>
                  <a:pt x="249083" y="91545"/>
                  <a:pt x="249372" y="96172"/>
                  <a:pt x="249818" y="100620"/>
                </a:cubicBezTo>
                <a:cubicBezTo>
                  <a:pt x="248216" y="100442"/>
                  <a:pt x="246636" y="100353"/>
                  <a:pt x="245079" y="100353"/>
                </a:cubicBezTo>
                <a:cubicBezTo>
                  <a:pt x="243522" y="100353"/>
                  <a:pt x="241943" y="100353"/>
                  <a:pt x="240343" y="100353"/>
                </a:cubicBezTo>
                <a:cubicBezTo>
                  <a:pt x="238741" y="100353"/>
                  <a:pt x="237162" y="100353"/>
                  <a:pt x="235605" y="100353"/>
                </a:cubicBezTo>
                <a:cubicBezTo>
                  <a:pt x="234048" y="100353"/>
                  <a:pt x="232379" y="100442"/>
                  <a:pt x="230599" y="100620"/>
                </a:cubicBezTo>
                <a:lnTo>
                  <a:pt x="231135" y="91011"/>
                </a:lnTo>
                <a:lnTo>
                  <a:pt x="230866" y="91011"/>
                </a:lnTo>
                <a:close/>
                <a:moveTo>
                  <a:pt x="281044" y="68726"/>
                </a:moveTo>
                <a:cubicBezTo>
                  <a:pt x="281044" y="72284"/>
                  <a:pt x="281400" y="75620"/>
                  <a:pt x="282111" y="78734"/>
                </a:cubicBezTo>
                <a:cubicBezTo>
                  <a:pt x="282824" y="81849"/>
                  <a:pt x="283914" y="84540"/>
                  <a:pt x="285381" y="86808"/>
                </a:cubicBezTo>
                <a:cubicBezTo>
                  <a:pt x="286849" y="89077"/>
                  <a:pt x="288717" y="90856"/>
                  <a:pt x="290985" y="92147"/>
                </a:cubicBezTo>
                <a:cubicBezTo>
                  <a:pt x="293255" y="93437"/>
                  <a:pt x="295902" y="94082"/>
                  <a:pt x="298927" y="94082"/>
                </a:cubicBezTo>
                <a:cubicBezTo>
                  <a:pt x="305065" y="94082"/>
                  <a:pt x="310537" y="92080"/>
                  <a:pt x="315341" y="88077"/>
                </a:cubicBezTo>
                <a:lnTo>
                  <a:pt x="316941" y="89278"/>
                </a:lnTo>
                <a:lnTo>
                  <a:pt x="314005" y="96751"/>
                </a:lnTo>
                <a:cubicBezTo>
                  <a:pt x="311781" y="98441"/>
                  <a:pt x="309113" y="99798"/>
                  <a:pt x="305998" y="100820"/>
                </a:cubicBezTo>
                <a:cubicBezTo>
                  <a:pt x="302884" y="101843"/>
                  <a:pt x="298792" y="102355"/>
                  <a:pt x="293722" y="102355"/>
                </a:cubicBezTo>
                <a:cubicBezTo>
                  <a:pt x="289363" y="102355"/>
                  <a:pt x="285226" y="101754"/>
                  <a:pt x="281311" y="100553"/>
                </a:cubicBezTo>
                <a:cubicBezTo>
                  <a:pt x="277397" y="99353"/>
                  <a:pt x="273950" y="97374"/>
                  <a:pt x="270969" y="94615"/>
                </a:cubicBezTo>
                <a:cubicBezTo>
                  <a:pt x="267989" y="91857"/>
                  <a:pt x="265631" y="88365"/>
                  <a:pt x="263897" y="84139"/>
                </a:cubicBezTo>
                <a:cubicBezTo>
                  <a:pt x="262162" y="79913"/>
                  <a:pt x="261294" y="74864"/>
                  <a:pt x="261294" y="68993"/>
                </a:cubicBezTo>
                <a:cubicBezTo>
                  <a:pt x="261294" y="63210"/>
                  <a:pt x="262072" y="58184"/>
                  <a:pt x="263628" y="53914"/>
                </a:cubicBezTo>
                <a:cubicBezTo>
                  <a:pt x="265185" y="49644"/>
                  <a:pt x="267343" y="46085"/>
                  <a:pt x="270101" y="43238"/>
                </a:cubicBezTo>
                <a:cubicBezTo>
                  <a:pt x="272860" y="40390"/>
                  <a:pt x="276129" y="38255"/>
                  <a:pt x="279910" y="36832"/>
                </a:cubicBezTo>
                <a:cubicBezTo>
                  <a:pt x="283690" y="35408"/>
                  <a:pt x="287805" y="34696"/>
                  <a:pt x="292254" y="34696"/>
                </a:cubicBezTo>
                <a:cubicBezTo>
                  <a:pt x="301061" y="34696"/>
                  <a:pt x="307800" y="37276"/>
                  <a:pt x="312470" y="42436"/>
                </a:cubicBezTo>
                <a:cubicBezTo>
                  <a:pt x="317141" y="47596"/>
                  <a:pt x="319477" y="54891"/>
                  <a:pt x="319477" y="64322"/>
                </a:cubicBezTo>
                <a:lnTo>
                  <a:pt x="319477" y="67126"/>
                </a:lnTo>
                <a:cubicBezTo>
                  <a:pt x="319477" y="67925"/>
                  <a:pt x="319432" y="68459"/>
                  <a:pt x="319344" y="68726"/>
                </a:cubicBezTo>
                <a:lnTo>
                  <a:pt x="281044" y="68726"/>
                </a:lnTo>
                <a:moveTo>
                  <a:pt x="301596" y="62721"/>
                </a:moveTo>
                <a:cubicBezTo>
                  <a:pt x="301417" y="56049"/>
                  <a:pt x="300594" y="50711"/>
                  <a:pt x="299126" y="46708"/>
                </a:cubicBezTo>
                <a:cubicBezTo>
                  <a:pt x="297659" y="42703"/>
                  <a:pt x="295190" y="40701"/>
                  <a:pt x="291720" y="40701"/>
                </a:cubicBezTo>
                <a:cubicBezTo>
                  <a:pt x="289763" y="40701"/>
                  <a:pt x="288117" y="41368"/>
                  <a:pt x="286782" y="42703"/>
                </a:cubicBezTo>
                <a:cubicBezTo>
                  <a:pt x="285448" y="44037"/>
                  <a:pt x="284380" y="45750"/>
                  <a:pt x="283579" y="47842"/>
                </a:cubicBezTo>
                <a:cubicBezTo>
                  <a:pt x="282778" y="49933"/>
                  <a:pt x="282178" y="52290"/>
                  <a:pt x="281777" y="54914"/>
                </a:cubicBezTo>
                <a:cubicBezTo>
                  <a:pt x="281378" y="57538"/>
                  <a:pt x="281134" y="60141"/>
                  <a:pt x="281044" y="62721"/>
                </a:cubicBezTo>
                <a:lnTo>
                  <a:pt x="301596" y="62721"/>
                </a:lnTo>
                <a:close/>
                <a:moveTo>
                  <a:pt x="438380" y="82605"/>
                </a:moveTo>
                <a:cubicBezTo>
                  <a:pt x="443273" y="67124"/>
                  <a:pt x="447766" y="51733"/>
                  <a:pt x="451858" y="36431"/>
                </a:cubicBezTo>
                <a:cubicBezTo>
                  <a:pt x="453816" y="36876"/>
                  <a:pt x="455551" y="37099"/>
                  <a:pt x="457063" y="37099"/>
                </a:cubicBezTo>
                <a:cubicBezTo>
                  <a:pt x="457952" y="37099"/>
                  <a:pt x="458820" y="37032"/>
                  <a:pt x="459666" y="36899"/>
                </a:cubicBezTo>
                <a:cubicBezTo>
                  <a:pt x="460511" y="36765"/>
                  <a:pt x="461512" y="36609"/>
                  <a:pt x="462669" y="36431"/>
                </a:cubicBezTo>
                <a:cubicBezTo>
                  <a:pt x="462046" y="37587"/>
                  <a:pt x="461200" y="39500"/>
                  <a:pt x="460132" y="42169"/>
                </a:cubicBezTo>
                <a:cubicBezTo>
                  <a:pt x="459065" y="44838"/>
                  <a:pt x="457886" y="47996"/>
                  <a:pt x="456595" y="51644"/>
                </a:cubicBezTo>
                <a:cubicBezTo>
                  <a:pt x="455305" y="55292"/>
                  <a:pt x="453927" y="59273"/>
                  <a:pt x="452459" y="63589"/>
                </a:cubicBezTo>
                <a:cubicBezTo>
                  <a:pt x="450992" y="67903"/>
                  <a:pt x="449546" y="72240"/>
                  <a:pt x="448122" y="76600"/>
                </a:cubicBezTo>
                <a:cubicBezTo>
                  <a:pt x="446699" y="80959"/>
                  <a:pt x="445298" y="85229"/>
                  <a:pt x="443919" y="89411"/>
                </a:cubicBezTo>
                <a:cubicBezTo>
                  <a:pt x="442540" y="93592"/>
                  <a:pt x="441316" y="97328"/>
                  <a:pt x="440248" y="100620"/>
                </a:cubicBezTo>
                <a:cubicBezTo>
                  <a:pt x="439003" y="100442"/>
                  <a:pt x="437780" y="100353"/>
                  <a:pt x="436578" y="100353"/>
                </a:cubicBezTo>
                <a:cubicBezTo>
                  <a:pt x="435377" y="100353"/>
                  <a:pt x="434154" y="100353"/>
                  <a:pt x="432909" y="100353"/>
                </a:cubicBezTo>
                <a:cubicBezTo>
                  <a:pt x="431663" y="100353"/>
                  <a:pt x="430417" y="100353"/>
                  <a:pt x="429170" y="100353"/>
                </a:cubicBezTo>
                <a:cubicBezTo>
                  <a:pt x="427926" y="100353"/>
                  <a:pt x="426681" y="100442"/>
                  <a:pt x="425436" y="100620"/>
                </a:cubicBezTo>
                <a:cubicBezTo>
                  <a:pt x="424369" y="97240"/>
                  <a:pt x="423257" y="93615"/>
                  <a:pt x="422100" y="89745"/>
                </a:cubicBezTo>
                <a:cubicBezTo>
                  <a:pt x="420944" y="85874"/>
                  <a:pt x="419787" y="82049"/>
                  <a:pt x="418631" y="78268"/>
                </a:cubicBezTo>
                <a:cubicBezTo>
                  <a:pt x="417474" y="74487"/>
                  <a:pt x="416362" y="70796"/>
                  <a:pt x="415293" y="67193"/>
                </a:cubicBezTo>
                <a:cubicBezTo>
                  <a:pt x="414226" y="63589"/>
                  <a:pt x="413247" y="60229"/>
                  <a:pt x="412357" y="57115"/>
                </a:cubicBezTo>
                <a:lnTo>
                  <a:pt x="412090" y="57115"/>
                </a:lnTo>
                <a:cubicBezTo>
                  <a:pt x="409777" y="64588"/>
                  <a:pt x="407486" y="71929"/>
                  <a:pt x="405218" y="79136"/>
                </a:cubicBezTo>
                <a:cubicBezTo>
                  <a:pt x="402949" y="86341"/>
                  <a:pt x="400792" y="93503"/>
                  <a:pt x="398746" y="100620"/>
                </a:cubicBezTo>
                <a:cubicBezTo>
                  <a:pt x="397500" y="100442"/>
                  <a:pt x="396232" y="100353"/>
                  <a:pt x="394943" y="100353"/>
                </a:cubicBezTo>
                <a:cubicBezTo>
                  <a:pt x="393653" y="100353"/>
                  <a:pt x="392385" y="100353"/>
                  <a:pt x="391139" y="100353"/>
                </a:cubicBezTo>
                <a:cubicBezTo>
                  <a:pt x="389894" y="100353"/>
                  <a:pt x="388604" y="100353"/>
                  <a:pt x="387270" y="100353"/>
                </a:cubicBezTo>
                <a:cubicBezTo>
                  <a:pt x="385936" y="100353"/>
                  <a:pt x="384601" y="100442"/>
                  <a:pt x="383267" y="100620"/>
                </a:cubicBezTo>
                <a:cubicBezTo>
                  <a:pt x="382288" y="97328"/>
                  <a:pt x="381153" y="93525"/>
                  <a:pt x="379862" y="89211"/>
                </a:cubicBezTo>
                <a:cubicBezTo>
                  <a:pt x="378572" y="84895"/>
                  <a:pt x="377216" y="80514"/>
                  <a:pt x="375792" y="76067"/>
                </a:cubicBezTo>
                <a:cubicBezTo>
                  <a:pt x="374369" y="71618"/>
                  <a:pt x="372946" y="67215"/>
                  <a:pt x="371522" y="62856"/>
                </a:cubicBezTo>
                <a:cubicBezTo>
                  <a:pt x="370099" y="58495"/>
                  <a:pt x="368787" y="54514"/>
                  <a:pt x="367585" y="50911"/>
                </a:cubicBezTo>
                <a:cubicBezTo>
                  <a:pt x="366384" y="47308"/>
                  <a:pt x="365339" y="44217"/>
                  <a:pt x="364450" y="41638"/>
                </a:cubicBezTo>
                <a:cubicBezTo>
                  <a:pt x="363560" y="39057"/>
                  <a:pt x="362938" y="37321"/>
                  <a:pt x="362582" y="36431"/>
                </a:cubicBezTo>
                <a:cubicBezTo>
                  <a:pt x="364538" y="36609"/>
                  <a:pt x="366339" y="36765"/>
                  <a:pt x="367985" y="36899"/>
                </a:cubicBezTo>
                <a:cubicBezTo>
                  <a:pt x="369631" y="37032"/>
                  <a:pt x="371300" y="37099"/>
                  <a:pt x="372990" y="37099"/>
                </a:cubicBezTo>
                <a:cubicBezTo>
                  <a:pt x="374592" y="37099"/>
                  <a:pt x="376215" y="37032"/>
                  <a:pt x="377860" y="36899"/>
                </a:cubicBezTo>
                <a:cubicBezTo>
                  <a:pt x="379507" y="36765"/>
                  <a:pt x="381131" y="36609"/>
                  <a:pt x="382731" y="36431"/>
                </a:cubicBezTo>
                <a:cubicBezTo>
                  <a:pt x="384867" y="44171"/>
                  <a:pt x="387091" y="52112"/>
                  <a:pt x="389404" y="60253"/>
                </a:cubicBezTo>
                <a:cubicBezTo>
                  <a:pt x="391717" y="68393"/>
                  <a:pt x="393897" y="75844"/>
                  <a:pt x="395945" y="82605"/>
                </a:cubicBezTo>
                <a:lnTo>
                  <a:pt x="396211" y="82605"/>
                </a:lnTo>
                <a:cubicBezTo>
                  <a:pt x="398791" y="74777"/>
                  <a:pt x="401148" y="67081"/>
                  <a:pt x="403283" y="59518"/>
                </a:cubicBezTo>
                <a:cubicBezTo>
                  <a:pt x="405419" y="51955"/>
                  <a:pt x="407554" y="44260"/>
                  <a:pt x="409689" y="36431"/>
                </a:cubicBezTo>
                <a:cubicBezTo>
                  <a:pt x="410934" y="36609"/>
                  <a:pt x="412179" y="36765"/>
                  <a:pt x="413424" y="36899"/>
                </a:cubicBezTo>
                <a:cubicBezTo>
                  <a:pt x="414670" y="37032"/>
                  <a:pt x="415916" y="37099"/>
                  <a:pt x="417162" y="37099"/>
                </a:cubicBezTo>
                <a:cubicBezTo>
                  <a:pt x="418407" y="37099"/>
                  <a:pt x="419652" y="37032"/>
                  <a:pt x="420897" y="36899"/>
                </a:cubicBezTo>
                <a:cubicBezTo>
                  <a:pt x="422143" y="36765"/>
                  <a:pt x="423389" y="36609"/>
                  <a:pt x="424636" y="36431"/>
                </a:cubicBezTo>
                <a:cubicBezTo>
                  <a:pt x="426771" y="44260"/>
                  <a:pt x="428950" y="51955"/>
                  <a:pt x="431174" y="59518"/>
                </a:cubicBezTo>
                <a:cubicBezTo>
                  <a:pt x="433398" y="67081"/>
                  <a:pt x="435711" y="74777"/>
                  <a:pt x="438114" y="82605"/>
                </a:cubicBezTo>
                <a:lnTo>
                  <a:pt x="438380" y="82605"/>
                </a:lnTo>
                <a:close/>
                <a:moveTo>
                  <a:pt x="472543" y="11210"/>
                </a:moveTo>
                <a:cubicBezTo>
                  <a:pt x="472543" y="8273"/>
                  <a:pt x="473566" y="5782"/>
                  <a:pt x="475612" y="3737"/>
                </a:cubicBezTo>
                <a:cubicBezTo>
                  <a:pt x="477659" y="1691"/>
                  <a:pt x="480150" y="668"/>
                  <a:pt x="483087" y="668"/>
                </a:cubicBezTo>
                <a:cubicBezTo>
                  <a:pt x="486022" y="668"/>
                  <a:pt x="488512" y="1691"/>
                  <a:pt x="490558" y="3737"/>
                </a:cubicBezTo>
                <a:cubicBezTo>
                  <a:pt x="492605" y="5782"/>
                  <a:pt x="493629" y="8273"/>
                  <a:pt x="493629" y="11210"/>
                </a:cubicBezTo>
                <a:cubicBezTo>
                  <a:pt x="493629" y="14146"/>
                  <a:pt x="492605" y="16637"/>
                  <a:pt x="490558" y="18683"/>
                </a:cubicBezTo>
                <a:cubicBezTo>
                  <a:pt x="488512" y="20729"/>
                  <a:pt x="486022" y="21751"/>
                  <a:pt x="483087" y="21751"/>
                </a:cubicBezTo>
                <a:cubicBezTo>
                  <a:pt x="480150" y="21751"/>
                  <a:pt x="477659" y="20729"/>
                  <a:pt x="475612" y="18683"/>
                </a:cubicBezTo>
                <a:cubicBezTo>
                  <a:pt x="473566" y="16637"/>
                  <a:pt x="472543" y="14146"/>
                  <a:pt x="472543" y="11210"/>
                </a:cubicBezTo>
                <a:moveTo>
                  <a:pt x="474145" y="66057"/>
                </a:moveTo>
                <a:cubicBezTo>
                  <a:pt x="474145" y="60631"/>
                  <a:pt x="474078" y="55538"/>
                  <a:pt x="473944" y="50778"/>
                </a:cubicBezTo>
                <a:cubicBezTo>
                  <a:pt x="473811" y="46018"/>
                  <a:pt x="473522" y="41235"/>
                  <a:pt x="473076" y="36431"/>
                </a:cubicBezTo>
                <a:cubicBezTo>
                  <a:pt x="474323" y="36609"/>
                  <a:pt x="475791" y="36765"/>
                  <a:pt x="477481" y="36899"/>
                </a:cubicBezTo>
                <a:cubicBezTo>
                  <a:pt x="479171" y="37032"/>
                  <a:pt x="481040" y="37099"/>
                  <a:pt x="483087" y="37099"/>
                </a:cubicBezTo>
                <a:cubicBezTo>
                  <a:pt x="487268" y="37099"/>
                  <a:pt x="490604" y="36876"/>
                  <a:pt x="493095" y="36431"/>
                </a:cubicBezTo>
                <a:cubicBezTo>
                  <a:pt x="492650" y="41235"/>
                  <a:pt x="492360" y="46018"/>
                  <a:pt x="492226" y="50778"/>
                </a:cubicBezTo>
                <a:cubicBezTo>
                  <a:pt x="492092" y="55538"/>
                  <a:pt x="492026" y="60631"/>
                  <a:pt x="492026" y="66057"/>
                </a:cubicBezTo>
                <a:lnTo>
                  <a:pt x="492026" y="71396"/>
                </a:lnTo>
                <a:cubicBezTo>
                  <a:pt x="492026" y="76822"/>
                  <a:pt x="492092" y="81937"/>
                  <a:pt x="492226" y="86741"/>
                </a:cubicBezTo>
                <a:cubicBezTo>
                  <a:pt x="492360" y="91545"/>
                  <a:pt x="492650" y="96172"/>
                  <a:pt x="493095" y="100620"/>
                </a:cubicBezTo>
                <a:cubicBezTo>
                  <a:pt x="491938" y="100442"/>
                  <a:pt x="490493" y="100353"/>
                  <a:pt x="488758" y="100353"/>
                </a:cubicBezTo>
                <a:cubicBezTo>
                  <a:pt x="487023" y="100353"/>
                  <a:pt x="485133" y="100353"/>
                  <a:pt x="483087" y="100353"/>
                </a:cubicBezTo>
                <a:cubicBezTo>
                  <a:pt x="481040" y="100353"/>
                  <a:pt x="479171" y="100353"/>
                  <a:pt x="477481" y="100353"/>
                </a:cubicBezTo>
                <a:cubicBezTo>
                  <a:pt x="475791" y="100353"/>
                  <a:pt x="474323" y="100442"/>
                  <a:pt x="473076" y="100620"/>
                </a:cubicBezTo>
                <a:cubicBezTo>
                  <a:pt x="473522" y="96172"/>
                  <a:pt x="473811" y="91545"/>
                  <a:pt x="473944" y="86741"/>
                </a:cubicBezTo>
                <a:cubicBezTo>
                  <a:pt x="474078" y="81937"/>
                  <a:pt x="474145" y="76822"/>
                  <a:pt x="474145" y="71396"/>
                </a:cubicBezTo>
                <a:lnTo>
                  <a:pt x="474145" y="66057"/>
                </a:lnTo>
                <a:close/>
                <a:moveTo>
                  <a:pt x="543804" y="37099"/>
                </a:moveTo>
                <a:cubicBezTo>
                  <a:pt x="543538" y="38433"/>
                  <a:pt x="543405" y="39634"/>
                  <a:pt x="543405" y="40701"/>
                </a:cubicBezTo>
                <a:cubicBezTo>
                  <a:pt x="543405" y="41858"/>
                  <a:pt x="543538" y="42970"/>
                  <a:pt x="543804" y="44038"/>
                </a:cubicBezTo>
                <a:lnTo>
                  <a:pt x="532061" y="43772"/>
                </a:lnTo>
                <a:cubicBezTo>
                  <a:pt x="531883" y="45817"/>
                  <a:pt x="531728" y="48175"/>
                  <a:pt x="531595" y="50844"/>
                </a:cubicBezTo>
                <a:cubicBezTo>
                  <a:pt x="531462" y="53512"/>
                  <a:pt x="531373" y="56226"/>
                  <a:pt x="531328" y="58985"/>
                </a:cubicBezTo>
                <a:cubicBezTo>
                  <a:pt x="531283" y="61742"/>
                  <a:pt x="531238" y="64411"/>
                  <a:pt x="531194" y="66991"/>
                </a:cubicBezTo>
                <a:cubicBezTo>
                  <a:pt x="531149" y="69572"/>
                  <a:pt x="531126" y="71751"/>
                  <a:pt x="531126" y="73530"/>
                </a:cubicBezTo>
                <a:cubicBezTo>
                  <a:pt x="531126" y="78156"/>
                  <a:pt x="531238" y="81893"/>
                  <a:pt x="531460" y="84739"/>
                </a:cubicBezTo>
                <a:cubicBezTo>
                  <a:pt x="531683" y="87586"/>
                  <a:pt x="532061" y="89766"/>
                  <a:pt x="532595" y="91280"/>
                </a:cubicBezTo>
                <a:cubicBezTo>
                  <a:pt x="533129" y="92792"/>
                  <a:pt x="533886" y="93815"/>
                  <a:pt x="534863" y="94349"/>
                </a:cubicBezTo>
                <a:cubicBezTo>
                  <a:pt x="535842" y="94882"/>
                  <a:pt x="537087" y="95149"/>
                  <a:pt x="538600" y="95149"/>
                </a:cubicBezTo>
                <a:cubicBezTo>
                  <a:pt x="540291" y="95149"/>
                  <a:pt x="541537" y="95037"/>
                  <a:pt x="542336" y="94815"/>
                </a:cubicBezTo>
                <a:cubicBezTo>
                  <a:pt x="543137" y="94592"/>
                  <a:pt x="543938" y="94259"/>
                  <a:pt x="544739" y="93815"/>
                </a:cubicBezTo>
                <a:lnTo>
                  <a:pt x="544739" y="99286"/>
                </a:lnTo>
                <a:cubicBezTo>
                  <a:pt x="542959" y="100087"/>
                  <a:pt x="540735" y="100799"/>
                  <a:pt x="538066" y="101420"/>
                </a:cubicBezTo>
                <a:cubicBezTo>
                  <a:pt x="535397" y="102044"/>
                  <a:pt x="532773" y="102355"/>
                  <a:pt x="530194" y="102355"/>
                </a:cubicBezTo>
                <a:cubicBezTo>
                  <a:pt x="518895" y="102355"/>
                  <a:pt x="513246" y="95594"/>
                  <a:pt x="513246" y="82072"/>
                </a:cubicBezTo>
                <a:cubicBezTo>
                  <a:pt x="513246" y="79491"/>
                  <a:pt x="513290" y="76577"/>
                  <a:pt x="513378" y="73330"/>
                </a:cubicBezTo>
                <a:cubicBezTo>
                  <a:pt x="513468" y="70083"/>
                  <a:pt x="513579" y="66747"/>
                  <a:pt x="513712" y="63322"/>
                </a:cubicBezTo>
                <a:cubicBezTo>
                  <a:pt x="513845" y="59897"/>
                  <a:pt x="513956" y="56516"/>
                  <a:pt x="514044" y="53179"/>
                </a:cubicBezTo>
                <a:cubicBezTo>
                  <a:pt x="514134" y="49842"/>
                  <a:pt x="514179" y="46751"/>
                  <a:pt x="514179" y="43904"/>
                </a:cubicBezTo>
                <a:lnTo>
                  <a:pt x="504838" y="44038"/>
                </a:lnTo>
                <a:cubicBezTo>
                  <a:pt x="505104" y="42970"/>
                  <a:pt x="505237" y="41858"/>
                  <a:pt x="505237" y="40701"/>
                </a:cubicBezTo>
                <a:cubicBezTo>
                  <a:pt x="505237" y="39634"/>
                  <a:pt x="505104" y="38433"/>
                  <a:pt x="504838" y="37099"/>
                </a:cubicBezTo>
                <a:lnTo>
                  <a:pt x="514179" y="37500"/>
                </a:lnTo>
                <a:cubicBezTo>
                  <a:pt x="514179" y="34741"/>
                  <a:pt x="514134" y="32162"/>
                  <a:pt x="514044" y="29760"/>
                </a:cubicBezTo>
                <a:cubicBezTo>
                  <a:pt x="513956" y="27357"/>
                  <a:pt x="513823" y="24466"/>
                  <a:pt x="513645" y="21086"/>
                </a:cubicBezTo>
                <a:cubicBezTo>
                  <a:pt x="516759" y="19839"/>
                  <a:pt x="519829" y="18527"/>
                  <a:pt x="522853" y="17147"/>
                </a:cubicBezTo>
                <a:cubicBezTo>
                  <a:pt x="525878" y="15768"/>
                  <a:pt x="528903" y="14322"/>
                  <a:pt x="531929" y="12810"/>
                </a:cubicBezTo>
                <a:lnTo>
                  <a:pt x="533263" y="13745"/>
                </a:lnTo>
                <a:cubicBezTo>
                  <a:pt x="533085" y="15169"/>
                  <a:pt x="532929" y="16837"/>
                  <a:pt x="532794" y="18750"/>
                </a:cubicBezTo>
                <a:cubicBezTo>
                  <a:pt x="532661" y="20663"/>
                  <a:pt x="532528" y="22664"/>
                  <a:pt x="532395" y="24755"/>
                </a:cubicBezTo>
                <a:cubicBezTo>
                  <a:pt x="532262" y="26845"/>
                  <a:pt x="532173" y="28981"/>
                  <a:pt x="532128" y="31161"/>
                </a:cubicBezTo>
                <a:cubicBezTo>
                  <a:pt x="532084" y="33340"/>
                  <a:pt x="532061" y="35408"/>
                  <a:pt x="532061" y="37366"/>
                </a:cubicBezTo>
                <a:lnTo>
                  <a:pt x="543804" y="37099"/>
                </a:lnTo>
                <a:close/>
                <a:moveTo>
                  <a:pt x="554215" y="46172"/>
                </a:moveTo>
                <a:cubicBezTo>
                  <a:pt x="554215" y="37454"/>
                  <a:pt x="554126" y="29448"/>
                  <a:pt x="553948" y="22153"/>
                </a:cubicBezTo>
                <a:cubicBezTo>
                  <a:pt x="553770" y="14857"/>
                  <a:pt x="553503" y="7473"/>
                  <a:pt x="553146" y="0"/>
                </a:cubicBezTo>
                <a:cubicBezTo>
                  <a:pt x="554302" y="178"/>
                  <a:pt x="555770" y="334"/>
                  <a:pt x="557550" y="468"/>
                </a:cubicBezTo>
                <a:cubicBezTo>
                  <a:pt x="559330" y="601"/>
                  <a:pt x="561198" y="668"/>
                  <a:pt x="563156" y="668"/>
                </a:cubicBezTo>
                <a:cubicBezTo>
                  <a:pt x="565112" y="668"/>
                  <a:pt x="566980" y="601"/>
                  <a:pt x="568760" y="468"/>
                </a:cubicBezTo>
                <a:cubicBezTo>
                  <a:pt x="570539" y="334"/>
                  <a:pt x="572008" y="178"/>
                  <a:pt x="573164" y="0"/>
                </a:cubicBezTo>
                <a:cubicBezTo>
                  <a:pt x="572809" y="7473"/>
                  <a:pt x="572542" y="14857"/>
                  <a:pt x="572364" y="22153"/>
                </a:cubicBezTo>
                <a:cubicBezTo>
                  <a:pt x="572186" y="29448"/>
                  <a:pt x="572097" y="37454"/>
                  <a:pt x="572097" y="46172"/>
                </a:cubicBezTo>
                <a:lnTo>
                  <a:pt x="572364" y="46439"/>
                </a:lnTo>
                <a:cubicBezTo>
                  <a:pt x="574677" y="42703"/>
                  <a:pt x="577501" y="39812"/>
                  <a:pt x="580837" y="37767"/>
                </a:cubicBezTo>
                <a:cubicBezTo>
                  <a:pt x="584174" y="35720"/>
                  <a:pt x="587977" y="34696"/>
                  <a:pt x="592246" y="34696"/>
                </a:cubicBezTo>
                <a:cubicBezTo>
                  <a:pt x="598920" y="34696"/>
                  <a:pt x="604058" y="36631"/>
                  <a:pt x="607661" y="40501"/>
                </a:cubicBezTo>
                <a:cubicBezTo>
                  <a:pt x="611263" y="44372"/>
                  <a:pt x="613065" y="50622"/>
                  <a:pt x="613065" y="59251"/>
                </a:cubicBezTo>
                <a:cubicBezTo>
                  <a:pt x="613065" y="63788"/>
                  <a:pt x="612976" y="67791"/>
                  <a:pt x="612798" y="71261"/>
                </a:cubicBezTo>
                <a:cubicBezTo>
                  <a:pt x="612620" y="74731"/>
                  <a:pt x="612531" y="78201"/>
                  <a:pt x="612531" y="81671"/>
                </a:cubicBezTo>
                <a:cubicBezTo>
                  <a:pt x="612531" y="84517"/>
                  <a:pt x="612598" y="87609"/>
                  <a:pt x="612731" y="90946"/>
                </a:cubicBezTo>
                <a:cubicBezTo>
                  <a:pt x="612865" y="94281"/>
                  <a:pt x="613021" y="97506"/>
                  <a:pt x="613199" y="100620"/>
                </a:cubicBezTo>
                <a:cubicBezTo>
                  <a:pt x="612043" y="100442"/>
                  <a:pt x="610575" y="100353"/>
                  <a:pt x="608795" y="100353"/>
                </a:cubicBezTo>
                <a:cubicBezTo>
                  <a:pt x="607015" y="100353"/>
                  <a:pt x="605147" y="100353"/>
                  <a:pt x="603189" y="100353"/>
                </a:cubicBezTo>
                <a:cubicBezTo>
                  <a:pt x="601233" y="100353"/>
                  <a:pt x="599365" y="100353"/>
                  <a:pt x="597585" y="100353"/>
                </a:cubicBezTo>
                <a:cubicBezTo>
                  <a:pt x="595805" y="100353"/>
                  <a:pt x="594337" y="100442"/>
                  <a:pt x="593181" y="100620"/>
                </a:cubicBezTo>
                <a:cubicBezTo>
                  <a:pt x="593804" y="95994"/>
                  <a:pt x="594204" y="90545"/>
                  <a:pt x="594382" y="84273"/>
                </a:cubicBezTo>
                <a:cubicBezTo>
                  <a:pt x="594560" y="78001"/>
                  <a:pt x="594649" y="70817"/>
                  <a:pt x="594649" y="62721"/>
                </a:cubicBezTo>
                <a:cubicBezTo>
                  <a:pt x="594649" y="57116"/>
                  <a:pt x="593693" y="53001"/>
                  <a:pt x="591780" y="50377"/>
                </a:cubicBezTo>
                <a:cubicBezTo>
                  <a:pt x="589867" y="47752"/>
                  <a:pt x="587176" y="46439"/>
                  <a:pt x="583706" y="46439"/>
                </a:cubicBezTo>
                <a:cubicBezTo>
                  <a:pt x="579703" y="46439"/>
                  <a:pt x="576767" y="48174"/>
                  <a:pt x="574899" y="51644"/>
                </a:cubicBezTo>
                <a:cubicBezTo>
                  <a:pt x="573031" y="55114"/>
                  <a:pt x="572097" y="59918"/>
                  <a:pt x="572097" y="66057"/>
                </a:cubicBezTo>
                <a:lnTo>
                  <a:pt x="572097" y="71396"/>
                </a:lnTo>
                <a:cubicBezTo>
                  <a:pt x="572097" y="72641"/>
                  <a:pt x="572119" y="74442"/>
                  <a:pt x="572162" y="76800"/>
                </a:cubicBezTo>
                <a:cubicBezTo>
                  <a:pt x="572207" y="79158"/>
                  <a:pt x="572274" y="81738"/>
                  <a:pt x="572362" y="84540"/>
                </a:cubicBezTo>
                <a:cubicBezTo>
                  <a:pt x="572452" y="87342"/>
                  <a:pt x="572563" y="90188"/>
                  <a:pt x="572696" y="93080"/>
                </a:cubicBezTo>
                <a:cubicBezTo>
                  <a:pt x="572830" y="95971"/>
                  <a:pt x="572986" y="98485"/>
                  <a:pt x="573164" y="100620"/>
                </a:cubicBezTo>
                <a:cubicBezTo>
                  <a:pt x="572008" y="100442"/>
                  <a:pt x="570539" y="100353"/>
                  <a:pt x="568760" y="100353"/>
                </a:cubicBezTo>
                <a:cubicBezTo>
                  <a:pt x="566980" y="100353"/>
                  <a:pt x="565112" y="100353"/>
                  <a:pt x="563156" y="100353"/>
                </a:cubicBezTo>
                <a:cubicBezTo>
                  <a:pt x="561198" y="100353"/>
                  <a:pt x="559330" y="100353"/>
                  <a:pt x="557550" y="100353"/>
                </a:cubicBezTo>
                <a:cubicBezTo>
                  <a:pt x="555770" y="100353"/>
                  <a:pt x="554302" y="100442"/>
                  <a:pt x="553146" y="100620"/>
                </a:cubicBezTo>
                <a:cubicBezTo>
                  <a:pt x="553503" y="93415"/>
                  <a:pt x="553770" y="86164"/>
                  <a:pt x="553948" y="78869"/>
                </a:cubicBezTo>
                <a:cubicBezTo>
                  <a:pt x="554126" y="71574"/>
                  <a:pt x="554215" y="63566"/>
                  <a:pt x="554215" y="54847"/>
                </a:cubicBezTo>
                <a:lnTo>
                  <a:pt x="554215" y="46172"/>
                </a:lnTo>
                <a:close/>
                <a:moveTo>
                  <a:pt x="669781" y="45906"/>
                </a:moveTo>
                <a:cubicBezTo>
                  <a:pt x="669781" y="38522"/>
                  <a:pt x="669692" y="31961"/>
                  <a:pt x="669514" y="26223"/>
                </a:cubicBezTo>
                <a:cubicBezTo>
                  <a:pt x="669337" y="20485"/>
                  <a:pt x="669070" y="14724"/>
                  <a:pt x="668714" y="8941"/>
                </a:cubicBezTo>
                <a:cubicBezTo>
                  <a:pt x="670226" y="9119"/>
                  <a:pt x="671872" y="9275"/>
                  <a:pt x="673650" y="9410"/>
                </a:cubicBezTo>
                <a:cubicBezTo>
                  <a:pt x="675430" y="9543"/>
                  <a:pt x="677432" y="9609"/>
                  <a:pt x="679657" y="9609"/>
                </a:cubicBezTo>
                <a:cubicBezTo>
                  <a:pt x="681881" y="9609"/>
                  <a:pt x="683882" y="9543"/>
                  <a:pt x="685660" y="9410"/>
                </a:cubicBezTo>
                <a:cubicBezTo>
                  <a:pt x="687440" y="9275"/>
                  <a:pt x="689086" y="9119"/>
                  <a:pt x="690598" y="8941"/>
                </a:cubicBezTo>
                <a:cubicBezTo>
                  <a:pt x="690242" y="14724"/>
                  <a:pt x="689976" y="20485"/>
                  <a:pt x="689798" y="26223"/>
                </a:cubicBezTo>
                <a:cubicBezTo>
                  <a:pt x="689620" y="31961"/>
                  <a:pt x="689531" y="38522"/>
                  <a:pt x="689531" y="45906"/>
                </a:cubicBezTo>
                <a:lnTo>
                  <a:pt x="689531" y="64055"/>
                </a:lnTo>
                <a:cubicBezTo>
                  <a:pt x="689531" y="71440"/>
                  <a:pt x="689620" y="78001"/>
                  <a:pt x="689798" y="83740"/>
                </a:cubicBezTo>
                <a:cubicBezTo>
                  <a:pt x="689976" y="89478"/>
                  <a:pt x="690242" y="95105"/>
                  <a:pt x="690598" y="100620"/>
                </a:cubicBezTo>
                <a:cubicBezTo>
                  <a:pt x="689086" y="100442"/>
                  <a:pt x="687440" y="100353"/>
                  <a:pt x="685660" y="100353"/>
                </a:cubicBezTo>
                <a:cubicBezTo>
                  <a:pt x="683882" y="100353"/>
                  <a:pt x="681881" y="100353"/>
                  <a:pt x="679657" y="100353"/>
                </a:cubicBezTo>
                <a:cubicBezTo>
                  <a:pt x="677432" y="100353"/>
                  <a:pt x="675430" y="100353"/>
                  <a:pt x="673650" y="100353"/>
                </a:cubicBezTo>
                <a:cubicBezTo>
                  <a:pt x="671872" y="100353"/>
                  <a:pt x="670226" y="100442"/>
                  <a:pt x="668714" y="100620"/>
                </a:cubicBezTo>
                <a:cubicBezTo>
                  <a:pt x="669070" y="95105"/>
                  <a:pt x="669337" y="89478"/>
                  <a:pt x="669514" y="83740"/>
                </a:cubicBezTo>
                <a:cubicBezTo>
                  <a:pt x="669692" y="78001"/>
                  <a:pt x="669781" y="71440"/>
                  <a:pt x="669781" y="64055"/>
                </a:cubicBezTo>
                <a:lnTo>
                  <a:pt x="669781" y="45906"/>
                </a:lnTo>
                <a:close/>
                <a:moveTo>
                  <a:pt x="727832" y="46439"/>
                </a:moveTo>
                <a:cubicBezTo>
                  <a:pt x="730323" y="42703"/>
                  <a:pt x="733236" y="39812"/>
                  <a:pt x="736572" y="37767"/>
                </a:cubicBezTo>
                <a:cubicBezTo>
                  <a:pt x="739909" y="35720"/>
                  <a:pt x="743712" y="34696"/>
                  <a:pt x="747981" y="34696"/>
                </a:cubicBezTo>
                <a:cubicBezTo>
                  <a:pt x="754655" y="34696"/>
                  <a:pt x="759793" y="36631"/>
                  <a:pt x="763396" y="40501"/>
                </a:cubicBezTo>
                <a:cubicBezTo>
                  <a:pt x="766998" y="44372"/>
                  <a:pt x="768800" y="50622"/>
                  <a:pt x="768800" y="59251"/>
                </a:cubicBezTo>
                <a:cubicBezTo>
                  <a:pt x="768800" y="63788"/>
                  <a:pt x="768711" y="67791"/>
                  <a:pt x="768533" y="71261"/>
                </a:cubicBezTo>
                <a:cubicBezTo>
                  <a:pt x="768355" y="74731"/>
                  <a:pt x="768266" y="78201"/>
                  <a:pt x="768266" y="81671"/>
                </a:cubicBezTo>
                <a:cubicBezTo>
                  <a:pt x="768266" y="84517"/>
                  <a:pt x="768333" y="87609"/>
                  <a:pt x="768466" y="90946"/>
                </a:cubicBezTo>
                <a:cubicBezTo>
                  <a:pt x="768600" y="94281"/>
                  <a:pt x="768756" y="97506"/>
                  <a:pt x="768934" y="100620"/>
                </a:cubicBezTo>
                <a:cubicBezTo>
                  <a:pt x="767778" y="100442"/>
                  <a:pt x="766309" y="100353"/>
                  <a:pt x="764530" y="100353"/>
                </a:cubicBezTo>
                <a:cubicBezTo>
                  <a:pt x="762750" y="100353"/>
                  <a:pt x="760881" y="100353"/>
                  <a:pt x="758924" y="100353"/>
                </a:cubicBezTo>
                <a:cubicBezTo>
                  <a:pt x="756968" y="100353"/>
                  <a:pt x="755100" y="100353"/>
                  <a:pt x="753320" y="100353"/>
                </a:cubicBezTo>
                <a:cubicBezTo>
                  <a:pt x="751540" y="100353"/>
                  <a:pt x="750072" y="100442"/>
                  <a:pt x="748916" y="100620"/>
                </a:cubicBezTo>
                <a:cubicBezTo>
                  <a:pt x="749539" y="95994"/>
                  <a:pt x="749939" y="90545"/>
                  <a:pt x="750117" y="84273"/>
                </a:cubicBezTo>
                <a:cubicBezTo>
                  <a:pt x="750295" y="78001"/>
                  <a:pt x="750384" y="70817"/>
                  <a:pt x="750384" y="62721"/>
                </a:cubicBezTo>
                <a:cubicBezTo>
                  <a:pt x="750384" y="57116"/>
                  <a:pt x="749427" y="53001"/>
                  <a:pt x="747515" y="50377"/>
                </a:cubicBezTo>
                <a:cubicBezTo>
                  <a:pt x="745602" y="47752"/>
                  <a:pt x="742911" y="46439"/>
                  <a:pt x="739441" y="46439"/>
                </a:cubicBezTo>
                <a:cubicBezTo>
                  <a:pt x="735438" y="46439"/>
                  <a:pt x="732502" y="48174"/>
                  <a:pt x="730634" y="51644"/>
                </a:cubicBezTo>
                <a:cubicBezTo>
                  <a:pt x="728766" y="55114"/>
                  <a:pt x="727832" y="59918"/>
                  <a:pt x="727832" y="66057"/>
                </a:cubicBezTo>
                <a:lnTo>
                  <a:pt x="727832" y="71396"/>
                </a:lnTo>
                <a:cubicBezTo>
                  <a:pt x="727832" y="76822"/>
                  <a:pt x="727899" y="81937"/>
                  <a:pt x="728032" y="86741"/>
                </a:cubicBezTo>
                <a:cubicBezTo>
                  <a:pt x="728165" y="91545"/>
                  <a:pt x="728454" y="96172"/>
                  <a:pt x="728899" y="100620"/>
                </a:cubicBezTo>
                <a:cubicBezTo>
                  <a:pt x="727743" y="100442"/>
                  <a:pt x="726297" y="100353"/>
                  <a:pt x="724562" y="100353"/>
                </a:cubicBezTo>
                <a:cubicBezTo>
                  <a:pt x="722827" y="100353"/>
                  <a:pt x="720937" y="100353"/>
                  <a:pt x="718891" y="100353"/>
                </a:cubicBezTo>
                <a:cubicBezTo>
                  <a:pt x="716844" y="100353"/>
                  <a:pt x="714975" y="100353"/>
                  <a:pt x="713285" y="100353"/>
                </a:cubicBezTo>
                <a:cubicBezTo>
                  <a:pt x="711595" y="100353"/>
                  <a:pt x="710127" y="100442"/>
                  <a:pt x="708881" y="100620"/>
                </a:cubicBezTo>
                <a:cubicBezTo>
                  <a:pt x="709326" y="96172"/>
                  <a:pt x="709615" y="91545"/>
                  <a:pt x="709748" y="86741"/>
                </a:cubicBezTo>
                <a:cubicBezTo>
                  <a:pt x="709882" y="81937"/>
                  <a:pt x="709950" y="76822"/>
                  <a:pt x="709950" y="71396"/>
                </a:cubicBezTo>
                <a:lnTo>
                  <a:pt x="709950" y="66057"/>
                </a:lnTo>
                <a:cubicBezTo>
                  <a:pt x="709950" y="60631"/>
                  <a:pt x="709882" y="55538"/>
                  <a:pt x="709748" y="50778"/>
                </a:cubicBezTo>
                <a:cubicBezTo>
                  <a:pt x="709615" y="46018"/>
                  <a:pt x="709326" y="41235"/>
                  <a:pt x="708881" y="36431"/>
                </a:cubicBezTo>
                <a:cubicBezTo>
                  <a:pt x="710482" y="36609"/>
                  <a:pt x="712062" y="36765"/>
                  <a:pt x="713619" y="36899"/>
                </a:cubicBezTo>
                <a:cubicBezTo>
                  <a:pt x="715176" y="37032"/>
                  <a:pt x="716755" y="37099"/>
                  <a:pt x="718355" y="37099"/>
                </a:cubicBezTo>
                <a:cubicBezTo>
                  <a:pt x="719957" y="37099"/>
                  <a:pt x="721537" y="37032"/>
                  <a:pt x="723094" y="36899"/>
                </a:cubicBezTo>
                <a:cubicBezTo>
                  <a:pt x="724651" y="36765"/>
                  <a:pt x="726319" y="36609"/>
                  <a:pt x="728099" y="36431"/>
                </a:cubicBezTo>
                <a:lnTo>
                  <a:pt x="727563" y="46439"/>
                </a:lnTo>
                <a:lnTo>
                  <a:pt x="727832" y="46439"/>
                </a:lnTo>
                <a:close/>
                <a:moveTo>
                  <a:pt x="831656" y="54847"/>
                </a:moveTo>
                <a:cubicBezTo>
                  <a:pt x="830943" y="50844"/>
                  <a:pt x="829541" y="47619"/>
                  <a:pt x="827451" y="45173"/>
                </a:cubicBezTo>
                <a:cubicBezTo>
                  <a:pt x="825360" y="42726"/>
                  <a:pt x="822268" y="41503"/>
                  <a:pt x="818175" y="41503"/>
                </a:cubicBezTo>
                <a:cubicBezTo>
                  <a:pt x="812838" y="41503"/>
                  <a:pt x="808834" y="43928"/>
                  <a:pt x="806165" y="48777"/>
                </a:cubicBezTo>
                <a:cubicBezTo>
                  <a:pt x="803497" y="53624"/>
                  <a:pt x="802162" y="60363"/>
                  <a:pt x="802162" y="68993"/>
                </a:cubicBezTo>
                <a:cubicBezTo>
                  <a:pt x="802162" y="77089"/>
                  <a:pt x="803852" y="83295"/>
                  <a:pt x="807232" y="87610"/>
                </a:cubicBezTo>
                <a:cubicBezTo>
                  <a:pt x="810614" y="91925"/>
                  <a:pt x="815552" y="94082"/>
                  <a:pt x="822046" y="94082"/>
                </a:cubicBezTo>
                <a:cubicBezTo>
                  <a:pt x="824805" y="94082"/>
                  <a:pt x="827474" y="93437"/>
                  <a:pt x="830053" y="92147"/>
                </a:cubicBezTo>
                <a:cubicBezTo>
                  <a:pt x="832634" y="90856"/>
                  <a:pt x="834546" y="89411"/>
                  <a:pt x="835791" y="87810"/>
                </a:cubicBezTo>
                <a:lnTo>
                  <a:pt x="837394" y="89144"/>
                </a:lnTo>
                <a:cubicBezTo>
                  <a:pt x="836771" y="90389"/>
                  <a:pt x="836236" y="91679"/>
                  <a:pt x="835791" y="93015"/>
                </a:cubicBezTo>
                <a:cubicBezTo>
                  <a:pt x="835346" y="94349"/>
                  <a:pt x="834901" y="95684"/>
                  <a:pt x="834457" y="97018"/>
                </a:cubicBezTo>
                <a:cubicBezTo>
                  <a:pt x="832500" y="98530"/>
                  <a:pt x="830031" y="99798"/>
                  <a:pt x="827049" y="100820"/>
                </a:cubicBezTo>
                <a:cubicBezTo>
                  <a:pt x="824070" y="101843"/>
                  <a:pt x="820533" y="102355"/>
                  <a:pt x="816441" y="102355"/>
                </a:cubicBezTo>
                <a:cubicBezTo>
                  <a:pt x="809946" y="102355"/>
                  <a:pt x="804475" y="101421"/>
                  <a:pt x="800026" y="99553"/>
                </a:cubicBezTo>
                <a:cubicBezTo>
                  <a:pt x="795579" y="97685"/>
                  <a:pt x="791998" y="95150"/>
                  <a:pt x="789285" y="91948"/>
                </a:cubicBezTo>
                <a:cubicBezTo>
                  <a:pt x="786571" y="88744"/>
                  <a:pt x="784636" y="85118"/>
                  <a:pt x="783479" y="81070"/>
                </a:cubicBezTo>
                <a:cubicBezTo>
                  <a:pt x="782323" y="77022"/>
                  <a:pt x="781745" y="72952"/>
                  <a:pt x="781745" y="68861"/>
                </a:cubicBezTo>
                <a:cubicBezTo>
                  <a:pt x="781745" y="63967"/>
                  <a:pt x="782567" y="59429"/>
                  <a:pt x="784212" y="55248"/>
                </a:cubicBezTo>
                <a:cubicBezTo>
                  <a:pt x="785859" y="51067"/>
                  <a:pt x="788217" y="47464"/>
                  <a:pt x="791286" y="44440"/>
                </a:cubicBezTo>
                <a:cubicBezTo>
                  <a:pt x="794356" y="41414"/>
                  <a:pt x="798070" y="39033"/>
                  <a:pt x="802429" y="37298"/>
                </a:cubicBezTo>
                <a:cubicBezTo>
                  <a:pt x="806788" y="35563"/>
                  <a:pt x="811637" y="34696"/>
                  <a:pt x="816976" y="34696"/>
                </a:cubicBezTo>
                <a:cubicBezTo>
                  <a:pt x="822046" y="34696"/>
                  <a:pt x="826338" y="35274"/>
                  <a:pt x="829851" y="36431"/>
                </a:cubicBezTo>
                <a:cubicBezTo>
                  <a:pt x="833366" y="37587"/>
                  <a:pt x="836725" y="39100"/>
                  <a:pt x="839929" y="40968"/>
                </a:cubicBezTo>
                <a:cubicBezTo>
                  <a:pt x="838861" y="42747"/>
                  <a:pt x="837859" y="44928"/>
                  <a:pt x="836925" y="47508"/>
                </a:cubicBezTo>
                <a:cubicBezTo>
                  <a:pt x="835991" y="50087"/>
                  <a:pt x="835302" y="52534"/>
                  <a:pt x="834857" y="54847"/>
                </a:cubicBezTo>
                <a:lnTo>
                  <a:pt x="831656" y="54847"/>
                </a:lnTo>
                <a:close/>
                <a:moveTo>
                  <a:pt x="852340" y="46172"/>
                </a:moveTo>
                <a:cubicBezTo>
                  <a:pt x="852340" y="37454"/>
                  <a:pt x="852250" y="29448"/>
                  <a:pt x="852071" y="22153"/>
                </a:cubicBezTo>
                <a:cubicBezTo>
                  <a:pt x="851893" y="14857"/>
                  <a:pt x="851626" y="7473"/>
                  <a:pt x="851271" y="0"/>
                </a:cubicBezTo>
                <a:cubicBezTo>
                  <a:pt x="852427" y="178"/>
                  <a:pt x="853896" y="334"/>
                  <a:pt x="855675" y="468"/>
                </a:cubicBezTo>
                <a:cubicBezTo>
                  <a:pt x="857455" y="601"/>
                  <a:pt x="859324" y="668"/>
                  <a:pt x="861281" y="668"/>
                </a:cubicBezTo>
                <a:cubicBezTo>
                  <a:pt x="863237" y="668"/>
                  <a:pt x="865105" y="601"/>
                  <a:pt x="866885" y="468"/>
                </a:cubicBezTo>
                <a:cubicBezTo>
                  <a:pt x="868665" y="334"/>
                  <a:pt x="870133" y="178"/>
                  <a:pt x="871289" y="0"/>
                </a:cubicBezTo>
                <a:cubicBezTo>
                  <a:pt x="870934" y="7473"/>
                  <a:pt x="870666" y="14857"/>
                  <a:pt x="870487" y="22153"/>
                </a:cubicBezTo>
                <a:cubicBezTo>
                  <a:pt x="870309" y="29448"/>
                  <a:pt x="870220" y="37454"/>
                  <a:pt x="870220" y="46172"/>
                </a:cubicBezTo>
                <a:lnTo>
                  <a:pt x="870220" y="54847"/>
                </a:lnTo>
                <a:cubicBezTo>
                  <a:pt x="870220" y="63566"/>
                  <a:pt x="870309" y="71574"/>
                  <a:pt x="870487" y="78869"/>
                </a:cubicBezTo>
                <a:cubicBezTo>
                  <a:pt x="870666" y="86164"/>
                  <a:pt x="870934" y="93415"/>
                  <a:pt x="871289" y="100620"/>
                </a:cubicBezTo>
                <a:cubicBezTo>
                  <a:pt x="870133" y="100442"/>
                  <a:pt x="868665" y="100353"/>
                  <a:pt x="866885" y="100353"/>
                </a:cubicBezTo>
                <a:cubicBezTo>
                  <a:pt x="865105" y="100353"/>
                  <a:pt x="863237" y="100353"/>
                  <a:pt x="861281" y="100353"/>
                </a:cubicBezTo>
                <a:cubicBezTo>
                  <a:pt x="859324" y="100353"/>
                  <a:pt x="857455" y="100353"/>
                  <a:pt x="855675" y="100353"/>
                </a:cubicBezTo>
                <a:cubicBezTo>
                  <a:pt x="853896" y="100353"/>
                  <a:pt x="852427" y="100442"/>
                  <a:pt x="851271" y="100620"/>
                </a:cubicBezTo>
                <a:cubicBezTo>
                  <a:pt x="851626" y="93415"/>
                  <a:pt x="851893" y="86164"/>
                  <a:pt x="852071" y="78869"/>
                </a:cubicBezTo>
                <a:cubicBezTo>
                  <a:pt x="852250" y="71574"/>
                  <a:pt x="852340" y="63566"/>
                  <a:pt x="852340" y="54847"/>
                </a:cubicBezTo>
                <a:lnTo>
                  <a:pt x="852340" y="46172"/>
                </a:lnTo>
                <a:close/>
                <a:moveTo>
                  <a:pt x="887836" y="11210"/>
                </a:moveTo>
                <a:cubicBezTo>
                  <a:pt x="887836" y="8273"/>
                  <a:pt x="888859" y="5782"/>
                  <a:pt x="890905" y="3737"/>
                </a:cubicBezTo>
                <a:cubicBezTo>
                  <a:pt x="892952" y="1691"/>
                  <a:pt x="895444" y="668"/>
                  <a:pt x="898380" y="668"/>
                </a:cubicBezTo>
                <a:cubicBezTo>
                  <a:pt x="901315" y="668"/>
                  <a:pt x="903805" y="1691"/>
                  <a:pt x="905851" y="3737"/>
                </a:cubicBezTo>
                <a:cubicBezTo>
                  <a:pt x="907898" y="5782"/>
                  <a:pt x="908922" y="8273"/>
                  <a:pt x="908922" y="11210"/>
                </a:cubicBezTo>
                <a:cubicBezTo>
                  <a:pt x="908922" y="14146"/>
                  <a:pt x="907898" y="16637"/>
                  <a:pt x="905851" y="18683"/>
                </a:cubicBezTo>
                <a:cubicBezTo>
                  <a:pt x="903805" y="20729"/>
                  <a:pt x="901315" y="21751"/>
                  <a:pt x="898380" y="21751"/>
                </a:cubicBezTo>
                <a:cubicBezTo>
                  <a:pt x="895444" y="21751"/>
                  <a:pt x="892952" y="20729"/>
                  <a:pt x="890905" y="18683"/>
                </a:cubicBezTo>
                <a:cubicBezTo>
                  <a:pt x="888859" y="16637"/>
                  <a:pt x="887836" y="14146"/>
                  <a:pt x="887836" y="11210"/>
                </a:cubicBezTo>
                <a:moveTo>
                  <a:pt x="889439" y="66057"/>
                </a:moveTo>
                <a:cubicBezTo>
                  <a:pt x="889439" y="60631"/>
                  <a:pt x="889371" y="55538"/>
                  <a:pt x="889237" y="50778"/>
                </a:cubicBezTo>
                <a:cubicBezTo>
                  <a:pt x="889104" y="46018"/>
                  <a:pt x="888815" y="41235"/>
                  <a:pt x="888370" y="36431"/>
                </a:cubicBezTo>
                <a:cubicBezTo>
                  <a:pt x="889616" y="36609"/>
                  <a:pt x="891084" y="36765"/>
                  <a:pt x="892774" y="36899"/>
                </a:cubicBezTo>
                <a:cubicBezTo>
                  <a:pt x="894464" y="37032"/>
                  <a:pt x="896333" y="37099"/>
                  <a:pt x="898380" y="37099"/>
                </a:cubicBezTo>
                <a:cubicBezTo>
                  <a:pt x="902561" y="37099"/>
                  <a:pt x="905897" y="36876"/>
                  <a:pt x="908388" y="36431"/>
                </a:cubicBezTo>
                <a:cubicBezTo>
                  <a:pt x="907943" y="41235"/>
                  <a:pt x="907653" y="46018"/>
                  <a:pt x="907519" y="50778"/>
                </a:cubicBezTo>
                <a:cubicBezTo>
                  <a:pt x="907386" y="55538"/>
                  <a:pt x="907319" y="60631"/>
                  <a:pt x="907319" y="66057"/>
                </a:cubicBezTo>
                <a:lnTo>
                  <a:pt x="907319" y="71396"/>
                </a:lnTo>
                <a:cubicBezTo>
                  <a:pt x="907319" y="76822"/>
                  <a:pt x="907386" y="81937"/>
                  <a:pt x="907519" y="86741"/>
                </a:cubicBezTo>
                <a:cubicBezTo>
                  <a:pt x="907653" y="91545"/>
                  <a:pt x="907943" y="96172"/>
                  <a:pt x="908388" y="100620"/>
                </a:cubicBezTo>
                <a:cubicBezTo>
                  <a:pt x="907232" y="100442"/>
                  <a:pt x="905786" y="100353"/>
                  <a:pt x="904051" y="100353"/>
                </a:cubicBezTo>
                <a:cubicBezTo>
                  <a:pt x="902316" y="100353"/>
                  <a:pt x="900426" y="100353"/>
                  <a:pt x="898380" y="100353"/>
                </a:cubicBezTo>
                <a:cubicBezTo>
                  <a:pt x="896333" y="100353"/>
                  <a:pt x="894464" y="100353"/>
                  <a:pt x="892774" y="100353"/>
                </a:cubicBezTo>
                <a:cubicBezTo>
                  <a:pt x="891084" y="100353"/>
                  <a:pt x="889616" y="100442"/>
                  <a:pt x="888370" y="100620"/>
                </a:cubicBezTo>
                <a:cubicBezTo>
                  <a:pt x="888815" y="96172"/>
                  <a:pt x="889104" y="91545"/>
                  <a:pt x="889237" y="86741"/>
                </a:cubicBezTo>
                <a:cubicBezTo>
                  <a:pt x="889371" y="81937"/>
                  <a:pt x="889439" y="76822"/>
                  <a:pt x="889439" y="71396"/>
                </a:cubicBezTo>
                <a:lnTo>
                  <a:pt x="889439" y="66057"/>
                </a:lnTo>
                <a:close/>
                <a:moveTo>
                  <a:pt x="942952" y="46439"/>
                </a:moveTo>
                <a:cubicBezTo>
                  <a:pt x="945443" y="42703"/>
                  <a:pt x="948356" y="39812"/>
                  <a:pt x="951692" y="37767"/>
                </a:cubicBezTo>
                <a:cubicBezTo>
                  <a:pt x="955028" y="35720"/>
                  <a:pt x="958831" y="34696"/>
                  <a:pt x="963101" y="34696"/>
                </a:cubicBezTo>
                <a:cubicBezTo>
                  <a:pt x="969774" y="34696"/>
                  <a:pt x="974913" y="36631"/>
                  <a:pt x="978515" y="40501"/>
                </a:cubicBezTo>
                <a:cubicBezTo>
                  <a:pt x="982118" y="44372"/>
                  <a:pt x="983920" y="50622"/>
                  <a:pt x="983920" y="59251"/>
                </a:cubicBezTo>
                <a:cubicBezTo>
                  <a:pt x="983920" y="63788"/>
                  <a:pt x="983831" y="67791"/>
                  <a:pt x="983653" y="71261"/>
                </a:cubicBezTo>
                <a:cubicBezTo>
                  <a:pt x="983475" y="74731"/>
                  <a:pt x="983386" y="78201"/>
                  <a:pt x="983386" y="81671"/>
                </a:cubicBezTo>
                <a:cubicBezTo>
                  <a:pt x="983386" y="84517"/>
                  <a:pt x="983453" y="87609"/>
                  <a:pt x="983586" y="90946"/>
                </a:cubicBezTo>
                <a:cubicBezTo>
                  <a:pt x="983720" y="94281"/>
                  <a:pt x="983876" y="97506"/>
                  <a:pt x="984054" y="100620"/>
                </a:cubicBezTo>
                <a:cubicBezTo>
                  <a:pt x="982897" y="100442"/>
                  <a:pt x="981429" y="100353"/>
                  <a:pt x="979650" y="100353"/>
                </a:cubicBezTo>
                <a:cubicBezTo>
                  <a:pt x="977870" y="100353"/>
                  <a:pt x="976001" y="100353"/>
                  <a:pt x="974044" y="100353"/>
                </a:cubicBezTo>
                <a:cubicBezTo>
                  <a:pt x="972088" y="100353"/>
                  <a:pt x="970220" y="100353"/>
                  <a:pt x="968440" y="100353"/>
                </a:cubicBezTo>
                <a:cubicBezTo>
                  <a:pt x="966660" y="100353"/>
                  <a:pt x="965192" y="100442"/>
                  <a:pt x="964035" y="100620"/>
                </a:cubicBezTo>
                <a:cubicBezTo>
                  <a:pt x="964659" y="95994"/>
                  <a:pt x="965059" y="90545"/>
                  <a:pt x="965237" y="84273"/>
                </a:cubicBezTo>
                <a:cubicBezTo>
                  <a:pt x="965415" y="78001"/>
                  <a:pt x="965504" y="70817"/>
                  <a:pt x="965504" y="62721"/>
                </a:cubicBezTo>
                <a:cubicBezTo>
                  <a:pt x="965504" y="57116"/>
                  <a:pt x="964547" y="53001"/>
                  <a:pt x="962634" y="50377"/>
                </a:cubicBezTo>
                <a:cubicBezTo>
                  <a:pt x="960722" y="47752"/>
                  <a:pt x="958030" y="46439"/>
                  <a:pt x="954561" y="46439"/>
                </a:cubicBezTo>
                <a:cubicBezTo>
                  <a:pt x="950557" y="46439"/>
                  <a:pt x="947622" y="48174"/>
                  <a:pt x="945754" y="51644"/>
                </a:cubicBezTo>
                <a:cubicBezTo>
                  <a:pt x="943886" y="55114"/>
                  <a:pt x="942952" y="59918"/>
                  <a:pt x="942952" y="66057"/>
                </a:cubicBezTo>
                <a:lnTo>
                  <a:pt x="942952" y="71396"/>
                </a:lnTo>
                <a:cubicBezTo>
                  <a:pt x="942952" y="76822"/>
                  <a:pt x="943018" y="81937"/>
                  <a:pt x="943151" y="86741"/>
                </a:cubicBezTo>
                <a:cubicBezTo>
                  <a:pt x="943284" y="91545"/>
                  <a:pt x="943574" y="96172"/>
                  <a:pt x="944019" y="100620"/>
                </a:cubicBezTo>
                <a:cubicBezTo>
                  <a:pt x="942862" y="100442"/>
                  <a:pt x="941417" y="100353"/>
                  <a:pt x="939682" y="100353"/>
                </a:cubicBezTo>
                <a:cubicBezTo>
                  <a:pt x="937947" y="100353"/>
                  <a:pt x="936056" y="100353"/>
                  <a:pt x="934011" y="100353"/>
                </a:cubicBezTo>
                <a:cubicBezTo>
                  <a:pt x="931964" y="100353"/>
                  <a:pt x="930095" y="100353"/>
                  <a:pt x="928405" y="100353"/>
                </a:cubicBezTo>
                <a:cubicBezTo>
                  <a:pt x="926715" y="100353"/>
                  <a:pt x="925247" y="100442"/>
                  <a:pt x="924000" y="100620"/>
                </a:cubicBezTo>
                <a:cubicBezTo>
                  <a:pt x="924446" y="96172"/>
                  <a:pt x="924735" y="91545"/>
                  <a:pt x="924868" y="86741"/>
                </a:cubicBezTo>
                <a:cubicBezTo>
                  <a:pt x="925002" y="81937"/>
                  <a:pt x="925069" y="76822"/>
                  <a:pt x="925069" y="71396"/>
                </a:cubicBezTo>
                <a:lnTo>
                  <a:pt x="925069" y="66057"/>
                </a:lnTo>
                <a:cubicBezTo>
                  <a:pt x="925069" y="60631"/>
                  <a:pt x="925002" y="55538"/>
                  <a:pt x="924868" y="50778"/>
                </a:cubicBezTo>
                <a:cubicBezTo>
                  <a:pt x="924735" y="46018"/>
                  <a:pt x="924446" y="41235"/>
                  <a:pt x="924000" y="36431"/>
                </a:cubicBezTo>
                <a:cubicBezTo>
                  <a:pt x="925602" y="36609"/>
                  <a:pt x="927182" y="36765"/>
                  <a:pt x="928739" y="36899"/>
                </a:cubicBezTo>
                <a:cubicBezTo>
                  <a:pt x="930296" y="37032"/>
                  <a:pt x="931875" y="37099"/>
                  <a:pt x="933475" y="37099"/>
                </a:cubicBezTo>
                <a:cubicBezTo>
                  <a:pt x="935077" y="37099"/>
                  <a:pt x="936656" y="37032"/>
                  <a:pt x="938214" y="36899"/>
                </a:cubicBezTo>
                <a:cubicBezTo>
                  <a:pt x="939771" y="36765"/>
                  <a:pt x="941439" y="36609"/>
                  <a:pt x="943219" y="36431"/>
                </a:cubicBezTo>
                <a:lnTo>
                  <a:pt x="942683" y="46439"/>
                </a:lnTo>
                <a:lnTo>
                  <a:pt x="942952" y="46439"/>
                </a:lnTo>
                <a:close/>
                <a:moveTo>
                  <a:pt x="1030493" y="80337"/>
                </a:moveTo>
                <a:cubicBezTo>
                  <a:pt x="1030493" y="76511"/>
                  <a:pt x="1030516" y="73598"/>
                  <a:pt x="1030560" y="71595"/>
                </a:cubicBezTo>
                <a:cubicBezTo>
                  <a:pt x="1030605" y="69593"/>
                  <a:pt x="1030628" y="67836"/>
                  <a:pt x="1030628" y="66323"/>
                </a:cubicBezTo>
                <a:cubicBezTo>
                  <a:pt x="1028758" y="67392"/>
                  <a:pt x="1026778" y="68260"/>
                  <a:pt x="1024688" y="68928"/>
                </a:cubicBezTo>
                <a:cubicBezTo>
                  <a:pt x="1022597" y="69594"/>
                  <a:pt x="1020684" y="70439"/>
                  <a:pt x="1018950" y="71463"/>
                </a:cubicBezTo>
                <a:cubicBezTo>
                  <a:pt x="1017215" y="72485"/>
                  <a:pt x="1015791" y="73886"/>
                  <a:pt x="1014679" y="75666"/>
                </a:cubicBezTo>
                <a:cubicBezTo>
                  <a:pt x="1013568" y="77445"/>
                  <a:pt x="1013012" y="80025"/>
                  <a:pt x="1013012" y="83406"/>
                </a:cubicBezTo>
                <a:cubicBezTo>
                  <a:pt x="1013012" y="86698"/>
                  <a:pt x="1013701" y="89211"/>
                  <a:pt x="1015081" y="90946"/>
                </a:cubicBezTo>
                <a:cubicBezTo>
                  <a:pt x="1016460" y="92681"/>
                  <a:pt x="1018305" y="93548"/>
                  <a:pt x="1020617" y="93548"/>
                </a:cubicBezTo>
                <a:cubicBezTo>
                  <a:pt x="1023554" y="93548"/>
                  <a:pt x="1025933" y="92436"/>
                  <a:pt x="1027756" y="90213"/>
                </a:cubicBezTo>
                <a:cubicBezTo>
                  <a:pt x="1029581" y="87988"/>
                  <a:pt x="1030493" y="84696"/>
                  <a:pt x="1030493" y="80337"/>
                </a:cubicBezTo>
                <a:moveTo>
                  <a:pt x="998866" y="44038"/>
                </a:moveTo>
                <a:cubicBezTo>
                  <a:pt x="1002603" y="41014"/>
                  <a:pt x="1006629" y="38701"/>
                  <a:pt x="1010943" y="37099"/>
                </a:cubicBezTo>
                <a:cubicBezTo>
                  <a:pt x="1015258" y="35497"/>
                  <a:pt x="1019551" y="34696"/>
                  <a:pt x="1023820" y="34696"/>
                </a:cubicBezTo>
                <a:cubicBezTo>
                  <a:pt x="1027380" y="34696"/>
                  <a:pt x="1030649" y="35096"/>
                  <a:pt x="1033629" y="35897"/>
                </a:cubicBezTo>
                <a:cubicBezTo>
                  <a:pt x="1036610" y="36698"/>
                  <a:pt x="1039190" y="37966"/>
                  <a:pt x="1041369" y="39701"/>
                </a:cubicBezTo>
                <a:cubicBezTo>
                  <a:pt x="1043549" y="41436"/>
                  <a:pt x="1045239" y="43683"/>
                  <a:pt x="1046439" y="46441"/>
                </a:cubicBezTo>
                <a:cubicBezTo>
                  <a:pt x="1047641" y="49198"/>
                  <a:pt x="1048241" y="52534"/>
                  <a:pt x="1048241" y="56449"/>
                </a:cubicBezTo>
                <a:cubicBezTo>
                  <a:pt x="1048241" y="62143"/>
                  <a:pt x="1048175" y="67414"/>
                  <a:pt x="1048042" y="72263"/>
                </a:cubicBezTo>
                <a:cubicBezTo>
                  <a:pt x="1047909" y="77111"/>
                  <a:pt x="1047842" y="81937"/>
                  <a:pt x="1047842" y="86741"/>
                </a:cubicBezTo>
                <a:cubicBezTo>
                  <a:pt x="1047842" y="88876"/>
                  <a:pt x="1047998" y="90545"/>
                  <a:pt x="1048308" y="91746"/>
                </a:cubicBezTo>
                <a:cubicBezTo>
                  <a:pt x="1048621" y="92948"/>
                  <a:pt x="1049088" y="93860"/>
                  <a:pt x="1049709" y="94483"/>
                </a:cubicBezTo>
                <a:cubicBezTo>
                  <a:pt x="1050333" y="95105"/>
                  <a:pt x="1051155" y="95504"/>
                  <a:pt x="1052177" y="95682"/>
                </a:cubicBezTo>
                <a:cubicBezTo>
                  <a:pt x="1053201" y="95860"/>
                  <a:pt x="1054380" y="95949"/>
                  <a:pt x="1055714" y="95949"/>
                </a:cubicBezTo>
                <a:lnTo>
                  <a:pt x="1055714" y="99152"/>
                </a:lnTo>
                <a:cubicBezTo>
                  <a:pt x="1053135" y="100220"/>
                  <a:pt x="1050956" y="101021"/>
                  <a:pt x="1049176" y="101555"/>
                </a:cubicBezTo>
                <a:cubicBezTo>
                  <a:pt x="1047396" y="102088"/>
                  <a:pt x="1045483" y="102355"/>
                  <a:pt x="1043438" y="102355"/>
                </a:cubicBezTo>
                <a:cubicBezTo>
                  <a:pt x="1040146" y="102355"/>
                  <a:pt x="1037477" y="101555"/>
                  <a:pt x="1035431" y="99954"/>
                </a:cubicBezTo>
                <a:cubicBezTo>
                  <a:pt x="1033385" y="98352"/>
                  <a:pt x="1031828" y="96039"/>
                  <a:pt x="1030760" y="93015"/>
                </a:cubicBezTo>
                <a:cubicBezTo>
                  <a:pt x="1028714" y="95861"/>
                  <a:pt x="1026334" y="98130"/>
                  <a:pt x="1023621" y="99820"/>
                </a:cubicBezTo>
                <a:cubicBezTo>
                  <a:pt x="1020907" y="101510"/>
                  <a:pt x="1017504" y="102355"/>
                  <a:pt x="1013413" y="102355"/>
                </a:cubicBezTo>
                <a:cubicBezTo>
                  <a:pt x="1010031" y="102355"/>
                  <a:pt x="1007139" y="101910"/>
                  <a:pt x="1004736" y="101019"/>
                </a:cubicBezTo>
                <a:cubicBezTo>
                  <a:pt x="1002335" y="100130"/>
                  <a:pt x="1000356" y="98863"/>
                  <a:pt x="998799" y="97218"/>
                </a:cubicBezTo>
                <a:cubicBezTo>
                  <a:pt x="997242" y="95571"/>
                  <a:pt x="996107" y="93702"/>
                  <a:pt x="995396" y="91612"/>
                </a:cubicBezTo>
                <a:cubicBezTo>
                  <a:pt x="994685" y="89521"/>
                  <a:pt x="994329" y="87408"/>
                  <a:pt x="994329" y="85273"/>
                </a:cubicBezTo>
                <a:cubicBezTo>
                  <a:pt x="994329" y="82338"/>
                  <a:pt x="994796" y="79803"/>
                  <a:pt x="995730" y="77667"/>
                </a:cubicBezTo>
                <a:cubicBezTo>
                  <a:pt x="996664" y="75532"/>
                  <a:pt x="997998" y="73708"/>
                  <a:pt x="999733" y="72196"/>
                </a:cubicBezTo>
                <a:cubicBezTo>
                  <a:pt x="1001468" y="70684"/>
                  <a:pt x="1003536" y="69416"/>
                  <a:pt x="1005938" y="68392"/>
                </a:cubicBezTo>
                <a:cubicBezTo>
                  <a:pt x="1008341" y="67369"/>
                  <a:pt x="1011054" y="66501"/>
                  <a:pt x="1014079" y="65790"/>
                </a:cubicBezTo>
                <a:cubicBezTo>
                  <a:pt x="1017816" y="64901"/>
                  <a:pt x="1020774" y="64123"/>
                  <a:pt x="1022953" y="63456"/>
                </a:cubicBezTo>
                <a:cubicBezTo>
                  <a:pt x="1025133" y="62788"/>
                  <a:pt x="1026757" y="62121"/>
                  <a:pt x="1027824" y="61455"/>
                </a:cubicBezTo>
                <a:cubicBezTo>
                  <a:pt x="1028892" y="60787"/>
                  <a:pt x="1029582" y="60052"/>
                  <a:pt x="1029892" y="59251"/>
                </a:cubicBezTo>
                <a:cubicBezTo>
                  <a:pt x="1030205" y="58450"/>
                  <a:pt x="1030361" y="57472"/>
                  <a:pt x="1030361" y="56315"/>
                </a:cubicBezTo>
                <a:cubicBezTo>
                  <a:pt x="1030361" y="53113"/>
                  <a:pt x="1029226" y="50377"/>
                  <a:pt x="1026956" y="48109"/>
                </a:cubicBezTo>
                <a:cubicBezTo>
                  <a:pt x="1024688" y="45839"/>
                  <a:pt x="1021552" y="44704"/>
                  <a:pt x="1017549" y="44704"/>
                </a:cubicBezTo>
                <a:cubicBezTo>
                  <a:pt x="1016036" y="44704"/>
                  <a:pt x="1014479" y="44904"/>
                  <a:pt x="1012877" y="45305"/>
                </a:cubicBezTo>
                <a:cubicBezTo>
                  <a:pt x="1011277" y="45705"/>
                  <a:pt x="1009742" y="46262"/>
                  <a:pt x="1008273" y="46975"/>
                </a:cubicBezTo>
                <a:cubicBezTo>
                  <a:pt x="1006806" y="47686"/>
                  <a:pt x="1005471" y="48465"/>
                  <a:pt x="1004270" y="49310"/>
                </a:cubicBezTo>
                <a:cubicBezTo>
                  <a:pt x="1003070" y="50155"/>
                  <a:pt x="1002158" y="51066"/>
                  <a:pt x="1001535" y="52045"/>
                </a:cubicBezTo>
                <a:lnTo>
                  <a:pt x="1000601" y="52045"/>
                </a:lnTo>
                <a:lnTo>
                  <a:pt x="998866" y="44038"/>
                </a:lnTo>
                <a:close/>
                <a:moveTo>
                  <a:pt x="1100020" y="37099"/>
                </a:moveTo>
                <a:cubicBezTo>
                  <a:pt x="1099753" y="38433"/>
                  <a:pt x="1099620" y="39634"/>
                  <a:pt x="1099620" y="40701"/>
                </a:cubicBezTo>
                <a:cubicBezTo>
                  <a:pt x="1099620" y="41858"/>
                  <a:pt x="1099753" y="42970"/>
                  <a:pt x="1100020" y="44038"/>
                </a:cubicBezTo>
                <a:lnTo>
                  <a:pt x="1088276" y="43772"/>
                </a:lnTo>
                <a:cubicBezTo>
                  <a:pt x="1088099" y="45817"/>
                  <a:pt x="1087943" y="48175"/>
                  <a:pt x="1087810" y="50844"/>
                </a:cubicBezTo>
                <a:cubicBezTo>
                  <a:pt x="1087677" y="53512"/>
                  <a:pt x="1087588" y="56226"/>
                  <a:pt x="1087543" y="58985"/>
                </a:cubicBezTo>
                <a:cubicBezTo>
                  <a:pt x="1087499" y="61742"/>
                  <a:pt x="1087454" y="64411"/>
                  <a:pt x="1087409" y="66991"/>
                </a:cubicBezTo>
                <a:cubicBezTo>
                  <a:pt x="1087364" y="69572"/>
                  <a:pt x="1087342" y="71751"/>
                  <a:pt x="1087342" y="73530"/>
                </a:cubicBezTo>
                <a:cubicBezTo>
                  <a:pt x="1087342" y="78156"/>
                  <a:pt x="1087453" y="81893"/>
                  <a:pt x="1087676" y="84739"/>
                </a:cubicBezTo>
                <a:cubicBezTo>
                  <a:pt x="1087898" y="87586"/>
                  <a:pt x="1088276" y="89766"/>
                  <a:pt x="1088810" y="91280"/>
                </a:cubicBezTo>
                <a:cubicBezTo>
                  <a:pt x="1089345" y="92792"/>
                  <a:pt x="1090101" y="93815"/>
                  <a:pt x="1091078" y="94349"/>
                </a:cubicBezTo>
                <a:cubicBezTo>
                  <a:pt x="1092057" y="94882"/>
                  <a:pt x="1093303" y="95149"/>
                  <a:pt x="1094815" y="95149"/>
                </a:cubicBezTo>
                <a:cubicBezTo>
                  <a:pt x="1096506" y="95149"/>
                  <a:pt x="1097752" y="95037"/>
                  <a:pt x="1098551" y="94815"/>
                </a:cubicBezTo>
                <a:cubicBezTo>
                  <a:pt x="1099352" y="94592"/>
                  <a:pt x="1100153" y="94259"/>
                  <a:pt x="1100954" y="93815"/>
                </a:cubicBezTo>
                <a:lnTo>
                  <a:pt x="1100954" y="99286"/>
                </a:lnTo>
                <a:cubicBezTo>
                  <a:pt x="1099174" y="100087"/>
                  <a:pt x="1096950" y="100799"/>
                  <a:pt x="1094281" y="101420"/>
                </a:cubicBezTo>
                <a:cubicBezTo>
                  <a:pt x="1091612" y="102044"/>
                  <a:pt x="1088988" y="102355"/>
                  <a:pt x="1086409" y="102355"/>
                </a:cubicBezTo>
                <a:cubicBezTo>
                  <a:pt x="1075111" y="102355"/>
                  <a:pt x="1069461" y="95594"/>
                  <a:pt x="1069461" y="82072"/>
                </a:cubicBezTo>
                <a:cubicBezTo>
                  <a:pt x="1069461" y="79491"/>
                  <a:pt x="1069505" y="76577"/>
                  <a:pt x="1069594" y="73330"/>
                </a:cubicBezTo>
                <a:cubicBezTo>
                  <a:pt x="1069683" y="70083"/>
                  <a:pt x="1069794" y="66747"/>
                  <a:pt x="1069928" y="63322"/>
                </a:cubicBezTo>
                <a:cubicBezTo>
                  <a:pt x="1070061" y="59897"/>
                  <a:pt x="1070171" y="56516"/>
                  <a:pt x="1070259" y="53179"/>
                </a:cubicBezTo>
                <a:cubicBezTo>
                  <a:pt x="1070349" y="49842"/>
                  <a:pt x="1070394" y="46751"/>
                  <a:pt x="1070394" y="43904"/>
                </a:cubicBezTo>
                <a:lnTo>
                  <a:pt x="1061053" y="44038"/>
                </a:lnTo>
                <a:cubicBezTo>
                  <a:pt x="1061320" y="42970"/>
                  <a:pt x="1061453" y="41858"/>
                  <a:pt x="1061453" y="40701"/>
                </a:cubicBezTo>
                <a:cubicBezTo>
                  <a:pt x="1061453" y="39634"/>
                  <a:pt x="1061320" y="38433"/>
                  <a:pt x="1061053" y="37099"/>
                </a:cubicBezTo>
                <a:lnTo>
                  <a:pt x="1070394" y="37500"/>
                </a:lnTo>
                <a:cubicBezTo>
                  <a:pt x="1070394" y="34741"/>
                  <a:pt x="1070349" y="32162"/>
                  <a:pt x="1070259" y="29760"/>
                </a:cubicBezTo>
                <a:cubicBezTo>
                  <a:pt x="1070171" y="27357"/>
                  <a:pt x="1070038" y="24466"/>
                  <a:pt x="1069860" y="21086"/>
                </a:cubicBezTo>
                <a:cubicBezTo>
                  <a:pt x="1072974" y="19839"/>
                  <a:pt x="1076044" y="18527"/>
                  <a:pt x="1079068" y="17147"/>
                </a:cubicBezTo>
                <a:cubicBezTo>
                  <a:pt x="1082093" y="15768"/>
                  <a:pt x="1085118" y="14322"/>
                  <a:pt x="1088144" y="12810"/>
                </a:cubicBezTo>
                <a:lnTo>
                  <a:pt x="1089478" y="13745"/>
                </a:lnTo>
                <a:cubicBezTo>
                  <a:pt x="1089300" y="15169"/>
                  <a:pt x="1089144" y="16837"/>
                  <a:pt x="1089009" y="18750"/>
                </a:cubicBezTo>
                <a:cubicBezTo>
                  <a:pt x="1088876" y="20663"/>
                  <a:pt x="1088743" y="22664"/>
                  <a:pt x="1088610" y="24755"/>
                </a:cubicBezTo>
                <a:cubicBezTo>
                  <a:pt x="1088477" y="26845"/>
                  <a:pt x="1088388" y="28981"/>
                  <a:pt x="1088344" y="31161"/>
                </a:cubicBezTo>
                <a:cubicBezTo>
                  <a:pt x="1088299" y="33340"/>
                  <a:pt x="1088276" y="35408"/>
                  <a:pt x="1088276" y="37366"/>
                </a:cubicBezTo>
                <a:lnTo>
                  <a:pt x="1100020" y="37099"/>
                </a:lnTo>
                <a:close/>
                <a:moveTo>
                  <a:pt x="1110296" y="11210"/>
                </a:moveTo>
                <a:cubicBezTo>
                  <a:pt x="1110296" y="8273"/>
                  <a:pt x="1111319" y="5782"/>
                  <a:pt x="1113364" y="3737"/>
                </a:cubicBezTo>
                <a:cubicBezTo>
                  <a:pt x="1115411" y="1691"/>
                  <a:pt x="1117903" y="668"/>
                  <a:pt x="1120839" y="668"/>
                </a:cubicBezTo>
                <a:cubicBezTo>
                  <a:pt x="1123774" y="668"/>
                  <a:pt x="1126265" y="1691"/>
                  <a:pt x="1128311" y="3737"/>
                </a:cubicBezTo>
                <a:cubicBezTo>
                  <a:pt x="1130358" y="5782"/>
                  <a:pt x="1131381" y="8273"/>
                  <a:pt x="1131381" y="11210"/>
                </a:cubicBezTo>
                <a:cubicBezTo>
                  <a:pt x="1131381" y="14146"/>
                  <a:pt x="1130358" y="16637"/>
                  <a:pt x="1128311" y="18683"/>
                </a:cubicBezTo>
                <a:cubicBezTo>
                  <a:pt x="1126265" y="20729"/>
                  <a:pt x="1123774" y="21751"/>
                  <a:pt x="1120839" y="21751"/>
                </a:cubicBezTo>
                <a:cubicBezTo>
                  <a:pt x="1117903" y="21751"/>
                  <a:pt x="1115411" y="20729"/>
                  <a:pt x="1113364" y="18683"/>
                </a:cubicBezTo>
                <a:cubicBezTo>
                  <a:pt x="1111319" y="16637"/>
                  <a:pt x="1110296" y="14146"/>
                  <a:pt x="1110296" y="11210"/>
                </a:cubicBezTo>
                <a:moveTo>
                  <a:pt x="1111898" y="66057"/>
                </a:moveTo>
                <a:cubicBezTo>
                  <a:pt x="1111898" y="60631"/>
                  <a:pt x="1111831" y="55538"/>
                  <a:pt x="1111697" y="50778"/>
                </a:cubicBezTo>
                <a:cubicBezTo>
                  <a:pt x="1111564" y="46018"/>
                  <a:pt x="1111274" y="41235"/>
                  <a:pt x="1110829" y="36431"/>
                </a:cubicBezTo>
                <a:cubicBezTo>
                  <a:pt x="1112075" y="36609"/>
                  <a:pt x="1113543" y="36765"/>
                  <a:pt x="1115234" y="36899"/>
                </a:cubicBezTo>
                <a:cubicBezTo>
                  <a:pt x="1116924" y="37032"/>
                  <a:pt x="1118792" y="37099"/>
                  <a:pt x="1120839" y="37099"/>
                </a:cubicBezTo>
                <a:cubicBezTo>
                  <a:pt x="1125021" y="37099"/>
                  <a:pt x="1128357" y="36876"/>
                  <a:pt x="1130848" y="36431"/>
                </a:cubicBezTo>
                <a:cubicBezTo>
                  <a:pt x="1130402" y="41235"/>
                  <a:pt x="1130113" y="46018"/>
                  <a:pt x="1129978" y="50778"/>
                </a:cubicBezTo>
                <a:cubicBezTo>
                  <a:pt x="1129845" y="55538"/>
                  <a:pt x="1129779" y="60631"/>
                  <a:pt x="1129779" y="66057"/>
                </a:cubicBezTo>
                <a:lnTo>
                  <a:pt x="1129779" y="71396"/>
                </a:lnTo>
                <a:cubicBezTo>
                  <a:pt x="1129779" y="76822"/>
                  <a:pt x="1129845" y="81937"/>
                  <a:pt x="1129978" y="86741"/>
                </a:cubicBezTo>
                <a:cubicBezTo>
                  <a:pt x="1130113" y="91545"/>
                  <a:pt x="1130402" y="96172"/>
                  <a:pt x="1130848" y="100620"/>
                </a:cubicBezTo>
                <a:cubicBezTo>
                  <a:pt x="1129691" y="100442"/>
                  <a:pt x="1128245" y="100353"/>
                  <a:pt x="1126510" y="100353"/>
                </a:cubicBezTo>
                <a:cubicBezTo>
                  <a:pt x="1124776" y="100353"/>
                  <a:pt x="1122885" y="100353"/>
                  <a:pt x="1120839" y="100353"/>
                </a:cubicBezTo>
                <a:cubicBezTo>
                  <a:pt x="1118792" y="100353"/>
                  <a:pt x="1116924" y="100353"/>
                  <a:pt x="1115234" y="100353"/>
                </a:cubicBezTo>
                <a:cubicBezTo>
                  <a:pt x="1113543" y="100353"/>
                  <a:pt x="1112075" y="100442"/>
                  <a:pt x="1110829" y="100620"/>
                </a:cubicBezTo>
                <a:cubicBezTo>
                  <a:pt x="1111274" y="96172"/>
                  <a:pt x="1111564" y="91545"/>
                  <a:pt x="1111697" y="86741"/>
                </a:cubicBezTo>
                <a:cubicBezTo>
                  <a:pt x="1111831" y="81937"/>
                  <a:pt x="1111898" y="76822"/>
                  <a:pt x="1111898" y="71396"/>
                </a:cubicBezTo>
                <a:lnTo>
                  <a:pt x="1111898" y="66057"/>
                </a:lnTo>
                <a:close/>
                <a:moveTo>
                  <a:pt x="1189431" y="65391"/>
                </a:moveTo>
                <a:cubicBezTo>
                  <a:pt x="1189431" y="57561"/>
                  <a:pt x="1188452" y="51488"/>
                  <a:pt x="1186495" y="47174"/>
                </a:cubicBezTo>
                <a:cubicBezTo>
                  <a:pt x="1184537" y="42859"/>
                  <a:pt x="1181290" y="40701"/>
                  <a:pt x="1176753" y="40701"/>
                </a:cubicBezTo>
                <a:cubicBezTo>
                  <a:pt x="1172660" y="40701"/>
                  <a:pt x="1169435" y="43103"/>
                  <a:pt x="1167077" y="47907"/>
                </a:cubicBezTo>
                <a:cubicBezTo>
                  <a:pt x="1164720" y="52712"/>
                  <a:pt x="1163542" y="60229"/>
                  <a:pt x="1163542" y="70461"/>
                </a:cubicBezTo>
                <a:cubicBezTo>
                  <a:pt x="1163542" y="74197"/>
                  <a:pt x="1163764" y="77667"/>
                  <a:pt x="1164208" y="80870"/>
                </a:cubicBezTo>
                <a:cubicBezTo>
                  <a:pt x="1164653" y="84073"/>
                  <a:pt x="1165388" y="86853"/>
                  <a:pt x="1166411" y="89211"/>
                </a:cubicBezTo>
                <a:cubicBezTo>
                  <a:pt x="1167435" y="91568"/>
                  <a:pt x="1168769" y="93414"/>
                  <a:pt x="1170414" y="94750"/>
                </a:cubicBezTo>
                <a:cubicBezTo>
                  <a:pt x="1172061" y="96084"/>
                  <a:pt x="1174130" y="96751"/>
                  <a:pt x="1176621" y="96751"/>
                </a:cubicBezTo>
                <a:cubicBezTo>
                  <a:pt x="1185161" y="96751"/>
                  <a:pt x="1189431" y="86298"/>
                  <a:pt x="1189431" y="65391"/>
                </a:cubicBezTo>
                <a:moveTo>
                  <a:pt x="1143792" y="70327"/>
                </a:moveTo>
                <a:cubicBezTo>
                  <a:pt x="1143792" y="64366"/>
                  <a:pt x="1144704" y="59162"/>
                  <a:pt x="1146527" y="54715"/>
                </a:cubicBezTo>
                <a:cubicBezTo>
                  <a:pt x="1148351" y="50266"/>
                  <a:pt x="1150776" y="46552"/>
                  <a:pt x="1153800" y="43572"/>
                </a:cubicBezTo>
                <a:cubicBezTo>
                  <a:pt x="1156825" y="40591"/>
                  <a:pt x="1160317" y="38367"/>
                  <a:pt x="1164275" y="36899"/>
                </a:cubicBezTo>
                <a:cubicBezTo>
                  <a:pt x="1168235" y="35430"/>
                  <a:pt x="1172305" y="34696"/>
                  <a:pt x="1176487" y="34696"/>
                </a:cubicBezTo>
                <a:cubicBezTo>
                  <a:pt x="1186896" y="34696"/>
                  <a:pt x="1194947" y="37632"/>
                  <a:pt x="1200641" y="43505"/>
                </a:cubicBezTo>
                <a:cubicBezTo>
                  <a:pt x="1206334" y="49376"/>
                  <a:pt x="1209181" y="57339"/>
                  <a:pt x="1209181" y="67392"/>
                </a:cubicBezTo>
                <a:cubicBezTo>
                  <a:pt x="1209181" y="72818"/>
                  <a:pt x="1208380" y="77712"/>
                  <a:pt x="1206778" y="82072"/>
                </a:cubicBezTo>
                <a:cubicBezTo>
                  <a:pt x="1205178" y="86431"/>
                  <a:pt x="1202932" y="90145"/>
                  <a:pt x="1200040" y="93214"/>
                </a:cubicBezTo>
                <a:cubicBezTo>
                  <a:pt x="1197149" y="96284"/>
                  <a:pt x="1193701" y="98574"/>
                  <a:pt x="1189698" y="100087"/>
                </a:cubicBezTo>
                <a:cubicBezTo>
                  <a:pt x="1185695" y="101599"/>
                  <a:pt x="1181291" y="102355"/>
                  <a:pt x="1176487" y="102355"/>
                </a:cubicBezTo>
                <a:cubicBezTo>
                  <a:pt x="1172483" y="102355"/>
                  <a:pt x="1168546" y="101821"/>
                  <a:pt x="1164676" y="100753"/>
                </a:cubicBezTo>
                <a:cubicBezTo>
                  <a:pt x="1160806" y="99686"/>
                  <a:pt x="1157314" y="97885"/>
                  <a:pt x="1154200" y="95350"/>
                </a:cubicBezTo>
                <a:cubicBezTo>
                  <a:pt x="1151087" y="92815"/>
                  <a:pt x="1148574" y="89500"/>
                  <a:pt x="1146661" y="85407"/>
                </a:cubicBezTo>
                <a:cubicBezTo>
                  <a:pt x="1144749" y="81314"/>
                  <a:pt x="1143792" y="76287"/>
                  <a:pt x="1143792" y="70327"/>
                </a:cubicBezTo>
                <a:close/>
                <a:moveTo>
                  <a:pt x="1239609" y="46439"/>
                </a:moveTo>
                <a:cubicBezTo>
                  <a:pt x="1242100" y="42703"/>
                  <a:pt x="1245013" y="39812"/>
                  <a:pt x="1248349" y="37767"/>
                </a:cubicBezTo>
                <a:cubicBezTo>
                  <a:pt x="1251685" y="35720"/>
                  <a:pt x="1255488" y="34696"/>
                  <a:pt x="1259758" y="34696"/>
                </a:cubicBezTo>
                <a:cubicBezTo>
                  <a:pt x="1266431" y="34696"/>
                  <a:pt x="1271569" y="36631"/>
                  <a:pt x="1275172" y="40501"/>
                </a:cubicBezTo>
                <a:cubicBezTo>
                  <a:pt x="1278775" y="44372"/>
                  <a:pt x="1280577" y="50622"/>
                  <a:pt x="1280577" y="59251"/>
                </a:cubicBezTo>
                <a:cubicBezTo>
                  <a:pt x="1280577" y="63788"/>
                  <a:pt x="1280488" y="67791"/>
                  <a:pt x="1280310" y="71261"/>
                </a:cubicBezTo>
                <a:cubicBezTo>
                  <a:pt x="1280132" y="74731"/>
                  <a:pt x="1280043" y="78201"/>
                  <a:pt x="1280043" y="81671"/>
                </a:cubicBezTo>
                <a:cubicBezTo>
                  <a:pt x="1280043" y="84517"/>
                  <a:pt x="1280110" y="87609"/>
                  <a:pt x="1280243" y="90946"/>
                </a:cubicBezTo>
                <a:cubicBezTo>
                  <a:pt x="1280377" y="94281"/>
                  <a:pt x="1280533" y="97506"/>
                  <a:pt x="1280711" y="100620"/>
                </a:cubicBezTo>
                <a:cubicBezTo>
                  <a:pt x="1279554" y="100442"/>
                  <a:pt x="1278086" y="100353"/>
                  <a:pt x="1276306" y="100353"/>
                </a:cubicBezTo>
                <a:cubicBezTo>
                  <a:pt x="1274527" y="100353"/>
                  <a:pt x="1272658" y="100353"/>
                  <a:pt x="1270701" y="100353"/>
                </a:cubicBezTo>
                <a:cubicBezTo>
                  <a:pt x="1268744" y="100353"/>
                  <a:pt x="1266877" y="100353"/>
                  <a:pt x="1265097" y="100353"/>
                </a:cubicBezTo>
                <a:cubicBezTo>
                  <a:pt x="1263317" y="100353"/>
                  <a:pt x="1261849" y="100442"/>
                  <a:pt x="1260692" y="100620"/>
                </a:cubicBezTo>
                <a:cubicBezTo>
                  <a:pt x="1261315" y="95994"/>
                  <a:pt x="1261716" y="90545"/>
                  <a:pt x="1261894" y="84273"/>
                </a:cubicBezTo>
                <a:cubicBezTo>
                  <a:pt x="1262072" y="78001"/>
                  <a:pt x="1262161" y="70817"/>
                  <a:pt x="1262161" y="62721"/>
                </a:cubicBezTo>
                <a:cubicBezTo>
                  <a:pt x="1262161" y="57116"/>
                  <a:pt x="1261204" y="53001"/>
                  <a:pt x="1259291" y="50377"/>
                </a:cubicBezTo>
                <a:cubicBezTo>
                  <a:pt x="1257379" y="47752"/>
                  <a:pt x="1254687" y="46439"/>
                  <a:pt x="1251218" y="46439"/>
                </a:cubicBezTo>
                <a:cubicBezTo>
                  <a:pt x="1247214" y="46439"/>
                  <a:pt x="1244279" y="48174"/>
                  <a:pt x="1242411" y="51644"/>
                </a:cubicBezTo>
                <a:cubicBezTo>
                  <a:pt x="1240543" y="55114"/>
                  <a:pt x="1239609" y="59918"/>
                  <a:pt x="1239609" y="66057"/>
                </a:cubicBezTo>
                <a:lnTo>
                  <a:pt x="1239609" y="71396"/>
                </a:lnTo>
                <a:cubicBezTo>
                  <a:pt x="1239609" y="76822"/>
                  <a:pt x="1239675" y="81937"/>
                  <a:pt x="1239808" y="86741"/>
                </a:cubicBezTo>
                <a:cubicBezTo>
                  <a:pt x="1239941" y="91545"/>
                  <a:pt x="1240231" y="96172"/>
                  <a:pt x="1240676" y="100620"/>
                </a:cubicBezTo>
                <a:cubicBezTo>
                  <a:pt x="1239519" y="100442"/>
                  <a:pt x="1238073" y="100353"/>
                  <a:pt x="1236339" y="100353"/>
                </a:cubicBezTo>
                <a:cubicBezTo>
                  <a:pt x="1234604" y="100353"/>
                  <a:pt x="1232713" y="100353"/>
                  <a:pt x="1230668" y="100353"/>
                </a:cubicBezTo>
                <a:cubicBezTo>
                  <a:pt x="1228620" y="100353"/>
                  <a:pt x="1226752" y="100353"/>
                  <a:pt x="1225062" y="100353"/>
                </a:cubicBezTo>
                <a:cubicBezTo>
                  <a:pt x="1223372" y="100353"/>
                  <a:pt x="1221903" y="100442"/>
                  <a:pt x="1220657" y="100620"/>
                </a:cubicBezTo>
                <a:cubicBezTo>
                  <a:pt x="1221103" y="96172"/>
                  <a:pt x="1221392" y="91545"/>
                  <a:pt x="1221525" y="86741"/>
                </a:cubicBezTo>
                <a:cubicBezTo>
                  <a:pt x="1221659" y="81937"/>
                  <a:pt x="1221726" y="76822"/>
                  <a:pt x="1221726" y="71396"/>
                </a:cubicBezTo>
                <a:lnTo>
                  <a:pt x="1221726" y="66057"/>
                </a:lnTo>
                <a:cubicBezTo>
                  <a:pt x="1221726" y="60631"/>
                  <a:pt x="1221659" y="55538"/>
                  <a:pt x="1221525" y="50778"/>
                </a:cubicBezTo>
                <a:cubicBezTo>
                  <a:pt x="1221392" y="46018"/>
                  <a:pt x="1221103" y="41235"/>
                  <a:pt x="1220657" y="36431"/>
                </a:cubicBezTo>
                <a:cubicBezTo>
                  <a:pt x="1222259" y="36609"/>
                  <a:pt x="1223839" y="36765"/>
                  <a:pt x="1225396" y="36899"/>
                </a:cubicBezTo>
                <a:cubicBezTo>
                  <a:pt x="1226953" y="37032"/>
                  <a:pt x="1228532" y="37099"/>
                  <a:pt x="1230132" y="37099"/>
                </a:cubicBezTo>
                <a:cubicBezTo>
                  <a:pt x="1231734" y="37099"/>
                  <a:pt x="1233313" y="37032"/>
                  <a:pt x="1234870" y="36899"/>
                </a:cubicBezTo>
                <a:cubicBezTo>
                  <a:pt x="1236428" y="36765"/>
                  <a:pt x="1238096" y="36609"/>
                  <a:pt x="1239876" y="36431"/>
                </a:cubicBezTo>
                <a:lnTo>
                  <a:pt x="1239340" y="46439"/>
                </a:lnTo>
                <a:lnTo>
                  <a:pt x="1239609" y="46439"/>
                </a:lnTo>
                <a:close/>
                <a:moveTo>
                  <a:pt x="1296991" y="84206"/>
                </a:moveTo>
                <a:cubicBezTo>
                  <a:pt x="1297525" y="85630"/>
                  <a:pt x="1298213" y="86987"/>
                  <a:pt x="1299058" y="88276"/>
                </a:cubicBezTo>
                <a:cubicBezTo>
                  <a:pt x="1299904" y="89566"/>
                  <a:pt x="1300949" y="90723"/>
                  <a:pt x="1302194" y="91746"/>
                </a:cubicBezTo>
                <a:cubicBezTo>
                  <a:pt x="1303440" y="92770"/>
                  <a:pt x="1304930" y="93593"/>
                  <a:pt x="1306665" y="94216"/>
                </a:cubicBezTo>
                <a:cubicBezTo>
                  <a:pt x="1308400" y="94838"/>
                  <a:pt x="1310424" y="95149"/>
                  <a:pt x="1312737" y="95149"/>
                </a:cubicBezTo>
                <a:cubicBezTo>
                  <a:pt x="1315852" y="95149"/>
                  <a:pt x="1318254" y="94349"/>
                  <a:pt x="1319944" y="92748"/>
                </a:cubicBezTo>
                <a:cubicBezTo>
                  <a:pt x="1321634" y="91146"/>
                  <a:pt x="1322479" y="89411"/>
                  <a:pt x="1322479" y="87543"/>
                </a:cubicBezTo>
                <a:cubicBezTo>
                  <a:pt x="1322479" y="85496"/>
                  <a:pt x="1321723" y="83850"/>
                  <a:pt x="1320211" y="82605"/>
                </a:cubicBezTo>
                <a:cubicBezTo>
                  <a:pt x="1318698" y="81359"/>
                  <a:pt x="1316808" y="80225"/>
                  <a:pt x="1314540" y="79203"/>
                </a:cubicBezTo>
                <a:cubicBezTo>
                  <a:pt x="1312271" y="78179"/>
                  <a:pt x="1309803" y="77134"/>
                  <a:pt x="1307134" y="76067"/>
                </a:cubicBezTo>
                <a:cubicBezTo>
                  <a:pt x="1304465" y="74999"/>
                  <a:pt x="1301995" y="73642"/>
                  <a:pt x="1299726" y="71996"/>
                </a:cubicBezTo>
                <a:cubicBezTo>
                  <a:pt x="1297457" y="70350"/>
                  <a:pt x="1295567" y="68281"/>
                  <a:pt x="1294055" y="65790"/>
                </a:cubicBezTo>
                <a:cubicBezTo>
                  <a:pt x="1292542" y="63299"/>
                  <a:pt x="1291786" y="60096"/>
                  <a:pt x="1291786" y="56183"/>
                </a:cubicBezTo>
                <a:cubicBezTo>
                  <a:pt x="1291786" y="52445"/>
                  <a:pt x="1292476" y="49220"/>
                  <a:pt x="1293855" y="46506"/>
                </a:cubicBezTo>
                <a:cubicBezTo>
                  <a:pt x="1295234" y="43793"/>
                  <a:pt x="1297036" y="41568"/>
                  <a:pt x="1299259" y="39834"/>
                </a:cubicBezTo>
                <a:cubicBezTo>
                  <a:pt x="1301483" y="38099"/>
                  <a:pt x="1303996" y="36809"/>
                  <a:pt x="1306798" y="35965"/>
                </a:cubicBezTo>
                <a:cubicBezTo>
                  <a:pt x="1309601" y="35119"/>
                  <a:pt x="1312382" y="34696"/>
                  <a:pt x="1315140" y="34696"/>
                </a:cubicBezTo>
                <a:cubicBezTo>
                  <a:pt x="1318876" y="34696"/>
                  <a:pt x="1322190" y="35230"/>
                  <a:pt x="1325081" y="36299"/>
                </a:cubicBezTo>
                <a:cubicBezTo>
                  <a:pt x="1327973" y="37366"/>
                  <a:pt x="1330931" y="38922"/>
                  <a:pt x="1333955" y="40968"/>
                </a:cubicBezTo>
                <a:cubicBezTo>
                  <a:pt x="1333156" y="42747"/>
                  <a:pt x="1332489" y="44661"/>
                  <a:pt x="1331954" y="46708"/>
                </a:cubicBezTo>
                <a:cubicBezTo>
                  <a:pt x="1331420" y="48754"/>
                  <a:pt x="1331020" y="50755"/>
                  <a:pt x="1330754" y="52713"/>
                </a:cubicBezTo>
                <a:lnTo>
                  <a:pt x="1327018" y="52713"/>
                </a:lnTo>
                <a:cubicBezTo>
                  <a:pt x="1326750" y="51645"/>
                  <a:pt x="1326305" y="50466"/>
                  <a:pt x="1325682" y="49176"/>
                </a:cubicBezTo>
                <a:cubicBezTo>
                  <a:pt x="1325059" y="47886"/>
                  <a:pt x="1324214" y="46663"/>
                  <a:pt x="1323147" y="45507"/>
                </a:cubicBezTo>
                <a:cubicBezTo>
                  <a:pt x="1322080" y="44350"/>
                  <a:pt x="1320790" y="43394"/>
                  <a:pt x="1319276" y="42637"/>
                </a:cubicBezTo>
                <a:cubicBezTo>
                  <a:pt x="1317764" y="41881"/>
                  <a:pt x="1315941" y="41503"/>
                  <a:pt x="1313807" y="41503"/>
                </a:cubicBezTo>
                <a:cubicBezTo>
                  <a:pt x="1311136" y="41503"/>
                  <a:pt x="1308889" y="42215"/>
                  <a:pt x="1307064" y="43639"/>
                </a:cubicBezTo>
                <a:cubicBezTo>
                  <a:pt x="1305241" y="45062"/>
                  <a:pt x="1304330" y="46930"/>
                  <a:pt x="1304330" y="49243"/>
                </a:cubicBezTo>
                <a:cubicBezTo>
                  <a:pt x="1304330" y="51378"/>
                  <a:pt x="1305108" y="53091"/>
                  <a:pt x="1306665" y="54381"/>
                </a:cubicBezTo>
                <a:cubicBezTo>
                  <a:pt x="1308222" y="55670"/>
                  <a:pt x="1310158" y="56804"/>
                  <a:pt x="1312471" y="57783"/>
                </a:cubicBezTo>
                <a:cubicBezTo>
                  <a:pt x="1314784" y="58762"/>
                  <a:pt x="1317319" y="59741"/>
                  <a:pt x="1320076" y="60720"/>
                </a:cubicBezTo>
                <a:cubicBezTo>
                  <a:pt x="1322835" y="61698"/>
                  <a:pt x="1325371" y="62966"/>
                  <a:pt x="1327684" y="64523"/>
                </a:cubicBezTo>
                <a:cubicBezTo>
                  <a:pt x="1329997" y="66079"/>
                  <a:pt x="1331932" y="68102"/>
                  <a:pt x="1333489" y="70593"/>
                </a:cubicBezTo>
                <a:cubicBezTo>
                  <a:pt x="1335046" y="73084"/>
                  <a:pt x="1335825" y="76287"/>
                  <a:pt x="1335825" y="80203"/>
                </a:cubicBezTo>
                <a:cubicBezTo>
                  <a:pt x="1335825" y="84118"/>
                  <a:pt x="1335113" y="87476"/>
                  <a:pt x="1333689" y="90278"/>
                </a:cubicBezTo>
                <a:cubicBezTo>
                  <a:pt x="1332266" y="93080"/>
                  <a:pt x="1330353" y="95393"/>
                  <a:pt x="1327950" y="97218"/>
                </a:cubicBezTo>
                <a:cubicBezTo>
                  <a:pt x="1325549" y="99041"/>
                  <a:pt x="1322814" y="100353"/>
                  <a:pt x="1319744" y="101154"/>
                </a:cubicBezTo>
                <a:cubicBezTo>
                  <a:pt x="1316675" y="101955"/>
                  <a:pt x="1313450" y="102355"/>
                  <a:pt x="1310070" y="102355"/>
                </a:cubicBezTo>
                <a:cubicBezTo>
                  <a:pt x="1306065" y="102355"/>
                  <a:pt x="1302462" y="101777"/>
                  <a:pt x="1299259" y="100620"/>
                </a:cubicBezTo>
                <a:cubicBezTo>
                  <a:pt x="1296057" y="99464"/>
                  <a:pt x="1293522" y="98263"/>
                  <a:pt x="1291654" y="97018"/>
                </a:cubicBezTo>
                <a:cubicBezTo>
                  <a:pt x="1292721" y="92747"/>
                  <a:pt x="1293388" y="88477"/>
                  <a:pt x="1293656" y="84206"/>
                </a:cubicBezTo>
                <a:lnTo>
                  <a:pt x="1296991" y="84206"/>
                </a:lnTo>
                <a:close/>
                <a:moveTo>
                  <a:pt x="1347302" y="48042"/>
                </a:moveTo>
                <a:cubicBezTo>
                  <a:pt x="1347302" y="45017"/>
                  <a:pt x="1348369" y="42437"/>
                  <a:pt x="1350503" y="40302"/>
                </a:cubicBezTo>
                <a:cubicBezTo>
                  <a:pt x="1352639" y="38166"/>
                  <a:pt x="1355219" y="37099"/>
                  <a:pt x="1358245" y="37099"/>
                </a:cubicBezTo>
                <a:cubicBezTo>
                  <a:pt x="1361270" y="37099"/>
                  <a:pt x="1363849" y="38166"/>
                  <a:pt x="1365983" y="40302"/>
                </a:cubicBezTo>
                <a:cubicBezTo>
                  <a:pt x="1368118" y="42437"/>
                  <a:pt x="1369186" y="45017"/>
                  <a:pt x="1369186" y="48042"/>
                </a:cubicBezTo>
                <a:cubicBezTo>
                  <a:pt x="1369186" y="51066"/>
                  <a:pt x="1368118" y="53646"/>
                  <a:pt x="1365983" y="55782"/>
                </a:cubicBezTo>
                <a:cubicBezTo>
                  <a:pt x="1363849" y="57917"/>
                  <a:pt x="1361270" y="58985"/>
                  <a:pt x="1358245" y="58985"/>
                </a:cubicBezTo>
                <a:cubicBezTo>
                  <a:pt x="1355219" y="58985"/>
                  <a:pt x="1352639" y="57917"/>
                  <a:pt x="1350503" y="55782"/>
                </a:cubicBezTo>
                <a:cubicBezTo>
                  <a:pt x="1348369" y="53646"/>
                  <a:pt x="1347302" y="51066"/>
                  <a:pt x="1347302" y="48042"/>
                </a:cubicBezTo>
                <a:moveTo>
                  <a:pt x="1347302" y="91813"/>
                </a:moveTo>
                <a:cubicBezTo>
                  <a:pt x="1347302" y="88787"/>
                  <a:pt x="1348369" y="86208"/>
                  <a:pt x="1350503" y="84073"/>
                </a:cubicBezTo>
                <a:cubicBezTo>
                  <a:pt x="1352639" y="81938"/>
                  <a:pt x="1355219" y="80870"/>
                  <a:pt x="1358245" y="80870"/>
                </a:cubicBezTo>
                <a:cubicBezTo>
                  <a:pt x="1361270" y="80870"/>
                  <a:pt x="1363849" y="81938"/>
                  <a:pt x="1365983" y="84073"/>
                </a:cubicBezTo>
                <a:cubicBezTo>
                  <a:pt x="1368118" y="86208"/>
                  <a:pt x="1369186" y="88787"/>
                  <a:pt x="1369186" y="91813"/>
                </a:cubicBezTo>
                <a:cubicBezTo>
                  <a:pt x="1369186" y="94838"/>
                  <a:pt x="1368118" y="97351"/>
                  <a:pt x="1365983" y="99354"/>
                </a:cubicBezTo>
                <a:cubicBezTo>
                  <a:pt x="1363849" y="101355"/>
                  <a:pt x="1361270" y="102355"/>
                  <a:pt x="1358245" y="102355"/>
                </a:cubicBezTo>
                <a:cubicBezTo>
                  <a:pt x="1355219" y="102355"/>
                  <a:pt x="1352639" y="101355"/>
                  <a:pt x="1350503" y="99354"/>
                </a:cubicBezTo>
                <a:cubicBezTo>
                  <a:pt x="1348369" y="97351"/>
                  <a:pt x="1347302" y="94838"/>
                  <a:pt x="1347302" y="91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B43B0-EE14-4F19-BD1C-FD99D21D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05" y="1225432"/>
            <a:ext cx="717766" cy="209705"/>
          </a:xfrm>
          <a:custGeom xmlns:a="http://schemas.openxmlformats.org/drawingml/2006/main">
            <a:pathLst>
              <a:path w="717766" h="209705">
                <a:moveTo>
                  <a:pt x="28109" y="0"/>
                </a:moveTo>
                <a:lnTo>
                  <a:pt x="689655" y="0"/>
                </a:lnTo>
                <a:cubicBezTo>
                  <a:pt x="697904" y="0"/>
                  <a:pt x="702854" y="0"/>
                  <a:pt x="706152" y="1380"/>
                </a:cubicBezTo>
                <a:cubicBezTo>
                  <a:pt x="710909" y="3110"/>
                  <a:pt x="714655" y="6856"/>
                  <a:pt x="716386" y="11614"/>
                </a:cubicBezTo>
                <a:cubicBezTo>
                  <a:pt x="717766" y="14912"/>
                  <a:pt x="717766" y="19861"/>
                  <a:pt x="717766" y="28111"/>
                </a:cubicBezTo>
                <a:lnTo>
                  <a:pt x="717766" y="181597"/>
                </a:lnTo>
                <a:cubicBezTo>
                  <a:pt x="717766" y="189846"/>
                  <a:pt x="717766" y="194796"/>
                  <a:pt x="716386" y="198094"/>
                </a:cubicBezTo>
                <a:cubicBezTo>
                  <a:pt x="714655" y="202852"/>
                  <a:pt x="710909" y="206597"/>
                  <a:pt x="706152" y="208328"/>
                </a:cubicBezTo>
                <a:cubicBezTo>
                  <a:pt x="702854" y="209705"/>
                  <a:pt x="697904" y="209705"/>
                  <a:pt x="689655" y="209705"/>
                </a:cubicBezTo>
                <a:lnTo>
                  <a:pt x="28109" y="209705"/>
                </a:lnTo>
                <a:cubicBezTo>
                  <a:pt x="19861" y="209705"/>
                  <a:pt x="14911" y="209705"/>
                  <a:pt x="11612" y="208328"/>
                </a:cubicBezTo>
                <a:cubicBezTo>
                  <a:pt x="6855" y="206597"/>
                  <a:pt x="3109" y="202852"/>
                  <a:pt x="1377" y="198094"/>
                </a:cubicBezTo>
                <a:cubicBezTo>
                  <a:pt x="0" y="194796"/>
                  <a:pt x="0" y="189846"/>
                  <a:pt x="0" y="181597"/>
                </a:cubicBezTo>
                <a:lnTo>
                  <a:pt x="0" y="28111"/>
                </a:lnTo>
                <a:cubicBezTo>
                  <a:pt x="0" y="19861"/>
                  <a:pt x="0" y="14912"/>
                  <a:pt x="1377" y="11614"/>
                </a:cubicBezTo>
                <a:cubicBezTo>
                  <a:pt x="3109" y="6856"/>
                  <a:pt x="6855" y="3110"/>
                  <a:pt x="11612" y="1380"/>
                </a:cubicBezTo>
                <a:cubicBezTo>
                  <a:pt x="14911" y="0"/>
                  <a:pt x="19861" y="0"/>
                  <a:pt x="28109" y="0"/>
                </a:cubicBezTo>
                <a:close/>
                <a:moveTo>
                  <a:pt x="28109" y="0"/>
                </a:moveTo>
              </a:path>
            </a:pathLst>
          </a:custGeom>
          <a:solidFill xmlns:a="http://schemas.openxmlformats.org/drawingml/2006/main">
            <a:srgbClr val="ECA0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56Values">
            <a:extLst xmlns:a="http://schemas.openxmlformats.org/drawingml/2006/main">
              <a:ext uri="{FF2B5EF4-FFF2-40B4-BE49-F238E27FC236}">
                <a16:creationId xmlns:a16="http://schemas.microsoft.com/office/drawing/2014/main" id="{BD7AE154-9B77-43F4-BF57-F51A795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1" y="1269027"/>
            <a:ext cx="539135" cy="102088"/>
          </a:xfrm>
          <a:custGeom xmlns:a="http://schemas.openxmlformats.org/drawingml/2006/main">
            <a:pathLst>
              <a:path w="539135" h="102088">
                <a:moveTo>
                  <a:pt x="14014" y="50444"/>
                </a:moveTo>
                <a:cubicBezTo>
                  <a:pt x="15792" y="49466"/>
                  <a:pt x="17726" y="48643"/>
                  <a:pt x="19817" y="47977"/>
                </a:cubicBezTo>
                <a:cubicBezTo>
                  <a:pt x="21909" y="47309"/>
                  <a:pt x="24957" y="46975"/>
                  <a:pt x="28960" y="46975"/>
                </a:cubicBezTo>
                <a:cubicBezTo>
                  <a:pt x="32874" y="46975"/>
                  <a:pt x="36409" y="47642"/>
                  <a:pt x="39567" y="48976"/>
                </a:cubicBezTo>
                <a:cubicBezTo>
                  <a:pt x="42726" y="50311"/>
                  <a:pt x="45417" y="52135"/>
                  <a:pt x="47641" y="54448"/>
                </a:cubicBezTo>
                <a:cubicBezTo>
                  <a:pt x="49866" y="56761"/>
                  <a:pt x="51579" y="59430"/>
                  <a:pt x="52780" y="62454"/>
                </a:cubicBezTo>
                <a:cubicBezTo>
                  <a:pt x="53982" y="65479"/>
                  <a:pt x="54582" y="68681"/>
                  <a:pt x="54582" y="72062"/>
                </a:cubicBezTo>
                <a:cubicBezTo>
                  <a:pt x="54582" y="76244"/>
                  <a:pt x="53781" y="80182"/>
                  <a:pt x="52179" y="83874"/>
                </a:cubicBezTo>
                <a:cubicBezTo>
                  <a:pt x="50578" y="87565"/>
                  <a:pt x="48308" y="90767"/>
                  <a:pt x="45372" y="93481"/>
                </a:cubicBezTo>
                <a:cubicBezTo>
                  <a:pt x="42437" y="96195"/>
                  <a:pt x="38946" y="98308"/>
                  <a:pt x="34898" y="99820"/>
                </a:cubicBezTo>
                <a:cubicBezTo>
                  <a:pt x="30849" y="101332"/>
                  <a:pt x="26334" y="102088"/>
                  <a:pt x="21352" y="102088"/>
                </a:cubicBezTo>
                <a:cubicBezTo>
                  <a:pt x="17349" y="102088"/>
                  <a:pt x="13501" y="101754"/>
                  <a:pt x="9809" y="101087"/>
                </a:cubicBezTo>
                <a:cubicBezTo>
                  <a:pt x="6118" y="100420"/>
                  <a:pt x="2848" y="99108"/>
                  <a:pt x="0" y="97150"/>
                </a:cubicBezTo>
                <a:lnTo>
                  <a:pt x="0" y="96083"/>
                </a:lnTo>
                <a:cubicBezTo>
                  <a:pt x="445" y="94927"/>
                  <a:pt x="846" y="93615"/>
                  <a:pt x="1201" y="92147"/>
                </a:cubicBezTo>
                <a:cubicBezTo>
                  <a:pt x="1557" y="90678"/>
                  <a:pt x="1824" y="89411"/>
                  <a:pt x="2002" y="88344"/>
                </a:cubicBezTo>
                <a:lnTo>
                  <a:pt x="2936" y="88344"/>
                </a:lnTo>
                <a:cubicBezTo>
                  <a:pt x="3737" y="89944"/>
                  <a:pt x="4827" y="91367"/>
                  <a:pt x="6207" y="92614"/>
                </a:cubicBezTo>
                <a:cubicBezTo>
                  <a:pt x="7586" y="93858"/>
                  <a:pt x="9143" y="94904"/>
                  <a:pt x="10878" y="95749"/>
                </a:cubicBezTo>
                <a:cubicBezTo>
                  <a:pt x="12613" y="96595"/>
                  <a:pt x="14436" y="97218"/>
                  <a:pt x="16349" y="97619"/>
                </a:cubicBezTo>
                <a:cubicBezTo>
                  <a:pt x="18262" y="98018"/>
                  <a:pt x="20107" y="98217"/>
                  <a:pt x="21886" y="98217"/>
                </a:cubicBezTo>
                <a:cubicBezTo>
                  <a:pt x="24555" y="98217"/>
                  <a:pt x="27112" y="97729"/>
                  <a:pt x="29558" y="96751"/>
                </a:cubicBezTo>
                <a:cubicBezTo>
                  <a:pt x="32006" y="95773"/>
                  <a:pt x="34164" y="94260"/>
                  <a:pt x="36032" y="92214"/>
                </a:cubicBezTo>
                <a:cubicBezTo>
                  <a:pt x="37900" y="90167"/>
                  <a:pt x="39412" y="87587"/>
                  <a:pt x="40569" y="84473"/>
                </a:cubicBezTo>
                <a:cubicBezTo>
                  <a:pt x="41725" y="81358"/>
                  <a:pt x="42303" y="77711"/>
                  <a:pt x="42303" y="73530"/>
                </a:cubicBezTo>
                <a:cubicBezTo>
                  <a:pt x="42303" y="69794"/>
                  <a:pt x="41769" y="66591"/>
                  <a:pt x="40701" y="63923"/>
                </a:cubicBezTo>
                <a:cubicBezTo>
                  <a:pt x="39634" y="61254"/>
                  <a:pt x="38233" y="59074"/>
                  <a:pt x="36498" y="57384"/>
                </a:cubicBezTo>
                <a:cubicBezTo>
                  <a:pt x="34765" y="55693"/>
                  <a:pt x="32785" y="54469"/>
                  <a:pt x="30560" y="53713"/>
                </a:cubicBezTo>
                <a:cubicBezTo>
                  <a:pt x="28337" y="52957"/>
                  <a:pt x="26024" y="52579"/>
                  <a:pt x="23621" y="52579"/>
                </a:cubicBezTo>
                <a:cubicBezTo>
                  <a:pt x="19885" y="52579"/>
                  <a:pt x="16860" y="53179"/>
                  <a:pt x="14547" y="54381"/>
                </a:cubicBezTo>
                <a:cubicBezTo>
                  <a:pt x="12234" y="55582"/>
                  <a:pt x="10677" y="56449"/>
                  <a:pt x="9876" y="56983"/>
                </a:cubicBezTo>
                <a:lnTo>
                  <a:pt x="8408" y="56048"/>
                </a:lnTo>
                <a:cubicBezTo>
                  <a:pt x="9031" y="52579"/>
                  <a:pt x="9409" y="48909"/>
                  <a:pt x="9542" y="45040"/>
                </a:cubicBezTo>
                <a:cubicBezTo>
                  <a:pt x="9676" y="41170"/>
                  <a:pt x="9744" y="37321"/>
                  <a:pt x="9744" y="33495"/>
                </a:cubicBezTo>
                <a:cubicBezTo>
                  <a:pt x="9744" y="29759"/>
                  <a:pt x="9676" y="25912"/>
                  <a:pt x="9542" y="21953"/>
                </a:cubicBezTo>
                <a:cubicBezTo>
                  <a:pt x="9409" y="17993"/>
                  <a:pt x="9120" y="14501"/>
                  <a:pt x="8675" y="11476"/>
                </a:cubicBezTo>
                <a:lnTo>
                  <a:pt x="9876" y="10676"/>
                </a:lnTo>
                <a:cubicBezTo>
                  <a:pt x="11388" y="10942"/>
                  <a:pt x="13879" y="11209"/>
                  <a:pt x="17349" y="11476"/>
                </a:cubicBezTo>
                <a:cubicBezTo>
                  <a:pt x="21264" y="11744"/>
                  <a:pt x="26691" y="11878"/>
                  <a:pt x="33629" y="11878"/>
                </a:cubicBezTo>
                <a:cubicBezTo>
                  <a:pt x="37900" y="11878"/>
                  <a:pt x="41681" y="11855"/>
                  <a:pt x="44973" y="11810"/>
                </a:cubicBezTo>
                <a:cubicBezTo>
                  <a:pt x="48265" y="11766"/>
                  <a:pt x="50712" y="11699"/>
                  <a:pt x="52314" y="11611"/>
                </a:cubicBezTo>
                <a:lnTo>
                  <a:pt x="52980" y="12144"/>
                </a:lnTo>
                <a:cubicBezTo>
                  <a:pt x="52624" y="13301"/>
                  <a:pt x="52379" y="14524"/>
                  <a:pt x="52245" y="15814"/>
                </a:cubicBezTo>
                <a:cubicBezTo>
                  <a:pt x="52112" y="17103"/>
                  <a:pt x="52045" y="18371"/>
                  <a:pt x="52045" y="19617"/>
                </a:cubicBezTo>
                <a:cubicBezTo>
                  <a:pt x="52045" y="20862"/>
                  <a:pt x="52090" y="21618"/>
                  <a:pt x="52179" y="21886"/>
                </a:cubicBezTo>
                <a:cubicBezTo>
                  <a:pt x="50222" y="21530"/>
                  <a:pt x="47620" y="21241"/>
                  <a:pt x="44372" y="21018"/>
                </a:cubicBezTo>
                <a:cubicBezTo>
                  <a:pt x="41125" y="20796"/>
                  <a:pt x="37722" y="20618"/>
                  <a:pt x="34162" y="20485"/>
                </a:cubicBezTo>
                <a:cubicBezTo>
                  <a:pt x="30604" y="20350"/>
                  <a:pt x="27179" y="20262"/>
                  <a:pt x="23887" y="20218"/>
                </a:cubicBezTo>
                <a:cubicBezTo>
                  <a:pt x="20597" y="20173"/>
                  <a:pt x="17928" y="20151"/>
                  <a:pt x="15881" y="20151"/>
                </a:cubicBezTo>
                <a:lnTo>
                  <a:pt x="14014" y="50444"/>
                </a:lnTo>
                <a:close/>
                <a:moveTo>
                  <a:pt x="122775" y="75132"/>
                </a:moveTo>
                <a:cubicBezTo>
                  <a:pt x="122775" y="68370"/>
                  <a:pt x="121373" y="62855"/>
                  <a:pt x="118570" y="58586"/>
                </a:cubicBezTo>
                <a:cubicBezTo>
                  <a:pt x="115768" y="54315"/>
                  <a:pt x="111520" y="52179"/>
                  <a:pt x="105825" y="52179"/>
                </a:cubicBezTo>
                <a:cubicBezTo>
                  <a:pt x="103246" y="52179"/>
                  <a:pt x="100822" y="52735"/>
                  <a:pt x="98553" y="53847"/>
                </a:cubicBezTo>
                <a:cubicBezTo>
                  <a:pt x="96285" y="54959"/>
                  <a:pt x="94327" y="56538"/>
                  <a:pt x="92681" y="58586"/>
                </a:cubicBezTo>
                <a:cubicBezTo>
                  <a:pt x="91035" y="60631"/>
                  <a:pt x="89723" y="63055"/>
                  <a:pt x="88745" y="65857"/>
                </a:cubicBezTo>
                <a:cubicBezTo>
                  <a:pt x="87766" y="68659"/>
                  <a:pt x="87277" y="71751"/>
                  <a:pt x="87277" y="75132"/>
                </a:cubicBezTo>
                <a:cubicBezTo>
                  <a:pt x="87277" y="78512"/>
                  <a:pt x="87721" y="81626"/>
                  <a:pt x="88610" y="84473"/>
                </a:cubicBezTo>
                <a:cubicBezTo>
                  <a:pt x="89501" y="87319"/>
                  <a:pt x="90746" y="89766"/>
                  <a:pt x="92347" y="91813"/>
                </a:cubicBezTo>
                <a:cubicBezTo>
                  <a:pt x="93949" y="93859"/>
                  <a:pt x="95839" y="95438"/>
                  <a:pt x="98018" y="96550"/>
                </a:cubicBezTo>
                <a:cubicBezTo>
                  <a:pt x="100198" y="97662"/>
                  <a:pt x="102534" y="98217"/>
                  <a:pt x="105025" y="98217"/>
                </a:cubicBezTo>
                <a:cubicBezTo>
                  <a:pt x="107871" y="98217"/>
                  <a:pt x="110385" y="97662"/>
                  <a:pt x="112565" y="96550"/>
                </a:cubicBezTo>
                <a:cubicBezTo>
                  <a:pt x="114745" y="95438"/>
                  <a:pt x="116591" y="93859"/>
                  <a:pt x="118104" y="91813"/>
                </a:cubicBezTo>
                <a:cubicBezTo>
                  <a:pt x="119616" y="89766"/>
                  <a:pt x="120772" y="87319"/>
                  <a:pt x="121573" y="84473"/>
                </a:cubicBezTo>
                <a:cubicBezTo>
                  <a:pt x="122374" y="81626"/>
                  <a:pt x="122775" y="78512"/>
                  <a:pt x="122775" y="75132"/>
                </a:cubicBezTo>
                <a:moveTo>
                  <a:pt x="122107" y="15881"/>
                </a:moveTo>
                <a:cubicBezTo>
                  <a:pt x="121128" y="15613"/>
                  <a:pt x="120105" y="15391"/>
                  <a:pt x="119036" y="15213"/>
                </a:cubicBezTo>
                <a:cubicBezTo>
                  <a:pt x="117969" y="15035"/>
                  <a:pt x="116680" y="14946"/>
                  <a:pt x="115167" y="14946"/>
                </a:cubicBezTo>
                <a:cubicBezTo>
                  <a:pt x="111698" y="14946"/>
                  <a:pt x="108583" y="15681"/>
                  <a:pt x="105825" y="17149"/>
                </a:cubicBezTo>
                <a:cubicBezTo>
                  <a:pt x="103068" y="18617"/>
                  <a:pt x="100622" y="20574"/>
                  <a:pt x="98486" y="23020"/>
                </a:cubicBezTo>
                <a:cubicBezTo>
                  <a:pt x="96351" y="25466"/>
                  <a:pt x="94527" y="28269"/>
                  <a:pt x="93015" y="31428"/>
                </a:cubicBezTo>
                <a:cubicBezTo>
                  <a:pt x="91502" y="34585"/>
                  <a:pt x="90257" y="37855"/>
                  <a:pt x="89278" y="41236"/>
                </a:cubicBezTo>
                <a:cubicBezTo>
                  <a:pt x="88299" y="44617"/>
                  <a:pt x="87587" y="47930"/>
                  <a:pt x="87142" y="51178"/>
                </a:cubicBezTo>
                <a:cubicBezTo>
                  <a:pt x="86698" y="54425"/>
                  <a:pt x="86476" y="57428"/>
                  <a:pt x="86476" y="60186"/>
                </a:cubicBezTo>
                <a:lnTo>
                  <a:pt x="86743" y="60186"/>
                </a:lnTo>
                <a:cubicBezTo>
                  <a:pt x="87632" y="58674"/>
                  <a:pt x="88699" y="57161"/>
                  <a:pt x="89944" y="55649"/>
                </a:cubicBezTo>
                <a:cubicBezTo>
                  <a:pt x="91190" y="54136"/>
                  <a:pt x="92681" y="52756"/>
                  <a:pt x="94416" y="51512"/>
                </a:cubicBezTo>
                <a:cubicBezTo>
                  <a:pt x="96151" y="50265"/>
                  <a:pt x="98152" y="49242"/>
                  <a:pt x="100421" y="48443"/>
                </a:cubicBezTo>
                <a:cubicBezTo>
                  <a:pt x="102689" y="47642"/>
                  <a:pt x="105291" y="47241"/>
                  <a:pt x="108228" y="47241"/>
                </a:cubicBezTo>
                <a:cubicBezTo>
                  <a:pt x="110541" y="47241"/>
                  <a:pt x="113210" y="47597"/>
                  <a:pt x="116234" y="48308"/>
                </a:cubicBezTo>
                <a:cubicBezTo>
                  <a:pt x="119259" y="49020"/>
                  <a:pt x="122128" y="50310"/>
                  <a:pt x="124842" y="52179"/>
                </a:cubicBezTo>
                <a:cubicBezTo>
                  <a:pt x="127555" y="54047"/>
                  <a:pt x="129846" y="56605"/>
                  <a:pt x="131714" y="59852"/>
                </a:cubicBezTo>
                <a:cubicBezTo>
                  <a:pt x="133583" y="63099"/>
                  <a:pt x="134518" y="67258"/>
                  <a:pt x="134518" y="72328"/>
                </a:cubicBezTo>
                <a:cubicBezTo>
                  <a:pt x="134518" y="76777"/>
                  <a:pt x="133828" y="80847"/>
                  <a:pt x="132449" y="84540"/>
                </a:cubicBezTo>
                <a:cubicBezTo>
                  <a:pt x="131070" y="88232"/>
                  <a:pt x="129090" y="91390"/>
                  <a:pt x="126509" y="94015"/>
                </a:cubicBezTo>
                <a:cubicBezTo>
                  <a:pt x="123930" y="96639"/>
                  <a:pt x="120817" y="98640"/>
                  <a:pt x="117169" y="100020"/>
                </a:cubicBezTo>
                <a:cubicBezTo>
                  <a:pt x="113521" y="101399"/>
                  <a:pt x="109429" y="102088"/>
                  <a:pt x="104892" y="102088"/>
                </a:cubicBezTo>
                <a:cubicBezTo>
                  <a:pt x="101067" y="102088"/>
                  <a:pt x="97374" y="101444"/>
                  <a:pt x="93815" y="100154"/>
                </a:cubicBezTo>
                <a:cubicBezTo>
                  <a:pt x="90257" y="98863"/>
                  <a:pt x="87121" y="96705"/>
                  <a:pt x="84407" y="93681"/>
                </a:cubicBezTo>
                <a:cubicBezTo>
                  <a:pt x="81694" y="90656"/>
                  <a:pt x="79536" y="86720"/>
                  <a:pt x="77934" y="81872"/>
                </a:cubicBezTo>
                <a:cubicBezTo>
                  <a:pt x="76334" y="77023"/>
                  <a:pt x="75533" y="71084"/>
                  <a:pt x="75533" y="64055"/>
                </a:cubicBezTo>
                <a:cubicBezTo>
                  <a:pt x="75533" y="56671"/>
                  <a:pt x="76401" y="49710"/>
                  <a:pt x="78136" y="43171"/>
                </a:cubicBezTo>
                <a:cubicBezTo>
                  <a:pt x="79871" y="36632"/>
                  <a:pt x="82406" y="30938"/>
                  <a:pt x="85741" y="26091"/>
                </a:cubicBezTo>
                <a:cubicBezTo>
                  <a:pt x="89078" y="21242"/>
                  <a:pt x="93215" y="17438"/>
                  <a:pt x="98152" y="14679"/>
                </a:cubicBezTo>
                <a:cubicBezTo>
                  <a:pt x="103090" y="11921"/>
                  <a:pt x="108761" y="10587"/>
                  <a:pt x="115167" y="10676"/>
                </a:cubicBezTo>
                <a:cubicBezTo>
                  <a:pt x="116680" y="10676"/>
                  <a:pt x="117814" y="10699"/>
                  <a:pt x="118570" y="10743"/>
                </a:cubicBezTo>
                <a:cubicBezTo>
                  <a:pt x="119326" y="10787"/>
                  <a:pt x="120060" y="10897"/>
                  <a:pt x="120771" y="11075"/>
                </a:cubicBezTo>
                <a:lnTo>
                  <a:pt x="122775" y="15347"/>
                </a:lnTo>
                <a:lnTo>
                  <a:pt x="122107" y="15881"/>
                </a:lnTo>
                <a:close/>
                <a:moveTo>
                  <a:pt x="205646" y="100620"/>
                </a:moveTo>
                <a:cubicBezTo>
                  <a:pt x="203599" y="95371"/>
                  <a:pt x="201108" y="89054"/>
                  <a:pt x="198171" y="81671"/>
                </a:cubicBezTo>
                <a:cubicBezTo>
                  <a:pt x="195236" y="74286"/>
                  <a:pt x="192100" y="66501"/>
                  <a:pt x="188764" y="58317"/>
                </a:cubicBezTo>
                <a:cubicBezTo>
                  <a:pt x="185428" y="50132"/>
                  <a:pt x="182003" y="41770"/>
                  <a:pt x="178489" y="33230"/>
                </a:cubicBezTo>
                <a:cubicBezTo>
                  <a:pt x="174974" y="24688"/>
                  <a:pt x="171616" y="16592"/>
                  <a:pt x="168413" y="8941"/>
                </a:cubicBezTo>
                <a:cubicBezTo>
                  <a:pt x="169659" y="9119"/>
                  <a:pt x="170861" y="9275"/>
                  <a:pt x="172017" y="9410"/>
                </a:cubicBezTo>
                <a:cubicBezTo>
                  <a:pt x="173174" y="9543"/>
                  <a:pt x="174286" y="9609"/>
                  <a:pt x="175353" y="9609"/>
                </a:cubicBezTo>
                <a:cubicBezTo>
                  <a:pt x="176420" y="9609"/>
                  <a:pt x="177532" y="9543"/>
                  <a:pt x="178688" y="9410"/>
                </a:cubicBezTo>
                <a:cubicBezTo>
                  <a:pt x="179845" y="9275"/>
                  <a:pt x="181046" y="9119"/>
                  <a:pt x="182292" y="8941"/>
                </a:cubicBezTo>
                <a:cubicBezTo>
                  <a:pt x="184250" y="14812"/>
                  <a:pt x="186407" y="20974"/>
                  <a:pt x="188764" y="27424"/>
                </a:cubicBezTo>
                <a:cubicBezTo>
                  <a:pt x="191122" y="33874"/>
                  <a:pt x="193613" y="40435"/>
                  <a:pt x="196237" y="47107"/>
                </a:cubicBezTo>
                <a:cubicBezTo>
                  <a:pt x="198862" y="53779"/>
                  <a:pt x="201553" y="60541"/>
                  <a:pt x="204311" y="67392"/>
                </a:cubicBezTo>
                <a:cubicBezTo>
                  <a:pt x="207069" y="74242"/>
                  <a:pt x="209872" y="81048"/>
                  <a:pt x="212718" y="87810"/>
                </a:cubicBezTo>
                <a:cubicBezTo>
                  <a:pt x="214320" y="84162"/>
                  <a:pt x="216055" y="80093"/>
                  <a:pt x="217923" y="75601"/>
                </a:cubicBezTo>
                <a:cubicBezTo>
                  <a:pt x="219791" y="71107"/>
                  <a:pt x="221681" y="66436"/>
                  <a:pt x="223594" y="61587"/>
                </a:cubicBezTo>
                <a:cubicBezTo>
                  <a:pt x="225507" y="56738"/>
                  <a:pt x="227397" y="51801"/>
                  <a:pt x="229265" y="46775"/>
                </a:cubicBezTo>
                <a:cubicBezTo>
                  <a:pt x="231134" y="41748"/>
                  <a:pt x="232936" y="36922"/>
                  <a:pt x="234671" y="32295"/>
                </a:cubicBezTo>
                <a:cubicBezTo>
                  <a:pt x="236406" y="27669"/>
                  <a:pt x="237985" y="23354"/>
                  <a:pt x="239408" y="19351"/>
                </a:cubicBezTo>
                <a:cubicBezTo>
                  <a:pt x="240832" y="15347"/>
                  <a:pt x="242033" y="11878"/>
                  <a:pt x="243012" y="8941"/>
                </a:cubicBezTo>
                <a:cubicBezTo>
                  <a:pt x="244969" y="9387"/>
                  <a:pt x="246615" y="9609"/>
                  <a:pt x="247950" y="9609"/>
                </a:cubicBezTo>
                <a:cubicBezTo>
                  <a:pt x="249284" y="9609"/>
                  <a:pt x="250930" y="9387"/>
                  <a:pt x="252886" y="8941"/>
                </a:cubicBezTo>
                <a:cubicBezTo>
                  <a:pt x="245948" y="24421"/>
                  <a:pt x="239275" y="39768"/>
                  <a:pt x="232869" y="54981"/>
                </a:cubicBezTo>
                <a:cubicBezTo>
                  <a:pt x="226463" y="70194"/>
                  <a:pt x="220324" y="85407"/>
                  <a:pt x="214453" y="100620"/>
                </a:cubicBezTo>
                <a:cubicBezTo>
                  <a:pt x="213029" y="100442"/>
                  <a:pt x="211561" y="100353"/>
                  <a:pt x="210049" y="100353"/>
                </a:cubicBezTo>
                <a:cubicBezTo>
                  <a:pt x="208270" y="100353"/>
                  <a:pt x="206803" y="100442"/>
                  <a:pt x="205646" y="100620"/>
                </a:cubicBezTo>
                <a:close/>
                <a:moveTo>
                  <a:pt x="292253" y="67392"/>
                </a:moveTo>
                <a:cubicBezTo>
                  <a:pt x="290741" y="67926"/>
                  <a:pt x="288984" y="68370"/>
                  <a:pt x="286981" y="68726"/>
                </a:cubicBezTo>
                <a:cubicBezTo>
                  <a:pt x="284980" y="69082"/>
                  <a:pt x="282957" y="69460"/>
                  <a:pt x="280911" y="69860"/>
                </a:cubicBezTo>
                <a:cubicBezTo>
                  <a:pt x="278865" y="70261"/>
                  <a:pt x="276841" y="70773"/>
                  <a:pt x="274839" y="71396"/>
                </a:cubicBezTo>
                <a:cubicBezTo>
                  <a:pt x="272837" y="72017"/>
                  <a:pt x="271057" y="72862"/>
                  <a:pt x="269500" y="73931"/>
                </a:cubicBezTo>
                <a:cubicBezTo>
                  <a:pt x="267944" y="74998"/>
                  <a:pt x="266699" y="76332"/>
                  <a:pt x="265763" y="77934"/>
                </a:cubicBezTo>
                <a:cubicBezTo>
                  <a:pt x="264829" y="79536"/>
                  <a:pt x="264362" y="81582"/>
                  <a:pt x="264362" y="84073"/>
                </a:cubicBezTo>
                <a:cubicBezTo>
                  <a:pt x="264362" y="88255"/>
                  <a:pt x="265563" y="91413"/>
                  <a:pt x="267964" y="93548"/>
                </a:cubicBezTo>
                <a:cubicBezTo>
                  <a:pt x="270367" y="95684"/>
                  <a:pt x="273037" y="96751"/>
                  <a:pt x="275973" y="96751"/>
                </a:cubicBezTo>
                <a:cubicBezTo>
                  <a:pt x="279353" y="96751"/>
                  <a:pt x="282444" y="95817"/>
                  <a:pt x="285246" y="93949"/>
                </a:cubicBezTo>
                <a:cubicBezTo>
                  <a:pt x="288050" y="92080"/>
                  <a:pt x="290207" y="89900"/>
                  <a:pt x="291720" y="87409"/>
                </a:cubicBezTo>
                <a:lnTo>
                  <a:pt x="292253" y="67392"/>
                </a:lnTo>
                <a:moveTo>
                  <a:pt x="259292" y="43637"/>
                </a:moveTo>
                <a:cubicBezTo>
                  <a:pt x="263295" y="40613"/>
                  <a:pt x="266987" y="38567"/>
                  <a:pt x="270367" y="37500"/>
                </a:cubicBezTo>
                <a:cubicBezTo>
                  <a:pt x="273749" y="36432"/>
                  <a:pt x="277219" y="35897"/>
                  <a:pt x="280777" y="35897"/>
                </a:cubicBezTo>
                <a:cubicBezTo>
                  <a:pt x="283980" y="35897"/>
                  <a:pt x="286917" y="36364"/>
                  <a:pt x="289586" y="37298"/>
                </a:cubicBezTo>
                <a:cubicBezTo>
                  <a:pt x="292254" y="38232"/>
                  <a:pt x="294523" y="39567"/>
                  <a:pt x="296391" y="41302"/>
                </a:cubicBezTo>
                <a:cubicBezTo>
                  <a:pt x="298259" y="43037"/>
                  <a:pt x="299726" y="45128"/>
                  <a:pt x="300793" y="47575"/>
                </a:cubicBezTo>
                <a:cubicBezTo>
                  <a:pt x="301862" y="50022"/>
                  <a:pt x="302396" y="52712"/>
                  <a:pt x="302396" y="55647"/>
                </a:cubicBezTo>
                <a:cubicBezTo>
                  <a:pt x="302396" y="60719"/>
                  <a:pt x="302307" y="65768"/>
                  <a:pt x="302129" y="70795"/>
                </a:cubicBezTo>
                <a:cubicBezTo>
                  <a:pt x="301951" y="75822"/>
                  <a:pt x="301862" y="81137"/>
                  <a:pt x="301862" y="86741"/>
                </a:cubicBezTo>
                <a:cubicBezTo>
                  <a:pt x="301862" y="87809"/>
                  <a:pt x="301885" y="88944"/>
                  <a:pt x="301929" y="90146"/>
                </a:cubicBezTo>
                <a:cubicBezTo>
                  <a:pt x="301974" y="91346"/>
                  <a:pt x="302174" y="92413"/>
                  <a:pt x="302530" y="93347"/>
                </a:cubicBezTo>
                <a:cubicBezTo>
                  <a:pt x="302886" y="94281"/>
                  <a:pt x="303397" y="95059"/>
                  <a:pt x="304063" y="95682"/>
                </a:cubicBezTo>
                <a:cubicBezTo>
                  <a:pt x="304731" y="96305"/>
                  <a:pt x="305733" y="96617"/>
                  <a:pt x="307067" y="96617"/>
                </a:cubicBezTo>
                <a:cubicBezTo>
                  <a:pt x="307512" y="96617"/>
                  <a:pt x="307979" y="96595"/>
                  <a:pt x="308468" y="96550"/>
                </a:cubicBezTo>
                <a:cubicBezTo>
                  <a:pt x="308958" y="96505"/>
                  <a:pt x="309425" y="96349"/>
                  <a:pt x="309869" y="96083"/>
                </a:cubicBezTo>
                <a:lnTo>
                  <a:pt x="309869" y="99020"/>
                </a:lnTo>
                <a:cubicBezTo>
                  <a:pt x="308890" y="99464"/>
                  <a:pt x="307667" y="99819"/>
                  <a:pt x="306199" y="100087"/>
                </a:cubicBezTo>
                <a:cubicBezTo>
                  <a:pt x="304732" y="100354"/>
                  <a:pt x="303108" y="100488"/>
                  <a:pt x="301329" y="100488"/>
                </a:cubicBezTo>
                <a:cubicBezTo>
                  <a:pt x="298482" y="100488"/>
                  <a:pt x="296303" y="99754"/>
                  <a:pt x="294790" y="98287"/>
                </a:cubicBezTo>
                <a:cubicBezTo>
                  <a:pt x="293278" y="96818"/>
                  <a:pt x="292388" y="94927"/>
                  <a:pt x="292121" y="92614"/>
                </a:cubicBezTo>
                <a:cubicBezTo>
                  <a:pt x="288918" y="95816"/>
                  <a:pt x="285760" y="98173"/>
                  <a:pt x="282646" y="99686"/>
                </a:cubicBezTo>
                <a:cubicBezTo>
                  <a:pt x="279532" y="101198"/>
                  <a:pt x="275706" y="101954"/>
                  <a:pt x="271170" y="101954"/>
                </a:cubicBezTo>
                <a:cubicBezTo>
                  <a:pt x="268945" y="101954"/>
                  <a:pt x="266764" y="101642"/>
                  <a:pt x="264629" y="101019"/>
                </a:cubicBezTo>
                <a:cubicBezTo>
                  <a:pt x="262495" y="100398"/>
                  <a:pt x="260605" y="99375"/>
                  <a:pt x="258958" y="97953"/>
                </a:cubicBezTo>
                <a:cubicBezTo>
                  <a:pt x="257313" y="96529"/>
                  <a:pt x="255978" y="94816"/>
                  <a:pt x="254955" y="92815"/>
                </a:cubicBezTo>
                <a:cubicBezTo>
                  <a:pt x="253933" y="90813"/>
                  <a:pt x="253421" y="88521"/>
                  <a:pt x="253421" y="85941"/>
                </a:cubicBezTo>
                <a:cubicBezTo>
                  <a:pt x="253421" y="80603"/>
                  <a:pt x="255089" y="76467"/>
                  <a:pt x="258425" y="73532"/>
                </a:cubicBezTo>
                <a:cubicBezTo>
                  <a:pt x="261761" y="70595"/>
                  <a:pt x="266365" y="68638"/>
                  <a:pt x="272237" y="67659"/>
                </a:cubicBezTo>
                <a:cubicBezTo>
                  <a:pt x="277041" y="66858"/>
                  <a:pt x="280800" y="66169"/>
                  <a:pt x="283513" y="65590"/>
                </a:cubicBezTo>
                <a:cubicBezTo>
                  <a:pt x="286227" y="65012"/>
                  <a:pt x="288229" y="64411"/>
                  <a:pt x="289518" y="63788"/>
                </a:cubicBezTo>
                <a:cubicBezTo>
                  <a:pt x="290808" y="63165"/>
                  <a:pt x="291586" y="62431"/>
                  <a:pt x="291852" y="61587"/>
                </a:cubicBezTo>
                <a:cubicBezTo>
                  <a:pt x="292119" y="60741"/>
                  <a:pt x="292253" y="59651"/>
                  <a:pt x="292253" y="58317"/>
                </a:cubicBezTo>
                <a:cubicBezTo>
                  <a:pt x="292253" y="56093"/>
                  <a:pt x="291986" y="53958"/>
                  <a:pt x="291453" y="51913"/>
                </a:cubicBezTo>
                <a:cubicBezTo>
                  <a:pt x="290919" y="49866"/>
                  <a:pt x="290074" y="48086"/>
                  <a:pt x="288918" y="46574"/>
                </a:cubicBezTo>
                <a:cubicBezTo>
                  <a:pt x="287761" y="45061"/>
                  <a:pt x="286249" y="43838"/>
                  <a:pt x="284381" y="42904"/>
                </a:cubicBezTo>
                <a:cubicBezTo>
                  <a:pt x="282513" y="41970"/>
                  <a:pt x="280245" y="41503"/>
                  <a:pt x="277576" y="41503"/>
                </a:cubicBezTo>
                <a:cubicBezTo>
                  <a:pt x="274016" y="41503"/>
                  <a:pt x="270702" y="42304"/>
                  <a:pt x="267633" y="43906"/>
                </a:cubicBezTo>
                <a:cubicBezTo>
                  <a:pt x="264563" y="45507"/>
                  <a:pt x="262272" y="47730"/>
                  <a:pt x="260760" y="50577"/>
                </a:cubicBezTo>
                <a:lnTo>
                  <a:pt x="259292" y="50577"/>
                </a:lnTo>
                <a:lnTo>
                  <a:pt x="259292" y="43637"/>
                </a:lnTo>
                <a:close/>
                <a:moveTo>
                  <a:pt x="328152" y="38433"/>
                </a:moveTo>
                <a:cubicBezTo>
                  <a:pt x="328152" y="35408"/>
                  <a:pt x="328130" y="32117"/>
                  <a:pt x="328085" y="28559"/>
                </a:cubicBezTo>
                <a:cubicBezTo>
                  <a:pt x="328040" y="24999"/>
                  <a:pt x="327973" y="21485"/>
                  <a:pt x="327884" y="18015"/>
                </a:cubicBezTo>
                <a:cubicBezTo>
                  <a:pt x="327795" y="14545"/>
                  <a:pt x="327684" y="11231"/>
                  <a:pt x="327550" y="8074"/>
                </a:cubicBezTo>
                <a:cubicBezTo>
                  <a:pt x="327417" y="4915"/>
                  <a:pt x="327261" y="2224"/>
                  <a:pt x="327083" y="0"/>
                </a:cubicBezTo>
                <a:cubicBezTo>
                  <a:pt x="329574" y="445"/>
                  <a:pt x="331577" y="668"/>
                  <a:pt x="333090" y="668"/>
                </a:cubicBezTo>
                <a:cubicBezTo>
                  <a:pt x="334603" y="668"/>
                  <a:pt x="336604" y="445"/>
                  <a:pt x="339095" y="0"/>
                </a:cubicBezTo>
                <a:cubicBezTo>
                  <a:pt x="338918" y="2224"/>
                  <a:pt x="338761" y="4915"/>
                  <a:pt x="338627" y="8074"/>
                </a:cubicBezTo>
                <a:cubicBezTo>
                  <a:pt x="338494" y="11231"/>
                  <a:pt x="338383" y="14545"/>
                  <a:pt x="338293" y="18015"/>
                </a:cubicBezTo>
                <a:cubicBezTo>
                  <a:pt x="338205" y="21485"/>
                  <a:pt x="338138" y="24999"/>
                  <a:pt x="338094" y="28559"/>
                </a:cubicBezTo>
                <a:cubicBezTo>
                  <a:pt x="338049" y="32117"/>
                  <a:pt x="338026" y="35408"/>
                  <a:pt x="338026" y="38433"/>
                </a:cubicBezTo>
                <a:lnTo>
                  <a:pt x="338026" y="62587"/>
                </a:lnTo>
                <a:cubicBezTo>
                  <a:pt x="338026" y="65613"/>
                  <a:pt x="338049" y="68905"/>
                  <a:pt x="338094" y="72463"/>
                </a:cubicBezTo>
                <a:cubicBezTo>
                  <a:pt x="338138" y="76021"/>
                  <a:pt x="338205" y="79535"/>
                  <a:pt x="338293" y="83004"/>
                </a:cubicBezTo>
                <a:cubicBezTo>
                  <a:pt x="338383" y="86474"/>
                  <a:pt x="338494" y="89766"/>
                  <a:pt x="338627" y="92880"/>
                </a:cubicBezTo>
                <a:cubicBezTo>
                  <a:pt x="338761" y="95994"/>
                  <a:pt x="338918" y="98574"/>
                  <a:pt x="339095" y="100620"/>
                </a:cubicBezTo>
                <a:cubicBezTo>
                  <a:pt x="337048" y="100442"/>
                  <a:pt x="335047" y="100353"/>
                  <a:pt x="333090" y="100353"/>
                </a:cubicBezTo>
                <a:cubicBezTo>
                  <a:pt x="331133" y="100353"/>
                  <a:pt x="329131" y="100442"/>
                  <a:pt x="327083" y="100620"/>
                </a:cubicBezTo>
                <a:cubicBezTo>
                  <a:pt x="327261" y="98574"/>
                  <a:pt x="327417" y="95994"/>
                  <a:pt x="327550" y="92880"/>
                </a:cubicBezTo>
                <a:cubicBezTo>
                  <a:pt x="327684" y="89766"/>
                  <a:pt x="327795" y="86474"/>
                  <a:pt x="327884" y="83004"/>
                </a:cubicBezTo>
                <a:cubicBezTo>
                  <a:pt x="327973" y="79535"/>
                  <a:pt x="328040" y="76021"/>
                  <a:pt x="328085" y="72463"/>
                </a:cubicBezTo>
                <a:cubicBezTo>
                  <a:pt x="328130" y="68905"/>
                  <a:pt x="328152" y="65613"/>
                  <a:pt x="328152" y="62587"/>
                </a:cubicBezTo>
                <a:lnTo>
                  <a:pt x="328152" y="38433"/>
                </a:lnTo>
                <a:close/>
                <a:moveTo>
                  <a:pt x="361782" y="80469"/>
                </a:moveTo>
                <a:cubicBezTo>
                  <a:pt x="361782" y="75755"/>
                  <a:pt x="361848" y="71730"/>
                  <a:pt x="361981" y="68394"/>
                </a:cubicBezTo>
                <a:cubicBezTo>
                  <a:pt x="362114" y="65057"/>
                  <a:pt x="362181" y="61743"/>
                  <a:pt x="362181" y="58451"/>
                </a:cubicBezTo>
                <a:cubicBezTo>
                  <a:pt x="362181" y="55337"/>
                  <a:pt x="362158" y="51956"/>
                  <a:pt x="362113" y="48308"/>
                </a:cubicBezTo>
                <a:cubicBezTo>
                  <a:pt x="362070" y="44661"/>
                  <a:pt x="362004" y="40968"/>
                  <a:pt x="361914" y="37231"/>
                </a:cubicBezTo>
                <a:cubicBezTo>
                  <a:pt x="364139" y="37676"/>
                  <a:pt x="366007" y="37899"/>
                  <a:pt x="367520" y="37899"/>
                </a:cubicBezTo>
                <a:cubicBezTo>
                  <a:pt x="368942" y="37899"/>
                  <a:pt x="370766" y="37676"/>
                  <a:pt x="372991" y="37231"/>
                </a:cubicBezTo>
                <a:cubicBezTo>
                  <a:pt x="372546" y="42570"/>
                  <a:pt x="372212" y="48420"/>
                  <a:pt x="371989" y="54782"/>
                </a:cubicBezTo>
                <a:cubicBezTo>
                  <a:pt x="371767" y="61142"/>
                  <a:pt x="371655" y="67658"/>
                  <a:pt x="371655" y="74330"/>
                </a:cubicBezTo>
                <a:cubicBezTo>
                  <a:pt x="371655" y="78956"/>
                  <a:pt x="372056" y="82493"/>
                  <a:pt x="372857" y="84941"/>
                </a:cubicBezTo>
                <a:cubicBezTo>
                  <a:pt x="373658" y="87387"/>
                  <a:pt x="374637" y="89233"/>
                  <a:pt x="375793" y="90478"/>
                </a:cubicBezTo>
                <a:cubicBezTo>
                  <a:pt x="377039" y="91902"/>
                  <a:pt x="378619" y="93081"/>
                  <a:pt x="380532" y="94015"/>
                </a:cubicBezTo>
                <a:cubicBezTo>
                  <a:pt x="382444" y="94949"/>
                  <a:pt x="384690" y="95416"/>
                  <a:pt x="387270" y="95416"/>
                </a:cubicBezTo>
                <a:cubicBezTo>
                  <a:pt x="391007" y="95416"/>
                  <a:pt x="394121" y="94593"/>
                  <a:pt x="396612" y="92948"/>
                </a:cubicBezTo>
                <a:cubicBezTo>
                  <a:pt x="399103" y="91301"/>
                  <a:pt x="400927" y="89277"/>
                  <a:pt x="402083" y="86875"/>
                </a:cubicBezTo>
                <a:cubicBezTo>
                  <a:pt x="402705" y="85363"/>
                  <a:pt x="403194" y="84073"/>
                  <a:pt x="403550" y="83006"/>
                </a:cubicBezTo>
                <a:cubicBezTo>
                  <a:pt x="403907" y="81938"/>
                  <a:pt x="404196" y="80514"/>
                  <a:pt x="404417" y="78734"/>
                </a:cubicBezTo>
                <a:cubicBezTo>
                  <a:pt x="404640" y="76955"/>
                  <a:pt x="404773" y="74553"/>
                  <a:pt x="404818" y="71528"/>
                </a:cubicBezTo>
                <a:cubicBezTo>
                  <a:pt x="404863" y="68503"/>
                  <a:pt x="404885" y="64366"/>
                  <a:pt x="404885" y="59117"/>
                </a:cubicBezTo>
                <a:lnTo>
                  <a:pt x="404885" y="47907"/>
                </a:lnTo>
                <a:cubicBezTo>
                  <a:pt x="404885" y="45951"/>
                  <a:pt x="404863" y="44083"/>
                  <a:pt x="404818" y="42303"/>
                </a:cubicBezTo>
                <a:cubicBezTo>
                  <a:pt x="404773" y="40524"/>
                  <a:pt x="404707" y="38833"/>
                  <a:pt x="404619" y="37231"/>
                </a:cubicBezTo>
                <a:cubicBezTo>
                  <a:pt x="405597" y="37410"/>
                  <a:pt x="406531" y="37566"/>
                  <a:pt x="407420" y="37699"/>
                </a:cubicBezTo>
                <a:cubicBezTo>
                  <a:pt x="408310" y="37833"/>
                  <a:pt x="409244" y="37899"/>
                  <a:pt x="410222" y="37899"/>
                </a:cubicBezTo>
                <a:cubicBezTo>
                  <a:pt x="411201" y="37899"/>
                  <a:pt x="412135" y="37833"/>
                  <a:pt x="413024" y="37699"/>
                </a:cubicBezTo>
                <a:cubicBezTo>
                  <a:pt x="413915" y="37566"/>
                  <a:pt x="414805" y="37410"/>
                  <a:pt x="415694" y="37231"/>
                </a:cubicBezTo>
                <a:cubicBezTo>
                  <a:pt x="415250" y="44171"/>
                  <a:pt x="414983" y="50866"/>
                  <a:pt x="414894" y="57317"/>
                </a:cubicBezTo>
                <a:cubicBezTo>
                  <a:pt x="414805" y="63766"/>
                  <a:pt x="414761" y="70594"/>
                  <a:pt x="414761" y="77800"/>
                </a:cubicBezTo>
                <a:cubicBezTo>
                  <a:pt x="414761" y="81804"/>
                  <a:pt x="414805" y="85719"/>
                  <a:pt x="414894" y="89545"/>
                </a:cubicBezTo>
                <a:cubicBezTo>
                  <a:pt x="414983" y="93370"/>
                  <a:pt x="415117" y="97062"/>
                  <a:pt x="415295" y="100620"/>
                </a:cubicBezTo>
                <a:cubicBezTo>
                  <a:pt x="413515" y="100442"/>
                  <a:pt x="411780" y="100353"/>
                  <a:pt x="410090" y="100353"/>
                </a:cubicBezTo>
                <a:cubicBezTo>
                  <a:pt x="408400" y="100353"/>
                  <a:pt x="406665" y="100442"/>
                  <a:pt x="404885" y="100620"/>
                </a:cubicBezTo>
                <a:cubicBezTo>
                  <a:pt x="404974" y="99819"/>
                  <a:pt x="405040" y="98974"/>
                  <a:pt x="405085" y="98085"/>
                </a:cubicBezTo>
                <a:cubicBezTo>
                  <a:pt x="405130" y="97196"/>
                  <a:pt x="405152" y="96262"/>
                  <a:pt x="405152" y="95283"/>
                </a:cubicBezTo>
                <a:lnTo>
                  <a:pt x="405152" y="89545"/>
                </a:lnTo>
                <a:lnTo>
                  <a:pt x="404885" y="89545"/>
                </a:lnTo>
                <a:cubicBezTo>
                  <a:pt x="402572" y="93814"/>
                  <a:pt x="399592" y="96950"/>
                  <a:pt x="395944" y="98953"/>
                </a:cubicBezTo>
                <a:cubicBezTo>
                  <a:pt x="392296" y="100953"/>
                  <a:pt x="388337" y="101954"/>
                  <a:pt x="384066" y="101954"/>
                </a:cubicBezTo>
                <a:cubicBezTo>
                  <a:pt x="377127" y="101954"/>
                  <a:pt x="371678" y="100108"/>
                  <a:pt x="367719" y="96417"/>
                </a:cubicBezTo>
                <a:cubicBezTo>
                  <a:pt x="363761" y="92725"/>
                  <a:pt x="361782" y="87409"/>
                  <a:pt x="361782" y="80469"/>
                </a:cubicBezTo>
                <a:close/>
                <a:moveTo>
                  <a:pt x="461335" y="40167"/>
                </a:moveTo>
                <a:cubicBezTo>
                  <a:pt x="458043" y="40167"/>
                  <a:pt x="455262" y="40924"/>
                  <a:pt x="452992" y="42436"/>
                </a:cubicBezTo>
                <a:cubicBezTo>
                  <a:pt x="450724" y="43948"/>
                  <a:pt x="448856" y="45839"/>
                  <a:pt x="447388" y="48109"/>
                </a:cubicBezTo>
                <a:cubicBezTo>
                  <a:pt x="445921" y="50377"/>
                  <a:pt x="444809" y="52868"/>
                  <a:pt x="444053" y="55582"/>
                </a:cubicBezTo>
                <a:cubicBezTo>
                  <a:pt x="443297" y="58296"/>
                  <a:pt x="442830" y="60853"/>
                  <a:pt x="442652" y="63255"/>
                </a:cubicBezTo>
                <a:cubicBezTo>
                  <a:pt x="445409" y="63344"/>
                  <a:pt x="448278" y="63434"/>
                  <a:pt x="451257" y="63523"/>
                </a:cubicBezTo>
                <a:cubicBezTo>
                  <a:pt x="454238" y="63612"/>
                  <a:pt x="457152" y="63656"/>
                  <a:pt x="459999" y="63656"/>
                </a:cubicBezTo>
                <a:cubicBezTo>
                  <a:pt x="462935" y="63656"/>
                  <a:pt x="465916" y="63612"/>
                  <a:pt x="468940" y="63523"/>
                </a:cubicBezTo>
                <a:cubicBezTo>
                  <a:pt x="471965" y="63434"/>
                  <a:pt x="474901" y="63344"/>
                  <a:pt x="477749" y="63255"/>
                </a:cubicBezTo>
                <a:cubicBezTo>
                  <a:pt x="477749" y="60853"/>
                  <a:pt x="477549" y="58318"/>
                  <a:pt x="477148" y="55649"/>
                </a:cubicBezTo>
                <a:cubicBezTo>
                  <a:pt x="476748" y="52979"/>
                  <a:pt x="475947" y="50487"/>
                  <a:pt x="474746" y="48174"/>
                </a:cubicBezTo>
                <a:cubicBezTo>
                  <a:pt x="473544" y="45861"/>
                  <a:pt x="471876" y="43948"/>
                  <a:pt x="469741" y="42436"/>
                </a:cubicBezTo>
                <a:cubicBezTo>
                  <a:pt x="467605" y="40924"/>
                  <a:pt x="464803" y="40167"/>
                  <a:pt x="461335" y="40167"/>
                </a:cubicBezTo>
                <a:moveTo>
                  <a:pt x="430508" y="70995"/>
                </a:moveTo>
                <a:cubicBezTo>
                  <a:pt x="430508" y="60052"/>
                  <a:pt x="433109" y="51467"/>
                  <a:pt x="438313" y="45240"/>
                </a:cubicBezTo>
                <a:cubicBezTo>
                  <a:pt x="443517" y="39012"/>
                  <a:pt x="451103" y="35897"/>
                  <a:pt x="461068" y="35897"/>
                </a:cubicBezTo>
                <a:cubicBezTo>
                  <a:pt x="465783" y="35897"/>
                  <a:pt x="469853" y="36632"/>
                  <a:pt x="473278" y="38101"/>
                </a:cubicBezTo>
                <a:cubicBezTo>
                  <a:pt x="476703" y="39568"/>
                  <a:pt x="479572" y="41525"/>
                  <a:pt x="481885" y="43971"/>
                </a:cubicBezTo>
                <a:cubicBezTo>
                  <a:pt x="484198" y="46417"/>
                  <a:pt x="485911" y="49287"/>
                  <a:pt x="487022" y="52579"/>
                </a:cubicBezTo>
                <a:cubicBezTo>
                  <a:pt x="488134" y="55870"/>
                  <a:pt x="488690" y="59384"/>
                  <a:pt x="488690" y="63120"/>
                </a:cubicBezTo>
                <a:cubicBezTo>
                  <a:pt x="488690" y="64011"/>
                  <a:pt x="488668" y="64879"/>
                  <a:pt x="488623" y="65725"/>
                </a:cubicBezTo>
                <a:cubicBezTo>
                  <a:pt x="488579" y="66569"/>
                  <a:pt x="488513" y="67436"/>
                  <a:pt x="488423" y="68325"/>
                </a:cubicBezTo>
                <a:cubicBezTo>
                  <a:pt x="483619" y="68237"/>
                  <a:pt x="478860" y="68149"/>
                  <a:pt x="474145" y="68060"/>
                </a:cubicBezTo>
                <a:cubicBezTo>
                  <a:pt x="469430" y="67971"/>
                  <a:pt x="464671" y="67926"/>
                  <a:pt x="459867" y="67926"/>
                </a:cubicBezTo>
                <a:cubicBezTo>
                  <a:pt x="456930" y="67926"/>
                  <a:pt x="454016" y="67971"/>
                  <a:pt x="451125" y="68060"/>
                </a:cubicBezTo>
                <a:cubicBezTo>
                  <a:pt x="448233" y="68149"/>
                  <a:pt x="445320" y="68237"/>
                  <a:pt x="442383" y="68325"/>
                </a:cubicBezTo>
                <a:cubicBezTo>
                  <a:pt x="442295" y="68770"/>
                  <a:pt x="442251" y="69437"/>
                  <a:pt x="442251" y="70327"/>
                </a:cubicBezTo>
                <a:lnTo>
                  <a:pt x="442251" y="72062"/>
                </a:lnTo>
                <a:cubicBezTo>
                  <a:pt x="442251" y="75531"/>
                  <a:pt x="442762" y="78779"/>
                  <a:pt x="443784" y="81805"/>
                </a:cubicBezTo>
                <a:cubicBezTo>
                  <a:pt x="444808" y="84830"/>
                  <a:pt x="446298" y="87432"/>
                  <a:pt x="448256" y="89612"/>
                </a:cubicBezTo>
                <a:cubicBezTo>
                  <a:pt x="450213" y="91791"/>
                  <a:pt x="452615" y="93526"/>
                  <a:pt x="455462" y="94817"/>
                </a:cubicBezTo>
                <a:cubicBezTo>
                  <a:pt x="458309" y="96106"/>
                  <a:pt x="461601" y="96751"/>
                  <a:pt x="465338" y="96751"/>
                </a:cubicBezTo>
                <a:cubicBezTo>
                  <a:pt x="467116" y="96751"/>
                  <a:pt x="468940" y="96507"/>
                  <a:pt x="470808" y="96018"/>
                </a:cubicBezTo>
                <a:cubicBezTo>
                  <a:pt x="472677" y="95528"/>
                  <a:pt x="474501" y="94860"/>
                  <a:pt x="476279" y="94015"/>
                </a:cubicBezTo>
                <a:cubicBezTo>
                  <a:pt x="478059" y="93169"/>
                  <a:pt x="479727" y="92168"/>
                  <a:pt x="481284" y="91013"/>
                </a:cubicBezTo>
                <a:cubicBezTo>
                  <a:pt x="482841" y="89856"/>
                  <a:pt x="484198" y="88610"/>
                  <a:pt x="485355" y="87275"/>
                </a:cubicBezTo>
                <a:lnTo>
                  <a:pt x="486023" y="87676"/>
                </a:lnTo>
                <a:lnTo>
                  <a:pt x="485222" y="94214"/>
                </a:lnTo>
                <a:cubicBezTo>
                  <a:pt x="482552" y="96349"/>
                  <a:pt x="479238" y="98173"/>
                  <a:pt x="475279" y="99686"/>
                </a:cubicBezTo>
                <a:cubicBezTo>
                  <a:pt x="471321" y="101198"/>
                  <a:pt x="467206" y="101954"/>
                  <a:pt x="462935" y="101954"/>
                </a:cubicBezTo>
                <a:cubicBezTo>
                  <a:pt x="458131" y="101954"/>
                  <a:pt x="453749" y="101220"/>
                  <a:pt x="449789" y="99753"/>
                </a:cubicBezTo>
                <a:cubicBezTo>
                  <a:pt x="445831" y="98285"/>
                  <a:pt x="442406" y="96151"/>
                  <a:pt x="439514" y="93349"/>
                </a:cubicBezTo>
                <a:cubicBezTo>
                  <a:pt x="436624" y="90545"/>
                  <a:pt x="434400" y="87231"/>
                  <a:pt x="432843" y="83406"/>
                </a:cubicBezTo>
                <a:cubicBezTo>
                  <a:pt x="431286" y="79580"/>
                  <a:pt x="430508" y="75443"/>
                  <a:pt x="430508" y="70995"/>
                </a:cubicBezTo>
                <a:close/>
                <a:moveTo>
                  <a:pt x="502036" y="88209"/>
                </a:moveTo>
                <a:cubicBezTo>
                  <a:pt x="502481" y="89100"/>
                  <a:pt x="503171" y="90078"/>
                  <a:pt x="504105" y="91145"/>
                </a:cubicBezTo>
                <a:cubicBezTo>
                  <a:pt x="505039" y="92212"/>
                  <a:pt x="506150" y="93214"/>
                  <a:pt x="507440" y="94149"/>
                </a:cubicBezTo>
                <a:cubicBezTo>
                  <a:pt x="508731" y="95083"/>
                  <a:pt x="510199" y="95861"/>
                  <a:pt x="511844" y="96485"/>
                </a:cubicBezTo>
                <a:cubicBezTo>
                  <a:pt x="513490" y="97106"/>
                  <a:pt x="515247" y="97417"/>
                  <a:pt x="517116" y="97417"/>
                </a:cubicBezTo>
                <a:cubicBezTo>
                  <a:pt x="518806" y="97417"/>
                  <a:pt x="520430" y="97150"/>
                  <a:pt x="521987" y="96617"/>
                </a:cubicBezTo>
                <a:cubicBezTo>
                  <a:pt x="523544" y="96083"/>
                  <a:pt x="524923" y="95327"/>
                  <a:pt x="526123" y="94349"/>
                </a:cubicBezTo>
                <a:cubicBezTo>
                  <a:pt x="527324" y="93370"/>
                  <a:pt x="528281" y="92124"/>
                  <a:pt x="528992" y="90612"/>
                </a:cubicBezTo>
                <a:cubicBezTo>
                  <a:pt x="529705" y="89100"/>
                  <a:pt x="530061" y="87365"/>
                  <a:pt x="530061" y="85407"/>
                </a:cubicBezTo>
                <a:cubicBezTo>
                  <a:pt x="530061" y="82649"/>
                  <a:pt x="529282" y="80536"/>
                  <a:pt x="527725" y="79068"/>
                </a:cubicBezTo>
                <a:cubicBezTo>
                  <a:pt x="526168" y="77601"/>
                  <a:pt x="524233" y="76400"/>
                  <a:pt x="521920" y="75466"/>
                </a:cubicBezTo>
                <a:cubicBezTo>
                  <a:pt x="519607" y="74531"/>
                  <a:pt x="517071" y="73708"/>
                  <a:pt x="514312" y="72996"/>
                </a:cubicBezTo>
                <a:cubicBezTo>
                  <a:pt x="511555" y="72285"/>
                  <a:pt x="509020" y="71284"/>
                  <a:pt x="506707" y="69995"/>
                </a:cubicBezTo>
                <a:cubicBezTo>
                  <a:pt x="504394" y="68704"/>
                  <a:pt x="502459" y="66991"/>
                  <a:pt x="500902" y="64857"/>
                </a:cubicBezTo>
                <a:cubicBezTo>
                  <a:pt x="499344" y="62722"/>
                  <a:pt x="498566" y="59786"/>
                  <a:pt x="498566" y="56048"/>
                </a:cubicBezTo>
                <a:cubicBezTo>
                  <a:pt x="498566" y="53112"/>
                  <a:pt x="499055" y="50421"/>
                  <a:pt x="500034" y="47975"/>
                </a:cubicBezTo>
                <a:cubicBezTo>
                  <a:pt x="501013" y="45528"/>
                  <a:pt x="502436" y="43415"/>
                  <a:pt x="504304" y="41636"/>
                </a:cubicBezTo>
                <a:cubicBezTo>
                  <a:pt x="506172" y="39856"/>
                  <a:pt x="508485" y="38455"/>
                  <a:pt x="511244" y="37433"/>
                </a:cubicBezTo>
                <a:cubicBezTo>
                  <a:pt x="514002" y="36409"/>
                  <a:pt x="517160" y="35897"/>
                  <a:pt x="520719" y="35897"/>
                </a:cubicBezTo>
                <a:cubicBezTo>
                  <a:pt x="524010" y="35897"/>
                  <a:pt x="526791" y="36343"/>
                  <a:pt x="529059" y="37233"/>
                </a:cubicBezTo>
                <a:cubicBezTo>
                  <a:pt x="531327" y="38122"/>
                  <a:pt x="533485" y="38923"/>
                  <a:pt x="535532" y="39634"/>
                </a:cubicBezTo>
                <a:cubicBezTo>
                  <a:pt x="534820" y="40968"/>
                  <a:pt x="534152" y="42614"/>
                  <a:pt x="533529" y="44572"/>
                </a:cubicBezTo>
                <a:cubicBezTo>
                  <a:pt x="532907" y="46529"/>
                  <a:pt x="532507" y="48042"/>
                  <a:pt x="532329" y="49109"/>
                </a:cubicBezTo>
                <a:lnTo>
                  <a:pt x="530727" y="49109"/>
                </a:lnTo>
                <a:cubicBezTo>
                  <a:pt x="530015" y="46973"/>
                  <a:pt x="528636" y="45061"/>
                  <a:pt x="526589" y="43371"/>
                </a:cubicBezTo>
                <a:cubicBezTo>
                  <a:pt x="524543" y="41680"/>
                  <a:pt x="522008" y="40835"/>
                  <a:pt x="518984" y="40835"/>
                </a:cubicBezTo>
                <a:cubicBezTo>
                  <a:pt x="517649" y="40835"/>
                  <a:pt x="516315" y="41058"/>
                  <a:pt x="514980" y="41503"/>
                </a:cubicBezTo>
                <a:cubicBezTo>
                  <a:pt x="513646" y="41947"/>
                  <a:pt x="512444" y="42614"/>
                  <a:pt x="511376" y="43505"/>
                </a:cubicBezTo>
                <a:cubicBezTo>
                  <a:pt x="510309" y="44394"/>
                  <a:pt x="509420" y="45551"/>
                  <a:pt x="508709" y="46975"/>
                </a:cubicBezTo>
                <a:cubicBezTo>
                  <a:pt x="507997" y="48397"/>
                  <a:pt x="507642" y="50087"/>
                  <a:pt x="507642" y="52045"/>
                </a:cubicBezTo>
                <a:cubicBezTo>
                  <a:pt x="507642" y="54892"/>
                  <a:pt x="508419" y="57094"/>
                  <a:pt x="509975" y="58651"/>
                </a:cubicBezTo>
                <a:cubicBezTo>
                  <a:pt x="511532" y="60208"/>
                  <a:pt x="513467" y="61432"/>
                  <a:pt x="515781" y="62322"/>
                </a:cubicBezTo>
                <a:cubicBezTo>
                  <a:pt x="518094" y="63211"/>
                  <a:pt x="520629" y="63990"/>
                  <a:pt x="523386" y="64658"/>
                </a:cubicBezTo>
                <a:cubicBezTo>
                  <a:pt x="526145" y="65324"/>
                  <a:pt x="528680" y="66258"/>
                  <a:pt x="530994" y="67460"/>
                </a:cubicBezTo>
                <a:cubicBezTo>
                  <a:pt x="533307" y="68660"/>
                  <a:pt x="535242" y="70327"/>
                  <a:pt x="536799" y="72463"/>
                </a:cubicBezTo>
                <a:cubicBezTo>
                  <a:pt x="538356" y="74598"/>
                  <a:pt x="539135" y="77534"/>
                  <a:pt x="539135" y="81270"/>
                </a:cubicBezTo>
                <a:cubicBezTo>
                  <a:pt x="539135" y="83850"/>
                  <a:pt x="538579" y="86386"/>
                  <a:pt x="537467" y="88877"/>
                </a:cubicBezTo>
                <a:cubicBezTo>
                  <a:pt x="536355" y="91368"/>
                  <a:pt x="534753" y="93615"/>
                  <a:pt x="532661" y="95617"/>
                </a:cubicBezTo>
                <a:cubicBezTo>
                  <a:pt x="530571" y="97618"/>
                  <a:pt x="528057" y="99174"/>
                  <a:pt x="525121" y="100286"/>
                </a:cubicBezTo>
                <a:cubicBezTo>
                  <a:pt x="522186" y="101398"/>
                  <a:pt x="518851" y="101954"/>
                  <a:pt x="515115" y="101954"/>
                </a:cubicBezTo>
                <a:cubicBezTo>
                  <a:pt x="511022" y="101954"/>
                  <a:pt x="507596" y="101554"/>
                  <a:pt x="504838" y="100753"/>
                </a:cubicBezTo>
                <a:cubicBezTo>
                  <a:pt x="502081" y="99953"/>
                  <a:pt x="499767" y="99019"/>
                  <a:pt x="497898" y="97951"/>
                </a:cubicBezTo>
                <a:cubicBezTo>
                  <a:pt x="498433" y="96794"/>
                  <a:pt x="498989" y="95215"/>
                  <a:pt x="499568" y="93214"/>
                </a:cubicBezTo>
                <a:cubicBezTo>
                  <a:pt x="500146" y="91212"/>
                  <a:pt x="500435" y="89544"/>
                  <a:pt x="500435" y="88209"/>
                </a:cubicBezTo>
                <a:lnTo>
                  <a:pt x="502036" y="882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Agree">
            <a:extLst xmlns:a="http://schemas.openxmlformats.org/drawingml/2006/main">
              <a:ext uri="{FF2B5EF4-FFF2-40B4-BE49-F238E27FC236}">
                <a16:creationId xmlns:a16="http://schemas.microsoft.com/office/drawing/2014/main" id="{97FE209F-2679-40FB-BE90-B08FFFC9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340" y="1149218"/>
            <a:ext cx="327483" cy="128912"/>
          </a:xfrm>
          <a:custGeom xmlns:a="http://schemas.openxmlformats.org/drawingml/2006/main">
            <a:pathLst>
              <a:path w="327483" h="128912">
                <a:moveTo>
                  <a:pt x="25356" y="51911"/>
                </a:moveTo>
                <a:cubicBezTo>
                  <a:pt x="27669" y="51911"/>
                  <a:pt x="30071" y="51955"/>
                  <a:pt x="32562" y="52045"/>
                </a:cubicBezTo>
                <a:cubicBezTo>
                  <a:pt x="35053" y="52133"/>
                  <a:pt x="37455" y="52177"/>
                  <a:pt x="39768" y="52177"/>
                </a:cubicBezTo>
                <a:cubicBezTo>
                  <a:pt x="42259" y="52177"/>
                  <a:pt x="44750" y="52156"/>
                  <a:pt x="47241" y="52112"/>
                </a:cubicBezTo>
                <a:cubicBezTo>
                  <a:pt x="49732" y="52067"/>
                  <a:pt x="52224" y="52000"/>
                  <a:pt x="54715" y="51911"/>
                </a:cubicBezTo>
                <a:lnTo>
                  <a:pt x="39901" y="18015"/>
                </a:lnTo>
                <a:lnTo>
                  <a:pt x="25356" y="51911"/>
                </a:lnTo>
                <a:moveTo>
                  <a:pt x="84473" y="93414"/>
                </a:moveTo>
                <a:cubicBezTo>
                  <a:pt x="83228" y="93236"/>
                  <a:pt x="82049" y="93147"/>
                  <a:pt x="80936" y="93147"/>
                </a:cubicBezTo>
                <a:cubicBezTo>
                  <a:pt x="79824" y="93147"/>
                  <a:pt x="78645" y="93147"/>
                  <a:pt x="77401" y="93147"/>
                </a:cubicBezTo>
                <a:cubicBezTo>
                  <a:pt x="76154" y="93147"/>
                  <a:pt x="74975" y="93147"/>
                  <a:pt x="73864" y="93147"/>
                </a:cubicBezTo>
                <a:cubicBezTo>
                  <a:pt x="72752" y="93147"/>
                  <a:pt x="71574" y="93236"/>
                  <a:pt x="70329" y="93414"/>
                </a:cubicBezTo>
                <a:cubicBezTo>
                  <a:pt x="69706" y="91368"/>
                  <a:pt x="68860" y="88899"/>
                  <a:pt x="67791" y="86008"/>
                </a:cubicBezTo>
                <a:cubicBezTo>
                  <a:pt x="66724" y="83116"/>
                  <a:pt x="65545" y="80092"/>
                  <a:pt x="64254" y="76934"/>
                </a:cubicBezTo>
                <a:cubicBezTo>
                  <a:pt x="62965" y="73775"/>
                  <a:pt x="61653" y="70572"/>
                  <a:pt x="60318" y="67325"/>
                </a:cubicBezTo>
                <a:cubicBezTo>
                  <a:pt x="58984" y="64078"/>
                  <a:pt x="57738" y="60986"/>
                  <a:pt x="56582" y="58050"/>
                </a:cubicBezTo>
                <a:cubicBezTo>
                  <a:pt x="53735" y="57960"/>
                  <a:pt x="50844" y="57894"/>
                  <a:pt x="47907" y="57850"/>
                </a:cubicBezTo>
                <a:cubicBezTo>
                  <a:pt x="44972" y="57806"/>
                  <a:pt x="42037" y="57783"/>
                  <a:pt x="39100" y="57783"/>
                </a:cubicBezTo>
                <a:cubicBezTo>
                  <a:pt x="36343" y="57783"/>
                  <a:pt x="33630" y="57806"/>
                  <a:pt x="30959" y="57850"/>
                </a:cubicBezTo>
                <a:cubicBezTo>
                  <a:pt x="28291" y="57894"/>
                  <a:pt x="25578" y="57960"/>
                  <a:pt x="22820" y="58050"/>
                </a:cubicBezTo>
                <a:cubicBezTo>
                  <a:pt x="19974" y="64990"/>
                  <a:pt x="17394" y="71595"/>
                  <a:pt x="15081" y="77867"/>
                </a:cubicBezTo>
                <a:cubicBezTo>
                  <a:pt x="12767" y="84139"/>
                  <a:pt x="11033" y="89321"/>
                  <a:pt x="9876" y="93414"/>
                </a:cubicBezTo>
                <a:cubicBezTo>
                  <a:pt x="8364" y="93236"/>
                  <a:pt x="6718" y="93147"/>
                  <a:pt x="4938" y="93147"/>
                </a:cubicBezTo>
                <a:cubicBezTo>
                  <a:pt x="3158" y="93147"/>
                  <a:pt x="1512" y="93236"/>
                  <a:pt x="0" y="93414"/>
                </a:cubicBezTo>
                <a:cubicBezTo>
                  <a:pt x="7207" y="77845"/>
                  <a:pt x="14236" y="62365"/>
                  <a:pt x="21086" y="46975"/>
                </a:cubicBezTo>
                <a:cubicBezTo>
                  <a:pt x="27936" y="31583"/>
                  <a:pt x="34830" y="15925"/>
                  <a:pt x="41770" y="0"/>
                </a:cubicBezTo>
                <a:lnTo>
                  <a:pt x="44305" y="0"/>
                </a:lnTo>
                <a:cubicBezTo>
                  <a:pt x="46441" y="5160"/>
                  <a:pt x="48754" y="10743"/>
                  <a:pt x="51245" y="16748"/>
                </a:cubicBezTo>
                <a:cubicBezTo>
                  <a:pt x="53736" y="22753"/>
                  <a:pt x="56271" y="28824"/>
                  <a:pt x="58850" y="34963"/>
                </a:cubicBezTo>
                <a:cubicBezTo>
                  <a:pt x="61431" y="41101"/>
                  <a:pt x="64011" y="47196"/>
                  <a:pt x="66590" y="53246"/>
                </a:cubicBezTo>
                <a:cubicBezTo>
                  <a:pt x="69171" y="59295"/>
                  <a:pt x="71595" y="64922"/>
                  <a:pt x="73864" y="70127"/>
                </a:cubicBezTo>
                <a:cubicBezTo>
                  <a:pt x="76132" y="75332"/>
                  <a:pt x="78178" y="79981"/>
                  <a:pt x="80001" y="84073"/>
                </a:cubicBezTo>
                <a:cubicBezTo>
                  <a:pt x="81825" y="88165"/>
                  <a:pt x="83316" y="91278"/>
                  <a:pt x="84473" y="93414"/>
                </a:cubicBezTo>
                <a:close/>
                <a:moveTo>
                  <a:pt x="140789" y="107560"/>
                </a:moveTo>
                <a:cubicBezTo>
                  <a:pt x="140789" y="102222"/>
                  <a:pt x="139232" y="98486"/>
                  <a:pt x="136117" y="96350"/>
                </a:cubicBezTo>
                <a:cubicBezTo>
                  <a:pt x="133005" y="94215"/>
                  <a:pt x="127845" y="93147"/>
                  <a:pt x="120638" y="93147"/>
                </a:cubicBezTo>
                <a:cubicBezTo>
                  <a:pt x="113966" y="93147"/>
                  <a:pt x="108806" y="94237"/>
                  <a:pt x="105158" y="96415"/>
                </a:cubicBezTo>
                <a:cubicBezTo>
                  <a:pt x="101510" y="98595"/>
                  <a:pt x="99687" y="102533"/>
                  <a:pt x="99687" y="108228"/>
                </a:cubicBezTo>
                <a:cubicBezTo>
                  <a:pt x="99687" y="111252"/>
                  <a:pt x="100198" y="113832"/>
                  <a:pt x="101220" y="115968"/>
                </a:cubicBezTo>
                <a:cubicBezTo>
                  <a:pt x="102243" y="118103"/>
                  <a:pt x="103623" y="119838"/>
                  <a:pt x="105358" y="121172"/>
                </a:cubicBezTo>
                <a:cubicBezTo>
                  <a:pt x="107092" y="122507"/>
                  <a:pt x="109161" y="123485"/>
                  <a:pt x="111562" y="124107"/>
                </a:cubicBezTo>
                <a:cubicBezTo>
                  <a:pt x="113965" y="124730"/>
                  <a:pt x="116545" y="125041"/>
                  <a:pt x="119304" y="125041"/>
                </a:cubicBezTo>
                <a:cubicBezTo>
                  <a:pt x="121973" y="125041"/>
                  <a:pt x="124597" y="124686"/>
                  <a:pt x="127176" y="123974"/>
                </a:cubicBezTo>
                <a:cubicBezTo>
                  <a:pt x="129757" y="123263"/>
                  <a:pt x="132048" y="122195"/>
                  <a:pt x="134049" y="120771"/>
                </a:cubicBezTo>
                <a:cubicBezTo>
                  <a:pt x="136051" y="119347"/>
                  <a:pt x="137674" y="117545"/>
                  <a:pt x="138919" y="115365"/>
                </a:cubicBezTo>
                <a:cubicBezTo>
                  <a:pt x="140166" y="113186"/>
                  <a:pt x="140789" y="110584"/>
                  <a:pt x="140789" y="107560"/>
                </a:cubicBezTo>
                <a:moveTo>
                  <a:pt x="133582" y="49777"/>
                </a:moveTo>
                <a:cubicBezTo>
                  <a:pt x="133582" y="44171"/>
                  <a:pt x="132248" y="39901"/>
                  <a:pt x="129579" y="36966"/>
                </a:cubicBezTo>
                <a:cubicBezTo>
                  <a:pt x="126910" y="34030"/>
                  <a:pt x="123396" y="32562"/>
                  <a:pt x="119037" y="32562"/>
                </a:cubicBezTo>
                <a:cubicBezTo>
                  <a:pt x="114233" y="32562"/>
                  <a:pt x="110496" y="34186"/>
                  <a:pt x="107828" y="37433"/>
                </a:cubicBezTo>
                <a:cubicBezTo>
                  <a:pt x="105159" y="40680"/>
                  <a:pt x="103824" y="45016"/>
                  <a:pt x="103824" y="50442"/>
                </a:cubicBezTo>
                <a:cubicBezTo>
                  <a:pt x="103824" y="56048"/>
                  <a:pt x="105047" y="60474"/>
                  <a:pt x="107494" y="63721"/>
                </a:cubicBezTo>
                <a:cubicBezTo>
                  <a:pt x="109940" y="66968"/>
                  <a:pt x="113743" y="68592"/>
                  <a:pt x="118903" y="68592"/>
                </a:cubicBezTo>
                <a:cubicBezTo>
                  <a:pt x="121483" y="68592"/>
                  <a:pt x="123685" y="68081"/>
                  <a:pt x="125508" y="67058"/>
                </a:cubicBezTo>
                <a:cubicBezTo>
                  <a:pt x="127333" y="66035"/>
                  <a:pt x="128845" y="64656"/>
                  <a:pt x="130045" y="62921"/>
                </a:cubicBezTo>
                <a:cubicBezTo>
                  <a:pt x="131247" y="61186"/>
                  <a:pt x="132137" y="59184"/>
                  <a:pt x="132715" y="56916"/>
                </a:cubicBezTo>
                <a:cubicBezTo>
                  <a:pt x="133293" y="54647"/>
                  <a:pt x="133582" y="52268"/>
                  <a:pt x="133582" y="49777"/>
                </a:cubicBezTo>
                <a:moveTo>
                  <a:pt x="93415" y="50442"/>
                </a:moveTo>
                <a:cubicBezTo>
                  <a:pt x="93415" y="46707"/>
                  <a:pt x="94082" y="43482"/>
                  <a:pt x="95416" y="40768"/>
                </a:cubicBezTo>
                <a:cubicBezTo>
                  <a:pt x="96751" y="38054"/>
                  <a:pt x="98596" y="35808"/>
                  <a:pt x="100953" y="34030"/>
                </a:cubicBezTo>
                <a:cubicBezTo>
                  <a:pt x="103311" y="32250"/>
                  <a:pt x="106025" y="30916"/>
                  <a:pt x="109094" y="30027"/>
                </a:cubicBezTo>
                <a:cubicBezTo>
                  <a:pt x="112163" y="29136"/>
                  <a:pt x="115433" y="28691"/>
                  <a:pt x="118903" y="28691"/>
                </a:cubicBezTo>
                <a:cubicBezTo>
                  <a:pt x="120593" y="28691"/>
                  <a:pt x="122216" y="28736"/>
                  <a:pt x="123774" y="28825"/>
                </a:cubicBezTo>
                <a:cubicBezTo>
                  <a:pt x="125331" y="28914"/>
                  <a:pt x="127311" y="29047"/>
                  <a:pt x="129713" y="29225"/>
                </a:cubicBezTo>
                <a:cubicBezTo>
                  <a:pt x="131759" y="29402"/>
                  <a:pt x="133582" y="29536"/>
                  <a:pt x="135183" y="29626"/>
                </a:cubicBezTo>
                <a:cubicBezTo>
                  <a:pt x="136785" y="29714"/>
                  <a:pt x="138075" y="29758"/>
                  <a:pt x="139054" y="29758"/>
                </a:cubicBezTo>
                <a:cubicBezTo>
                  <a:pt x="144036" y="29758"/>
                  <a:pt x="147639" y="29536"/>
                  <a:pt x="149864" y="29092"/>
                </a:cubicBezTo>
                <a:cubicBezTo>
                  <a:pt x="149775" y="29536"/>
                  <a:pt x="149707" y="30003"/>
                  <a:pt x="149663" y="30493"/>
                </a:cubicBezTo>
                <a:cubicBezTo>
                  <a:pt x="149618" y="30982"/>
                  <a:pt x="149595" y="31449"/>
                  <a:pt x="149595" y="31894"/>
                </a:cubicBezTo>
                <a:cubicBezTo>
                  <a:pt x="149595" y="32339"/>
                  <a:pt x="149618" y="32807"/>
                  <a:pt x="149663" y="33297"/>
                </a:cubicBezTo>
                <a:cubicBezTo>
                  <a:pt x="149707" y="33786"/>
                  <a:pt x="149775" y="34252"/>
                  <a:pt x="149864" y="34696"/>
                </a:cubicBezTo>
                <a:cubicBezTo>
                  <a:pt x="147284" y="34518"/>
                  <a:pt x="144770" y="34318"/>
                  <a:pt x="142324" y="34095"/>
                </a:cubicBezTo>
                <a:cubicBezTo>
                  <a:pt x="139878" y="33873"/>
                  <a:pt x="137453" y="33717"/>
                  <a:pt x="135050" y="33629"/>
                </a:cubicBezTo>
                <a:lnTo>
                  <a:pt x="134784" y="33896"/>
                </a:lnTo>
                <a:cubicBezTo>
                  <a:pt x="137542" y="35408"/>
                  <a:pt x="139766" y="37744"/>
                  <a:pt x="141457" y="40903"/>
                </a:cubicBezTo>
                <a:cubicBezTo>
                  <a:pt x="143147" y="44060"/>
                  <a:pt x="143992" y="47330"/>
                  <a:pt x="143992" y="50711"/>
                </a:cubicBezTo>
                <a:cubicBezTo>
                  <a:pt x="143992" y="57383"/>
                  <a:pt x="141745" y="62610"/>
                  <a:pt x="137252" y="66391"/>
                </a:cubicBezTo>
                <a:cubicBezTo>
                  <a:pt x="132760" y="70171"/>
                  <a:pt x="126732" y="72062"/>
                  <a:pt x="119170" y="72062"/>
                </a:cubicBezTo>
                <a:cubicBezTo>
                  <a:pt x="117925" y="72062"/>
                  <a:pt x="116702" y="72017"/>
                  <a:pt x="115500" y="71929"/>
                </a:cubicBezTo>
                <a:cubicBezTo>
                  <a:pt x="114299" y="71840"/>
                  <a:pt x="113076" y="71795"/>
                  <a:pt x="111831" y="71795"/>
                </a:cubicBezTo>
                <a:cubicBezTo>
                  <a:pt x="110229" y="71795"/>
                  <a:pt x="108738" y="72373"/>
                  <a:pt x="107359" y="73530"/>
                </a:cubicBezTo>
                <a:cubicBezTo>
                  <a:pt x="105981" y="74686"/>
                  <a:pt x="105292" y="76154"/>
                  <a:pt x="105292" y="77934"/>
                </a:cubicBezTo>
                <a:cubicBezTo>
                  <a:pt x="105292" y="80247"/>
                  <a:pt x="105848" y="81938"/>
                  <a:pt x="106960" y="83006"/>
                </a:cubicBezTo>
                <a:cubicBezTo>
                  <a:pt x="108072" y="84073"/>
                  <a:pt x="110140" y="84651"/>
                  <a:pt x="113165" y="84739"/>
                </a:cubicBezTo>
                <a:cubicBezTo>
                  <a:pt x="115656" y="84829"/>
                  <a:pt x="118102" y="84896"/>
                  <a:pt x="120503" y="84941"/>
                </a:cubicBezTo>
                <a:cubicBezTo>
                  <a:pt x="122906" y="84984"/>
                  <a:pt x="125353" y="85051"/>
                  <a:pt x="127844" y="85140"/>
                </a:cubicBezTo>
                <a:cubicBezTo>
                  <a:pt x="131937" y="85229"/>
                  <a:pt x="135429" y="85718"/>
                  <a:pt x="138321" y="86609"/>
                </a:cubicBezTo>
                <a:cubicBezTo>
                  <a:pt x="141212" y="87498"/>
                  <a:pt x="143569" y="88699"/>
                  <a:pt x="145393" y="90211"/>
                </a:cubicBezTo>
                <a:cubicBezTo>
                  <a:pt x="147217" y="91723"/>
                  <a:pt x="148552" y="93458"/>
                  <a:pt x="149396" y="95416"/>
                </a:cubicBezTo>
                <a:cubicBezTo>
                  <a:pt x="150242" y="97373"/>
                  <a:pt x="150665" y="99508"/>
                  <a:pt x="150665" y="101822"/>
                </a:cubicBezTo>
                <a:cubicBezTo>
                  <a:pt x="150665" y="104936"/>
                  <a:pt x="150064" y="108094"/>
                  <a:pt x="148862" y="111296"/>
                </a:cubicBezTo>
                <a:cubicBezTo>
                  <a:pt x="147661" y="114499"/>
                  <a:pt x="145792" y="117390"/>
                  <a:pt x="143257" y="119969"/>
                </a:cubicBezTo>
                <a:cubicBezTo>
                  <a:pt x="140722" y="122549"/>
                  <a:pt x="137453" y="124685"/>
                  <a:pt x="133448" y="126375"/>
                </a:cubicBezTo>
                <a:cubicBezTo>
                  <a:pt x="129445" y="128066"/>
                  <a:pt x="124641" y="128912"/>
                  <a:pt x="119037" y="128912"/>
                </a:cubicBezTo>
                <a:cubicBezTo>
                  <a:pt x="110407" y="128912"/>
                  <a:pt x="103602" y="127199"/>
                  <a:pt x="98620" y="123773"/>
                </a:cubicBezTo>
                <a:cubicBezTo>
                  <a:pt x="93637" y="120348"/>
                  <a:pt x="91146" y="115655"/>
                  <a:pt x="91146" y="109694"/>
                </a:cubicBezTo>
                <a:cubicBezTo>
                  <a:pt x="91146" y="107382"/>
                  <a:pt x="91569" y="105247"/>
                  <a:pt x="92413" y="103290"/>
                </a:cubicBezTo>
                <a:cubicBezTo>
                  <a:pt x="93259" y="101332"/>
                  <a:pt x="94349" y="99597"/>
                  <a:pt x="95683" y="98085"/>
                </a:cubicBezTo>
                <a:cubicBezTo>
                  <a:pt x="97018" y="96573"/>
                  <a:pt x="98530" y="95371"/>
                  <a:pt x="100220" y="94481"/>
                </a:cubicBezTo>
                <a:cubicBezTo>
                  <a:pt x="101910" y="93592"/>
                  <a:pt x="103645" y="92924"/>
                  <a:pt x="105425" y="92479"/>
                </a:cubicBezTo>
                <a:lnTo>
                  <a:pt x="105425" y="92212"/>
                </a:lnTo>
                <a:cubicBezTo>
                  <a:pt x="102666" y="91412"/>
                  <a:pt x="100575" y="90077"/>
                  <a:pt x="99151" y="88209"/>
                </a:cubicBezTo>
                <a:cubicBezTo>
                  <a:pt x="97728" y="86341"/>
                  <a:pt x="97017" y="84117"/>
                  <a:pt x="97017" y="81536"/>
                </a:cubicBezTo>
                <a:cubicBezTo>
                  <a:pt x="97017" y="80024"/>
                  <a:pt x="97306" y="78645"/>
                  <a:pt x="97884" y="77401"/>
                </a:cubicBezTo>
                <a:cubicBezTo>
                  <a:pt x="98463" y="76154"/>
                  <a:pt x="99196" y="75042"/>
                  <a:pt x="100086" y="74063"/>
                </a:cubicBezTo>
                <a:cubicBezTo>
                  <a:pt x="100976" y="73084"/>
                  <a:pt x="102000" y="72284"/>
                  <a:pt x="103156" y="71662"/>
                </a:cubicBezTo>
                <a:cubicBezTo>
                  <a:pt x="104313" y="71039"/>
                  <a:pt x="105425" y="70639"/>
                  <a:pt x="106492" y="70461"/>
                </a:cubicBezTo>
                <a:lnTo>
                  <a:pt x="106492" y="70194"/>
                </a:lnTo>
                <a:cubicBezTo>
                  <a:pt x="102400" y="68415"/>
                  <a:pt x="99198" y="65901"/>
                  <a:pt x="96885" y="62654"/>
                </a:cubicBezTo>
                <a:cubicBezTo>
                  <a:pt x="94571" y="59407"/>
                  <a:pt x="93415" y="55336"/>
                  <a:pt x="93415" y="50442"/>
                </a:cubicBezTo>
                <a:close/>
                <a:moveTo>
                  <a:pt x="194168" y="40968"/>
                </a:moveTo>
                <a:cubicBezTo>
                  <a:pt x="193724" y="40434"/>
                  <a:pt x="192856" y="39945"/>
                  <a:pt x="191565" y="39502"/>
                </a:cubicBezTo>
                <a:cubicBezTo>
                  <a:pt x="190276" y="39056"/>
                  <a:pt x="188964" y="38834"/>
                  <a:pt x="187629" y="38834"/>
                </a:cubicBezTo>
                <a:cubicBezTo>
                  <a:pt x="185494" y="38834"/>
                  <a:pt x="183581" y="39323"/>
                  <a:pt x="181891" y="40302"/>
                </a:cubicBezTo>
                <a:cubicBezTo>
                  <a:pt x="180201" y="41281"/>
                  <a:pt x="178777" y="42593"/>
                  <a:pt x="177621" y="44238"/>
                </a:cubicBezTo>
                <a:cubicBezTo>
                  <a:pt x="176464" y="45883"/>
                  <a:pt x="175574" y="47841"/>
                  <a:pt x="174951" y="50111"/>
                </a:cubicBezTo>
                <a:cubicBezTo>
                  <a:pt x="174330" y="52379"/>
                  <a:pt x="174019" y="54803"/>
                  <a:pt x="174019" y="57382"/>
                </a:cubicBezTo>
                <a:lnTo>
                  <a:pt x="174019" y="72062"/>
                </a:lnTo>
                <a:cubicBezTo>
                  <a:pt x="174019" y="78022"/>
                  <a:pt x="174040" y="82582"/>
                  <a:pt x="174084" y="85741"/>
                </a:cubicBezTo>
                <a:cubicBezTo>
                  <a:pt x="174129" y="88899"/>
                  <a:pt x="174285" y="91456"/>
                  <a:pt x="174552" y="93414"/>
                </a:cubicBezTo>
                <a:cubicBezTo>
                  <a:pt x="172772" y="93236"/>
                  <a:pt x="170993" y="93147"/>
                  <a:pt x="169213" y="93147"/>
                </a:cubicBezTo>
                <a:cubicBezTo>
                  <a:pt x="167256" y="93147"/>
                  <a:pt x="165388" y="93236"/>
                  <a:pt x="163609" y="93414"/>
                </a:cubicBezTo>
                <a:cubicBezTo>
                  <a:pt x="163875" y="90389"/>
                  <a:pt x="164031" y="86275"/>
                  <a:pt x="164076" y="81070"/>
                </a:cubicBezTo>
                <a:cubicBezTo>
                  <a:pt x="164120" y="75865"/>
                  <a:pt x="164143" y="69482"/>
                  <a:pt x="164143" y="61921"/>
                </a:cubicBezTo>
                <a:lnTo>
                  <a:pt x="164143" y="57649"/>
                </a:lnTo>
                <a:cubicBezTo>
                  <a:pt x="164143" y="54180"/>
                  <a:pt x="164120" y="50178"/>
                  <a:pt x="164076" y="45641"/>
                </a:cubicBezTo>
                <a:cubicBezTo>
                  <a:pt x="164031" y="41103"/>
                  <a:pt x="163875" y="35897"/>
                  <a:pt x="163609" y="30025"/>
                </a:cubicBezTo>
                <a:cubicBezTo>
                  <a:pt x="164588" y="30204"/>
                  <a:pt x="165522" y="30360"/>
                  <a:pt x="166411" y="30493"/>
                </a:cubicBezTo>
                <a:cubicBezTo>
                  <a:pt x="167300" y="30626"/>
                  <a:pt x="168234" y="30693"/>
                  <a:pt x="169213" y="30693"/>
                </a:cubicBezTo>
                <a:cubicBezTo>
                  <a:pt x="170014" y="30693"/>
                  <a:pt x="170859" y="30626"/>
                  <a:pt x="171748" y="30493"/>
                </a:cubicBezTo>
                <a:cubicBezTo>
                  <a:pt x="172639" y="30360"/>
                  <a:pt x="173573" y="30204"/>
                  <a:pt x="174552" y="30025"/>
                </a:cubicBezTo>
                <a:cubicBezTo>
                  <a:pt x="174196" y="33229"/>
                  <a:pt x="173996" y="35764"/>
                  <a:pt x="173951" y="37632"/>
                </a:cubicBezTo>
                <a:cubicBezTo>
                  <a:pt x="173907" y="39500"/>
                  <a:pt x="173884" y="41279"/>
                  <a:pt x="173884" y="42969"/>
                </a:cubicBezTo>
                <a:lnTo>
                  <a:pt x="174151" y="43104"/>
                </a:lnTo>
                <a:cubicBezTo>
                  <a:pt x="179401" y="33495"/>
                  <a:pt x="185272" y="28691"/>
                  <a:pt x="191767" y="28691"/>
                </a:cubicBezTo>
                <a:cubicBezTo>
                  <a:pt x="192568" y="28691"/>
                  <a:pt x="193257" y="28736"/>
                  <a:pt x="193836" y="28825"/>
                </a:cubicBezTo>
                <a:cubicBezTo>
                  <a:pt x="194414" y="28914"/>
                  <a:pt x="195148" y="29136"/>
                  <a:pt x="196037" y="29491"/>
                </a:cubicBezTo>
                <a:cubicBezTo>
                  <a:pt x="195592" y="30560"/>
                  <a:pt x="195324" y="32184"/>
                  <a:pt x="195235" y="34364"/>
                </a:cubicBezTo>
                <a:cubicBezTo>
                  <a:pt x="195146" y="36543"/>
                  <a:pt x="195102" y="38522"/>
                  <a:pt x="195102" y="40302"/>
                </a:cubicBezTo>
                <a:lnTo>
                  <a:pt x="194168" y="40968"/>
                </a:lnTo>
                <a:close/>
                <a:moveTo>
                  <a:pt x="233403" y="32961"/>
                </a:moveTo>
                <a:cubicBezTo>
                  <a:pt x="230111" y="32961"/>
                  <a:pt x="227330" y="33717"/>
                  <a:pt x="225061" y="35229"/>
                </a:cubicBezTo>
                <a:cubicBezTo>
                  <a:pt x="222792" y="36742"/>
                  <a:pt x="220924" y="38633"/>
                  <a:pt x="219457" y="40903"/>
                </a:cubicBezTo>
                <a:cubicBezTo>
                  <a:pt x="217989" y="43171"/>
                  <a:pt x="216878" y="45662"/>
                  <a:pt x="216121" y="48376"/>
                </a:cubicBezTo>
                <a:cubicBezTo>
                  <a:pt x="215365" y="51089"/>
                  <a:pt x="214898" y="53647"/>
                  <a:pt x="214720" y="56048"/>
                </a:cubicBezTo>
                <a:cubicBezTo>
                  <a:pt x="217478" y="56138"/>
                  <a:pt x="220346" y="56228"/>
                  <a:pt x="223326" y="56317"/>
                </a:cubicBezTo>
                <a:cubicBezTo>
                  <a:pt x="226307" y="56405"/>
                  <a:pt x="229221" y="56449"/>
                  <a:pt x="232067" y="56449"/>
                </a:cubicBezTo>
                <a:cubicBezTo>
                  <a:pt x="235004" y="56449"/>
                  <a:pt x="237984" y="56405"/>
                  <a:pt x="241009" y="56317"/>
                </a:cubicBezTo>
                <a:cubicBezTo>
                  <a:pt x="244033" y="56228"/>
                  <a:pt x="246970" y="56138"/>
                  <a:pt x="249818" y="56048"/>
                </a:cubicBezTo>
                <a:cubicBezTo>
                  <a:pt x="249818" y="53647"/>
                  <a:pt x="249617" y="51112"/>
                  <a:pt x="249217" y="48443"/>
                </a:cubicBezTo>
                <a:cubicBezTo>
                  <a:pt x="248816" y="45773"/>
                  <a:pt x="248016" y="43281"/>
                  <a:pt x="246814" y="40968"/>
                </a:cubicBezTo>
                <a:cubicBezTo>
                  <a:pt x="245613" y="38655"/>
                  <a:pt x="243944" y="36742"/>
                  <a:pt x="241809" y="35229"/>
                </a:cubicBezTo>
                <a:cubicBezTo>
                  <a:pt x="239674" y="33717"/>
                  <a:pt x="236872" y="32961"/>
                  <a:pt x="233403" y="32961"/>
                </a:cubicBezTo>
                <a:moveTo>
                  <a:pt x="202576" y="63788"/>
                </a:moveTo>
                <a:cubicBezTo>
                  <a:pt x="202576" y="52845"/>
                  <a:pt x="205178" y="44260"/>
                  <a:pt x="210381" y="38033"/>
                </a:cubicBezTo>
                <a:cubicBezTo>
                  <a:pt x="215586" y="31805"/>
                  <a:pt x="223171" y="28691"/>
                  <a:pt x="233137" y="28691"/>
                </a:cubicBezTo>
                <a:cubicBezTo>
                  <a:pt x="237851" y="28691"/>
                  <a:pt x="241921" y="29425"/>
                  <a:pt x="245346" y="30894"/>
                </a:cubicBezTo>
                <a:cubicBezTo>
                  <a:pt x="248771" y="32362"/>
                  <a:pt x="251640" y="34319"/>
                  <a:pt x="253953" y="36765"/>
                </a:cubicBezTo>
                <a:cubicBezTo>
                  <a:pt x="256267" y="39211"/>
                  <a:pt x="257979" y="42080"/>
                  <a:pt x="259091" y="45372"/>
                </a:cubicBezTo>
                <a:cubicBezTo>
                  <a:pt x="260203" y="48664"/>
                  <a:pt x="260759" y="52178"/>
                  <a:pt x="260759" y="55914"/>
                </a:cubicBezTo>
                <a:cubicBezTo>
                  <a:pt x="260759" y="56804"/>
                  <a:pt x="260736" y="57673"/>
                  <a:pt x="260691" y="58518"/>
                </a:cubicBezTo>
                <a:cubicBezTo>
                  <a:pt x="260648" y="59363"/>
                  <a:pt x="260581" y="60229"/>
                  <a:pt x="260492" y="61119"/>
                </a:cubicBezTo>
                <a:cubicBezTo>
                  <a:pt x="255688" y="61030"/>
                  <a:pt x="250928" y="60942"/>
                  <a:pt x="246213" y="60854"/>
                </a:cubicBezTo>
                <a:cubicBezTo>
                  <a:pt x="241499" y="60764"/>
                  <a:pt x="236739" y="60720"/>
                  <a:pt x="231935" y="60720"/>
                </a:cubicBezTo>
                <a:cubicBezTo>
                  <a:pt x="228999" y="60720"/>
                  <a:pt x="226085" y="60764"/>
                  <a:pt x="223193" y="60854"/>
                </a:cubicBezTo>
                <a:cubicBezTo>
                  <a:pt x="220302" y="60942"/>
                  <a:pt x="217388" y="61030"/>
                  <a:pt x="214452" y="61119"/>
                </a:cubicBezTo>
                <a:cubicBezTo>
                  <a:pt x="214363" y="61564"/>
                  <a:pt x="214319" y="62231"/>
                  <a:pt x="214319" y="63120"/>
                </a:cubicBezTo>
                <a:lnTo>
                  <a:pt x="214319" y="64855"/>
                </a:lnTo>
                <a:cubicBezTo>
                  <a:pt x="214319" y="68325"/>
                  <a:pt x="214830" y="71573"/>
                  <a:pt x="215853" y="74599"/>
                </a:cubicBezTo>
                <a:cubicBezTo>
                  <a:pt x="216876" y="77623"/>
                  <a:pt x="218367" y="80226"/>
                  <a:pt x="220324" y="82406"/>
                </a:cubicBezTo>
                <a:cubicBezTo>
                  <a:pt x="222282" y="84585"/>
                  <a:pt x="224684" y="86319"/>
                  <a:pt x="227531" y="87610"/>
                </a:cubicBezTo>
                <a:cubicBezTo>
                  <a:pt x="230377" y="88900"/>
                  <a:pt x="233669" y="89545"/>
                  <a:pt x="237407" y="89545"/>
                </a:cubicBezTo>
                <a:cubicBezTo>
                  <a:pt x="239185" y="89545"/>
                  <a:pt x="241008" y="89301"/>
                  <a:pt x="242876" y="88812"/>
                </a:cubicBezTo>
                <a:cubicBezTo>
                  <a:pt x="244745" y="88322"/>
                  <a:pt x="246569" y="87654"/>
                  <a:pt x="248347" y="86808"/>
                </a:cubicBezTo>
                <a:cubicBezTo>
                  <a:pt x="250127" y="85962"/>
                  <a:pt x="251796" y="84962"/>
                  <a:pt x="253353" y="83807"/>
                </a:cubicBezTo>
                <a:cubicBezTo>
                  <a:pt x="254910" y="82650"/>
                  <a:pt x="256267" y="81404"/>
                  <a:pt x="257423" y="80068"/>
                </a:cubicBezTo>
                <a:lnTo>
                  <a:pt x="258091" y="80469"/>
                </a:lnTo>
                <a:lnTo>
                  <a:pt x="257291" y="87008"/>
                </a:lnTo>
                <a:cubicBezTo>
                  <a:pt x="254621" y="89143"/>
                  <a:pt x="251306" y="90967"/>
                  <a:pt x="247348" y="92479"/>
                </a:cubicBezTo>
                <a:cubicBezTo>
                  <a:pt x="243389" y="93991"/>
                  <a:pt x="239275" y="94748"/>
                  <a:pt x="235004" y="94748"/>
                </a:cubicBezTo>
                <a:cubicBezTo>
                  <a:pt x="230200" y="94748"/>
                  <a:pt x="225817" y="94014"/>
                  <a:pt x="221858" y="92546"/>
                </a:cubicBezTo>
                <a:cubicBezTo>
                  <a:pt x="217899" y="91079"/>
                  <a:pt x="214474" y="88944"/>
                  <a:pt x="211583" y="86142"/>
                </a:cubicBezTo>
                <a:cubicBezTo>
                  <a:pt x="208692" y="83339"/>
                  <a:pt x="206469" y="80025"/>
                  <a:pt x="204912" y="76199"/>
                </a:cubicBezTo>
                <a:cubicBezTo>
                  <a:pt x="203355" y="72374"/>
                  <a:pt x="202576" y="68237"/>
                  <a:pt x="202576" y="63788"/>
                </a:cubicBezTo>
                <a:close/>
                <a:moveTo>
                  <a:pt x="300128" y="32961"/>
                </a:moveTo>
                <a:cubicBezTo>
                  <a:pt x="296836" y="32961"/>
                  <a:pt x="294055" y="33717"/>
                  <a:pt x="291785" y="35229"/>
                </a:cubicBezTo>
                <a:cubicBezTo>
                  <a:pt x="289517" y="36742"/>
                  <a:pt x="287649" y="38633"/>
                  <a:pt x="286181" y="40903"/>
                </a:cubicBezTo>
                <a:cubicBezTo>
                  <a:pt x="284714" y="43171"/>
                  <a:pt x="283602" y="45662"/>
                  <a:pt x="282846" y="48376"/>
                </a:cubicBezTo>
                <a:cubicBezTo>
                  <a:pt x="282090" y="51089"/>
                  <a:pt x="281623" y="53647"/>
                  <a:pt x="281445" y="56048"/>
                </a:cubicBezTo>
                <a:cubicBezTo>
                  <a:pt x="284202" y="56138"/>
                  <a:pt x="287070" y="56228"/>
                  <a:pt x="290050" y="56317"/>
                </a:cubicBezTo>
                <a:cubicBezTo>
                  <a:pt x="293031" y="56405"/>
                  <a:pt x="295945" y="56449"/>
                  <a:pt x="298792" y="56449"/>
                </a:cubicBezTo>
                <a:cubicBezTo>
                  <a:pt x="301728" y="56449"/>
                  <a:pt x="304709" y="56405"/>
                  <a:pt x="307733" y="56317"/>
                </a:cubicBezTo>
                <a:cubicBezTo>
                  <a:pt x="310758" y="56228"/>
                  <a:pt x="313694" y="56138"/>
                  <a:pt x="316542" y="56048"/>
                </a:cubicBezTo>
                <a:cubicBezTo>
                  <a:pt x="316542" y="53647"/>
                  <a:pt x="316342" y="51112"/>
                  <a:pt x="315941" y="48443"/>
                </a:cubicBezTo>
                <a:cubicBezTo>
                  <a:pt x="315541" y="45773"/>
                  <a:pt x="314740" y="43281"/>
                  <a:pt x="313538" y="40968"/>
                </a:cubicBezTo>
                <a:cubicBezTo>
                  <a:pt x="312337" y="38655"/>
                  <a:pt x="310669" y="36742"/>
                  <a:pt x="308533" y="35229"/>
                </a:cubicBezTo>
                <a:cubicBezTo>
                  <a:pt x="306398" y="33717"/>
                  <a:pt x="303596" y="32961"/>
                  <a:pt x="300128" y="32961"/>
                </a:cubicBezTo>
                <a:moveTo>
                  <a:pt x="269301" y="63788"/>
                </a:moveTo>
                <a:cubicBezTo>
                  <a:pt x="269301" y="52845"/>
                  <a:pt x="271902" y="44260"/>
                  <a:pt x="277106" y="38033"/>
                </a:cubicBezTo>
                <a:cubicBezTo>
                  <a:pt x="282310" y="31805"/>
                  <a:pt x="289895" y="28691"/>
                  <a:pt x="299861" y="28691"/>
                </a:cubicBezTo>
                <a:cubicBezTo>
                  <a:pt x="304576" y="28691"/>
                  <a:pt x="308645" y="29425"/>
                  <a:pt x="312070" y="30894"/>
                </a:cubicBezTo>
                <a:cubicBezTo>
                  <a:pt x="315495" y="32362"/>
                  <a:pt x="318364" y="34319"/>
                  <a:pt x="320678" y="36765"/>
                </a:cubicBezTo>
                <a:cubicBezTo>
                  <a:pt x="322991" y="39211"/>
                  <a:pt x="324703" y="42080"/>
                  <a:pt x="325815" y="45372"/>
                </a:cubicBezTo>
                <a:cubicBezTo>
                  <a:pt x="326927" y="48664"/>
                  <a:pt x="327483" y="52178"/>
                  <a:pt x="327483" y="55914"/>
                </a:cubicBezTo>
                <a:cubicBezTo>
                  <a:pt x="327483" y="56804"/>
                  <a:pt x="327460" y="57673"/>
                  <a:pt x="327416" y="58518"/>
                </a:cubicBezTo>
                <a:cubicBezTo>
                  <a:pt x="327372" y="59363"/>
                  <a:pt x="327306" y="60229"/>
                  <a:pt x="327216" y="61119"/>
                </a:cubicBezTo>
                <a:cubicBezTo>
                  <a:pt x="322412" y="61030"/>
                  <a:pt x="317652" y="60942"/>
                  <a:pt x="312938" y="60854"/>
                </a:cubicBezTo>
                <a:cubicBezTo>
                  <a:pt x="308223" y="60764"/>
                  <a:pt x="303464" y="60720"/>
                  <a:pt x="298659" y="60720"/>
                </a:cubicBezTo>
                <a:cubicBezTo>
                  <a:pt x="295723" y="60720"/>
                  <a:pt x="292809" y="60764"/>
                  <a:pt x="289918" y="60854"/>
                </a:cubicBezTo>
                <a:cubicBezTo>
                  <a:pt x="287026" y="60942"/>
                  <a:pt x="284112" y="61030"/>
                  <a:pt x="281176" y="61119"/>
                </a:cubicBezTo>
                <a:cubicBezTo>
                  <a:pt x="281088" y="61564"/>
                  <a:pt x="281044" y="62231"/>
                  <a:pt x="281044" y="63120"/>
                </a:cubicBezTo>
                <a:lnTo>
                  <a:pt x="281044" y="64855"/>
                </a:lnTo>
                <a:cubicBezTo>
                  <a:pt x="281044" y="68325"/>
                  <a:pt x="281555" y="71573"/>
                  <a:pt x="282577" y="74599"/>
                </a:cubicBezTo>
                <a:cubicBezTo>
                  <a:pt x="283601" y="77623"/>
                  <a:pt x="285091" y="80226"/>
                  <a:pt x="287049" y="82406"/>
                </a:cubicBezTo>
                <a:cubicBezTo>
                  <a:pt x="289006" y="84585"/>
                  <a:pt x="291408" y="86319"/>
                  <a:pt x="294255" y="87610"/>
                </a:cubicBezTo>
                <a:cubicBezTo>
                  <a:pt x="297102" y="88900"/>
                  <a:pt x="300394" y="89545"/>
                  <a:pt x="304131" y="89545"/>
                </a:cubicBezTo>
                <a:cubicBezTo>
                  <a:pt x="305909" y="89545"/>
                  <a:pt x="307732" y="89301"/>
                  <a:pt x="309600" y="88812"/>
                </a:cubicBezTo>
                <a:cubicBezTo>
                  <a:pt x="311470" y="88322"/>
                  <a:pt x="313293" y="87654"/>
                  <a:pt x="315072" y="86808"/>
                </a:cubicBezTo>
                <a:cubicBezTo>
                  <a:pt x="316851" y="85962"/>
                  <a:pt x="318520" y="84962"/>
                  <a:pt x="320077" y="83807"/>
                </a:cubicBezTo>
                <a:cubicBezTo>
                  <a:pt x="321634" y="82650"/>
                  <a:pt x="322991" y="81404"/>
                  <a:pt x="324147" y="80068"/>
                </a:cubicBezTo>
                <a:lnTo>
                  <a:pt x="324815" y="80469"/>
                </a:lnTo>
                <a:lnTo>
                  <a:pt x="324015" y="87008"/>
                </a:lnTo>
                <a:cubicBezTo>
                  <a:pt x="321345" y="89143"/>
                  <a:pt x="318030" y="90967"/>
                  <a:pt x="314072" y="92479"/>
                </a:cubicBezTo>
                <a:cubicBezTo>
                  <a:pt x="310113" y="93991"/>
                  <a:pt x="305999" y="94748"/>
                  <a:pt x="301728" y="94748"/>
                </a:cubicBezTo>
                <a:cubicBezTo>
                  <a:pt x="296924" y="94748"/>
                  <a:pt x="292542" y="94014"/>
                  <a:pt x="288582" y="92546"/>
                </a:cubicBezTo>
                <a:cubicBezTo>
                  <a:pt x="284623" y="91079"/>
                  <a:pt x="281198" y="88944"/>
                  <a:pt x="278307" y="86142"/>
                </a:cubicBezTo>
                <a:cubicBezTo>
                  <a:pt x="275417" y="83339"/>
                  <a:pt x="273193" y="80025"/>
                  <a:pt x="271636" y="76199"/>
                </a:cubicBezTo>
                <a:cubicBezTo>
                  <a:pt x="270079" y="72374"/>
                  <a:pt x="269301" y="68237"/>
                  <a:pt x="269301" y="637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Disagree">
            <a:extLst xmlns:a="http://schemas.openxmlformats.org/drawingml/2006/main">
              <a:ext uri="{FF2B5EF4-FFF2-40B4-BE49-F238E27FC236}">
                <a16:creationId xmlns:a16="http://schemas.microsoft.com/office/drawing/2014/main" id="{AEE3D964-32F7-4091-BC1D-F1258648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081" y="1380603"/>
            <a:ext cx="488289" cy="128912"/>
          </a:xfrm>
          <a:custGeom xmlns:a="http://schemas.openxmlformats.org/drawingml/2006/main">
            <a:pathLst>
              <a:path w="488289" h="128912">
                <a:moveTo>
                  <a:pt x="1069" y="36299"/>
                </a:moveTo>
                <a:cubicBezTo>
                  <a:pt x="1069" y="30426"/>
                  <a:pt x="958" y="24665"/>
                  <a:pt x="735" y="19017"/>
                </a:cubicBezTo>
                <a:cubicBezTo>
                  <a:pt x="512" y="13367"/>
                  <a:pt x="267" y="7606"/>
                  <a:pt x="0" y="1735"/>
                </a:cubicBezTo>
                <a:cubicBezTo>
                  <a:pt x="3382" y="1913"/>
                  <a:pt x="6740" y="2069"/>
                  <a:pt x="10075" y="2203"/>
                </a:cubicBezTo>
                <a:cubicBezTo>
                  <a:pt x="13412" y="2336"/>
                  <a:pt x="16771" y="2403"/>
                  <a:pt x="20151" y="2403"/>
                </a:cubicBezTo>
                <a:cubicBezTo>
                  <a:pt x="23532" y="2403"/>
                  <a:pt x="26891" y="2291"/>
                  <a:pt x="30226" y="2069"/>
                </a:cubicBezTo>
                <a:cubicBezTo>
                  <a:pt x="33563" y="1846"/>
                  <a:pt x="36922" y="1735"/>
                  <a:pt x="40302" y="1735"/>
                </a:cubicBezTo>
                <a:cubicBezTo>
                  <a:pt x="48131" y="1735"/>
                  <a:pt x="54825" y="2758"/>
                  <a:pt x="60386" y="4804"/>
                </a:cubicBezTo>
                <a:cubicBezTo>
                  <a:pt x="65946" y="6849"/>
                  <a:pt x="70505" y="9763"/>
                  <a:pt x="74063" y="13545"/>
                </a:cubicBezTo>
                <a:cubicBezTo>
                  <a:pt x="77623" y="17326"/>
                  <a:pt x="80225" y="21952"/>
                  <a:pt x="81870" y="27424"/>
                </a:cubicBezTo>
                <a:cubicBezTo>
                  <a:pt x="83517" y="32895"/>
                  <a:pt x="84340" y="39056"/>
                  <a:pt x="84340" y="45906"/>
                </a:cubicBezTo>
                <a:cubicBezTo>
                  <a:pt x="84340" y="54803"/>
                  <a:pt x="82806" y="62298"/>
                  <a:pt x="79736" y="68392"/>
                </a:cubicBezTo>
                <a:cubicBezTo>
                  <a:pt x="76667" y="74486"/>
                  <a:pt x="72753" y="79402"/>
                  <a:pt x="67993" y="83139"/>
                </a:cubicBezTo>
                <a:cubicBezTo>
                  <a:pt x="63234" y="86875"/>
                  <a:pt x="57985" y="89521"/>
                  <a:pt x="52247" y="91078"/>
                </a:cubicBezTo>
                <a:cubicBezTo>
                  <a:pt x="46508" y="92635"/>
                  <a:pt x="41015" y="93414"/>
                  <a:pt x="35765" y="93414"/>
                </a:cubicBezTo>
                <a:cubicBezTo>
                  <a:pt x="32740" y="93414"/>
                  <a:pt x="29760" y="93369"/>
                  <a:pt x="26824" y="93279"/>
                </a:cubicBezTo>
                <a:cubicBezTo>
                  <a:pt x="23887" y="93191"/>
                  <a:pt x="20907" y="93147"/>
                  <a:pt x="17883" y="93147"/>
                </a:cubicBezTo>
                <a:cubicBezTo>
                  <a:pt x="14858" y="93147"/>
                  <a:pt x="11878" y="93147"/>
                  <a:pt x="8941" y="93147"/>
                </a:cubicBezTo>
                <a:cubicBezTo>
                  <a:pt x="6005" y="93147"/>
                  <a:pt x="3025" y="93236"/>
                  <a:pt x="0" y="93414"/>
                </a:cubicBezTo>
                <a:cubicBezTo>
                  <a:pt x="267" y="87898"/>
                  <a:pt x="512" y="82294"/>
                  <a:pt x="735" y="76600"/>
                </a:cubicBezTo>
                <a:cubicBezTo>
                  <a:pt x="958" y="70906"/>
                  <a:pt x="1069" y="65123"/>
                  <a:pt x="1069" y="59251"/>
                </a:cubicBezTo>
                <a:lnTo>
                  <a:pt x="1069" y="36299"/>
                </a:lnTo>
                <a:moveTo>
                  <a:pt x="12010" y="59251"/>
                </a:moveTo>
                <a:cubicBezTo>
                  <a:pt x="12010" y="68860"/>
                  <a:pt x="12277" y="78290"/>
                  <a:pt x="12812" y="87541"/>
                </a:cubicBezTo>
                <a:cubicBezTo>
                  <a:pt x="14680" y="87987"/>
                  <a:pt x="17215" y="88320"/>
                  <a:pt x="20418" y="88543"/>
                </a:cubicBezTo>
                <a:cubicBezTo>
                  <a:pt x="23621" y="88766"/>
                  <a:pt x="26913" y="88877"/>
                  <a:pt x="30294" y="88877"/>
                </a:cubicBezTo>
                <a:cubicBezTo>
                  <a:pt x="35186" y="88877"/>
                  <a:pt x="40079" y="88299"/>
                  <a:pt x="44971" y="87142"/>
                </a:cubicBezTo>
                <a:cubicBezTo>
                  <a:pt x="49865" y="85986"/>
                  <a:pt x="54247" y="83806"/>
                  <a:pt x="58117" y="80604"/>
                </a:cubicBezTo>
                <a:cubicBezTo>
                  <a:pt x="61987" y="77400"/>
                  <a:pt x="65146" y="73018"/>
                  <a:pt x="67592" y="67458"/>
                </a:cubicBezTo>
                <a:cubicBezTo>
                  <a:pt x="70038" y="61897"/>
                  <a:pt x="71261" y="54713"/>
                  <a:pt x="71261" y="45906"/>
                </a:cubicBezTo>
                <a:cubicBezTo>
                  <a:pt x="71261" y="38166"/>
                  <a:pt x="70305" y="31806"/>
                  <a:pt x="68392" y="26824"/>
                </a:cubicBezTo>
                <a:cubicBezTo>
                  <a:pt x="66479" y="21842"/>
                  <a:pt x="63855" y="17905"/>
                  <a:pt x="60518" y="15013"/>
                </a:cubicBezTo>
                <a:cubicBezTo>
                  <a:pt x="57183" y="12122"/>
                  <a:pt x="53202" y="10120"/>
                  <a:pt x="48575" y="9008"/>
                </a:cubicBezTo>
                <a:cubicBezTo>
                  <a:pt x="43949" y="7895"/>
                  <a:pt x="38878" y="7339"/>
                  <a:pt x="33362" y="7339"/>
                </a:cubicBezTo>
                <a:cubicBezTo>
                  <a:pt x="29359" y="7339"/>
                  <a:pt x="25622" y="7472"/>
                  <a:pt x="22153" y="7740"/>
                </a:cubicBezTo>
                <a:cubicBezTo>
                  <a:pt x="18683" y="8007"/>
                  <a:pt x="15569" y="8319"/>
                  <a:pt x="12812" y="8675"/>
                </a:cubicBezTo>
                <a:cubicBezTo>
                  <a:pt x="12545" y="12944"/>
                  <a:pt x="12344" y="17414"/>
                  <a:pt x="12209" y="22085"/>
                </a:cubicBezTo>
                <a:cubicBezTo>
                  <a:pt x="12076" y="26757"/>
                  <a:pt x="12010" y="31494"/>
                  <a:pt x="12010" y="36299"/>
                </a:cubicBezTo>
                <a:lnTo>
                  <a:pt x="12010" y="59251"/>
                </a:lnTo>
                <a:close/>
                <a:moveTo>
                  <a:pt x="103557" y="6805"/>
                </a:moveTo>
                <a:cubicBezTo>
                  <a:pt x="103557" y="4937"/>
                  <a:pt x="104224" y="3336"/>
                  <a:pt x="105558" y="2002"/>
                </a:cubicBezTo>
                <a:cubicBezTo>
                  <a:pt x="106893" y="667"/>
                  <a:pt x="108495" y="0"/>
                  <a:pt x="110364" y="0"/>
                </a:cubicBezTo>
                <a:cubicBezTo>
                  <a:pt x="112232" y="0"/>
                  <a:pt x="113833" y="667"/>
                  <a:pt x="115167" y="2002"/>
                </a:cubicBezTo>
                <a:cubicBezTo>
                  <a:pt x="116502" y="3336"/>
                  <a:pt x="117169" y="4937"/>
                  <a:pt x="117169" y="6805"/>
                </a:cubicBezTo>
                <a:cubicBezTo>
                  <a:pt x="117169" y="8673"/>
                  <a:pt x="116502" y="10275"/>
                  <a:pt x="115167" y="11611"/>
                </a:cubicBezTo>
                <a:cubicBezTo>
                  <a:pt x="113833" y="12945"/>
                  <a:pt x="112232" y="13612"/>
                  <a:pt x="110364" y="13612"/>
                </a:cubicBezTo>
                <a:cubicBezTo>
                  <a:pt x="108495" y="13612"/>
                  <a:pt x="106893" y="12945"/>
                  <a:pt x="105558" y="11611"/>
                </a:cubicBezTo>
                <a:cubicBezTo>
                  <a:pt x="104224" y="10275"/>
                  <a:pt x="103557" y="8673"/>
                  <a:pt x="103557" y="6805"/>
                </a:cubicBezTo>
                <a:moveTo>
                  <a:pt x="105426" y="54981"/>
                </a:moveTo>
                <a:cubicBezTo>
                  <a:pt x="105426" y="50978"/>
                  <a:pt x="105359" y="46774"/>
                  <a:pt x="105224" y="42371"/>
                </a:cubicBezTo>
                <a:cubicBezTo>
                  <a:pt x="105091" y="37967"/>
                  <a:pt x="104802" y="33852"/>
                  <a:pt x="104357" y="30025"/>
                </a:cubicBezTo>
                <a:cubicBezTo>
                  <a:pt x="106848" y="30470"/>
                  <a:pt x="108850" y="30693"/>
                  <a:pt x="110364" y="30693"/>
                </a:cubicBezTo>
                <a:cubicBezTo>
                  <a:pt x="111876" y="30693"/>
                  <a:pt x="113878" y="30470"/>
                  <a:pt x="116369" y="30025"/>
                </a:cubicBezTo>
                <a:cubicBezTo>
                  <a:pt x="115924" y="33852"/>
                  <a:pt x="115634" y="37967"/>
                  <a:pt x="115499" y="42371"/>
                </a:cubicBezTo>
                <a:cubicBezTo>
                  <a:pt x="115366" y="46774"/>
                  <a:pt x="115300" y="50978"/>
                  <a:pt x="115300" y="54981"/>
                </a:cubicBezTo>
                <a:lnTo>
                  <a:pt x="115300" y="68858"/>
                </a:lnTo>
                <a:cubicBezTo>
                  <a:pt x="115300" y="72863"/>
                  <a:pt x="115366" y="77067"/>
                  <a:pt x="115499" y="81471"/>
                </a:cubicBezTo>
                <a:cubicBezTo>
                  <a:pt x="115634" y="85875"/>
                  <a:pt x="115924" y="89856"/>
                  <a:pt x="116369" y="93414"/>
                </a:cubicBezTo>
                <a:cubicBezTo>
                  <a:pt x="114322" y="93236"/>
                  <a:pt x="112320" y="93147"/>
                  <a:pt x="110364" y="93147"/>
                </a:cubicBezTo>
                <a:cubicBezTo>
                  <a:pt x="108406" y="93147"/>
                  <a:pt x="106404" y="93236"/>
                  <a:pt x="104357" y="93414"/>
                </a:cubicBezTo>
                <a:cubicBezTo>
                  <a:pt x="104802" y="89856"/>
                  <a:pt x="105091" y="85875"/>
                  <a:pt x="105224" y="81471"/>
                </a:cubicBezTo>
                <a:cubicBezTo>
                  <a:pt x="105359" y="77067"/>
                  <a:pt x="105426" y="72863"/>
                  <a:pt x="105426" y="68858"/>
                </a:cubicBezTo>
                <a:lnTo>
                  <a:pt x="105426" y="54981"/>
                </a:lnTo>
                <a:close/>
                <a:moveTo>
                  <a:pt x="138387" y="81003"/>
                </a:moveTo>
                <a:cubicBezTo>
                  <a:pt x="138832" y="81893"/>
                  <a:pt x="139522" y="82872"/>
                  <a:pt x="140456" y="83939"/>
                </a:cubicBezTo>
                <a:cubicBezTo>
                  <a:pt x="141390" y="85006"/>
                  <a:pt x="142501" y="86007"/>
                  <a:pt x="143791" y="86943"/>
                </a:cubicBezTo>
                <a:cubicBezTo>
                  <a:pt x="145082" y="87877"/>
                  <a:pt x="146550" y="88655"/>
                  <a:pt x="148196" y="89278"/>
                </a:cubicBezTo>
                <a:cubicBezTo>
                  <a:pt x="149841" y="89900"/>
                  <a:pt x="151598" y="90211"/>
                  <a:pt x="153467" y="90211"/>
                </a:cubicBezTo>
                <a:cubicBezTo>
                  <a:pt x="155158" y="90211"/>
                  <a:pt x="156781" y="89944"/>
                  <a:pt x="158338" y="89411"/>
                </a:cubicBezTo>
                <a:cubicBezTo>
                  <a:pt x="159895" y="88877"/>
                  <a:pt x="161274" y="88121"/>
                  <a:pt x="162474" y="87142"/>
                </a:cubicBezTo>
                <a:cubicBezTo>
                  <a:pt x="163675" y="86163"/>
                  <a:pt x="164632" y="84918"/>
                  <a:pt x="165343" y="83406"/>
                </a:cubicBezTo>
                <a:cubicBezTo>
                  <a:pt x="166056" y="81893"/>
                  <a:pt x="166412" y="80158"/>
                  <a:pt x="166412" y="78201"/>
                </a:cubicBezTo>
                <a:cubicBezTo>
                  <a:pt x="166412" y="75442"/>
                  <a:pt x="165633" y="73329"/>
                  <a:pt x="164076" y="71862"/>
                </a:cubicBezTo>
                <a:cubicBezTo>
                  <a:pt x="162519" y="70395"/>
                  <a:pt x="160584" y="69194"/>
                  <a:pt x="158271" y="68260"/>
                </a:cubicBezTo>
                <a:cubicBezTo>
                  <a:pt x="155958" y="67324"/>
                  <a:pt x="153422" y="66501"/>
                  <a:pt x="150663" y="65790"/>
                </a:cubicBezTo>
                <a:cubicBezTo>
                  <a:pt x="147906" y="65078"/>
                  <a:pt x="145371" y="64078"/>
                  <a:pt x="143058" y="62788"/>
                </a:cubicBezTo>
                <a:cubicBezTo>
                  <a:pt x="140745" y="61497"/>
                  <a:pt x="138810" y="59785"/>
                  <a:pt x="137253" y="57651"/>
                </a:cubicBezTo>
                <a:cubicBezTo>
                  <a:pt x="135696" y="55515"/>
                  <a:pt x="134917" y="52579"/>
                  <a:pt x="134917" y="48842"/>
                </a:cubicBezTo>
                <a:cubicBezTo>
                  <a:pt x="134917" y="45906"/>
                  <a:pt x="135406" y="43214"/>
                  <a:pt x="136385" y="40768"/>
                </a:cubicBezTo>
                <a:cubicBezTo>
                  <a:pt x="137364" y="38322"/>
                  <a:pt x="138787" y="36209"/>
                  <a:pt x="140655" y="34429"/>
                </a:cubicBezTo>
                <a:cubicBezTo>
                  <a:pt x="142523" y="32650"/>
                  <a:pt x="144836" y="31249"/>
                  <a:pt x="147595" y="30226"/>
                </a:cubicBezTo>
                <a:cubicBezTo>
                  <a:pt x="150353" y="29203"/>
                  <a:pt x="153512" y="28691"/>
                  <a:pt x="157070" y="28691"/>
                </a:cubicBezTo>
                <a:cubicBezTo>
                  <a:pt x="160362" y="28691"/>
                  <a:pt x="163142" y="29136"/>
                  <a:pt x="165410" y="30027"/>
                </a:cubicBezTo>
                <a:cubicBezTo>
                  <a:pt x="167679" y="30916"/>
                  <a:pt x="169836" y="31716"/>
                  <a:pt x="171883" y="32428"/>
                </a:cubicBezTo>
                <a:cubicBezTo>
                  <a:pt x="171171" y="33762"/>
                  <a:pt x="170503" y="35408"/>
                  <a:pt x="169880" y="37366"/>
                </a:cubicBezTo>
                <a:cubicBezTo>
                  <a:pt x="169258" y="39323"/>
                  <a:pt x="168858" y="40835"/>
                  <a:pt x="168680" y="41902"/>
                </a:cubicBezTo>
                <a:lnTo>
                  <a:pt x="167078" y="41902"/>
                </a:lnTo>
                <a:cubicBezTo>
                  <a:pt x="166367" y="39767"/>
                  <a:pt x="164987" y="37854"/>
                  <a:pt x="162940" y="36164"/>
                </a:cubicBezTo>
                <a:cubicBezTo>
                  <a:pt x="160894" y="34474"/>
                  <a:pt x="158359" y="33629"/>
                  <a:pt x="155335" y="33629"/>
                </a:cubicBezTo>
                <a:cubicBezTo>
                  <a:pt x="154000" y="33629"/>
                  <a:pt x="152666" y="33852"/>
                  <a:pt x="151331" y="34297"/>
                </a:cubicBezTo>
                <a:cubicBezTo>
                  <a:pt x="149997" y="34741"/>
                  <a:pt x="148796" y="35408"/>
                  <a:pt x="147727" y="36299"/>
                </a:cubicBezTo>
                <a:cubicBezTo>
                  <a:pt x="146660" y="37188"/>
                  <a:pt x="145771" y="38344"/>
                  <a:pt x="145060" y="39768"/>
                </a:cubicBezTo>
                <a:cubicBezTo>
                  <a:pt x="144348" y="41191"/>
                  <a:pt x="143993" y="42881"/>
                  <a:pt x="143993" y="44839"/>
                </a:cubicBezTo>
                <a:cubicBezTo>
                  <a:pt x="143993" y="47685"/>
                  <a:pt x="144771" y="49887"/>
                  <a:pt x="146326" y="51444"/>
                </a:cubicBezTo>
                <a:cubicBezTo>
                  <a:pt x="147883" y="53001"/>
                  <a:pt x="149818" y="54225"/>
                  <a:pt x="152132" y="55116"/>
                </a:cubicBezTo>
                <a:cubicBezTo>
                  <a:pt x="154445" y="56005"/>
                  <a:pt x="156980" y="56783"/>
                  <a:pt x="159737" y="57451"/>
                </a:cubicBezTo>
                <a:cubicBezTo>
                  <a:pt x="162496" y="58118"/>
                  <a:pt x="165031" y="59052"/>
                  <a:pt x="167345" y="60253"/>
                </a:cubicBezTo>
                <a:cubicBezTo>
                  <a:pt x="169658" y="61453"/>
                  <a:pt x="171593" y="63121"/>
                  <a:pt x="173150" y="65256"/>
                </a:cubicBezTo>
                <a:cubicBezTo>
                  <a:pt x="174707" y="67392"/>
                  <a:pt x="175486" y="70327"/>
                  <a:pt x="175486" y="74063"/>
                </a:cubicBezTo>
                <a:cubicBezTo>
                  <a:pt x="175486" y="76644"/>
                  <a:pt x="174930" y="79180"/>
                  <a:pt x="173818" y="81671"/>
                </a:cubicBezTo>
                <a:cubicBezTo>
                  <a:pt x="172706" y="84162"/>
                  <a:pt x="171104" y="86408"/>
                  <a:pt x="169012" y="88411"/>
                </a:cubicBezTo>
                <a:cubicBezTo>
                  <a:pt x="166922" y="90412"/>
                  <a:pt x="164408" y="91968"/>
                  <a:pt x="161472" y="93080"/>
                </a:cubicBezTo>
                <a:cubicBezTo>
                  <a:pt x="158537" y="94192"/>
                  <a:pt x="155202" y="94748"/>
                  <a:pt x="151466" y="94748"/>
                </a:cubicBezTo>
                <a:cubicBezTo>
                  <a:pt x="147373" y="94748"/>
                  <a:pt x="143947" y="94347"/>
                  <a:pt x="141189" y="93546"/>
                </a:cubicBezTo>
                <a:cubicBezTo>
                  <a:pt x="138432" y="92747"/>
                  <a:pt x="136118" y="91813"/>
                  <a:pt x="134249" y="90744"/>
                </a:cubicBezTo>
                <a:cubicBezTo>
                  <a:pt x="134784" y="89588"/>
                  <a:pt x="135341" y="88009"/>
                  <a:pt x="135919" y="86008"/>
                </a:cubicBezTo>
                <a:cubicBezTo>
                  <a:pt x="136497" y="84006"/>
                  <a:pt x="136786" y="82337"/>
                  <a:pt x="136786" y="81003"/>
                </a:cubicBezTo>
                <a:lnTo>
                  <a:pt x="138387" y="81003"/>
                </a:lnTo>
                <a:close/>
                <a:moveTo>
                  <a:pt x="225261" y="60186"/>
                </a:moveTo>
                <a:cubicBezTo>
                  <a:pt x="223749" y="60720"/>
                  <a:pt x="221992" y="61164"/>
                  <a:pt x="219989" y="61520"/>
                </a:cubicBezTo>
                <a:cubicBezTo>
                  <a:pt x="217988" y="61875"/>
                  <a:pt x="215965" y="62254"/>
                  <a:pt x="213919" y="62654"/>
                </a:cubicBezTo>
                <a:cubicBezTo>
                  <a:pt x="211873" y="63054"/>
                  <a:pt x="209849" y="63566"/>
                  <a:pt x="207847" y="64189"/>
                </a:cubicBezTo>
                <a:cubicBezTo>
                  <a:pt x="205845" y="64811"/>
                  <a:pt x="204065" y="65656"/>
                  <a:pt x="202508" y="66724"/>
                </a:cubicBezTo>
                <a:cubicBezTo>
                  <a:pt x="200952" y="67791"/>
                  <a:pt x="199707" y="69126"/>
                  <a:pt x="198771" y="70728"/>
                </a:cubicBezTo>
                <a:cubicBezTo>
                  <a:pt x="197837" y="72330"/>
                  <a:pt x="197370" y="74376"/>
                  <a:pt x="197370" y="76867"/>
                </a:cubicBezTo>
                <a:cubicBezTo>
                  <a:pt x="197370" y="81048"/>
                  <a:pt x="198571" y="84207"/>
                  <a:pt x="200973" y="86342"/>
                </a:cubicBezTo>
                <a:cubicBezTo>
                  <a:pt x="203375" y="88477"/>
                  <a:pt x="206045" y="89545"/>
                  <a:pt x="208981" y="89545"/>
                </a:cubicBezTo>
                <a:cubicBezTo>
                  <a:pt x="212361" y="89545"/>
                  <a:pt x="215452" y="88611"/>
                  <a:pt x="218254" y="86743"/>
                </a:cubicBezTo>
                <a:cubicBezTo>
                  <a:pt x="221058" y="84874"/>
                  <a:pt x="223215" y="82694"/>
                  <a:pt x="224728" y="80203"/>
                </a:cubicBezTo>
                <a:lnTo>
                  <a:pt x="225261" y="60186"/>
                </a:lnTo>
                <a:moveTo>
                  <a:pt x="192300" y="36431"/>
                </a:moveTo>
                <a:cubicBezTo>
                  <a:pt x="196303" y="33406"/>
                  <a:pt x="199995" y="31361"/>
                  <a:pt x="203375" y="30294"/>
                </a:cubicBezTo>
                <a:cubicBezTo>
                  <a:pt x="206757" y="29225"/>
                  <a:pt x="210227" y="28691"/>
                  <a:pt x="213785" y="28691"/>
                </a:cubicBezTo>
                <a:cubicBezTo>
                  <a:pt x="216989" y="28691"/>
                  <a:pt x="219925" y="29158"/>
                  <a:pt x="222594" y="30092"/>
                </a:cubicBezTo>
                <a:cubicBezTo>
                  <a:pt x="225263" y="31026"/>
                  <a:pt x="227531" y="32360"/>
                  <a:pt x="229399" y="34095"/>
                </a:cubicBezTo>
                <a:cubicBezTo>
                  <a:pt x="231267" y="35830"/>
                  <a:pt x="232734" y="37921"/>
                  <a:pt x="233801" y="40369"/>
                </a:cubicBezTo>
                <a:cubicBezTo>
                  <a:pt x="234870" y="42815"/>
                  <a:pt x="235404" y="45506"/>
                  <a:pt x="235404" y="48441"/>
                </a:cubicBezTo>
                <a:cubicBezTo>
                  <a:pt x="235404" y="53512"/>
                  <a:pt x="235315" y="58562"/>
                  <a:pt x="235137" y="63589"/>
                </a:cubicBezTo>
                <a:cubicBezTo>
                  <a:pt x="234959" y="68615"/>
                  <a:pt x="234870" y="73931"/>
                  <a:pt x="234870" y="79535"/>
                </a:cubicBezTo>
                <a:cubicBezTo>
                  <a:pt x="234870" y="80603"/>
                  <a:pt x="234893" y="81738"/>
                  <a:pt x="234938" y="82939"/>
                </a:cubicBezTo>
                <a:cubicBezTo>
                  <a:pt x="234982" y="84139"/>
                  <a:pt x="235183" y="85206"/>
                  <a:pt x="235538" y="86140"/>
                </a:cubicBezTo>
                <a:cubicBezTo>
                  <a:pt x="235894" y="87074"/>
                  <a:pt x="236405" y="87853"/>
                  <a:pt x="237072" y="88476"/>
                </a:cubicBezTo>
                <a:cubicBezTo>
                  <a:pt x="237739" y="89099"/>
                  <a:pt x="238741" y="89411"/>
                  <a:pt x="240075" y="89411"/>
                </a:cubicBezTo>
                <a:cubicBezTo>
                  <a:pt x="240520" y="89411"/>
                  <a:pt x="240987" y="89388"/>
                  <a:pt x="241476" y="89343"/>
                </a:cubicBezTo>
                <a:cubicBezTo>
                  <a:pt x="241966" y="89299"/>
                  <a:pt x="242433" y="89143"/>
                  <a:pt x="242877" y="88877"/>
                </a:cubicBezTo>
                <a:lnTo>
                  <a:pt x="242877" y="91813"/>
                </a:lnTo>
                <a:cubicBezTo>
                  <a:pt x="241898" y="92257"/>
                  <a:pt x="240675" y="92613"/>
                  <a:pt x="239208" y="92880"/>
                </a:cubicBezTo>
                <a:cubicBezTo>
                  <a:pt x="237740" y="93148"/>
                  <a:pt x="236117" y="93282"/>
                  <a:pt x="234337" y="93282"/>
                </a:cubicBezTo>
                <a:cubicBezTo>
                  <a:pt x="231490" y="93282"/>
                  <a:pt x="229311" y="92548"/>
                  <a:pt x="227798" y="91080"/>
                </a:cubicBezTo>
                <a:cubicBezTo>
                  <a:pt x="226286" y="89611"/>
                  <a:pt x="225396" y="87720"/>
                  <a:pt x="225129" y="85407"/>
                </a:cubicBezTo>
                <a:cubicBezTo>
                  <a:pt x="221926" y="88610"/>
                  <a:pt x="218768" y="90967"/>
                  <a:pt x="215654" y="92479"/>
                </a:cubicBezTo>
                <a:cubicBezTo>
                  <a:pt x="212540" y="93991"/>
                  <a:pt x="208714" y="94748"/>
                  <a:pt x="204178" y="94748"/>
                </a:cubicBezTo>
                <a:cubicBezTo>
                  <a:pt x="201953" y="94748"/>
                  <a:pt x="199773" y="94436"/>
                  <a:pt x="197637" y="93813"/>
                </a:cubicBezTo>
                <a:cubicBezTo>
                  <a:pt x="195503" y="93191"/>
                  <a:pt x="193613" y="92169"/>
                  <a:pt x="191966" y="90746"/>
                </a:cubicBezTo>
                <a:cubicBezTo>
                  <a:pt x="190321" y="89322"/>
                  <a:pt x="188986" y="87610"/>
                  <a:pt x="187963" y="85609"/>
                </a:cubicBezTo>
                <a:cubicBezTo>
                  <a:pt x="186941" y="83607"/>
                  <a:pt x="186430" y="81315"/>
                  <a:pt x="186430" y="78734"/>
                </a:cubicBezTo>
                <a:cubicBezTo>
                  <a:pt x="186430" y="73397"/>
                  <a:pt x="188097" y="69260"/>
                  <a:pt x="191433" y="66325"/>
                </a:cubicBezTo>
                <a:cubicBezTo>
                  <a:pt x="194769" y="63389"/>
                  <a:pt x="199373" y="61432"/>
                  <a:pt x="205245" y="60453"/>
                </a:cubicBezTo>
                <a:cubicBezTo>
                  <a:pt x="210049" y="59652"/>
                  <a:pt x="213808" y="58962"/>
                  <a:pt x="216522" y="58384"/>
                </a:cubicBezTo>
                <a:cubicBezTo>
                  <a:pt x="219235" y="57806"/>
                  <a:pt x="221237" y="57205"/>
                  <a:pt x="222526" y="56582"/>
                </a:cubicBezTo>
                <a:cubicBezTo>
                  <a:pt x="223816" y="55959"/>
                  <a:pt x="224594" y="55225"/>
                  <a:pt x="224860" y="54381"/>
                </a:cubicBezTo>
                <a:cubicBezTo>
                  <a:pt x="225127" y="53535"/>
                  <a:pt x="225261" y="52445"/>
                  <a:pt x="225261" y="51110"/>
                </a:cubicBezTo>
                <a:cubicBezTo>
                  <a:pt x="225261" y="48887"/>
                  <a:pt x="224994" y="46752"/>
                  <a:pt x="224461" y="44706"/>
                </a:cubicBezTo>
                <a:cubicBezTo>
                  <a:pt x="223927" y="42659"/>
                  <a:pt x="223082" y="40879"/>
                  <a:pt x="221926" y="39367"/>
                </a:cubicBezTo>
                <a:cubicBezTo>
                  <a:pt x="220769" y="37855"/>
                  <a:pt x="219257" y="36632"/>
                  <a:pt x="217389" y="35698"/>
                </a:cubicBezTo>
                <a:cubicBezTo>
                  <a:pt x="215521" y="34764"/>
                  <a:pt x="213253" y="34297"/>
                  <a:pt x="210584" y="34297"/>
                </a:cubicBezTo>
                <a:cubicBezTo>
                  <a:pt x="207024" y="34297"/>
                  <a:pt x="203710" y="35098"/>
                  <a:pt x="200641" y="36700"/>
                </a:cubicBezTo>
                <a:cubicBezTo>
                  <a:pt x="197571" y="38300"/>
                  <a:pt x="195281" y="40524"/>
                  <a:pt x="193768" y="43371"/>
                </a:cubicBezTo>
                <a:lnTo>
                  <a:pt x="192300" y="43371"/>
                </a:lnTo>
                <a:lnTo>
                  <a:pt x="192300" y="36431"/>
                </a:lnTo>
                <a:close/>
                <a:moveTo>
                  <a:pt x="301595" y="107560"/>
                </a:moveTo>
                <a:cubicBezTo>
                  <a:pt x="301595" y="102222"/>
                  <a:pt x="300038" y="98486"/>
                  <a:pt x="296924" y="96350"/>
                </a:cubicBezTo>
                <a:cubicBezTo>
                  <a:pt x="293811" y="94215"/>
                  <a:pt x="288651" y="93147"/>
                  <a:pt x="281444" y="93147"/>
                </a:cubicBezTo>
                <a:cubicBezTo>
                  <a:pt x="274772" y="93147"/>
                  <a:pt x="269612" y="94237"/>
                  <a:pt x="265964" y="96415"/>
                </a:cubicBezTo>
                <a:cubicBezTo>
                  <a:pt x="262317" y="98595"/>
                  <a:pt x="260493" y="102533"/>
                  <a:pt x="260493" y="108228"/>
                </a:cubicBezTo>
                <a:cubicBezTo>
                  <a:pt x="260493" y="111252"/>
                  <a:pt x="261004" y="113832"/>
                  <a:pt x="262026" y="115968"/>
                </a:cubicBezTo>
                <a:cubicBezTo>
                  <a:pt x="263050" y="118103"/>
                  <a:pt x="264429" y="119838"/>
                  <a:pt x="266164" y="121172"/>
                </a:cubicBezTo>
                <a:cubicBezTo>
                  <a:pt x="267899" y="122507"/>
                  <a:pt x="269967" y="123485"/>
                  <a:pt x="272368" y="124107"/>
                </a:cubicBezTo>
                <a:cubicBezTo>
                  <a:pt x="274771" y="124730"/>
                  <a:pt x="277352" y="125041"/>
                  <a:pt x="280110" y="125041"/>
                </a:cubicBezTo>
                <a:cubicBezTo>
                  <a:pt x="282779" y="125041"/>
                  <a:pt x="285403" y="124686"/>
                  <a:pt x="287983" y="123974"/>
                </a:cubicBezTo>
                <a:cubicBezTo>
                  <a:pt x="290563" y="123263"/>
                  <a:pt x="292854" y="122195"/>
                  <a:pt x="294855" y="120771"/>
                </a:cubicBezTo>
                <a:cubicBezTo>
                  <a:pt x="296857" y="119347"/>
                  <a:pt x="298481" y="117545"/>
                  <a:pt x="299726" y="115365"/>
                </a:cubicBezTo>
                <a:cubicBezTo>
                  <a:pt x="300972" y="113186"/>
                  <a:pt x="301595" y="110584"/>
                  <a:pt x="301595" y="107560"/>
                </a:cubicBezTo>
                <a:moveTo>
                  <a:pt x="294389" y="49777"/>
                </a:moveTo>
                <a:cubicBezTo>
                  <a:pt x="294389" y="44171"/>
                  <a:pt x="293054" y="39901"/>
                  <a:pt x="290385" y="36966"/>
                </a:cubicBezTo>
                <a:cubicBezTo>
                  <a:pt x="287716" y="34030"/>
                  <a:pt x="284203" y="32562"/>
                  <a:pt x="279844" y="32562"/>
                </a:cubicBezTo>
                <a:cubicBezTo>
                  <a:pt x="275039" y="32562"/>
                  <a:pt x="271303" y="34186"/>
                  <a:pt x="268634" y="37433"/>
                </a:cubicBezTo>
                <a:cubicBezTo>
                  <a:pt x="265965" y="40680"/>
                  <a:pt x="264631" y="45016"/>
                  <a:pt x="264631" y="50442"/>
                </a:cubicBezTo>
                <a:cubicBezTo>
                  <a:pt x="264631" y="56048"/>
                  <a:pt x="265854" y="60474"/>
                  <a:pt x="268300" y="63721"/>
                </a:cubicBezTo>
                <a:cubicBezTo>
                  <a:pt x="270746" y="66968"/>
                  <a:pt x="274549" y="68592"/>
                  <a:pt x="279709" y="68592"/>
                </a:cubicBezTo>
                <a:cubicBezTo>
                  <a:pt x="282290" y="68592"/>
                  <a:pt x="284492" y="68081"/>
                  <a:pt x="286315" y="67058"/>
                </a:cubicBezTo>
                <a:cubicBezTo>
                  <a:pt x="288139" y="66035"/>
                  <a:pt x="289652" y="64656"/>
                  <a:pt x="290852" y="62921"/>
                </a:cubicBezTo>
                <a:cubicBezTo>
                  <a:pt x="292053" y="61186"/>
                  <a:pt x="292943" y="59184"/>
                  <a:pt x="293521" y="56916"/>
                </a:cubicBezTo>
                <a:cubicBezTo>
                  <a:pt x="294099" y="54647"/>
                  <a:pt x="294389" y="52268"/>
                  <a:pt x="294389" y="49777"/>
                </a:cubicBezTo>
                <a:moveTo>
                  <a:pt x="254221" y="50442"/>
                </a:moveTo>
                <a:cubicBezTo>
                  <a:pt x="254221" y="46707"/>
                  <a:pt x="254888" y="43482"/>
                  <a:pt x="256223" y="40768"/>
                </a:cubicBezTo>
                <a:cubicBezTo>
                  <a:pt x="257557" y="38054"/>
                  <a:pt x="259403" y="35808"/>
                  <a:pt x="261759" y="34030"/>
                </a:cubicBezTo>
                <a:cubicBezTo>
                  <a:pt x="264117" y="32250"/>
                  <a:pt x="266831" y="30916"/>
                  <a:pt x="269900" y="30027"/>
                </a:cubicBezTo>
                <a:cubicBezTo>
                  <a:pt x="272970" y="29136"/>
                  <a:pt x="276239" y="28691"/>
                  <a:pt x="279709" y="28691"/>
                </a:cubicBezTo>
                <a:cubicBezTo>
                  <a:pt x="281399" y="28691"/>
                  <a:pt x="283023" y="28736"/>
                  <a:pt x="284580" y="28825"/>
                </a:cubicBezTo>
                <a:cubicBezTo>
                  <a:pt x="286137" y="28914"/>
                  <a:pt x="288117" y="29047"/>
                  <a:pt x="290520" y="29225"/>
                </a:cubicBezTo>
                <a:cubicBezTo>
                  <a:pt x="292565" y="29402"/>
                  <a:pt x="294389" y="29536"/>
                  <a:pt x="295989" y="29626"/>
                </a:cubicBezTo>
                <a:cubicBezTo>
                  <a:pt x="297591" y="29714"/>
                  <a:pt x="298881" y="29758"/>
                  <a:pt x="299860" y="29758"/>
                </a:cubicBezTo>
                <a:cubicBezTo>
                  <a:pt x="304842" y="29758"/>
                  <a:pt x="308446" y="29536"/>
                  <a:pt x="310671" y="29092"/>
                </a:cubicBezTo>
                <a:cubicBezTo>
                  <a:pt x="310581" y="29536"/>
                  <a:pt x="310514" y="30003"/>
                  <a:pt x="310469" y="30493"/>
                </a:cubicBezTo>
                <a:cubicBezTo>
                  <a:pt x="310424" y="30982"/>
                  <a:pt x="310402" y="31449"/>
                  <a:pt x="310402" y="31894"/>
                </a:cubicBezTo>
                <a:cubicBezTo>
                  <a:pt x="310402" y="32339"/>
                  <a:pt x="310424" y="32807"/>
                  <a:pt x="310469" y="33297"/>
                </a:cubicBezTo>
                <a:cubicBezTo>
                  <a:pt x="310514" y="33786"/>
                  <a:pt x="310581" y="34252"/>
                  <a:pt x="310671" y="34696"/>
                </a:cubicBezTo>
                <a:cubicBezTo>
                  <a:pt x="308090" y="34518"/>
                  <a:pt x="305577" y="34318"/>
                  <a:pt x="303130" y="34095"/>
                </a:cubicBezTo>
                <a:cubicBezTo>
                  <a:pt x="300684" y="33873"/>
                  <a:pt x="298260" y="33717"/>
                  <a:pt x="295857" y="33629"/>
                </a:cubicBezTo>
                <a:lnTo>
                  <a:pt x="295590" y="33896"/>
                </a:lnTo>
                <a:cubicBezTo>
                  <a:pt x="298348" y="35408"/>
                  <a:pt x="300573" y="37744"/>
                  <a:pt x="302263" y="40903"/>
                </a:cubicBezTo>
                <a:cubicBezTo>
                  <a:pt x="303953" y="44060"/>
                  <a:pt x="304798" y="47330"/>
                  <a:pt x="304798" y="50711"/>
                </a:cubicBezTo>
                <a:cubicBezTo>
                  <a:pt x="304798" y="57383"/>
                  <a:pt x="302551" y="62610"/>
                  <a:pt x="298058" y="66391"/>
                </a:cubicBezTo>
                <a:cubicBezTo>
                  <a:pt x="293566" y="70171"/>
                  <a:pt x="287539" y="72062"/>
                  <a:pt x="279976" y="72062"/>
                </a:cubicBezTo>
                <a:cubicBezTo>
                  <a:pt x="278731" y="72062"/>
                  <a:pt x="277508" y="72017"/>
                  <a:pt x="276307" y="71929"/>
                </a:cubicBezTo>
                <a:cubicBezTo>
                  <a:pt x="275105" y="71840"/>
                  <a:pt x="273882" y="71795"/>
                  <a:pt x="272637" y="71795"/>
                </a:cubicBezTo>
                <a:cubicBezTo>
                  <a:pt x="271035" y="71795"/>
                  <a:pt x="269545" y="72373"/>
                  <a:pt x="268166" y="73530"/>
                </a:cubicBezTo>
                <a:cubicBezTo>
                  <a:pt x="266788" y="74686"/>
                  <a:pt x="266099" y="76154"/>
                  <a:pt x="266099" y="77934"/>
                </a:cubicBezTo>
                <a:cubicBezTo>
                  <a:pt x="266099" y="80247"/>
                  <a:pt x="266655" y="81938"/>
                  <a:pt x="267766" y="83006"/>
                </a:cubicBezTo>
                <a:cubicBezTo>
                  <a:pt x="268878" y="84073"/>
                  <a:pt x="270946" y="84651"/>
                  <a:pt x="273971" y="84739"/>
                </a:cubicBezTo>
                <a:cubicBezTo>
                  <a:pt x="276462" y="84829"/>
                  <a:pt x="278908" y="84896"/>
                  <a:pt x="281310" y="84941"/>
                </a:cubicBezTo>
                <a:cubicBezTo>
                  <a:pt x="283712" y="84984"/>
                  <a:pt x="286159" y="85051"/>
                  <a:pt x="288650" y="85140"/>
                </a:cubicBezTo>
                <a:cubicBezTo>
                  <a:pt x="292743" y="85229"/>
                  <a:pt x="296236" y="85718"/>
                  <a:pt x="299127" y="86609"/>
                </a:cubicBezTo>
                <a:cubicBezTo>
                  <a:pt x="302019" y="87498"/>
                  <a:pt x="304376" y="88699"/>
                  <a:pt x="306199" y="90211"/>
                </a:cubicBezTo>
                <a:cubicBezTo>
                  <a:pt x="308023" y="91723"/>
                  <a:pt x="309358" y="93458"/>
                  <a:pt x="310202" y="95416"/>
                </a:cubicBezTo>
                <a:cubicBezTo>
                  <a:pt x="311048" y="97373"/>
                  <a:pt x="311471" y="99508"/>
                  <a:pt x="311471" y="101822"/>
                </a:cubicBezTo>
                <a:cubicBezTo>
                  <a:pt x="311471" y="104936"/>
                  <a:pt x="310870" y="108094"/>
                  <a:pt x="309669" y="111296"/>
                </a:cubicBezTo>
                <a:cubicBezTo>
                  <a:pt x="308467" y="114499"/>
                  <a:pt x="306599" y="117390"/>
                  <a:pt x="304063" y="119969"/>
                </a:cubicBezTo>
                <a:cubicBezTo>
                  <a:pt x="301528" y="122549"/>
                  <a:pt x="298259" y="124685"/>
                  <a:pt x="294254" y="126375"/>
                </a:cubicBezTo>
                <a:cubicBezTo>
                  <a:pt x="290251" y="128066"/>
                  <a:pt x="285447" y="128912"/>
                  <a:pt x="279844" y="128912"/>
                </a:cubicBezTo>
                <a:cubicBezTo>
                  <a:pt x="271214" y="128912"/>
                  <a:pt x="264408" y="127199"/>
                  <a:pt x="259426" y="123773"/>
                </a:cubicBezTo>
                <a:cubicBezTo>
                  <a:pt x="254444" y="120348"/>
                  <a:pt x="251953" y="115655"/>
                  <a:pt x="251953" y="109694"/>
                </a:cubicBezTo>
                <a:cubicBezTo>
                  <a:pt x="251953" y="107382"/>
                  <a:pt x="252375" y="105247"/>
                  <a:pt x="253219" y="103290"/>
                </a:cubicBezTo>
                <a:cubicBezTo>
                  <a:pt x="254065" y="101332"/>
                  <a:pt x="255155" y="99597"/>
                  <a:pt x="256490" y="98085"/>
                </a:cubicBezTo>
                <a:cubicBezTo>
                  <a:pt x="257824" y="96573"/>
                  <a:pt x="259336" y="95371"/>
                  <a:pt x="261026" y="94481"/>
                </a:cubicBezTo>
                <a:cubicBezTo>
                  <a:pt x="262716" y="93592"/>
                  <a:pt x="264451" y="92924"/>
                  <a:pt x="266231" y="92479"/>
                </a:cubicBezTo>
                <a:lnTo>
                  <a:pt x="266231" y="92212"/>
                </a:lnTo>
                <a:cubicBezTo>
                  <a:pt x="263473" y="91412"/>
                  <a:pt x="261381" y="90077"/>
                  <a:pt x="259957" y="88209"/>
                </a:cubicBezTo>
                <a:cubicBezTo>
                  <a:pt x="258535" y="86341"/>
                  <a:pt x="257823" y="84117"/>
                  <a:pt x="257823" y="81536"/>
                </a:cubicBezTo>
                <a:cubicBezTo>
                  <a:pt x="257823" y="80024"/>
                  <a:pt x="258112" y="78645"/>
                  <a:pt x="258691" y="77401"/>
                </a:cubicBezTo>
                <a:cubicBezTo>
                  <a:pt x="259269" y="76154"/>
                  <a:pt x="260003" y="75042"/>
                  <a:pt x="260892" y="74063"/>
                </a:cubicBezTo>
                <a:cubicBezTo>
                  <a:pt x="261783" y="73084"/>
                  <a:pt x="262806" y="72284"/>
                  <a:pt x="263963" y="71662"/>
                </a:cubicBezTo>
                <a:cubicBezTo>
                  <a:pt x="265119" y="71039"/>
                  <a:pt x="266231" y="70639"/>
                  <a:pt x="267298" y="70461"/>
                </a:cubicBezTo>
                <a:lnTo>
                  <a:pt x="267298" y="70194"/>
                </a:lnTo>
                <a:cubicBezTo>
                  <a:pt x="263207" y="68415"/>
                  <a:pt x="260004" y="65901"/>
                  <a:pt x="257691" y="62654"/>
                </a:cubicBezTo>
                <a:cubicBezTo>
                  <a:pt x="255378" y="59407"/>
                  <a:pt x="254221" y="55336"/>
                  <a:pt x="254221" y="50442"/>
                </a:cubicBezTo>
                <a:close/>
                <a:moveTo>
                  <a:pt x="354974" y="40968"/>
                </a:moveTo>
                <a:cubicBezTo>
                  <a:pt x="354530" y="40434"/>
                  <a:pt x="353662" y="39945"/>
                  <a:pt x="352371" y="39502"/>
                </a:cubicBezTo>
                <a:cubicBezTo>
                  <a:pt x="351082" y="39056"/>
                  <a:pt x="349770" y="38834"/>
                  <a:pt x="348435" y="38834"/>
                </a:cubicBezTo>
                <a:cubicBezTo>
                  <a:pt x="346300" y="38834"/>
                  <a:pt x="344387" y="39323"/>
                  <a:pt x="342697" y="40302"/>
                </a:cubicBezTo>
                <a:cubicBezTo>
                  <a:pt x="341007" y="41281"/>
                  <a:pt x="339583" y="42593"/>
                  <a:pt x="338427" y="44238"/>
                </a:cubicBezTo>
                <a:cubicBezTo>
                  <a:pt x="337270" y="45883"/>
                  <a:pt x="336380" y="47841"/>
                  <a:pt x="335757" y="50111"/>
                </a:cubicBezTo>
                <a:cubicBezTo>
                  <a:pt x="335136" y="52379"/>
                  <a:pt x="334825" y="54803"/>
                  <a:pt x="334825" y="57382"/>
                </a:cubicBezTo>
                <a:lnTo>
                  <a:pt x="334825" y="72062"/>
                </a:lnTo>
                <a:cubicBezTo>
                  <a:pt x="334825" y="78022"/>
                  <a:pt x="334846" y="82582"/>
                  <a:pt x="334890" y="85741"/>
                </a:cubicBezTo>
                <a:cubicBezTo>
                  <a:pt x="334935" y="88899"/>
                  <a:pt x="335091" y="91456"/>
                  <a:pt x="335358" y="93414"/>
                </a:cubicBezTo>
                <a:cubicBezTo>
                  <a:pt x="333579" y="93236"/>
                  <a:pt x="331799" y="93147"/>
                  <a:pt x="330019" y="93147"/>
                </a:cubicBezTo>
                <a:cubicBezTo>
                  <a:pt x="328062" y="93147"/>
                  <a:pt x="326194" y="93236"/>
                  <a:pt x="324415" y="93414"/>
                </a:cubicBezTo>
                <a:cubicBezTo>
                  <a:pt x="324681" y="90389"/>
                  <a:pt x="324837" y="86275"/>
                  <a:pt x="324882" y="81070"/>
                </a:cubicBezTo>
                <a:cubicBezTo>
                  <a:pt x="324926" y="75865"/>
                  <a:pt x="324949" y="69482"/>
                  <a:pt x="324949" y="61921"/>
                </a:cubicBezTo>
                <a:lnTo>
                  <a:pt x="324949" y="57649"/>
                </a:lnTo>
                <a:cubicBezTo>
                  <a:pt x="324949" y="54180"/>
                  <a:pt x="324926" y="50178"/>
                  <a:pt x="324882" y="45641"/>
                </a:cubicBezTo>
                <a:cubicBezTo>
                  <a:pt x="324837" y="41103"/>
                  <a:pt x="324681" y="35897"/>
                  <a:pt x="324415" y="30025"/>
                </a:cubicBezTo>
                <a:cubicBezTo>
                  <a:pt x="325394" y="30204"/>
                  <a:pt x="326328" y="30360"/>
                  <a:pt x="327217" y="30493"/>
                </a:cubicBezTo>
                <a:cubicBezTo>
                  <a:pt x="328106" y="30626"/>
                  <a:pt x="329040" y="30693"/>
                  <a:pt x="330019" y="30693"/>
                </a:cubicBezTo>
                <a:cubicBezTo>
                  <a:pt x="330820" y="30693"/>
                  <a:pt x="331665" y="30626"/>
                  <a:pt x="332554" y="30493"/>
                </a:cubicBezTo>
                <a:cubicBezTo>
                  <a:pt x="333445" y="30360"/>
                  <a:pt x="334379" y="30204"/>
                  <a:pt x="335358" y="30025"/>
                </a:cubicBezTo>
                <a:cubicBezTo>
                  <a:pt x="335003" y="33229"/>
                  <a:pt x="334802" y="35764"/>
                  <a:pt x="334758" y="37632"/>
                </a:cubicBezTo>
                <a:cubicBezTo>
                  <a:pt x="334713" y="39500"/>
                  <a:pt x="334690" y="41279"/>
                  <a:pt x="334690" y="42969"/>
                </a:cubicBezTo>
                <a:lnTo>
                  <a:pt x="334957" y="43104"/>
                </a:lnTo>
                <a:cubicBezTo>
                  <a:pt x="340207" y="33495"/>
                  <a:pt x="346079" y="28691"/>
                  <a:pt x="352573" y="28691"/>
                </a:cubicBezTo>
                <a:cubicBezTo>
                  <a:pt x="353374" y="28691"/>
                  <a:pt x="354063" y="28736"/>
                  <a:pt x="354642" y="28825"/>
                </a:cubicBezTo>
                <a:cubicBezTo>
                  <a:pt x="355220" y="28914"/>
                  <a:pt x="355954" y="29136"/>
                  <a:pt x="356843" y="29491"/>
                </a:cubicBezTo>
                <a:cubicBezTo>
                  <a:pt x="356398" y="30560"/>
                  <a:pt x="356130" y="32184"/>
                  <a:pt x="356041" y="34364"/>
                </a:cubicBezTo>
                <a:cubicBezTo>
                  <a:pt x="355952" y="36543"/>
                  <a:pt x="355908" y="38522"/>
                  <a:pt x="355908" y="40302"/>
                </a:cubicBezTo>
                <a:lnTo>
                  <a:pt x="354974" y="40968"/>
                </a:lnTo>
                <a:close/>
                <a:moveTo>
                  <a:pt x="394209" y="32961"/>
                </a:moveTo>
                <a:cubicBezTo>
                  <a:pt x="390917" y="32961"/>
                  <a:pt x="388137" y="33717"/>
                  <a:pt x="385867" y="35229"/>
                </a:cubicBezTo>
                <a:cubicBezTo>
                  <a:pt x="383598" y="36742"/>
                  <a:pt x="381730" y="38633"/>
                  <a:pt x="380263" y="40903"/>
                </a:cubicBezTo>
                <a:cubicBezTo>
                  <a:pt x="378795" y="43171"/>
                  <a:pt x="377684" y="45662"/>
                  <a:pt x="376928" y="48376"/>
                </a:cubicBezTo>
                <a:cubicBezTo>
                  <a:pt x="376171" y="51089"/>
                  <a:pt x="375704" y="53647"/>
                  <a:pt x="375527" y="56048"/>
                </a:cubicBezTo>
                <a:cubicBezTo>
                  <a:pt x="378284" y="56138"/>
                  <a:pt x="381152" y="56228"/>
                  <a:pt x="384132" y="56317"/>
                </a:cubicBezTo>
                <a:cubicBezTo>
                  <a:pt x="387113" y="56405"/>
                  <a:pt x="390027" y="56449"/>
                  <a:pt x="392874" y="56449"/>
                </a:cubicBezTo>
                <a:cubicBezTo>
                  <a:pt x="395810" y="56449"/>
                  <a:pt x="398790" y="56405"/>
                  <a:pt x="401815" y="56317"/>
                </a:cubicBezTo>
                <a:cubicBezTo>
                  <a:pt x="404839" y="56228"/>
                  <a:pt x="407776" y="56138"/>
                  <a:pt x="410624" y="56048"/>
                </a:cubicBezTo>
                <a:cubicBezTo>
                  <a:pt x="410624" y="53647"/>
                  <a:pt x="410423" y="51112"/>
                  <a:pt x="410023" y="48443"/>
                </a:cubicBezTo>
                <a:cubicBezTo>
                  <a:pt x="409623" y="45773"/>
                  <a:pt x="408822" y="43281"/>
                  <a:pt x="407620" y="40968"/>
                </a:cubicBezTo>
                <a:cubicBezTo>
                  <a:pt x="406419" y="38655"/>
                  <a:pt x="404750" y="36742"/>
                  <a:pt x="402615" y="35229"/>
                </a:cubicBezTo>
                <a:cubicBezTo>
                  <a:pt x="400480" y="33717"/>
                  <a:pt x="397678" y="32961"/>
                  <a:pt x="394209" y="32961"/>
                </a:cubicBezTo>
                <a:moveTo>
                  <a:pt x="363382" y="63788"/>
                </a:moveTo>
                <a:cubicBezTo>
                  <a:pt x="363382" y="52845"/>
                  <a:pt x="365984" y="44260"/>
                  <a:pt x="371187" y="38033"/>
                </a:cubicBezTo>
                <a:cubicBezTo>
                  <a:pt x="376392" y="31805"/>
                  <a:pt x="383977" y="28691"/>
                  <a:pt x="393943" y="28691"/>
                </a:cubicBezTo>
                <a:cubicBezTo>
                  <a:pt x="398657" y="28691"/>
                  <a:pt x="402727" y="29425"/>
                  <a:pt x="406152" y="30894"/>
                </a:cubicBezTo>
                <a:cubicBezTo>
                  <a:pt x="409577" y="32362"/>
                  <a:pt x="412446" y="34319"/>
                  <a:pt x="414759" y="36765"/>
                </a:cubicBezTo>
                <a:cubicBezTo>
                  <a:pt x="417073" y="39211"/>
                  <a:pt x="418785" y="42080"/>
                  <a:pt x="419897" y="45372"/>
                </a:cubicBezTo>
                <a:cubicBezTo>
                  <a:pt x="421009" y="48664"/>
                  <a:pt x="421565" y="52178"/>
                  <a:pt x="421565" y="55914"/>
                </a:cubicBezTo>
                <a:cubicBezTo>
                  <a:pt x="421565" y="56804"/>
                  <a:pt x="421542" y="57673"/>
                  <a:pt x="421497" y="58518"/>
                </a:cubicBezTo>
                <a:cubicBezTo>
                  <a:pt x="421454" y="59363"/>
                  <a:pt x="421387" y="60229"/>
                  <a:pt x="421298" y="61119"/>
                </a:cubicBezTo>
                <a:cubicBezTo>
                  <a:pt x="416494" y="61030"/>
                  <a:pt x="411734" y="60942"/>
                  <a:pt x="407020" y="60854"/>
                </a:cubicBezTo>
                <a:cubicBezTo>
                  <a:pt x="402305" y="60764"/>
                  <a:pt x="397545" y="60720"/>
                  <a:pt x="392741" y="60720"/>
                </a:cubicBezTo>
                <a:cubicBezTo>
                  <a:pt x="389805" y="60720"/>
                  <a:pt x="386891" y="60764"/>
                  <a:pt x="384000" y="60854"/>
                </a:cubicBezTo>
                <a:cubicBezTo>
                  <a:pt x="381108" y="60942"/>
                  <a:pt x="378194" y="61030"/>
                  <a:pt x="375258" y="61119"/>
                </a:cubicBezTo>
                <a:cubicBezTo>
                  <a:pt x="375170" y="61564"/>
                  <a:pt x="375125" y="62231"/>
                  <a:pt x="375125" y="63120"/>
                </a:cubicBezTo>
                <a:lnTo>
                  <a:pt x="375125" y="64855"/>
                </a:lnTo>
                <a:cubicBezTo>
                  <a:pt x="375125" y="68325"/>
                  <a:pt x="375637" y="71573"/>
                  <a:pt x="376659" y="74599"/>
                </a:cubicBezTo>
                <a:cubicBezTo>
                  <a:pt x="377682" y="77623"/>
                  <a:pt x="379173" y="80226"/>
                  <a:pt x="381130" y="82406"/>
                </a:cubicBezTo>
                <a:cubicBezTo>
                  <a:pt x="383088" y="84585"/>
                  <a:pt x="385490" y="86319"/>
                  <a:pt x="388337" y="87610"/>
                </a:cubicBezTo>
                <a:cubicBezTo>
                  <a:pt x="391183" y="88900"/>
                  <a:pt x="394475" y="89545"/>
                  <a:pt x="398213" y="89545"/>
                </a:cubicBezTo>
                <a:cubicBezTo>
                  <a:pt x="399991" y="89545"/>
                  <a:pt x="401814" y="89301"/>
                  <a:pt x="403682" y="88812"/>
                </a:cubicBezTo>
                <a:cubicBezTo>
                  <a:pt x="405551" y="88322"/>
                  <a:pt x="407375" y="87654"/>
                  <a:pt x="409154" y="86808"/>
                </a:cubicBezTo>
                <a:cubicBezTo>
                  <a:pt x="410933" y="85962"/>
                  <a:pt x="412602" y="84962"/>
                  <a:pt x="414159" y="83807"/>
                </a:cubicBezTo>
                <a:cubicBezTo>
                  <a:pt x="415716" y="82650"/>
                  <a:pt x="417073" y="81404"/>
                  <a:pt x="418229" y="80068"/>
                </a:cubicBezTo>
                <a:lnTo>
                  <a:pt x="418897" y="80469"/>
                </a:lnTo>
                <a:lnTo>
                  <a:pt x="418097" y="87008"/>
                </a:lnTo>
                <a:cubicBezTo>
                  <a:pt x="415427" y="89143"/>
                  <a:pt x="412112" y="90967"/>
                  <a:pt x="408154" y="92479"/>
                </a:cubicBezTo>
                <a:cubicBezTo>
                  <a:pt x="404195" y="93991"/>
                  <a:pt x="400081" y="94748"/>
                  <a:pt x="395810" y="94748"/>
                </a:cubicBezTo>
                <a:cubicBezTo>
                  <a:pt x="391006" y="94748"/>
                  <a:pt x="386624" y="94014"/>
                  <a:pt x="382664" y="92546"/>
                </a:cubicBezTo>
                <a:cubicBezTo>
                  <a:pt x="378705" y="91079"/>
                  <a:pt x="375280" y="88944"/>
                  <a:pt x="372389" y="86142"/>
                </a:cubicBezTo>
                <a:cubicBezTo>
                  <a:pt x="369499" y="83339"/>
                  <a:pt x="367275" y="80025"/>
                  <a:pt x="365718" y="76199"/>
                </a:cubicBezTo>
                <a:cubicBezTo>
                  <a:pt x="364161" y="72374"/>
                  <a:pt x="363382" y="68237"/>
                  <a:pt x="363382" y="63788"/>
                </a:cubicBezTo>
                <a:close/>
                <a:moveTo>
                  <a:pt x="460934" y="32961"/>
                </a:moveTo>
                <a:cubicBezTo>
                  <a:pt x="457642" y="32961"/>
                  <a:pt x="454861" y="33717"/>
                  <a:pt x="452591" y="35229"/>
                </a:cubicBezTo>
                <a:cubicBezTo>
                  <a:pt x="450323" y="36742"/>
                  <a:pt x="448455" y="38633"/>
                  <a:pt x="446988" y="40903"/>
                </a:cubicBezTo>
                <a:cubicBezTo>
                  <a:pt x="445520" y="43171"/>
                  <a:pt x="444408" y="45662"/>
                  <a:pt x="443652" y="48376"/>
                </a:cubicBezTo>
                <a:cubicBezTo>
                  <a:pt x="442896" y="51089"/>
                  <a:pt x="442429" y="53647"/>
                  <a:pt x="442251" y="56048"/>
                </a:cubicBezTo>
                <a:cubicBezTo>
                  <a:pt x="445008" y="56138"/>
                  <a:pt x="447877" y="56228"/>
                  <a:pt x="450856" y="56317"/>
                </a:cubicBezTo>
                <a:cubicBezTo>
                  <a:pt x="453838" y="56405"/>
                  <a:pt x="456751" y="56449"/>
                  <a:pt x="459598" y="56449"/>
                </a:cubicBezTo>
                <a:cubicBezTo>
                  <a:pt x="462534" y="56449"/>
                  <a:pt x="465515" y="56405"/>
                  <a:pt x="468539" y="56317"/>
                </a:cubicBezTo>
                <a:cubicBezTo>
                  <a:pt x="471564" y="56228"/>
                  <a:pt x="474500" y="56138"/>
                  <a:pt x="477348" y="56048"/>
                </a:cubicBezTo>
                <a:cubicBezTo>
                  <a:pt x="477348" y="53647"/>
                  <a:pt x="477148" y="51112"/>
                  <a:pt x="476748" y="48443"/>
                </a:cubicBezTo>
                <a:cubicBezTo>
                  <a:pt x="476347" y="45773"/>
                  <a:pt x="475546" y="43281"/>
                  <a:pt x="474345" y="40968"/>
                </a:cubicBezTo>
                <a:cubicBezTo>
                  <a:pt x="473143" y="38655"/>
                  <a:pt x="471475" y="36742"/>
                  <a:pt x="469340" y="35229"/>
                </a:cubicBezTo>
                <a:cubicBezTo>
                  <a:pt x="467204" y="33717"/>
                  <a:pt x="464402" y="32961"/>
                  <a:pt x="460934" y="32961"/>
                </a:cubicBezTo>
                <a:moveTo>
                  <a:pt x="430107" y="63788"/>
                </a:moveTo>
                <a:cubicBezTo>
                  <a:pt x="430107" y="52845"/>
                  <a:pt x="432709" y="44260"/>
                  <a:pt x="437912" y="38033"/>
                </a:cubicBezTo>
                <a:cubicBezTo>
                  <a:pt x="443117" y="31805"/>
                  <a:pt x="450702" y="28691"/>
                  <a:pt x="460667" y="28691"/>
                </a:cubicBezTo>
                <a:cubicBezTo>
                  <a:pt x="465382" y="28691"/>
                  <a:pt x="469452" y="29425"/>
                  <a:pt x="472877" y="30894"/>
                </a:cubicBezTo>
                <a:cubicBezTo>
                  <a:pt x="476302" y="32362"/>
                  <a:pt x="479171" y="34319"/>
                  <a:pt x="481484" y="36765"/>
                </a:cubicBezTo>
                <a:cubicBezTo>
                  <a:pt x="483797" y="39211"/>
                  <a:pt x="485510" y="42080"/>
                  <a:pt x="486622" y="45372"/>
                </a:cubicBezTo>
                <a:cubicBezTo>
                  <a:pt x="487733" y="48664"/>
                  <a:pt x="488289" y="52178"/>
                  <a:pt x="488289" y="55914"/>
                </a:cubicBezTo>
                <a:cubicBezTo>
                  <a:pt x="488289" y="56804"/>
                  <a:pt x="488267" y="57673"/>
                  <a:pt x="488222" y="58518"/>
                </a:cubicBezTo>
                <a:cubicBezTo>
                  <a:pt x="488179" y="59363"/>
                  <a:pt x="488112" y="60229"/>
                  <a:pt x="488022" y="61119"/>
                </a:cubicBezTo>
                <a:cubicBezTo>
                  <a:pt x="483218" y="61030"/>
                  <a:pt x="478459" y="60942"/>
                  <a:pt x="473744" y="60854"/>
                </a:cubicBezTo>
                <a:cubicBezTo>
                  <a:pt x="469030" y="60764"/>
                  <a:pt x="464270" y="60720"/>
                  <a:pt x="459466" y="60720"/>
                </a:cubicBezTo>
                <a:cubicBezTo>
                  <a:pt x="456530" y="60720"/>
                  <a:pt x="453616" y="60764"/>
                  <a:pt x="450724" y="60854"/>
                </a:cubicBezTo>
                <a:cubicBezTo>
                  <a:pt x="447833" y="60942"/>
                  <a:pt x="444919" y="61030"/>
                  <a:pt x="441982" y="61119"/>
                </a:cubicBezTo>
                <a:cubicBezTo>
                  <a:pt x="441894" y="61564"/>
                  <a:pt x="441850" y="62231"/>
                  <a:pt x="441850" y="63120"/>
                </a:cubicBezTo>
                <a:lnTo>
                  <a:pt x="441850" y="64855"/>
                </a:lnTo>
                <a:cubicBezTo>
                  <a:pt x="441850" y="68325"/>
                  <a:pt x="442361" y="71573"/>
                  <a:pt x="443383" y="74599"/>
                </a:cubicBezTo>
                <a:cubicBezTo>
                  <a:pt x="444407" y="77623"/>
                  <a:pt x="445897" y="80226"/>
                  <a:pt x="447855" y="82406"/>
                </a:cubicBezTo>
                <a:cubicBezTo>
                  <a:pt x="449813" y="84585"/>
                  <a:pt x="452215" y="86319"/>
                  <a:pt x="455061" y="87610"/>
                </a:cubicBezTo>
                <a:cubicBezTo>
                  <a:pt x="457908" y="88900"/>
                  <a:pt x="461200" y="89545"/>
                  <a:pt x="464937" y="89545"/>
                </a:cubicBezTo>
                <a:cubicBezTo>
                  <a:pt x="466716" y="89545"/>
                  <a:pt x="468539" y="89301"/>
                  <a:pt x="470407" y="88812"/>
                </a:cubicBezTo>
                <a:cubicBezTo>
                  <a:pt x="472276" y="88322"/>
                  <a:pt x="474100" y="87654"/>
                  <a:pt x="475878" y="86808"/>
                </a:cubicBezTo>
                <a:cubicBezTo>
                  <a:pt x="477658" y="85962"/>
                  <a:pt x="479326" y="84962"/>
                  <a:pt x="480883" y="83807"/>
                </a:cubicBezTo>
                <a:cubicBezTo>
                  <a:pt x="482440" y="82650"/>
                  <a:pt x="483797" y="81404"/>
                  <a:pt x="484954" y="80068"/>
                </a:cubicBezTo>
                <a:lnTo>
                  <a:pt x="485622" y="80469"/>
                </a:lnTo>
                <a:lnTo>
                  <a:pt x="484821" y="87008"/>
                </a:lnTo>
                <a:cubicBezTo>
                  <a:pt x="482151" y="89143"/>
                  <a:pt x="478837" y="90967"/>
                  <a:pt x="474878" y="92479"/>
                </a:cubicBezTo>
                <a:cubicBezTo>
                  <a:pt x="470920" y="93991"/>
                  <a:pt x="466805" y="94748"/>
                  <a:pt x="462534" y="94748"/>
                </a:cubicBezTo>
                <a:cubicBezTo>
                  <a:pt x="457730" y="94748"/>
                  <a:pt x="453348" y="94014"/>
                  <a:pt x="449388" y="92546"/>
                </a:cubicBezTo>
                <a:cubicBezTo>
                  <a:pt x="445430" y="91079"/>
                  <a:pt x="442005" y="88944"/>
                  <a:pt x="439113" y="86142"/>
                </a:cubicBezTo>
                <a:cubicBezTo>
                  <a:pt x="436223" y="83339"/>
                  <a:pt x="434000" y="80025"/>
                  <a:pt x="432443" y="76199"/>
                </a:cubicBezTo>
                <a:cubicBezTo>
                  <a:pt x="430885" y="72374"/>
                  <a:pt x="430107" y="68237"/>
                  <a:pt x="430107" y="637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B5A36-88A7-4A77-8C16-5AE73C3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51" y="1218072"/>
            <a:ext cx="916391" cy="209705"/>
          </a:xfrm>
          <a:custGeom xmlns:a="http://schemas.openxmlformats.org/drawingml/2006/main">
            <a:pathLst>
              <a:path w="916391" h="209705">
                <a:moveTo>
                  <a:pt x="28109" y="0"/>
                </a:moveTo>
                <a:lnTo>
                  <a:pt x="888282" y="0"/>
                </a:lnTo>
                <a:cubicBezTo>
                  <a:pt x="896530" y="0"/>
                  <a:pt x="901479" y="0"/>
                  <a:pt x="904779" y="1377"/>
                </a:cubicBezTo>
                <a:cubicBezTo>
                  <a:pt x="909535" y="3108"/>
                  <a:pt x="913283" y="6856"/>
                  <a:pt x="915014" y="11612"/>
                </a:cubicBezTo>
                <a:cubicBezTo>
                  <a:pt x="916391" y="14912"/>
                  <a:pt x="916391" y="19861"/>
                  <a:pt x="916391" y="28109"/>
                </a:cubicBezTo>
                <a:lnTo>
                  <a:pt x="916391" y="181597"/>
                </a:lnTo>
                <a:cubicBezTo>
                  <a:pt x="916391" y="189844"/>
                  <a:pt x="916391" y="194794"/>
                  <a:pt x="915014" y="198094"/>
                </a:cubicBezTo>
                <a:cubicBezTo>
                  <a:pt x="913283" y="202849"/>
                  <a:pt x="909535" y="206597"/>
                  <a:pt x="904779" y="208328"/>
                </a:cubicBezTo>
                <a:cubicBezTo>
                  <a:pt x="901479" y="209705"/>
                  <a:pt x="896530" y="209705"/>
                  <a:pt x="888282" y="209705"/>
                </a:cubicBezTo>
                <a:lnTo>
                  <a:pt x="28109" y="209705"/>
                </a:lnTo>
                <a:cubicBezTo>
                  <a:pt x="19861" y="209705"/>
                  <a:pt x="14912" y="209705"/>
                  <a:pt x="11612" y="208328"/>
                </a:cubicBezTo>
                <a:cubicBezTo>
                  <a:pt x="6856" y="206597"/>
                  <a:pt x="3108" y="202849"/>
                  <a:pt x="1377" y="198094"/>
                </a:cubicBezTo>
                <a:cubicBezTo>
                  <a:pt x="0" y="194794"/>
                  <a:pt x="0" y="189844"/>
                  <a:pt x="0" y="181597"/>
                </a:cubicBezTo>
                <a:lnTo>
                  <a:pt x="0" y="28109"/>
                </a:lnTo>
                <a:cubicBezTo>
                  <a:pt x="0" y="19861"/>
                  <a:pt x="0" y="14912"/>
                  <a:pt x="1377" y="11612"/>
                </a:cubicBezTo>
                <a:cubicBezTo>
                  <a:pt x="3108" y="6856"/>
                  <a:pt x="6856" y="3108"/>
                  <a:pt x="11612" y="1377"/>
                </a:cubicBezTo>
                <a:cubicBezTo>
                  <a:pt x="14912" y="0"/>
                  <a:pt x="19861" y="0"/>
                  <a:pt x="28109" y="0"/>
                </a:cubicBezTo>
                <a:close/>
                <a:moveTo>
                  <a:pt x="28109" y="0"/>
                </a:moveTo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2Inclinations">
            <a:extLst xmlns:a="http://schemas.openxmlformats.org/drawingml/2006/main">
              <a:ext uri="{FF2B5EF4-FFF2-40B4-BE49-F238E27FC236}">
                <a16:creationId xmlns:a16="http://schemas.microsoft.com/office/drawing/2014/main" id="{E9904A87-4EDE-474E-861B-DEFA1040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99" y="1267532"/>
            <a:ext cx="770934" cy="101954"/>
          </a:xfrm>
          <a:custGeom xmlns:a="http://schemas.openxmlformats.org/drawingml/2006/main">
            <a:pathLst>
              <a:path w="770934" h="101954">
                <a:moveTo>
                  <a:pt x="5871" y="23887"/>
                </a:moveTo>
                <a:cubicBezTo>
                  <a:pt x="8717" y="19351"/>
                  <a:pt x="12098" y="16015"/>
                  <a:pt x="16013" y="13879"/>
                </a:cubicBezTo>
                <a:cubicBezTo>
                  <a:pt x="19928" y="11744"/>
                  <a:pt x="24688" y="10676"/>
                  <a:pt x="30292" y="10676"/>
                </a:cubicBezTo>
                <a:cubicBezTo>
                  <a:pt x="33761" y="10676"/>
                  <a:pt x="37053" y="11121"/>
                  <a:pt x="40167" y="12012"/>
                </a:cubicBezTo>
                <a:cubicBezTo>
                  <a:pt x="43282" y="12901"/>
                  <a:pt x="45973" y="14324"/>
                  <a:pt x="48241" y="16282"/>
                </a:cubicBezTo>
                <a:cubicBezTo>
                  <a:pt x="50510" y="18238"/>
                  <a:pt x="52311" y="20684"/>
                  <a:pt x="53646" y="23621"/>
                </a:cubicBezTo>
                <a:cubicBezTo>
                  <a:pt x="54980" y="26556"/>
                  <a:pt x="55647" y="30114"/>
                  <a:pt x="55647" y="34297"/>
                </a:cubicBezTo>
                <a:cubicBezTo>
                  <a:pt x="55647" y="37321"/>
                  <a:pt x="55292" y="40146"/>
                  <a:pt x="54580" y="42772"/>
                </a:cubicBezTo>
                <a:cubicBezTo>
                  <a:pt x="53869" y="45396"/>
                  <a:pt x="52824" y="47953"/>
                  <a:pt x="51444" y="50444"/>
                </a:cubicBezTo>
                <a:cubicBezTo>
                  <a:pt x="50065" y="52936"/>
                  <a:pt x="48330" y="55449"/>
                  <a:pt x="46240" y="57985"/>
                </a:cubicBezTo>
                <a:cubicBezTo>
                  <a:pt x="44149" y="60519"/>
                  <a:pt x="41680" y="63210"/>
                  <a:pt x="38834" y="66057"/>
                </a:cubicBezTo>
                <a:cubicBezTo>
                  <a:pt x="37144" y="67747"/>
                  <a:pt x="35186" y="69704"/>
                  <a:pt x="32961" y="71929"/>
                </a:cubicBezTo>
                <a:cubicBezTo>
                  <a:pt x="30737" y="74153"/>
                  <a:pt x="28491" y="76444"/>
                  <a:pt x="26221" y="78802"/>
                </a:cubicBezTo>
                <a:cubicBezTo>
                  <a:pt x="23953" y="81160"/>
                  <a:pt x="21796" y="83495"/>
                  <a:pt x="19750" y="85808"/>
                </a:cubicBezTo>
                <a:cubicBezTo>
                  <a:pt x="17704" y="88122"/>
                  <a:pt x="15969" y="90256"/>
                  <a:pt x="14545" y="92212"/>
                </a:cubicBezTo>
                <a:lnTo>
                  <a:pt x="27223" y="92212"/>
                </a:lnTo>
                <a:cubicBezTo>
                  <a:pt x="33629" y="92212"/>
                  <a:pt x="39301" y="92102"/>
                  <a:pt x="44238" y="91881"/>
                </a:cubicBezTo>
                <a:cubicBezTo>
                  <a:pt x="49175" y="91658"/>
                  <a:pt x="53512" y="91413"/>
                  <a:pt x="57250" y="91145"/>
                </a:cubicBezTo>
                <a:cubicBezTo>
                  <a:pt x="56804" y="93103"/>
                  <a:pt x="56582" y="94749"/>
                  <a:pt x="56582" y="96083"/>
                </a:cubicBezTo>
                <a:cubicBezTo>
                  <a:pt x="56582" y="97328"/>
                  <a:pt x="56804" y="98841"/>
                  <a:pt x="57250" y="100620"/>
                </a:cubicBezTo>
                <a:cubicBezTo>
                  <a:pt x="52445" y="100442"/>
                  <a:pt x="47685" y="100353"/>
                  <a:pt x="42969" y="100353"/>
                </a:cubicBezTo>
                <a:cubicBezTo>
                  <a:pt x="38255" y="100353"/>
                  <a:pt x="33495" y="100353"/>
                  <a:pt x="28691" y="100353"/>
                </a:cubicBezTo>
                <a:cubicBezTo>
                  <a:pt x="23887" y="100353"/>
                  <a:pt x="19105" y="100353"/>
                  <a:pt x="14346" y="100353"/>
                </a:cubicBezTo>
                <a:cubicBezTo>
                  <a:pt x="9586" y="100353"/>
                  <a:pt x="4804" y="100442"/>
                  <a:pt x="0" y="100620"/>
                </a:cubicBezTo>
                <a:lnTo>
                  <a:pt x="0" y="99020"/>
                </a:lnTo>
                <a:cubicBezTo>
                  <a:pt x="6227" y="92881"/>
                  <a:pt x="11631" y="87476"/>
                  <a:pt x="16213" y="82805"/>
                </a:cubicBezTo>
                <a:cubicBezTo>
                  <a:pt x="20794" y="78134"/>
                  <a:pt x="24686" y="73930"/>
                  <a:pt x="27889" y="70194"/>
                </a:cubicBezTo>
                <a:cubicBezTo>
                  <a:pt x="31092" y="66457"/>
                  <a:pt x="33695" y="63076"/>
                  <a:pt x="35696" y="60052"/>
                </a:cubicBezTo>
                <a:cubicBezTo>
                  <a:pt x="37698" y="57027"/>
                  <a:pt x="39278" y="54158"/>
                  <a:pt x="40434" y="51444"/>
                </a:cubicBezTo>
                <a:cubicBezTo>
                  <a:pt x="41591" y="48731"/>
                  <a:pt x="42369" y="46062"/>
                  <a:pt x="42770" y="43438"/>
                </a:cubicBezTo>
                <a:cubicBezTo>
                  <a:pt x="43170" y="40814"/>
                  <a:pt x="43371" y="37989"/>
                  <a:pt x="43371" y="34963"/>
                </a:cubicBezTo>
                <a:cubicBezTo>
                  <a:pt x="43371" y="28380"/>
                  <a:pt x="41880" y="23510"/>
                  <a:pt x="38899" y="20353"/>
                </a:cubicBezTo>
                <a:cubicBezTo>
                  <a:pt x="35919" y="17194"/>
                  <a:pt x="32428" y="15614"/>
                  <a:pt x="28424" y="15614"/>
                </a:cubicBezTo>
                <a:cubicBezTo>
                  <a:pt x="25578" y="15614"/>
                  <a:pt x="23131" y="16126"/>
                  <a:pt x="21084" y="17149"/>
                </a:cubicBezTo>
                <a:cubicBezTo>
                  <a:pt x="19038" y="18172"/>
                  <a:pt x="17348" y="19417"/>
                  <a:pt x="16013" y="20886"/>
                </a:cubicBezTo>
                <a:cubicBezTo>
                  <a:pt x="14679" y="22353"/>
                  <a:pt x="13655" y="23932"/>
                  <a:pt x="12943" y="25622"/>
                </a:cubicBezTo>
                <a:cubicBezTo>
                  <a:pt x="12231" y="27312"/>
                  <a:pt x="11742" y="28825"/>
                  <a:pt x="11476" y="30159"/>
                </a:cubicBezTo>
                <a:lnTo>
                  <a:pt x="10542" y="30426"/>
                </a:lnTo>
                <a:lnTo>
                  <a:pt x="5871" y="23887"/>
                </a:lnTo>
                <a:close/>
                <a:moveTo>
                  <a:pt x="121706" y="43505"/>
                </a:moveTo>
                <a:cubicBezTo>
                  <a:pt x="121706" y="37632"/>
                  <a:pt x="121595" y="31872"/>
                  <a:pt x="121372" y="26223"/>
                </a:cubicBezTo>
                <a:cubicBezTo>
                  <a:pt x="121149" y="20573"/>
                  <a:pt x="120904" y="14812"/>
                  <a:pt x="120637" y="8941"/>
                </a:cubicBezTo>
                <a:cubicBezTo>
                  <a:pt x="121793" y="9119"/>
                  <a:pt x="122905" y="9275"/>
                  <a:pt x="123972" y="9410"/>
                </a:cubicBezTo>
                <a:cubicBezTo>
                  <a:pt x="125041" y="9543"/>
                  <a:pt x="126109" y="9609"/>
                  <a:pt x="127177" y="9609"/>
                </a:cubicBezTo>
                <a:cubicBezTo>
                  <a:pt x="128244" y="9609"/>
                  <a:pt x="129311" y="9543"/>
                  <a:pt x="130378" y="9410"/>
                </a:cubicBezTo>
                <a:cubicBezTo>
                  <a:pt x="131447" y="9275"/>
                  <a:pt x="132559" y="9119"/>
                  <a:pt x="133716" y="8941"/>
                </a:cubicBezTo>
                <a:cubicBezTo>
                  <a:pt x="133448" y="14812"/>
                  <a:pt x="133203" y="20573"/>
                  <a:pt x="132981" y="26223"/>
                </a:cubicBezTo>
                <a:cubicBezTo>
                  <a:pt x="132758" y="31872"/>
                  <a:pt x="132647" y="37632"/>
                  <a:pt x="132647" y="43505"/>
                </a:cubicBezTo>
                <a:lnTo>
                  <a:pt x="132647" y="66458"/>
                </a:lnTo>
                <a:cubicBezTo>
                  <a:pt x="132647" y="72329"/>
                  <a:pt x="132758" y="78112"/>
                  <a:pt x="132981" y="83807"/>
                </a:cubicBezTo>
                <a:cubicBezTo>
                  <a:pt x="133203" y="89500"/>
                  <a:pt x="133448" y="95105"/>
                  <a:pt x="133716" y="100620"/>
                </a:cubicBezTo>
                <a:cubicBezTo>
                  <a:pt x="131669" y="100442"/>
                  <a:pt x="129489" y="100353"/>
                  <a:pt x="127177" y="100353"/>
                </a:cubicBezTo>
                <a:cubicBezTo>
                  <a:pt x="124864" y="100353"/>
                  <a:pt x="122684" y="100442"/>
                  <a:pt x="120637" y="100620"/>
                </a:cubicBezTo>
                <a:cubicBezTo>
                  <a:pt x="120904" y="95105"/>
                  <a:pt x="121149" y="89500"/>
                  <a:pt x="121372" y="83807"/>
                </a:cubicBezTo>
                <a:cubicBezTo>
                  <a:pt x="121595" y="78112"/>
                  <a:pt x="121706" y="72329"/>
                  <a:pt x="121706" y="66458"/>
                </a:cubicBezTo>
                <a:lnTo>
                  <a:pt x="121706" y="43505"/>
                </a:lnTo>
                <a:close/>
                <a:moveTo>
                  <a:pt x="199371" y="63120"/>
                </a:moveTo>
                <a:cubicBezTo>
                  <a:pt x="199371" y="56448"/>
                  <a:pt x="198081" y="51400"/>
                  <a:pt x="195500" y="47975"/>
                </a:cubicBezTo>
                <a:cubicBezTo>
                  <a:pt x="192921" y="44550"/>
                  <a:pt x="189363" y="42837"/>
                  <a:pt x="184826" y="42837"/>
                </a:cubicBezTo>
                <a:cubicBezTo>
                  <a:pt x="178599" y="42837"/>
                  <a:pt x="174040" y="44750"/>
                  <a:pt x="171148" y="48575"/>
                </a:cubicBezTo>
                <a:cubicBezTo>
                  <a:pt x="168257" y="52401"/>
                  <a:pt x="166811" y="57783"/>
                  <a:pt x="166811" y="64723"/>
                </a:cubicBezTo>
                <a:lnTo>
                  <a:pt x="166811" y="76065"/>
                </a:lnTo>
                <a:cubicBezTo>
                  <a:pt x="166811" y="80070"/>
                  <a:pt x="166878" y="84274"/>
                  <a:pt x="167011" y="88677"/>
                </a:cubicBezTo>
                <a:cubicBezTo>
                  <a:pt x="167144" y="93081"/>
                  <a:pt x="167433" y="97062"/>
                  <a:pt x="167878" y="100620"/>
                </a:cubicBezTo>
                <a:cubicBezTo>
                  <a:pt x="165832" y="100442"/>
                  <a:pt x="163831" y="100353"/>
                  <a:pt x="161873" y="100353"/>
                </a:cubicBezTo>
                <a:cubicBezTo>
                  <a:pt x="159916" y="100353"/>
                  <a:pt x="157914" y="100442"/>
                  <a:pt x="155868" y="100620"/>
                </a:cubicBezTo>
                <a:cubicBezTo>
                  <a:pt x="156312" y="97062"/>
                  <a:pt x="156601" y="93081"/>
                  <a:pt x="156734" y="88677"/>
                </a:cubicBezTo>
                <a:cubicBezTo>
                  <a:pt x="156868" y="84274"/>
                  <a:pt x="156935" y="80070"/>
                  <a:pt x="156935" y="76065"/>
                </a:cubicBezTo>
                <a:lnTo>
                  <a:pt x="156935" y="62188"/>
                </a:lnTo>
                <a:cubicBezTo>
                  <a:pt x="156935" y="58184"/>
                  <a:pt x="156868" y="53981"/>
                  <a:pt x="156734" y="49577"/>
                </a:cubicBezTo>
                <a:cubicBezTo>
                  <a:pt x="156601" y="45173"/>
                  <a:pt x="156312" y="41058"/>
                  <a:pt x="155868" y="37231"/>
                </a:cubicBezTo>
                <a:cubicBezTo>
                  <a:pt x="158359" y="37676"/>
                  <a:pt x="160361" y="37899"/>
                  <a:pt x="161873" y="37899"/>
                </a:cubicBezTo>
                <a:cubicBezTo>
                  <a:pt x="162585" y="37899"/>
                  <a:pt x="163362" y="37833"/>
                  <a:pt x="164207" y="37699"/>
                </a:cubicBezTo>
                <a:cubicBezTo>
                  <a:pt x="165053" y="37566"/>
                  <a:pt x="166054" y="37410"/>
                  <a:pt x="167210" y="37231"/>
                </a:cubicBezTo>
                <a:cubicBezTo>
                  <a:pt x="166944" y="40791"/>
                  <a:pt x="166811" y="44349"/>
                  <a:pt x="166811" y="47907"/>
                </a:cubicBezTo>
                <a:lnTo>
                  <a:pt x="167078" y="47907"/>
                </a:lnTo>
                <a:cubicBezTo>
                  <a:pt x="169569" y="44082"/>
                  <a:pt x="172549" y="41124"/>
                  <a:pt x="176019" y="39033"/>
                </a:cubicBezTo>
                <a:cubicBezTo>
                  <a:pt x="179489" y="36943"/>
                  <a:pt x="183626" y="35897"/>
                  <a:pt x="188430" y="35897"/>
                </a:cubicBezTo>
                <a:cubicBezTo>
                  <a:pt x="190921" y="35897"/>
                  <a:pt x="193434" y="36254"/>
                  <a:pt x="195969" y="36966"/>
                </a:cubicBezTo>
                <a:cubicBezTo>
                  <a:pt x="198504" y="37678"/>
                  <a:pt x="200795" y="38901"/>
                  <a:pt x="202841" y="40636"/>
                </a:cubicBezTo>
                <a:cubicBezTo>
                  <a:pt x="204888" y="42371"/>
                  <a:pt x="206556" y="44729"/>
                  <a:pt x="207846" y="47710"/>
                </a:cubicBezTo>
                <a:cubicBezTo>
                  <a:pt x="209136" y="50690"/>
                  <a:pt x="209781" y="54492"/>
                  <a:pt x="209781" y="59117"/>
                </a:cubicBezTo>
                <a:cubicBezTo>
                  <a:pt x="209781" y="62942"/>
                  <a:pt x="209692" y="66879"/>
                  <a:pt x="209514" y="70927"/>
                </a:cubicBezTo>
                <a:cubicBezTo>
                  <a:pt x="209336" y="74975"/>
                  <a:pt x="209247" y="79269"/>
                  <a:pt x="209247" y="83807"/>
                </a:cubicBezTo>
                <a:lnTo>
                  <a:pt x="209247" y="92479"/>
                </a:lnTo>
                <a:cubicBezTo>
                  <a:pt x="209247" y="93903"/>
                  <a:pt x="209269" y="95305"/>
                  <a:pt x="209314" y="96684"/>
                </a:cubicBezTo>
                <a:cubicBezTo>
                  <a:pt x="209359" y="98063"/>
                  <a:pt x="209426" y="99375"/>
                  <a:pt x="209514" y="100620"/>
                </a:cubicBezTo>
                <a:cubicBezTo>
                  <a:pt x="207734" y="100442"/>
                  <a:pt x="205866" y="100353"/>
                  <a:pt x="203910" y="100353"/>
                </a:cubicBezTo>
                <a:cubicBezTo>
                  <a:pt x="202041" y="100353"/>
                  <a:pt x="200217" y="100442"/>
                  <a:pt x="198439" y="100620"/>
                </a:cubicBezTo>
                <a:cubicBezTo>
                  <a:pt x="198616" y="95994"/>
                  <a:pt x="198816" y="91234"/>
                  <a:pt x="199037" y="86342"/>
                </a:cubicBezTo>
                <a:cubicBezTo>
                  <a:pt x="199260" y="81448"/>
                  <a:pt x="199371" y="76421"/>
                  <a:pt x="199371" y="71261"/>
                </a:cubicBezTo>
                <a:lnTo>
                  <a:pt x="199371" y="63120"/>
                </a:lnTo>
                <a:close/>
                <a:moveTo>
                  <a:pt x="225529" y="69127"/>
                </a:moveTo>
                <a:cubicBezTo>
                  <a:pt x="225529" y="63344"/>
                  <a:pt x="226507" y="58362"/>
                  <a:pt x="228463" y="54181"/>
                </a:cubicBezTo>
                <a:cubicBezTo>
                  <a:pt x="230421" y="49999"/>
                  <a:pt x="232979" y="46551"/>
                  <a:pt x="236136" y="43839"/>
                </a:cubicBezTo>
                <a:cubicBezTo>
                  <a:pt x="239295" y="41125"/>
                  <a:pt x="242920" y="39124"/>
                  <a:pt x="247012" y="37834"/>
                </a:cubicBezTo>
                <a:cubicBezTo>
                  <a:pt x="251105" y="36543"/>
                  <a:pt x="255287" y="35897"/>
                  <a:pt x="259557" y="35897"/>
                </a:cubicBezTo>
                <a:cubicBezTo>
                  <a:pt x="264451" y="35897"/>
                  <a:pt x="268832" y="36498"/>
                  <a:pt x="272701" y="37699"/>
                </a:cubicBezTo>
                <a:cubicBezTo>
                  <a:pt x="276572" y="38901"/>
                  <a:pt x="279352" y="40258"/>
                  <a:pt x="281042" y="41770"/>
                </a:cubicBezTo>
                <a:cubicBezTo>
                  <a:pt x="280420" y="43104"/>
                  <a:pt x="279864" y="44505"/>
                  <a:pt x="279374" y="45973"/>
                </a:cubicBezTo>
                <a:cubicBezTo>
                  <a:pt x="278886" y="47440"/>
                  <a:pt x="278463" y="48975"/>
                  <a:pt x="278108" y="50577"/>
                </a:cubicBezTo>
                <a:lnTo>
                  <a:pt x="277039" y="50577"/>
                </a:lnTo>
                <a:cubicBezTo>
                  <a:pt x="276417" y="49420"/>
                  <a:pt x="275572" y="48242"/>
                  <a:pt x="274503" y="47042"/>
                </a:cubicBezTo>
                <a:cubicBezTo>
                  <a:pt x="273436" y="45840"/>
                  <a:pt x="272169" y="44728"/>
                  <a:pt x="270700" y="43704"/>
                </a:cubicBezTo>
                <a:cubicBezTo>
                  <a:pt x="269232" y="42681"/>
                  <a:pt x="267609" y="41836"/>
                  <a:pt x="265829" y="41169"/>
                </a:cubicBezTo>
                <a:cubicBezTo>
                  <a:pt x="264051" y="40501"/>
                  <a:pt x="262094" y="40167"/>
                  <a:pt x="259958" y="40167"/>
                </a:cubicBezTo>
                <a:cubicBezTo>
                  <a:pt x="255955" y="40167"/>
                  <a:pt x="252508" y="40902"/>
                  <a:pt x="249616" y="42371"/>
                </a:cubicBezTo>
                <a:cubicBezTo>
                  <a:pt x="246725" y="43838"/>
                  <a:pt x="244367" y="45862"/>
                  <a:pt x="242542" y="48443"/>
                </a:cubicBezTo>
                <a:cubicBezTo>
                  <a:pt x="240719" y="51022"/>
                  <a:pt x="239385" y="54069"/>
                  <a:pt x="238539" y="57584"/>
                </a:cubicBezTo>
                <a:cubicBezTo>
                  <a:pt x="237695" y="61097"/>
                  <a:pt x="237272" y="64900"/>
                  <a:pt x="237272" y="68993"/>
                </a:cubicBezTo>
                <a:cubicBezTo>
                  <a:pt x="237272" y="78156"/>
                  <a:pt x="239229" y="85073"/>
                  <a:pt x="243143" y="89745"/>
                </a:cubicBezTo>
                <a:cubicBezTo>
                  <a:pt x="247058" y="94416"/>
                  <a:pt x="252796" y="96751"/>
                  <a:pt x="260358" y="96751"/>
                </a:cubicBezTo>
                <a:cubicBezTo>
                  <a:pt x="262137" y="96751"/>
                  <a:pt x="263961" y="96507"/>
                  <a:pt x="265829" y="96018"/>
                </a:cubicBezTo>
                <a:cubicBezTo>
                  <a:pt x="267698" y="95528"/>
                  <a:pt x="269522" y="94860"/>
                  <a:pt x="271300" y="94015"/>
                </a:cubicBezTo>
                <a:cubicBezTo>
                  <a:pt x="273080" y="93169"/>
                  <a:pt x="274748" y="92168"/>
                  <a:pt x="276306" y="91013"/>
                </a:cubicBezTo>
                <a:cubicBezTo>
                  <a:pt x="277863" y="89856"/>
                  <a:pt x="279219" y="88610"/>
                  <a:pt x="280376" y="87275"/>
                </a:cubicBezTo>
                <a:lnTo>
                  <a:pt x="281042" y="87676"/>
                </a:lnTo>
                <a:cubicBezTo>
                  <a:pt x="280598" y="89811"/>
                  <a:pt x="280331" y="91991"/>
                  <a:pt x="280242" y="94214"/>
                </a:cubicBezTo>
                <a:cubicBezTo>
                  <a:pt x="277573" y="96349"/>
                  <a:pt x="274258" y="98173"/>
                  <a:pt x="270299" y="99686"/>
                </a:cubicBezTo>
                <a:cubicBezTo>
                  <a:pt x="266340" y="101198"/>
                  <a:pt x="262226" y="101954"/>
                  <a:pt x="257957" y="101954"/>
                </a:cubicBezTo>
                <a:cubicBezTo>
                  <a:pt x="254131" y="101954"/>
                  <a:pt x="250283" y="101398"/>
                  <a:pt x="246413" y="100286"/>
                </a:cubicBezTo>
                <a:cubicBezTo>
                  <a:pt x="242543" y="99174"/>
                  <a:pt x="239051" y="97307"/>
                  <a:pt x="235937" y="94682"/>
                </a:cubicBezTo>
                <a:cubicBezTo>
                  <a:pt x="232824" y="92057"/>
                  <a:pt x="230311" y="88654"/>
                  <a:pt x="228398" y="84473"/>
                </a:cubicBezTo>
                <a:cubicBezTo>
                  <a:pt x="226486" y="80291"/>
                  <a:pt x="225529" y="75176"/>
                  <a:pt x="225529" y="69127"/>
                </a:cubicBezTo>
                <a:close/>
                <a:moveTo>
                  <a:pt x="300260" y="38433"/>
                </a:moveTo>
                <a:cubicBezTo>
                  <a:pt x="300260" y="35408"/>
                  <a:pt x="300238" y="32117"/>
                  <a:pt x="300193" y="28559"/>
                </a:cubicBezTo>
                <a:cubicBezTo>
                  <a:pt x="300148" y="24999"/>
                  <a:pt x="300081" y="21485"/>
                  <a:pt x="299991" y="18015"/>
                </a:cubicBezTo>
                <a:cubicBezTo>
                  <a:pt x="299903" y="14545"/>
                  <a:pt x="299792" y="11231"/>
                  <a:pt x="299657" y="8074"/>
                </a:cubicBezTo>
                <a:cubicBezTo>
                  <a:pt x="299524" y="4915"/>
                  <a:pt x="299369" y="2224"/>
                  <a:pt x="299191" y="0"/>
                </a:cubicBezTo>
                <a:cubicBezTo>
                  <a:pt x="301682" y="445"/>
                  <a:pt x="303685" y="668"/>
                  <a:pt x="305198" y="668"/>
                </a:cubicBezTo>
                <a:cubicBezTo>
                  <a:pt x="306710" y="668"/>
                  <a:pt x="308712" y="445"/>
                  <a:pt x="311203" y="0"/>
                </a:cubicBezTo>
                <a:cubicBezTo>
                  <a:pt x="311025" y="2224"/>
                  <a:pt x="310869" y="4915"/>
                  <a:pt x="310735" y="8074"/>
                </a:cubicBezTo>
                <a:cubicBezTo>
                  <a:pt x="310602" y="11231"/>
                  <a:pt x="310490" y="14545"/>
                  <a:pt x="310401" y="18015"/>
                </a:cubicBezTo>
                <a:cubicBezTo>
                  <a:pt x="310313" y="21485"/>
                  <a:pt x="310246" y="24999"/>
                  <a:pt x="310201" y="28559"/>
                </a:cubicBezTo>
                <a:cubicBezTo>
                  <a:pt x="310156" y="32117"/>
                  <a:pt x="310134" y="35408"/>
                  <a:pt x="310134" y="38433"/>
                </a:cubicBezTo>
                <a:lnTo>
                  <a:pt x="310134" y="62587"/>
                </a:lnTo>
                <a:cubicBezTo>
                  <a:pt x="310134" y="65613"/>
                  <a:pt x="310156" y="68905"/>
                  <a:pt x="310201" y="72463"/>
                </a:cubicBezTo>
                <a:cubicBezTo>
                  <a:pt x="310246" y="76021"/>
                  <a:pt x="310313" y="79535"/>
                  <a:pt x="310401" y="83004"/>
                </a:cubicBezTo>
                <a:cubicBezTo>
                  <a:pt x="310490" y="86474"/>
                  <a:pt x="310602" y="89766"/>
                  <a:pt x="310735" y="92880"/>
                </a:cubicBezTo>
                <a:cubicBezTo>
                  <a:pt x="310869" y="95994"/>
                  <a:pt x="311025" y="98574"/>
                  <a:pt x="311203" y="100620"/>
                </a:cubicBezTo>
                <a:cubicBezTo>
                  <a:pt x="309156" y="100442"/>
                  <a:pt x="307154" y="100353"/>
                  <a:pt x="305198" y="100353"/>
                </a:cubicBezTo>
                <a:cubicBezTo>
                  <a:pt x="303241" y="100353"/>
                  <a:pt x="301238" y="100442"/>
                  <a:pt x="299191" y="100620"/>
                </a:cubicBezTo>
                <a:cubicBezTo>
                  <a:pt x="299369" y="98574"/>
                  <a:pt x="299524" y="95994"/>
                  <a:pt x="299657" y="92880"/>
                </a:cubicBezTo>
                <a:cubicBezTo>
                  <a:pt x="299792" y="89766"/>
                  <a:pt x="299903" y="86474"/>
                  <a:pt x="299991" y="83004"/>
                </a:cubicBezTo>
                <a:cubicBezTo>
                  <a:pt x="300081" y="79535"/>
                  <a:pt x="300148" y="76021"/>
                  <a:pt x="300193" y="72463"/>
                </a:cubicBezTo>
                <a:cubicBezTo>
                  <a:pt x="300238" y="68905"/>
                  <a:pt x="300260" y="65613"/>
                  <a:pt x="300260" y="62587"/>
                </a:cubicBezTo>
                <a:lnTo>
                  <a:pt x="300260" y="38433"/>
                </a:lnTo>
                <a:close/>
                <a:moveTo>
                  <a:pt x="335490" y="14012"/>
                </a:moveTo>
                <a:cubicBezTo>
                  <a:pt x="335490" y="12144"/>
                  <a:pt x="336157" y="10542"/>
                  <a:pt x="337491" y="9208"/>
                </a:cubicBezTo>
                <a:cubicBezTo>
                  <a:pt x="338826" y="7874"/>
                  <a:pt x="340428" y="7206"/>
                  <a:pt x="342297" y="7206"/>
                </a:cubicBezTo>
                <a:cubicBezTo>
                  <a:pt x="344165" y="7206"/>
                  <a:pt x="345766" y="7874"/>
                  <a:pt x="347101" y="9208"/>
                </a:cubicBezTo>
                <a:cubicBezTo>
                  <a:pt x="348435" y="10542"/>
                  <a:pt x="349102" y="12144"/>
                  <a:pt x="349102" y="14012"/>
                </a:cubicBezTo>
                <a:cubicBezTo>
                  <a:pt x="349102" y="15880"/>
                  <a:pt x="348435" y="17481"/>
                  <a:pt x="347101" y="18817"/>
                </a:cubicBezTo>
                <a:cubicBezTo>
                  <a:pt x="345766" y="20152"/>
                  <a:pt x="344165" y="20819"/>
                  <a:pt x="342297" y="20819"/>
                </a:cubicBezTo>
                <a:cubicBezTo>
                  <a:pt x="340428" y="20819"/>
                  <a:pt x="338826" y="20152"/>
                  <a:pt x="337491" y="18817"/>
                </a:cubicBezTo>
                <a:cubicBezTo>
                  <a:pt x="336157" y="17481"/>
                  <a:pt x="335490" y="15880"/>
                  <a:pt x="335490" y="14012"/>
                </a:cubicBezTo>
                <a:moveTo>
                  <a:pt x="337359" y="62188"/>
                </a:moveTo>
                <a:cubicBezTo>
                  <a:pt x="337359" y="58184"/>
                  <a:pt x="337292" y="53981"/>
                  <a:pt x="337157" y="49577"/>
                </a:cubicBezTo>
                <a:cubicBezTo>
                  <a:pt x="337024" y="45173"/>
                  <a:pt x="336735" y="41058"/>
                  <a:pt x="336290" y="37231"/>
                </a:cubicBezTo>
                <a:cubicBezTo>
                  <a:pt x="338781" y="37676"/>
                  <a:pt x="340783" y="37899"/>
                  <a:pt x="342297" y="37899"/>
                </a:cubicBezTo>
                <a:cubicBezTo>
                  <a:pt x="343809" y="37899"/>
                  <a:pt x="345811" y="37676"/>
                  <a:pt x="348302" y="37231"/>
                </a:cubicBezTo>
                <a:cubicBezTo>
                  <a:pt x="347857" y="41058"/>
                  <a:pt x="347567" y="45173"/>
                  <a:pt x="347433" y="49577"/>
                </a:cubicBezTo>
                <a:cubicBezTo>
                  <a:pt x="347299" y="53981"/>
                  <a:pt x="347233" y="58184"/>
                  <a:pt x="347233" y="62188"/>
                </a:cubicBezTo>
                <a:lnTo>
                  <a:pt x="347233" y="76065"/>
                </a:lnTo>
                <a:cubicBezTo>
                  <a:pt x="347233" y="80070"/>
                  <a:pt x="347299" y="84274"/>
                  <a:pt x="347433" y="88677"/>
                </a:cubicBezTo>
                <a:cubicBezTo>
                  <a:pt x="347567" y="93081"/>
                  <a:pt x="347857" y="97062"/>
                  <a:pt x="348302" y="100620"/>
                </a:cubicBezTo>
                <a:cubicBezTo>
                  <a:pt x="346255" y="100442"/>
                  <a:pt x="344253" y="100353"/>
                  <a:pt x="342297" y="100353"/>
                </a:cubicBezTo>
                <a:cubicBezTo>
                  <a:pt x="340339" y="100353"/>
                  <a:pt x="338337" y="100442"/>
                  <a:pt x="336290" y="100620"/>
                </a:cubicBezTo>
                <a:cubicBezTo>
                  <a:pt x="336735" y="97062"/>
                  <a:pt x="337024" y="93081"/>
                  <a:pt x="337157" y="88677"/>
                </a:cubicBezTo>
                <a:cubicBezTo>
                  <a:pt x="337292" y="84274"/>
                  <a:pt x="337359" y="80070"/>
                  <a:pt x="337359" y="76065"/>
                </a:cubicBezTo>
                <a:lnTo>
                  <a:pt x="337359" y="62188"/>
                </a:lnTo>
                <a:close/>
                <a:moveTo>
                  <a:pt x="414491" y="63120"/>
                </a:moveTo>
                <a:cubicBezTo>
                  <a:pt x="414491" y="56448"/>
                  <a:pt x="413201" y="51400"/>
                  <a:pt x="410620" y="47975"/>
                </a:cubicBezTo>
                <a:cubicBezTo>
                  <a:pt x="408041" y="44550"/>
                  <a:pt x="404483" y="42837"/>
                  <a:pt x="399946" y="42837"/>
                </a:cubicBezTo>
                <a:cubicBezTo>
                  <a:pt x="393719" y="42837"/>
                  <a:pt x="389160" y="44750"/>
                  <a:pt x="386268" y="48575"/>
                </a:cubicBezTo>
                <a:cubicBezTo>
                  <a:pt x="383377" y="52401"/>
                  <a:pt x="381931" y="57783"/>
                  <a:pt x="381931" y="64723"/>
                </a:cubicBezTo>
                <a:lnTo>
                  <a:pt x="381931" y="76065"/>
                </a:lnTo>
                <a:cubicBezTo>
                  <a:pt x="381931" y="80070"/>
                  <a:pt x="381998" y="84274"/>
                  <a:pt x="382131" y="88677"/>
                </a:cubicBezTo>
                <a:cubicBezTo>
                  <a:pt x="382264" y="93081"/>
                  <a:pt x="382553" y="97062"/>
                  <a:pt x="382998" y="100620"/>
                </a:cubicBezTo>
                <a:cubicBezTo>
                  <a:pt x="380952" y="100442"/>
                  <a:pt x="378951" y="100353"/>
                  <a:pt x="376993" y="100353"/>
                </a:cubicBezTo>
                <a:cubicBezTo>
                  <a:pt x="375036" y="100353"/>
                  <a:pt x="373034" y="100442"/>
                  <a:pt x="370988" y="100620"/>
                </a:cubicBezTo>
                <a:cubicBezTo>
                  <a:pt x="371432" y="97062"/>
                  <a:pt x="371720" y="93081"/>
                  <a:pt x="371854" y="88677"/>
                </a:cubicBezTo>
                <a:cubicBezTo>
                  <a:pt x="371988" y="84274"/>
                  <a:pt x="372055" y="80070"/>
                  <a:pt x="372055" y="76065"/>
                </a:cubicBezTo>
                <a:lnTo>
                  <a:pt x="372055" y="62188"/>
                </a:lnTo>
                <a:cubicBezTo>
                  <a:pt x="372055" y="58184"/>
                  <a:pt x="371988" y="53981"/>
                  <a:pt x="371854" y="49577"/>
                </a:cubicBezTo>
                <a:cubicBezTo>
                  <a:pt x="371720" y="45173"/>
                  <a:pt x="371432" y="41058"/>
                  <a:pt x="370988" y="37231"/>
                </a:cubicBezTo>
                <a:cubicBezTo>
                  <a:pt x="373479" y="37676"/>
                  <a:pt x="375481" y="37899"/>
                  <a:pt x="376993" y="37899"/>
                </a:cubicBezTo>
                <a:cubicBezTo>
                  <a:pt x="377704" y="37899"/>
                  <a:pt x="378482" y="37833"/>
                  <a:pt x="379327" y="37699"/>
                </a:cubicBezTo>
                <a:cubicBezTo>
                  <a:pt x="380172" y="37566"/>
                  <a:pt x="381174" y="37410"/>
                  <a:pt x="382330" y="37231"/>
                </a:cubicBezTo>
                <a:cubicBezTo>
                  <a:pt x="382064" y="40791"/>
                  <a:pt x="381931" y="44349"/>
                  <a:pt x="381931" y="47907"/>
                </a:cubicBezTo>
                <a:lnTo>
                  <a:pt x="382198" y="47907"/>
                </a:lnTo>
                <a:cubicBezTo>
                  <a:pt x="384689" y="44082"/>
                  <a:pt x="387669" y="41124"/>
                  <a:pt x="391139" y="39033"/>
                </a:cubicBezTo>
                <a:cubicBezTo>
                  <a:pt x="394609" y="36943"/>
                  <a:pt x="398746" y="35897"/>
                  <a:pt x="403550" y="35897"/>
                </a:cubicBezTo>
                <a:cubicBezTo>
                  <a:pt x="406041" y="35897"/>
                  <a:pt x="408554" y="36254"/>
                  <a:pt x="411088" y="36966"/>
                </a:cubicBezTo>
                <a:cubicBezTo>
                  <a:pt x="413624" y="37678"/>
                  <a:pt x="415915" y="38901"/>
                  <a:pt x="417961" y="40636"/>
                </a:cubicBezTo>
                <a:cubicBezTo>
                  <a:pt x="420008" y="42371"/>
                  <a:pt x="421676" y="44729"/>
                  <a:pt x="422966" y="47710"/>
                </a:cubicBezTo>
                <a:cubicBezTo>
                  <a:pt x="424256" y="50690"/>
                  <a:pt x="424900" y="54492"/>
                  <a:pt x="424900" y="59117"/>
                </a:cubicBezTo>
                <a:cubicBezTo>
                  <a:pt x="424900" y="62942"/>
                  <a:pt x="424811" y="66879"/>
                  <a:pt x="424634" y="70927"/>
                </a:cubicBezTo>
                <a:cubicBezTo>
                  <a:pt x="424456" y="74975"/>
                  <a:pt x="424367" y="79269"/>
                  <a:pt x="424367" y="83807"/>
                </a:cubicBezTo>
                <a:lnTo>
                  <a:pt x="424367" y="92479"/>
                </a:lnTo>
                <a:cubicBezTo>
                  <a:pt x="424367" y="93903"/>
                  <a:pt x="424389" y="95305"/>
                  <a:pt x="424434" y="96684"/>
                </a:cubicBezTo>
                <a:cubicBezTo>
                  <a:pt x="424479" y="98063"/>
                  <a:pt x="424545" y="99375"/>
                  <a:pt x="424634" y="100620"/>
                </a:cubicBezTo>
                <a:cubicBezTo>
                  <a:pt x="422854" y="100442"/>
                  <a:pt x="420986" y="100353"/>
                  <a:pt x="419030" y="100353"/>
                </a:cubicBezTo>
                <a:cubicBezTo>
                  <a:pt x="417161" y="100353"/>
                  <a:pt x="415337" y="100442"/>
                  <a:pt x="413558" y="100620"/>
                </a:cubicBezTo>
                <a:cubicBezTo>
                  <a:pt x="413736" y="95994"/>
                  <a:pt x="413936" y="91234"/>
                  <a:pt x="414157" y="86342"/>
                </a:cubicBezTo>
                <a:cubicBezTo>
                  <a:pt x="414380" y="81448"/>
                  <a:pt x="414491" y="76421"/>
                  <a:pt x="414491" y="71261"/>
                </a:cubicBezTo>
                <a:lnTo>
                  <a:pt x="414491" y="63120"/>
                </a:lnTo>
                <a:close/>
                <a:moveTo>
                  <a:pt x="479481" y="67392"/>
                </a:moveTo>
                <a:cubicBezTo>
                  <a:pt x="477968" y="67926"/>
                  <a:pt x="476211" y="68370"/>
                  <a:pt x="474209" y="68726"/>
                </a:cubicBezTo>
                <a:cubicBezTo>
                  <a:pt x="472208" y="69082"/>
                  <a:pt x="470184" y="69460"/>
                  <a:pt x="468139" y="69860"/>
                </a:cubicBezTo>
                <a:cubicBezTo>
                  <a:pt x="466093" y="70261"/>
                  <a:pt x="464069" y="70773"/>
                  <a:pt x="462066" y="71396"/>
                </a:cubicBezTo>
                <a:cubicBezTo>
                  <a:pt x="460064" y="72017"/>
                  <a:pt x="458284" y="72862"/>
                  <a:pt x="456727" y="73931"/>
                </a:cubicBezTo>
                <a:cubicBezTo>
                  <a:pt x="455172" y="74998"/>
                  <a:pt x="453926" y="76332"/>
                  <a:pt x="452991" y="77934"/>
                </a:cubicBezTo>
                <a:cubicBezTo>
                  <a:pt x="452057" y="79536"/>
                  <a:pt x="451590" y="81582"/>
                  <a:pt x="451590" y="84073"/>
                </a:cubicBezTo>
                <a:cubicBezTo>
                  <a:pt x="451590" y="88255"/>
                  <a:pt x="452791" y="91413"/>
                  <a:pt x="455192" y="93548"/>
                </a:cubicBezTo>
                <a:cubicBezTo>
                  <a:pt x="457595" y="95684"/>
                  <a:pt x="460264" y="96751"/>
                  <a:pt x="463201" y="96751"/>
                </a:cubicBezTo>
                <a:cubicBezTo>
                  <a:pt x="466581" y="96751"/>
                  <a:pt x="469672" y="95817"/>
                  <a:pt x="472474" y="93949"/>
                </a:cubicBezTo>
                <a:cubicBezTo>
                  <a:pt x="475277" y="92080"/>
                  <a:pt x="477435" y="89900"/>
                  <a:pt x="478947" y="87409"/>
                </a:cubicBezTo>
                <a:lnTo>
                  <a:pt x="479481" y="67392"/>
                </a:lnTo>
                <a:moveTo>
                  <a:pt x="446519" y="43637"/>
                </a:moveTo>
                <a:cubicBezTo>
                  <a:pt x="450523" y="40613"/>
                  <a:pt x="454215" y="38567"/>
                  <a:pt x="457595" y="37500"/>
                </a:cubicBezTo>
                <a:cubicBezTo>
                  <a:pt x="460976" y="36432"/>
                  <a:pt x="464446" y="35897"/>
                  <a:pt x="468004" y="35897"/>
                </a:cubicBezTo>
                <a:cubicBezTo>
                  <a:pt x="471208" y="35897"/>
                  <a:pt x="474144" y="36364"/>
                  <a:pt x="476813" y="37298"/>
                </a:cubicBezTo>
                <a:cubicBezTo>
                  <a:pt x="479482" y="38232"/>
                  <a:pt x="481750" y="39567"/>
                  <a:pt x="483618" y="41302"/>
                </a:cubicBezTo>
                <a:cubicBezTo>
                  <a:pt x="485486" y="43037"/>
                  <a:pt x="486954" y="45128"/>
                  <a:pt x="488021" y="47575"/>
                </a:cubicBezTo>
                <a:cubicBezTo>
                  <a:pt x="489089" y="50022"/>
                  <a:pt x="489623" y="52712"/>
                  <a:pt x="489623" y="55647"/>
                </a:cubicBezTo>
                <a:cubicBezTo>
                  <a:pt x="489623" y="60719"/>
                  <a:pt x="489534" y="65768"/>
                  <a:pt x="489356" y="70795"/>
                </a:cubicBezTo>
                <a:cubicBezTo>
                  <a:pt x="489179" y="75822"/>
                  <a:pt x="489090" y="81137"/>
                  <a:pt x="489090" y="86741"/>
                </a:cubicBezTo>
                <a:cubicBezTo>
                  <a:pt x="489090" y="87809"/>
                  <a:pt x="489112" y="88944"/>
                  <a:pt x="489157" y="90146"/>
                </a:cubicBezTo>
                <a:cubicBezTo>
                  <a:pt x="489202" y="91346"/>
                  <a:pt x="489402" y="92413"/>
                  <a:pt x="489758" y="93347"/>
                </a:cubicBezTo>
                <a:cubicBezTo>
                  <a:pt x="490113" y="94281"/>
                  <a:pt x="490624" y="95059"/>
                  <a:pt x="491291" y="95682"/>
                </a:cubicBezTo>
                <a:cubicBezTo>
                  <a:pt x="491959" y="96305"/>
                  <a:pt x="492960" y="96617"/>
                  <a:pt x="494294" y="96617"/>
                </a:cubicBezTo>
                <a:cubicBezTo>
                  <a:pt x="494740" y="96617"/>
                  <a:pt x="495207" y="96595"/>
                  <a:pt x="495695" y="96550"/>
                </a:cubicBezTo>
                <a:cubicBezTo>
                  <a:pt x="496185" y="96505"/>
                  <a:pt x="496652" y="96349"/>
                  <a:pt x="497096" y="96083"/>
                </a:cubicBezTo>
                <a:lnTo>
                  <a:pt x="497096" y="99020"/>
                </a:lnTo>
                <a:cubicBezTo>
                  <a:pt x="496118" y="99464"/>
                  <a:pt x="494894" y="99819"/>
                  <a:pt x="493427" y="100087"/>
                </a:cubicBezTo>
                <a:cubicBezTo>
                  <a:pt x="491960" y="100354"/>
                  <a:pt x="490336" y="100488"/>
                  <a:pt x="488556" y="100488"/>
                </a:cubicBezTo>
                <a:cubicBezTo>
                  <a:pt x="485710" y="100488"/>
                  <a:pt x="483530" y="99754"/>
                  <a:pt x="482018" y="98287"/>
                </a:cubicBezTo>
                <a:cubicBezTo>
                  <a:pt x="480506" y="96818"/>
                  <a:pt x="479616" y="94927"/>
                  <a:pt x="479348" y="92614"/>
                </a:cubicBezTo>
                <a:cubicBezTo>
                  <a:pt x="476146" y="95816"/>
                  <a:pt x="472988" y="98173"/>
                  <a:pt x="469873" y="99686"/>
                </a:cubicBezTo>
                <a:cubicBezTo>
                  <a:pt x="466759" y="101198"/>
                  <a:pt x="462934" y="101954"/>
                  <a:pt x="458397" y="101954"/>
                </a:cubicBezTo>
                <a:cubicBezTo>
                  <a:pt x="456172" y="101954"/>
                  <a:pt x="453992" y="101642"/>
                  <a:pt x="451857" y="101019"/>
                </a:cubicBezTo>
                <a:cubicBezTo>
                  <a:pt x="449723" y="100398"/>
                  <a:pt x="447832" y="99375"/>
                  <a:pt x="446186" y="97953"/>
                </a:cubicBezTo>
                <a:cubicBezTo>
                  <a:pt x="444540" y="96529"/>
                  <a:pt x="443206" y="94816"/>
                  <a:pt x="442182" y="92815"/>
                </a:cubicBezTo>
                <a:cubicBezTo>
                  <a:pt x="441160" y="90813"/>
                  <a:pt x="440649" y="88521"/>
                  <a:pt x="440649" y="85941"/>
                </a:cubicBezTo>
                <a:cubicBezTo>
                  <a:pt x="440649" y="80603"/>
                  <a:pt x="442317" y="76467"/>
                  <a:pt x="445652" y="73532"/>
                </a:cubicBezTo>
                <a:cubicBezTo>
                  <a:pt x="448989" y="70595"/>
                  <a:pt x="453593" y="68638"/>
                  <a:pt x="459464" y="67659"/>
                </a:cubicBezTo>
                <a:cubicBezTo>
                  <a:pt x="464268" y="66858"/>
                  <a:pt x="468027" y="66169"/>
                  <a:pt x="470741" y="65590"/>
                </a:cubicBezTo>
                <a:cubicBezTo>
                  <a:pt x="473455" y="65012"/>
                  <a:pt x="475456" y="64411"/>
                  <a:pt x="476746" y="63788"/>
                </a:cubicBezTo>
                <a:cubicBezTo>
                  <a:pt x="478036" y="63165"/>
                  <a:pt x="478813" y="62431"/>
                  <a:pt x="479079" y="61587"/>
                </a:cubicBezTo>
                <a:cubicBezTo>
                  <a:pt x="479347" y="60741"/>
                  <a:pt x="479481" y="59651"/>
                  <a:pt x="479481" y="58317"/>
                </a:cubicBezTo>
                <a:cubicBezTo>
                  <a:pt x="479481" y="56093"/>
                  <a:pt x="479214" y="53958"/>
                  <a:pt x="478680" y="51913"/>
                </a:cubicBezTo>
                <a:cubicBezTo>
                  <a:pt x="478147" y="49866"/>
                  <a:pt x="477302" y="48086"/>
                  <a:pt x="476145" y="46574"/>
                </a:cubicBezTo>
                <a:cubicBezTo>
                  <a:pt x="474989" y="45061"/>
                  <a:pt x="473476" y="43838"/>
                  <a:pt x="471608" y="42904"/>
                </a:cubicBezTo>
                <a:cubicBezTo>
                  <a:pt x="469740" y="41970"/>
                  <a:pt x="467472" y="41503"/>
                  <a:pt x="464803" y="41503"/>
                </a:cubicBezTo>
                <a:cubicBezTo>
                  <a:pt x="461244" y="41503"/>
                  <a:pt x="457929" y="42304"/>
                  <a:pt x="454860" y="43906"/>
                </a:cubicBezTo>
                <a:cubicBezTo>
                  <a:pt x="451791" y="45507"/>
                  <a:pt x="449500" y="47730"/>
                  <a:pt x="447988" y="50577"/>
                </a:cubicBezTo>
                <a:lnTo>
                  <a:pt x="446519" y="50577"/>
                </a:lnTo>
                <a:lnTo>
                  <a:pt x="446519" y="43637"/>
                </a:lnTo>
                <a:close/>
                <a:moveTo>
                  <a:pt x="524055" y="19351"/>
                </a:moveTo>
                <a:cubicBezTo>
                  <a:pt x="523787" y="22731"/>
                  <a:pt x="523586" y="26045"/>
                  <a:pt x="523452" y="29292"/>
                </a:cubicBezTo>
                <a:cubicBezTo>
                  <a:pt x="523319" y="32539"/>
                  <a:pt x="523163" y="35808"/>
                  <a:pt x="522985" y="39100"/>
                </a:cubicBezTo>
                <a:cubicBezTo>
                  <a:pt x="523964" y="39100"/>
                  <a:pt x="525788" y="39078"/>
                  <a:pt x="528457" y="39033"/>
                </a:cubicBezTo>
                <a:cubicBezTo>
                  <a:pt x="531126" y="38988"/>
                  <a:pt x="534017" y="38877"/>
                  <a:pt x="537131" y="38699"/>
                </a:cubicBezTo>
                <a:cubicBezTo>
                  <a:pt x="537043" y="38967"/>
                  <a:pt x="536999" y="39456"/>
                  <a:pt x="536999" y="40167"/>
                </a:cubicBezTo>
                <a:lnTo>
                  <a:pt x="536999" y="41503"/>
                </a:lnTo>
                <a:lnTo>
                  <a:pt x="536999" y="42971"/>
                </a:lnTo>
                <a:cubicBezTo>
                  <a:pt x="536999" y="43593"/>
                  <a:pt x="537043" y="44038"/>
                  <a:pt x="537131" y="44305"/>
                </a:cubicBezTo>
                <a:cubicBezTo>
                  <a:pt x="535975" y="44216"/>
                  <a:pt x="534773" y="44149"/>
                  <a:pt x="533527" y="44106"/>
                </a:cubicBezTo>
                <a:cubicBezTo>
                  <a:pt x="532282" y="44061"/>
                  <a:pt x="530948" y="44038"/>
                  <a:pt x="529524" y="44038"/>
                </a:cubicBezTo>
                <a:lnTo>
                  <a:pt x="522985" y="44038"/>
                </a:lnTo>
                <a:cubicBezTo>
                  <a:pt x="522897" y="44394"/>
                  <a:pt x="522786" y="45817"/>
                  <a:pt x="522652" y="48308"/>
                </a:cubicBezTo>
                <a:cubicBezTo>
                  <a:pt x="522518" y="50799"/>
                  <a:pt x="522407" y="53758"/>
                  <a:pt x="522318" y="57183"/>
                </a:cubicBezTo>
                <a:cubicBezTo>
                  <a:pt x="522229" y="60608"/>
                  <a:pt x="522163" y="64189"/>
                  <a:pt x="522118" y="67926"/>
                </a:cubicBezTo>
                <a:cubicBezTo>
                  <a:pt x="522073" y="71662"/>
                  <a:pt x="522051" y="74998"/>
                  <a:pt x="522051" y="77934"/>
                </a:cubicBezTo>
                <a:cubicBezTo>
                  <a:pt x="522051" y="80425"/>
                  <a:pt x="522117" y="82872"/>
                  <a:pt x="522250" y="85275"/>
                </a:cubicBezTo>
                <a:cubicBezTo>
                  <a:pt x="522385" y="87676"/>
                  <a:pt x="522808" y="89833"/>
                  <a:pt x="523519" y="91746"/>
                </a:cubicBezTo>
                <a:cubicBezTo>
                  <a:pt x="524232" y="93659"/>
                  <a:pt x="525299" y="95194"/>
                  <a:pt x="526722" y="96350"/>
                </a:cubicBezTo>
                <a:cubicBezTo>
                  <a:pt x="528146" y="97507"/>
                  <a:pt x="530193" y="98085"/>
                  <a:pt x="532861" y="98085"/>
                </a:cubicBezTo>
                <a:cubicBezTo>
                  <a:pt x="533573" y="98085"/>
                  <a:pt x="534529" y="97996"/>
                  <a:pt x="535730" y="97818"/>
                </a:cubicBezTo>
                <a:cubicBezTo>
                  <a:pt x="536932" y="97640"/>
                  <a:pt x="537977" y="97418"/>
                  <a:pt x="538866" y="97150"/>
                </a:cubicBezTo>
                <a:lnTo>
                  <a:pt x="538866" y="100353"/>
                </a:lnTo>
                <a:cubicBezTo>
                  <a:pt x="537354" y="100621"/>
                  <a:pt x="535686" y="100954"/>
                  <a:pt x="533861" y="101353"/>
                </a:cubicBezTo>
                <a:cubicBezTo>
                  <a:pt x="532038" y="101754"/>
                  <a:pt x="530281" y="101954"/>
                  <a:pt x="528591" y="101954"/>
                </a:cubicBezTo>
                <a:cubicBezTo>
                  <a:pt x="522986" y="101954"/>
                  <a:pt x="518849" y="100575"/>
                  <a:pt x="516180" y="97818"/>
                </a:cubicBezTo>
                <a:cubicBezTo>
                  <a:pt x="513511" y="95060"/>
                  <a:pt x="512177" y="91012"/>
                  <a:pt x="512177" y="85674"/>
                </a:cubicBezTo>
                <a:cubicBezTo>
                  <a:pt x="512177" y="83273"/>
                  <a:pt x="512221" y="80671"/>
                  <a:pt x="512309" y="77869"/>
                </a:cubicBezTo>
                <a:cubicBezTo>
                  <a:pt x="512399" y="75066"/>
                  <a:pt x="512510" y="71996"/>
                  <a:pt x="512643" y="68661"/>
                </a:cubicBezTo>
                <a:cubicBezTo>
                  <a:pt x="512776" y="65324"/>
                  <a:pt x="512888" y="61632"/>
                  <a:pt x="512977" y="57584"/>
                </a:cubicBezTo>
                <a:cubicBezTo>
                  <a:pt x="513067" y="53536"/>
                  <a:pt x="513112" y="49020"/>
                  <a:pt x="513112" y="44038"/>
                </a:cubicBezTo>
                <a:lnTo>
                  <a:pt x="508840" y="44038"/>
                </a:lnTo>
                <a:cubicBezTo>
                  <a:pt x="508128" y="44038"/>
                  <a:pt x="507372" y="44061"/>
                  <a:pt x="506571" y="44106"/>
                </a:cubicBezTo>
                <a:cubicBezTo>
                  <a:pt x="505770" y="44149"/>
                  <a:pt x="504925" y="44216"/>
                  <a:pt x="504036" y="44305"/>
                </a:cubicBezTo>
                <a:cubicBezTo>
                  <a:pt x="504126" y="43772"/>
                  <a:pt x="504192" y="43261"/>
                  <a:pt x="504236" y="42772"/>
                </a:cubicBezTo>
                <a:cubicBezTo>
                  <a:pt x="504280" y="42282"/>
                  <a:pt x="504303" y="41770"/>
                  <a:pt x="504303" y="41236"/>
                </a:cubicBezTo>
                <a:cubicBezTo>
                  <a:pt x="504303" y="40791"/>
                  <a:pt x="504280" y="40347"/>
                  <a:pt x="504236" y="39903"/>
                </a:cubicBezTo>
                <a:cubicBezTo>
                  <a:pt x="504192" y="39457"/>
                  <a:pt x="504126" y="39012"/>
                  <a:pt x="504036" y="38567"/>
                </a:cubicBezTo>
                <a:cubicBezTo>
                  <a:pt x="508039" y="38833"/>
                  <a:pt x="510975" y="38966"/>
                  <a:pt x="512843" y="38966"/>
                </a:cubicBezTo>
                <a:cubicBezTo>
                  <a:pt x="512755" y="37188"/>
                  <a:pt x="512688" y="34964"/>
                  <a:pt x="512643" y="32295"/>
                </a:cubicBezTo>
                <a:cubicBezTo>
                  <a:pt x="512598" y="29626"/>
                  <a:pt x="512487" y="26868"/>
                  <a:pt x="512309" y="24020"/>
                </a:cubicBezTo>
                <a:lnTo>
                  <a:pt x="523387" y="19351"/>
                </a:lnTo>
                <a:lnTo>
                  <a:pt x="524055" y="19351"/>
                </a:lnTo>
                <a:close/>
                <a:moveTo>
                  <a:pt x="550609" y="14012"/>
                </a:moveTo>
                <a:cubicBezTo>
                  <a:pt x="550609" y="12144"/>
                  <a:pt x="551277" y="10542"/>
                  <a:pt x="552611" y="9208"/>
                </a:cubicBezTo>
                <a:cubicBezTo>
                  <a:pt x="553945" y="7874"/>
                  <a:pt x="555547" y="7206"/>
                  <a:pt x="557417" y="7206"/>
                </a:cubicBezTo>
                <a:cubicBezTo>
                  <a:pt x="559285" y="7206"/>
                  <a:pt x="560886" y="7874"/>
                  <a:pt x="562220" y="9208"/>
                </a:cubicBezTo>
                <a:cubicBezTo>
                  <a:pt x="563555" y="10542"/>
                  <a:pt x="564222" y="12144"/>
                  <a:pt x="564222" y="14012"/>
                </a:cubicBezTo>
                <a:cubicBezTo>
                  <a:pt x="564222" y="15880"/>
                  <a:pt x="563555" y="17481"/>
                  <a:pt x="562220" y="18817"/>
                </a:cubicBezTo>
                <a:cubicBezTo>
                  <a:pt x="560886" y="20152"/>
                  <a:pt x="559285" y="20819"/>
                  <a:pt x="557417" y="20819"/>
                </a:cubicBezTo>
                <a:cubicBezTo>
                  <a:pt x="555547" y="20819"/>
                  <a:pt x="553945" y="20152"/>
                  <a:pt x="552611" y="18817"/>
                </a:cubicBezTo>
                <a:cubicBezTo>
                  <a:pt x="551277" y="17481"/>
                  <a:pt x="550609" y="15880"/>
                  <a:pt x="550609" y="14012"/>
                </a:cubicBezTo>
                <a:moveTo>
                  <a:pt x="552479" y="62188"/>
                </a:moveTo>
                <a:cubicBezTo>
                  <a:pt x="552479" y="58184"/>
                  <a:pt x="552411" y="53981"/>
                  <a:pt x="552277" y="49577"/>
                </a:cubicBezTo>
                <a:cubicBezTo>
                  <a:pt x="552144" y="45173"/>
                  <a:pt x="551855" y="41058"/>
                  <a:pt x="551410" y="37231"/>
                </a:cubicBezTo>
                <a:cubicBezTo>
                  <a:pt x="553901" y="37676"/>
                  <a:pt x="555903" y="37899"/>
                  <a:pt x="557417" y="37899"/>
                </a:cubicBezTo>
                <a:cubicBezTo>
                  <a:pt x="558929" y="37899"/>
                  <a:pt x="560931" y="37676"/>
                  <a:pt x="563422" y="37231"/>
                </a:cubicBezTo>
                <a:cubicBezTo>
                  <a:pt x="562976" y="41058"/>
                  <a:pt x="562686" y="45173"/>
                  <a:pt x="562552" y="49577"/>
                </a:cubicBezTo>
                <a:cubicBezTo>
                  <a:pt x="562419" y="53981"/>
                  <a:pt x="562353" y="58184"/>
                  <a:pt x="562353" y="62188"/>
                </a:cubicBezTo>
                <a:lnTo>
                  <a:pt x="562353" y="76065"/>
                </a:lnTo>
                <a:cubicBezTo>
                  <a:pt x="562353" y="80070"/>
                  <a:pt x="562419" y="84274"/>
                  <a:pt x="562552" y="88677"/>
                </a:cubicBezTo>
                <a:cubicBezTo>
                  <a:pt x="562686" y="93081"/>
                  <a:pt x="562976" y="97062"/>
                  <a:pt x="563422" y="100620"/>
                </a:cubicBezTo>
                <a:cubicBezTo>
                  <a:pt x="561374" y="100442"/>
                  <a:pt x="559373" y="100353"/>
                  <a:pt x="557417" y="100353"/>
                </a:cubicBezTo>
                <a:cubicBezTo>
                  <a:pt x="555459" y="100353"/>
                  <a:pt x="553457" y="100442"/>
                  <a:pt x="551410" y="100620"/>
                </a:cubicBezTo>
                <a:cubicBezTo>
                  <a:pt x="551855" y="97062"/>
                  <a:pt x="552144" y="93081"/>
                  <a:pt x="552277" y="88677"/>
                </a:cubicBezTo>
                <a:cubicBezTo>
                  <a:pt x="552411" y="84274"/>
                  <a:pt x="552479" y="80070"/>
                  <a:pt x="552479" y="76065"/>
                </a:cubicBezTo>
                <a:lnTo>
                  <a:pt x="552479" y="62188"/>
                </a:lnTo>
                <a:close/>
                <a:moveTo>
                  <a:pt x="592379" y="69127"/>
                </a:moveTo>
                <a:cubicBezTo>
                  <a:pt x="592379" y="72863"/>
                  <a:pt x="592713" y="76466"/>
                  <a:pt x="593379" y="79936"/>
                </a:cubicBezTo>
                <a:cubicBezTo>
                  <a:pt x="594047" y="83406"/>
                  <a:pt x="595181" y="86497"/>
                  <a:pt x="596782" y="89211"/>
                </a:cubicBezTo>
                <a:cubicBezTo>
                  <a:pt x="598384" y="91925"/>
                  <a:pt x="600519" y="94082"/>
                  <a:pt x="603188" y="95684"/>
                </a:cubicBezTo>
                <a:cubicBezTo>
                  <a:pt x="605857" y="97285"/>
                  <a:pt x="609149" y="98085"/>
                  <a:pt x="613064" y="98085"/>
                </a:cubicBezTo>
                <a:cubicBezTo>
                  <a:pt x="616979" y="98085"/>
                  <a:pt x="620271" y="97285"/>
                  <a:pt x="622940" y="95684"/>
                </a:cubicBezTo>
                <a:cubicBezTo>
                  <a:pt x="625609" y="94082"/>
                  <a:pt x="627743" y="91925"/>
                  <a:pt x="629344" y="89211"/>
                </a:cubicBezTo>
                <a:cubicBezTo>
                  <a:pt x="630946" y="86497"/>
                  <a:pt x="632080" y="83406"/>
                  <a:pt x="632746" y="79936"/>
                </a:cubicBezTo>
                <a:cubicBezTo>
                  <a:pt x="633414" y="76466"/>
                  <a:pt x="633748" y="72863"/>
                  <a:pt x="633748" y="69127"/>
                </a:cubicBezTo>
                <a:cubicBezTo>
                  <a:pt x="633748" y="65390"/>
                  <a:pt x="633414" y="61787"/>
                  <a:pt x="632746" y="58317"/>
                </a:cubicBezTo>
                <a:cubicBezTo>
                  <a:pt x="632080" y="54847"/>
                  <a:pt x="630946" y="51756"/>
                  <a:pt x="629344" y="49044"/>
                </a:cubicBezTo>
                <a:cubicBezTo>
                  <a:pt x="627743" y="46330"/>
                  <a:pt x="625609" y="44172"/>
                  <a:pt x="622940" y="42570"/>
                </a:cubicBezTo>
                <a:cubicBezTo>
                  <a:pt x="620271" y="40968"/>
                  <a:pt x="616979" y="40167"/>
                  <a:pt x="613064" y="40167"/>
                </a:cubicBezTo>
                <a:cubicBezTo>
                  <a:pt x="609149" y="40167"/>
                  <a:pt x="605857" y="40968"/>
                  <a:pt x="603188" y="42570"/>
                </a:cubicBezTo>
                <a:cubicBezTo>
                  <a:pt x="600519" y="44172"/>
                  <a:pt x="598384" y="46330"/>
                  <a:pt x="596782" y="49044"/>
                </a:cubicBezTo>
                <a:cubicBezTo>
                  <a:pt x="595181" y="51756"/>
                  <a:pt x="594047" y="54847"/>
                  <a:pt x="593379" y="58317"/>
                </a:cubicBezTo>
                <a:cubicBezTo>
                  <a:pt x="592713" y="61787"/>
                  <a:pt x="592379" y="65390"/>
                  <a:pt x="592379" y="69127"/>
                </a:cubicBezTo>
                <a:moveTo>
                  <a:pt x="580636" y="69127"/>
                </a:moveTo>
                <a:cubicBezTo>
                  <a:pt x="580636" y="63077"/>
                  <a:pt x="581593" y="57939"/>
                  <a:pt x="583505" y="53713"/>
                </a:cubicBezTo>
                <a:cubicBezTo>
                  <a:pt x="585418" y="49487"/>
                  <a:pt x="587931" y="46062"/>
                  <a:pt x="591044" y="43438"/>
                </a:cubicBezTo>
                <a:cubicBezTo>
                  <a:pt x="594158" y="40814"/>
                  <a:pt x="597650" y="38901"/>
                  <a:pt x="601520" y="37699"/>
                </a:cubicBezTo>
                <a:cubicBezTo>
                  <a:pt x="605391" y="36498"/>
                  <a:pt x="609238" y="35897"/>
                  <a:pt x="613064" y="35897"/>
                </a:cubicBezTo>
                <a:cubicBezTo>
                  <a:pt x="616979" y="35897"/>
                  <a:pt x="620849" y="36498"/>
                  <a:pt x="624675" y="37699"/>
                </a:cubicBezTo>
                <a:cubicBezTo>
                  <a:pt x="628500" y="38901"/>
                  <a:pt x="631969" y="40814"/>
                  <a:pt x="635082" y="43438"/>
                </a:cubicBezTo>
                <a:cubicBezTo>
                  <a:pt x="638196" y="46062"/>
                  <a:pt x="640710" y="49487"/>
                  <a:pt x="642622" y="53713"/>
                </a:cubicBezTo>
                <a:cubicBezTo>
                  <a:pt x="644535" y="57939"/>
                  <a:pt x="645491" y="63077"/>
                  <a:pt x="645491" y="69127"/>
                </a:cubicBezTo>
                <a:cubicBezTo>
                  <a:pt x="645491" y="75176"/>
                  <a:pt x="644535" y="80314"/>
                  <a:pt x="642622" y="84540"/>
                </a:cubicBezTo>
                <a:cubicBezTo>
                  <a:pt x="640710" y="88766"/>
                  <a:pt x="638196" y="92191"/>
                  <a:pt x="635082" y="94817"/>
                </a:cubicBezTo>
                <a:cubicBezTo>
                  <a:pt x="631969" y="97441"/>
                  <a:pt x="628500" y="99286"/>
                  <a:pt x="624675" y="100353"/>
                </a:cubicBezTo>
                <a:cubicBezTo>
                  <a:pt x="620849" y="101420"/>
                  <a:pt x="616979" y="101954"/>
                  <a:pt x="613064" y="101954"/>
                </a:cubicBezTo>
                <a:cubicBezTo>
                  <a:pt x="609238" y="101954"/>
                  <a:pt x="605391" y="101420"/>
                  <a:pt x="601520" y="100353"/>
                </a:cubicBezTo>
                <a:cubicBezTo>
                  <a:pt x="597650" y="99286"/>
                  <a:pt x="594158" y="97441"/>
                  <a:pt x="591044" y="94817"/>
                </a:cubicBezTo>
                <a:cubicBezTo>
                  <a:pt x="587931" y="92191"/>
                  <a:pt x="585418" y="88766"/>
                  <a:pt x="583505" y="84540"/>
                </a:cubicBezTo>
                <a:cubicBezTo>
                  <a:pt x="581593" y="80314"/>
                  <a:pt x="580636" y="75176"/>
                  <a:pt x="580636" y="69127"/>
                </a:cubicBezTo>
                <a:close/>
                <a:moveTo>
                  <a:pt x="703808" y="63120"/>
                </a:moveTo>
                <a:cubicBezTo>
                  <a:pt x="703808" y="56448"/>
                  <a:pt x="702518" y="51400"/>
                  <a:pt x="699937" y="47975"/>
                </a:cubicBezTo>
                <a:cubicBezTo>
                  <a:pt x="697358" y="44550"/>
                  <a:pt x="693800" y="42837"/>
                  <a:pt x="689263" y="42837"/>
                </a:cubicBezTo>
                <a:cubicBezTo>
                  <a:pt x="683036" y="42837"/>
                  <a:pt x="678477" y="44750"/>
                  <a:pt x="675585" y="48575"/>
                </a:cubicBezTo>
                <a:cubicBezTo>
                  <a:pt x="672694" y="52401"/>
                  <a:pt x="671248" y="57783"/>
                  <a:pt x="671248" y="64723"/>
                </a:cubicBezTo>
                <a:lnTo>
                  <a:pt x="671248" y="76065"/>
                </a:lnTo>
                <a:cubicBezTo>
                  <a:pt x="671248" y="80070"/>
                  <a:pt x="671315" y="84274"/>
                  <a:pt x="671448" y="88677"/>
                </a:cubicBezTo>
                <a:cubicBezTo>
                  <a:pt x="671581" y="93081"/>
                  <a:pt x="671870" y="97062"/>
                  <a:pt x="672315" y="100620"/>
                </a:cubicBezTo>
                <a:cubicBezTo>
                  <a:pt x="670269" y="100442"/>
                  <a:pt x="668268" y="100353"/>
                  <a:pt x="666310" y="100353"/>
                </a:cubicBezTo>
                <a:cubicBezTo>
                  <a:pt x="664353" y="100353"/>
                  <a:pt x="662351" y="100442"/>
                  <a:pt x="660305" y="100620"/>
                </a:cubicBezTo>
                <a:cubicBezTo>
                  <a:pt x="660749" y="97062"/>
                  <a:pt x="661038" y="93081"/>
                  <a:pt x="661171" y="88677"/>
                </a:cubicBezTo>
                <a:cubicBezTo>
                  <a:pt x="661305" y="84274"/>
                  <a:pt x="661372" y="80070"/>
                  <a:pt x="661372" y="76065"/>
                </a:cubicBezTo>
                <a:lnTo>
                  <a:pt x="661372" y="62188"/>
                </a:lnTo>
                <a:cubicBezTo>
                  <a:pt x="661372" y="58184"/>
                  <a:pt x="661305" y="53981"/>
                  <a:pt x="661171" y="49577"/>
                </a:cubicBezTo>
                <a:cubicBezTo>
                  <a:pt x="661038" y="45173"/>
                  <a:pt x="660749" y="41058"/>
                  <a:pt x="660305" y="37231"/>
                </a:cubicBezTo>
                <a:cubicBezTo>
                  <a:pt x="662796" y="37676"/>
                  <a:pt x="664798" y="37899"/>
                  <a:pt x="666310" y="37899"/>
                </a:cubicBezTo>
                <a:cubicBezTo>
                  <a:pt x="667022" y="37899"/>
                  <a:pt x="667799" y="37833"/>
                  <a:pt x="668644" y="37699"/>
                </a:cubicBezTo>
                <a:cubicBezTo>
                  <a:pt x="669490" y="37566"/>
                  <a:pt x="670491" y="37410"/>
                  <a:pt x="671647" y="37231"/>
                </a:cubicBezTo>
                <a:cubicBezTo>
                  <a:pt x="671381" y="40791"/>
                  <a:pt x="671248" y="44349"/>
                  <a:pt x="671248" y="47907"/>
                </a:cubicBezTo>
                <a:lnTo>
                  <a:pt x="671515" y="47907"/>
                </a:lnTo>
                <a:cubicBezTo>
                  <a:pt x="674006" y="44082"/>
                  <a:pt x="676986" y="41124"/>
                  <a:pt x="680456" y="39033"/>
                </a:cubicBezTo>
                <a:cubicBezTo>
                  <a:pt x="683926" y="36943"/>
                  <a:pt x="688063" y="35897"/>
                  <a:pt x="692867" y="35897"/>
                </a:cubicBezTo>
                <a:cubicBezTo>
                  <a:pt x="695358" y="35897"/>
                  <a:pt x="697871" y="36254"/>
                  <a:pt x="700406" y="36966"/>
                </a:cubicBezTo>
                <a:cubicBezTo>
                  <a:pt x="702941" y="37678"/>
                  <a:pt x="705232" y="38901"/>
                  <a:pt x="707278" y="40636"/>
                </a:cubicBezTo>
                <a:cubicBezTo>
                  <a:pt x="709325" y="42371"/>
                  <a:pt x="710994" y="44729"/>
                  <a:pt x="712283" y="47710"/>
                </a:cubicBezTo>
                <a:cubicBezTo>
                  <a:pt x="713573" y="50690"/>
                  <a:pt x="714218" y="54492"/>
                  <a:pt x="714218" y="59117"/>
                </a:cubicBezTo>
                <a:cubicBezTo>
                  <a:pt x="714218" y="62942"/>
                  <a:pt x="714129" y="66879"/>
                  <a:pt x="713951" y="70927"/>
                </a:cubicBezTo>
                <a:cubicBezTo>
                  <a:pt x="713773" y="74975"/>
                  <a:pt x="713684" y="79269"/>
                  <a:pt x="713684" y="83807"/>
                </a:cubicBezTo>
                <a:lnTo>
                  <a:pt x="713684" y="92479"/>
                </a:lnTo>
                <a:cubicBezTo>
                  <a:pt x="713684" y="93903"/>
                  <a:pt x="713706" y="95305"/>
                  <a:pt x="713751" y="96684"/>
                </a:cubicBezTo>
                <a:cubicBezTo>
                  <a:pt x="713796" y="98063"/>
                  <a:pt x="713863" y="99375"/>
                  <a:pt x="713951" y="100620"/>
                </a:cubicBezTo>
                <a:cubicBezTo>
                  <a:pt x="712171" y="100442"/>
                  <a:pt x="710303" y="100353"/>
                  <a:pt x="708347" y="100353"/>
                </a:cubicBezTo>
                <a:cubicBezTo>
                  <a:pt x="706478" y="100353"/>
                  <a:pt x="704654" y="100442"/>
                  <a:pt x="702876" y="100620"/>
                </a:cubicBezTo>
                <a:cubicBezTo>
                  <a:pt x="703053" y="95994"/>
                  <a:pt x="703253" y="91234"/>
                  <a:pt x="703474" y="86342"/>
                </a:cubicBezTo>
                <a:cubicBezTo>
                  <a:pt x="703697" y="81448"/>
                  <a:pt x="703808" y="76421"/>
                  <a:pt x="703808" y="71261"/>
                </a:cubicBezTo>
                <a:lnTo>
                  <a:pt x="703808" y="63120"/>
                </a:lnTo>
                <a:close/>
                <a:moveTo>
                  <a:pt x="733835" y="88209"/>
                </a:moveTo>
                <a:cubicBezTo>
                  <a:pt x="734281" y="89100"/>
                  <a:pt x="734970" y="90078"/>
                  <a:pt x="735904" y="91145"/>
                </a:cubicBezTo>
                <a:cubicBezTo>
                  <a:pt x="736838" y="92212"/>
                  <a:pt x="737950" y="93214"/>
                  <a:pt x="739240" y="94149"/>
                </a:cubicBezTo>
                <a:cubicBezTo>
                  <a:pt x="740531" y="95083"/>
                  <a:pt x="741999" y="95861"/>
                  <a:pt x="743644" y="96485"/>
                </a:cubicBezTo>
                <a:cubicBezTo>
                  <a:pt x="745289" y="97106"/>
                  <a:pt x="747047" y="97417"/>
                  <a:pt x="748916" y="97417"/>
                </a:cubicBezTo>
                <a:cubicBezTo>
                  <a:pt x="750606" y="97417"/>
                  <a:pt x="752230" y="97150"/>
                  <a:pt x="753787" y="96617"/>
                </a:cubicBezTo>
                <a:cubicBezTo>
                  <a:pt x="755344" y="96083"/>
                  <a:pt x="756722" y="95327"/>
                  <a:pt x="757922" y="94349"/>
                </a:cubicBezTo>
                <a:cubicBezTo>
                  <a:pt x="759124" y="93370"/>
                  <a:pt x="760080" y="92124"/>
                  <a:pt x="760791" y="90612"/>
                </a:cubicBezTo>
                <a:cubicBezTo>
                  <a:pt x="761504" y="89100"/>
                  <a:pt x="761860" y="87365"/>
                  <a:pt x="761860" y="85407"/>
                </a:cubicBezTo>
                <a:cubicBezTo>
                  <a:pt x="761860" y="82649"/>
                  <a:pt x="761082" y="80536"/>
                  <a:pt x="759525" y="79068"/>
                </a:cubicBezTo>
                <a:cubicBezTo>
                  <a:pt x="757968" y="77601"/>
                  <a:pt x="756033" y="76400"/>
                  <a:pt x="753719" y="75466"/>
                </a:cubicBezTo>
                <a:cubicBezTo>
                  <a:pt x="751406" y="74531"/>
                  <a:pt x="748870" y="73708"/>
                  <a:pt x="746112" y="72996"/>
                </a:cubicBezTo>
                <a:cubicBezTo>
                  <a:pt x="743355" y="72285"/>
                  <a:pt x="740820" y="71284"/>
                  <a:pt x="738506" y="69995"/>
                </a:cubicBezTo>
                <a:cubicBezTo>
                  <a:pt x="736193" y="68704"/>
                  <a:pt x="734258" y="66991"/>
                  <a:pt x="732701" y="64857"/>
                </a:cubicBezTo>
                <a:cubicBezTo>
                  <a:pt x="731144" y="62722"/>
                  <a:pt x="730365" y="59786"/>
                  <a:pt x="730365" y="56048"/>
                </a:cubicBezTo>
                <a:cubicBezTo>
                  <a:pt x="730365" y="53112"/>
                  <a:pt x="730855" y="50421"/>
                  <a:pt x="731834" y="47975"/>
                </a:cubicBezTo>
                <a:cubicBezTo>
                  <a:pt x="732812" y="45528"/>
                  <a:pt x="734236" y="43415"/>
                  <a:pt x="736104" y="41636"/>
                </a:cubicBezTo>
                <a:cubicBezTo>
                  <a:pt x="737972" y="39856"/>
                  <a:pt x="740285" y="38455"/>
                  <a:pt x="743043" y="37433"/>
                </a:cubicBezTo>
                <a:cubicBezTo>
                  <a:pt x="745802" y="36409"/>
                  <a:pt x="748960" y="35897"/>
                  <a:pt x="752518" y="35897"/>
                </a:cubicBezTo>
                <a:cubicBezTo>
                  <a:pt x="755810" y="35897"/>
                  <a:pt x="758590" y="36343"/>
                  <a:pt x="760859" y="37233"/>
                </a:cubicBezTo>
                <a:cubicBezTo>
                  <a:pt x="763127" y="38122"/>
                  <a:pt x="765285" y="38923"/>
                  <a:pt x="767332" y="39634"/>
                </a:cubicBezTo>
                <a:cubicBezTo>
                  <a:pt x="766619" y="40968"/>
                  <a:pt x="765951" y="42614"/>
                  <a:pt x="765328" y="44572"/>
                </a:cubicBezTo>
                <a:cubicBezTo>
                  <a:pt x="764706" y="46529"/>
                  <a:pt x="764307" y="48042"/>
                  <a:pt x="764129" y="49109"/>
                </a:cubicBezTo>
                <a:lnTo>
                  <a:pt x="762526" y="49109"/>
                </a:lnTo>
                <a:cubicBezTo>
                  <a:pt x="761815" y="46973"/>
                  <a:pt x="760436" y="45061"/>
                  <a:pt x="758389" y="43371"/>
                </a:cubicBezTo>
                <a:cubicBezTo>
                  <a:pt x="756343" y="41680"/>
                  <a:pt x="753808" y="40835"/>
                  <a:pt x="750783" y="40835"/>
                </a:cubicBezTo>
                <a:cubicBezTo>
                  <a:pt x="749449" y="40835"/>
                  <a:pt x="748114" y="41058"/>
                  <a:pt x="746780" y="41503"/>
                </a:cubicBezTo>
                <a:cubicBezTo>
                  <a:pt x="745445" y="41947"/>
                  <a:pt x="744244" y="42614"/>
                  <a:pt x="743176" y="43505"/>
                </a:cubicBezTo>
                <a:cubicBezTo>
                  <a:pt x="742109" y="44394"/>
                  <a:pt x="741219" y="45551"/>
                  <a:pt x="740508" y="46975"/>
                </a:cubicBezTo>
                <a:cubicBezTo>
                  <a:pt x="739797" y="48397"/>
                  <a:pt x="739441" y="50087"/>
                  <a:pt x="739441" y="52045"/>
                </a:cubicBezTo>
                <a:cubicBezTo>
                  <a:pt x="739441" y="54892"/>
                  <a:pt x="740219" y="57094"/>
                  <a:pt x="741775" y="58651"/>
                </a:cubicBezTo>
                <a:cubicBezTo>
                  <a:pt x="743332" y="60208"/>
                  <a:pt x="745267" y="61432"/>
                  <a:pt x="747580" y="62322"/>
                </a:cubicBezTo>
                <a:cubicBezTo>
                  <a:pt x="749893" y="63211"/>
                  <a:pt x="752428" y="63990"/>
                  <a:pt x="755186" y="64658"/>
                </a:cubicBezTo>
                <a:cubicBezTo>
                  <a:pt x="757944" y="65324"/>
                  <a:pt x="760480" y="66258"/>
                  <a:pt x="762793" y="67460"/>
                </a:cubicBezTo>
                <a:cubicBezTo>
                  <a:pt x="765106" y="68660"/>
                  <a:pt x="767041" y="70327"/>
                  <a:pt x="768598" y="72463"/>
                </a:cubicBezTo>
                <a:cubicBezTo>
                  <a:pt x="770156" y="74598"/>
                  <a:pt x="770934" y="77534"/>
                  <a:pt x="770934" y="81270"/>
                </a:cubicBezTo>
                <a:cubicBezTo>
                  <a:pt x="770934" y="83850"/>
                  <a:pt x="770378" y="86386"/>
                  <a:pt x="769266" y="88877"/>
                </a:cubicBezTo>
                <a:cubicBezTo>
                  <a:pt x="768155" y="91368"/>
                  <a:pt x="766553" y="93615"/>
                  <a:pt x="764461" y="95617"/>
                </a:cubicBezTo>
                <a:cubicBezTo>
                  <a:pt x="762370" y="97618"/>
                  <a:pt x="759857" y="99174"/>
                  <a:pt x="756920" y="100286"/>
                </a:cubicBezTo>
                <a:cubicBezTo>
                  <a:pt x="753986" y="101398"/>
                  <a:pt x="750650" y="101954"/>
                  <a:pt x="746914" y="101954"/>
                </a:cubicBezTo>
                <a:cubicBezTo>
                  <a:pt x="742821" y="101954"/>
                  <a:pt x="739396" y="101554"/>
                  <a:pt x="736637" y="100753"/>
                </a:cubicBezTo>
                <a:cubicBezTo>
                  <a:pt x="733880" y="99953"/>
                  <a:pt x="731567" y="99019"/>
                  <a:pt x="729698" y="97951"/>
                </a:cubicBezTo>
                <a:cubicBezTo>
                  <a:pt x="730232" y="96794"/>
                  <a:pt x="730789" y="95215"/>
                  <a:pt x="731367" y="93214"/>
                </a:cubicBezTo>
                <a:cubicBezTo>
                  <a:pt x="731946" y="91212"/>
                  <a:pt x="732235" y="89544"/>
                  <a:pt x="732235" y="88209"/>
                </a:cubicBezTo>
                <a:lnTo>
                  <a:pt x="733835" y="882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BCC46-A43D-4885-894C-21228BC0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648" y="1202041"/>
            <a:ext cx="116255" cy="116255"/>
          </a:xfrm>
          <a:custGeom xmlns:a="http://schemas.openxmlformats.org/drawingml/2006/main">
            <a:pathLst>
              <a:path w="116255" h="116255" fill="none">
                <a:moveTo>
                  <a:pt x="0" y="116255"/>
                </a:moveTo>
                <a:lnTo>
                  <a:pt x="112885" y="3370"/>
                </a:lnTo>
                <a:lnTo>
                  <a:pt x="116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32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9C871-B5FE-45E5-8199-9869DC2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313" y="1164969"/>
            <a:ext cx="60661" cy="60663"/>
          </a:xfrm>
          <a:custGeom xmlns:a="http://schemas.openxmlformats.org/drawingml/2006/main">
            <a:pathLst>
              <a:path w="60661" h="60663">
                <a:moveTo>
                  <a:pt x="40441" y="60663"/>
                </a:moveTo>
                <a:lnTo>
                  <a:pt x="60661" y="0"/>
                </a:lnTo>
                <a:lnTo>
                  <a:pt x="0" y="20222"/>
                </a:lnTo>
                <a:lnTo>
                  <a:pt x="40441" y="606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D015E-E673-44D9-9E03-13B678A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361" y="1315913"/>
            <a:ext cx="108831" cy="108831"/>
          </a:xfrm>
          <a:custGeom xmlns:a="http://schemas.openxmlformats.org/drawingml/2006/main">
            <a:pathLst>
              <a:path w="108831" h="108831" fill="none">
                <a:moveTo>
                  <a:pt x="0" y="0"/>
                </a:moveTo>
                <a:lnTo>
                  <a:pt x="105461" y="105461"/>
                </a:lnTo>
                <a:lnTo>
                  <a:pt x="108831" y="108831"/>
                </a:lnTo>
              </a:path>
            </a:pathLst>
          </a:custGeom>
          <a:noFill xmlns:a="http://schemas.openxmlformats.org/drawingml/2006/main"/>
          <a:ln xmlns:a="http://schemas.openxmlformats.org/drawingml/2006/main" w="9532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945DB-A5D4-4899-A8C1-5E1D337A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602" y="1401154"/>
            <a:ext cx="60661" cy="60661"/>
          </a:xfrm>
          <a:custGeom xmlns:a="http://schemas.openxmlformats.org/drawingml/2006/main">
            <a:pathLst>
              <a:path w="60661" h="60661">
                <a:moveTo>
                  <a:pt x="0" y="40441"/>
                </a:moveTo>
                <a:lnTo>
                  <a:pt x="60661" y="60661"/>
                </a:lnTo>
                <a:lnTo>
                  <a:pt x="40441" y="0"/>
                </a:lnTo>
                <a:lnTo>
                  <a:pt x="0" y="40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620F6-8EAF-485C-9A40-E5E36EE6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367" y="1635091"/>
            <a:ext cx="209705" cy="209705"/>
          </a:xfrm>
          <a:custGeom xmlns:a="http://schemas.openxmlformats.org/drawingml/2006/main">
            <a:pathLst>
              <a:path w="209705" h="209705">
                <a:moveTo>
                  <a:pt x="71300" y="75494"/>
                </a:moveTo>
                <a:lnTo>
                  <a:pt x="0" y="75494"/>
                </a:lnTo>
                <a:lnTo>
                  <a:pt x="104853" y="209705"/>
                </a:lnTo>
                <a:lnTo>
                  <a:pt x="209705" y="75494"/>
                </a:lnTo>
                <a:lnTo>
                  <a:pt x="138406" y="75494"/>
                </a:lnTo>
                <a:lnTo>
                  <a:pt x="138406" y="0"/>
                </a:lnTo>
                <a:lnTo>
                  <a:pt x="71300" y="0"/>
                </a:lnTo>
                <a:lnTo>
                  <a:pt x="71300" y="75494"/>
                </a:lnTo>
                <a:close/>
              </a:path>
            </a:pathLst>
          </a:custGeom>
          <a:solidFill xmlns:a="http://schemas.openxmlformats.org/drawingml/2006/main">
            <a:srgbClr val="9DCA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2B01F-5545-433C-8FBA-FD23C70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12" y="1625559"/>
            <a:ext cx="275755" cy="228770"/>
          </a:xfrm>
          <a:custGeom xmlns:a="http://schemas.openxmlformats.org/drawingml/2006/main">
            <a:pathLst>
              <a:path w="275755" h="228770">
                <a:moveTo>
                  <a:pt x="28282" y="0"/>
                </a:moveTo>
                <a:lnTo>
                  <a:pt x="247473" y="0"/>
                </a:lnTo>
                <a:cubicBezTo>
                  <a:pt x="255771" y="0"/>
                  <a:pt x="260751" y="0"/>
                  <a:pt x="264072" y="1386"/>
                </a:cubicBezTo>
                <a:cubicBezTo>
                  <a:pt x="268857" y="3127"/>
                  <a:pt x="272626" y="6898"/>
                  <a:pt x="274369" y="11683"/>
                </a:cubicBezTo>
                <a:cubicBezTo>
                  <a:pt x="275755" y="15002"/>
                  <a:pt x="275755" y="19982"/>
                  <a:pt x="275755" y="28280"/>
                </a:cubicBezTo>
                <a:lnTo>
                  <a:pt x="275755" y="200488"/>
                </a:lnTo>
                <a:cubicBezTo>
                  <a:pt x="275755" y="208788"/>
                  <a:pt x="275755" y="213766"/>
                  <a:pt x="274369" y="217086"/>
                </a:cubicBezTo>
                <a:cubicBezTo>
                  <a:pt x="272626" y="221872"/>
                  <a:pt x="268857" y="225641"/>
                  <a:pt x="264072" y="227383"/>
                </a:cubicBezTo>
                <a:cubicBezTo>
                  <a:pt x="260751" y="228770"/>
                  <a:pt x="255771" y="228770"/>
                  <a:pt x="247473" y="228770"/>
                </a:cubicBezTo>
                <a:lnTo>
                  <a:pt x="28282" y="228770"/>
                </a:lnTo>
                <a:cubicBezTo>
                  <a:pt x="19982" y="228770"/>
                  <a:pt x="15004" y="228770"/>
                  <a:pt x="11683" y="227383"/>
                </a:cubicBezTo>
                <a:cubicBezTo>
                  <a:pt x="6898" y="225641"/>
                  <a:pt x="3129" y="221872"/>
                  <a:pt x="1386" y="217086"/>
                </a:cubicBezTo>
                <a:cubicBezTo>
                  <a:pt x="0" y="213766"/>
                  <a:pt x="0" y="208788"/>
                  <a:pt x="0" y="200488"/>
                </a:cubicBezTo>
                <a:lnTo>
                  <a:pt x="0" y="28280"/>
                </a:lnTo>
                <a:cubicBezTo>
                  <a:pt x="0" y="19982"/>
                  <a:pt x="0" y="15002"/>
                  <a:pt x="1386" y="11683"/>
                </a:cubicBezTo>
                <a:cubicBezTo>
                  <a:pt x="3129" y="6898"/>
                  <a:pt x="6898" y="3127"/>
                  <a:pt x="11683" y="1386"/>
                </a:cubicBezTo>
                <a:cubicBezTo>
                  <a:pt x="15004" y="0"/>
                  <a:pt x="19982" y="0"/>
                  <a:pt x="28282" y="0"/>
                </a:cubicBezTo>
                <a:close/>
                <a:moveTo>
                  <a:pt x="28282" y="0"/>
                </a:moveTo>
              </a:path>
            </a:pathLst>
          </a:custGeom>
          <a:solidFill xmlns:a="http://schemas.openxmlformats.org/drawingml/2006/main">
            <a:srgbClr val="9DCA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70387-62FE-4721-9DE7-19A0539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60" y="1672075"/>
            <a:ext cx="69994" cy="69994"/>
          </a:xfrm>
          <a:custGeom xmlns:a="http://schemas.openxmlformats.org/drawingml/2006/main">
            <a:pathLst>
              <a:path w="69994" h="69994">
                <a:moveTo>
                  <a:pt x="57544" y="12451"/>
                </a:moveTo>
                <a:cubicBezTo>
                  <a:pt x="69994" y="24904"/>
                  <a:pt x="69994" y="45091"/>
                  <a:pt x="57544" y="57541"/>
                </a:cubicBezTo>
                <a:cubicBezTo>
                  <a:pt x="45091" y="69994"/>
                  <a:pt x="24904" y="69994"/>
                  <a:pt x="12453" y="57541"/>
                </a:cubicBezTo>
                <a:cubicBezTo>
                  <a:pt x="0" y="45091"/>
                  <a:pt x="0" y="24904"/>
                  <a:pt x="12453" y="12451"/>
                </a:cubicBezTo>
                <a:cubicBezTo>
                  <a:pt x="24904" y="0"/>
                  <a:pt x="45091" y="0"/>
                  <a:pt x="57544" y="12451"/>
                </a:cubicBezTo>
                <a:close/>
                <a:moveTo>
                  <a:pt x="57544" y="124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DCC39-45E3-4FC0-B246-7F5476AF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426" y="1672075"/>
            <a:ext cx="69994" cy="69994"/>
          </a:xfrm>
          <a:custGeom xmlns:a="http://schemas.openxmlformats.org/drawingml/2006/main">
            <a:pathLst>
              <a:path w="69994" h="69994">
                <a:moveTo>
                  <a:pt x="57544" y="12451"/>
                </a:moveTo>
                <a:cubicBezTo>
                  <a:pt x="69994" y="24904"/>
                  <a:pt x="69994" y="45091"/>
                  <a:pt x="57544" y="57541"/>
                </a:cubicBezTo>
                <a:cubicBezTo>
                  <a:pt x="45093" y="69994"/>
                  <a:pt x="24904" y="69994"/>
                  <a:pt x="12453" y="57541"/>
                </a:cubicBezTo>
                <a:cubicBezTo>
                  <a:pt x="0" y="45091"/>
                  <a:pt x="0" y="24904"/>
                  <a:pt x="12453" y="12451"/>
                </a:cubicBezTo>
                <a:cubicBezTo>
                  <a:pt x="24904" y="0"/>
                  <a:pt x="45093" y="0"/>
                  <a:pt x="57544" y="12451"/>
                </a:cubicBezTo>
                <a:close/>
                <a:moveTo>
                  <a:pt x="57544" y="124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F30B7-3861-4EE4-B904-5A9DE3D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945" y="1710224"/>
            <a:ext cx="63769" cy="63769"/>
          </a:xfrm>
          <a:custGeom xmlns:a="http://schemas.openxmlformats.org/drawingml/2006/main">
            <a:pathLst>
              <a:path w="63769" h="63769">
                <a:moveTo>
                  <a:pt x="8774" y="0"/>
                </a:moveTo>
                <a:lnTo>
                  <a:pt x="54995" y="0"/>
                </a:lnTo>
                <a:cubicBezTo>
                  <a:pt x="57569" y="0"/>
                  <a:pt x="59115" y="0"/>
                  <a:pt x="60143" y="430"/>
                </a:cubicBezTo>
                <a:cubicBezTo>
                  <a:pt x="61629" y="971"/>
                  <a:pt x="62798" y="2140"/>
                  <a:pt x="63339" y="3626"/>
                </a:cubicBezTo>
                <a:cubicBezTo>
                  <a:pt x="63769" y="4654"/>
                  <a:pt x="63769" y="6200"/>
                  <a:pt x="63769" y="8774"/>
                </a:cubicBezTo>
                <a:lnTo>
                  <a:pt x="63769" y="54995"/>
                </a:lnTo>
                <a:cubicBezTo>
                  <a:pt x="63769" y="57569"/>
                  <a:pt x="63769" y="59115"/>
                  <a:pt x="63339" y="60143"/>
                </a:cubicBezTo>
                <a:cubicBezTo>
                  <a:pt x="62798" y="61629"/>
                  <a:pt x="61629" y="62798"/>
                  <a:pt x="60143" y="63339"/>
                </a:cubicBezTo>
                <a:cubicBezTo>
                  <a:pt x="59115" y="63769"/>
                  <a:pt x="57569" y="63769"/>
                  <a:pt x="54995" y="63769"/>
                </a:cubicBezTo>
                <a:lnTo>
                  <a:pt x="8774" y="63769"/>
                </a:lnTo>
                <a:cubicBezTo>
                  <a:pt x="6200" y="63769"/>
                  <a:pt x="4654" y="63769"/>
                  <a:pt x="3626" y="63339"/>
                </a:cubicBezTo>
                <a:cubicBezTo>
                  <a:pt x="2140" y="62798"/>
                  <a:pt x="971" y="61629"/>
                  <a:pt x="430" y="60143"/>
                </a:cubicBezTo>
                <a:cubicBezTo>
                  <a:pt x="0" y="59115"/>
                  <a:pt x="0" y="57569"/>
                  <a:pt x="0" y="54995"/>
                </a:cubicBezTo>
                <a:lnTo>
                  <a:pt x="0" y="8774"/>
                </a:lnTo>
                <a:cubicBezTo>
                  <a:pt x="0" y="6200"/>
                  <a:pt x="0" y="4654"/>
                  <a:pt x="430" y="3626"/>
                </a:cubicBezTo>
                <a:cubicBezTo>
                  <a:pt x="971" y="2140"/>
                  <a:pt x="2140" y="971"/>
                  <a:pt x="3626" y="430"/>
                </a:cubicBezTo>
                <a:cubicBezTo>
                  <a:pt x="4654" y="0"/>
                  <a:pt x="6200" y="0"/>
                  <a:pt x="8774" y="0"/>
                </a:cubicBezTo>
                <a:close/>
                <a:moveTo>
                  <a:pt x="8774" y="0"/>
                </a:moveTo>
              </a:path>
            </a:pathLst>
          </a:custGeom>
          <a:solidFill xmlns:a="http://schemas.openxmlformats.org/drawingml/2006/main">
            <a:srgbClr val="9DCA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6343C-1E33-4F14-980C-04B781A2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846" y="1710224"/>
            <a:ext cx="63767" cy="63769"/>
          </a:xfrm>
          <a:custGeom xmlns:a="http://schemas.openxmlformats.org/drawingml/2006/main">
            <a:pathLst>
              <a:path w="63767" h="63769">
                <a:moveTo>
                  <a:pt x="8772" y="0"/>
                </a:moveTo>
                <a:lnTo>
                  <a:pt x="54993" y="0"/>
                </a:lnTo>
                <a:cubicBezTo>
                  <a:pt x="57569" y="0"/>
                  <a:pt x="59113" y="0"/>
                  <a:pt x="60143" y="430"/>
                </a:cubicBezTo>
                <a:cubicBezTo>
                  <a:pt x="61627" y="971"/>
                  <a:pt x="62796" y="2140"/>
                  <a:pt x="63337" y="3626"/>
                </a:cubicBezTo>
                <a:cubicBezTo>
                  <a:pt x="63767" y="4654"/>
                  <a:pt x="63767" y="6200"/>
                  <a:pt x="63767" y="8774"/>
                </a:cubicBezTo>
                <a:lnTo>
                  <a:pt x="63767" y="54995"/>
                </a:lnTo>
                <a:cubicBezTo>
                  <a:pt x="63767" y="57569"/>
                  <a:pt x="63767" y="59115"/>
                  <a:pt x="63337" y="60143"/>
                </a:cubicBezTo>
                <a:cubicBezTo>
                  <a:pt x="62796" y="61629"/>
                  <a:pt x="61627" y="62798"/>
                  <a:pt x="60143" y="63339"/>
                </a:cubicBezTo>
                <a:cubicBezTo>
                  <a:pt x="59113" y="63769"/>
                  <a:pt x="57569" y="63769"/>
                  <a:pt x="54993" y="63769"/>
                </a:cubicBezTo>
                <a:lnTo>
                  <a:pt x="8772" y="63769"/>
                </a:lnTo>
                <a:cubicBezTo>
                  <a:pt x="6198" y="63769"/>
                  <a:pt x="4654" y="63769"/>
                  <a:pt x="3623" y="63339"/>
                </a:cubicBezTo>
                <a:cubicBezTo>
                  <a:pt x="2140" y="62798"/>
                  <a:pt x="971" y="61629"/>
                  <a:pt x="430" y="60143"/>
                </a:cubicBezTo>
                <a:cubicBezTo>
                  <a:pt x="0" y="59115"/>
                  <a:pt x="0" y="57569"/>
                  <a:pt x="0" y="54995"/>
                </a:cubicBezTo>
                <a:lnTo>
                  <a:pt x="0" y="8774"/>
                </a:lnTo>
                <a:cubicBezTo>
                  <a:pt x="0" y="6200"/>
                  <a:pt x="0" y="4654"/>
                  <a:pt x="430" y="3626"/>
                </a:cubicBezTo>
                <a:cubicBezTo>
                  <a:pt x="971" y="2140"/>
                  <a:pt x="2140" y="971"/>
                  <a:pt x="3623" y="430"/>
                </a:cubicBezTo>
                <a:cubicBezTo>
                  <a:pt x="4654" y="0"/>
                  <a:pt x="6198" y="0"/>
                  <a:pt x="8772" y="0"/>
                </a:cubicBezTo>
                <a:close/>
                <a:moveTo>
                  <a:pt x="8772" y="0"/>
                </a:moveTo>
              </a:path>
            </a:pathLst>
          </a:custGeom>
          <a:solidFill xmlns:a="http://schemas.openxmlformats.org/drawingml/2006/main">
            <a:srgbClr val="9DCA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44297-5BE3-43AF-A429-B24693F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755" y="1780625"/>
            <a:ext cx="87269" cy="40197"/>
          </a:xfrm>
          <a:custGeom xmlns:a="http://schemas.openxmlformats.org/drawingml/2006/main">
            <a:pathLst>
              <a:path w="87269" h="40197" fill="none">
                <a:moveTo>
                  <a:pt x="0" y="1631"/>
                </a:moveTo>
                <a:cubicBezTo>
                  <a:pt x="31617" y="40197"/>
                  <a:pt x="60707" y="39653"/>
                  <a:pt x="8726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FFFFFF"/>
            </a:solidFill>
            <a:miter/>
          </a:ln>
        </p:spPr>
      </p:sp>
      <p:sp>
        <p:nvSpPr>
          <p:cNvPr id="43" name="Text DataGeneration:">
            <a:extLst xmlns:a="http://schemas.openxmlformats.org/drawingml/2006/main">
              <a:ext uri="{FF2B5EF4-FFF2-40B4-BE49-F238E27FC236}">
                <a16:creationId xmlns:a16="http://schemas.microsoft.com/office/drawing/2014/main" id="{ACC70713-5837-48D3-8AB0-1308819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72" y="49490"/>
            <a:ext cx="1138205" cy="116214"/>
          </a:xfrm>
          <a:custGeom xmlns:a="http://schemas.openxmlformats.org/drawingml/2006/main">
            <a:pathLst>
              <a:path w="1138205" h="116214">
                <a:moveTo>
                  <a:pt x="23793" y="83575"/>
                </a:moveTo>
                <a:lnTo>
                  <a:pt x="23793" y="92726"/>
                </a:lnTo>
                <a:cubicBezTo>
                  <a:pt x="23793" y="95675"/>
                  <a:pt x="23819" y="98370"/>
                  <a:pt x="23870" y="100810"/>
                </a:cubicBezTo>
                <a:cubicBezTo>
                  <a:pt x="23921" y="103251"/>
                  <a:pt x="23947" y="104827"/>
                  <a:pt x="23947" y="105539"/>
                </a:cubicBezTo>
                <a:cubicBezTo>
                  <a:pt x="25472" y="105640"/>
                  <a:pt x="27302" y="105742"/>
                  <a:pt x="29436" y="105844"/>
                </a:cubicBezTo>
                <a:cubicBezTo>
                  <a:pt x="31571" y="105945"/>
                  <a:pt x="34215" y="105995"/>
                  <a:pt x="37367" y="105995"/>
                </a:cubicBezTo>
                <a:cubicBezTo>
                  <a:pt x="48856" y="105995"/>
                  <a:pt x="57955" y="102081"/>
                  <a:pt x="64665" y="94253"/>
                </a:cubicBezTo>
                <a:cubicBezTo>
                  <a:pt x="71376" y="86424"/>
                  <a:pt x="74732" y="74579"/>
                  <a:pt x="74732" y="58717"/>
                </a:cubicBezTo>
                <a:cubicBezTo>
                  <a:pt x="74732" y="52413"/>
                  <a:pt x="73893" y="46771"/>
                  <a:pt x="72214" y="41789"/>
                </a:cubicBezTo>
                <a:cubicBezTo>
                  <a:pt x="70537" y="36806"/>
                  <a:pt x="68174" y="32560"/>
                  <a:pt x="65123" y="29052"/>
                </a:cubicBezTo>
                <a:cubicBezTo>
                  <a:pt x="62073" y="25545"/>
                  <a:pt x="58413" y="22850"/>
                  <a:pt x="54141" y="20970"/>
                </a:cubicBezTo>
                <a:cubicBezTo>
                  <a:pt x="49872" y="19088"/>
                  <a:pt x="45093" y="18147"/>
                  <a:pt x="39806" y="18147"/>
                </a:cubicBezTo>
                <a:cubicBezTo>
                  <a:pt x="36146" y="18147"/>
                  <a:pt x="33172" y="18224"/>
                  <a:pt x="30884" y="18378"/>
                </a:cubicBezTo>
                <a:cubicBezTo>
                  <a:pt x="28597" y="18530"/>
                  <a:pt x="26285" y="18707"/>
                  <a:pt x="23947" y="18911"/>
                </a:cubicBezTo>
                <a:cubicBezTo>
                  <a:pt x="23947" y="19623"/>
                  <a:pt x="23921" y="21199"/>
                  <a:pt x="23870" y="23639"/>
                </a:cubicBezTo>
                <a:cubicBezTo>
                  <a:pt x="23819" y="26080"/>
                  <a:pt x="23793" y="28825"/>
                  <a:pt x="23793" y="31875"/>
                </a:cubicBezTo>
                <a:lnTo>
                  <a:pt x="23793" y="41026"/>
                </a:lnTo>
                <a:lnTo>
                  <a:pt x="23793" y="48652"/>
                </a:lnTo>
                <a:lnTo>
                  <a:pt x="23793" y="75798"/>
                </a:lnTo>
                <a:lnTo>
                  <a:pt x="23793" y="83575"/>
                </a:lnTo>
                <a:moveTo>
                  <a:pt x="1222" y="51700"/>
                </a:moveTo>
                <a:cubicBezTo>
                  <a:pt x="1222" y="43262"/>
                  <a:pt x="1120" y="35764"/>
                  <a:pt x="917" y="29206"/>
                </a:cubicBezTo>
                <a:cubicBezTo>
                  <a:pt x="714" y="22648"/>
                  <a:pt x="408" y="16064"/>
                  <a:pt x="0" y="9455"/>
                </a:cubicBezTo>
                <a:cubicBezTo>
                  <a:pt x="1730" y="9659"/>
                  <a:pt x="3611" y="9837"/>
                  <a:pt x="5643" y="9991"/>
                </a:cubicBezTo>
                <a:cubicBezTo>
                  <a:pt x="7677" y="10143"/>
                  <a:pt x="9965" y="10219"/>
                  <a:pt x="12506" y="10219"/>
                </a:cubicBezTo>
                <a:cubicBezTo>
                  <a:pt x="15862" y="10219"/>
                  <a:pt x="19624" y="10091"/>
                  <a:pt x="23793" y="9837"/>
                </a:cubicBezTo>
                <a:cubicBezTo>
                  <a:pt x="27962" y="9582"/>
                  <a:pt x="33401" y="9455"/>
                  <a:pt x="40111" y="9455"/>
                </a:cubicBezTo>
                <a:cubicBezTo>
                  <a:pt x="48855" y="9455"/>
                  <a:pt x="56811" y="10243"/>
                  <a:pt x="63978" y="11820"/>
                </a:cubicBezTo>
                <a:cubicBezTo>
                  <a:pt x="71148" y="13394"/>
                  <a:pt x="77325" y="16063"/>
                  <a:pt x="82510" y="19825"/>
                </a:cubicBezTo>
                <a:cubicBezTo>
                  <a:pt x="87696" y="23587"/>
                  <a:pt x="91713" y="28646"/>
                  <a:pt x="94560" y="35001"/>
                </a:cubicBezTo>
                <a:cubicBezTo>
                  <a:pt x="97407" y="41355"/>
                  <a:pt x="98830" y="49362"/>
                  <a:pt x="98830" y="59022"/>
                </a:cubicBezTo>
                <a:cubicBezTo>
                  <a:pt x="98830" y="67461"/>
                  <a:pt x="97431" y="75088"/>
                  <a:pt x="94634" y="81900"/>
                </a:cubicBezTo>
                <a:cubicBezTo>
                  <a:pt x="91838" y="88711"/>
                  <a:pt x="88026" y="94531"/>
                  <a:pt x="83196" y="99361"/>
                </a:cubicBezTo>
                <a:cubicBezTo>
                  <a:pt x="78367" y="104190"/>
                  <a:pt x="72774" y="107877"/>
                  <a:pt x="66420" y="110419"/>
                </a:cubicBezTo>
                <a:cubicBezTo>
                  <a:pt x="60065" y="112961"/>
                  <a:pt x="53278" y="114231"/>
                  <a:pt x="46059" y="114231"/>
                </a:cubicBezTo>
                <a:cubicBezTo>
                  <a:pt x="38434" y="114231"/>
                  <a:pt x="31926" y="114180"/>
                  <a:pt x="26537" y="114078"/>
                </a:cubicBezTo>
                <a:cubicBezTo>
                  <a:pt x="21149" y="113977"/>
                  <a:pt x="16472" y="113926"/>
                  <a:pt x="12506" y="113926"/>
                </a:cubicBezTo>
                <a:cubicBezTo>
                  <a:pt x="9965" y="113926"/>
                  <a:pt x="7677" y="113926"/>
                  <a:pt x="5643" y="113926"/>
                </a:cubicBezTo>
                <a:cubicBezTo>
                  <a:pt x="3611" y="113926"/>
                  <a:pt x="1730" y="114028"/>
                  <a:pt x="0" y="114231"/>
                </a:cubicBezTo>
                <a:cubicBezTo>
                  <a:pt x="408" y="107928"/>
                  <a:pt x="714" y="101497"/>
                  <a:pt x="917" y="94939"/>
                </a:cubicBezTo>
                <a:cubicBezTo>
                  <a:pt x="1120" y="88381"/>
                  <a:pt x="1222" y="80882"/>
                  <a:pt x="1222" y="72442"/>
                </a:cubicBezTo>
                <a:lnTo>
                  <a:pt x="1222" y="51700"/>
                </a:lnTo>
                <a:close/>
                <a:moveTo>
                  <a:pt x="151294" y="91050"/>
                </a:moveTo>
                <a:cubicBezTo>
                  <a:pt x="151294" y="86678"/>
                  <a:pt x="151319" y="83348"/>
                  <a:pt x="151370" y="81060"/>
                </a:cubicBezTo>
                <a:cubicBezTo>
                  <a:pt x="151422" y="78771"/>
                  <a:pt x="151447" y="76763"/>
                  <a:pt x="151447" y="75035"/>
                </a:cubicBezTo>
                <a:cubicBezTo>
                  <a:pt x="149311" y="76256"/>
                  <a:pt x="147048" y="77248"/>
                  <a:pt x="144659" y="78011"/>
                </a:cubicBezTo>
                <a:cubicBezTo>
                  <a:pt x="142270" y="78773"/>
                  <a:pt x="140084" y="79739"/>
                  <a:pt x="138101" y="80909"/>
                </a:cubicBezTo>
                <a:cubicBezTo>
                  <a:pt x="136118" y="82077"/>
                  <a:pt x="134491" y="83678"/>
                  <a:pt x="133221" y="85712"/>
                </a:cubicBezTo>
                <a:cubicBezTo>
                  <a:pt x="131950" y="87746"/>
                  <a:pt x="131315" y="90694"/>
                  <a:pt x="131315" y="94557"/>
                </a:cubicBezTo>
                <a:cubicBezTo>
                  <a:pt x="131315" y="98320"/>
                  <a:pt x="132103" y="101192"/>
                  <a:pt x="133679" y="103175"/>
                </a:cubicBezTo>
                <a:cubicBezTo>
                  <a:pt x="135256" y="105158"/>
                  <a:pt x="137365" y="106149"/>
                  <a:pt x="140007" y="106149"/>
                </a:cubicBezTo>
                <a:cubicBezTo>
                  <a:pt x="143363" y="106149"/>
                  <a:pt x="146082" y="104878"/>
                  <a:pt x="148166" y="102337"/>
                </a:cubicBezTo>
                <a:cubicBezTo>
                  <a:pt x="150251" y="99794"/>
                  <a:pt x="151294" y="96032"/>
                  <a:pt x="151294" y="91050"/>
                </a:cubicBezTo>
                <a:moveTo>
                  <a:pt x="115148" y="49566"/>
                </a:moveTo>
                <a:cubicBezTo>
                  <a:pt x="119419" y="46110"/>
                  <a:pt x="124020" y="43466"/>
                  <a:pt x="128950" y="41635"/>
                </a:cubicBezTo>
                <a:cubicBezTo>
                  <a:pt x="133883" y="39805"/>
                  <a:pt x="138788" y="38889"/>
                  <a:pt x="143667" y="38889"/>
                </a:cubicBezTo>
                <a:cubicBezTo>
                  <a:pt x="147735" y="38889"/>
                  <a:pt x="151472" y="39347"/>
                  <a:pt x="154877" y="40262"/>
                </a:cubicBezTo>
                <a:cubicBezTo>
                  <a:pt x="158284" y="41178"/>
                  <a:pt x="161233" y="42627"/>
                  <a:pt x="163723" y="44609"/>
                </a:cubicBezTo>
                <a:cubicBezTo>
                  <a:pt x="166215" y="46592"/>
                  <a:pt x="168146" y="49160"/>
                  <a:pt x="169518" y="52312"/>
                </a:cubicBezTo>
                <a:cubicBezTo>
                  <a:pt x="170891" y="55463"/>
                  <a:pt x="171577" y="59276"/>
                  <a:pt x="171577" y="63750"/>
                </a:cubicBezTo>
                <a:cubicBezTo>
                  <a:pt x="171577" y="70257"/>
                  <a:pt x="171501" y="76281"/>
                  <a:pt x="171349" y="81823"/>
                </a:cubicBezTo>
                <a:cubicBezTo>
                  <a:pt x="171197" y="87363"/>
                  <a:pt x="171121" y="92879"/>
                  <a:pt x="171121" y="98369"/>
                </a:cubicBezTo>
                <a:cubicBezTo>
                  <a:pt x="171121" y="100810"/>
                  <a:pt x="171299" y="102716"/>
                  <a:pt x="171654" y="104089"/>
                </a:cubicBezTo>
                <a:cubicBezTo>
                  <a:pt x="172011" y="105462"/>
                  <a:pt x="172545" y="106505"/>
                  <a:pt x="173255" y="107217"/>
                </a:cubicBezTo>
                <a:cubicBezTo>
                  <a:pt x="173967" y="107928"/>
                  <a:pt x="174907" y="108385"/>
                  <a:pt x="176076" y="108588"/>
                </a:cubicBezTo>
                <a:cubicBezTo>
                  <a:pt x="177245" y="108791"/>
                  <a:pt x="178593" y="108893"/>
                  <a:pt x="180118" y="108893"/>
                </a:cubicBezTo>
                <a:lnTo>
                  <a:pt x="180118" y="112553"/>
                </a:lnTo>
                <a:cubicBezTo>
                  <a:pt x="177170" y="113774"/>
                  <a:pt x="174679" y="114690"/>
                  <a:pt x="172645" y="115299"/>
                </a:cubicBezTo>
                <a:cubicBezTo>
                  <a:pt x="170611" y="115909"/>
                  <a:pt x="168425" y="116214"/>
                  <a:pt x="166087" y="116214"/>
                </a:cubicBezTo>
                <a:cubicBezTo>
                  <a:pt x="162325" y="116214"/>
                  <a:pt x="159275" y="115299"/>
                  <a:pt x="156937" y="113470"/>
                </a:cubicBezTo>
                <a:cubicBezTo>
                  <a:pt x="154599" y="111640"/>
                  <a:pt x="152819" y="108996"/>
                  <a:pt x="151598" y="105539"/>
                </a:cubicBezTo>
                <a:cubicBezTo>
                  <a:pt x="149260" y="108793"/>
                  <a:pt x="146541" y="111385"/>
                  <a:pt x="143439" y="113317"/>
                </a:cubicBezTo>
                <a:cubicBezTo>
                  <a:pt x="140338" y="115248"/>
                  <a:pt x="136449" y="116214"/>
                  <a:pt x="131773" y="116214"/>
                </a:cubicBezTo>
                <a:cubicBezTo>
                  <a:pt x="127909" y="116214"/>
                  <a:pt x="124603" y="115705"/>
                  <a:pt x="121857" y="114687"/>
                </a:cubicBezTo>
                <a:cubicBezTo>
                  <a:pt x="119113" y="113671"/>
                  <a:pt x="116851" y="112223"/>
                  <a:pt x="115071" y="110343"/>
                </a:cubicBezTo>
                <a:cubicBezTo>
                  <a:pt x="113292" y="108461"/>
                  <a:pt x="111996" y="106325"/>
                  <a:pt x="111183" y="103936"/>
                </a:cubicBezTo>
                <a:cubicBezTo>
                  <a:pt x="110370" y="101547"/>
                  <a:pt x="109963" y="99132"/>
                  <a:pt x="109963" y="96691"/>
                </a:cubicBezTo>
                <a:cubicBezTo>
                  <a:pt x="109963" y="93337"/>
                  <a:pt x="110497" y="90440"/>
                  <a:pt x="111564" y="87999"/>
                </a:cubicBezTo>
                <a:cubicBezTo>
                  <a:pt x="112632" y="85559"/>
                  <a:pt x="114157" y="83475"/>
                  <a:pt x="116139" y="81746"/>
                </a:cubicBezTo>
                <a:cubicBezTo>
                  <a:pt x="118122" y="80018"/>
                  <a:pt x="120486" y="78569"/>
                  <a:pt x="123230" y="77399"/>
                </a:cubicBezTo>
                <a:cubicBezTo>
                  <a:pt x="125976" y="76229"/>
                  <a:pt x="129078" y="75238"/>
                  <a:pt x="132534" y="74425"/>
                </a:cubicBezTo>
                <a:cubicBezTo>
                  <a:pt x="136805" y="73409"/>
                  <a:pt x="140186" y="72520"/>
                  <a:pt x="142676" y="71758"/>
                </a:cubicBezTo>
                <a:cubicBezTo>
                  <a:pt x="145168" y="70995"/>
                  <a:pt x="147023" y="70232"/>
                  <a:pt x="148243" y="69471"/>
                </a:cubicBezTo>
                <a:cubicBezTo>
                  <a:pt x="149464" y="68707"/>
                  <a:pt x="150252" y="67868"/>
                  <a:pt x="150607" y="66953"/>
                </a:cubicBezTo>
                <a:cubicBezTo>
                  <a:pt x="150964" y="66037"/>
                  <a:pt x="151142" y="64919"/>
                  <a:pt x="151142" y="63597"/>
                </a:cubicBezTo>
                <a:cubicBezTo>
                  <a:pt x="151142" y="59937"/>
                  <a:pt x="149845" y="56811"/>
                  <a:pt x="147251" y="54218"/>
                </a:cubicBezTo>
                <a:cubicBezTo>
                  <a:pt x="144659" y="51624"/>
                  <a:pt x="141075" y="50327"/>
                  <a:pt x="136500" y="50327"/>
                </a:cubicBezTo>
                <a:cubicBezTo>
                  <a:pt x="134772" y="50327"/>
                  <a:pt x="132992" y="50556"/>
                  <a:pt x="131161" y="51014"/>
                </a:cubicBezTo>
                <a:cubicBezTo>
                  <a:pt x="129332" y="51471"/>
                  <a:pt x="127578" y="52108"/>
                  <a:pt x="125900" y="52922"/>
                </a:cubicBezTo>
                <a:cubicBezTo>
                  <a:pt x="124222" y="53735"/>
                  <a:pt x="122697" y="54625"/>
                  <a:pt x="121324" y="55591"/>
                </a:cubicBezTo>
                <a:cubicBezTo>
                  <a:pt x="119953" y="56556"/>
                  <a:pt x="118911" y="57598"/>
                  <a:pt x="118199" y="58717"/>
                </a:cubicBezTo>
                <a:lnTo>
                  <a:pt x="117131" y="58717"/>
                </a:lnTo>
                <a:lnTo>
                  <a:pt x="115148" y="49566"/>
                </a:lnTo>
                <a:close/>
                <a:moveTo>
                  <a:pt x="230752" y="41635"/>
                </a:moveTo>
                <a:cubicBezTo>
                  <a:pt x="230448" y="43160"/>
                  <a:pt x="230296" y="44533"/>
                  <a:pt x="230296" y="45752"/>
                </a:cubicBezTo>
                <a:cubicBezTo>
                  <a:pt x="230296" y="47074"/>
                  <a:pt x="230448" y="48345"/>
                  <a:pt x="230752" y="49566"/>
                </a:cubicBezTo>
                <a:lnTo>
                  <a:pt x="217332" y="49261"/>
                </a:lnTo>
                <a:cubicBezTo>
                  <a:pt x="217128" y="51599"/>
                  <a:pt x="216951" y="54294"/>
                  <a:pt x="216799" y="57344"/>
                </a:cubicBezTo>
                <a:cubicBezTo>
                  <a:pt x="216647" y="60394"/>
                  <a:pt x="216545" y="63495"/>
                  <a:pt x="216494" y="66648"/>
                </a:cubicBezTo>
                <a:cubicBezTo>
                  <a:pt x="216443" y="69799"/>
                  <a:pt x="216392" y="72849"/>
                  <a:pt x="216340" y="75798"/>
                </a:cubicBezTo>
                <a:cubicBezTo>
                  <a:pt x="216289" y="78747"/>
                  <a:pt x="216264" y="81238"/>
                  <a:pt x="216264" y="83271"/>
                </a:cubicBezTo>
                <a:cubicBezTo>
                  <a:pt x="216264" y="88558"/>
                  <a:pt x="216391" y="92828"/>
                  <a:pt x="216645" y="96082"/>
                </a:cubicBezTo>
                <a:cubicBezTo>
                  <a:pt x="216900" y="99335"/>
                  <a:pt x="217332" y="101827"/>
                  <a:pt x="217941" y="103557"/>
                </a:cubicBezTo>
                <a:cubicBezTo>
                  <a:pt x="218553" y="105285"/>
                  <a:pt x="219417" y="106454"/>
                  <a:pt x="220534" y="107064"/>
                </a:cubicBezTo>
                <a:cubicBezTo>
                  <a:pt x="221652" y="107673"/>
                  <a:pt x="223076" y="107978"/>
                  <a:pt x="224804" y="107978"/>
                </a:cubicBezTo>
                <a:cubicBezTo>
                  <a:pt x="226737" y="107978"/>
                  <a:pt x="228161" y="107851"/>
                  <a:pt x="229075" y="107596"/>
                </a:cubicBezTo>
                <a:cubicBezTo>
                  <a:pt x="229990" y="107342"/>
                  <a:pt x="230905" y="106961"/>
                  <a:pt x="231821" y="106454"/>
                </a:cubicBezTo>
                <a:lnTo>
                  <a:pt x="231821" y="112707"/>
                </a:lnTo>
                <a:cubicBezTo>
                  <a:pt x="229787" y="113622"/>
                  <a:pt x="227245" y="114435"/>
                  <a:pt x="224195" y="115146"/>
                </a:cubicBezTo>
                <a:cubicBezTo>
                  <a:pt x="221144" y="115858"/>
                  <a:pt x="218145" y="116214"/>
                  <a:pt x="215198" y="116214"/>
                </a:cubicBezTo>
                <a:cubicBezTo>
                  <a:pt x="202285" y="116214"/>
                  <a:pt x="195829" y="108487"/>
                  <a:pt x="195829" y="93033"/>
                </a:cubicBezTo>
                <a:cubicBezTo>
                  <a:pt x="195829" y="90084"/>
                  <a:pt x="195879" y="86754"/>
                  <a:pt x="195980" y="83043"/>
                </a:cubicBezTo>
                <a:cubicBezTo>
                  <a:pt x="196082" y="79332"/>
                  <a:pt x="196210" y="75519"/>
                  <a:pt x="196362" y="71605"/>
                </a:cubicBezTo>
                <a:cubicBezTo>
                  <a:pt x="196514" y="67690"/>
                  <a:pt x="196640" y="63826"/>
                  <a:pt x="196741" y="60013"/>
                </a:cubicBezTo>
                <a:cubicBezTo>
                  <a:pt x="196843" y="56199"/>
                  <a:pt x="196895" y="52666"/>
                  <a:pt x="196895" y="49413"/>
                </a:cubicBezTo>
                <a:lnTo>
                  <a:pt x="186220" y="49566"/>
                </a:lnTo>
                <a:cubicBezTo>
                  <a:pt x="186524" y="48345"/>
                  <a:pt x="186676" y="47074"/>
                  <a:pt x="186676" y="45752"/>
                </a:cubicBezTo>
                <a:cubicBezTo>
                  <a:pt x="186676" y="44533"/>
                  <a:pt x="186524" y="43160"/>
                  <a:pt x="186220" y="41635"/>
                </a:cubicBezTo>
                <a:lnTo>
                  <a:pt x="196895" y="42094"/>
                </a:lnTo>
                <a:cubicBezTo>
                  <a:pt x="196895" y="38941"/>
                  <a:pt x="196843" y="35993"/>
                  <a:pt x="196741" y="33248"/>
                </a:cubicBezTo>
                <a:cubicBezTo>
                  <a:pt x="196640" y="30502"/>
                  <a:pt x="196488" y="27198"/>
                  <a:pt x="196285" y="23334"/>
                </a:cubicBezTo>
                <a:cubicBezTo>
                  <a:pt x="199844" y="21910"/>
                  <a:pt x="203352" y="20410"/>
                  <a:pt x="206808" y="18834"/>
                </a:cubicBezTo>
                <a:cubicBezTo>
                  <a:pt x="210265" y="17257"/>
                  <a:pt x="213722" y="15605"/>
                  <a:pt x="217180" y="13877"/>
                </a:cubicBezTo>
                <a:lnTo>
                  <a:pt x="218705" y="14945"/>
                </a:lnTo>
                <a:cubicBezTo>
                  <a:pt x="218501" y="16573"/>
                  <a:pt x="218323" y="18479"/>
                  <a:pt x="218169" y="20665"/>
                </a:cubicBezTo>
                <a:cubicBezTo>
                  <a:pt x="218017" y="22851"/>
                  <a:pt x="217865" y="25139"/>
                  <a:pt x="217713" y="27528"/>
                </a:cubicBezTo>
                <a:cubicBezTo>
                  <a:pt x="217561" y="29917"/>
                  <a:pt x="217460" y="32358"/>
                  <a:pt x="217408" y="34849"/>
                </a:cubicBezTo>
                <a:cubicBezTo>
                  <a:pt x="217357" y="37339"/>
                  <a:pt x="217332" y="39703"/>
                  <a:pt x="217332" y="41940"/>
                </a:cubicBezTo>
                <a:lnTo>
                  <a:pt x="230752" y="41635"/>
                </a:lnTo>
                <a:close/>
                <a:moveTo>
                  <a:pt x="278337" y="91050"/>
                </a:moveTo>
                <a:cubicBezTo>
                  <a:pt x="278337" y="86678"/>
                  <a:pt x="278363" y="83348"/>
                  <a:pt x="278414" y="81060"/>
                </a:cubicBezTo>
                <a:cubicBezTo>
                  <a:pt x="278465" y="78771"/>
                  <a:pt x="278491" y="76763"/>
                  <a:pt x="278491" y="75035"/>
                </a:cubicBezTo>
                <a:cubicBezTo>
                  <a:pt x="276354" y="76256"/>
                  <a:pt x="274092" y="77248"/>
                  <a:pt x="271702" y="78011"/>
                </a:cubicBezTo>
                <a:cubicBezTo>
                  <a:pt x="269313" y="78773"/>
                  <a:pt x="267127" y="79739"/>
                  <a:pt x="265144" y="80909"/>
                </a:cubicBezTo>
                <a:cubicBezTo>
                  <a:pt x="263162" y="82077"/>
                  <a:pt x="261535" y="83678"/>
                  <a:pt x="260264" y="85712"/>
                </a:cubicBezTo>
                <a:cubicBezTo>
                  <a:pt x="258994" y="87746"/>
                  <a:pt x="258358" y="90694"/>
                  <a:pt x="258358" y="94557"/>
                </a:cubicBezTo>
                <a:cubicBezTo>
                  <a:pt x="258358" y="98320"/>
                  <a:pt x="259146" y="101192"/>
                  <a:pt x="260723" y="103175"/>
                </a:cubicBezTo>
                <a:cubicBezTo>
                  <a:pt x="262299" y="105158"/>
                  <a:pt x="264408" y="106149"/>
                  <a:pt x="267050" y="106149"/>
                </a:cubicBezTo>
                <a:cubicBezTo>
                  <a:pt x="270406" y="106149"/>
                  <a:pt x="273126" y="104878"/>
                  <a:pt x="275209" y="102337"/>
                </a:cubicBezTo>
                <a:cubicBezTo>
                  <a:pt x="277294" y="99794"/>
                  <a:pt x="278337" y="96032"/>
                  <a:pt x="278337" y="91050"/>
                </a:cubicBezTo>
                <a:moveTo>
                  <a:pt x="242191" y="49566"/>
                </a:moveTo>
                <a:cubicBezTo>
                  <a:pt x="246463" y="46110"/>
                  <a:pt x="251063" y="43466"/>
                  <a:pt x="255994" y="41635"/>
                </a:cubicBezTo>
                <a:cubicBezTo>
                  <a:pt x="260926" y="39805"/>
                  <a:pt x="265832" y="38889"/>
                  <a:pt x="270711" y="38889"/>
                </a:cubicBezTo>
                <a:cubicBezTo>
                  <a:pt x="274779" y="38889"/>
                  <a:pt x="278515" y="39347"/>
                  <a:pt x="281921" y="40262"/>
                </a:cubicBezTo>
                <a:cubicBezTo>
                  <a:pt x="285328" y="41178"/>
                  <a:pt x="288276" y="42627"/>
                  <a:pt x="290766" y="44609"/>
                </a:cubicBezTo>
                <a:cubicBezTo>
                  <a:pt x="293258" y="46592"/>
                  <a:pt x="295190" y="49160"/>
                  <a:pt x="296561" y="52312"/>
                </a:cubicBezTo>
                <a:cubicBezTo>
                  <a:pt x="297934" y="55463"/>
                  <a:pt x="298621" y="59276"/>
                  <a:pt x="298621" y="63750"/>
                </a:cubicBezTo>
                <a:cubicBezTo>
                  <a:pt x="298621" y="70257"/>
                  <a:pt x="298545" y="76281"/>
                  <a:pt x="298393" y="81823"/>
                </a:cubicBezTo>
                <a:cubicBezTo>
                  <a:pt x="298240" y="87363"/>
                  <a:pt x="298164" y="92879"/>
                  <a:pt x="298164" y="98369"/>
                </a:cubicBezTo>
                <a:cubicBezTo>
                  <a:pt x="298164" y="100810"/>
                  <a:pt x="298342" y="102716"/>
                  <a:pt x="298697" y="104089"/>
                </a:cubicBezTo>
                <a:cubicBezTo>
                  <a:pt x="299054" y="105462"/>
                  <a:pt x="299588" y="106505"/>
                  <a:pt x="300298" y="107217"/>
                </a:cubicBezTo>
                <a:cubicBezTo>
                  <a:pt x="301011" y="107928"/>
                  <a:pt x="301951" y="108385"/>
                  <a:pt x="303119" y="108588"/>
                </a:cubicBezTo>
                <a:cubicBezTo>
                  <a:pt x="304289" y="108791"/>
                  <a:pt x="305636" y="108893"/>
                  <a:pt x="307161" y="108893"/>
                </a:cubicBezTo>
                <a:lnTo>
                  <a:pt x="307161" y="112553"/>
                </a:lnTo>
                <a:cubicBezTo>
                  <a:pt x="304214" y="113774"/>
                  <a:pt x="301723" y="114690"/>
                  <a:pt x="299689" y="115299"/>
                </a:cubicBezTo>
                <a:cubicBezTo>
                  <a:pt x="297655" y="115909"/>
                  <a:pt x="295469" y="116214"/>
                  <a:pt x="293131" y="116214"/>
                </a:cubicBezTo>
                <a:cubicBezTo>
                  <a:pt x="289369" y="116214"/>
                  <a:pt x="286318" y="115299"/>
                  <a:pt x="283980" y="113470"/>
                </a:cubicBezTo>
                <a:cubicBezTo>
                  <a:pt x="281642" y="111640"/>
                  <a:pt x="279863" y="108996"/>
                  <a:pt x="278642" y="105539"/>
                </a:cubicBezTo>
                <a:cubicBezTo>
                  <a:pt x="276304" y="108793"/>
                  <a:pt x="273584" y="111385"/>
                  <a:pt x="270483" y="113317"/>
                </a:cubicBezTo>
                <a:cubicBezTo>
                  <a:pt x="267382" y="115248"/>
                  <a:pt x="263493" y="116214"/>
                  <a:pt x="258817" y="116214"/>
                </a:cubicBezTo>
                <a:cubicBezTo>
                  <a:pt x="254952" y="116214"/>
                  <a:pt x="251647" y="115705"/>
                  <a:pt x="248901" y="114687"/>
                </a:cubicBezTo>
                <a:cubicBezTo>
                  <a:pt x="246156" y="113671"/>
                  <a:pt x="243894" y="112223"/>
                  <a:pt x="242115" y="110343"/>
                </a:cubicBezTo>
                <a:cubicBezTo>
                  <a:pt x="240335" y="108461"/>
                  <a:pt x="239039" y="106325"/>
                  <a:pt x="238226" y="103936"/>
                </a:cubicBezTo>
                <a:cubicBezTo>
                  <a:pt x="237413" y="101547"/>
                  <a:pt x="237007" y="99132"/>
                  <a:pt x="237007" y="96691"/>
                </a:cubicBezTo>
                <a:cubicBezTo>
                  <a:pt x="237007" y="93337"/>
                  <a:pt x="237540" y="90440"/>
                  <a:pt x="238608" y="87999"/>
                </a:cubicBezTo>
                <a:cubicBezTo>
                  <a:pt x="239675" y="85559"/>
                  <a:pt x="241200" y="83475"/>
                  <a:pt x="243183" y="81746"/>
                </a:cubicBezTo>
                <a:cubicBezTo>
                  <a:pt x="245166" y="80018"/>
                  <a:pt x="247529" y="78569"/>
                  <a:pt x="250274" y="77399"/>
                </a:cubicBezTo>
                <a:cubicBezTo>
                  <a:pt x="253020" y="76229"/>
                  <a:pt x="256121" y="75238"/>
                  <a:pt x="259578" y="74425"/>
                </a:cubicBezTo>
                <a:cubicBezTo>
                  <a:pt x="263849" y="73409"/>
                  <a:pt x="267229" y="72520"/>
                  <a:pt x="269720" y="71758"/>
                </a:cubicBezTo>
                <a:cubicBezTo>
                  <a:pt x="272211" y="70995"/>
                  <a:pt x="274067" y="70232"/>
                  <a:pt x="275286" y="69471"/>
                </a:cubicBezTo>
                <a:cubicBezTo>
                  <a:pt x="276507" y="68707"/>
                  <a:pt x="277295" y="67868"/>
                  <a:pt x="277651" y="66953"/>
                </a:cubicBezTo>
                <a:cubicBezTo>
                  <a:pt x="278007" y="66037"/>
                  <a:pt x="278186" y="64919"/>
                  <a:pt x="278186" y="63597"/>
                </a:cubicBezTo>
                <a:cubicBezTo>
                  <a:pt x="278186" y="59937"/>
                  <a:pt x="276889" y="56811"/>
                  <a:pt x="274295" y="54218"/>
                </a:cubicBezTo>
                <a:cubicBezTo>
                  <a:pt x="271702" y="51624"/>
                  <a:pt x="268118" y="50327"/>
                  <a:pt x="263543" y="50327"/>
                </a:cubicBezTo>
                <a:cubicBezTo>
                  <a:pt x="261815" y="50327"/>
                  <a:pt x="260035" y="50556"/>
                  <a:pt x="258205" y="51014"/>
                </a:cubicBezTo>
                <a:cubicBezTo>
                  <a:pt x="256376" y="51471"/>
                  <a:pt x="254622" y="52108"/>
                  <a:pt x="252943" y="52922"/>
                </a:cubicBezTo>
                <a:cubicBezTo>
                  <a:pt x="251266" y="53735"/>
                  <a:pt x="249741" y="54625"/>
                  <a:pt x="248368" y="55591"/>
                </a:cubicBezTo>
                <a:cubicBezTo>
                  <a:pt x="246996" y="56556"/>
                  <a:pt x="245955" y="57598"/>
                  <a:pt x="245242" y="58717"/>
                </a:cubicBezTo>
                <a:lnTo>
                  <a:pt x="244174" y="58717"/>
                </a:lnTo>
                <a:lnTo>
                  <a:pt x="242191" y="49566"/>
                </a:lnTo>
                <a:close/>
                <a:moveTo>
                  <a:pt x="452660" y="32180"/>
                </a:moveTo>
                <a:cubicBezTo>
                  <a:pt x="449407" y="27605"/>
                  <a:pt x="445340" y="23919"/>
                  <a:pt x="440459" y="21124"/>
                </a:cubicBezTo>
                <a:cubicBezTo>
                  <a:pt x="435578" y="18326"/>
                  <a:pt x="429630" y="16928"/>
                  <a:pt x="422614" y="16928"/>
                </a:cubicBezTo>
                <a:cubicBezTo>
                  <a:pt x="417938" y="16928"/>
                  <a:pt x="413287" y="17919"/>
                  <a:pt x="408661" y="19902"/>
                </a:cubicBezTo>
                <a:cubicBezTo>
                  <a:pt x="404034" y="21885"/>
                  <a:pt x="399916" y="24859"/>
                  <a:pt x="396306" y="28824"/>
                </a:cubicBezTo>
                <a:cubicBezTo>
                  <a:pt x="392697" y="32790"/>
                  <a:pt x="389774" y="37747"/>
                  <a:pt x="387537" y="43695"/>
                </a:cubicBezTo>
                <a:cubicBezTo>
                  <a:pt x="385300" y="49643"/>
                  <a:pt x="384181" y="56633"/>
                  <a:pt x="384181" y="64665"/>
                </a:cubicBezTo>
                <a:cubicBezTo>
                  <a:pt x="384181" y="70765"/>
                  <a:pt x="385020" y="76409"/>
                  <a:pt x="386697" y="81595"/>
                </a:cubicBezTo>
                <a:cubicBezTo>
                  <a:pt x="388375" y="86780"/>
                  <a:pt x="390790" y="91279"/>
                  <a:pt x="393941" y="95093"/>
                </a:cubicBezTo>
                <a:cubicBezTo>
                  <a:pt x="397094" y="98905"/>
                  <a:pt x="400958" y="101878"/>
                  <a:pt x="405533" y="104013"/>
                </a:cubicBezTo>
                <a:cubicBezTo>
                  <a:pt x="410108" y="106147"/>
                  <a:pt x="415344" y="107215"/>
                  <a:pt x="421241" y="107215"/>
                </a:cubicBezTo>
                <a:cubicBezTo>
                  <a:pt x="422563" y="107215"/>
                  <a:pt x="424063" y="107139"/>
                  <a:pt x="425740" y="106987"/>
                </a:cubicBezTo>
                <a:cubicBezTo>
                  <a:pt x="427418" y="106835"/>
                  <a:pt x="429046" y="106657"/>
                  <a:pt x="430622" y="106454"/>
                </a:cubicBezTo>
                <a:cubicBezTo>
                  <a:pt x="432198" y="106251"/>
                  <a:pt x="433647" y="105971"/>
                  <a:pt x="434969" y="105616"/>
                </a:cubicBezTo>
                <a:cubicBezTo>
                  <a:pt x="436291" y="105259"/>
                  <a:pt x="437257" y="104878"/>
                  <a:pt x="437867" y="104471"/>
                </a:cubicBezTo>
                <a:cubicBezTo>
                  <a:pt x="438070" y="103250"/>
                  <a:pt x="438196" y="101725"/>
                  <a:pt x="438246" y="99896"/>
                </a:cubicBezTo>
                <a:cubicBezTo>
                  <a:pt x="438297" y="98065"/>
                  <a:pt x="438323" y="96031"/>
                  <a:pt x="438323" y="93794"/>
                </a:cubicBezTo>
                <a:cubicBezTo>
                  <a:pt x="438323" y="85559"/>
                  <a:pt x="438170" y="79484"/>
                  <a:pt x="437864" y="75570"/>
                </a:cubicBezTo>
                <a:cubicBezTo>
                  <a:pt x="437560" y="71656"/>
                  <a:pt x="437358" y="68986"/>
                  <a:pt x="437257" y="67562"/>
                </a:cubicBezTo>
                <a:cubicBezTo>
                  <a:pt x="438273" y="67765"/>
                  <a:pt x="439620" y="67944"/>
                  <a:pt x="441297" y="68098"/>
                </a:cubicBezTo>
                <a:cubicBezTo>
                  <a:pt x="442975" y="68250"/>
                  <a:pt x="445390" y="68326"/>
                  <a:pt x="448541" y="68326"/>
                </a:cubicBezTo>
                <a:cubicBezTo>
                  <a:pt x="452203" y="68326"/>
                  <a:pt x="454922" y="68250"/>
                  <a:pt x="456700" y="68098"/>
                </a:cubicBezTo>
                <a:cubicBezTo>
                  <a:pt x="458480" y="67944"/>
                  <a:pt x="459878" y="67765"/>
                  <a:pt x="460896" y="67562"/>
                </a:cubicBezTo>
                <a:cubicBezTo>
                  <a:pt x="460693" y="68375"/>
                  <a:pt x="460515" y="69697"/>
                  <a:pt x="460361" y="71528"/>
                </a:cubicBezTo>
                <a:cubicBezTo>
                  <a:pt x="460209" y="73358"/>
                  <a:pt x="460082" y="75468"/>
                  <a:pt x="459979" y="77858"/>
                </a:cubicBezTo>
                <a:cubicBezTo>
                  <a:pt x="459878" y="80247"/>
                  <a:pt x="459802" y="82789"/>
                  <a:pt x="459751" y="85484"/>
                </a:cubicBezTo>
                <a:cubicBezTo>
                  <a:pt x="459700" y="88177"/>
                  <a:pt x="459674" y="90744"/>
                  <a:pt x="459674" y="93184"/>
                </a:cubicBezTo>
                <a:lnTo>
                  <a:pt x="459674" y="98218"/>
                </a:lnTo>
                <a:cubicBezTo>
                  <a:pt x="459674" y="100759"/>
                  <a:pt x="459700" y="103123"/>
                  <a:pt x="459751" y="105309"/>
                </a:cubicBezTo>
                <a:cubicBezTo>
                  <a:pt x="459802" y="107495"/>
                  <a:pt x="459930" y="109046"/>
                  <a:pt x="460133" y="109961"/>
                </a:cubicBezTo>
                <a:cubicBezTo>
                  <a:pt x="453423" y="111892"/>
                  <a:pt x="446636" y="113417"/>
                  <a:pt x="439772" y="114536"/>
                </a:cubicBezTo>
                <a:cubicBezTo>
                  <a:pt x="432909" y="115655"/>
                  <a:pt x="426122" y="116214"/>
                  <a:pt x="419412" y="116214"/>
                </a:cubicBezTo>
                <a:cubicBezTo>
                  <a:pt x="410668" y="116214"/>
                  <a:pt x="402610" y="115071"/>
                  <a:pt x="395238" y="112784"/>
                </a:cubicBezTo>
                <a:cubicBezTo>
                  <a:pt x="387867" y="110495"/>
                  <a:pt x="381512" y="107140"/>
                  <a:pt x="376173" y="102716"/>
                </a:cubicBezTo>
                <a:cubicBezTo>
                  <a:pt x="370836" y="98293"/>
                  <a:pt x="366668" y="92956"/>
                  <a:pt x="363667" y="86703"/>
                </a:cubicBezTo>
                <a:cubicBezTo>
                  <a:pt x="360668" y="80449"/>
                  <a:pt x="359169" y="73408"/>
                  <a:pt x="359169" y="65580"/>
                </a:cubicBezTo>
                <a:cubicBezTo>
                  <a:pt x="359169" y="55920"/>
                  <a:pt x="360770" y="47456"/>
                  <a:pt x="363972" y="40188"/>
                </a:cubicBezTo>
                <a:cubicBezTo>
                  <a:pt x="367176" y="32918"/>
                  <a:pt x="371599" y="26868"/>
                  <a:pt x="377242" y="22038"/>
                </a:cubicBezTo>
                <a:cubicBezTo>
                  <a:pt x="382884" y="17209"/>
                  <a:pt x="389569" y="13574"/>
                  <a:pt x="397297" y="11133"/>
                </a:cubicBezTo>
                <a:cubicBezTo>
                  <a:pt x="405025" y="8693"/>
                  <a:pt x="413362" y="7473"/>
                  <a:pt x="422309" y="7473"/>
                </a:cubicBezTo>
                <a:cubicBezTo>
                  <a:pt x="430037" y="7473"/>
                  <a:pt x="436722" y="8261"/>
                  <a:pt x="442365" y="9837"/>
                </a:cubicBezTo>
                <a:cubicBezTo>
                  <a:pt x="448008" y="11412"/>
                  <a:pt x="453574" y="13674"/>
                  <a:pt x="459065" y="16623"/>
                </a:cubicBezTo>
                <a:cubicBezTo>
                  <a:pt x="458252" y="19267"/>
                  <a:pt x="457464" y="21860"/>
                  <a:pt x="456700" y="24403"/>
                </a:cubicBezTo>
                <a:cubicBezTo>
                  <a:pt x="455939" y="26944"/>
                  <a:pt x="455303" y="29536"/>
                  <a:pt x="454794" y="32180"/>
                </a:cubicBezTo>
                <a:lnTo>
                  <a:pt x="452660" y="32180"/>
                </a:lnTo>
                <a:close/>
                <a:moveTo>
                  <a:pt x="498261" y="77781"/>
                </a:moveTo>
                <a:cubicBezTo>
                  <a:pt x="498261" y="81847"/>
                  <a:pt x="498668" y="85660"/>
                  <a:pt x="499481" y="89219"/>
                </a:cubicBezTo>
                <a:cubicBezTo>
                  <a:pt x="500295" y="92778"/>
                  <a:pt x="501541" y="95854"/>
                  <a:pt x="503218" y="98446"/>
                </a:cubicBezTo>
                <a:cubicBezTo>
                  <a:pt x="504895" y="101039"/>
                  <a:pt x="507030" y="103072"/>
                  <a:pt x="509622" y="104548"/>
                </a:cubicBezTo>
                <a:cubicBezTo>
                  <a:pt x="512216" y="106022"/>
                  <a:pt x="515242" y="106759"/>
                  <a:pt x="518698" y="106759"/>
                </a:cubicBezTo>
                <a:cubicBezTo>
                  <a:pt x="525714" y="106759"/>
                  <a:pt x="531967" y="104471"/>
                  <a:pt x="537458" y="99896"/>
                </a:cubicBezTo>
                <a:lnTo>
                  <a:pt x="539287" y="101269"/>
                </a:lnTo>
                <a:lnTo>
                  <a:pt x="535931" y="109810"/>
                </a:lnTo>
                <a:cubicBezTo>
                  <a:pt x="533390" y="111741"/>
                  <a:pt x="530340" y="113291"/>
                  <a:pt x="526781" y="114459"/>
                </a:cubicBezTo>
                <a:cubicBezTo>
                  <a:pt x="523222" y="115629"/>
                  <a:pt x="518545" y="116214"/>
                  <a:pt x="512750" y="116214"/>
                </a:cubicBezTo>
                <a:cubicBezTo>
                  <a:pt x="507768" y="116214"/>
                  <a:pt x="503040" y="115527"/>
                  <a:pt x="498566" y="114154"/>
                </a:cubicBezTo>
                <a:cubicBezTo>
                  <a:pt x="494093" y="112783"/>
                  <a:pt x="490153" y="110521"/>
                  <a:pt x="486746" y="107368"/>
                </a:cubicBezTo>
                <a:cubicBezTo>
                  <a:pt x="483341" y="104216"/>
                  <a:pt x="480647" y="100225"/>
                  <a:pt x="478664" y="95395"/>
                </a:cubicBezTo>
                <a:cubicBezTo>
                  <a:pt x="476681" y="90566"/>
                  <a:pt x="475690" y="84796"/>
                  <a:pt x="475690" y="78086"/>
                </a:cubicBezTo>
                <a:cubicBezTo>
                  <a:pt x="475690" y="71477"/>
                  <a:pt x="476579" y="65732"/>
                  <a:pt x="478357" y="60853"/>
                </a:cubicBezTo>
                <a:cubicBezTo>
                  <a:pt x="480136" y="55972"/>
                  <a:pt x="482602" y="51905"/>
                  <a:pt x="485755" y="48652"/>
                </a:cubicBezTo>
                <a:cubicBezTo>
                  <a:pt x="488907" y="45397"/>
                  <a:pt x="492644" y="42956"/>
                  <a:pt x="496965" y="41330"/>
                </a:cubicBezTo>
                <a:cubicBezTo>
                  <a:pt x="501286" y="39703"/>
                  <a:pt x="505988" y="38889"/>
                  <a:pt x="511072" y="38889"/>
                </a:cubicBezTo>
                <a:cubicBezTo>
                  <a:pt x="521138" y="38889"/>
                  <a:pt x="528839" y="41838"/>
                  <a:pt x="534176" y="47735"/>
                </a:cubicBezTo>
                <a:cubicBezTo>
                  <a:pt x="539515" y="53632"/>
                  <a:pt x="542184" y="61969"/>
                  <a:pt x="542184" y="72747"/>
                </a:cubicBezTo>
                <a:lnTo>
                  <a:pt x="542184" y="75952"/>
                </a:lnTo>
                <a:cubicBezTo>
                  <a:pt x="542184" y="76865"/>
                  <a:pt x="542134" y="77475"/>
                  <a:pt x="542033" y="77781"/>
                </a:cubicBezTo>
                <a:lnTo>
                  <a:pt x="498261" y="77781"/>
                </a:lnTo>
                <a:moveTo>
                  <a:pt x="521749" y="70918"/>
                </a:moveTo>
                <a:cubicBezTo>
                  <a:pt x="521544" y="63293"/>
                  <a:pt x="520603" y="57192"/>
                  <a:pt x="518926" y="52617"/>
                </a:cubicBezTo>
                <a:cubicBezTo>
                  <a:pt x="517249" y="48040"/>
                  <a:pt x="514428" y="45752"/>
                  <a:pt x="510462" y="45752"/>
                </a:cubicBezTo>
                <a:cubicBezTo>
                  <a:pt x="508225" y="45752"/>
                  <a:pt x="506344" y="46515"/>
                  <a:pt x="504819" y="48040"/>
                </a:cubicBezTo>
                <a:cubicBezTo>
                  <a:pt x="503294" y="49565"/>
                  <a:pt x="502074" y="51523"/>
                  <a:pt x="501158" y="53913"/>
                </a:cubicBezTo>
                <a:cubicBezTo>
                  <a:pt x="500243" y="56303"/>
                  <a:pt x="499557" y="58997"/>
                  <a:pt x="499099" y="61996"/>
                </a:cubicBezTo>
                <a:cubicBezTo>
                  <a:pt x="498643" y="64995"/>
                  <a:pt x="498364" y="67969"/>
                  <a:pt x="498261" y="70918"/>
                </a:cubicBezTo>
                <a:lnTo>
                  <a:pt x="521749" y="70918"/>
                </a:lnTo>
                <a:close/>
                <a:moveTo>
                  <a:pt x="576654" y="52310"/>
                </a:moveTo>
                <a:cubicBezTo>
                  <a:pt x="579501" y="48040"/>
                  <a:pt x="582830" y="44737"/>
                  <a:pt x="586642" y="42399"/>
                </a:cubicBezTo>
                <a:cubicBezTo>
                  <a:pt x="590456" y="40059"/>
                  <a:pt x="594802" y="38889"/>
                  <a:pt x="599681" y="38889"/>
                </a:cubicBezTo>
                <a:cubicBezTo>
                  <a:pt x="607308" y="38889"/>
                  <a:pt x="613181" y="41101"/>
                  <a:pt x="617298" y="45524"/>
                </a:cubicBezTo>
                <a:cubicBezTo>
                  <a:pt x="621416" y="49947"/>
                  <a:pt x="623474" y="57090"/>
                  <a:pt x="623474" y="66953"/>
                </a:cubicBezTo>
                <a:cubicBezTo>
                  <a:pt x="623474" y="72137"/>
                  <a:pt x="623373" y="76713"/>
                  <a:pt x="623169" y="80678"/>
                </a:cubicBezTo>
                <a:cubicBezTo>
                  <a:pt x="622966" y="84644"/>
                  <a:pt x="622865" y="88609"/>
                  <a:pt x="622865" y="92575"/>
                </a:cubicBezTo>
                <a:cubicBezTo>
                  <a:pt x="622865" y="95828"/>
                  <a:pt x="622941" y="99361"/>
                  <a:pt x="623093" y="103175"/>
                </a:cubicBezTo>
                <a:cubicBezTo>
                  <a:pt x="623246" y="106987"/>
                  <a:pt x="623425" y="110672"/>
                  <a:pt x="623628" y="114231"/>
                </a:cubicBezTo>
                <a:cubicBezTo>
                  <a:pt x="622306" y="114028"/>
                  <a:pt x="620628" y="113926"/>
                  <a:pt x="618594" y="113926"/>
                </a:cubicBezTo>
                <a:cubicBezTo>
                  <a:pt x="616560" y="113926"/>
                  <a:pt x="614425" y="113926"/>
                  <a:pt x="612188" y="113926"/>
                </a:cubicBezTo>
                <a:cubicBezTo>
                  <a:pt x="609952" y="113926"/>
                  <a:pt x="607817" y="113926"/>
                  <a:pt x="605783" y="113926"/>
                </a:cubicBezTo>
                <a:cubicBezTo>
                  <a:pt x="603749" y="113926"/>
                  <a:pt x="602071" y="114028"/>
                  <a:pt x="600750" y="114231"/>
                </a:cubicBezTo>
                <a:cubicBezTo>
                  <a:pt x="601462" y="108944"/>
                  <a:pt x="601919" y="102716"/>
                  <a:pt x="602123" y="95549"/>
                </a:cubicBezTo>
                <a:cubicBezTo>
                  <a:pt x="602326" y="88381"/>
                  <a:pt x="602427" y="80171"/>
                  <a:pt x="602427" y="70918"/>
                </a:cubicBezTo>
                <a:cubicBezTo>
                  <a:pt x="602427" y="64512"/>
                  <a:pt x="601334" y="59810"/>
                  <a:pt x="599148" y="56811"/>
                </a:cubicBezTo>
                <a:cubicBezTo>
                  <a:pt x="596962" y="53810"/>
                  <a:pt x="593887" y="52310"/>
                  <a:pt x="589921" y="52310"/>
                </a:cubicBezTo>
                <a:cubicBezTo>
                  <a:pt x="585346" y="52310"/>
                  <a:pt x="581991" y="54293"/>
                  <a:pt x="579856" y="58258"/>
                </a:cubicBezTo>
                <a:cubicBezTo>
                  <a:pt x="577722" y="62224"/>
                  <a:pt x="576654" y="67714"/>
                  <a:pt x="576654" y="74730"/>
                </a:cubicBezTo>
                <a:lnTo>
                  <a:pt x="576654" y="80832"/>
                </a:lnTo>
                <a:cubicBezTo>
                  <a:pt x="576654" y="87033"/>
                  <a:pt x="576730" y="92879"/>
                  <a:pt x="576882" y="98369"/>
                </a:cubicBezTo>
                <a:cubicBezTo>
                  <a:pt x="577034" y="103860"/>
                  <a:pt x="577365" y="109147"/>
                  <a:pt x="577874" y="114231"/>
                </a:cubicBezTo>
                <a:cubicBezTo>
                  <a:pt x="576552" y="114028"/>
                  <a:pt x="574899" y="113926"/>
                  <a:pt x="572917" y="113926"/>
                </a:cubicBezTo>
                <a:cubicBezTo>
                  <a:pt x="570934" y="113926"/>
                  <a:pt x="568774" y="113926"/>
                  <a:pt x="566436" y="113926"/>
                </a:cubicBezTo>
                <a:cubicBezTo>
                  <a:pt x="564096" y="113926"/>
                  <a:pt x="561960" y="113926"/>
                  <a:pt x="560029" y="113926"/>
                </a:cubicBezTo>
                <a:cubicBezTo>
                  <a:pt x="558097" y="113926"/>
                  <a:pt x="556419" y="114028"/>
                  <a:pt x="554995" y="114231"/>
                </a:cubicBezTo>
                <a:cubicBezTo>
                  <a:pt x="555504" y="109147"/>
                  <a:pt x="555835" y="103860"/>
                  <a:pt x="555987" y="98369"/>
                </a:cubicBezTo>
                <a:cubicBezTo>
                  <a:pt x="556140" y="92879"/>
                  <a:pt x="556217" y="87033"/>
                  <a:pt x="556217" y="80832"/>
                </a:cubicBezTo>
                <a:lnTo>
                  <a:pt x="556217" y="74730"/>
                </a:lnTo>
                <a:cubicBezTo>
                  <a:pt x="556217" y="68529"/>
                  <a:pt x="556140" y="62709"/>
                  <a:pt x="555987" y="57269"/>
                </a:cubicBezTo>
                <a:cubicBezTo>
                  <a:pt x="555835" y="51828"/>
                  <a:pt x="555504" y="46363"/>
                  <a:pt x="554995" y="40872"/>
                </a:cubicBezTo>
                <a:cubicBezTo>
                  <a:pt x="556826" y="41075"/>
                  <a:pt x="558631" y="41254"/>
                  <a:pt x="560410" y="41407"/>
                </a:cubicBezTo>
                <a:cubicBezTo>
                  <a:pt x="562190" y="41559"/>
                  <a:pt x="563994" y="41635"/>
                  <a:pt x="565823" y="41635"/>
                </a:cubicBezTo>
                <a:cubicBezTo>
                  <a:pt x="567654" y="41635"/>
                  <a:pt x="569459" y="41559"/>
                  <a:pt x="571239" y="41407"/>
                </a:cubicBezTo>
                <a:cubicBezTo>
                  <a:pt x="573018" y="41254"/>
                  <a:pt x="574925" y="41075"/>
                  <a:pt x="576959" y="40872"/>
                </a:cubicBezTo>
                <a:lnTo>
                  <a:pt x="576347" y="52310"/>
                </a:lnTo>
                <a:lnTo>
                  <a:pt x="576654" y="52310"/>
                </a:lnTo>
                <a:close/>
                <a:moveTo>
                  <a:pt x="659315" y="77781"/>
                </a:moveTo>
                <a:cubicBezTo>
                  <a:pt x="659315" y="81847"/>
                  <a:pt x="659722" y="85660"/>
                  <a:pt x="660534" y="89219"/>
                </a:cubicBezTo>
                <a:cubicBezTo>
                  <a:pt x="661349" y="92778"/>
                  <a:pt x="662595" y="95854"/>
                  <a:pt x="664272" y="98446"/>
                </a:cubicBezTo>
                <a:cubicBezTo>
                  <a:pt x="665949" y="101039"/>
                  <a:pt x="668084" y="103072"/>
                  <a:pt x="670676" y="104548"/>
                </a:cubicBezTo>
                <a:cubicBezTo>
                  <a:pt x="673270" y="106022"/>
                  <a:pt x="676296" y="106759"/>
                  <a:pt x="679752" y="106759"/>
                </a:cubicBezTo>
                <a:cubicBezTo>
                  <a:pt x="686768" y="106759"/>
                  <a:pt x="693021" y="104471"/>
                  <a:pt x="698511" y="99896"/>
                </a:cubicBezTo>
                <a:lnTo>
                  <a:pt x="700341" y="101269"/>
                </a:lnTo>
                <a:lnTo>
                  <a:pt x="696985" y="109810"/>
                </a:lnTo>
                <a:cubicBezTo>
                  <a:pt x="694444" y="111741"/>
                  <a:pt x="691393" y="113291"/>
                  <a:pt x="687834" y="114459"/>
                </a:cubicBezTo>
                <a:cubicBezTo>
                  <a:pt x="684275" y="115629"/>
                  <a:pt x="679599" y="116214"/>
                  <a:pt x="673804" y="116214"/>
                </a:cubicBezTo>
                <a:cubicBezTo>
                  <a:pt x="668822" y="116214"/>
                  <a:pt x="664094" y="115527"/>
                  <a:pt x="659620" y="114154"/>
                </a:cubicBezTo>
                <a:cubicBezTo>
                  <a:pt x="655147" y="112783"/>
                  <a:pt x="651207" y="110521"/>
                  <a:pt x="647800" y="107368"/>
                </a:cubicBezTo>
                <a:cubicBezTo>
                  <a:pt x="644395" y="104216"/>
                  <a:pt x="641701" y="100225"/>
                  <a:pt x="639718" y="95395"/>
                </a:cubicBezTo>
                <a:cubicBezTo>
                  <a:pt x="637735" y="90566"/>
                  <a:pt x="636744" y="84796"/>
                  <a:pt x="636744" y="78086"/>
                </a:cubicBezTo>
                <a:cubicBezTo>
                  <a:pt x="636744" y="71477"/>
                  <a:pt x="637633" y="65732"/>
                  <a:pt x="639411" y="60853"/>
                </a:cubicBezTo>
                <a:cubicBezTo>
                  <a:pt x="641190" y="55972"/>
                  <a:pt x="643656" y="51905"/>
                  <a:pt x="646809" y="48652"/>
                </a:cubicBezTo>
                <a:cubicBezTo>
                  <a:pt x="649961" y="45397"/>
                  <a:pt x="653698" y="42956"/>
                  <a:pt x="658019" y="41330"/>
                </a:cubicBezTo>
                <a:cubicBezTo>
                  <a:pt x="662340" y="39703"/>
                  <a:pt x="667042" y="38889"/>
                  <a:pt x="672126" y="38889"/>
                </a:cubicBezTo>
                <a:cubicBezTo>
                  <a:pt x="682192" y="38889"/>
                  <a:pt x="689893" y="41838"/>
                  <a:pt x="695230" y="47735"/>
                </a:cubicBezTo>
                <a:cubicBezTo>
                  <a:pt x="700569" y="53632"/>
                  <a:pt x="703238" y="61969"/>
                  <a:pt x="703238" y="72747"/>
                </a:cubicBezTo>
                <a:lnTo>
                  <a:pt x="703238" y="75952"/>
                </a:lnTo>
                <a:cubicBezTo>
                  <a:pt x="703238" y="76865"/>
                  <a:pt x="703188" y="77475"/>
                  <a:pt x="703087" y="77781"/>
                </a:cubicBezTo>
                <a:lnTo>
                  <a:pt x="659315" y="77781"/>
                </a:lnTo>
                <a:moveTo>
                  <a:pt x="682803" y="70918"/>
                </a:moveTo>
                <a:cubicBezTo>
                  <a:pt x="682598" y="63293"/>
                  <a:pt x="681657" y="57192"/>
                  <a:pt x="679980" y="52617"/>
                </a:cubicBezTo>
                <a:cubicBezTo>
                  <a:pt x="678303" y="48040"/>
                  <a:pt x="675482" y="45752"/>
                  <a:pt x="671516" y="45752"/>
                </a:cubicBezTo>
                <a:cubicBezTo>
                  <a:pt x="669279" y="45752"/>
                  <a:pt x="667398" y="46515"/>
                  <a:pt x="665873" y="48040"/>
                </a:cubicBezTo>
                <a:cubicBezTo>
                  <a:pt x="664348" y="49565"/>
                  <a:pt x="663128" y="51523"/>
                  <a:pt x="662212" y="53913"/>
                </a:cubicBezTo>
                <a:cubicBezTo>
                  <a:pt x="661297" y="56303"/>
                  <a:pt x="660610" y="58997"/>
                  <a:pt x="660153" y="61996"/>
                </a:cubicBezTo>
                <a:cubicBezTo>
                  <a:pt x="659697" y="64995"/>
                  <a:pt x="659417" y="67969"/>
                  <a:pt x="659315" y="70918"/>
                </a:cubicBezTo>
                <a:lnTo>
                  <a:pt x="682803" y="70918"/>
                </a:lnTo>
                <a:close/>
                <a:moveTo>
                  <a:pt x="738013" y="59785"/>
                </a:moveTo>
                <a:cubicBezTo>
                  <a:pt x="740656" y="52769"/>
                  <a:pt x="743859" y="47609"/>
                  <a:pt x="747619" y="44305"/>
                </a:cubicBezTo>
                <a:cubicBezTo>
                  <a:pt x="751382" y="41000"/>
                  <a:pt x="755856" y="39348"/>
                  <a:pt x="761042" y="39348"/>
                </a:cubicBezTo>
                <a:cubicBezTo>
                  <a:pt x="761550" y="39348"/>
                  <a:pt x="761981" y="39373"/>
                  <a:pt x="762336" y="39424"/>
                </a:cubicBezTo>
                <a:cubicBezTo>
                  <a:pt x="762693" y="39474"/>
                  <a:pt x="763075" y="39499"/>
                  <a:pt x="763481" y="39499"/>
                </a:cubicBezTo>
                <a:cubicBezTo>
                  <a:pt x="763176" y="41024"/>
                  <a:pt x="762947" y="42651"/>
                  <a:pt x="762795" y="44381"/>
                </a:cubicBezTo>
                <a:cubicBezTo>
                  <a:pt x="762643" y="46110"/>
                  <a:pt x="762567" y="48143"/>
                  <a:pt x="762567" y="50481"/>
                </a:cubicBezTo>
                <a:lnTo>
                  <a:pt x="762567" y="55361"/>
                </a:lnTo>
                <a:cubicBezTo>
                  <a:pt x="762567" y="56174"/>
                  <a:pt x="762567" y="57038"/>
                  <a:pt x="762567" y="57953"/>
                </a:cubicBezTo>
                <a:cubicBezTo>
                  <a:pt x="762567" y="58869"/>
                  <a:pt x="762617" y="59733"/>
                  <a:pt x="762718" y="60546"/>
                </a:cubicBezTo>
                <a:lnTo>
                  <a:pt x="761347" y="61768"/>
                </a:lnTo>
                <a:cubicBezTo>
                  <a:pt x="760329" y="61156"/>
                  <a:pt x="759185" y="60647"/>
                  <a:pt x="757915" y="60241"/>
                </a:cubicBezTo>
                <a:cubicBezTo>
                  <a:pt x="756644" y="59835"/>
                  <a:pt x="755195" y="59631"/>
                  <a:pt x="753567" y="59631"/>
                </a:cubicBezTo>
                <a:cubicBezTo>
                  <a:pt x="748992" y="59631"/>
                  <a:pt x="745383" y="61132"/>
                  <a:pt x="742739" y="64132"/>
                </a:cubicBezTo>
                <a:cubicBezTo>
                  <a:pt x="740096" y="67131"/>
                  <a:pt x="738774" y="70664"/>
                  <a:pt x="738774" y="74730"/>
                </a:cubicBezTo>
                <a:lnTo>
                  <a:pt x="738774" y="80832"/>
                </a:lnTo>
                <a:cubicBezTo>
                  <a:pt x="738774" y="87033"/>
                  <a:pt x="738850" y="92879"/>
                  <a:pt x="739002" y="98369"/>
                </a:cubicBezTo>
                <a:cubicBezTo>
                  <a:pt x="739155" y="103860"/>
                  <a:pt x="739487" y="109147"/>
                  <a:pt x="739995" y="114231"/>
                </a:cubicBezTo>
                <a:cubicBezTo>
                  <a:pt x="738674" y="114028"/>
                  <a:pt x="737021" y="113926"/>
                  <a:pt x="735039" y="113926"/>
                </a:cubicBezTo>
                <a:cubicBezTo>
                  <a:pt x="733056" y="113926"/>
                  <a:pt x="730895" y="113926"/>
                  <a:pt x="728555" y="113926"/>
                </a:cubicBezTo>
                <a:cubicBezTo>
                  <a:pt x="726217" y="113926"/>
                  <a:pt x="724082" y="113926"/>
                  <a:pt x="722151" y="113926"/>
                </a:cubicBezTo>
                <a:cubicBezTo>
                  <a:pt x="720219" y="113926"/>
                  <a:pt x="718541" y="114028"/>
                  <a:pt x="717117" y="114231"/>
                </a:cubicBezTo>
                <a:cubicBezTo>
                  <a:pt x="717626" y="109147"/>
                  <a:pt x="717956" y="103860"/>
                  <a:pt x="718108" y="98369"/>
                </a:cubicBezTo>
                <a:cubicBezTo>
                  <a:pt x="718261" y="92879"/>
                  <a:pt x="718337" y="87033"/>
                  <a:pt x="718337" y="80832"/>
                </a:cubicBezTo>
                <a:lnTo>
                  <a:pt x="718337" y="74730"/>
                </a:lnTo>
                <a:cubicBezTo>
                  <a:pt x="718337" y="68529"/>
                  <a:pt x="718261" y="62709"/>
                  <a:pt x="718108" y="57269"/>
                </a:cubicBezTo>
                <a:cubicBezTo>
                  <a:pt x="717956" y="51828"/>
                  <a:pt x="717626" y="46363"/>
                  <a:pt x="717117" y="40872"/>
                </a:cubicBezTo>
                <a:cubicBezTo>
                  <a:pt x="718845" y="41075"/>
                  <a:pt x="720599" y="41254"/>
                  <a:pt x="722379" y="41407"/>
                </a:cubicBezTo>
                <a:cubicBezTo>
                  <a:pt x="724158" y="41559"/>
                  <a:pt x="725912" y="41635"/>
                  <a:pt x="727641" y="41635"/>
                </a:cubicBezTo>
                <a:cubicBezTo>
                  <a:pt x="729369" y="41635"/>
                  <a:pt x="731123" y="41559"/>
                  <a:pt x="732902" y="41407"/>
                </a:cubicBezTo>
                <a:cubicBezTo>
                  <a:pt x="734682" y="41254"/>
                  <a:pt x="736436" y="41075"/>
                  <a:pt x="738164" y="40872"/>
                </a:cubicBezTo>
                <a:lnTo>
                  <a:pt x="737708" y="59480"/>
                </a:lnTo>
                <a:lnTo>
                  <a:pt x="738013" y="59785"/>
                </a:lnTo>
                <a:close/>
                <a:moveTo>
                  <a:pt x="810455" y="91050"/>
                </a:moveTo>
                <a:cubicBezTo>
                  <a:pt x="810455" y="86678"/>
                  <a:pt x="810481" y="83348"/>
                  <a:pt x="810532" y="81060"/>
                </a:cubicBezTo>
                <a:cubicBezTo>
                  <a:pt x="810583" y="78771"/>
                  <a:pt x="810609" y="76763"/>
                  <a:pt x="810609" y="75035"/>
                </a:cubicBezTo>
                <a:cubicBezTo>
                  <a:pt x="808472" y="76256"/>
                  <a:pt x="806210" y="77248"/>
                  <a:pt x="803820" y="78011"/>
                </a:cubicBezTo>
                <a:cubicBezTo>
                  <a:pt x="801431" y="78773"/>
                  <a:pt x="799245" y="79739"/>
                  <a:pt x="797262" y="80909"/>
                </a:cubicBezTo>
                <a:cubicBezTo>
                  <a:pt x="795280" y="82077"/>
                  <a:pt x="793653" y="83678"/>
                  <a:pt x="792382" y="85712"/>
                </a:cubicBezTo>
                <a:cubicBezTo>
                  <a:pt x="791112" y="87746"/>
                  <a:pt x="790476" y="90694"/>
                  <a:pt x="790476" y="94557"/>
                </a:cubicBezTo>
                <a:cubicBezTo>
                  <a:pt x="790476" y="98320"/>
                  <a:pt x="791265" y="101192"/>
                  <a:pt x="792841" y="103175"/>
                </a:cubicBezTo>
                <a:cubicBezTo>
                  <a:pt x="794417" y="105158"/>
                  <a:pt x="796526" y="106149"/>
                  <a:pt x="799168" y="106149"/>
                </a:cubicBezTo>
                <a:cubicBezTo>
                  <a:pt x="802524" y="106149"/>
                  <a:pt x="805244" y="104878"/>
                  <a:pt x="807327" y="102337"/>
                </a:cubicBezTo>
                <a:cubicBezTo>
                  <a:pt x="809413" y="99794"/>
                  <a:pt x="810455" y="96032"/>
                  <a:pt x="810455" y="91050"/>
                </a:cubicBezTo>
                <a:moveTo>
                  <a:pt x="774310" y="49566"/>
                </a:moveTo>
                <a:cubicBezTo>
                  <a:pt x="778581" y="46110"/>
                  <a:pt x="783182" y="43466"/>
                  <a:pt x="788112" y="41635"/>
                </a:cubicBezTo>
                <a:cubicBezTo>
                  <a:pt x="793044" y="39805"/>
                  <a:pt x="797950" y="38889"/>
                  <a:pt x="802829" y="38889"/>
                </a:cubicBezTo>
                <a:cubicBezTo>
                  <a:pt x="806897" y="38889"/>
                  <a:pt x="810634" y="39347"/>
                  <a:pt x="814039" y="40262"/>
                </a:cubicBezTo>
                <a:cubicBezTo>
                  <a:pt x="817446" y="41178"/>
                  <a:pt x="820394" y="42627"/>
                  <a:pt x="822885" y="44609"/>
                </a:cubicBezTo>
                <a:cubicBezTo>
                  <a:pt x="825376" y="46592"/>
                  <a:pt x="827308" y="49160"/>
                  <a:pt x="828679" y="52312"/>
                </a:cubicBezTo>
                <a:cubicBezTo>
                  <a:pt x="830052" y="55463"/>
                  <a:pt x="830739" y="59276"/>
                  <a:pt x="830739" y="63750"/>
                </a:cubicBezTo>
                <a:cubicBezTo>
                  <a:pt x="830739" y="70257"/>
                  <a:pt x="830663" y="76281"/>
                  <a:pt x="830511" y="81823"/>
                </a:cubicBezTo>
                <a:cubicBezTo>
                  <a:pt x="830359" y="87363"/>
                  <a:pt x="830283" y="92879"/>
                  <a:pt x="830283" y="98369"/>
                </a:cubicBezTo>
                <a:cubicBezTo>
                  <a:pt x="830283" y="100810"/>
                  <a:pt x="830460" y="102716"/>
                  <a:pt x="830815" y="104089"/>
                </a:cubicBezTo>
                <a:cubicBezTo>
                  <a:pt x="831172" y="105462"/>
                  <a:pt x="831706" y="106505"/>
                  <a:pt x="832417" y="107217"/>
                </a:cubicBezTo>
                <a:cubicBezTo>
                  <a:pt x="833129" y="107928"/>
                  <a:pt x="834069" y="108385"/>
                  <a:pt x="835237" y="108588"/>
                </a:cubicBezTo>
                <a:cubicBezTo>
                  <a:pt x="836407" y="108791"/>
                  <a:pt x="837754" y="108893"/>
                  <a:pt x="839279" y="108893"/>
                </a:cubicBezTo>
                <a:lnTo>
                  <a:pt x="839279" y="112553"/>
                </a:lnTo>
                <a:cubicBezTo>
                  <a:pt x="836332" y="113774"/>
                  <a:pt x="833841" y="114690"/>
                  <a:pt x="831807" y="115299"/>
                </a:cubicBezTo>
                <a:cubicBezTo>
                  <a:pt x="829773" y="115909"/>
                  <a:pt x="827587" y="116214"/>
                  <a:pt x="825249" y="116214"/>
                </a:cubicBezTo>
                <a:cubicBezTo>
                  <a:pt x="821487" y="116214"/>
                  <a:pt x="818437" y="115299"/>
                  <a:pt x="816099" y="113470"/>
                </a:cubicBezTo>
                <a:cubicBezTo>
                  <a:pt x="813760" y="111640"/>
                  <a:pt x="811981" y="108996"/>
                  <a:pt x="810760" y="105539"/>
                </a:cubicBezTo>
                <a:cubicBezTo>
                  <a:pt x="808422" y="108793"/>
                  <a:pt x="805702" y="111385"/>
                  <a:pt x="802601" y="113317"/>
                </a:cubicBezTo>
                <a:cubicBezTo>
                  <a:pt x="799500" y="115248"/>
                  <a:pt x="795611" y="116214"/>
                  <a:pt x="790935" y="116214"/>
                </a:cubicBezTo>
                <a:cubicBezTo>
                  <a:pt x="787070" y="116214"/>
                  <a:pt x="783765" y="115705"/>
                  <a:pt x="781019" y="114687"/>
                </a:cubicBezTo>
                <a:cubicBezTo>
                  <a:pt x="778274" y="113671"/>
                  <a:pt x="776012" y="112223"/>
                  <a:pt x="774233" y="110343"/>
                </a:cubicBezTo>
                <a:cubicBezTo>
                  <a:pt x="772453" y="108461"/>
                  <a:pt x="771157" y="106325"/>
                  <a:pt x="770344" y="103936"/>
                </a:cubicBezTo>
                <a:cubicBezTo>
                  <a:pt x="769531" y="101547"/>
                  <a:pt x="769125" y="99132"/>
                  <a:pt x="769125" y="96691"/>
                </a:cubicBezTo>
                <a:cubicBezTo>
                  <a:pt x="769125" y="93337"/>
                  <a:pt x="769658" y="90440"/>
                  <a:pt x="770726" y="87999"/>
                </a:cubicBezTo>
                <a:cubicBezTo>
                  <a:pt x="771793" y="85559"/>
                  <a:pt x="773318" y="83475"/>
                  <a:pt x="775301" y="81746"/>
                </a:cubicBezTo>
                <a:cubicBezTo>
                  <a:pt x="777284" y="80018"/>
                  <a:pt x="779647" y="78569"/>
                  <a:pt x="782392" y="77399"/>
                </a:cubicBezTo>
                <a:cubicBezTo>
                  <a:pt x="785138" y="76229"/>
                  <a:pt x="788239" y="75238"/>
                  <a:pt x="791696" y="74425"/>
                </a:cubicBezTo>
                <a:cubicBezTo>
                  <a:pt x="795967" y="73409"/>
                  <a:pt x="799348" y="72520"/>
                  <a:pt x="801838" y="71758"/>
                </a:cubicBezTo>
                <a:cubicBezTo>
                  <a:pt x="804329" y="70995"/>
                  <a:pt x="806185" y="70232"/>
                  <a:pt x="807404" y="69471"/>
                </a:cubicBezTo>
                <a:cubicBezTo>
                  <a:pt x="808625" y="68707"/>
                  <a:pt x="809413" y="67868"/>
                  <a:pt x="809769" y="66953"/>
                </a:cubicBezTo>
                <a:cubicBezTo>
                  <a:pt x="810125" y="66037"/>
                  <a:pt x="810304" y="64919"/>
                  <a:pt x="810304" y="63597"/>
                </a:cubicBezTo>
                <a:cubicBezTo>
                  <a:pt x="810304" y="59937"/>
                  <a:pt x="809007" y="56811"/>
                  <a:pt x="806413" y="54218"/>
                </a:cubicBezTo>
                <a:cubicBezTo>
                  <a:pt x="803820" y="51624"/>
                  <a:pt x="800237" y="50327"/>
                  <a:pt x="795661" y="50327"/>
                </a:cubicBezTo>
                <a:cubicBezTo>
                  <a:pt x="793933" y="50327"/>
                  <a:pt x="792154" y="50556"/>
                  <a:pt x="790323" y="51014"/>
                </a:cubicBezTo>
                <a:cubicBezTo>
                  <a:pt x="788494" y="51471"/>
                  <a:pt x="786740" y="52108"/>
                  <a:pt x="785061" y="52922"/>
                </a:cubicBezTo>
                <a:cubicBezTo>
                  <a:pt x="783384" y="53735"/>
                  <a:pt x="781859" y="54625"/>
                  <a:pt x="780486" y="55591"/>
                </a:cubicBezTo>
                <a:cubicBezTo>
                  <a:pt x="779114" y="56556"/>
                  <a:pt x="778073" y="57598"/>
                  <a:pt x="777361" y="58717"/>
                </a:cubicBezTo>
                <a:lnTo>
                  <a:pt x="776292" y="58717"/>
                </a:lnTo>
                <a:lnTo>
                  <a:pt x="774310" y="49566"/>
                </a:lnTo>
                <a:close/>
                <a:moveTo>
                  <a:pt x="889914" y="41635"/>
                </a:moveTo>
                <a:cubicBezTo>
                  <a:pt x="889610" y="43160"/>
                  <a:pt x="889458" y="44533"/>
                  <a:pt x="889458" y="45752"/>
                </a:cubicBezTo>
                <a:cubicBezTo>
                  <a:pt x="889458" y="47074"/>
                  <a:pt x="889610" y="48345"/>
                  <a:pt x="889914" y="49566"/>
                </a:cubicBezTo>
                <a:lnTo>
                  <a:pt x="876493" y="49261"/>
                </a:lnTo>
                <a:cubicBezTo>
                  <a:pt x="876290" y="51599"/>
                  <a:pt x="876112" y="54294"/>
                  <a:pt x="875960" y="57344"/>
                </a:cubicBezTo>
                <a:cubicBezTo>
                  <a:pt x="875808" y="60394"/>
                  <a:pt x="875707" y="63495"/>
                  <a:pt x="875655" y="66648"/>
                </a:cubicBezTo>
                <a:cubicBezTo>
                  <a:pt x="875604" y="69799"/>
                  <a:pt x="875553" y="72849"/>
                  <a:pt x="875502" y="75798"/>
                </a:cubicBezTo>
                <a:cubicBezTo>
                  <a:pt x="875451" y="78747"/>
                  <a:pt x="875425" y="81238"/>
                  <a:pt x="875425" y="83271"/>
                </a:cubicBezTo>
                <a:cubicBezTo>
                  <a:pt x="875425" y="88558"/>
                  <a:pt x="875552" y="92828"/>
                  <a:pt x="875807" y="96082"/>
                </a:cubicBezTo>
                <a:cubicBezTo>
                  <a:pt x="876061" y="99335"/>
                  <a:pt x="876493" y="101827"/>
                  <a:pt x="877103" y="103557"/>
                </a:cubicBezTo>
                <a:cubicBezTo>
                  <a:pt x="877714" y="105285"/>
                  <a:pt x="878578" y="106454"/>
                  <a:pt x="879695" y="107064"/>
                </a:cubicBezTo>
                <a:cubicBezTo>
                  <a:pt x="880814" y="107673"/>
                  <a:pt x="882237" y="107978"/>
                  <a:pt x="883966" y="107978"/>
                </a:cubicBezTo>
                <a:cubicBezTo>
                  <a:pt x="885899" y="107978"/>
                  <a:pt x="887322" y="107851"/>
                  <a:pt x="888236" y="107596"/>
                </a:cubicBezTo>
                <a:cubicBezTo>
                  <a:pt x="889151" y="107342"/>
                  <a:pt x="890067" y="106961"/>
                  <a:pt x="890982" y="106454"/>
                </a:cubicBezTo>
                <a:lnTo>
                  <a:pt x="890982" y="112707"/>
                </a:lnTo>
                <a:cubicBezTo>
                  <a:pt x="888948" y="113622"/>
                  <a:pt x="886406" y="114435"/>
                  <a:pt x="883356" y="115146"/>
                </a:cubicBezTo>
                <a:cubicBezTo>
                  <a:pt x="880306" y="115858"/>
                  <a:pt x="877307" y="116214"/>
                  <a:pt x="874359" y="116214"/>
                </a:cubicBezTo>
                <a:cubicBezTo>
                  <a:pt x="861447" y="116214"/>
                  <a:pt x="854990" y="108487"/>
                  <a:pt x="854990" y="93033"/>
                </a:cubicBezTo>
                <a:cubicBezTo>
                  <a:pt x="854990" y="90084"/>
                  <a:pt x="855041" y="86754"/>
                  <a:pt x="855141" y="83043"/>
                </a:cubicBezTo>
                <a:cubicBezTo>
                  <a:pt x="855244" y="79332"/>
                  <a:pt x="855371" y="75519"/>
                  <a:pt x="855523" y="71605"/>
                </a:cubicBezTo>
                <a:cubicBezTo>
                  <a:pt x="855675" y="67690"/>
                  <a:pt x="855802" y="63826"/>
                  <a:pt x="855902" y="60013"/>
                </a:cubicBezTo>
                <a:cubicBezTo>
                  <a:pt x="856005" y="56199"/>
                  <a:pt x="856056" y="52666"/>
                  <a:pt x="856056" y="49413"/>
                </a:cubicBezTo>
                <a:lnTo>
                  <a:pt x="845381" y="49566"/>
                </a:lnTo>
                <a:cubicBezTo>
                  <a:pt x="845685" y="48345"/>
                  <a:pt x="845837" y="47074"/>
                  <a:pt x="845837" y="45752"/>
                </a:cubicBezTo>
                <a:cubicBezTo>
                  <a:pt x="845837" y="44533"/>
                  <a:pt x="845685" y="43160"/>
                  <a:pt x="845381" y="41635"/>
                </a:cubicBezTo>
                <a:lnTo>
                  <a:pt x="856056" y="42094"/>
                </a:lnTo>
                <a:cubicBezTo>
                  <a:pt x="856056" y="38941"/>
                  <a:pt x="856005" y="35993"/>
                  <a:pt x="855902" y="33248"/>
                </a:cubicBezTo>
                <a:cubicBezTo>
                  <a:pt x="855802" y="30502"/>
                  <a:pt x="855650" y="27198"/>
                  <a:pt x="855446" y="23334"/>
                </a:cubicBezTo>
                <a:cubicBezTo>
                  <a:pt x="859005" y="21910"/>
                  <a:pt x="862513" y="20410"/>
                  <a:pt x="865970" y="18834"/>
                </a:cubicBezTo>
                <a:cubicBezTo>
                  <a:pt x="869426" y="17257"/>
                  <a:pt x="872884" y="15605"/>
                  <a:pt x="876342" y="13877"/>
                </a:cubicBezTo>
                <a:lnTo>
                  <a:pt x="877866" y="14945"/>
                </a:lnTo>
                <a:cubicBezTo>
                  <a:pt x="877663" y="16573"/>
                  <a:pt x="877485" y="18479"/>
                  <a:pt x="877331" y="20665"/>
                </a:cubicBezTo>
                <a:cubicBezTo>
                  <a:pt x="877179" y="22851"/>
                  <a:pt x="877027" y="25139"/>
                  <a:pt x="876875" y="27528"/>
                </a:cubicBezTo>
                <a:cubicBezTo>
                  <a:pt x="876723" y="29917"/>
                  <a:pt x="876621" y="32358"/>
                  <a:pt x="876570" y="34849"/>
                </a:cubicBezTo>
                <a:cubicBezTo>
                  <a:pt x="876519" y="37339"/>
                  <a:pt x="876493" y="39703"/>
                  <a:pt x="876493" y="41940"/>
                </a:cubicBezTo>
                <a:lnTo>
                  <a:pt x="889914" y="41635"/>
                </a:lnTo>
                <a:close/>
                <a:moveTo>
                  <a:pt x="901658" y="12048"/>
                </a:moveTo>
                <a:cubicBezTo>
                  <a:pt x="901658" y="8692"/>
                  <a:pt x="902827" y="5845"/>
                  <a:pt x="905165" y="3507"/>
                </a:cubicBezTo>
                <a:cubicBezTo>
                  <a:pt x="907505" y="1169"/>
                  <a:pt x="910352" y="0"/>
                  <a:pt x="913708" y="0"/>
                </a:cubicBezTo>
                <a:cubicBezTo>
                  <a:pt x="917062" y="0"/>
                  <a:pt x="919908" y="1169"/>
                  <a:pt x="922246" y="3507"/>
                </a:cubicBezTo>
                <a:cubicBezTo>
                  <a:pt x="924586" y="5845"/>
                  <a:pt x="925756" y="8692"/>
                  <a:pt x="925756" y="12048"/>
                </a:cubicBezTo>
                <a:cubicBezTo>
                  <a:pt x="925756" y="15404"/>
                  <a:pt x="924586" y="18250"/>
                  <a:pt x="922246" y="20588"/>
                </a:cubicBezTo>
                <a:cubicBezTo>
                  <a:pt x="919908" y="22926"/>
                  <a:pt x="917062" y="24095"/>
                  <a:pt x="913708" y="24095"/>
                </a:cubicBezTo>
                <a:cubicBezTo>
                  <a:pt x="910352" y="24095"/>
                  <a:pt x="907505" y="22926"/>
                  <a:pt x="905165" y="20588"/>
                </a:cubicBezTo>
                <a:cubicBezTo>
                  <a:pt x="902827" y="18250"/>
                  <a:pt x="901658" y="15404"/>
                  <a:pt x="901658" y="12048"/>
                </a:cubicBezTo>
                <a:moveTo>
                  <a:pt x="903489" y="74730"/>
                </a:moveTo>
                <a:cubicBezTo>
                  <a:pt x="903489" y="68529"/>
                  <a:pt x="903413" y="62709"/>
                  <a:pt x="903259" y="57269"/>
                </a:cubicBezTo>
                <a:cubicBezTo>
                  <a:pt x="903107" y="51828"/>
                  <a:pt x="902777" y="46363"/>
                  <a:pt x="902268" y="40872"/>
                </a:cubicBezTo>
                <a:cubicBezTo>
                  <a:pt x="903692" y="41075"/>
                  <a:pt x="905370" y="41254"/>
                  <a:pt x="907301" y="41407"/>
                </a:cubicBezTo>
                <a:cubicBezTo>
                  <a:pt x="909233" y="41559"/>
                  <a:pt x="911368" y="41635"/>
                  <a:pt x="913708" y="41635"/>
                </a:cubicBezTo>
                <a:cubicBezTo>
                  <a:pt x="918487" y="41635"/>
                  <a:pt x="922299" y="41381"/>
                  <a:pt x="925146" y="40872"/>
                </a:cubicBezTo>
                <a:cubicBezTo>
                  <a:pt x="924637" y="46363"/>
                  <a:pt x="924306" y="51828"/>
                  <a:pt x="924152" y="57269"/>
                </a:cubicBezTo>
                <a:cubicBezTo>
                  <a:pt x="924000" y="62709"/>
                  <a:pt x="923924" y="68529"/>
                  <a:pt x="923924" y="74730"/>
                </a:cubicBezTo>
                <a:lnTo>
                  <a:pt x="923924" y="80832"/>
                </a:lnTo>
                <a:cubicBezTo>
                  <a:pt x="923924" y="87033"/>
                  <a:pt x="924000" y="92879"/>
                  <a:pt x="924152" y="98369"/>
                </a:cubicBezTo>
                <a:cubicBezTo>
                  <a:pt x="924306" y="103860"/>
                  <a:pt x="924637" y="109147"/>
                  <a:pt x="925146" y="114231"/>
                </a:cubicBezTo>
                <a:cubicBezTo>
                  <a:pt x="923824" y="114028"/>
                  <a:pt x="922172" y="113926"/>
                  <a:pt x="920189" y="113926"/>
                </a:cubicBezTo>
                <a:cubicBezTo>
                  <a:pt x="918206" y="113926"/>
                  <a:pt x="916046" y="113926"/>
                  <a:pt x="913708" y="113926"/>
                </a:cubicBezTo>
                <a:cubicBezTo>
                  <a:pt x="911368" y="113926"/>
                  <a:pt x="909233" y="113926"/>
                  <a:pt x="907301" y="113926"/>
                </a:cubicBezTo>
                <a:cubicBezTo>
                  <a:pt x="905370" y="113926"/>
                  <a:pt x="903692" y="114028"/>
                  <a:pt x="902268" y="114231"/>
                </a:cubicBezTo>
                <a:cubicBezTo>
                  <a:pt x="902777" y="109147"/>
                  <a:pt x="903107" y="103860"/>
                  <a:pt x="903259" y="98369"/>
                </a:cubicBezTo>
                <a:cubicBezTo>
                  <a:pt x="903413" y="92879"/>
                  <a:pt x="903489" y="87033"/>
                  <a:pt x="903489" y="80832"/>
                </a:cubicBezTo>
                <a:lnTo>
                  <a:pt x="903489" y="74730"/>
                </a:lnTo>
                <a:close/>
                <a:moveTo>
                  <a:pt x="992098" y="73969"/>
                </a:moveTo>
                <a:cubicBezTo>
                  <a:pt x="992098" y="65020"/>
                  <a:pt x="990980" y="58081"/>
                  <a:pt x="988743" y="53150"/>
                </a:cubicBezTo>
                <a:cubicBezTo>
                  <a:pt x="986506" y="48218"/>
                  <a:pt x="982794" y="45752"/>
                  <a:pt x="977610" y="45752"/>
                </a:cubicBezTo>
                <a:cubicBezTo>
                  <a:pt x="972932" y="45752"/>
                  <a:pt x="969246" y="48497"/>
                  <a:pt x="966551" y="53988"/>
                </a:cubicBezTo>
                <a:cubicBezTo>
                  <a:pt x="963858" y="59478"/>
                  <a:pt x="962511" y="68070"/>
                  <a:pt x="962511" y="79764"/>
                </a:cubicBezTo>
                <a:cubicBezTo>
                  <a:pt x="962511" y="84033"/>
                  <a:pt x="962765" y="87999"/>
                  <a:pt x="963272" y="91660"/>
                </a:cubicBezTo>
                <a:cubicBezTo>
                  <a:pt x="963781" y="95320"/>
                  <a:pt x="964620" y="98497"/>
                  <a:pt x="965790" y="101192"/>
                </a:cubicBezTo>
                <a:cubicBezTo>
                  <a:pt x="966960" y="103885"/>
                  <a:pt x="968485" y="105995"/>
                  <a:pt x="970365" y="107522"/>
                </a:cubicBezTo>
                <a:cubicBezTo>
                  <a:pt x="972247" y="109047"/>
                  <a:pt x="974611" y="109810"/>
                  <a:pt x="977458" y="109810"/>
                </a:cubicBezTo>
                <a:cubicBezTo>
                  <a:pt x="987218" y="109810"/>
                  <a:pt x="992098" y="97863"/>
                  <a:pt x="992098" y="73969"/>
                </a:cubicBezTo>
                <a:moveTo>
                  <a:pt x="939940" y="79610"/>
                </a:moveTo>
                <a:cubicBezTo>
                  <a:pt x="939940" y="72798"/>
                  <a:pt x="940982" y="66850"/>
                  <a:pt x="943065" y="61768"/>
                </a:cubicBezTo>
                <a:cubicBezTo>
                  <a:pt x="945150" y="56684"/>
                  <a:pt x="947921" y="52439"/>
                  <a:pt x="951378" y="49033"/>
                </a:cubicBezTo>
                <a:cubicBezTo>
                  <a:pt x="954834" y="45626"/>
                  <a:pt x="958825" y="43084"/>
                  <a:pt x="963349" y="41407"/>
                </a:cubicBezTo>
                <a:cubicBezTo>
                  <a:pt x="967874" y="39729"/>
                  <a:pt x="972526" y="38889"/>
                  <a:pt x="977305" y="38889"/>
                </a:cubicBezTo>
                <a:cubicBezTo>
                  <a:pt x="989201" y="38889"/>
                  <a:pt x="998403" y="42245"/>
                  <a:pt x="1004910" y="48957"/>
                </a:cubicBezTo>
                <a:cubicBezTo>
                  <a:pt x="1011416" y="55667"/>
                  <a:pt x="1014670" y="64767"/>
                  <a:pt x="1014670" y="76257"/>
                </a:cubicBezTo>
                <a:cubicBezTo>
                  <a:pt x="1014670" y="82458"/>
                  <a:pt x="1013754" y="88050"/>
                  <a:pt x="1011924" y="93033"/>
                </a:cubicBezTo>
                <a:cubicBezTo>
                  <a:pt x="1010094" y="98015"/>
                  <a:pt x="1007528" y="102260"/>
                  <a:pt x="1004223" y="105767"/>
                </a:cubicBezTo>
                <a:cubicBezTo>
                  <a:pt x="1000918" y="109275"/>
                  <a:pt x="996979" y="111893"/>
                  <a:pt x="992403" y="113622"/>
                </a:cubicBezTo>
                <a:cubicBezTo>
                  <a:pt x="987828" y="115350"/>
                  <a:pt x="982795" y="116214"/>
                  <a:pt x="977305" y="116214"/>
                </a:cubicBezTo>
                <a:cubicBezTo>
                  <a:pt x="972730" y="116214"/>
                  <a:pt x="968230" y="115603"/>
                  <a:pt x="963807" y="114382"/>
                </a:cubicBezTo>
                <a:cubicBezTo>
                  <a:pt x="959384" y="113163"/>
                  <a:pt x="955393" y="111105"/>
                  <a:pt x="951834" y="108209"/>
                </a:cubicBezTo>
                <a:cubicBezTo>
                  <a:pt x="948276" y="105310"/>
                  <a:pt x="945405" y="101523"/>
                  <a:pt x="943219" y="96845"/>
                </a:cubicBezTo>
                <a:cubicBezTo>
                  <a:pt x="941033" y="92167"/>
                  <a:pt x="939940" y="86422"/>
                  <a:pt x="939940" y="79610"/>
                </a:cubicBezTo>
                <a:close/>
                <a:moveTo>
                  <a:pt x="1049445" y="52310"/>
                </a:moveTo>
                <a:cubicBezTo>
                  <a:pt x="1052292" y="48040"/>
                  <a:pt x="1055621" y="44737"/>
                  <a:pt x="1059433" y="42399"/>
                </a:cubicBezTo>
                <a:cubicBezTo>
                  <a:pt x="1063246" y="40059"/>
                  <a:pt x="1067593" y="38889"/>
                  <a:pt x="1072472" y="38889"/>
                </a:cubicBezTo>
                <a:cubicBezTo>
                  <a:pt x="1080099" y="38889"/>
                  <a:pt x="1085971" y="41101"/>
                  <a:pt x="1090089" y="45524"/>
                </a:cubicBezTo>
                <a:cubicBezTo>
                  <a:pt x="1094206" y="49947"/>
                  <a:pt x="1096265" y="57090"/>
                  <a:pt x="1096265" y="66953"/>
                </a:cubicBezTo>
                <a:cubicBezTo>
                  <a:pt x="1096265" y="72137"/>
                  <a:pt x="1096163" y="76713"/>
                  <a:pt x="1095960" y="80678"/>
                </a:cubicBezTo>
                <a:cubicBezTo>
                  <a:pt x="1095757" y="84644"/>
                  <a:pt x="1095655" y="88609"/>
                  <a:pt x="1095655" y="92575"/>
                </a:cubicBezTo>
                <a:cubicBezTo>
                  <a:pt x="1095655" y="95828"/>
                  <a:pt x="1095731" y="99361"/>
                  <a:pt x="1095883" y="103175"/>
                </a:cubicBezTo>
                <a:cubicBezTo>
                  <a:pt x="1096037" y="106987"/>
                  <a:pt x="1096215" y="110672"/>
                  <a:pt x="1096419" y="114231"/>
                </a:cubicBezTo>
                <a:cubicBezTo>
                  <a:pt x="1095097" y="114028"/>
                  <a:pt x="1093419" y="113926"/>
                  <a:pt x="1091385" y="113926"/>
                </a:cubicBezTo>
                <a:cubicBezTo>
                  <a:pt x="1089351" y="113926"/>
                  <a:pt x="1087215" y="113926"/>
                  <a:pt x="1084978" y="113926"/>
                </a:cubicBezTo>
                <a:cubicBezTo>
                  <a:pt x="1082743" y="113926"/>
                  <a:pt x="1080608" y="113926"/>
                  <a:pt x="1078574" y="113926"/>
                </a:cubicBezTo>
                <a:cubicBezTo>
                  <a:pt x="1076540" y="113926"/>
                  <a:pt x="1074862" y="114028"/>
                  <a:pt x="1073540" y="114231"/>
                </a:cubicBezTo>
                <a:cubicBezTo>
                  <a:pt x="1074252" y="108944"/>
                  <a:pt x="1074710" y="102716"/>
                  <a:pt x="1074913" y="95549"/>
                </a:cubicBezTo>
                <a:cubicBezTo>
                  <a:pt x="1075116" y="88381"/>
                  <a:pt x="1075218" y="80171"/>
                  <a:pt x="1075218" y="70918"/>
                </a:cubicBezTo>
                <a:cubicBezTo>
                  <a:pt x="1075218" y="64512"/>
                  <a:pt x="1074125" y="59810"/>
                  <a:pt x="1071939" y="56811"/>
                </a:cubicBezTo>
                <a:cubicBezTo>
                  <a:pt x="1069753" y="53810"/>
                  <a:pt x="1066677" y="52310"/>
                  <a:pt x="1062712" y="52310"/>
                </a:cubicBezTo>
                <a:cubicBezTo>
                  <a:pt x="1058137" y="52310"/>
                  <a:pt x="1054782" y="54293"/>
                  <a:pt x="1052647" y="58258"/>
                </a:cubicBezTo>
                <a:cubicBezTo>
                  <a:pt x="1050512" y="62224"/>
                  <a:pt x="1049445" y="67714"/>
                  <a:pt x="1049445" y="74730"/>
                </a:cubicBezTo>
                <a:lnTo>
                  <a:pt x="1049445" y="80832"/>
                </a:lnTo>
                <a:cubicBezTo>
                  <a:pt x="1049445" y="87033"/>
                  <a:pt x="1049521" y="92879"/>
                  <a:pt x="1049673" y="98369"/>
                </a:cubicBezTo>
                <a:cubicBezTo>
                  <a:pt x="1049825" y="103860"/>
                  <a:pt x="1050155" y="109147"/>
                  <a:pt x="1050664" y="114231"/>
                </a:cubicBezTo>
                <a:cubicBezTo>
                  <a:pt x="1049342" y="114028"/>
                  <a:pt x="1047690" y="113926"/>
                  <a:pt x="1045707" y="113926"/>
                </a:cubicBezTo>
                <a:cubicBezTo>
                  <a:pt x="1043725" y="113926"/>
                  <a:pt x="1041564" y="113926"/>
                  <a:pt x="1039226" y="113926"/>
                </a:cubicBezTo>
                <a:cubicBezTo>
                  <a:pt x="1036887" y="113926"/>
                  <a:pt x="1034751" y="113926"/>
                  <a:pt x="1032819" y="113926"/>
                </a:cubicBezTo>
                <a:cubicBezTo>
                  <a:pt x="1030888" y="113926"/>
                  <a:pt x="1029210" y="114028"/>
                  <a:pt x="1027786" y="114231"/>
                </a:cubicBezTo>
                <a:cubicBezTo>
                  <a:pt x="1028295" y="109147"/>
                  <a:pt x="1028625" y="103860"/>
                  <a:pt x="1028777" y="98369"/>
                </a:cubicBezTo>
                <a:cubicBezTo>
                  <a:pt x="1028931" y="92879"/>
                  <a:pt x="1029008" y="87033"/>
                  <a:pt x="1029008" y="80832"/>
                </a:cubicBezTo>
                <a:lnTo>
                  <a:pt x="1029008" y="74730"/>
                </a:lnTo>
                <a:cubicBezTo>
                  <a:pt x="1029008" y="68529"/>
                  <a:pt x="1028931" y="62709"/>
                  <a:pt x="1028777" y="57269"/>
                </a:cubicBezTo>
                <a:cubicBezTo>
                  <a:pt x="1028625" y="51828"/>
                  <a:pt x="1028295" y="46363"/>
                  <a:pt x="1027786" y="40872"/>
                </a:cubicBezTo>
                <a:cubicBezTo>
                  <a:pt x="1029616" y="41075"/>
                  <a:pt x="1031422" y="41254"/>
                  <a:pt x="1033201" y="41407"/>
                </a:cubicBezTo>
                <a:cubicBezTo>
                  <a:pt x="1034981" y="41559"/>
                  <a:pt x="1036785" y="41635"/>
                  <a:pt x="1038614" y="41635"/>
                </a:cubicBezTo>
                <a:cubicBezTo>
                  <a:pt x="1040445" y="41635"/>
                  <a:pt x="1042250" y="41559"/>
                  <a:pt x="1044029" y="41407"/>
                </a:cubicBezTo>
                <a:cubicBezTo>
                  <a:pt x="1045809" y="41254"/>
                  <a:pt x="1047716" y="41075"/>
                  <a:pt x="1049750" y="40872"/>
                </a:cubicBezTo>
                <a:lnTo>
                  <a:pt x="1049137" y="52310"/>
                </a:lnTo>
                <a:lnTo>
                  <a:pt x="1049445" y="52310"/>
                </a:lnTo>
                <a:close/>
                <a:moveTo>
                  <a:pt x="1113195" y="54141"/>
                </a:moveTo>
                <a:cubicBezTo>
                  <a:pt x="1113195" y="50685"/>
                  <a:pt x="1114414" y="47736"/>
                  <a:pt x="1116853" y="45296"/>
                </a:cubicBezTo>
                <a:cubicBezTo>
                  <a:pt x="1119294" y="42856"/>
                  <a:pt x="1122243" y="41635"/>
                  <a:pt x="1125701" y="41635"/>
                </a:cubicBezTo>
                <a:cubicBezTo>
                  <a:pt x="1129158" y="41635"/>
                  <a:pt x="1132106" y="42856"/>
                  <a:pt x="1134544" y="45296"/>
                </a:cubicBezTo>
                <a:cubicBezTo>
                  <a:pt x="1136985" y="47736"/>
                  <a:pt x="1138205" y="50685"/>
                  <a:pt x="1138205" y="54141"/>
                </a:cubicBezTo>
                <a:cubicBezTo>
                  <a:pt x="1138205" y="57598"/>
                  <a:pt x="1136985" y="60547"/>
                  <a:pt x="1134544" y="62987"/>
                </a:cubicBezTo>
                <a:cubicBezTo>
                  <a:pt x="1132106" y="65427"/>
                  <a:pt x="1129158" y="66648"/>
                  <a:pt x="1125701" y="66648"/>
                </a:cubicBezTo>
                <a:cubicBezTo>
                  <a:pt x="1122243" y="66648"/>
                  <a:pt x="1119294" y="65427"/>
                  <a:pt x="1116853" y="62987"/>
                </a:cubicBezTo>
                <a:cubicBezTo>
                  <a:pt x="1114414" y="60547"/>
                  <a:pt x="1113195" y="57598"/>
                  <a:pt x="1113195" y="54141"/>
                </a:cubicBezTo>
                <a:moveTo>
                  <a:pt x="1113195" y="104166"/>
                </a:moveTo>
                <a:cubicBezTo>
                  <a:pt x="1113195" y="100708"/>
                  <a:pt x="1114414" y="97760"/>
                  <a:pt x="1116853" y="95321"/>
                </a:cubicBezTo>
                <a:cubicBezTo>
                  <a:pt x="1119294" y="92880"/>
                  <a:pt x="1122243" y="91660"/>
                  <a:pt x="1125701" y="91660"/>
                </a:cubicBezTo>
                <a:cubicBezTo>
                  <a:pt x="1129158" y="91660"/>
                  <a:pt x="1132106" y="92880"/>
                  <a:pt x="1134544" y="95321"/>
                </a:cubicBezTo>
                <a:cubicBezTo>
                  <a:pt x="1136985" y="97760"/>
                  <a:pt x="1138205" y="100708"/>
                  <a:pt x="1138205" y="104166"/>
                </a:cubicBezTo>
                <a:cubicBezTo>
                  <a:pt x="1138205" y="107623"/>
                  <a:pt x="1136985" y="110495"/>
                  <a:pt x="1134544" y="112784"/>
                </a:cubicBezTo>
                <a:cubicBezTo>
                  <a:pt x="1132106" y="115071"/>
                  <a:pt x="1129158" y="116214"/>
                  <a:pt x="1125701" y="116214"/>
                </a:cubicBezTo>
                <a:cubicBezTo>
                  <a:pt x="1122243" y="116214"/>
                  <a:pt x="1119294" y="115071"/>
                  <a:pt x="1116853" y="112784"/>
                </a:cubicBezTo>
                <a:cubicBezTo>
                  <a:pt x="1114414" y="110495"/>
                  <a:pt x="1113195" y="107623"/>
                  <a:pt x="1113195" y="104166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ContextualValue-informedActions">
            <a:extLst xmlns:a="http://schemas.openxmlformats.org/drawingml/2006/main">
              <a:ext uri="{FF2B5EF4-FFF2-40B4-BE49-F238E27FC236}">
                <a16:creationId xmlns:a16="http://schemas.microsoft.com/office/drawing/2014/main" id="{664E7741-84D8-44FF-B14E-015C03A5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02" y="229377"/>
            <a:ext cx="2315606" cy="117436"/>
          </a:xfrm>
          <a:custGeom xmlns:a="http://schemas.openxmlformats.org/drawingml/2006/main">
            <a:pathLst>
              <a:path w="2315606" h="117436">
                <a:moveTo>
                  <a:pt x="90745" y="98220"/>
                </a:moveTo>
                <a:cubicBezTo>
                  <a:pt x="89931" y="100355"/>
                  <a:pt x="89219" y="102516"/>
                  <a:pt x="88609" y="104701"/>
                </a:cubicBezTo>
                <a:cubicBezTo>
                  <a:pt x="87999" y="106887"/>
                  <a:pt x="87593" y="109048"/>
                  <a:pt x="87390" y="111183"/>
                </a:cubicBezTo>
                <a:cubicBezTo>
                  <a:pt x="79153" y="115351"/>
                  <a:pt x="68782" y="117436"/>
                  <a:pt x="56278" y="117436"/>
                </a:cubicBezTo>
                <a:cubicBezTo>
                  <a:pt x="47432" y="117436"/>
                  <a:pt x="39525" y="116191"/>
                  <a:pt x="32559" y="113701"/>
                </a:cubicBezTo>
                <a:cubicBezTo>
                  <a:pt x="25595" y="111209"/>
                  <a:pt x="19698" y="107701"/>
                  <a:pt x="14868" y="103177"/>
                </a:cubicBezTo>
                <a:cubicBezTo>
                  <a:pt x="10040" y="98652"/>
                  <a:pt x="6355" y="93288"/>
                  <a:pt x="3812" y="87087"/>
                </a:cubicBezTo>
                <a:cubicBezTo>
                  <a:pt x="1271" y="80885"/>
                  <a:pt x="0" y="74174"/>
                  <a:pt x="0" y="66955"/>
                </a:cubicBezTo>
                <a:cubicBezTo>
                  <a:pt x="0" y="56380"/>
                  <a:pt x="1652" y="47407"/>
                  <a:pt x="4957" y="40037"/>
                </a:cubicBezTo>
                <a:cubicBezTo>
                  <a:pt x="8261" y="32664"/>
                  <a:pt x="12684" y="26665"/>
                  <a:pt x="18224" y="22038"/>
                </a:cubicBezTo>
                <a:cubicBezTo>
                  <a:pt x="23766" y="17412"/>
                  <a:pt x="30197" y="14031"/>
                  <a:pt x="37516" y="11896"/>
                </a:cubicBezTo>
                <a:cubicBezTo>
                  <a:pt x="44837" y="9762"/>
                  <a:pt x="52515" y="8694"/>
                  <a:pt x="60548" y="8694"/>
                </a:cubicBezTo>
                <a:cubicBezTo>
                  <a:pt x="63190" y="8694"/>
                  <a:pt x="65986" y="8898"/>
                  <a:pt x="68935" y="9304"/>
                </a:cubicBezTo>
                <a:cubicBezTo>
                  <a:pt x="71885" y="9710"/>
                  <a:pt x="74731" y="10244"/>
                  <a:pt x="77476" y="10905"/>
                </a:cubicBezTo>
                <a:cubicBezTo>
                  <a:pt x="80222" y="11566"/>
                  <a:pt x="82840" y="12354"/>
                  <a:pt x="85330" y="13269"/>
                </a:cubicBezTo>
                <a:cubicBezTo>
                  <a:pt x="87822" y="14185"/>
                  <a:pt x="89932" y="15151"/>
                  <a:pt x="91660" y="16167"/>
                </a:cubicBezTo>
                <a:cubicBezTo>
                  <a:pt x="90644" y="18710"/>
                  <a:pt x="89856" y="21277"/>
                  <a:pt x="89296" y="23870"/>
                </a:cubicBezTo>
                <a:cubicBezTo>
                  <a:pt x="88737" y="26462"/>
                  <a:pt x="88356" y="29080"/>
                  <a:pt x="88153" y="31724"/>
                </a:cubicBezTo>
                <a:lnTo>
                  <a:pt x="86017" y="31724"/>
                </a:lnTo>
                <a:cubicBezTo>
                  <a:pt x="82154" y="26843"/>
                  <a:pt x="78188" y="23361"/>
                  <a:pt x="74120" y="21277"/>
                </a:cubicBezTo>
                <a:cubicBezTo>
                  <a:pt x="70054" y="19192"/>
                  <a:pt x="65275" y="18150"/>
                  <a:pt x="59785" y="18150"/>
                </a:cubicBezTo>
                <a:cubicBezTo>
                  <a:pt x="55717" y="18150"/>
                  <a:pt x="51624" y="19065"/>
                  <a:pt x="47507" y="20896"/>
                </a:cubicBezTo>
                <a:cubicBezTo>
                  <a:pt x="43389" y="22725"/>
                  <a:pt x="39653" y="25520"/>
                  <a:pt x="36297" y="29283"/>
                </a:cubicBezTo>
                <a:cubicBezTo>
                  <a:pt x="32943" y="33045"/>
                  <a:pt x="30223" y="37850"/>
                  <a:pt x="28138" y="43697"/>
                </a:cubicBezTo>
                <a:cubicBezTo>
                  <a:pt x="26054" y="49543"/>
                  <a:pt x="25012" y="56533"/>
                  <a:pt x="25012" y="64667"/>
                </a:cubicBezTo>
                <a:cubicBezTo>
                  <a:pt x="25012" y="72496"/>
                  <a:pt x="26080" y="79181"/>
                  <a:pt x="28215" y="84723"/>
                </a:cubicBezTo>
                <a:cubicBezTo>
                  <a:pt x="30349" y="90263"/>
                  <a:pt x="33119" y="94787"/>
                  <a:pt x="36525" y="98295"/>
                </a:cubicBezTo>
                <a:cubicBezTo>
                  <a:pt x="39932" y="101803"/>
                  <a:pt x="43796" y="104370"/>
                  <a:pt x="48116" y="105998"/>
                </a:cubicBezTo>
                <a:cubicBezTo>
                  <a:pt x="52439" y="107624"/>
                  <a:pt x="56786" y="108437"/>
                  <a:pt x="61158" y="108437"/>
                </a:cubicBezTo>
                <a:cubicBezTo>
                  <a:pt x="63598" y="108437"/>
                  <a:pt x="66089" y="108157"/>
                  <a:pt x="68630" y="107599"/>
                </a:cubicBezTo>
                <a:cubicBezTo>
                  <a:pt x="71172" y="107040"/>
                  <a:pt x="73663" y="106278"/>
                  <a:pt x="76103" y="105311"/>
                </a:cubicBezTo>
                <a:cubicBezTo>
                  <a:pt x="78543" y="104345"/>
                  <a:pt x="80857" y="103150"/>
                  <a:pt x="83043" y="101727"/>
                </a:cubicBezTo>
                <a:cubicBezTo>
                  <a:pt x="85229" y="100303"/>
                  <a:pt x="87135" y="98727"/>
                  <a:pt x="88763" y="96999"/>
                </a:cubicBezTo>
                <a:lnTo>
                  <a:pt x="90745" y="98220"/>
                </a:lnTo>
                <a:close/>
                <a:moveTo>
                  <a:pt x="153580" y="75191"/>
                </a:moveTo>
                <a:cubicBezTo>
                  <a:pt x="153580" y="66242"/>
                  <a:pt x="152462" y="59302"/>
                  <a:pt x="150224" y="54372"/>
                </a:cubicBezTo>
                <a:cubicBezTo>
                  <a:pt x="147987" y="49440"/>
                  <a:pt x="144276" y="46974"/>
                  <a:pt x="139091" y="46974"/>
                </a:cubicBezTo>
                <a:cubicBezTo>
                  <a:pt x="134414" y="46974"/>
                  <a:pt x="130727" y="49719"/>
                  <a:pt x="128033" y="55210"/>
                </a:cubicBezTo>
                <a:cubicBezTo>
                  <a:pt x="125339" y="60700"/>
                  <a:pt x="123993" y="69292"/>
                  <a:pt x="123993" y="80985"/>
                </a:cubicBezTo>
                <a:cubicBezTo>
                  <a:pt x="123993" y="85255"/>
                  <a:pt x="124246" y="89220"/>
                  <a:pt x="124754" y="92882"/>
                </a:cubicBezTo>
                <a:cubicBezTo>
                  <a:pt x="125262" y="96542"/>
                  <a:pt x="126102" y="99719"/>
                  <a:pt x="127272" y="102414"/>
                </a:cubicBezTo>
                <a:cubicBezTo>
                  <a:pt x="128441" y="105107"/>
                  <a:pt x="129966" y="107217"/>
                  <a:pt x="131847" y="108744"/>
                </a:cubicBezTo>
                <a:cubicBezTo>
                  <a:pt x="133729" y="110269"/>
                  <a:pt x="136093" y="111031"/>
                  <a:pt x="138940" y="111031"/>
                </a:cubicBezTo>
                <a:cubicBezTo>
                  <a:pt x="148700" y="111031"/>
                  <a:pt x="153580" y="99084"/>
                  <a:pt x="153580" y="75191"/>
                </a:cubicBezTo>
                <a:moveTo>
                  <a:pt x="101421" y="80832"/>
                </a:moveTo>
                <a:cubicBezTo>
                  <a:pt x="101421" y="74019"/>
                  <a:pt x="102463" y="68072"/>
                  <a:pt x="104547" y="62989"/>
                </a:cubicBezTo>
                <a:cubicBezTo>
                  <a:pt x="106632" y="57905"/>
                  <a:pt x="109403" y="53661"/>
                  <a:pt x="112859" y="50255"/>
                </a:cubicBezTo>
                <a:cubicBezTo>
                  <a:pt x="116316" y="46848"/>
                  <a:pt x="120306" y="44306"/>
                  <a:pt x="124830" y="42629"/>
                </a:cubicBezTo>
                <a:cubicBezTo>
                  <a:pt x="129356" y="40950"/>
                  <a:pt x="134008" y="40111"/>
                  <a:pt x="138786" y="40111"/>
                </a:cubicBezTo>
                <a:cubicBezTo>
                  <a:pt x="150683" y="40111"/>
                  <a:pt x="159884" y="43467"/>
                  <a:pt x="166391" y="50178"/>
                </a:cubicBezTo>
                <a:cubicBezTo>
                  <a:pt x="172898" y="56888"/>
                  <a:pt x="176151" y="65988"/>
                  <a:pt x="176151" y="77478"/>
                </a:cubicBezTo>
                <a:cubicBezTo>
                  <a:pt x="176151" y="83679"/>
                  <a:pt x="175236" y="89272"/>
                  <a:pt x="173405" y="94255"/>
                </a:cubicBezTo>
                <a:cubicBezTo>
                  <a:pt x="171576" y="99237"/>
                  <a:pt x="169009" y="103481"/>
                  <a:pt x="165705" y="106989"/>
                </a:cubicBezTo>
                <a:cubicBezTo>
                  <a:pt x="162400" y="110497"/>
                  <a:pt x="158460" y="113115"/>
                  <a:pt x="153885" y="114843"/>
                </a:cubicBezTo>
                <a:cubicBezTo>
                  <a:pt x="149310" y="116572"/>
                  <a:pt x="144277" y="117436"/>
                  <a:pt x="138786" y="117436"/>
                </a:cubicBezTo>
                <a:cubicBezTo>
                  <a:pt x="134211" y="117436"/>
                  <a:pt x="129712" y="116825"/>
                  <a:pt x="125289" y="115604"/>
                </a:cubicBezTo>
                <a:cubicBezTo>
                  <a:pt x="120866" y="114385"/>
                  <a:pt x="116875" y="112327"/>
                  <a:pt x="113316" y="109430"/>
                </a:cubicBezTo>
                <a:cubicBezTo>
                  <a:pt x="109758" y="106532"/>
                  <a:pt x="106886" y="102744"/>
                  <a:pt x="104700" y="98067"/>
                </a:cubicBezTo>
                <a:cubicBezTo>
                  <a:pt x="102514" y="93389"/>
                  <a:pt x="101421" y="87644"/>
                  <a:pt x="101421" y="80832"/>
                </a:cubicBezTo>
                <a:close/>
                <a:moveTo>
                  <a:pt x="210926" y="53532"/>
                </a:moveTo>
                <a:cubicBezTo>
                  <a:pt x="213773" y="49262"/>
                  <a:pt x="217102" y="45958"/>
                  <a:pt x="220914" y="43620"/>
                </a:cubicBezTo>
                <a:cubicBezTo>
                  <a:pt x="224728" y="41281"/>
                  <a:pt x="229074" y="40111"/>
                  <a:pt x="233953" y="40111"/>
                </a:cubicBezTo>
                <a:cubicBezTo>
                  <a:pt x="241580" y="40111"/>
                  <a:pt x="247453" y="42323"/>
                  <a:pt x="251570" y="46746"/>
                </a:cubicBezTo>
                <a:cubicBezTo>
                  <a:pt x="255688" y="51169"/>
                  <a:pt x="257746" y="58312"/>
                  <a:pt x="257746" y="68174"/>
                </a:cubicBezTo>
                <a:cubicBezTo>
                  <a:pt x="257746" y="73359"/>
                  <a:pt x="257645" y="77934"/>
                  <a:pt x="257442" y="81900"/>
                </a:cubicBezTo>
                <a:cubicBezTo>
                  <a:pt x="257238" y="85865"/>
                  <a:pt x="257137" y="89831"/>
                  <a:pt x="257137" y="93796"/>
                </a:cubicBezTo>
                <a:cubicBezTo>
                  <a:pt x="257137" y="97050"/>
                  <a:pt x="257213" y="100583"/>
                  <a:pt x="257365" y="104397"/>
                </a:cubicBezTo>
                <a:cubicBezTo>
                  <a:pt x="257518" y="108209"/>
                  <a:pt x="257697" y="111894"/>
                  <a:pt x="257900" y="115453"/>
                </a:cubicBezTo>
                <a:cubicBezTo>
                  <a:pt x="256578" y="115250"/>
                  <a:pt x="254900" y="115148"/>
                  <a:pt x="252866" y="115148"/>
                </a:cubicBezTo>
                <a:cubicBezTo>
                  <a:pt x="250832" y="115148"/>
                  <a:pt x="248697" y="115148"/>
                  <a:pt x="246460" y="115148"/>
                </a:cubicBezTo>
                <a:cubicBezTo>
                  <a:pt x="244224" y="115148"/>
                  <a:pt x="242089" y="115148"/>
                  <a:pt x="240055" y="115148"/>
                </a:cubicBezTo>
                <a:cubicBezTo>
                  <a:pt x="238021" y="115148"/>
                  <a:pt x="236343" y="115250"/>
                  <a:pt x="235022" y="115453"/>
                </a:cubicBezTo>
                <a:cubicBezTo>
                  <a:pt x="235734" y="110166"/>
                  <a:pt x="236191" y="103938"/>
                  <a:pt x="236395" y="96771"/>
                </a:cubicBezTo>
                <a:cubicBezTo>
                  <a:pt x="236598" y="89603"/>
                  <a:pt x="236700" y="81393"/>
                  <a:pt x="236700" y="72140"/>
                </a:cubicBezTo>
                <a:cubicBezTo>
                  <a:pt x="236700" y="65734"/>
                  <a:pt x="235607" y="61031"/>
                  <a:pt x="233421" y="58033"/>
                </a:cubicBezTo>
                <a:cubicBezTo>
                  <a:pt x="231235" y="55032"/>
                  <a:pt x="228159" y="53532"/>
                  <a:pt x="224193" y="53532"/>
                </a:cubicBezTo>
                <a:cubicBezTo>
                  <a:pt x="219618" y="53532"/>
                  <a:pt x="216263" y="55515"/>
                  <a:pt x="214128" y="59480"/>
                </a:cubicBezTo>
                <a:cubicBezTo>
                  <a:pt x="211994" y="63446"/>
                  <a:pt x="210926" y="68936"/>
                  <a:pt x="210926" y="75952"/>
                </a:cubicBezTo>
                <a:lnTo>
                  <a:pt x="210926" y="82054"/>
                </a:lnTo>
                <a:cubicBezTo>
                  <a:pt x="210926" y="88255"/>
                  <a:pt x="211002" y="94100"/>
                  <a:pt x="211154" y="99591"/>
                </a:cubicBezTo>
                <a:cubicBezTo>
                  <a:pt x="211306" y="105082"/>
                  <a:pt x="211637" y="110369"/>
                  <a:pt x="212146" y="115453"/>
                </a:cubicBezTo>
                <a:cubicBezTo>
                  <a:pt x="210824" y="115250"/>
                  <a:pt x="209172" y="115148"/>
                  <a:pt x="207189" y="115148"/>
                </a:cubicBezTo>
                <a:cubicBezTo>
                  <a:pt x="205206" y="115148"/>
                  <a:pt x="203046" y="115148"/>
                  <a:pt x="200708" y="115148"/>
                </a:cubicBezTo>
                <a:cubicBezTo>
                  <a:pt x="198368" y="115148"/>
                  <a:pt x="196232" y="115148"/>
                  <a:pt x="194301" y="115148"/>
                </a:cubicBezTo>
                <a:cubicBezTo>
                  <a:pt x="192369" y="115148"/>
                  <a:pt x="190691" y="115250"/>
                  <a:pt x="189267" y="115453"/>
                </a:cubicBezTo>
                <a:cubicBezTo>
                  <a:pt x="189776" y="110369"/>
                  <a:pt x="190107" y="105082"/>
                  <a:pt x="190259" y="99591"/>
                </a:cubicBezTo>
                <a:cubicBezTo>
                  <a:pt x="190412" y="94100"/>
                  <a:pt x="190489" y="88255"/>
                  <a:pt x="190489" y="82054"/>
                </a:cubicBezTo>
                <a:lnTo>
                  <a:pt x="190489" y="75952"/>
                </a:lnTo>
                <a:cubicBezTo>
                  <a:pt x="190489" y="69751"/>
                  <a:pt x="190412" y="63930"/>
                  <a:pt x="190259" y="58491"/>
                </a:cubicBezTo>
                <a:cubicBezTo>
                  <a:pt x="190107" y="53050"/>
                  <a:pt x="189776" y="47584"/>
                  <a:pt x="189267" y="42094"/>
                </a:cubicBezTo>
                <a:cubicBezTo>
                  <a:pt x="191098" y="42297"/>
                  <a:pt x="192903" y="42475"/>
                  <a:pt x="194683" y="42629"/>
                </a:cubicBezTo>
                <a:cubicBezTo>
                  <a:pt x="196462" y="42781"/>
                  <a:pt x="198266" y="42857"/>
                  <a:pt x="200096" y="42857"/>
                </a:cubicBezTo>
                <a:cubicBezTo>
                  <a:pt x="201926" y="42857"/>
                  <a:pt x="203731" y="42781"/>
                  <a:pt x="205511" y="42629"/>
                </a:cubicBezTo>
                <a:cubicBezTo>
                  <a:pt x="207290" y="42475"/>
                  <a:pt x="209197" y="42297"/>
                  <a:pt x="211231" y="42094"/>
                </a:cubicBezTo>
                <a:lnTo>
                  <a:pt x="210619" y="53532"/>
                </a:lnTo>
                <a:lnTo>
                  <a:pt x="210926" y="53532"/>
                </a:lnTo>
                <a:close/>
                <a:moveTo>
                  <a:pt x="314176" y="42857"/>
                </a:moveTo>
                <a:cubicBezTo>
                  <a:pt x="313871" y="44382"/>
                  <a:pt x="313719" y="45754"/>
                  <a:pt x="313719" y="46974"/>
                </a:cubicBezTo>
                <a:cubicBezTo>
                  <a:pt x="313719" y="48296"/>
                  <a:pt x="313871" y="49567"/>
                  <a:pt x="314176" y="50788"/>
                </a:cubicBezTo>
                <a:lnTo>
                  <a:pt x="300755" y="50483"/>
                </a:lnTo>
                <a:cubicBezTo>
                  <a:pt x="300552" y="52821"/>
                  <a:pt x="300374" y="55515"/>
                  <a:pt x="300222" y="58565"/>
                </a:cubicBezTo>
                <a:cubicBezTo>
                  <a:pt x="300070" y="61616"/>
                  <a:pt x="299968" y="64717"/>
                  <a:pt x="299917" y="67869"/>
                </a:cubicBezTo>
                <a:cubicBezTo>
                  <a:pt x="299866" y="71020"/>
                  <a:pt x="299815" y="74071"/>
                  <a:pt x="299763" y="77020"/>
                </a:cubicBezTo>
                <a:cubicBezTo>
                  <a:pt x="299712" y="79969"/>
                  <a:pt x="299687" y="82460"/>
                  <a:pt x="299687" y="84492"/>
                </a:cubicBezTo>
                <a:cubicBezTo>
                  <a:pt x="299687" y="89780"/>
                  <a:pt x="299814" y="94050"/>
                  <a:pt x="300068" y="97303"/>
                </a:cubicBezTo>
                <a:cubicBezTo>
                  <a:pt x="300323" y="100557"/>
                  <a:pt x="300755" y="103048"/>
                  <a:pt x="301365" y="104778"/>
                </a:cubicBezTo>
                <a:cubicBezTo>
                  <a:pt x="301976" y="106507"/>
                  <a:pt x="302840" y="107676"/>
                  <a:pt x="303957" y="108285"/>
                </a:cubicBezTo>
                <a:cubicBezTo>
                  <a:pt x="305076" y="108895"/>
                  <a:pt x="306499" y="109200"/>
                  <a:pt x="308227" y="109200"/>
                </a:cubicBezTo>
                <a:cubicBezTo>
                  <a:pt x="310160" y="109200"/>
                  <a:pt x="311584" y="109073"/>
                  <a:pt x="312498" y="108818"/>
                </a:cubicBezTo>
                <a:cubicBezTo>
                  <a:pt x="313413" y="108564"/>
                  <a:pt x="314328" y="108183"/>
                  <a:pt x="315244" y="107676"/>
                </a:cubicBezTo>
                <a:lnTo>
                  <a:pt x="315244" y="113929"/>
                </a:lnTo>
                <a:cubicBezTo>
                  <a:pt x="313210" y="114844"/>
                  <a:pt x="310668" y="115657"/>
                  <a:pt x="307618" y="116368"/>
                </a:cubicBezTo>
                <a:cubicBezTo>
                  <a:pt x="304567" y="117080"/>
                  <a:pt x="301569" y="117436"/>
                  <a:pt x="298621" y="117436"/>
                </a:cubicBezTo>
                <a:cubicBezTo>
                  <a:pt x="285708" y="117436"/>
                  <a:pt x="279252" y="109709"/>
                  <a:pt x="279252" y="94255"/>
                </a:cubicBezTo>
                <a:cubicBezTo>
                  <a:pt x="279252" y="91306"/>
                  <a:pt x="279302" y="87975"/>
                  <a:pt x="279403" y="84264"/>
                </a:cubicBezTo>
                <a:cubicBezTo>
                  <a:pt x="279505" y="80553"/>
                  <a:pt x="279633" y="76741"/>
                  <a:pt x="279785" y="72826"/>
                </a:cubicBezTo>
                <a:cubicBezTo>
                  <a:pt x="279937" y="68912"/>
                  <a:pt x="280063" y="65048"/>
                  <a:pt x="280164" y="61235"/>
                </a:cubicBezTo>
                <a:cubicBezTo>
                  <a:pt x="280266" y="57421"/>
                  <a:pt x="280318" y="53888"/>
                  <a:pt x="280318" y="50634"/>
                </a:cubicBezTo>
                <a:lnTo>
                  <a:pt x="269643" y="50788"/>
                </a:lnTo>
                <a:cubicBezTo>
                  <a:pt x="269947" y="49567"/>
                  <a:pt x="270099" y="48296"/>
                  <a:pt x="270099" y="46974"/>
                </a:cubicBezTo>
                <a:cubicBezTo>
                  <a:pt x="270099" y="45754"/>
                  <a:pt x="269947" y="44382"/>
                  <a:pt x="269643" y="42857"/>
                </a:cubicBezTo>
                <a:lnTo>
                  <a:pt x="280318" y="43316"/>
                </a:lnTo>
                <a:cubicBezTo>
                  <a:pt x="280318" y="40163"/>
                  <a:pt x="280266" y="37214"/>
                  <a:pt x="280164" y="34470"/>
                </a:cubicBezTo>
                <a:cubicBezTo>
                  <a:pt x="280063" y="31724"/>
                  <a:pt x="279911" y="28419"/>
                  <a:pt x="279708" y="24556"/>
                </a:cubicBezTo>
                <a:cubicBezTo>
                  <a:pt x="283267" y="23132"/>
                  <a:pt x="286775" y="21632"/>
                  <a:pt x="290231" y="20056"/>
                </a:cubicBezTo>
                <a:cubicBezTo>
                  <a:pt x="293688" y="18479"/>
                  <a:pt x="297145" y="16827"/>
                  <a:pt x="300604" y="15099"/>
                </a:cubicBezTo>
                <a:lnTo>
                  <a:pt x="302128" y="16167"/>
                </a:lnTo>
                <a:cubicBezTo>
                  <a:pt x="301925" y="17794"/>
                  <a:pt x="301746" y="19701"/>
                  <a:pt x="301593" y="21887"/>
                </a:cubicBezTo>
                <a:cubicBezTo>
                  <a:pt x="301441" y="24073"/>
                  <a:pt x="301289" y="26361"/>
                  <a:pt x="301136" y="28750"/>
                </a:cubicBezTo>
                <a:cubicBezTo>
                  <a:pt x="300984" y="31139"/>
                  <a:pt x="300883" y="33579"/>
                  <a:pt x="300832" y="36071"/>
                </a:cubicBezTo>
                <a:cubicBezTo>
                  <a:pt x="300780" y="38561"/>
                  <a:pt x="300755" y="40925"/>
                  <a:pt x="300755" y="43162"/>
                </a:cubicBezTo>
                <a:lnTo>
                  <a:pt x="314176" y="42857"/>
                </a:lnTo>
                <a:close/>
                <a:moveTo>
                  <a:pt x="344374" y="79003"/>
                </a:moveTo>
                <a:cubicBezTo>
                  <a:pt x="344374" y="83069"/>
                  <a:pt x="344780" y="86882"/>
                  <a:pt x="345593" y="90441"/>
                </a:cubicBezTo>
                <a:cubicBezTo>
                  <a:pt x="346408" y="94000"/>
                  <a:pt x="347654" y="97075"/>
                  <a:pt x="349331" y="99668"/>
                </a:cubicBezTo>
                <a:cubicBezTo>
                  <a:pt x="351008" y="102260"/>
                  <a:pt x="353143" y="104294"/>
                  <a:pt x="355735" y="105770"/>
                </a:cubicBezTo>
                <a:cubicBezTo>
                  <a:pt x="358329" y="107244"/>
                  <a:pt x="361355" y="107980"/>
                  <a:pt x="364811" y="107980"/>
                </a:cubicBezTo>
                <a:cubicBezTo>
                  <a:pt x="371827" y="107980"/>
                  <a:pt x="378080" y="105693"/>
                  <a:pt x="383570" y="101118"/>
                </a:cubicBezTo>
                <a:lnTo>
                  <a:pt x="385400" y="102491"/>
                </a:lnTo>
                <a:lnTo>
                  <a:pt x="382044" y="111031"/>
                </a:lnTo>
                <a:cubicBezTo>
                  <a:pt x="379503" y="112963"/>
                  <a:pt x="376452" y="114513"/>
                  <a:pt x="372893" y="115681"/>
                </a:cubicBezTo>
                <a:cubicBezTo>
                  <a:pt x="369334" y="116851"/>
                  <a:pt x="364658" y="117436"/>
                  <a:pt x="358863" y="117436"/>
                </a:cubicBezTo>
                <a:cubicBezTo>
                  <a:pt x="353881" y="117436"/>
                  <a:pt x="349153" y="116749"/>
                  <a:pt x="344679" y="115376"/>
                </a:cubicBezTo>
                <a:cubicBezTo>
                  <a:pt x="340206" y="114005"/>
                  <a:pt x="336266" y="111743"/>
                  <a:pt x="332859" y="108590"/>
                </a:cubicBezTo>
                <a:cubicBezTo>
                  <a:pt x="329454" y="105438"/>
                  <a:pt x="326760" y="101447"/>
                  <a:pt x="324777" y="96617"/>
                </a:cubicBezTo>
                <a:cubicBezTo>
                  <a:pt x="322794" y="91787"/>
                  <a:pt x="321803" y="86017"/>
                  <a:pt x="321803" y="79307"/>
                </a:cubicBezTo>
                <a:cubicBezTo>
                  <a:pt x="321803" y="72698"/>
                  <a:pt x="322692" y="66954"/>
                  <a:pt x="324470" y="62075"/>
                </a:cubicBezTo>
                <a:cubicBezTo>
                  <a:pt x="326249" y="57194"/>
                  <a:pt x="328715" y="53127"/>
                  <a:pt x="331868" y="49873"/>
                </a:cubicBezTo>
                <a:cubicBezTo>
                  <a:pt x="335020" y="46619"/>
                  <a:pt x="338757" y="44178"/>
                  <a:pt x="343078" y="42552"/>
                </a:cubicBezTo>
                <a:cubicBezTo>
                  <a:pt x="347399" y="40925"/>
                  <a:pt x="352101" y="40111"/>
                  <a:pt x="357185" y="40111"/>
                </a:cubicBezTo>
                <a:cubicBezTo>
                  <a:pt x="367251" y="40111"/>
                  <a:pt x="374952" y="43060"/>
                  <a:pt x="380289" y="48957"/>
                </a:cubicBezTo>
                <a:cubicBezTo>
                  <a:pt x="385628" y="54854"/>
                  <a:pt x="388297" y="63191"/>
                  <a:pt x="388297" y="73969"/>
                </a:cubicBezTo>
                <a:lnTo>
                  <a:pt x="388297" y="77173"/>
                </a:lnTo>
                <a:cubicBezTo>
                  <a:pt x="388297" y="78087"/>
                  <a:pt x="388246" y="78697"/>
                  <a:pt x="388146" y="79003"/>
                </a:cubicBezTo>
                <a:lnTo>
                  <a:pt x="344374" y="79003"/>
                </a:lnTo>
                <a:moveTo>
                  <a:pt x="367862" y="72140"/>
                </a:moveTo>
                <a:cubicBezTo>
                  <a:pt x="367657" y="64514"/>
                  <a:pt x="366716" y="58414"/>
                  <a:pt x="365039" y="53839"/>
                </a:cubicBezTo>
                <a:cubicBezTo>
                  <a:pt x="363362" y="49262"/>
                  <a:pt x="360541" y="46974"/>
                  <a:pt x="356575" y="46974"/>
                </a:cubicBezTo>
                <a:cubicBezTo>
                  <a:pt x="354338" y="46974"/>
                  <a:pt x="352457" y="47736"/>
                  <a:pt x="350932" y="49261"/>
                </a:cubicBezTo>
                <a:cubicBezTo>
                  <a:pt x="349407" y="50787"/>
                  <a:pt x="348187" y="52744"/>
                  <a:pt x="347271" y="55135"/>
                </a:cubicBezTo>
                <a:cubicBezTo>
                  <a:pt x="346356" y="57524"/>
                  <a:pt x="345669" y="60219"/>
                  <a:pt x="345212" y="63217"/>
                </a:cubicBezTo>
                <a:cubicBezTo>
                  <a:pt x="344756" y="66216"/>
                  <a:pt x="344476" y="69190"/>
                  <a:pt x="344374" y="72140"/>
                </a:cubicBezTo>
                <a:lnTo>
                  <a:pt x="367862" y="72140"/>
                </a:lnTo>
                <a:close/>
                <a:moveTo>
                  <a:pt x="426274" y="89984"/>
                </a:moveTo>
                <a:cubicBezTo>
                  <a:pt x="423325" y="94254"/>
                  <a:pt x="420503" y="98550"/>
                  <a:pt x="417808" y="102872"/>
                </a:cubicBezTo>
                <a:cubicBezTo>
                  <a:pt x="415114" y="107193"/>
                  <a:pt x="412547" y="111387"/>
                  <a:pt x="410107" y="115453"/>
                </a:cubicBezTo>
                <a:cubicBezTo>
                  <a:pt x="408073" y="115250"/>
                  <a:pt x="405989" y="115148"/>
                  <a:pt x="403854" y="115148"/>
                </a:cubicBezTo>
                <a:cubicBezTo>
                  <a:pt x="402838" y="115148"/>
                  <a:pt x="401795" y="115148"/>
                  <a:pt x="400726" y="115148"/>
                </a:cubicBezTo>
                <a:cubicBezTo>
                  <a:pt x="399659" y="115148"/>
                  <a:pt x="398414" y="115250"/>
                  <a:pt x="396991" y="115453"/>
                </a:cubicBezTo>
                <a:cubicBezTo>
                  <a:pt x="397703" y="114843"/>
                  <a:pt x="399051" y="113268"/>
                  <a:pt x="401033" y="110727"/>
                </a:cubicBezTo>
                <a:cubicBezTo>
                  <a:pt x="403016" y="108184"/>
                  <a:pt x="405202" y="105260"/>
                  <a:pt x="407591" y="101955"/>
                </a:cubicBezTo>
                <a:cubicBezTo>
                  <a:pt x="409981" y="98651"/>
                  <a:pt x="412420" y="95270"/>
                  <a:pt x="414910" y="91814"/>
                </a:cubicBezTo>
                <a:cubicBezTo>
                  <a:pt x="417402" y="88357"/>
                  <a:pt x="419563" y="85256"/>
                  <a:pt x="421394" y="82510"/>
                </a:cubicBezTo>
                <a:cubicBezTo>
                  <a:pt x="419563" y="79155"/>
                  <a:pt x="417453" y="75470"/>
                  <a:pt x="415064" y="71453"/>
                </a:cubicBezTo>
                <a:cubicBezTo>
                  <a:pt x="412675" y="67437"/>
                  <a:pt x="410336" y="63497"/>
                  <a:pt x="408048" y="59634"/>
                </a:cubicBezTo>
                <a:cubicBezTo>
                  <a:pt x="405761" y="55771"/>
                  <a:pt x="403626" y="52263"/>
                  <a:pt x="401643" y="49110"/>
                </a:cubicBezTo>
                <a:cubicBezTo>
                  <a:pt x="399660" y="45958"/>
                  <a:pt x="398160" y="43619"/>
                  <a:pt x="397142" y="42094"/>
                </a:cubicBezTo>
                <a:cubicBezTo>
                  <a:pt x="399583" y="42297"/>
                  <a:pt x="401870" y="42475"/>
                  <a:pt x="404005" y="42629"/>
                </a:cubicBezTo>
                <a:cubicBezTo>
                  <a:pt x="406142" y="42781"/>
                  <a:pt x="408227" y="42857"/>
                  <a:pt x="410261" y="42857"/>
                </a:cubicBezTo>
                <a:cubicBezTo>
                  <a:pt x="412293" y="42857"/>
                  <a:pt x="414351" y="42781"/>
                  <a:pt x="416435" y="42629"/>
                </a:cubicBezTo>
                <a:cubicBezTo>
                  <a:pt x="418520" y="42475"/>
                  <a:pt x="420579" y="42297"/>
                  <a:pt x="422613" y="42094"/>
                </a:cubicBezTo>
                <a:cubicBezTo>
                  <a:pt x="424748" y="46059"/>
                  <a:pt x="426883" y="50076"/>
                  <a:pt x="429018" y="54144"/>
                </a:cubicBezTo>
                <a:cubicBezTo>
                  <a:pt x="431154" y="58210"/>
                  <a:pt x="433391" y="62276"/>
                  <a:pt x="435729" y="66343"/>
                </a:cubicBezTo>
                <a:cubicBezTo>
                  <a:pt x="438475" y="62073"/>
                  <a:pt x="441195" y="58033"/>
                  <a:pt x="443888" y="54221"/>
                </a:cubicBezTo>
                <a:cubicBezTo>
                  <a:pt x="446583" y="50407"/>
                  <a:pt x="449151" y="46365"/>
                  <a:pt x="451591" y="42094"/>
                </a:cubicBezTo>
                <a:cubicBezTo>
                  <a:pt x="452710" y="42297"/>
                  <a:pt x="453777" y="42475"/>
                  <a:pt x="454793" y="42629"/>
                </a:cubicBezTo>
                <a:cubicBezTo>
                  <a:pt x="455809" y="42781"/>
                  <a:pt x="456877" y="42857"/>
                  <a:pt x="457995" y="42857"/>
                </a:cubicBezTo>
                <a:cubicBezTo>
                  <a:pt x="459114" y="42857"/>
                  <a:pt x="460233" y="42781"/>
                  <a:pt x="461351" y="42629"/>
                </a:cubicBezTo>
                <a:cubicBezTo>
                  <a:pt x="462470" y="42475"/>
                  <a:pt x="463741" y="42297"/>
                  <a:pt x="465165" y="42094"/>
                </a:cubicBezTo>
                <a:cubicBezTo>
                  <a:pt x="464250" y="43212"/>
                  <a:pt x="462801" y="45017"/>
                  <a:pt x="460818" y="47509"/>
                </a:cubicBezTo>
                <a:cubicBezTo>
                  <a:pt x="458836" y="49999"/>
                  <a:pt x="456650" y="52770"/>
                  <a:pt x="454260" y="55822"/>
                </a:cubicBezTo>
                <a:cubicBezTo>
                  <a:pt x="451871" y="58872"/>
                  <a:pt x="449431" y="62024"/>
                  <a:pt x="446939" y="65277"/>
                </a:cubicBezTo>
                <a:cubicBezTo>
                  <a:pt x="444447" y="68530"/>
                  <a:pt x="442236" y="71479"/>
                  <a:pt x="440304" y="74123"/>
                </a:cubicBezTo>
                <a:cubicBezTo>
                  <a:pt x="444372" y="81138"/>
                  <a:pt x="448491" y="88078"/>
                  <a:pt x="452659" y="94941"/>
                </a:cubicBezTo>
                <a:cubicBezTo>
                  <a:pt x="456828" y="101803"/>
                  <a:pt x="461047" y="108641"/>
                  <a:pt x="465317" y="115453"/>
                </a:cubicBezTo>
                <a:cubicBezTo>
                  <a:pt x="463283" y="115250"/>
                  <a:pt x="461198" y="115148"/>
                  <a:pt x="459064" y="115148"/>
                </a:cubicBezTo>
                <a:cubicBezTo>
                  <a:pt x="456929" y="115148"/>
                  <a:pt x="454844" y="115148"/>
                  <a:pt x="452811" y="115148"/>
                </a:cubicBezTo>
                <a:cubicBezTo>
                  <a:pt x="450777" y="115148"/>
                  <a:pt x="448692" y="115148"/>
                  <a:pt x="446557" y="115148"/>
                </a:cubicBezTo>
                <a:cubicBezTo>
                  <a:pt x="444423" y="115148"/>
                  <a:pt x="442338" y="115250"/>
                  <a:pt x="440304" y="115453"/>
                </a:cubicBezTo>
                <a:lnTo>
                  <a:pt x="426274" y="89984"/>
                </a:lnTo>
                <a:close/>
                <a:moveTo>
                  <a:pt x="517475" y="42857"/>
                </a:moveTo>
                <a:cubicBezTo>
                  <a:pt x="517171" y="44382"/>
                  <a:pt x="517019" y="45754"/>
                  <a:pt x="517019" y="46974"/>
                </a:cubicBezTo>
                <a:cubicBezTo>
                  <a:pt x="517019" y="48296"/>
                  <a:pt x="517171" y="49567"/>
                  <a:pt x="517475" y="50788"/>
                </a:cubicBezTo>
                <a:lnTo>
                  <a:pt x="504055" y="50483"/>
                </a:lnTo>
                <a:cubicBezTo>
                  <a:pt x="503851" y="52821"/>
                  <a:pt x="503674" y="55515"/>
                  <a:pt x="503522" y="58565"/>
                </a:cubicBezTo>
                <a:cubicBezTo>
                  <a:pt x="503370" y="61616"/>
                  <a:pt x="503268" y="64717"/>
                  <a:pt x="503217" y="67869"/>
                </a:cubicBezTo>
                <a:cubicBezTo>
                  <a:pt x="503166" y="71020"/>
                  <a:pt x="503115" y="74071"/>
                  <a:pt x="503063" y="77020"/>
                </a:cubicBezTo>
                <a:cubicBezTo>
                  <a:pt x="503012" y="79969"/>
                  <a:pt x="502987" y="82460"/>
                  <a:pt x="502987" y="84492"/>
                </a:cubicBezTo>
                <a:cubicBezTo>
                  <a:pt x="502987" y="89780"/>
                  <a:pt x="503114" y="94050"/>
                  <a:pt x="503368" y="97303"/>
                </a:cubicBezTo>
                <a:cubicBezTo>
                  <a:pt x="503623" y="100557"/>
                  <a:pt x="504055" y="103048"/>
                  <a:pt x="504664" y="104778"/>
                </a:cubicBezTo>
                <a:cubicBezTo>
                  <a:pt x="505276" y="106507"/>
                  <a:pt x="506140" y="107676"/>
                  <a:pt x="507257" y="108285"/>
                </a:cubicBezTo>
                <a:cubicBezTo>
                  <a:pt x="508376" y="108895"/>
                  <a:pt x="509799" y="109200"/>
                  <a:pt x="511527" y="109200"/>
                </a:cubicBezTo>
                <a:cubicBezTo>
                  <a:pt x="513460" y="109200"/>
                  <a:pt x="514884" y="109073"/>
                  <a:pt x="515798" y="108818"/>
                </a:cubicBezTo>
                <a:cubicBezTo>
                  <a:pt x="516713" y="108564"/>
                  <a:pt x="517628" y="108183"/>
                  <a:pt x="518544" y="107676"/>
                </a:cubicBezTo>
                <a:lnTo>
                  <a:pt x="518544" y="113929"/>
                </a:lnTo>
                <a:cubicBezTo>
                  <a:pt x="516510" y="114844"/>
                  <a:pt x="513968" y="115657"/>
                  <a:pt x="510918" y="116368"/>
                </a:cubicBezTo>
                <a:cubicBezTo>
                  <a:pt x="507867" y="117080"/>
                  <a:pt x="504868" y="117436"/>
                  <a:pt x="501921" y="117436"/>
                </a:cubicBezTo>
                <a:cubicBezTo>
                  <a:pt x="489008" y="117436"/>
                  <a:pt x="482552" y="109709"/>
                  <a:pt x="482552" y="94255"/>
                </a:cubicBezTo>
                <a:cubicBezTo>
                  <a:pt x="482552" y="91306"/>
                  <a:pt x="482602" y="87975"/>
                  <a:pt x="482703" y="84264"/>
                </a:cubicBezTo>
                <a:cubicBezTo>
                  <a:pt x="482805" y="80553"/>
                  <a:pt x="482933" y="76741"/>
                  <a:pt x="483085" y="72826"/>
                </a:cubicBezTo>
                <a:cubicBezTo>
                  <a:pt x="483237" y="68912"/>
                  <a:pt x="483363" y="65048"/>
                  <a:pt x="483464" y="61235"/>
                </a:cubicBezTo>
                <a:cubicBezTo>
                  <a:pt x="483566" y="57421"/>
                  <a:pt x="483618" y="53888"/>
                  <a:pt x="483618" y="50634"/>
                </a:cubicBezTo>
                <a:lnTo>
                  <a:pt x="472943" y="50788"/>
                </a:lnTo>
                <a:cubicBezTo>
                  <a:pt x="473247" y="49567"/>
                  <a:pt x="473399" y="48296"/>
                  <a:pt x="473399" y="46974"/>
                </a:cubicBezTo>
                <a:cubicBezTo>
                  <a:pt x="473399" y="45754"/>
                  <a:pt x="473247" y="44382"/>
                  <a:pt x="472943" y="42857"/>
                </a:cubicBezTo>
                <a:lnTo>
                  <a:pt x="483618" y="43316"/>
                </a:lnTo>
                <a:cubicBezTo>
                  <a:pt x="483618" y="40163"/>
                  <a:pt x="483566" y="37214"/>
                  <a:pt x="483464" y="34470"/>
                </a:cubicBezTo>
                <a:cubicBezTo>
                  <a:pt x="483363" y="31724"/>
                  <a:pt x="483211" y="28419"/>
                  <a:pt x="483008" y="24556"/>
                </a:cubicBezTo>
                <a:cubicBezTo>
                  <a:pt x="486567" y="23132"/>
                  <a:pt x="490075" y="21632"/>
                  <a:pt x="493531" y="20056"/>
                </a:cubicBezTo>
                <a:cubicBezTo>
                  <a:pt x="496988" y="18479"/>
                  <a:pt x="500445" y="16827"/>
                  <a:pt x="503903" y="15099"/>
                </a:cubicBezTo>
                <a:lnTo>
                  <a:pt x="505428" y="16167"/>
                </a:lnTo>
                <a:cubicBezTo>
                  <a:pt x="505225" y="17794"/>
                  <a:pt x="505046" y="19701"/>
                  <a:pt x="504893" y="21887"/>
                </a:cubicBezTo>
                <a:cubicBezTo>
                  <a:pt x="504740" y="24073"/>
                  <a:pt x="504588" y="26361"/>
                  <a:pt x="504436" y="28750"/>
                </a:cubicBezTo>
                <a:cubicBezTo>
                  <a:pt x="504284" y="31139"/>
                  <a:pt x="504183" y="33579"/>
                  <a:pt x="504132" y="36071"/>
                </a:cubicBezTo>
                <a:cubicBezTo>
                  <a:pt x="504080" y="38561"/>
                  <a:pt x="504055" y="40925"/>
                  <a:pt x="504055" y="43162"/>
                </a:cubicBezTo>
                <a:lnTo>
                  <a:pt x="517475" y="42857"/>
                </a:lnTo>
                <a:close/>
                <a:moveTo>
                  <a:pt x="575125" y="104471"/>
                </a:moveTo>
                <a:cubicBezTo>
                  <a:pt x="572278" y="108742"/>
                  <a:pt x="568948" y="111971"/>
                  <a:pt x="565135" y="114157"/>
                </a:cubicBezTo>
                <a:cubicBezTo>
                  <a:pt x="561323" y="116343"/>
                  <a:pt x="556977" y="117436"/>
                  <a:pt x="552098" y="117436"/>
                </a:cubicBezTo>
                <a:cubicBezTo>
                  <a:pt x="544471" y="117436"/>
                  <a:pt x="538599" y="115301"/>
                  <a:pt x="534481" y="111031"/>
                </a:cubicBezTo>
                <a:cubicBezTo>
                  <a:pt x="530364" y="106760"/>
                  <a:pt x="528305" y="99693"/>
                  <a:pt x="528305" y="89831"/>
                </a:cubicBezTo>
                <a:cubicBezTo>
                  <a:pt x="528305" y="84646"/>
                  <a:pt x="528407" y="80071"/>
                  <a:pt x="528610" y="76105"/>
                </a:cubicBezTo>
                <a:cubicBezTo>
                  <a:pt x="528813" y="72140"/>
                  <a:pt x="528915" y="68174"/>
                  <a:pt x="528915" y="64209"/>
                </a:cubicBezTo>
                <a:cubicBezTo>
                  <a:pt x="528915" y="60955"/>
                  <a:pt x="528838" y="57423"/>
                  <a:pt x="528684" y="53611"/>
                </a:cubicBezTo>
                <a:cubicBezTo>
                  <a:pt x="528532" y="49797"/>
                  <a:pt x="528355" y="45958"/>
                  <a:pt x="528151" y="42094"/>
                </a:cubicBezTo>
                <a:cubicBezTo>
                  <a:pt x="529473" y="42297"/>
                  <a:pt x="531151" y="42475"/>
                  <a:pt x="533185" y="42629"/>
                </a:cubicBezTo>
                <a:cubicBezTo>
                  <a:pt x="535219" y="42781"/>
                  <a:pt x="537355" y="42857"/>
                  <a:pt x="539592" y="42857"/>
                </a:cubicBezTo>
                <a:cubicBezTo>
                  <a:pt x="541827" y="42857"/>
                  <a:pt x="543962" y="42781"/>
                  <a:pt x="545996" y="42629"/>
                </a:cubicBezTo>
                <a:cubicBezTo>
                  <a:pt x="548030" y="42475"/>
                  <a:pt x="549708" y="42297"/>
                  <a:pt x="551030" y="42094"/>
                </a:cubicBezTo>
                <a:cubicBezTo>
                  <a:pt x="550318" y="47584"/>
                  <a:pt x="549860" y="53939"/>
                  <a:pt x="549657" y="61158"/>
                </a:cubicBezTo>
                <a:cubicBezTo>
                  <a:pt x="549453" y="68377"/>
                  <a:pt x="549352" y="76613"/>
                  <a:pt x="549352" y="85865"/>
                </a:cubicBezTo>
                <a:cubicBezTo>
                  <a:pt x="549352" y="92271"/>
                  <a:pt x="550445" y="96974"/>
                  <a:pt x="552631" y="99973"/>
                </a:cubicBezTo>
                <a:cubicBezTo>
                  <a:pt x="554817" y="102972"/>
                  <a:pt x="557893" y="104471"/>
                  <a:pt x="561858" y="104471"/>
                </a:cubicBezTo>
                <a:cubicBezTo>
                  <a:pt x="566433" y="104471"/>
                  <a:pt x="569788" y="102489"/>
                  <a:pt x="571923" y="98525"/>
                </a:cubicBezTo>
                <a:cubicBezTo>
                  <a:pt x="574058" y="94560"/>
                  <a:pt x="575125" y="89069"/>
                  <a:pt x="575125" y="82054"/>
                </a:cubicBezTo>
                <a:lnTo>
                  <a:pt x="575125" y="75952"/>
                </a:lnTo>
                <a:cubicBezTo>
                  <a:pt x="575125" y="69751"/>
                  <a:pt x="575049" y="63930"/>
                  <a:pt x="574897" y="58491"/>
                </a:cubicBezTo>
                <a:cubicBezTo>
                  <a:pt x="574745" y="53050"/>
                  <a:pt x="574415" y="47584"/>
                  <a:pt x="573906" y="42094"/>
                </a:cubicBezTo>
                <a:cubicBezTo>
                  <a:pt x="576753" y="42603"/>
                  <a:pt x="580565" y="42857"/>
                  <a:pt x="585344" y="42857"/>
                </a:cubicBezTo>
                <a:cubicBezTo>
                  <a:pt x="587683" y="42857"/>
                  <a:pt x="589819" y="42781"/>
                  <a:pt x="591750" y="42629"/>
                </a:cubicBezTo>
                <a:cubicBezTo>
                  <a:pt x="593682" y="42475"/>
                  <a:pt x="595360" y="42297"/>
                  <a:pt x="596784" y="42094"/>
                </a:cubicBezTo>
                <a:cubicBezTo>
                  <a:pt x="596275" y="47584"/>
                  <a:pt x="595944" y="53050"/>
                  <a:pt x="595790" y="58491"/>
                </a:cubicBezTo>
                <a:cubicBezTo>
                  <a:pt x="595638" y="63930"/>
                  <a:pt x="595562" y="69751"/>
                  <a:pt x="595562" y="75952"/>
                </a:cubicBezTo>
                <a:lnTo>
                  <a:pt x="595562" y="82054"/>
                </a:lnTo>
                <a:cubicBezTo>
                  <a:pt x="595562" y="88255"/>
                  <a:pt x="595638" y="94100"/>
                  <a:pt x="595790" y="99591"/>
                </a:cubicBezTo>
                <a:cubicBezTo>
                  <a:pt x="595944" y="105082"/>
                  <a:pt x="596275" y="110369"/>
                  <a:pt x="596784" y="115453"/>
                </a:cubicBezTo>
                <a:cubicBezTo>
                  <a:pt x="594953" y="115250"/>
                  <a:pt x="593148" y="115148"/>
                  <a:pt x="591369" y="115148"/>
                </a:cubicBezTo>
                <a:cubicBezTo>
                  <a:pt x="589589" y="115148"/>
                  <a:pt x="587785" y="115148"/>
                  <a:pt x="585956" y="115148"/>
                </a:cubicBezTo>
                <a:cubicBezTo>
                  <a:pt x="584125" y="115148"/>
                  <a:pt x="582320" y="115148"/>
                  <a:pt x="580540" y="115148"/>
                </a:cubicBezTo>
                <a:cubicBezTo>
                  <a:pt x="578761" y="115148"/>
                  <a:pt x="576854" y="115250"/>
                  <a:pt x="574820" y="115453"/>
                </a:cubicBezTo>
                <a:lnTo>
                  <a:pt x="575432" y="104471"/>
                </a:lnTo>
                <a:lnTo>
                  <a:pt x="575125" y="104471"/>
                </a:lnTo>
                <a:close/>
                <a:moveTo>
                  <a:pt x="649857" y="92272"/>
                </a:moveTo>
                <a:cubicBezTo>
                  <a:pt x="649857" y="87900"/>
                  <a:pt x="649883" y="84570"/>
                  <a:pt x="649934" y="82282"/>
                </a:cubicBezTo>
                <a:cubicBezTo>
                  <a:pt x="649985" y="79993"/>
                  <a:pt x="650011" y="77985"/>
                  <a:pt x="650011" y="76257"/>
                </a:cubicBezTo>
                <a:cubicBezTo>
                  <a:pt x="647875" y="77478"/>
                  <a:pt x="645612" y="78470"/>
                  <a:pt x="643223" y="79233"/>
                </a:cubicBezTo>
                <a:cubicBezTo>
                  <a:pt x="640833" y="79995"/>
                  <a:pt x="638647" y="80961"/>
                  <a:pt x="636665" y="82130"/>
                </a:cubicBezTo>
                <a:cubicBezTo>
                  <a:pt x="634682" y="83299"/>
                  <a:pt x="633055" y="84900"/>
                  <a:pt x="631785" y="86934"/>
                </a:cubicBezTo>
                <a:cubicBezTo>
                  <a:pt x="630514" y="88968"/>
                  <a:pt x="629879" y="91916"/>
                  <a:pt x="629879" y="95779"/>
                </a:cubicBezTo>
                <a:cubicBezTo>
                  <a:pt x="629879" y="99541"/>
                  <a:pt x="630667" y="102414"/>
                  <a:pt x="632243" y="104397"/>
                </a:cubicBezTo>
                <a:cubicBezTo>
                  <a:pt x="633819" y="106379"/>
                  <a:pt x="635929" y="107371"/>
                  <a:pt x="638571" y="107371"/>
                </a:cubicBezTo>
                <a:cubicBezTo>
                  <a:pt x="641926" y="107371"/>
                  <a:pt x="644646" y="106100"/>
                  <a:pt x="646730" y="103559"/>
                </a:cubicBezTo>
                <a:cubicBezTo>
                  <a:pt x="648815" y="101016"/>
                  <a:pt x="649857" y="97254"/>
                  <a:pt x="649857" y="92272"/>
                </a:cubicBezTo>
                <a:moveTo>
                  <a:pt x="613712" y="50788"/>
                </a:moveTo>
                <a:cubicBezTo>
                  <a:pt x="617983" y="47331"/>
                  <a:pt x="622584" y="44688"/>
                  <a:pt x="627514" y="42857"/>
                </a:cubicBezTo>
                <a:cubicBezTo>
                  <a:pt x="632446" y="41026"/>
                  <a:pt x="637352" y="40111"/>
                  <a:pt x="642231" y="40111"/>
                </a:cubicBezTo>
                <a:cubicBezTo>
                  <a:pt x="646299" y="40111"/>
                  <a:pt x="650036" y="40569"/>
                  <a:pt x="653441" y="41484"/>
                </a:cubicBezTo>
                <a:cubicBezTo>
                  <a:pt x="656848" y="42399"/>
                  <a:pt x="659797" y="43848"/>
                  <a:pt x="662287" y="45831"/>
                </a:cubicBezTo>
                <a:cubicBezTo>
                  <a:pt x="664778" y="47814"/>
                  <a:pt x="666710" y="50382"/>
                  <a:pt x="668081" y="53534"/>
                </a:cubicBezTo>
                <a:cubicBezTo>
                  <a:pt x="669454" y="56685"/>
                  <a:pt x="670141" y="60498"/>
                  <a:pt x="670141" y="64972"/>
                </a:cubicBezTo>
                <a:cubicBezTo>
                  <a:pt x="670141" y="71479"/>
                  <a:pt x="670065" y="77503"/>
                  <a:pt x="669913" y="83045"/>
                </a:cubicBezTo>
                <a:cubicBezTo>
                  <a:pt x="669761" y="88585"/>
                  <a:pt x="669685" y="94100"/>
                  <a:pt x="669685" y="99591"/>
                </a:cubicBezTo>
                <a:cubicBezTo>
                  <a:pt x="669685" y="102031"/>
                  <a:pt x="669862" y="103938"/>
                  <a:pt x="670218" y="105311"/>
                </a:cubicBezTo>
                <a:cubicBezTo>
                  <a:pt x="670575" y="106684"/>
                  <a:pt x="671108" y="107727"/>
                  <a:pt x="671819" y="108439"/>
                </a:cubicBezTo>
                <a:cubicBezTo>
                  <a:pt x="672531" y="109149"/>
                  <a:pt x="673471" y="109606"/>
                  <a:pt x="674639" y="109810"/>
                </a:cubicBezTo>
                <a:cubicBezTo>
                  <a:pt x="675809" y="110013"/>
                  <a:pt x="677157" y="110114"/>
                  <a:pt x="678682" y="110114"/>
                </a:cubicBezTo>
                <a:lnTo>
                  <a:pt x="678682" y="113775"/>
                </a:lnTo>
                <a:cubicBezTo>
                  <a:pt x="675734" y="114996"/>
                  <a:pt x="673243" y="115911"/>
                  <a:pt x="671209" y="116521"/>
                </a:cubicBezTo>
                <a:cubicBezTo>
                  <a:pt x="669175" y="117131"/>
                  <a:pt x="666989" y="117436"/>
                  <a:pt x="664651" y="117436"/>
                </a:cubicBezTo>
                <a:cubicBezTo>
                  <a:pt x="660889" y="117436"/>
                  <a:pt x="657839" y="116521"/>
                  <a:pt x="655501" y="114692"/>
                </a:cubicBezTo>
                <a:cubicBezTo>
                  <a:pt x="653163" y="112861"/>
                  <a:pt x="651383" y="110218"/>
                  <a:pt x="650162" y="106761"/>
                </a:cubicBezTo>
                <a:cubicBezTo>
                  <a:pt x="647824" y="110014"/>
                  <a:pt x="645105" y="112607"/>
                  <a:pt x="642003" y="114538"/>
                </a:cubicBezTo>
                <a:cubicBezTo>
                  <a:pt x="638902" y="116470"/>
                  <a:pt x="635013" y="117436"/>
                  <a:pt x="630337" y="117436"/>
                </a:cubicBezTo>
                <a:cubicBezTo>
                  <a:pt x="626472" y="117436"/>
                  <a:pt x="623167" y="116927"/>
                  <a:pt x="620421" y="115909"/>
                </a:cubicBezTo>
                <a:cubicBezTo>
                  <a:pt x="617677" y="114893"/>
                  <a:pt x="615415" y="113445"/>
                  <a:pt x="613635" y="111564"/>
                </a:cubicBezTo>
                <a:cubicBezTo>
                  <a:pt x="611856" y="109682"/>
                  <a:pt x="610559" y="107547"/>
                  <a:pt x="609746" y="105158"/>
                </a:cubicBezTo>
                <a:cubicBezTo>
                  <a:pt x="608933" y="102768"/>
                  <a:pt x="608527" y="100354"/>
                  <a:pt x="608527" y="97913"/>
                </a:cubicBezTo>
                <a:cubicBezTo>
                  <a:pt x="608527" y="94559"/>
                  <a:pt x="609061" y="91662"/>
                  <a:pt x="610128" y="89221"/>
                </a:cubicBezTo>
                <a:cubicBezTo>
                  <a:pt x="611195" y="86781"/>
                  <a:pt x="612721" y="84696"/>
                  <a:pt x="614703" y="82968"/>
                </a:cubicBezTo>
                <a:cubicBezTo>
                  <a:pt x="616686" y="81240"/>
                  <a:pt x="619050" y="79791"/>
                  <a:pt x="621794" y="78621"/>
                </a:cubicBezTo>
                <a:cubicBezTo>
                  <a:pt x="624540" y="77451"/>
                  <a:pt x="627642" y="76460"/>
                  <a:pt x="631098" y="75647"/>
                </a:cubicBezTo>
                <a:cubicBezTo>
                  <a:pt x="635369" y="74631"/>
                  <a:pt x="638750" y="73742"/>
                  <a:pt x="641240" y="72980"/>
                </a:cubicBezTo>
                <a:cubicBezTo>
                  <a:pt x="643732" y="72217"/>
                  <a:pt x="645587" y="71454"/>
                  <a:pt x="646806" y="70692"/>
                </a:cubicBezTo>
                <a:cubicBezTo>
                  <a:pt x="648027" y="69929"/>
                  <a:pt x="648816" y="69090"/>
                  <a:pt x="649171" y="68174"/>
                </a:cubicBezTo>
                <a:cubicBezTo>
                  <a:pt x="649528" y="67259"/>
                  <a:pt x="649706" y="66140"/>
                  <a:pt x="649706" y="64819"/>
                </a:cubicBezTo>
                <a:cubicBezTo>
                  <a:pt x="649706" y="61159"/>
                  <a:pt x="648409" y="58033"/>
                  <a:pt x="645815" y="55440"/>
                </a:cubicBezTo>
                <a:cubicBezTo>
                  <a:pt x="643223" y="52846"/>
                  <a:pt x="639639" y="51549"/>
                  <a:pt x="635064" y="51549"/>
                </a:cubicBezTo>
                <a:cubicBezTo>
                  <a:pt x="633335" y="51549"/>
                  <a:pt x="631556" y="51778"/>
                  <a:pt x="629725" y="52236"/>
                </a:cubicBezTo>
                <a:cubicBezTo>
                  <a:pt x="627896" y="52693"/>
                  <a:pt x="626142" y="53329"/>
                  <a:pt x="624463" y="54144"/>
                </a:cubicBezTo>
                <a:cubicBezTo>
                  <a:pt x="622786" y="54957"/>
                  <a:pt x="621261" y="55847"/>
                  <a:pt x="619888" y="56813"/>
                </a:cubicBezTo>
                <a:cubicBezTo>
                  <a:pt x="618517" y="57778"/>
                  <a:pt x="617475" y="58820"/>
                  <a:pt x="616763" y="59938"/>
                </a:cubicBezTo>
                <a:lnTo>
                  <a:pt x="615695" y="59938"/>
                </a:lnTo>
                <a:lnTo>
                  <a:pt x="613712" y="50788"/>
                </a:lnTo>
                <a:close/>
                <a:moveTo>
                  <a:pt x="692105" y="53227"/>
                </a:moveTo>
                <a:cubicBezTo>
                  <a:pt x="692105" y="43264"/>
                  <a:pt x="692002" y="34113"/>
                  <a:pt x="691798" y="25776"/>
                </a:cubicBezTo>
                <a:cubicBezTo>
                  <a:pt x="691594" y="17438"/>
                  <a:pt x="691290" y="8999"/>
                  <a:pt x="690883" y="458"/>
                </a:cubicBezTo>
                <a:cubicBezTo>
                  <a:pt x="692205" y="662"/>
                  <a:pt x="693883" y="840"/>
                  <a:pt x="695917" y="994"/>
                </a:cubicBezTo>
                <a:cubicBezTo>
                  <a:pt x="697951" y="1146"/>
                  <a:pt x="700086" y="1222"/>
                  <a:pt x="702323" y="1222"/>
                </a:cubicBezTo>
                <a:cubicBezTo>
                  <a:pt x="704559" y="1222"/>
                  <a:pt x="706694" y="1146"/>
                  <a:pt x="708728" y="994"/>
                </a:cubicBezTo>
                <a:cubicBezTo>
                  <a:pt x="710762" y="840"/>
                  <a:pt x="712440" y="662"/>
                  <a:pt x="713761" y="458"/>
                </a:cubicBezTo>
                <a:cubicBezTo>
                  <a:pt x="713355" y="8999"/>
                  <a:pt x="713049" y="17438"/>
                  <a:pt x="712845" y="25776"/>
                </a:cubicBezTo>
                <a:cubicBezTo>
                  <a:pt x="712641" y="34113"/>
                  <a:pt x="712540" y="43264"/>
                  <a:pt x="712540" y="53227"/>
                </a:cubicBezTo>
                <a:lnTo>
                  <a:pt x="712540" y="63141"/>
                </a:lnTo>
                <a:cubicBezTo>
                  <a:pt x="712540" y="73106"/>
                  <a:pt x="712641" y="82257"/>
                  <a:pt x="712845" y="90594"/>
                </a:cubicBezTo>
                <a:cubicBezTo>
                  <a:pt x="713049" y="98932"/>
                  <a:pt x="713355" y="107218"/>
                  <a:pt x="713761" y="115453"/>
                </a:cubicBezTo>
                <a:cubicBezTo>
                  <a:pt x="712440" y="115250"/>
                  <a:pt x="710762" y="115148"/>
                  <a:pt x="708728" y="115148"/>
                </a:cubicBezTo>
                <a:cubicBezTo>
                  <a:pt x="706694" y="115148"/>
                  <a:pt x="704559" y="115148"/>
                  <a:pt x="702323" y="115148"/>
                </a:cubicBezTo>
                <a:cubicBezTo>
                  <a:pt x="700086" y="115148"/>
                  <a:pt x="697951" y="115148"/>
                  <a:pt x="695917" y="115148"/>
                </a:cubicBezTo>
                <a:cubicBezTo>
                  <a:pt x="693883" y="115148"/>
                  <a:pt x="692205" y="115250"/>
                  <a:pt x="690883" y="115453"/>
                </a:cubicBezTo>
                <a:cubicBezTo>
                  <a:pt x="691290" y="107218"/>
                  <a:pt x="691594" y="98932"/>
                  <a:pt x="691798" y="90594"/>
                </a:cubicBezTo>
                <a:cubicBezTo>
                  <a:pt x="692002" y="82257"/>
                  <a:pt x="692105" y="73106"/>
                  <a:pt x="692105" y="63141"/>
                </a:cubicBezTo>
                <a:lnTo>
                  <a:pt x="692105" y="53227"/>
                </a:lnTo>
                <a:close/>
                <a:moveTo>
                  <a:pt x="809386" y="87238"/>
                </a:moveTo>
                <a:cubicBezTo>
                  <a:pt x="814674" y="74326"/>
                  <a:pt x="819808" y="61337"/>
                  <a:pt x="824790" y="48272"/>
                </a:cubicBezTo>
                <a:cubicBezTo>
                  <a:pt x="829771" y="35206"/>
                  <a:pt x="834245" y="22674"/>
                  <a:pt x="838211" y="10677"/>
                </a:cubicBezTo>
                <a:cubicBezTo>
                  <a:pt x="840753" y="11186"/>
                  <a:pt x="842991" y="11440"/>
                  <a:pt x="844922" y="11440"/>
                </a:cubicBezTo>
                <a:cubicBezTo>
                  <a:pt x="846854" y="11440"/>
                  <a:pt x="849091" y="11186"/>
                  <a:pt x="851634" y="10677"/>
                </a:cubicBezTo>
                <a:cubicBezTo>
                  <a:pt x="849091" y="16675"/>
                  <a:pt x="846040" y="23894"/>
                  <a:pt x="842481" y="32334"/>
                </a:cubicBezTo>
                <a:cubicBezTo>
                  <a:pt x="838923" y="40772"/>
                  <a:pt x="835212" y="49719"/>
                  <a:pt x="831348" y="59175"/>
                </a:cubicBezTo>
                <a:cubicBezTo>
                  <a:pt x="827485" y="68631"/>
                  <a:pt x="823672" y="78240"/>
                  <a:pt x="819910" y="88002"/>
                </a:cubicBezTo>
                <a:cubicBezTo>
                  <a:pt x="816147" y="97762"/>
                  <a:pt x="812792" y="106912"/>
                  <a:pt x="809845" y="115453"/>
                </a:cubicBezTo>
                <a:cubicBezTo>
                  <a:pt x="807811" y="115250"/>
                  <a:pt x="805574" y="115148"/>
                  <a:pt x="803133" y="115148"/>
                </a:cubicBezTo>
                <a:cubicBezTo>
                  <a:pt x="800693" y="115148"/>
                  <a:pt x="798456" y="115250"/>
                  <a:pt x="796424" y="115453"/>
                </a:cubicBezTo>
                <a:cubicBezTo>
                  <a:pt x="794897" y="111387"/>
                  <a:pt x="793041" y="106456"/>
                  <a:pt x="790855" y="100662"/>
                </a:cubicBezTo>
                <a:cubicBezTo>
                  <a:pt x="788669" y="94865"/>
                  <a:pt x="786330" y="88714"/>
                  <a:pt x="783839" y="82207"/>
                </a:cubicBezTo>
                <a:cubicBezTo>
                  <a:pt x="781349" y="75699"/>
                  <a:pt x="778731" y="69038"/>
                  <a:pt x="775984" y="62226"/>
                </a:cubicBezTo>
                <a:cubicBezTo>
                  <a:pt x="773240" y="55414"/>
                  <a:pt x="770596" y="48830"/>
                  <a:pt x="768053" y="42475"/>
                </a:cubicBezTo>
                <a:cubicBezTo>
                  <a:pt x="765512" y="36121"/>
                  <a:pt x="763123" y="30198"/>
                  <a:pt x="760886" y="24708"/>
                </a:cubicBezTo>
                <a:cubicBezTo>
                  <a:pt x="758650" y="19217"/>
                  <a:pt x="756719" y="14540"/>
                  <a:pt x="755091" y="10677"/>
                </a:cubicBezTo>
                <a:cubicBezTo>
                  <a:pt x="757431" y="10880"/>
                  <a:pt x="759744" y="11059"/>
                  <a:pt x="762031" y="11212"/>
                </a:cubicBezTo>
                <a:cubicBezTo>
                  <a:pt x="764319" y="11364"/>
                  <a:pt x="766581" y="11440"/>
                  <a:pt x="768817" y="11440"/>
                </a:cubicBezTo>
                <a:cubicBezTo>
                  <a:pt x="771054" y="11440"/>
                  <a:pt x="773291" y="11364"/>
                  <a:pt x="775528" y="11212"/>
                </a:cubicBezTo>
                <a:cubicBezTo>
                  <a:pt x="777766" y="11059"/>
                  <a:pt x="780003" y="10880"/>
                  <a:pt x="782240" y="10677"/>
                </a:cubicBezTo>
                <a:cubicBezTo>
                  <a:pt x="783968" y="16371"/>
                  <a:pt x="785925" y="22369"/>
                  <a:pt x="788111" y="28673"/>
                </a:cubicBezTo>
                <a:cubicBezTo>
                  <a:pt x="790297" y="34977"/>
                  <a:pt x="792559" y="41407"/>
                  <a:pt x="794897" y="47965"/>
                </a:cubicBezTo>
                <a:cubicBezTo>
                  <a:pt x="797235" y="54523"/>
                  <a:pt x="799650" y="61107"/>
                  <a:pt x="802142" y="67716"/>
                </a:cubicBezTo>
                <a:cubicBezTo>
                  <a:pt x="804633" y="74325"/>
                  <a:pt x="807048" y="80833"/>
                  <a:pt x="809386" y="87238"/>
                </a:cubicBezTo>
                <a:close/>
                <a:moveTo>
                  <a:pt x="890218" y="92272"/>
                </a:moveTo>
                <a:cubicBezTo>
                  <a:pt x="890218" y="87900"/>
                  <a:pt x="890244" y="84570"/>
                  <a:pt x="890295" y="82282"/>
                </a:cubicBezTo>
                <a:cubicBezTo>
                  <a:pt x="890346" y="79993"/>
                  <a:pt x="890372" y="77985"/>
                  <a:pt x="890372" y="76257"/>
                </a:cubicBezTo>
                <a:cubicBezTo>
                  <a:pt x="888235" y="77478"/>
                  <a:pt x="885972" y="78470"/>
                  <a:pt x="883583" y="79233"/>
                </a:cubicBezTo>
                <a:cubicBezTo>
                  <a:pt x="881194" y="79995"/>
                  <a:pt x="879008" y="80961"/>
                  <a:pt x="877025" y="82130"/>
                </a:cubicBezTo>
                <a:cubicBezTo>
                  <a:pt x="875043" y="83299"/>
                  <a:pt x="873416" y="84900"/>
                  <a:pt x="872145" y="86934"/>
                </a:cubicBezTo>
                <a:cubicBezTo>
                  <a:pt x="870875" y="88968"/>
                  <a:pt x="870239" y="91916"/>
                  <a:pt x="870239" y="95779"/>
                </a:cubicBezTo>
                <a:cubicBezTo>
                  <a:pt x="870239" y="99541"/>
                  <a:pt x="871027" y="102414"/>
                  <a:pt x="872604" y="104397"/>
                </a:cubicBezTo>
                <a:cubicBezTo>
                  <a:pt x="874180" y="106379"/>
                  <a:pt x="876289" y="107371"/>
                  <a:pt x="878931" y="107371"/>
                </a:cubicBezTo>
                <a:cubicBezTo>
                  <a:pt x="882287" y="107371"/>
                  <a:pt x="885007" y="106100"/>
                  <a:pt x="887090" y="103559"/>
                </a:cubicBezTo>
                <a:cubicBezTo>
                  <a:pt x="889175" y="101016"/>
                  <a:pt x="890218" y="97254"/>
                  <a:pt x="890218" y="92272"/>
                </a:cubicBezTo>
                <a:moveTo>
                  <a:pt x="854072" y="50788"/>
                </a:moveTo>
                <a:cubicBezTo>
                  <a:pt x="858344" y="47331"/>
                  <a:pt x="862944" y="44688"/>
                  <a:pt x="867875" y="42857"/>
                </a:cubicBezTo>
                <a:cubicBezTo>
                  <a:pt x="872807" y="41026"/>
                  <a:pt x="877713" y="40111"/>
                  <a:pt x="882592" y="40111"/>
                </a:cubicBezTo>
                <a:cubicBezTo>
                  <a:pt x="886660" y="40111"/>
                  <a:pt x="890396" y="40569"/>
                  <a:pt x="893802" y="41484"/>
                </a:cubicBezTo>
                <a:cubicBezTo>
                  <a:pt x="897209" y="42399"/>
                  <a:pt x="900157" y="43848"/>
                  <a:pt x="902647" y="45831"/>
                </a:cubicBezTo>
                <a:cubicBezTo>
                  <a:pt x="905139" y="47814"/>
                  <a:pt x="907071" y="50382"/>
                  <a:pt x="908442" y="53534"/>
                </a:cubicBezTo>
                <a:cubicBezTo>
                  <a:pt x="909815" y="56685"/>
                  <a:pt x="910502" y="60498"/>
                  <a:pt x="910502" y="64972"/>
                </a:cubicBezTo>
                <a:cubicBezTo>
                  <a:pt x="910502" y="71479"/>
                  <a:pt x="910426" y="77503"/>
                  <a:pt x="910274" y="83045"/>
                </a:cubicBezTo>
                <a:cubicBezTo>
                  <a:pt x="910121" y="88585"/>
                  <a:pt x="910045" y="94100"/>
                  <a:pt x="910045" y="99591"/>
                </a:cubicBezTo>
                <a:cubicBezTo>
                  <a:pt x="910045" y="102031"/>
                  <a:pt x="910223" y="103938"/>
                  <a:pt x="910578" y="105311"/>
                </a:cubicBezTo>
                <a:cubicBezTo>
                  <a:pt x="910935" y="106684"/>
                  <a:pt x="911469" y="107727"/>
                  <a:pt x="912179" y="108439"/>
                </a:cubicBezTo>
                <a:cubicBezTo>
                  <a:pt x="912892" y="109149"/>
                  <a:pt x="913832" y="109606"/>
                  <a:pt x="915000" y="109810"/>
                </a:cubicBezTo>
                <a:cubicBezTo>
                  <a:pt x="916170" y="110013"/>
                  <a:pt x="917517" y="110114"/>
                  <a:pt x="919042" y="110114"/>
                </a:cubicBezTo>
                <a:lnTo>
                  <a:pt x="919042" y="113775"/>
                </a:lnTo>
                <a:cubicBezTo>
                  <a:pt x="916095" y="114996"/>
                  <a:pt x="913604" y="115911"/>
                  <a:pt x="911570" y="116521"/>
                </a:cubicBezTo>
                <a:cubicBezTo>
                  <a:pt x="909536" y="117131"/>
                  <a:pt x="907350" y="117436"/>
                  <a:pt x="905012" y="117436"/>
                </a:cubicBezTo>
                <a:cubicBezTo>
                  <a:pt x="901250" y="117436"/>
                  <a:pt x="898199" y="116521"/>
                  <a:pt x="895861" y="114692"/>
                </a:cubicBezTo>
                <a:cubicBezTo>
                  <a:pt x="893523" y="112861"/>
                  <a:pt x="891744" y="110218"/>
                  <a:pt x="890523" y="106761"/>
                </a:cubicBezTo>
                <a:cubicBezTo>
                  <a:pt x="888185" y="110014"/>
                  <a:pt x="885465" y="112607"/>
                  <a:pt x="882364" y="114538"/>
                </a:cubicBezTo>
                <a:cubicBezTo>
                  <a:pt x="879262" y="116470"/>
                  <a:pt x="875374" y="117436"/>
                  <a:pt x="870698" y="117436"/>
                </a:cubicBezTo>
                <a:cubicBezTo>
                  <a:pt x="866833" y="117436"/>
                  <a:pt x="863528" y="116927"/>
                  <a:pt x="860782" y="115909"/>
                </a:cubicBezTo>
                <a:cubicBezTo>
                  <a:pt x="858037" y="114893"/>
                  <a:pt x="855775" y="113445"/>
                  <a:pt x="853996" y="111564"/>
                </a:cubicBezTo>
                <a:cubicBezTo>
                  <a:pt x="852216" y="109682"/>
                  <a:pt x="850920" y="107547"/>
                  <a:pt x="850107" y="105158"/>
                </a:cubicBezTo>
                <a:cubicBezTo>
                  <a:pt x="849294" y="102768"/>
                  <a:pt x="848888" y="100354"/>
                  <a:pt x="848888" y="97913"/>
                </a:cubicBezTo>
                <a:cubicBezTo>
                  <a:pt x="848888" y="94559"/>
                  <a:pt x="849421" y="91662"/>
                  <a:pt x="850489" y="89221"/>
                </a:cubicBezTo>
                <a:cubicBezTo>
                  <a:pt x="851556" y="86781"/>
                  <a:pt x="853081" y="84696"/>
                  <a:pt x="855064" y="82968"/>
                </a:cubicBezTo>
                <a:cubicBezTo>
                  <a:pt x="857047" y="81240"/>
                  <a:pt x="859410" y="79791"/>
                  <a:pt x="862155" y="78621"/>
                </a:cubicBezTo>
                <a:cubicBezTo>
                  <a:pt x="864901" y="77451"/>
                  <a:pt x="868002" y="76460"/>
                  <a:pt x="871459" y="75647"/>
                </a:cubicBezTo>
                <a:cubicBezTo>
                  <a:pt x="875730" y="74631"/>
                  <a:pt x="879110" y="73742"/>
                  <a:pt x="881601" y="72980"/>
                </a:cubicBezTo>
                <a:cubicBezTo>
                  <a:pt x="884092" y="72217"/>
                  <a:pt x="885948" y="71454"/>
                  <a:pt x="887167" y="70692"/>
                </a:cubicBezTo>
                <a:cubicBezTo>
                  <a:pt x="888388" y="69929"/>
                  <a:pt x="889176" y="69090"/>
                  <a:pt x="889532" y="68174"/>
                </a:cubicBezTo>
                <a:cubicBezTo>
                  <a:pt x="889888" y="67259"/>
                  <a:pt x="890067" y="66140"/>
                  <a:pt x="890067" y="64819"/>
                </a:cubicBezTo>
                <a:cubicBezTo>
                  <a:pt x="890067" y="61159"/>
                  <a:pt x="888770" y="58033"/>
                  <a:pt x="886176" y="55440"/>
                </a:cubicBezTo>
                <a:cubicBezTo>
                  <a:pt x="883583" y="52846"/>
                  <a:pt x="879999" y="51549"/>
                  <a:pt x="875424" y="51549"/>
                </a:cubicBezTo>
                <a:cubicBezTo>
                  <a:pt x="873696" y="51549"/>
                  <a:pt x="871916" y="51778"/>
                  <a:pt x="870086" y="52236"/>
                </a:cubicBezTo>
                <a:cubicBezTo>
                  <a:pt x="868257" y="52693"/>
                  <a:pt x="866503" y="53329"/>
                  <a:pt x="864824" y="54144"/>
                </a:cubicBezTo>
                <a:cubicBezTo>
                  <a:pt x="863147" y="54957"/>
                  <a:pt x="861622" y="55847"/>
                  <a:pt x="860249" y="56813"/>
                </a:cubicBezTo>
                <a:cubicBezTo>
                  <a:pt x="858877" y="57778"/>
                  <a:pt x="857836" y="58820"/>
                  <a:pt x="857123" y="59938"/>
                </a:cubicBezTo>
                <a:lnTo>
                  <a:pt x="856055" y="59938"/>
                </a:lnTo>
                <a:lnTo>
                  <a:pt x="854072" y="50788"/>
                </a:lnTo>
                <a:close/>
                <a:moveTo>
                  <a:pt x="932465" y="53227"/>
                </a:moveTo>
                <a:cubicBezTo>
                  <a:pt x="932465" y="43264"/>
                  <a:pt x="932363" y="34113"/>
                  <a:pt x="932158" y="25776"/>
                </a:cubicBezTo>
                <a:cubicBezTo>
                  <a:pt x="931955" y="17438"/>
                  <a:pt x="931650" y="8999"/>
                  <a:pt x="931244" y="458"/>
                </a:cubicBezTo>
                <a:cubicBezTo>
                  <a:pt x="932565" y="662"/>
                  <a:pt x="934243" y="840"/>
                  <a:pt x="936277" y="994"/>
                </a:cubicBezTo>
                <a:cubicBezTo>
                  <a:pt x="938311" y="1146"/>
                  <a:pt x="940447" y="1222"/>
                  <a:pt x="942684" y="1222"/>
                </a:cubicBezTo>
                <a:cubicBezTo>
                  <a:pt x="944920" y="1222"/>
                  <a:pt x="947054" y="1146"/>
                  <a:pt x="949088" y="994"/>
                </a:cubicBezTo>
                <a:cubicBezTo>
                  <a:pt x="951122" y="840"/>
                  <a:pt x="952800" y="662"/>
                  <a:pt x="954122" y="458"/>
                </a:cubicBezTo>
                <a:cubicBezTo>
                  <a:pt x="953716" y="8999"/>
                  <a:pt x="953410" y="17438"/>
                  <a:pt x="953205" y="25776"/>
                </a:cubicBezTo>
                <a:cubicBezTo>
                  <a:pt x="953002" y="34113"/>
                  <a:pt x="952900" y="43264"/>
                  <a:pt x="952900" y="53227"/>
                </a:cubicBezTo>
                <a:lnTo>
                  <a:pt x="952900" y="63141"/>
                </a:lnTo>
                <a:cubicBezTo>
                  <a:pt x="952900" y="73106"/>
                  <a:pt x="953002" y="82257"/>
                  <a:pt x="953205" y="90594"/>
                </a:cubicBezTo>
                <a:cubicBezTo>
                  <a:pt x="953410" y="98932"/>
                  <a:pt x="953716" y="107218"/>
                  <a:pt x="954122" y="115453"/>
                </a:cubicBezTo>
                <a:cubicBezTo>
                  <a:pt x="952800" y="115250"/>
                  <a:pt x="951122" y="115148"/>
                  <a:pt x="949088" y="115148"/>
                </a:cubicBezTo>
                <a:cubicBezTo>
                  <a:pt x="947054" y="115148"/>
                  <a:pt x="944920" y="115148"/>
                  <a:pt x="942684" y="115148"/>
                </a:cubicBezTo>
                <a:cubicBezTo>
                  <a:pt x="940447" y="115148"/>
                  <a:pt x="938311" y="115148"/>
                  <a:pt x="936277" y="115148"/>
                </a:cubicBezTo>
                <a:cubicBezTo>
                  <a:pt x="934243" y="115148"/>
                  <a:pt x="932565" y="115250"/>
                  <a:pt x="931244" y="115453"/>
                </a:cubicBezTo>
                <a:cubicBezTo>
                  <a:pt x="931650" y="107218"/>
                  <a:pt x="931955" y="98932"/>
                  <a:pt x="932158" y="90594"/>
                </a:cubicBezTo>
                <a:cubicBezTo>
                  <a:pt x="932363" y="82257"/>
                  <a:pt x="932465" y="73106"/>
                  <a:pt x="932465" y="63141"/>
                </a:cubicBezTo>
                <a:lnTo>
                  <a:pt x="932465" y="53227"/>
                </a:lnTo>
                <a:close/>
                <a:moveTo>
                  <a:pt x="1018938" y="104471"/>
                </a:moveTo>
                <a:cubicBezTo>
                  <a:pt x="1016091" y="108742"/>
                  <a:pt x="1012761" y="111971"/>
                  <a:pt x="1008948" y="114157"/>
                </a:cubicBezTo>
                <a:cubicBezTo>
                  <a:pt x="1005136" y="116343"/>
                  <a:pt x="1000790" y="117436"/>
                  <a:pt x="995911" y="117436"/>
                </a:cubicBezTo>
                <a:cubicBezTo>
                  <a:pt x="988284" y="117436"/>
                  <a:pt x="982412" y="115301"/>
                  <a:pt x="978294" y="111031"/>
                </a:cubicBezTo>
                <a:cubicBezTo>
                  <a:pt x="974177" y="106760"/>
                  <a:pt x="972118" y="99693"/>
                  <a:pt x="972118" y="89831"/>
                </a:cubicBezTo>
                <a:cubicBezTo>
                  <a:pt x="972118" y="84646"/>
                  <a:pt x="972220" y="80071"/>
                  <a:pt x="972423" y="76105"/>
                </a:cubicBezTo>
                <a:cubicBezTo>
                  <a:pt x="972626" y="72140"/>
                  <a:pt x="972728" y="68174"/>
                  <a:pt x="972728" y="64209"/>
                </a:cubicBezTo>
                <a:cubicBezTo>
                  <a:pt x="972728" y="60955"/>
                  <a:pt x="972651" y="57423"/>
                  <a:pt x="972497" y="53611"/>
                </a:cubicBezTo>
                <a:cubicBezTo>
                  <a:pt x="972345" y="49797"/>
                  <a:pt x="972168" y="45958"/>
                  <a:pt x="971964" y="42094"/>
                </a:cubicBezTo>
                <a:cubicBezTo>
                  <a:pt x="973286" y="42297"/>
                  <a:pt x="974964" y="42475"/>
                  <a:pt x="976998" y="42629"/>
                </a:cubicBezTo>
                <a:cubicBezTo>
                  <a:pt x="979032" y="42781"/>
                  <a:pt x="981168" y="42857"/>
                  <a:pt x="983405" y="42857"/>
                </a:cubicBezTo>
                <a:cubicBezTo>
                  <a:pt x="985640" y="42857"/>
                  <a:pt x="987775" y="42781"/>
                  <a:pt x="989809" y="42629"/>
                </a:cubicBezTo>
                <a:cubicBezTo>
                  <a:pt x="991843" y="42475"/>
                  <a:pt x="993521" y="42297"/>
                  <a:pt x="994843" y="42094"/>
                </a:cubicBezTo>
                <a:cubicBezTo>
                  <a:pt x="994131" y="47584"/>
                  <a:pt x="993673" y="53939"/>
                  <a:pt x="993470" y="61158"/>
                </a:cubicBezTo>
                <a:cubicBezTo>
                  <a:pt x="993267" y="68377"/>
                  <a:pt x="993165" y="76613"/>
                  <a:pt x="993165" y="85865"/>
                </a:cubicBezTo>
                <a:cubicBezTo>
                  <a:pt x="993165" y="92271"/>
                  <a:pt x="994258" y="96974"/>
                  <a:pt x="996444" y="99973"/>
                </a:cubicBezTo>
                <a:cubicBezTo>
                  <a:pt x="998630" y="102972"/>
                  <a:pt x="1001706" y="104471"/>
                  <a:pt x="1005671" y="104471"/>
                </a:cubicBezTo>
                <a:cubicBezTo>
                  <a:pt x="1010246" y="104471"/>
                  <a:pt x="1013601" y="102489"/>
                  <a:pt x="1015736" y="98525"/>
                </a:cubicBezTo>
                <a:cubicBezTo>
                  <a:pt x="1017871" y="94560"/>
                  <a:pt x="1018938" y="89069"/>
                  <a:pt x="1018938" y="82054"/>
                </a:cubicBezTo>
                <a:lnTo>
                  <a:pt x="1018938" y="75952"/>
                </a:lnTo>
                <a:cubicBezTo>
                  <a:pt x="1018938" y="69751"/>
                  <a:pt x="1018862" y="63930"/>
                  <a:pt x="1018710" y="58491"/>
                </a:cubicBezTo>
                <a:cubicBezTo>
                  <a:pt x="1018558" y="53050"/>
                  <a:pt x="1018228" y="47584"/>
                  <a:pt x="1017719" y="42094"/>
                </a:cubicBezTo>
                <a:cubicBezTo>
                  <a:pt x="1020566" y="42603"/>
                  <a:pt x="1024378" y="42857"/>
                  <a:pt x="1029157" y="42857"/>
                </a:cubicBezTo>
                <a:cubicBezTo>
                  <a:pt x="1031496" y="42857"/>
                  <a:pt x="1033632" y="42781"/>
                  <a:pt x="1035564" y="42629"/>
                </a:cubicBezTo>
                <a:cubicBezTo>
                  <a:pt x="1037495" y="42475"/>
                  <a:pt x="1039173" y="42297"/>
                  <a:pt x="1040597" y="42094"/>
                </a:cubicBezTo>
                <a:cubicBezTo>
                  <a:pt x="1040088" y="47584"/>
                  <a:pt x="1039757" y="53050"/>
                  <a:pt x="1039603" y="58491"/>
                </a:cubicBezTo>
                <a:cubicBezTo>
                  <a:pt x="1039451" y="63930"/>
                  <a:pt x="1039375" y="69751"/>
                  <a:pt x="1039375" y="75952"/>
                </a:cubicBezTo>
                <a:lnTo>
                  <a:pt x="1039375" y="82054"/>
                </a:lnTo>
                <a:cubicBezTo>
                  <a:pt x="1039375" y="88255"/>
                  <a:pt x="1039451" y="94100"/>
                  <a:pt x="1039603" y="99591"/>
                </a:cubicBezTo>
                <a:cubicBezTo>
                  <a:pt x="1039757" y="105082"/>
                  <a:pt x="1040088" y="110369"/>
                  <a:pt x="1040597" y="115453"/>
                </a:cubicBezTo>
                <a:cubicBezTo>
                  <a:pt x="1038766" y="115250"/>
                  <a:pt x="1036961" y="115148"/>
                  <a:pt x="1035182" y="115148"/>
                </a:cubicBezTo>
                <a:cubicBezTo>
                  <a:pt x="1033402" y="115148"/>
                  <a:pt x="1031598" y="115148"/>
                  <a:pt x="1029769" y="115148"/>
                </a:cubicBezTo>
                <a:cubicBezTo>
                  <a:pt x="1027938" y="115148"/>
                  <a:pt x="1026133" y="115148"/>
                  <a:pt x="1024354" y="115148"/>
                </a:cubicBezTo>
                <a:cubicBezTo>
                  <a:pt x="1022574" y="115148"/>
                  <a:pt x="1020667" y="115250"/>
                  <a:pt x="1018633" y="115453"/>
                </a:cubicBezTo>
                <a:lnTo>
                  <a:pt x="1019245" y="104471"/>
                </a:lnTo>
                <a:lnTo>
                  <a:pt x="1018938" y="104471"/>
                </a:lnTo>
                <a:close/>
                <a:moveTo>
                  <a:pt x="1076284" y="79003"/>
                </a:moveTo>
                <a:cubicBezTo>
                  <a:pt x="1076284" y="83069"/>
                  <a:pt x="1076691" y="86882"/>
                  <a:pt x="1077504" y="90441"/>
                </a:cubicBezTo>
                <a:cubicBezTo>
                  <a:pt x="1078318" y="94000"/>
                  <a:pt x="1079564" y="97075"/>
                  <a:pt x="1081241" y="99668"/>
                </a:cubicBezTo>
                <a:cubicBezTo>
                  <a:pt x="1082918" y="102260"/>
                  <a:pt x="1085053" y="104294"/>
                  <a:pt x="1087646" y="105770"/>
                </a:cubicBezTo>
                <a:cubicBezTo>
                  <a:pt x="1090240" y="107244"/>
                  <a:pt x="1093265" y="107980"/>
                  <a:pt x="1096721" y="107980"/>
                </a:cubicBezTo>
                <a:cubicBezTo>
                  <a:pt x="1103737" y="107980"/>
                  <a:pt x="1109990" y="105693"/>
                  <a:pt x="1115481" y="101118"/>
                </a:cubicBezTo>
                <a:lnTo>
                  <a:pt x="1117310" y="102491"/>
                </a:lnTo>
                <a:lnTo>
                  <a:pt x="1113954" y="111031"/>
                </a:lnTo>
                <a:cubicBezTo>
                  <a:pt x="1111413" y="112963"/>
                  <a:pt x="1108363" y="114513"/>
                  <a:pt x="1104804" y="115681"/>
                </a:cubicBezTo>
                <a:cubicBezTo>
                  <a:pt x="1101245" y="116851"/>
                  <a:pt x="1096568" y="117436"/>
                  <a:pt x="1090773" y="117436"/>
                </a:cubicBezTo>
                <a:cubicBezTo>
                  <a:pt x="1085792" y="117436"/>
                  <a:pt x="1081064" y="116749"/>
                  <a:pt x="1076589" y="115376"/>
                </a:cubicBezTo>
                <a:cubicBezTo>
                  <a:pt x="1072116" y="114005"/>
                  <a:pt x="1068176" y="111743"/>
                  <a:pt x="1064769" y="108590"/>
                </a:cubicBezTo>
                <a:cubicBezTo>
                  <a:pt x="1061364" y="105438"/>
                  <a:pt x="1058670" y="101447"/>
                  <a:pt x="1056687" y="96617"/>
                </a:cubicBezTo>
                <a:cubicBezTo>
                  <a:pt x="1054704" y="91787"/>
                  <a:pt x="1053713" y="86017"/>
                  <a:pt x="1053713" y="79307"/>
                </a:cubicBezTo>
                <a:cubicBezTo>
                  <a:pt x="1053713" y="72698"/>
                  <a:pt x="1054602" y="66954"/>
                  <a:pt x="1056380" y="62075"/>
                </a:cubicBezTo>
                <a:cubicBezTo>
                  <a:pt x="1058160" y="57194"/>
                  <a:pt x="1060626" y="53127"/>
                  <a:pt x="1063778" y="49873"/>
                </a:cubicBezTo>
                <a:cubicBezTo>
                  <a:pt x="1066931" y="46619"/>
                  <a:pt x="1070667" y="44178"/>
                  <a:pt x="1074988" y="42552"/>
                </a:cubicBezTo>
                <a:cubicBezTo>
                  <a:pt x="1079309" y="40925"/>
                  <a:pt x="1084011" y="40111"/>
                  <a:pt x="1089095" y="40111"/>
                </a:cubicBezTo>
                <a:cubicBezTo>
                  <a:pt x="1099161" y="40111"/>
                  <a:pt x="1106862" y="43060"/>
                  <a:pt x="1112199" y="48957"/>
                </a:cubicBezTo>
                <a:cubicBezTo>
                  <a:pt x="1117538" y="54854"/>
                  <a:pt x="1120207" y="63191"/>
                  <a:pt x="1120207" y="73969"/>
                </a:cubicBezTo>
                <a:lnTo>
                  <a:pt x="1120207" y="77173"/>
                </a:lnTo>
                <a:cubicBezTo>
                  <a:pt x="1120207" y="78087"/>
                  <a:pt x="1120157" y="78697"/>
                  <a:pt x="1120056" y="79003"/>
                </a:cubicBezTo>
                <a:lnTo>
                  <a:pt x="1076284" y="79003"/>
                </a:lnTo>
                <a:moveTo>
                  <a:pt x="1099772" y="72140"/>
                </a:moveTo>
                <a:cubicBezTo>
                  <a:pt x="1099568" y="64514"/>
                  <a:pt x="1098627" y="58414"/>
                  <a:pt x="1096950" y="53839"/>
                </a:cubicBezTo>
                <a:cubicBezTo>
                  <a:pt x="1095272" y="49262"/>
                  <a:pt x="1092451" y="46974"/>
                  <a:pt x="1088486" y="46974"/>
                </a:cubicBezTo>
                <a:cubicBezTo>
                  <a:pt x="1086248" y="46974"/>
                  <a:pt x="1084367" y="47736"/>
                  <a:pt x="1082842" y="49261"/>
                </a:cubicBezTo>
                <a:cubicBezTo>
                  <a:pt x="1081317" y="50787"/>
                  <a:pt x="1080097" y="52744"/>
                  <a:pt x="1079182" y="55135"/>
                </a:cubicBezTo>
                <a:cubicBezTo>
                  <a:pt x="1078266" y="57524"/>
                  <a:pt x="1077580" y="60219"/>
                  <a:pt x="1077122" y="63217"/>
                </a:cubicBezTo>
                <a:cubicBezTo>
                  <a:pt x="1076666" y="66216"/>
                  <a:pt x="1076387" y="69190"/>
                  <a:pt x="1076284" y="72140"/>
                </a:cubicBezTo>
                <a:lnTo>
                  <a:pt x="1099772" y="72140"/>
                </a:lnTo>
                <a:close/>
                <a:moveTo>
                  <a:pt x="1169317" y="73359"/>
                </a:moveTo>
                <a:lnTo>
                  <a:pt x="1169317" y="90136"/>
                </a:lnTo>
                <a:lnTo>
                  <a:pt x="1131343" y="90136"/>
                </a:lnTo>
                <a:lnTo>
                  <a:pt x="1131343" y="73359"/>
                </a:lnTo>
                <a:lnTo>
                  <a:pt x="1169317" y="73359"/>
                </a:lnTo>
                <a:close/>
                <a:moveTo>
                  <a:pt x="1184873" y="13269"/>
                </a:moveTo>
                <a:cubicBezTo>
                  <a:pt x="1184873" y="9914"/>
                  <a:pt x="1186042" y="7067"/>
                  <a:pt x="1188380" y="4729"/>
                </a:cubicBezTo>
                <a:cubicBezTo>
                  <a:pt x="1190720" y="2391"/>
                  <a:pt x="1193568" y="1222"/>
                  <a:pt x="1196923" y="1222"/>
                </a:cubicBezTo>
                <a:cubicBezTo>
                  <a:pt x="1200278" y="1222"/>
                  <a:pt x="1203124" y="2391"/>
                  <a:pt x="1205462" y="4729"/>
                </a:cubicBezTo>
                <a:cubicBezTo>
                  <a:pt x="1207801" y="7067"/>
                  <a:pt x="1208971" y="9914"/>
                  <a:pt x="1208971" y="13269"/>
                </a:cubicBezTo>
                <a:cubicBezTo>
                  <a:pt x="1208971" y="16625"/>
                  <a:pt x="1207801" y="19472"/>
                  <a:pt x="1205462" y="21810"/>
                </a:cubicBezTo>
                <a:cubicBezTo>
                  <a:pt x="1203124" y="24148"/>
                  <a:pt x="1200278" y="25317"/>
                  <a:pt x="1196923" y="25317"/>
                </a:cubicBezTo>
                <a:cubicBezTo>
                  <a:pt x="1193568" y="25317"/>
                  <a:pt x="1190720" y="24148"/>
                  <a:pt x="1188380" y="21810"/>
                </a:cubicBezTo>
                <a:cubicBezTo>
                  <a:pt x="1186042" y="19472"/>
                  <a:pt x="1184873" y="16625"/>
                  <a:pt x="1184873" y="13269"/>
                </a:cubicBezTo>
                <a:moveTo>
                  <a:pt x="1186705" y="75952"/>
                </a:moveTo>
                <a:cubicBezTo>
                  <a:pt x="1186705" y="69751"/>
                  <a:pt x="1186628" y="63930"/>
                  <a:pt x="1186474" y="58491"/>
                </a:cubicBezTo>
                <a:cubicBezTo>
                  <a:pt x="1186322" y="53050"/>
                  <a:pt x="1185992" y="47584"/>
                  <a:pt x="1185483" y="42094"/>
                </a:cubicBezTo>
                <a:cubicBezTo>
                  <a:pt x="1186907" y="42297"/>
                  <a:pt x="1188585" y="42475"/>
                  <a:pt x="1190517" y="42629"/>
                </a:cubicBezTo>
                <a:cubicBezTo>
                  <a:pt x="1192448" y="42781"/>
                  <a:pt x="1194584" y="42857"/>
                  <a:pt x="1196923" y="42857"/>
                </a:cubicBezTo>
                <a:cubicBezTo>
                  <a:pt x="1201702" y="42857"/>
                  <a:pt x="1205514" y="42603"/>
                  <a:pt x="1208361" y="42094"/>
                </a:cubicBezTo>
                <a:cubicBezTo>
                  <a:pt x="1207852" y="47584"/>
                  <a:pt x="1207521" y="53050"/>
                  <a:pt x="1207368" y="58491"/>
                </a:cubicBezTo>
                <a:cubicBezTo>
                  <a:pt x="1207216" y="63930"/>
                  <a:pt x="1207140" y="69751"/>
                  <a:pt x="1207140" y="75952"/>
                </a:cubicBezTo>
                <a:lnTo>
                  <a:pt x="1207140" y="82054"/>
                </a:lnTo>
                <a:cubicBezTo>
                  <a:pt x="1207140" y="88255"/>
                  <a:pt x="1207216" y="94100"/>
                  <a:pt x="1207368" y="99591"/>
                </a:cubicBezTo>
                <a:cubicBezTo>
                  <a:pt x="1207521" y="105082"/>
                  <a:pt x="1207852" y="110369"/>
                  <a:pt x="1208361" y="115453"/>
                </a:cubicBezTo>
                <a:cubicBezTo>
                  <a:pt x="1207039" y="115250"/>
                  <a:pt x="1205387" y="115148"/>
                  <a:pt x="1203404" y="115148"/>
                </a:cubicBezTo>
                <a:cubicBezTo>
                  <a:pt x="1201422" y="115148"/>
                  <a:pt x="1199261" y="115148"/>
                  <a:pt x="1196923" y="115148"/>
                </a:cubicBezTo>
                <a:cubicBezTo>
                  <a:pt x="1194584" y="115148"/>
                  <a:pt x="1192448" y="115148"/>
                  <a:pt x="1190517" y="115148"/>
                </a:cubicBezTo>
                <a:cubicBezTo>
                  <a:pt x="1188585" y="115148"/>
                  <a:pt x="1186907" y="115250"/>
                  <a:pt x="1185483" y="115453"/>
                </a:cubicBezTo>
                <a:cubicBezTo>
                  <a:pt x="1185992" y="110369"/>
                  <a:pt x="1186322" y="105082"/>
                  <a:pt x="1186474" y="99591"/>
                </a:cubicBezTo>
                <a:cubicBezTo>
                  <a:pt x="1186628" y="94100"/>
                  <a:pt x="1186705" y="88255"/>
                  <a:pt x="1186705" y="82054"/>
                </a:cubicBezTo>
                <a:lnTo>
                  <a:pt x="1186705" y="75952"/>
                </a:lnTo>
                <a:close/>
                <a:moveTo>
                  <a:pt x="1247863" y="53532"/>
                </a:moveTo>
                <a:cubicBezTo>
                  <a:pt x="1250710" y="49262"/>
                  <a:pt x="1254039" y="45958"/>
                  <a:pt x="1257851" y="43620"/>
                </a:cubicBezTo>
                <a:cubicBezTo>
                  <a:pt x="1261664" y="41281"/>
                  <a:pt x="1266011" y="40111"/>
                  <a:pt x="1270890" y="40111"/>
                </a:cubicBezTo>
                <a:cubicBezTo>
                  <a:pt x="1278517" y="40111"/>
                  <a:pt x="1284389" y="42323"/>
                  <a:pt x="1288507" y="46746"/>
                </a:cubicBezTo>
                <a:cubicBezTo>
                  <a:pt x="1292624" y="51169"/>
                  <a:pt x="1294683" y="58312"/>
                  <a:pt x="1294683" y="68174"/>
                </a:cubicBezTo>
                <a:cubicBezTo>
                  <a:pt x="1294683" y="73359"/>
                  <a:pt x="1294581" y="77934"/>
                  <a:pt x="1294378" y="81900"/>
                </a:cubicBezTo>
                <a:cubicBezTo>
                  <a:pt x="1294175" y="85865"/>
                  <a:pt x="1294073" y="89831"/>
                  <a:pt x="1294073" y="93796"/>
                </a:cubicBezTo>
                <a:cubicBezTo>
                  <a:pt x="1294073" y="97050"/>
                  <a:pt x="1294149" y="100583"/>
                  <a:pt x="1294301" y="104397"/>
                </a:cubicBezTo>
                <a:cubicBezTo>
                  <a:pt x="1294455" y="108209"/>
                  <a:pt x="1294633" y="111894"/>
                  <a:pt x="1294836" y="115453"/>
                </a:cubicBezTo>
                <a:cubicBezTo>
                  <a:pt x="1293515" y="115250"/>
                  <a:pt x="1291837" y="115148"/>
                  <a:pt x="1289803" y="115148"/>
                </a:cubicBezTo>
                <a:cubicBezTo>
                  <a:pt x="1287769" y="115148"/>
                  <a:pt x="1285633" y="115148"/>
                  <a:pt x="1283396" y="115148"/>
                </a:cubicBezTo>
                <a:cubicBezTo>
                  <a:pt x="1281161" y="115148"/>
                  <a:pt x="1279026" y="115148"/>
                  <a:pt x="1276992" y="115148"/>
                </a:cubicBezTo>
                <a:cubicBezTo>
                  <a:pt x="1274958" y="115148"/>
                  <a:pt x="1273280" y="115250"/>
                  <a:pt x="1271958" y="115453"/>
                </a:cubicBezTo>
                <a:cubicBezTo>
                  <a:pt x="1272670" y="110166"/>
                  <a:pt x="1273128" y="103938"/>
                  <a:pt x="1273331" y="96771"/>
                </a:cubicBezTo>
                <a:cubicBezTo>
                  <a:pt x="1273534" y="89603"/>
                  <a:pt x="1273636" y="81393"/>
                  <a:pt x="1273636" y="72140"/>
                </a:cubicBezTo>
                <a:cubicBezTo>
                  <a:pt x="1273636" y="65734"/>
                  <a:pt x="1272543" y="61031"/>
                  <a:pt x="1270357" y="58033"/>
                </a:cubicBezTo>
                <a:cubicBezTo>
                  <a:pt x="1268171" y="55032"/>
                  <a:pt x="1265095" y="53532"/>
                  <a:pt x="1261130" y="53532"/>
                </a:cubicBezTo>
                <a:cubicBezTo>
                  <a:pt x="1256555" y="53532"/>
                  <a:pt x="1253200" y="55515"/>
                  <a:pt x="1251065" y="59480"/>
                </a:cubicBezTo>
                <a:cubicBezTo>
                  <a:pt x="1248930" y="63446"/>
                  <a:pt x="1247863" y="68936"/>
                  <a:pt x="1247863" y="75952"/>
                </a:cubicBezTo>
                <a:lnTo>
                  <a:pt x="1247863" y="82054"/>
                </a:lnTo>
                <a:cubicBezTo>
                  <a:pt x="1247863" y="88255"/>
                  <a:pt x="1247939" y="94100"/>
                  <a:pt x="1248091" y="99591"/>
                </a:cubicBezTo>
                <a:cubicBezTo>
                  <a:pt x="1248243" y="105082"/>
                  <a:pt x="1248573" y="110369"/>
                  <a:pt x="1249082" y="115453"/>
                </a:cubicBezTo>
                <a:cubicBezTo>
                  <a:pt x="1247760" y="115250"/>
                  <a:pt x="1246108" y="115148"/>
                  <a:pt x="1244125" y="115148"/>
                </a:cubicBezTo>
                <a:cubicBezTo>
                  <a:pt x="1242142" y="115148"/>
                  <a:pt x="1239982" y="115148"/>
                  <a:pt x="1237644" y="115148"/>
                </a:cubicBezTo>
                <a:cubicBezTo>
                  <a:pt x="1235304" y="115148"/>
                  <a:pt x="1233169" y="115148"/>
                  <a:pt x="1231237" y="115148"/>
                </a:cubicBezTo>
                <a:cubicBezTo>
                  <a:pt x="1229306" y="115148"/>
                  <a:pt x="1227628" y="115250"/>
                  <a:pt x="1226204" y="115453"/>
                </a:cubicBezTo>
                <a:cubicBezTo>
                  <a:pt x="1226713" y="110369"/>
                  <a:pt x="1227043" y="105082"/>
                  <a:pt x="1227195" y="99591"/>
                </a:cubicBezTo>
                <a:cubicBezTo>
                  <a:pt x="1227349" y="94100"/>
                  <a:pt x="1227425" y="88255"/>
                  <a:pt x="1227425" y="82054"/>
                </a:cubicBezTo>
                <a:lnTo>
                  <a:pt x="1227425" y="75952"/>
                </a:lnTo>
                <a:cubicBezTo>
                  <a:pt x="1227425" y="69751"/>
                  <a:pt x="1227349" y="63930"/>
                  <a:pt x="1227195" y="58491"/>
                </a:cubicBezTo>
                <a:cubicBezTo>
                  <a:pt x="1227043" y="53050"/>
                  <a:pt x="1226713" y="47584"/>
                  <a:pt x="1226204" y="42094"/>
                </a:cubicBezTo>
                <a:cubicBezTo>
                  <a:pt x="1228034" y="42297"/>
                  <a:pt x="1229840" y="42475"/>
                  <a:pt x="1231619" y="42629"/>
                </a:cubicBezTo>
                <a:cubicBezTo>
                  <a:pt x="1233399" y="42781"/>
                  <a:pt x="1235203" y="42857"/>
                  <a:pt x="1237032" y="42857"/>
                </a:cubicBezTo>
                <a:cubicBezTo>
                  <a:pt x="1238863" y="42857"/>
                  <a:pt x="1240668" y="42781"/>
                  <a:pt x="1242447" y="42629"/>
                </a:cubicBezTo>
                <a:cubicBezTo>
                  <a:pt x="1244227" y="42475"/>
                  <a:pt x="1246134" y="42297"/>
                  <a:pt x="1248168" y="42094"/>
                </a:cubicBezTo>
                <a:lnTo>
                  <a:pt x="1247555" y="53532"/>
                </a:lnTo>
                <a:lnTo>
                  <a:pt x="1247863" y="53532"/>
                </a:lnTo>
                <a:close/>
                <a:moveTo>
                  <a:pt x="1351112" y="42857"/>
                </a:moveTo>
                <a:cubicBezTo>
                  <a:pt x="1351011" y="43670"/>
                  <a:pt x="1350910" y="44382"/>
                  <a:pt x="1350807" y="44993"/>
                </a:cubicBezTo>
                <a:cubicBezTo>
                  <a:pt x="1350706" y="45603"/>
                  <a:pt x="1350656" y="46263"/>
                  <a:pt x="1350656" y="46974"/>
                </a:cubicBezTo>
                <a:cubicBezTo>
                  <a:pt x="1350656" y="47585"/>
                  <a:pt x="1350706" y="48221"/>
                  <a:pt x="1350807" y="48882"/>
                </a:cubicBezTo>
                <a:cubicBezTo>
                  <a:pt x="1350910" y="49543"/>
                  <a:pt x="1351011" y="50178"/>
                  <a:pt x="1351112" y="50788"/>
                </a:cubicBezTo>
                <a:lnTo>
                  <a:pt x="1336777" y="50483"/>
                </a:lnTo>
                <a:lnTo>
                  <a:pt x="1336777" y="63141"/>
                </a:lnTo>
                <a:cubicBezTo>
                  <a:pt x="1336777" y="73106"/>
                  <a:pt x="1336878" y="82257"/>
                  <a:pt x="1337081" y="90594"/>
                </a:cubicBezTo>
                <a:cubicBezTo>
                  <a:pt x="1337285" y="98932"/>
                  <a:pt x="1337590" y="107218"/>
                  <a:pt x="1337996" y="115453"/>
                </a:cubicBezTo>
                <a:cubicBezTo>
                  <a:pt x="1336674" y="115250"/>
                  <a:pt x="1334996" y="115148"/>
                  <a:pt x="1332962" y="115148"/>
                </a:cubicBezTo>
                <a:cubicBezTo>
                  <a:pt x="1330930" y="115148"/>
                  <a:pt x="1328795" y="115148"/>
                  <a:pt x="1326558" y="115148"/>
                </a:cubicBezTo>
                <a:cubicBezTo>
                  <a:pt x="1324321" y="115148"/>
                  <a:pt x="1322185" y="115148"/>
                  <a:pt x="1320151" y="115148"/>
                </a:cubicBezTo>
                <a:cubicBezTo>
                  <a:pt x="1318119" y="115148"/>
                  <a:pt x="1316442" y="115250"/>
                  <a:pt x="1315120" y="115453"/>
                </a:cubicBezTo>
                <a:cubicBezTo>
                  <a:pt x="1315527" y="107218"/>
                  <a:pt x="1315831" y="98932"/>
                  <a:pt x="1316035" y="90594"/>
                </a:cubicBezTo>
                <a:cubicBezTo>
                  <a:pt x="1316238" y="82257"/>
                  <a:pt x="1316339" y="73106"/>
                  <a:pt x="1316339" y="63141"/>
                </a:cubicBezTo>
                <a:lnTo>
                  <a:pt x="1316339" y="50634"/>
                </a:lnTo>
                <a:lnTo>
                  <a:pt x="1305665" y="50788"/>
                </a:lnTo>
                <a:cubicBezTo>
                  <a:pt x="1305969" y="49567"/>
                  <a:pt x="1306121" y="48296"/>
                  <a:pt x="1306121" y="46974"/>
                </a:cubicBezTo>
                <a:cubicBezTo>
                  <a:pt x="1306121" y="45754"/>
                  <a:pt x="1305969" y="44382"/>
                  <a:pt x="1305665" y="42857"/>
                </a:cubicBezTo>
                <a:lnTo>
                  <a:pt x="1316339" y="43316"/>
                </a:lnTo>
                <a:cubicBezTo>
                  <a:pt x="1317357" y="37113"/>
                  <a:pt x="1318629" y="31368"/>
                  <a:pt x="1320154" y="26081"/>
                </a:cubicBezTo>
                <a:cubicBezTo>
                  <a:pt x="1321679" y="20793"/>
                  <a:pt x="1323686" y="16218"/>
                  <a:pt x="1326176" y="12355"/>
                </a:cubicBezTo>
                <a:cubicBezTo>
                  <a:pt x="1328668" y="8490"/>
                  <a:pt x="1331795" y="5465"/>
                  <a:pt x="1335557" y="3279"/>
                </a:cubicBezTo>
                <a:cubicBezTo>
                  <a:pt x="1339319" y="1093"/>
                  <a:pt x="1343945" y="0"/>
                  <a:pt x="1349434" y="0"/>
                </a:cubicBezTo>
                <a:cubicBezTo>
                  <a:pt x="1351164" y="0"/>
                  <a:pt x="1353300" y="254"/>
                  <a:pt x="1355841" y="763"/>
                </a:cubicBezTo>
                <a:cubicBezTo>
                  <a:pt x="1355535" y="2391"/>
                  <a:pt x="1355357" y="4602"/>
                  <a:pt x="1355306" y="7398"/>
                </a:cubicBezTo>
                <a:cubicBezTo>
                  <a:pt x="1355256" y="10194"/>
                  <a:pt x="1355231" y="12913"/>
                  <a:pt x="1355231" y="15557"/>
                </a:cubicBezTo>
                <a:lnTo>
                  <a:pt x="1355231" y="20591"/>
                </a:lnTo>
                <a:lnTo>
                  <a:pt x="1353400" y="21200"/>
                </a:lnTo>
                <a:cubicBezTo>
                  <a:pt x="1351367" y="20082"/>
                  <a:pt x="1349029" y="19065"/>
                  <a:pt x="1346385" y="18150"/>
                </a:cubicBezTo>
                <a:cubicBezTo>
                  <a:pt x="1343742" y="17234"/>
                  <a:pt x="1341200" y="16777"/>
                  <a:pt x="1338759" y="16777"/>
                </a:cubicBezTo>
                <a:cubicBezTo>
                  <a:pt x="1335810" y="16777"/>
                  <a:pt x="1333547" y="17260"/>
                  <a:pt x="1331971" y="18226"/>
                </a:cubicBezTo>
                <a:cubicBezTo>
                  <a:pt x="1330396" y="19191"/>
                  <a:pt x="1329609" y="20894"/>
                  <a:pt x="1329609" y="23334"/>
                </a:cubicBezTo>
                <a:cubicBezTo>
                  <a:pt x="1329609" y="25674"/>
                  <a:pt x="1330295" y="28674"/>
                  <a:pt x="1331666" y="32334"/>
                </a:cubicBezTo>
                <a:cubicBezTo>
                  <a:pt x="1333039" y="35993"/>
                  <a:pt x="1334743" y="39603"/>
                  <a:pt x="1336777" y="43162"/>
                </a:cubicBezTo>
                <a:lnTo>
                  <a:pt x="1351112" y="42857"/>
                </a:lnTo>
                <a:close/>
                <a:moveTo>
                  <a:pt x="1408153" y="75191"/>
                </a:moveTo>
                <a:cubicBezTo>
                  <a:pt x="1408153" y="66242"/>
                  <a:pt x="1407034" y="59302"/>
                  <a:pt x="1404797" y="54372"/>
                </a:cubicBezTo>
                <a:cubicBezTo>
                  <a:pt x="1402560" y="49440"/>
                  <a:pt x="1398849" y="46974"/>
                  <a:pt x="1393664" y="46974"/>
                </a:cubicBezTo>
                <a:cubicBezTo>
                  <a:pt x="1388986" y="46974"/>
                  <a:pt x="1385300" y="49719"/>
                  <a:pt x="1382605" y="55210"/>
                </a:cubicBezTo>
                <a:cubicBezTo>
                  <a:pt x="1379912" y="60700"/>
                  <a:pt x="1378565" y="69292"/>
                  <a:pt x="1378565" y="80985"/>
                </a:cubicBezTo>
                <a:cubicBezTo>
                  <a:pt x="1378565" y="85255"/>
                  <a:pt x="1378819" y="89220"/>
                  <a:pt x="1379326" y="92882"/>
                </a:cubicBezTo>
                <a:cubicBezTo>
                  <a:pt x="1379835" y="96542"/>
                  <a:pt x="1380674" y="99719"/>
                  <a:pt x="1381844" y="102414"/>
                </a:cubicBezTo>
                <a:cubicBezTo>
                  <a:pt x="1383014" y="105107"/>
                  <a:pt x="1384539" y="107217"/>
                  <a:pt x="1386419" y="108744"/>
                </a:cubicBezTo>
                <a:cubicBezTo>
                  <a:pt x="1388301" y="110269"/>
                  <a:pt x="1390665" y="111031"/>
                  <a:pt x="1393512" y="111031"/>
                </a:cubicBezTo>
                <a:cubicBezTo>
                  <a:pt x="1403272" y="111031"/>
                  <a:pt x="1408153" y="99084"/>
                  <a:pt x="1408153" y="75191"/>
                </a:cubicBezTo>
                <a:moveTo>
                  <a:pt x="1355994" y="80832"/>
                </a:moveTo>
                <a:cubicBezTo>
                  <a:pt x="1355994" y="74019"/>
                  <a:pt x="1357036" y="68072"/>
                  <a:pt x="1359119" y="62989"/>
                </a:cubicBezTo>
                <a:cubicBezTo>
                  <a:pt x="1361204" y="57905"/>
                  <a:pt x="1363975" y="53661"/>
                  <a:pt x="1367432" y="50255"/>
                </a:cubicBezTo>
                <a:cubicBezTo>
                  <a:pt x="1370888" y="46848"/>
                  <a:pt x="1374879" y="44306"/>
                  <a:pt x="1379403" y="42629"/>
                </a:cubicBezTo>
                <a:cubicBezTo>
                  <a:pt x="1383928" y="40950"/>
                  <a:pt x="1388580" y="40111"/>
                  <a:pt x="1393359" y="40111"/>
                </a:cubicBezTo>
                <a:cubicBezTo>
                  <a:pt x="1405255" y="40111"/>
                  <a:pt x="1414457" y="43467"/>
                  <a:pt x="1420964" y="50178"/>
                </a:cubicBezTo>
                <a:cubicBezTo>
                  <a:pt x="1427470" y="56888"/>
                  <a:pt x="1430724" y="65988"/>
                  <a:pt x="1430724" y="77478"/>
                </a:cubicBezTo>
                <a:cubicBezTo>
                  <a:pt x="1430724" y="83679"/>
                  <a:pt x="1429808" y="89272"/>
                  <a:pt x="1427978" y="94255"/>
                </a:cubicBezTo>
                <a:cubicBezTo>
                  <a:pt x="1426149" y="99237"/>
                  <a:pt x="1423582" y="103481"/>
                  <a:pt x="1420277" y="106989"/>
                </a:cubicBezTo>
                <a:cubicBezTo>
                  <a:pt x="1416973" y="110497"/>
                  <a:pt x="1413033" y="113115"/>
                  <a:pt x="1408457" y="114843"/>
                </a:cubicBezTo>
                <a:cubicBezTo>
                  <a:pt x="1403882" y="116572"/>
                  <a:pt x="1398849" y="117436"/>
                  <a:pt x="1393359" y="117436"/>
                </a:cubicBezTo>
                <a:cubicBezTo>
                  <a:pt x="1388784" y="117436"/>
                  <a:pt x="1384284" y="116825"/>
                  <a:pt x="1379861" y="115604"/>
                </a:cubicBezTo>
                <a:cubicBezTo>
                  <a:pt x="1375438" y="114385"/>
                  <a:pt x="1371447" y="112327"/>
                  <a:pt x="1367888" y="109430"/>
                </a:cubicBezTo>
                <a:cubicBezTo>
                  <a:pt x="1364330" y="106532"/>
                  <a:pt x="1361459" y="102744"/>
                  <a:pt x="1359273" y="98067"/>
                </a:cubicBezTo>
                <a:cubicBezTo>
                  <a:pt x="1357087" y="93389"/>
                  <a:pt x="1355994" y="87644"/>
                  <a:pt x="1355994" y="80832"/>
                </a:cubicBezTo>
                <a:close/>
                <a:moveTo>
                  <a:pt x="1465804" y="61007"/>
                </a:moveTo>
                <a:cubicBezTo>
                  <a:pt x="1468447" y="53991"/>
                  <a:pt x="1471649" y="48831"/>
                  <a:pt x="1475410" y="45526"/>
                </a:cubicBezTo>
                <a:cubicBezTo>
                  <a:pt x="1479172" y="42222"/>
                  <a:pt x="1483647" y="40569"/>
                  <a:pt x="1488833" y="40569"/>
                </a:cubicBezTo>
                <a:cubicBezTo>
                  <a:pt x="1489341" y="40569"/>
                  <a:pt x="1489772" y="40595"/>
                  <a:pt x="1490127" y="40646"/>
                </a:cubicBezTo>
                <a:cubicBezTo>
                  <a:pt x="1490484" y="40696"/>
                  <a:pt x="1490866" y="40721"/>
                  <a:pt x="1491272" y="40721"/>
                </a:cubicBezTo>
                <a:cubicBezTo>
                  <a:pt x="1490966" y="42246"/>
                  <a:pt x="1490738" y="43873"/>
                  <a:pt x="1490586" y="45603"/>
                </a:cubicBezTo>
                <a:cubicBezTo>
                  <a:pt x="1490434" y="47331"/>
                  <a:pt x="1490358" y="49365"/>
                  <a:pt x="1490358" y="51703"/>
                </a:cubicBezTo>
                <a:lnTo>
                  <a:pt x="1490358" y="56583"/>
                </a:lnTo>
                <a:cubicBezTo>
                  <a:pt x="1490358" y="57396"/>
                  <a:pt x="1490358" y="58260"/>
                  <a:pt x="1490358" y="59175"/>
                </a:cubicBezTo>
                <a:cubicBezTo>
                  <a:pt x="1490358" y="60091"/>
                  <a:pt x="1490408" y="60955"/>
                  <a:pt x="1490509" y="61768"/>
                </a:cubicBezTo>
                <a:lnTo>
                  <a:pt x="1489138" y="62989"/>
                </a:lnTo>
                <a:cubicBezTo>
                  <a:pt x="1488120" y="62378"/>
                  <a:pt x="1486976" y="61869"/>
                  <a:pt x="1485706" y="61463"/>
                </a:cubicBezTo>
                <a:cubicBezTo>
                  <a:pt x="1484435" y="61056"/>
                  <a:pt x="1482986" y="60853"/>
                  <a:pt x="1481358" y="60853"/>
                </a:cubicBezTo>
                <a:cubicBezTo>
                  <a:pt x="1476783" y="60853"/>
                  <a:pt x="1473174" y="62353"/>
                  <a:pt x="1470530" y="65354"/>
                </a:cubicBezTo>
                <a:cubicBezTo>
                  <a:pt x="1467886" y="68353"/>
                  <a:pt x="1466565" y="71885"/>
                  <a:pt x="1466565" y="75952"/>
                </a:cubicBezTo>
                <a:lnTo>
                  <a:pt x="1466565" y="82054"/>
                </a:lnTo>
                <a:cubicBezTo>
                  <a:pt x="1466565" y="88255"/>
                  <a:pt x="1466641" y="94100"/>
                  <a:pt x="1466793" y="99591"/>
                </a:cubicBezTo>
                <a:cubicBezTo>
                  <a:pt x="1466946" y="105082"/>
                  <a:pt x="1467277" y="110369"/>
                  <a:pt x="1467786" y="115453"/>
                </a:cubicBezTo>
                <a:cubicBezTo>
                  <a:pt x="1466465" y="115250"/>
                  <a:pt x="1464812" y="115148"/>
                  <a:pt x="1462830" y="115148"/>
                </a:cubicBezTo>
                <a:cubicBezTo>
                  <a:pt x="1460847" y="115148"/>
                  <a:pt x="1458686" y="115148"/>
                  <a:pt x="1456346" y="115148"/>
                </a:cubicBezTo>
                <a:cubicBezTo>
                  <a:pt x="1454008" y="115148"/>
                  <a:pt x="1451873" y="115148"/>
                  <a:pt x="1449942" y="115148"/>
                </a:cubicBezTo>
                <a:cubicBezTo>
                  <a:pt x="1448010" y="115148"/>
                  <a:pt x="1446332" y="115250"/>
                  <a:pt x="1444908" y="115453"/>
                </a:cubicBezTo>
                <a:cubicBezTo>
                  <a:pt x="1445417" y="110369"/>
                  <a:pt x="1445747" y="105082"/>
                  <a:pt x="1445899" y="99591"/>
                </a:cubicBezTo>
                <a:cubicBezTo>
                  <a:pt x="1446051" y="94100"/>
                  <a:pt x="1446127" y="88255"/>
                  <a:pt x="1446127" y="82054"/>
                </a:cubicBezTo>
                <a:lnTo>
                  <a:pt x="1446127" y="75952"/>
                </a:lnTo>
                <a:cubicBezTo>
                  <a:pt x="1446127" y="69751"/>
                  <a:pt x="1446051" y="63930"/>
                  <a:pt x="1445899" y="58491"/>
                </a:cubicBezTo>
                <a:cubicBezTo>
                  <a:pt x="1445747" y="53050"/>
                  <a:pt x="1445417" y="47584"/>
                  <a:pt x="1444908" y="42094"/>
                </a:cubicBezTo>
                <a:cubicBezTo>
                  <a:pt x="1446636" y="42297"/>
                  <a:pt x="1448390" y="42475"/>
                  <a:pt x="1450170" y="42629"/>
                </a:cubicBezTo>
                <a:cubicBezTo>
                  <a:pt x="1451949" y="42781"/>
                  <a:pt x="1453703" y="42857"/>
                  <a:pt x="1455431" y="42857"/>
                </a:cubicBezTo>
                <a:cubicBezTo>
                  <a:pt x="1457160" y="42857"/>
                  <a:pt x="1458914" y="42781"/>
                  <a:pt x="1460693" y="42629"/>
                </a:cubicBezTo>
                <a:cubicBezTo>
                  <a:pt x="1462473" y="42475"/>
                  <a:pt x="1464227" y="42297"/>
                  <a:pt x="1465955" y="42094"/>
                </a:cubicBezTo>
                <a:lnTo>
                  <a:pt x="1465499" y="60702"/>
                </a:lnTo>
                <a:lnTo>
                  <a:pt x="1465804" y="61007"/>
                </a:lnTo>
                <a:close/>
                <a:moveTo>
                  <a:pt x="1524368" y="53532"/>
                </a:moveTo>
                <a:cubicBezTo>
                  <a:pt x="1527215" y="49262"/>
                  <a:pt x="1530544" y="45958"/>
                  <a:pt x="1534356" y="43620"/>
                </a:cubicBezTo>
                <a:cubicBezTo>
                  <a:pt x="1538169" y="41281"/>
                  <a:pt x="1542517" y="40111"/>
                  <a:pt x="1547397" y="40111"/>
                </a:cubicBezTo>
                <a:cubicBezTo>
                  <a:pt x="1551973" y="40111"/>
                  <a:pt x="1555912" y="41357"/>
                  <a:pt x="1559217" y="43848"/>
                </a:cubicBezTo>
                <a:cubicBezTo>
                  <a:pt x="1562522" y="46340"/>
                  <a:pt x="1565088" y="49924"/>
                  <a:pt x="1566918" y="54600"/>
                </a:cubicBezTo>
                <a:cubicBezTo>
                  <a:pt x="1569969" y="49924"/>
                  <a:pt x="1573528" y="46340"/>
                  <a:pt x="1577595" y="43848"/>
                </a:cubicBezTo>
                <a:cubicBezTo>
                  <a:pt x="1581661" y="41357"/>
                  <a:pt x="1585983" y="40111"/>
                  <a:pt x="1590559" y="40111"/>
                </a:cubicBezTo>
                <a:cubicBezTo>
                  <a:pt x="1598185" y="40111"/>
                  <a:pt x="1604056" y="42323"/>
                  <a:pt x="1608174" y="46746"/>
                </a:cubicBezTo>
                <a:cubicBezTo>
                  <a:pt x="1612291" y="51169"/>
                  <a:pt x="1614350" y="58312"/>
                  <a:pt x="1614350" y="68174"/>
                </a:cubicBezTo>
                <a:cubicBezTo>
                  <a:pt x="1614350" y="73359"/>
                  <a:pt x="1614248" y="77934"/>
                  <a:pt x="1614045" y="81900"/>
                </a:cubicBezTo>
                <a:cubicBezTo>
                  <a:pt x="1613842" y="85865"/>
                  <a:pt x="1613740" y="89831"/>
                  <a:pt x="1613740" y="93796"/>
                </a:cubicBezTo>
                <a:cubicBezTo>
                  <a:pt x="1613740" y="97050"/>
                  <a:pt x="1613816" y="100583"/>
                  <a:pt x="1613968" y="104397"/>
                </a:cubicBezTo>
                <a:cubicBezTo>
                  <a:pt x="1614122" y="108209"/>
                  <a:pt x="1614300" y="111894"/>
                  <a:pt x="1614503" y="115453"/>
                </a:cubicBezTo>
                <a:cubicBezTo>
                  <a:pt x="1613182" y="115250"/>
                  <a:pt x="1611504" y="115148"/>
                  <a:pt x="1609470" y="115148"/>
                </a:cubicBezTo>
                <a:cubicBezTo>
                  <a:pt x="1607436" y="115148"/>
                  <a:pt x="1605300" y="115148"/>
                  <a:pt x="1603063" y="115148"/>
                </a:cubicBezTo>
                <a:cubicBezTo>
                  <a:pt x="1600828" y="115148"/>
                  <a:pt x="1598693" y="115148"/>
                  <a:pt x="1596659" y="115148"/>
                </a:cubicBezTo>
                <a:cubicBezTo>
                  <a:pt x="1594625" y="115148"/>
                  <a:pt x="1592947" y="115250"/>
                  <a:pt x="1591625" y="115453"/>
                </a:cubicBezTo>
                <a:cubicBezTo>
                  <a:pt x="1592337" y="110166"/>
                  <a:pt x="1592795" y="103938"/>
                  <a:pt x="1592998" y="96771"/>
                </a:cubicBezTo>
                <a:cubicBezTo>
                  <a:pt x="1593201" y="89603"/>
                  <a:pt x="1593303" y="81393"/>
                  <a:pt x="1593303" y="72140"/>
                </a:cubicBezTo>
                <a:cubicBezTo>
                  <a:pt x="1593303" y="65734"/>
                  <a:pt x="1592236" y="61031"/>
                  <a:pt x="1590101" y="58033"/>
                </a:cubicBezTo>
                <a:cubicBezTo>
                  <a:pt x="1587966" y="55032"/>
                  <a:pt x="1584966" y="53532"/>
                  <a:pt x="1581102" y="53532"/>
                </a:cubicBezTo>
                <a:cubicBezTo>
                  <a:pt x="1578661" y="53532"/>
                  <a:pt x="1576653" y="54091"/>
                  <a:pt x="1575077" y="55210"/>
                </a:cubicBezTo>
                <a:cubicBezTo>
                  <a:pt x="1573502" y="56328"/>
                  <a:pt x="1572257" y="57777"/>
                  <a:pt x="1571342" y="59557"/>
                </a:cubicBezTo>
                <a:cubicBezTo>
                  <a:pt x="1570426" y="61336"/>
                  <a:pt x="1569816" y="63243"/>
                  <a:pt x="1569510" y="65277"/>
                </a:cubicBezTo>
                <a:cubicBezTo>
                  <a:pt x="1569206" y="67309"/>
                  <a:pt x="1569054" y="69241"/>
                  <a:pt x="1569054" y="71072"/>
                </a:cubicBezTo>
                <a:lnTo>
                  <a:pt x="1569054" y="82054"/>
                </a:lnTo>
                <a:cubicBezTo>
                  <a:pt x="1569054" y="88255"/>
                  <a:pt x="1569130" y="94100"/>
                  <a:pt x="1569282" y="99591"/>
                </a:cubicBezTo>
                <a:cubicBezTo>
                  <a:pt x="1569436" y="105082"/>
                  <a:pt x="1569766" y="110369"/>
                  <a:pt x="1570273" y="115453"/>
                </a:cubicBezTo>
                <a:cubicBezTo>
                  <a:pt x="1568952" y="115250"/>
                  <a:pt x="1567299" y="115148"/>
                  <a:pt x="1565317" y="115148"/>
                </a:cubicBezTo>
                <a:cubicBezTo>
                  <a:pt x="1563334" y="115148"/>
                  <a:pt x="1561173" y="115148"/>
                  <a:pt x="1558835" y="115148"/>
                </a:cubicBezTo>
                <a:cubicBezTo>
                  <a:pt x="1556497" y="115148"/>
                  <a:pt x="1554362" y="115148"/>
                  <a:pt x="1552429" y="115148"/>
                </a:cubicBezTo>
                <a:cubicBezTo>
                  <a:pt x="1550497" y="115148"/>
                  <a:pt x="1548820" y="115250"/>
                  <a:pt x="1547397" y="115453"/>
                </a:cubicBezTo>
                <a:cubicBezTo>
                  <a:pt x="1547906" y="110369"/>
                  <a:pt x="1548237" y="105082"/>
                  <a:pt x="1548389" y="99591"/>
                </a:cubicBezTo>
                <a:cubicBezTo>
                  <a:pt x="1548541" y="94100"/>
                  <a:pt x="1548617" y="88255"/>
                  <a:pt x="1548617" y="82054"/>
                </a:cubicBezTo>
                <a:lnTo>
                  <a:pt x="1548617" y="72750"/>
                </a:lnTo>
                <a:cubicBezTo>
                  <a:pt x="1548617" y="66649"/>
                  <a:pt x="1547854" y="61921"/>
                  <a:pt x="1546329" y="58565"/>
                </a:cubicBezTo>
                <a:cubicBezTo>
                  <a:pt x="1544804" y="55210"/>
                  <a:pt x="1541907" y="53532"/>
                  <a:pt x="1537637" y="53532"/>
                </a:cubicBezTo>
                <a:cubicBezTo>
                  <a:pt x="1533060" y="53532"/>
                  <a:pt x="1529705" y="55515"/>
                  <a:pt x="1527570" y="59480"/>
                </a:cubicBezTo>
                <a:cubicBezTo>
                  <a:pt x="1525435" y="63446"/>
                  <a:pt x="1524368" y="68936"/>
                  <a:pt x="1524368" y="75952"/>
                </a:cubicBezTo>
                <a:lnTo>
                  <a:pt x="1524368" y="82054"/>
                </a:lnTo>
                <a:cubicBezTo>
                  <a:pt x="1524368" y="88255"/>
                  <a:pt x="1524444" y="94100"/>
                  <a:pt x="1524596" y="99591"/>
                </a:cubicBezTo>
                <a:cubicBezTo>
                  <a:pt x="1524749" y="105082"/>
                  <a:pt x="1525080" y="110369"/>
                  <a:pt x="1525587" y="115453"/>
                </a:cubicBezTo>
                <a:cubicBezTo>
                  <a:pt x="1524265" y="115250"/>
                  <a:pt x="1522613" y="115148"/>
                  <a:pt x="1520630" y="115148"/>
                </a:cubicBezTo>
                <a:cubicBezTo>
                  <a:pt x="1518648" y="115148"/>
                  <a:pt x="1516487" y="115148"/>
                  <a:pt x="1514149" y="115148"/>
                </a:cubicBezTo>
                <a:cubicBezTo>
                  <a:pt x="1511811" y="115148"/>
                  <a:pt x="1509676" y="115148"/>
                  <a:pt x="1507742" y="115148"/>
                </a:cubicBezTo>
                <a:cubicBezTo>
                  <a:pt x="1505811" y="115148"/>
                  <a:pt x="1504134" y="115250"/>
                  <a:pt x="1502711" y="115453"/>
                </a:cubicBezTo>
                <a:cubicBezTo>
                  <a:pt x="1503218" y="110369"/>
                  <a:pt x="1503548" y="105082"/>
                  <a:pt x="1503700" y="99591"/>
                </a:cubicBezTo>
                <a:cubicBezTo>
                  <a:pt x="1503854" y="94100"/>
                  <a:pt x="1503931" y="88255"/>
                  <a:pt x="1503931" y="82054"/>
                </a:cubicBezTo>
                <a:lnTo>
                  <a:pt x="1503931" y="75952"/>
                </a:lnTo>
                <a:cubicBezTo>
                  <a:pt x="1503931" y="69751"/>
                  <a:pt x="1503854" y="63930"/>
                  <a:pt x="1503700" y="58491"/>
                </a:cubicBezTo>
                <a:cubicBezTo>
                  <a:pt x="1503548" y="53050"/>
                  <a:pt x="1503218" y="47584"/>
                  <a:pt x="1502711" y="42094"/>
                </a:cubicBezTo>
                <a:cubicBezTo>
                  <a:pt x="1504540" y="42297"/>
                  <a:pt x="1506345" y="42475"/>
                  <a:pt x="1508124" y="42629"/>
                </a:cubicBezTo>
                <a:cubicBezTo>
                  <a:pt x="1509904" y="42781"/>
                  <a:pt x="1511709" y="42857"/>
                  <a:pt x="1513539" y="42857"/>
                </a:cubicBezTo>
                <a:cubicBezTo>
                  <a:pt x="1515370" y="42857"/>
                  <a:pt x="1517174" y="42781"/>
                  <a:pt x="1518952" y="42629"/>
                </a:cubicBezTo>
                <a:cubicBezTo>
                  <a:pt x="1520732" y="42475"/>
                  <a:pt x="1522639" y="42297"/>
                  <a:pt x="1524673" y="42094"/>
                </a:cubicBezTo>
                <a:lnTo>
                  <a:pt x="1524063" y="53532"/>
                </a:lnTo>
                <a:lnTo>
                  <a:pt x="1524368" y="53532"/>
                </a:lnTo>
                <a:close/>
                <a:moveTo>
                  <a:pt x="1649733" y="79003"/>
                </a:moveTo>
                <a:cubicBezTo>
                  <a:pt x="1649733" y="83069"/>
                  <a:pt x="1650140" y="86882"/>
                  <a:pt x="1650953" y="90441"/>
                </a:cubicBezTo>
                <a:cubicBezTo>
                  <a:pt x="1651767" y="94000"/>
                  <a:pt x="1653013" y="97075"/>
                  <a:pt x="1654690" y="99668"/>
                </a:cubicBezTo>
                <a:cubicBezTo>
                  <a:pt x="1656367" y="102260"/>
                  <a:pt x="1658502" y="104294"/>
                  <a:pt x="1661095" y="105770"/>
                </a:cubicBezTo>
                <a:cubicBezTo>
                  <a:pt x="1663689" y="107244"/>
                  <a:pt x="1666714" y="107980"/>
                  <a:pt x="1670171" y="107980"/>
                </a:cubicBezTo>
                <a:cubicBezTo>
                  <a:pt x="1677186" y="107980"/>
                  <a:pt x="1683439" y="105693"/>
                  <a:pt x="1688930" y="101118"/>
                </a:cubicBezTo>
                <a:lnTo>
                  <a:pt x="1690759" y="102491"/>
                </a:lnTo>
                <a:lnTo>
                  <a:pt x="1687403" y="111031"/>
                </a:lnTo>
                <a:cubicBezTo>
                  <a:pt x="1684862" y="112963"/>
                  <a:pt x="1681812" y="114513"/>
                  <a:pt x="1678253" y="115681"/>
                </a:cubicBezTo>
                <a:cubicBezTo>
                  <a:pt x="1674694" y="116851"/>
                  <a:pt x="1670017" y="117436"/>
                  <a:pt x="1664222" y="117436"/>
                </a:cubicBezTo>
                <a:cubicBezTo>
                  <a:pt x="1659241" y="117436"/>
                  <a:pt x="1654513" y="116749"/>
                  <a:pt x="1650038" y="115376"/>
                </a:cubicBezTo>
                <a:cubicBezTo>
                  <a:pt x="1645565" y="114005"/>
                  <a:pt x="1641626" y="111743"/>
                  <a:pt x="1638219" y="108590"/>
                </a:cubicBezTo>
                <a:cubicBezTo>
                  <a:pt x="1634813" y="105438"/>
                  <a:pt x="1632119" y="101447"/>
                  <a:pt x="1630136" y="96617"/>
                </a:cubicBezTo>
                <a:cubicBezTo>
                  <a:pt x="1628154" y="91787"/>
                  <a:pt x="1627162" y="86017"/>
                  <a:pt x="1627162" y="79307"/>
                </a:cubicBezTo>
                <a:cubicBezTo>
                  <a:pt x="1627162" y="72698"/>
                  <a:pt x="1628051" y="66954"/>
                  <a:pt x="1629829" y="62075"/>
                </a:cubicBezTo>
                <a:cubicBezTo>
                  <a:pt x="1631609" y="57194"/>
                  <a:pt x="1634075" y="53127"/>
                  <a:pt x="1637227" y="49873"/>
                </a:cubicBezTo>
                <a:cubicBezTo>
                  <a:pt x="1640380" y="46619"/>
                  <a:pt x="1644116" y="44178"/>
                  <a:pt x="1648437" y="42552"/>
                </a:cubicBezTo>
                <a:cubicBezTo>
                  <a:pt x="1652758" y="40925"/>
                  <a:pt x="1657460" y="40111"/>
                  <a:pt x="1662544" y="40111"/>
                </a:cubicBezTo>
                <a:cubicBezTo>
                  <a:pt x="1672610" y="40111"/>
                  <a:pt x="1680312" y="43060"/>
                  <a:pt x="1685649" y="48957"/>
                </a:cubicBezTo>
                <a:cubicBezTo>
                  <a:pt x="1690987" y="54854"/>
                  <a:pt x="1693656" y="63191"/>
                  <a:pt x="1693656" y="73969"/>
                </a:cubicBezTo>
                <a:lnTo>
                  <a:pt x="1693656" y="77173"/>
                </a:lnTo>
                <a:cubicBezTo>
                  <a:pt x="1693656" y="78087"/>
                  <a:pt x="1693606" y="78697"/>
                  <a:pt x="1693505" y="79003"/>
                </a:cubicBezTo>
                <a:lnTo>
                  <a:pt x="1649733" y="79003"/>
                </a:lnTo>
                <a:moveTo>
                  <a:pt x="1673222" y="72140"/>
                </a:moveTo>
                <a:cubicBezTo>
                  <a:pt x="1673017" y="64514"/>
                  <a:pt x="1672076" y="58414"/>
                  <a:pt x="1670399" y="53839"/>
                </a:cubicBezTo>
                <a:cubicBezTo>
                  <a:pt x="1668722" y="49262"/>
                  <a:pt x="1665900" y="46974"/>
                  <a:pt x="1661935" y="46974"/>
                </a:cubicBezTo>
                <a:cubicBezTo>
                  <a:pt x="1659698" y="46974"/>
                  <a:pt x="1657816" y="47736"/>
                  <a:pt x="1656291" y="49261"/>
                </a:cubicBezTo>
                <a:cubicBezTo>
                  <a:pt x="1654766" y="50787"/>
                  <a:pt x="1653546" y="52744"/>
                  <a:pt x="1652631" y="55135"/>
                </a:cubicBezTo>
                <a:cubicBezTo>
                  <a:pt x="1651715" y="57524"/>
                  <a:pt x="1651029" y="60219"/>
                  <a:pt x="1650571" y="63217"/>
                </a:cubicBezTo>
                <a:cubicBezTo>
                  <a:pt x="1650115" y="66216"/>
                  <a:pt x="1649836" y="69190"/>
                  <a:pt x="1649733" y="72140"/>
                </a:cubicBezTo>
                <a:lnTo>
                  <a:pt x="1673222" y="72140"/>
                </a:lnTo>
                <a:close/>
                <a:moveTo>
                  <a:pt x="1725990" y="80527"/>
                </a:moveTo>
                <a:cubicBezTo>
                  <a:pt x="1725990" y="85713"/>
                  <a:pt x="1726346" y="90086"/>
                  <a:pt x="1727058" y="93645"/>
                </a:cubicBezTo>
                <a:cubicBezTo>
                  <a:pt x="1727770" y="97203"/>
                  <a:pt x="1728736" y="100074"/>
                  <a:pt x="1729955" y="102260"/>
                </a:cubicBezTo>
                <a:cubicBezTo>
                  <a:pt x="1731175" y="104446"/>
                  <a:pt x="1732573" y="106023"/>
                  <a:pt x="1734149" y="106989"/>
                </a:cubicBezTo>
                <a:cubicBezTo>
                  <a:pt x="1735725" y="107954"/>
                  <a:pt x="1737377" y="108437"/>
                  <a:pt x="1739106" y="108437"/>
                </a:cubicBezTo>
                <a:cubicBezTo>
                  <a:pt x="1743274" y="108437"/>
                  <a:pt x="1746705" y="106073"/>
                  <a:pt x="1749399" y="101346"/>
                </a:cubicBezTo>
                <a:cubicBezTo>
                  <a:pt x="1752094" y="96618"/>
                  <a:pt x="1753441" y="88764"/>
                  <a:pt x="1753441" y="77783"/>
                </a:cubicBezTo>
                <a:cubicBezTo>
                  <a:pt x="1753441" y="68327"/>
                  <a:pt x="1752170" y="61439"/>
                  <a:pt x="1749629" y="57118"/>
                </a:cubicBezTo>
                <a:cubicBezTo>
                  <a:pt x="1747088" y="52796"/>
                  <a:pt x="1743835" y="50634"/>
                  <a:pt x="1739869" y="50634"/>
                </a:cubicBezTo>
                <a:cubicBezTo>
                  <a:pt x="1738242" y="50634"/>
                  <a:pt x="1736614" y="51092"/>
                  <a:pt x="1734987" y="52007"/>
                </a:cubicBezTo>
                <a:cubicBezTo>
                  <a:pt x="1733361" y="52923"/>
                  <a:pt x="1731887" y="54525"/>
                  <a:pt x="1730565" y="56813"/>
                </a:cubicBezTo>
                <a:cubicBezTo>
                  <a:pt x="1729243" y="59100"/>
                  <a:pt x="1728150" y="62176"/>
                  <a:pt x="1727286" y="66040"/>
                </a:cubicBezTo>
                <a:cubicBezTo>
                  <a:pt x="1726422" y="69903"/>
                  <a:pt x="1725990" y="74732"/>
                  <a:pt x="1725990" y="80527"/>
                </a:cubicBezTo>
                <a:moveTo>
                  <a:pt x="1773878" y="63141"/>
                </a:moveTo>
                <a:cubicBezTo>
                  <a:pt x="1773878" y="73106"/>
                  <a:pt x="1773980" y="82257"/>
                  <a:pt x="1774183" y="90594"/>
                </a:cubicBezTo>
                <a:cubicBezTo>
                  <a:pt x="1774386" y="98932"/>
                  <a:pt x="1774692" y="107218"/>
                  <a:pt x="1775100" y="115453"/>
                </a:cubicBezTo>
                <a:cubicBezTo>
                  <a:pt x="1773778" y="115250"/>
                  <a:pt x="1772100" y="115148"/>
                  <a:pt x="1770066" y="115148"/>
                </a:cubicBezTo>
                <a:cubicBezTo>
                  <a:pt x="1768032" y="115148"/>
                  <a:pt x="1765897" y="115148"/>
                  <a:pt x="1763660" y="115148"/>
                </a:cubicBezTo>
                <a:cubicBezTo>
                  <a:pt x="1761627" y="115148"/>
                  <a:pt x="1759670" y="115148"/>
                  <a:pt x="1757788" y="115148"/>
                </a:cubicBezTo>
                <a:cubicBezTo>
                  <a:pt x="1755908" y="115148"/>
                  <a:pt x="1754459" y="115250"/>
                  <a:pt x="1753441" y="115453"/>
                </a:cubicBezTo>
                <a:cubicBezTo>
                  <a:pt x="1753543" y="115250"/>
                  <a:pt x="1753645" y="114589"/>
                  <a:pt x="1753746" y="113470"/>
                </a:cubicBezTo>
                <a:cubicBezTo>
                  <a:pt x="1753848" y="112352"/>
                  <a:pt x="1753976" y="111081"/>
                  <a:pt x="1754128" y="109658"/>
                </a:cubicBezTo>
                <a:cubicBezTo>
                  <a:pt x="1754281" y="108234"/>
                  <a:pt x="1754408" y="106912"/>
                  <a:pt x="1754509" y="105693"/>
                </a:cubicBezTo>
                <a:cubicBezTo>
                  <a:pt x="1754612" y="104472"/>
                  <a:pt x="1754663" y="103709"/>
                  <a:pt x="1754663" y="103405"/>
                </a:cubicBezTo>
                <a:lnTo>
                  <a:pt x="1754358" y="103100"/>
                </a:lnTo>
                <a:cubicBezTo>
                  <a:pt x="1752426" y="107676"/>
                  <a:pt x="1749783" y="111209"/>
                  <a:pt x="1746427" y="113701"/>
                </a:cubicBezTo>
                <a:cubicBezTo>
                  <a:pt x="1743071" y="116191"/>
                  <a:pt x="1738445" y="117436"/>
                  <a:pt x="1732548" y="117436"/>
                </a:cubicBezTo>
                <a:cubicBezTo>
                  <a:pt x="1727363" y="117436"/>
                  <a:pt x="1722940" y="116444"/>
                  <a:pt x="1719278" y="114462"/>
                </a:cubicBezTo>
                <a:cubicBezTo>
                  <a:pt x="1715618" y="112479"/>
                  <a:pt x="1712619" y="109709"/>
                  <a:pt x="1710279" y="106151"/>
                </a:cubicBezTo>
                <a:cubicBezTo>
                  <a:pt x="1707941" y="102592"/>
                  <a:pt x="1706213" y="98424"/>
                  <a:pt x="1705094" y="93645"/>
                </a:cubicBezTo>
                <a:cubicBezTo>
                  <a:pt x="1703977" y="88865"/>
                  <a:pt x="1703419" y="83730"/>
                  <a:pt x="1703419" y="78239"/>
                </a:cubicBezTo>
                <a:cubicBezTo>
                  <a:pt x="1703419" y="72749"/>
                  <a:pt x="1704181" y="67691"/>
                  <a:pt x="1705706" y="63066"/>
                </a:cubicBezTo>
                <a:cubicBezTo>
                  <a:pt x="1707231" y="58440"/>
                  <a:pt x="1709316" y="54424"/>
                  <a:pt x="1711959" y="51018"/>
                </a:cubicBezTo>
                <a:cubicBezTo>
                  <a:pt x="1714603" y="47611"/>
                  <a:pt x="1717729" y="44942"/>
                  <a:pt x="1721338" y="43011"/>
                </a:cubicBezTo>
                <a:cubicBezTo>
                  <a:pt x="1724948" y="41078"/>
                  <a:pt x="1728786" y="40111"/>
                  <a:pt x="1732853" y="40111"/>
                </a:cubicBezTo>
                <a:cubicBezTo>
                  <a:pt x="1737428" y="40111"/>
                  <a:pt x="1741520" y="41179"/>
                  <a:pt x="1745128" y="43316"/>
                </a:cubicBezTo>
                <a:cubicBezTo>
                  <a:pt x="1748739" y="45450"/>
                  <a:pt x="1751408" y="48144"/>
                  <a:pt x="1753136" y="51398"/>
                </a:cubicBezTo>
                <a:lnTo>
                  <a:pt x="1753441" y="51398"/>
                </a:lnTo>
                <a:cubicBezTo>
                  <a:pt x="1753441" y="42247"/>
                  <a:pt x="1753339" y="33631"/>
                  <a:pt x="1753136" y="25548"/>
                </a:cubicBezTo>
                <a:cubicBezTo>
                  <a:pt x="1752933" y="17463"/>
                  <a:pt x="1752628" y="9100"/>
                  <a:pt x="1752222" y="458"/>
                </a:cubicBezTo>
                <a:cubicBezTo>
                  <a:pt x="1753543" y="662"/>
                  <a:pt x="1755221" y="840"/>
                  <a:pt x="1757255" y="994"/>
                </a:cubicBezTo>
                <a:cubicBezTo>
                  <a:pt x="1759289" y="1146"/>
                  <a:pt x="1761424" y="1222"/>
                  <a:pt x="1763660" y="1222"/>
                </a:cubicBezTo>
                <a:cubicBezTo>
                  <a:pt x="1765897" y="1222"/>
                  <a:pt x="1768032" y="1146"/>
                  <a:pt x="1770066" y="994"/>
                </a:cubicBezTo>
                <a:cubicBezTo>
                  <a:pt x="1772100" y="840"/>
                  <a:pt x="1773778" y="662"/>
                  <a:pt x="1775100" y="458"/>
                </a:cubicBezTo>
                <a:cubicBezTo>
                  <a:pt x="1774692" y="8999"/>
                  <a:pt x="1774386" y="17438"/>
                  <a:pt x="1774183" y="25776"/>
                </a:cubicBezTo>
                <a:cubicBezTo>
                  <a:pt x="1773980" y="34113"/>
                  <a:pt x="1773878" y="43264"/>
                  <a:pt x="1773878" y="53227"/>
                </a:cubicBezTo>
                <a:lnTo>
                  <a:pt x="1773878" y="63141"/>
                </a:lnTo>
                <a:close/>
                <a:moveTo>
                  <a:pt x="1865539" y="39350"/>
                </a:moveTo>
                <a:cubicBezTo>
                  <a:pt x="1862895" y="45450"/>
                  <a:pt x="1860404" y="51475"/>
                  <a:pt x="1858066" y="57423"/>
                </a:cubicBezTo>
                <a:cubicBezTo>
                  <a:pt x="1855728" y="63369"/>
                  <a:pt x="1853441" y="69444"/>
                  <a:pt x="1851204" y="75647"/>
                </a:cubicBezTo>
                <a:lnTo>
                  <a:pt x="1879113" y="75647"/>
                </a:lnTo>
                <a:cubicBezTo>
                  <a:pt x="1876876" y="69444"/>
                  <a:pt x="1874665" y="63369"/>
                  <a:pt x="1872479" y="57423"/>
                </a:cubicBezTo>
                <a:cubicBezTo>
                  <a:pt x="1870293" y="51475"/>
                  <a:pt x="1867979" y="45450"/>
                  <a:pt x="1865539" y="39350"/>
                </a:cubicBezTo>
                <a:moveTo>
                  <a:pt x="1919529" y="115453"/>
                </a:moveTo>
                <a:cubicBezTo>
                  <a:pt x="1917089" y="115250"/>
                  <a:pt x="1914776" y="115148"/>
                  <a:pt x="1912590" y="115148"/>
                </a:cubicBezTo>
                <a:cubicBezTo>
                  <a:pt x="1910404" y="115148"/>
                  <a:pt x="1908243" y="115148"/>
                  <a:pt x="1906108" y="115148"/>
                </a:cubicBezTo>
                <a:cubicBezTo>
                  <a:pt x="1903974" y="115148"/>
                  <a:pt x="1901813" y="115148"/>
                  <a:pt x="1899627" y="115148"/>
                </a:cubicBezTo>
                <a:cubicBezTo>
                  <a:pt x="1897441" y="115148"/>
                  <a:pt x="1895280" y="115250"/>
                  <a:pt x="1893144" y="115453"/>
                </a:cubicBezTo>
                <a:cubicBezTo>
                  <a:pt x="1891518" y="110471"/>
                  <a:pt x="1889840" y="105388"/>
                  <a:pt x="1888110" y="100203"/>
                </a:cubicBezTo>
                <a:cubicBezTo>
                  <a:pt x="1886382" y="95017"/>
                  <a:pt x="1884552" y="89831"/>
                  <a:pt x="1882620" y="84646"/>
                </a:cubicBezTo>
                <a:cubicBezTo>
                  <a:pt x="1879367" y="84544"/>
                  <a:pt x="1876114" y="84468"/>
                  <a:pt x="1872860" y="84418"/>
                </a:cubicBezTo>
                <a:cubicBezTo>
                  <a:pt x="1869607" y="84367"/>
                  <a:pt x="1866353" y="84341"/>
                  <a:pt x="1863100" y="84341"/>
                </a:cubicBezTo>
                <a:cubicBezTo>
                  <a:pt x="1860456" y="84341"/>
                  <a:pt x="1857813" y="84367"/>
                  <a:pt x="1855169" y="84418"/>
                </a:cubicBezTo>
                <a:cubicBezTo>
                  <a:pt x="1852525" y="84468"/>
                  <a:pt x="1849882" y="84544"/>
                  <a:pt x="1847238" y="84646"/>
                </a:cubicBezTo>
                <a:cubicBezTo>
                  <a:pt x="1845204" y="89831"/>
                  <a:pt x="1843323" y="95017"/>
                  <a:pt x="1841595" y="100203"/>
                </a:cubicBezTo>
                <a:cubicBezTo>
                  <a:pt x="1839866" y="105388"/>
                  <a:pt x="1838290" y="110471"/>
                  <a:pt x="1836866" y="115453"/>
                </a:cubicBezTo>
                <a:cubicBezTo>
                  <a:pt x="1835647" y="115250"/>
                  <a:pt x="1834452" y="115148"/>
                  <a:pt x="1833282" y="115148"/>
                </a:cubicBezTo>
                <a:cubicBezTo>
                  <a:pt x="1832114" y="115148"/>
                  <a:pt x="1830919" y="115148"/>
                  <a:pt x="1829698" y="115148"/>
                </a:cubicBezTo>
                <a:cubicBezTo>
                  <a:pt x="1828479" y="115148"/>
                  <a:pt x="1827259" y="115148"/>
                  <a:pt x="1826038" y="115148"/>
                </a:cubicBezTo>
                <a:cubicBezTo>
                  <a:pt x="1824818" y="115148"/>
                  <a:pt x="1823497" y="115250"/>
                  <a:pt x="1822075" y="115453"/>
                </a:cubicBezTo>
                <a:cubicBezTo>
                  <a:pt x="1823294" y="112809"/>
                  <a:pt x="1824920" y="109149"/>
                  <a:pt x="1826952" y="104473"/>
                </a:cubicBezTo>
                <a:cubicBezTo>
                  <a:pt x="1828986" y="99796"/>
                  <a:pt x="1831223" y="94509"/>
                  <a:pt x="1833664" y="88611"/>
                </a:cubicBezTo>
                <a:cubicBezTo>
                  <a:pt x="1836104" y="82714"/>
                  <a:pt x="1838722" y="76385"/>
                  <a:pt x="1841518" y="69624"/>
                </a:cubicBezTo>
                <a:cubicBezTo>
                  <a:pt x="1844315" y="62861"/>
                  <a:pt x="1847112" y="56023"/>
                  <a:pt x="1849907" y="49110"/>
                </a:cubicBezTo>
                <a:cubicBezTo>
                  <a:pt x="1852703" y="42195"/>
                  <a:pt x="1855448" y="35383"/>
                  <a:pt x="1858141" y="28673"/>
                </a:cubicBezTo>
                <a:cubicBezTo>
                  <a:pt x="1860836" y="21963"/>
                  <a:pt x="1863302" y="15710"/>
                  <a:pt x="1865539" y="9914"/>
                </a:cubicBezTo>
                <a:cubicBezTo>
                  <a:pt x="1866557" y="10117"/>
                  <a:pt x="1867523" y="10295"/>
                  <a:pt x="1868436" y="10449"/>
                </a:cubicBezTo>
                <a:cubicBezTo>
                  <a:pt x="1869352" y="10601"/>
                  <a:pt x="1870318" y="10677"/>
                  <a:pt x="1871336" y="10677"/>
                </a:cubicBezTo>
                <a:cubicBezTo>
                  <a:pt x="1872352" y="10677"/>
                  <a:pt x="1873318" y="10601"/>
                  <a:pt x="1874233" y="10449"/>
                </a:cubicBezTo>
                <a:cubicBezTo>
                  <a:pt x="1875149" y="10295"/>
                  <a:pt x="1876114" y="10117"/>
                  <a:pt x="1877131" y="9914"/>
                </a:cubicBezTo>
                <a:cubicBezTo>
                  <a:pt x="1880384" y="18557"/>
                  <a:pt x="1883866" y="27810"/>
                  <a:pt x="1887577" y="37672"/>
                </a:cubicBezTo>
                <a:cubicBezTo>
                  <a:pt x="1891288" y="47535"/>
                  <a:pt x="1895025" y="57220"/>
                  <a:pt x="1898787" y="66727"/>
                </a:cubicBezTo>
                <a:cubicBezTo>
                  <a:pt x="1902549" y="76232"/>
                  <a:pt x="1906209" y="85256"/>
                  <a:pt x="1909767" y="93796"/>
                </a:cubicBezTo>
                <a:cubicBezTo>
                  <a:pt x="1913326" y="102337"/>
                  <a:pt x="1916580" y="109556"/>
                  <a:pt x="1919529" y="115453"/>
                </a:cubicBezTo>
                <a:close/>
                <a:moveTo>
                  <a:pt x="1985263" y="63141"/>
                </a:moveTo>
                <a:cubicBezTo>
                  <a:pt x="1984449" y="58565"/>
                  <a:pt x="1982847" y="54880"/>
                  <a:pt x="1980458" y="52084"/>
                </a:cubicBezTo>
                <a:cubicBezTo>
                  <a:pt x="1978069" y="49289"/>
                  <a:pt x="1974535" y="47891"/>
                  <a:pt x="1969858" y="47891"/>
                </a:cubicBezTo>
                <a:cubicBezTo>
                  <a:pt x="1963757" y="47891"/>
                  <a:pt x="1959182" y="50662"/>
                  <a:pt x="1956132" y="56203"/>
                </a:cubicBezTo>
                <a:cubicBezTo>
                  <a:pt x="1953082" y="61744"/>
                  <a:pt x="1951557" y="69445"/>
                  <a:pt x="1951557" y="79307"/>
                </a:cubicBezTo>
                <a:cubicBezTo>
                  <a:pt x="1951557" y="88560"/>
                  <a:pt x="1953488" y="95653"/>
                  <a:pt x="1957351" y="100585"/>
                </a:cubicBezTo>
                <a:cubicBezTo>
                  <a:pt x="1961216" y="105515"/>
                  <a:pt x="1966859" y="107980"/>
                  <a:pt x="1974282" y="107980"/>
                </a:cubicBezTo>
                <a:cubicBezTo>
                  <a:pt x="1977434" y="107980"/>
                  <a:pt x="1980484" y="107244"/>
                  <a:pt x="1983432" y="105770"/>
                </a:cubicBezTo>
                <a:cubicBezTo>
                  <a:pt x="1986381" y="104294"/>
                  <a:pt x="1988567" y="102642"/>
                  <a:pt x="1989990" y="100813"/>
                </a:cubicBezTo>
                <a:lnTo>
                  <a:pt x="1991821" y="102337"/>
                </a:lnTo>
                <a:cubicBezTo>
                  <a:pt x="1991109" y="103760"/>
                  <a:pt x="1990499" y="105234"/>
                  <a:pt x="1989990" y="106761"/>
                </a:cubicBezTo>
                <a:cubicBezTo>
                  <a:pt x="1989481" y="108286"/>
                  <a:pt x="1988973" y="109811"/>
                  <a:pt x="1988466" y="111336"/>
                </a:cubicBezTo>
                <a:cubicBezTo>
                  <a:pt x="1986228" y="113065"/>
                  <a:pt x="1983406" y="114513"/>
                  <a:pt x="1979999" y="115681"/>
                </a:cubicBezTo>
                <a:cubicBezTo>
                  <a:pt x="1976594" y="116851"/>
                  <a:pt x="1972552" y="117436"/>
                  <a:pt x="1967875" y="117436"/>
                </a:cubicBezTo>
                <a:cubicBezTo>
                  <a:pt x="1960453" y="117436"/>
                  <a:pt x="1954200" y="116368"/>
                  <a:pt x="1949116" y="114234"/>
                </a:cubicBezTo>
                <a:cubicBezTo>
                  <a:pt x="1944033" y="112099"/>
                  <a:pt x="1939941" y="109201"/>
                  <a:pt x="1936840" y="105542"/>
                </a:cubicBezTo>
                <a:cubicBezTo>
                  <a:pt x="1933738" y="101880"/>
                  <a:pt x="1931527" y="97736"/>
                  <a:pt x="1930205" y="93110"/>
                </a:cubicBezTo>
                <a:cubicBezTo>
                  <a:pt x="1928883" y="88483"/>
                  <a:pt x="1928222" y="83832"/>
                  <a:pt x="1928222" y="79156"/>
                </a:cubicBezTo>
                <a:cubicBezTo>
                  <a:pt x="1928222" y="73563"/>
                  <a:pt x="1929162" y="68378"/>
                  <a:pt x="1931043" y="63599"/>
                </a:cubicBezTo>
                <a:cubicBezTo>
                  <a:pt x="1932925" y="58821"/>
                  <a:pt x="1935620" y="54703"/>
                  <a:pt x="1939127" y="51247"/>
                </a:cubicBezTo>
                <a:cubicBezTo>
                  <a:pt x="1942635" y="47788"/>
                  <a:pt x="1946880" y="45068"/>
                  <a:pt x="1951862" y="43085"/>
                </a:cubicBezTo>
                <a:cubicBezTo>
                  <a:pt x="1956843" y="41102"/>
                  <a:pt x="1962385" y="40111"/>
                  <a:pt x="1968487" y="40111"/>
                </a:cubicBezTo>
                <a:cubicBezTo>
                  <a:pt x="1974282" y="40111"/>
                  <a:pt x="1979186" y="40772"/>
                  <a:pt x="1983202" y="42094"/>
                </a:cubicBezTo>
                <a:cubicBezTo>
                  <a:pt x="1987218" y="43416"/>
                  <a:pt x="1991057" y="45144"/>
                  <a:pt x="1994719" y="47279"/>
                </a:cubicBezTo>
                <a:cubicBezTo>
                  <a:pt x="1993498" y="49313"/>
                  <a:pt x="1992354" y="51804"/>
                  <a:pt x="1991286" y="54754"/>
                </a:cubicBezTo>
                <a:cubicBezTo>
                  <a:pt x="1990219" y="57701"/>
                  <a:pt x="1989431" y="60497"/>
                  <a:pt x="1988922" y="63141"/>
                </a:cubicBezTo>
                <a:lnTo>
                  <a:pt x="1985263" y="63141"/>
                </a:lnTo>
                <a:close/>
                <a:moveTo>
                  <a:pt x="2046114" y="42857"/>
                </a:moveTo>
                <a:cubicBezTo>
                  <a:pt x="2045810" y="44382"/>
                  <a:pt x="2045658" y="45754"/>
                  <a:pt x="2045658" y="46974"/>
                </a:cubicBezTo>
                <a:cubicBezTo>
                  <a:pt x="2045658" y="48296"/>
                  <a:pt x="2045810" y="49567"/>
                  <a:pt x="2046114" y="50788"/>
                </a:cubicBezTo>
                <a:lnTo>
                  <a:pt x="2032694" y="50483"/>
                </a:lnTo>
                <a:cubicBezTo>
                  <a:pt x="2032490" y="52821"/>
                  <a:pt x="2032313" y="55515"/>
                  <a:pt x="2032161" y="58565"/>
                </a:cubicBezTo>
                <a:cubicBezTo>
                  <a:pt x="2032009" y="61616"/>
                  <a:pt x="2031907" y="64717"/>
                  <a:pt x="2031856" y="67869"/>
                </a:cubicBezTo>
                <a:cubicBezTo>
                  <a:pt x="2031805" y="71020"/>
                  <a:pt x="2031753" y="74071"/>
                  <a:pt x="2031702" y="77020"/>
                </a:cubicBezTo>
                <a:cubicBezTo>
                  <a:pt x="2031651" y="79969"/>
                  <a:pt x="2031625" y="82460"/>
                  <a:pt x="2031625" y="84492"/>
                </a:cubicBezTo>
                <a:cubicBezTo>
                  <a:pt x="2031625" y="89780"/>
                  <a:pt x="2031753" y="94050"/>
                  <a:pt x="2032007" y="97303"/>
                </a:cubicBezTo>
                <a:cubicBezTo>
                  <a:pt x="2032261" y="100557"/>
                  <a:pt x="2032694" y="103048"/>
                  <a:pt x="2033303" y="104778"/>
                </a:cubicBezTo>
                <a:cubicBezTo>
                  <a:pt x="2033914" y="106507"/>
                  <a:pt x="2034779" y="107676"/>
                  <a:pt x="2035896" y="108285"/>
                </a:cubicBezTo>
                <a:cubicBezTo>
                  <a:pt x="2037014" y="108895"/>
                  <a:pt x="2038438" y="109200"/>
                  <a:pt x="2040166" y="109200"/>
                </a:cubicBezTo>
                <a:cubicBezTo>
                  <a:pt x="2042099" y="109200"/>
                  <a:pt x="2043523" y="109073"/>
                  <a:pt x="2044436" y="108818"/>
                </a:cubicBezTo>
                <a:cubicBezTo>
                  <a:pt x="2045352" y="108564"/>
                  <a:pt x="2046267" y="108183"/>
                  <a:pt x="2047182" y="107676"/>
                </a:cubicBezTo>
                <a:lnTo>
                  <a:pt x="2047182" y="113929"/>
                </a:lnTo>
                <a:cubicBezTo>
                  <a:pt x="2045148" y="114844"/>
                  <a:pt x="2042606" y="115657"/>
                  <a:pt x="2039556" y="116368"/>
                </a:cubicBezTo>
                <a:cubicBezTo>
                  <a:pt x="2036506" y="117080"/>
                  <a:pt x="2033507" y="117436"/>
                  <a:pt x="2030559" y="117436"/>
                </a:cubicBezTo>
                <a:cubicBezTo>
                  <a:pt x="2017647" y="117436"/>
                  <a:pt x="2011190" y="109709"/>
                  <a:pt x="2011190" y="94255"/>
                </a:cubicBezTo>
                <a:cubicBezTo>
                  <a:pt x="2011190" y="91306"/>
                  <a:pt x="2011241" y="87975"/>
                  <a:pt x="2011342" y="84264"/>
                </a:cubicBezTo>
                <a:cubicBezTo>
                  <a:pt x="2011444" y="80553"/>
                  <a:pt x="2011571" y="76741"/>
                  <a:pt x="2011723" y="72826"/>
                </a:cubicBezTo>
                <a:cubicBezTo>
                  <a:pt x="2011875" y="68912"/>
                  <a:pt x="2012002" y="65048"/>
                  <a:pt x="2012103" y="61235"/>
                </a:cubicBezTo>
                <a:cubicBezTo>
                  <a:pt x="2012205" y="57421"/>
                  <a:pt x="2012256" y="53888"/>
                  <a:pt x="2012256" y="50634"/>
                </a:cubicBezTo>
                <a:lnTo>
                  <a:pt x="2001582" y="50788"/>
                </a:lnTo>
                <a:cubicBezTo>
                  <a:pt x="2001886" y="49567"/>
                  <a:pt x="2002038" y="48296"/>
                  <a:pt x="2002038" y="46974"/>
                </a:cubicBezTo>
                <a:cubicBezTo>
                  <a:pt x="2002038" y="45754"/>
                  <a:pt x="2001886" y="44382"/>
                  <a:pt x="2001582" y="42857"/>
                </a:cubicBezTo>
                <a:lnTo>
                  <a:pt x="2012256" y="43316"/>
                </a:lnTo>
                <a:cubicBezTo>
                  <a:pt x="2012256" y="40163"/>
                  <a:pt x="2012205" y="37214"/>
                  <a:pt x="2012103" y="34470"/>
                </a:cubicBezTo>
                <a:cubicBezTo>
                  <a:pt x="2012002" y="31724"/>
                  <a:pt x="2011850" y="28419"/>
                  <a:pt x="2011647" y="24556"/>
                </a:cubicBezTo>
                <a:cubicBezTo>
                  <a:pt x="2015206" y="23132"/>
                  <a:pt x="2018713" y="21632"/>
                  <a:pt x="2022170" y="20056"/>
                </a:cubicBezTo>
                <a:cubicBezTo>
                  <a:pt x="2025627" y="18479"/>
                  <a:pt x="2029084" y="16827"/>
                  <a:pt x="2032542" y="15099"/>
                </a:cubicBezTo>
                <a:lnTo>
                  <a:pt x="2034067" y="16167"/>
                </a:lnTo>
                <a:cubicBezTo>
                  <a:pt x="2033863" y="17794"/>
                  <a:pt x="2033685" y="19701"/>
                  <a:pt x="2033531" y="21887"/>
                </a:cubicBezTo>
                <a:cubicBezTo>
                  <a:pt x="2033379" y="24073"/>
                  <a:pt x="2033227" y="26361"/>
                  <a:pt x="2033075" y="28750"/>
                </a:cubicBezTo>
                <a:cubicBezTo>
                  <a:pt x="2032923" y="31139"/>
                  <a:pt x="2032821" y="33579"/>
                  <a:pt x="2032770" y="36071"/>
                </a:cubicBezTo>
                <a:cubicBezTo>
                  <a:pt x="2032719" y="38561"/>
                  <a:pt x="2032694" y="40925"/>
                  <a:pt x="2032694" y="43162"/>
                </a:cubicBezTo>
                <a:lnTo>
                  <a:pt x="2046114" y="42857"/>
                </a:lnTo>
                <a:close/>
                <a:moveTo>
                  <a:pt x="2057858" y="13269"/>
                </a:moveTo>
                <a:cubicBezTo>
                  <a:pt x="2057858" y="9914"/>
                  <a:pt x="2059027" y="7067"/>
                  <a:pt x="2061365" y="4729"/>
                </a:cubicBezTo>
                <a:cubicBezTo>
                  <a:pt x="2063705" y="2391"/>
                  <a:pt x="2066553" y="1222"/>
                  <a:pt x="2069908" y="1222"/>
                </a:cubicBezTo>
                <a:cubicBezTo>
                  <a:pt x="2073263" y="1222"/>
                  <a:pt x="2076109" y="2391"/>
                  <a:pt x="2078447" y="4729"/>
                </a:cubicBezTo>
                <a:cubicBezTo>
                  <a:pt x="2080786" y="7067"/>
                  <a:pt x="2081956" y="9914"/>
                  <a:pt x="2081956" y="13269"/>
                </a:cubicBezTo>
                <a:cubicBezTo>
                  <a:pt x="2081956" y="16625"/>
                  <a:pt x="2080786" y="19472"/>
                  <a:pt x="2078447" y="21810"/>
                </a:cubicBezTo>
                <a:cubicBezTo>
                  <a:pt x="2076109" y="24148"/>
                  <a:pt x="2073263" y="25317"/>
                  <a:pt x="2069908" y="25317"/>
                </a:cubicBezTo>
                <a:cubicBezTo>
                  <a:pt x="2066553" y="25317"/>
                  <a:pt x="2063705" y="24148"/>
                  <a:pt x="2061365" y="21810"/>
                </a:cubicBezTo>
                <a:cubicBezTo>
                  <a:pt x="2059027" y="19472"/>
                  <a:pt x="2057858" y="16625"/>
                  <a:pt x="2057858" y="13269"/>
                </a:cubicBezTo>
                <a:moveTo>
                  <a:pt x="2059690" y="75952"/>
                </a:moveTo>
                <a:cubicBezTo>
                  <a:pt x="2059690" y="69751"/>
                  <a:pt x="2059613" y="63930"/>
                  <a:pt x="2059459" y="58491"/>
                </a:cubicBezTo>
                <a:cubicBezTo>
                  <a:pt x="2059307" y="53050"/>
                  <a:pt x="2058977" y="47584"/>
                  <a:pt x="2058468" y="42094"/>
                </a:cubicBezTo>
                <a:cubicBezTo>
                  <a:pt x="2059892" y="42297"/>
                  <a:pt x="2061570" y="42475"/>
                  <a:pt x="2063502" y="42629"/>
                </a:cubicBezTo>
                <a:cubicBezTo>
                  <a:pt x="2065433" y="42781"/>
                  <a:pt x="2067569" y="42857"/>
                  <a:pt x="2069908" y="42857"/>
                </a:cubicBezTo>
                <a:cubicBezTo>
                  <a:pt x="2074687" y="42857"/>
                  <a:pt x="2078500" y="42603"/>
                  <a:pt x="2081346" y="42094"/>
                </a:cubicBezTo>
                <a:cubicBezTo>
                  <a:pt x="2080838" y="47584"/>
                  <a:pt x="2080506" y="53050"/>
                  <a:pt x="2080353" y="58491"/>
                </a:cubicBezTo>
                <a:cubicBezTo>
                  <a:pt x="2080201" y="63930"/>
                  <a:pt x="2080125" y="69751"/>
                  <a:pt x="2080125" y="75952"/>
                </a:cubicBezTo>
                <a:lnTo>
                  <a:pt x="2080125" y="82054"/>
                </a:lnTo>
                <a:cubicBezTo>
                  <a:pt x="2080125" y="88255"/>
                  <a:pt x="2080201" y="94100"/>
                  <a:pt x="2080353" y="99591"/>
                </a:cubicBezTo>
                <a:cubicBezTo>
                  <a:pt x="2080506" y="105082"/>
                  <a:pt x="2080838" y="110369"/>
                  <a:pt x="2081346" y="115453"/>
                </a:cubicBezTo>
                <a:cubicBezTo>
                  <a:pt x="2080025" y="115250"/>
                  <a:pt x="2078372" y="115148"/>
                  <a:pt x="2076390" y="115148"/>
                </a:cubicBezTo>
                <a:cubicBezTo>
                  <a:pt x="2074407" y="115148"/>
                  <a:pt x="2072246" y="115148"/>
                  <a:pt x="2069908" y="115148"/>
                </a:cubicBezTo>
                <a:cubicBezTo>
                  <a:pt x="2067569" y="115148"/>
                  <a:pt x="2065433" y="115148"/>
                  <a:pt x="2063502" y="115148"/>
                </a:cubicBezTo>
                <a:cubicBezTo>
                  <a:pt x="2061570" y="115148"/>
                  <a:pt x="2059892" y="115250"/>
                  <a:pt x="2058468" y="115453"/>
                </a:cubicBezTo>
                <a:cubicBezTo>
                  <a:pt x="2058977" y="110369"/>
                  <a:pt x="2059307" y="105082"/>
                  <a:pt x="2059459" y="99591"/>
                </a:cubicBezTo>
                <a:cubicBezTo>
                  <a:pt x="2059613" y="94100"/>
                  <a:pt x="2059690" y="88255"/>
                  <a:pt x="2059690" y="82054"/>
                </a:cubicBezTo>
                <a:lnTo>
                  <a:pt x="2059690" y="75952"/>
                </a:lnTo>
                <a:close/>
                <a:moveTo>
                  <a:pt x="2148299" y="75191"/>
                </a:moveTo>
                <a:cubicBezTo>
                  <a:pt x="2148299" y="66242"/>
                  <a:pt x="2147180" y="59302"/>
                  <a:pt x="2144943" y="54372"/>
                </a:cubicBezTo>
                <a:cubicBezTo>
                  <a:pt x="2142706" y="49440"/>
                  <a:pt x="2138995" y="46974"/>
                  <a:pt x="2133810" y="46974"/>
                </a:cubicBezTo>
                <a:cubicBezTo>
                  <a:pt x="2129132" y="46974"/>
                  <a:pt x="2125446" y="49719"/>
                  <a:pt x="2122751" y="55210"/>
                </a:cubicBezTo>
                <a:cubicBezTo>
                  <a:pt x="2120058" y="60700"/>
                  <a:pt x="2118711" y="69292"/>
                  <a:pt x="2118711" y="80985"/>
                </a:cubicBezTo>
                <a:cubicBezTo>
                  <a:pt x="2118711" y="85255"/>
                  <a:pt x="2118965" y="89220"/>
                  <a:pt x="2119472" y="92882"/>
                </a:cubicBezTo>
                <a:cubicBezTo>
                  <a:pt x="2119981" y="96542"/>
                  <a:pt x="2120820" y="99719"/>
                  <a:pt x="2121990" y="102414"/>
                </a:cubicBezTo>
                <a:cubicBezTo>
                  <a:pt x="2123160" y="105107"/>
                  <a:pt x="2124685" y="107217"/>
                  <a:pt x="2126565" y="108744"/>
                </a:cubicBezTo>
                <a:cubicBezTo>
                  <a:pt x="2128447" y="110269"/>
                  <a:pt x="2130812" y="111031"/>
                  <a:pt x="2133659" y="111031"/>
                </a:cubicBezTo>
                <a:cubicBezTo>
                  <a:pt x="2143419" y="111031"/>
                  <a:pt x="2148299" y="99084"/>
                  <a:pt x="2148299" y="75191"/>
                </a:cubicBezTo>
                <a:moveTo>
                  <a:pt x="2096140" y="80832"/>
                </a:moveTo>
                <a:cubicBezTo>
                  <a:pt x="2096140" y="74019"/>
                  <a:pt x="2097182" y="68072"/>
                  <a:pt x="2099265" y="62989"/>
                </a:cubicBezTo>
                <a:cubicBezTo>
                  <a:pt x="2101351" y="57905"/>
                  <a:pt x="2104121" y="53661"/>
                  <a:pt x="2107578" y="50255"/>
                </a:cubicBezTo>
                <a:cubicBezTo>
                  <a:pt x="2111035" y="46848"/>
                  <a:pt x="2115025" y="44306"/>
                  <a:pt x="2119549" y="42629"/>
                </a:cubicBezTo>
                <a:cubicBezTo>
                  <a:pt x="2124075" y="40950"/>
                  <a:pt x="2128727" y="40111"/>
                  <a:pt x="2133505" y="40111"/>
                </a:cubicBezTo>
                <a:cubicBezTo>
                  <a:pt x="2145401" y="40111"/>
                  <a:pt x="2154603" y="43467"/>
                  <a:pt x="2161110" y="50178"/>
                </a:cubicBezTo>
                <a:cubicBezTo>
                  <a:pt x="2167617" y="56888"/>
                  <a:pt x="2170870" y="65988"/>
                  <a:pt x="2170870" y="77478"/>
                </a:cubicBezTo>
                <a:cubicBezTo>
                  <a:pt x="2170870" y="83679"/>
                  <a:pt x="2169955" y="89272"/>
                  <a:pt x="2168124" y="94255"/>
                </a:cubicBezTo>
                <a:cubicBezTo>
                  <a:pt x="2166295" y="99237"/>
                  <a:pt x="2163728" y="103481"/>
                  <a:pt x="2160423" y="106989"/>
                </a:cubicBezTo>
                <a:cubicBezTo>
                  <a:pt x="2157119" y="110497"/>
                  <a:pt x="2153179" y="113115"/>
                  <a:pt x="2148604" y="114843"/>
                </a:cubicBezTo>
                <a:cubicBezTo>
                  <a:pt x="2144028" y="116572"/>
                  <a:pt x="2138996" y="117436"/>
                  <a:pt x="2133505" y="117436"/>
                </a:cubicBezTo>
                <a:cubicBezTo>
                  <a:pt x="2128930" y="117436"/>
                  <a:pt x="2124431" y="116825"/>
                  <a:pt x="2120007" y="115604"/>
                </a:cubicBezTo>
                <a:cubicBezTo>
                  <a:pt x="2115584" y="114385"/>
                  <a:pt x="2111593" y="112327"/>
                  <a:pt x="2108034" y="109430"/>
                </a:cubicBezTo>
                <a:cubicBezTo>
                  <a:pt x="2104477" y="106532"/>
                  <a:pt x="2101605" y="102744"/>
                  <a:pt x="2099419" y="98067"/>
                </a:cubicBezTo>
                <a:cubicBezTo>
                  <a:pt x="2097233" y="93389"/>
                  <a:pt x="2096140" y="87644"/>
                  <a:pt x="2096140" y="80832"/>
                </a:cubicBezTo>
                <a:close/>
                <a:moveTo>
                  <a:pt x="2205645" y="53532"/>
                </a:moveTo>
                <a:cubicBezTo>
                  <a:pt x="2208492" y="49262"/>
                  <a:pt x="2211821" y="45958"/>
                  <a:pt x="2215633" y="43620"/>
                </a:cubicBezTo>
                <a:cubicBezTo>
                  <a:pt x="2219446" y="41281"/>
                  <a:pt x="2223793" y="40111"/>
                  <a:pt x="2228672" y="40111"/>
                </a:cubicBezTo>
                <a:cubicBezTo>
                  <a:pt x="2236299" y="40111"/>
                  <a:pt x="2242171" y="42323"/>
                  <a:pt x="2246289" y="46746"/>
                </a:cubicBezTo>
                <a:cubicBezTo>
                  <a:pt x="2250406" y="51169"/>
                  <a:pt x="2252465" y="58312"/>
                  <a:pt x="2252465" y="68174"/>
                </a:cubicBezTo>
                <a:cubicBezTo>
                  <a:pt x="2252465" y="73359"/>
                  <a:pt x="2252363" y="77934"/>
                  <a:pt x="2252160" y="81900"/>
                </a:cubicBezTo>
                <a:cubicBezTo>
                  <a:pt x="2251957" y="85865"/>
                  <a:pt x="2251855" y="89831"/>
                  <a:pt x="2251855" y="93796"/>
                </a:cubicBezTo>
                <a:cubicBezTo>
                  <a:pt x="2251855" y="97050"/>
                  <a:pt x="2251931" y="100583"/>
                  <a:pt x="2252083" y="104397"/>
                </a:cubicBezTo>
                <a:cubicBezTo>
                  <a:pt x="2252237" y="108209"/>
                  <a:pt x="2252415" y="111894"/>
                  <a:pt x="2252619" y="115453"/>
                </a:cubicBezTo>
                <a:cubicBezTo>
                  <a:pt x="2251297" y="115250"/>
                  <a:pt x="2249619" y="115148"/>
                  <a:pt x="2247585" y="115148"/>
                </a:cubicBezTo>
                <a:cubicBezTo>
                  <a:pt x="2245551" y="115148"/>
                  <a:pt x="2243415" y="115148"/>
                  <a:pt x="2241178" y="115148"/>
                </a:cubicBezTo>
                <a:cubicBezTo>
                  <a:pt x="2238943" y="115148"/>
                  <a:pt x="2236808" y="115148"/>
                  <a:pt x="2234774" y="115148"/>
                </a:cubicBezTo>
                <a:cubicBezTo>
                  <a:pt x="2232740" y="115148"/>
                  <a:pt x="2231062" y="115250"/>
                  <a:pt x="2229740" y="115453"/>
                </a:cubicBezTo>
                <a:cubicBezTo>
                  <a:pt x="2230452" y="110166"/>
                  <a:pt x="2230910" y="103938"/>
                  <a:pt x="2231113" y="96771"/>
                </a:cubicBezTo>
                <a:cubicBezTo>
                  <a:pt x="2231316" y="89603"/>
                  <a:pt x="2231418" y="81393"/>
                  <a:pt x="2231418" y="72140"/>
                </a:cubicBezTo>
                <a:cubicBezTo>
                  <a:pt x="2231418" y="65734"/>
                  <a:pt x="2230325" y="61031"/>
                  <a:pt x="2228139" y="58033"/>
                </a:cubicBezTo>
                <a:cubicBezTo>
                  <a:pt x="2225953" y="55032"/>
                  <a:pt x="2222877" y="53532"/>
                  <a:pt x="2218912" y="53532"/>
                </a:cubicBezTo>
                <a:cubicBezTo>
                  <a:pt x="2214337" y="53532"/>
                  <a:pt x="2210982" y="55515"/>
                  <a:pt x="2208847" y="59480"/>
                </a:cubicBezTo>
                <a:cubicBezTo>
                  <a:pt x="2206712" y="63446"/>
                  <a:pt x="2205645" y="68936"/>
                  <a:pt x="2205645" y="75952"/>
                </a:cubicBezTo>
                <a:lnTo>
                  <a:pt x="2205645" y="82054"/>
                </a:lnTo>
                <a:cubicBezTo>
                  <a:pt x="2205645" y="88255"/>
                  <a:pt x="2205721" y="94100"/>
                  <a:pt x="2205873" y="99591"/>
                </a:cubicBezTo>
                <a:cubicBezTo>
                  <a:pt x="2206025" y="105082"/>
                  <a:pt x="2206355" y="110369"/>
                  <a:pt x="2206864" y="115453"/>
                </a:cubicBezTo>
                <a:cubicBezTo>
                  <a:pt x="2205542" y="115250"/>
                  <a:pt x="2203890" y="115148"/>
                  <a:pt x="2201907" y="115148"/>
                </a:cubicBezTo>
                <a:cubicBezTo>
                  <a:pt x="2199925" y="115148"/>
                  <a:pt x="2197764" y="115148"/>
                  <a:pt x="2195426" y="115148"/>
                </a:cubicBezTo>
                <a:cubicBezTo>
                  <a:pt x="2193087" y="115148"/>
                  <a:pt x="2190951" y="115148"/>
                  <a:pt x="2189019" y="115148"/>
                </a:cubicBezTo>
                <a:cubicBezTo>
                  <a:pt x="2187088" y="115148"/>
                  <a:pt x="2185410" y="115250"/>
                  <a:pt x="2183986" y="115453"/>
                </a:cubicBezTo>
                <a:cubicBezTo>
                  <a:pt x="2184495" y="110369"/>
                  <a:pt x="2184825" y="105082"/>
                  <a:pt x="2184977" y="99591"/>
                </a:cubicBezTo>
                <a:cubicBezTo>
                  <a:pt x="2185131" y="94100"/>
                  <a:pt x="2185208" y="88255"/>
                  <a:pt x="2185208" y="82054"/>
                </a:cubicBezTo>
                <a:lnTo>
                  <a:pt x="2185208" y="75952"/>
                </a:lnTo>
                <a:cubicBezTo>
                  <a:pt x="2185208" y="69751"/>
                  <a:pt x="2185131" y="63930"/>
                  <a:pt x="2184977" y="58491"/>
                </a:cubicBezTo>
                <a:cubicBezTo>
                  <a:pt x="2184825" y="53050"/>
                  <a:pt x="2184495" y="47584"/>
                  <a:pt x="2183986" y="42094"/>
                </a:cubicBezTo>
                <a:cubicBezTo>
                  <a:pt x="2185816" y="42297"/>
                  <a:pt x="2187622" y="42475"/>
                  <a:pt x="2189401" y="42629"/>
                </a:cubicBezTo>
                <a:cubicBezTo>
                  <a:pt x="2191181" y="42781"/>
                  <a:pt x="2192985" y="42857"/>
                  <a:pt x="2194814" y="42857"/>
                </a:cubicBezTo>
                <a:cubicBezTo>
                  <a:pt x="2196645" y="42857"/>
                  <a:pt x="2198450" y="42781"/>
                  <a:pt x="2200229" y="42629"/>
                </a:cubicBezTo>
                <a:cubicBezTo>
                  <a:pt x="2202009" y="42475"/>
                  <a:pt x="2203916" y="42297"/>
                  <a:pt x="2205950" y="42094"/>
                </a:cubicBezTo>
                <a:lnTo>
                  <a:pt x="2205338" y="53532"/>
                </a:lnTo>
                <a:lnTo>
                  <a:pt x="2205645" y="53532"/>
                </a:lnTo>
                <a:close/>
                <a:moveTo>
                  <a:pt x="2271224" y="96694"/>
                </a:moveTo>
                <a:cubicBezTo>
                  <a:pt x="2271834" y="98321"/>
                  <a:pt x="2272622" y="99872"/>
                  <a:pt x="2273587" y="101346"/>
                </a:cubicBezTo>
                <a:cubicBezTo>
                  <a:pt x="2274553" y="102820"/>
                  <a:pt x="2275748" y="104141"/>
                  <a:pt x="2277170" y="105311"/>
                </a:cubicBezTo>
                <a:cubicBezTo>
                  <a:pt x="2278595" y="106481"/>
                  <a:pt x="2280298" y="107422"/>
                  <a:pt x="2282281" y="108134"/>
                </a:cubicBezTo>
                <a:cubicBezTo>
                  <a:pt x="2284264" y="108845"/>
                  <a:pt x="2286577" y="109200"/>
                  <a:pt x="2289220" y="109200"/>
                </a:cubicBezTo>
                <a:cubicBezTo>
                  <a:pt x="2292779" y="109200"/>
                  <a:pt x="2295525" y="108285"/>
                  <a:pt x="2297456" y="106456"/>
                </a:cubicBezTo>
                <a:cubicBezTo>
                  <a:pt x="2299388" y="104625"/>
                  <a:pt x="2300354" y="102643"/>
                  <a:pt x="2300354" y="100508"/>
                </a:cubicBezTo>
                <a:cubicBezTo>
                  <a:pt x="2300354" y="98168"/>
                  <a:pt x="2299489" y="96287"/>
                  <a:pt x="2297761" y="94865"/>
                </a:cubicBezTo>
                <a:cubicBezTo>
                  <a:pt x="2296033" y="93440"/>
                  <a:pt x="2293872" y="92144"/>
                  <a:pt x="2291280" y="90976"/>
                </a:cubicBezTo>
                <a:cubicBezTo>
                  <a:pt x="2288687" y="89806"/>
                  <a:pt x="2285866" y="88611"/>
                  <a:pt x="2282816" y="87392"/>
                </a:cubicBezTo>
                <a:cubicBezTo>
                  <a:pt x="2279766" y="86171"/>
                  <a:pt x="2276944" y="84620"/>
                  <a:pt x="2274350" y="82740"/>
                </a:cubicBezTo>
                <a:cubicBezTo>
                  <a:pt x="2271757" y="80858"/>
                  <a:pt x="2269597" y="78494"/>
                  <a:pt x="2267869" y="75647"/>
                </a:cubicBezTo>
                <a:cubicBezTo>
                  <a:pt x="2266140" y="72800"/>
                  <a:pt x="2265276" y="69140"/>
                  <a:pt x="2265276" y="64667"/>
                </a:cubicBezTo>
                <a:cubicBezTo>
                  <a:pt x="2265276" y="60396"/>
                  <a:pt x="2266064" y="56710"/>
                  <a:pt x="2267641" y="53609"/>
                </a:cubicBezTo>
                <a:cubicBezTo>
                  <a:pt x="2269217" y="50507"/>
                  <a:pt x="2271276" y="47965"/>
                  <a:pt x="2273817" y="45982"/>
                </a:cubicBezTo>
                <a:cubicBezTo>
                  <a:pt x="2276358" y="44000"/>
                  <a:pt x="2279230" y="42526"/>
                  <a:pt x="2282432" y="41561"/>
                </a:cubicBezTo>
                <a:cubicBezTo>
                  <a:pt x="2285636" y="40594"/>
                  <a:pt x="2288814" y="40111"/>
                  <a:pt x="2291966" y="40111"/>
                </a:cubicBezTo>
                <a:cubicBezTo>
                  <a:pt x="2296236" y="40111"/>
                  <a:pt x="2300023" y="40722"/>
                  <a:pt x="2303328" y="41942"/>
                </a:cubicBezTo>
                <a:cubicBezTo>
                  <a:pt x="2306632" y="43162"/>
                  <a:pt x="2310013" y="44941"/>
                  <a:pt x="2313469" y="47279"/>
                </a:cubicBezTo>
                <a:cubicBezTo>
                  <a:pt x="2312556" y="49313"/>
                  <a:pt x="2311793" y="51499"/>
                  <a:pt x="2311182" y="53839"/>
                </a:cubicBezTo>
                <a:cubicBezTo>
                  <a:pt x="2310572" y="56177"/>
                  <a:pt x="2310115" y="58465"/>
                  <a:pt x="2309811" y="60702"/>
                </a:cubicBezTo>
                <a:lnTo>
                  <a:pt x="2305541" y="60702"/>
                </a:lnTo>
                <a:cubicBezTo>
                  <a:pt x="2305235" y="59481"/>
                  <a:pt x="2304726" y="58133"/>
                  <a:pt x="2304014" y="56659"/>
                </a:cubicBezTo>
                <a:cubicBezTo>
                  <a:pt x="2303302" y="55186"/>
                  <a:pt x="2302336" y="53788"/>
                  <a:pt x="2301117" y="52466"/>
                </a:cubicBezTo>
                <a:cubicBezTo>
                  <a:pt x="2299897" y="51144"/>
                  <a:pt x="2298423" y="50051"/>
                  <a:pt x="2296693" y="49187"/>
                </a:cubicBezTo>
                <a:cubicBezTo>
                  <a:pt x="2294965" y="48323"/>
                  <a:pt x="2292881" y="47891"/>
                  <a:pt x="2290442" y="47891"/>
                </a:cubicBezTo>
                <a:cubicBezTo>
                  <a:pt x="2287390" y="47891"/>
                  <a:pt x="2284822" y="48704"/>
                  <a:pt x="2282737" y="50332"/>
                </a:cubicBezTo>
                <a:cubicBezTo>
                  <a:pt x="2280653" y="51958"/>
                  <a:pt x="2279612" y="54093"/>
                  <a:pt x="2279612" y="56736"/>
                </a:cubicBezTo>
                <a:cubicBezTo>
                  <a:pt x="2279612" y="59177"/>
                  <a:pt x="2280501" y="61134"/>
                  <a:pt x="2282281" y="62608"/>
                </a:cubicBezTo>
                <a:cubicBezTo>
                  <a:pt x="2284060" y="64082"/>
                  <a:pt x="2286272" y="65378"/>
                  <a:pt x="2288916" y="66496"/>
                </a:cubicBezTo>
                <a:cubicBezTo>
                  <a:pt x="2291559" y="67615"/>
                  <a:pt x="2294457" y="68734"/>
                  <a:pt x="2297607" y="69852"/>
                </a:cubicBezTo>
                <a:cubicBezTo>
                  <a:pt x="2300760" y="70971"/>
                  <a:pt x="2303658" y="72420"/>
                  <a:pt x="2306302" y="74199"/>
                </a:cubicBezTo>
                <a:cubicBezTo>
                  <a:pt x="2308945" y="75977"/>
                  <a:pt x="2311157" y="78290"/>
                  <a:pt x="2312937" y="81137"/>
                </a:cubicBezTo>
                <a:cubicBezTo>
                  <a:pt x="2314716" y="83984"/>
                  <a:pt x="2315606" y="87644"/>
                  <a:pt x="2315606" y="92119"/>
                </a:cubicBezTo>
                <a:cubicBezTo>
                  <a:pt x="2315606" y="96593"/>
                  <a:pt x="2314792" y="100431"/>
                  <a:pt x="2313165" y="103633"/>
                </a:cubicBezTo>
                <a:cubicBezTo>
                  <a:pt x="2311539" y="106835"/>
                  <a:pt x="2309353" y="109479"/>
                  <a:pt x="2306607" y="111564"/>
                </a:cubicBezTo>
                <a:cubicBezTo>
                  <a:pt x="2303862" y="113648"/>
                  <a:pt x="2300736" y="115147"/>
                  <a:pt x="2297228" y="116063"/>
                </a:cubicBezTo>
                <a:cubicBezTo>
                  <a:pt x="2293720" y="116978"/>
                  <a:pt x="2290035" y="117436"/>
                  <a:pt x="2286172" y="117436"/>
                </a:cubicBezTo>
                <a:cubicBezTo>
                  <a:pt x="2281595" y="117436"/>
                  <a:pt x="2277477" y="116775"/>
                  <a:pt x="2273817" y="115453"/>
                </a:cubicBezTo>
                <a:cubicBezTo>
                  <a:pt x="2270157" y="114131"/>
                  <a:pt x="2267260" y="112759"/>
                  <a:pt x="2265125" y="111336"/>
                </a:cubicBezTo>
                <a:cubicBezTo>
                  <a:pt x="2266344" y="106455"/>
                  <a:pt x="2267107" y="101575"/>
                  <a:pt x="2267413" y="96694"/>
                </a:cubicBezTo>
                <a:lnTo>
                  <a:pt x="2271224" y="96694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B1B15-234E-425F-B5C7-A4C41AA0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04" y="402628"/>
            <a:ext cx="3192099" cy="3507703"/>
          </a:xfrm>
          <a:custGeom xmlns:a="http://schemas.openxmlformats.org/drawingml/2006/main">
            <a:pathLst>
              <a:path w="3192099" h="3507703" fill="none">
                <a:moveTo>
                  <a:pt x="99299" y="0"/>
                </a:moveTo>
                <a:lnTo>
                  <a:pt x="3092800" y="0"/>
                </a:lnTo>
                <a:cubicBezTo>
                  <a:pt x="3121939" y="0"/>
                  <a:pt x="3139423" y="0"/>
                  <a:pt x="3151079" y="4866"/>
                </a:cubicBezTo>
                <a:cubicBezTo>
                  <a:pt x="3167881" y="10982"/>
                  <a:pt x="3181117" y="24218"/>
                  <a:pt x="3187233" y="41021"/>
                </a:cubicBezTo>
                <a:cubicBezTo>
                  <a:pt x="3192099" y="52676"/>
                  <a:pt x="3192099" y="70160"/>
                  <a:pt x="3192099" y="99299"/>
                </a:cubicBezTo>
                <a:lnTo>
                  <a:pt x="3192099" y="3408403"/>
                </a:lnTo>
                <a:cubicBezTo>
                  <a:pt x="3192099" y="3437543"/>
                  <a:pt x="3192099" y="3455026"/>
                  <a:pt x="3187233" y="3466682"/>
                </a:cubicBezTo>
                <a:cubicBezTo>
                  <a:pt x="3181117" y="3483485"/>
                  <a:pt x="3167881" y="3496721"/>
                  <a:pt x="3151079" y="3502837"/>
                </a:cubicBezTo>
                <a:cubicBezTo>
                  <a:pt x="3139423" y="3507703"/>
                  <a:pt x="3121939" y="3507703"/>
                  <a:pt x="3092800" y="3507703"/>
                </a:cubicBezTo>
                <a:lnTo>
                  <a:pt x="99299" y="3507703"/>
                </a:lnTo>
                <a:cubicBezTo>
                  <a:pt x="70160" y="3507703"/>
                  <a:pt x="52676" y="3507703"/>
                  <a:pt x="41021" y="3502837"/>
                </a:cubicBezTo>
                <a:cubicBezTo>
                  <a:pt x="24218" y="3496721"/>
                  <a:pt x="10982" y="3483485"/>
                  <a:pt x="4866" y="3466682"/>
                </a:cubicBezTo>
                <a:cubicBezTo>
                  <a:pt x="0" y="3455026"/>
                  <a:pt x="0" y="3437543"/>
                  <a:pt x="0" y="3408403"/>
                </a:cubicBezTo>
                <a:lnTo>
                  <a:pt x="0" y="99299"/>
                </a:lnTo>
                <a:cubicBezTo>
                  <a:pt x="0" y="70160"/>
                  <a:pt x="0" y="52676"/>
                  <a:pt x="4866" y="41021"/>
                </a:cubicBezTo>
                <a:cubicBezTo>
                  <a:pt x="10982" y="24218"/>
                  <a:pt x="24218" y="10982"/>
                  <a:pt x="41021" y="4866"/>
                </a:cubicBezTo>
                <a:cubicBezTo>
                  <a:pt x="52676" y="0"/>
                  <a:pt x="70160" y="0"/>
                  <a:pt x="99299" y="0"/>
                </a:cubicBezTo>
                <a:close/>
                <a:moveTo>
                  <a:pt x="9929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485" cap="flat">
            <a:solidFill>
              <a:srgbClr val="000000"/>
            </a:solidFill>
            <a:miter/>
          </a:ln>
        </p:spPr>
      </p:sp>
      <p:sp>
        <p:nvSpPr>
          <p:cNvPr id="46" name="Text T">
            <a:extLst xmlns:a="http://schemas.openxmlformats.org/drawingml/2006/main">
              <a:ext uri="{FF2B5EF4-FFF2-40B4-BE49-F238E27FC236}">
                <a16:creationId xmlns:a16="http://schemas.microsoft.com/office/drawing/2014/main" id="{F2C67068-0540-4B98-A580-FCD271C0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365" y="54106"/>
            <a:ext cx="78393" cy="104776"/>
          </a:xfrm>
          <a:custGeom xmlns:a="http://schemas.openxmlformats.org/drawingml/2006/main">
            <a:pathLst>
              <a:path w="78393" h="104776">
                <a:moveTo>
                  <a:pt x="28368" y="24859"/>
                </a:moveTo>
                <a:cubicBezTo>
                  <a:pt x="28368" y="21911"/>
                  <a:pt x="28343" y="19217"/>
                  <a:pt x="28291" y="16777"/>
                </a:cubicBezTo>
                <a:cubicBezTo>
                  <a:pt x="28240" y="14336"/>
                  <a:pt x="28113" y="12557"/>
                  <a:pt x="27910" y="11438"/>
                </a:cubicBezTo>
                <a:cubicBezTo>
                  <a:pt x="26385" y="11438"/>
                  <a:pt x="24503" y="11489"/>
                  <a:pt x="22266" y="11592"/>
                </a:cubicBezTo>
                <a:cubicBezTo>
                  <a:pt x="20031" y="11692"/>
                  <a:pt x="17641" y="11820"/>
                  <a:pt x="15099" y="11973"/>
                </a:cubicBezTo>
                <a:cubicBezTo>
                  <a:pt x="12557" y="12125"/>
                  <a:pt x="9965" y="12329"/>
                  <a:pt x="7321" y="12583"/>
                </a:cubicBezTo>
                <a:cubicBezTo>
                  <a:pt x="4678" y="12836"/>
                  <a:pt x="2237" y="13115"/>
                  <a:pt x="0" y="13421"/>
                </a:cubicBezTo>
                <a:cubicBezTo>
                  <a:pt x="203" y="12302"/>
                  <a:pt x="381" y="11184"/>
                  <a:pt x="533" y="10065"/>
                </a:cubicBezTo>
                <a:cubicBezTo>
                  <a:pt x="687" y="8946"/>
                  <a:pt x="763" y="7828"/>
                  <a:pt x="763" y="6709"/>
                </a:cubicBezTo>
                <a:cubicBezTo>
                  <a:pt x="763" y="5592"/>
                  <a:pt x="687" y="4474"/>
                  <a:pt x="533" y="3356"/>
                </a:cubicBezTo>
                <a:cubicBezTo>
                  <a:pt x="381" y="2237"/>
                  <a:pt x="203" y="1119"/>
                  <a:pt x="0" y="0"/>
                </a:cubicBezTo>
                <a:cubicBezTo>
                  <a:pt x="3457" y="101"/>
                  <a:pt x="6583" y="202"/>
                  <a:pt x="9378" y="305"/>
                </a:cubicBezTo>
                <a:cubicBezTo>
                  <a:pt x="12176" y="406"/>
                  <a:pt x="15023" y="482"/>
                  <a:pt x="17921" y="533"/>
                </a:cubicBezTo>
                <a:cubicBezTo>
                  <a:pt x="20820" y="584"/>
                  <a:pt x="23971" y="635"/>
                  <a:pt x="27377" y="687"/>
                </a:cubicBezTo>
                <a:cubicBezTo>
                  <a:pt x="30782" y="738"/>
                  <a:pt x="34875" y="763"/>
                  <a:pt x="39655" y="763"/>
                </a:cubicBezTo>
                <a:cubicBezTo>
                  <a:pt x="44433" y="763"/>
                  <a:pt x="48525" y="738"/>
                  <a:pt x="51931" y="687"/>
                </a:cubicBezTo>
                <a:cubicBezTo>
                  <a:pt x="55338" y="635"/>
                  <a:pt x="58465" y="584"/>
                  <a:pt x="61311" y="533"/>
                </a:cubicBezTo>
                <a:cubicBezTo>
                  <a:pt x="64158" y="482"/>
                  <a:pt x="66928" y="406"/>
                  <a:pt x="69622" y="305"/>
                </a:cubicBezTo>
                <a:cubicBezTo>
                  <a:pt x="72317" y="202"/>
                  <a:pt x="75240" y="101"/>
                  <a:pt x="78393" y="0"/>
                </a:cubicBezTo>
                <a:cubicBezTo>
                  <a:pt x="78190" y="1119"/>
                  <a:pt x="78011" y="2237"/>
                  <a:pt x="77858" y="3356"/>
                </a:cubicBezTo>
                <a:cubicBezTo>
                  <a:pt x="77706" y="4474"/>
                  <a:pt x="77630" y="5592"/>
                  <a:pt x="77630" y="6709"/>
                </a:cubicBezTo>
                <a:cubicBezTo>
                  <a:pt x="77630" y="7828"/>
                  <a:pt x="77706" y="8946"/>
                  <a:pt x="77858" y="10065"/>
                </a:cubicBezTo>
                <a:cubicBezTo>
                  <a:pt x="78011" y="11184"/>
                  <a:pt x="78190" y="12302"/>
                  <a:pt x="78393" y="13421"/>
                </a:cubicBezTo>
                <a:cubicBezTo>
                  <a:pt x="76359" y="13115"/>
                  <a:pt x="74071" y="12836"/>
                  <a:pt x="71528" y="12583"/>
                </a:cubicBezTo>
                <a:cubicBezTo>
                  <a:pt x="68986" y="12329"/>
                  <a:pt x="66470" y="12125"/>
                  <a:pt x="63978" y="11973"/>
                </a:cubicBezTo>
                <a:cubicBezTo>
                  <a:pt x="61488" y="11820"/>
                  <a:pt x="59125" y="11692"/>
                  <a:pt x="56888" y="11592"/>
                </a:cubicBezTo>
                <a:cubicBezTo>
                  <a:pt x="54650" y="11489"/>
                  <a:pt x="52769" y="11438"/>
                  <a:pt x="51244" y="11438"/>
                </a:cubicBezTo>
                <a:cubicBezTo>
                  <a:pt x="51143" y="11947"/>
                  <a:pt x="51067" y="12659"/>
                  <a:pt x="51016" y="13574"/>
                </a:cubicBezTo>
                <a:cubicBezTo>
                  <a:pt x="50965" y="14488"/>
                  <a:pt x="50939" y="15556"/>
                  <a:pt x="50939" y="16777"/>
                </a:cubicBezTo>
                <a:lnTo>
                  <a:pt x="50939" y="24859"/>
                </a:lnTo>
                <a:lnTo>
                  <a:pt x="50939" y="62987"/>
                </a:lnTo>
                <a:cubicBezTo>
                  <a:pt x="50939" y="71427"/>
                  <a:pt x="51041" y="78926"/>
                  <a:pt x="51244" y="85484"/>
                </a:cubicBezTo>
                <a:cubicBezTo>
                  <a:pt x="51447" y="92042"/>
                  <a:pt x="51753" y="98472"/>
                  <a:pt x="52161" y="104776"/>
                </a:cubicBezTo>
                <a:cubicBezTo>
                  <a:pt x="50431" y="104573"/>
                  <a:pt x="48549" y="104471"/>
                  <a:pt x="46515" y="104471"/>
                </a:cubicBezTo>
                <a:cubicBezTo>
                  <a:pt x="44483" y="104471"/>
                  <a:pt x="42196" y="104471"/>
                  <a:pt x="39655" y="104471"/>
                </a:cubicBezTo>
                <a:cubicBezTo>
                  <a:pt x="37112" y="104471"/>
                  <a:pt x="34824" y="104471"/>
                  <a:pt x="32790" y="104471"/>
                </a:cubicBezTo>
                <a:cubicBezTo>
                  <a:pt x="30757" y="104471"/>
                  <a:pt x="28877" y="104573"/>
                  <a:pt x="27149" y="104776"/>
                </a:cubicBezTo>
                <a:cubicBezTo>
                  <a:pt x="27555" y="98472"/>
                  <a:pt x="27860" y="92042"/>
                  <a:pt x="28063" y="85484"/>
                </a:cubicBezTo>
                <a:cubicBezTo>
                  <a:pt x="28267" y="78926"/>
                  <a:pt x="28368" y="71427"/>
                  <a:pt x="28368" y="62987"/>
                </a:cubicBezTo>
                <a:lnTo>
                  <a:pt x="28368" y="24859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ask1:">
            <a:extLst xmlns:a="http://schemas.openxmlformats.org/drawingml/2006/main">
              <a:ext uri="{FF2B5EF4-FFF2-40B4-BE49-F238E27FC236}">
                <a16:creationId xmlns:a16="http://schemas.microsoft.com/office/drawing/2014/main" id="{59B3BDF6-F602-4E86-9AE5-1813C841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369" y="43887"/>
            <a:ext cx="369080" cy="116977"/>
          </a:xfrm>
          <a:custGeom xmlns:a="http://schemas.openxmlformats.org/drawingml/2006/main">
            <a:pathLst>
              <a:path w="369080" h="116977">
                <a:moveTo>
                  <a:pt x="41330" y="91814"/>
                </a:moveTo>
                <a:cubicBezTo>
                  <a:pt x="41330" y="87442"/>
                  <a:pt x="41356" y="84112"/>
                  <a:pt x="41407" y="81823"/>
                </a:cubicBezTo>
                <a:cubicBezTo>
                  <a:pt x="41458" y="79535"/>
                  <a:pt x="41484" y="77526"/>
                  <a:pt x="41484" y="75798"/>
                </a:cubicBezTo>
                <a:cubicBezTo>
                  <a:pt x="39348" y="77019"/>
                  <a:pt x="37085" y="78011"/>
                  <a:pt x="34696" y="78775"/>
                </a:cubicBezTo>
                <a:cubicBezTo>
                  <a:pt x="32306" y="79536"/>
                  <a:pt x="30120" y="80502"/>
                  <a:pt x="28138" y="81672"/>
                </a:cubicBezTo>
                <a:cubicBezTo>
                  <a:pt x="26155" y="82840"/>
                  <a:pt x="24528" y="84441"/>
                  <a:pt x="23258" y="86475"/>
                </a:cubicBezTo>
                <a:cubicBezTo>
                  <a:pt x="21987" y="88509"/>
                  <a:pt x="21352" y="91458"/>
                  <a:pt x="21352" y="95321"/>
                </a:cubicBezTo>
                <a:cubicBezTo>
                  <a:pt x="21352" y="99083"/>
                  <a:pt x="22140" y="101955"/>
                  <a:pt x="23716" y="103938"/>
                </a:cubicBezTo>
                <a:cubicBezTo>
                  <a:pt x="25292" y="105921"/>
                  <a:pt x="27402" y="106912"/>
                  <a:pt x="30044" y="106912"/>
                </a:cubicBezTo>
                <a:cubicBezTo>
                  <a:pt x="33399" y="106912"/>
                  <a:pt x="36119" y="105642"/>
                  <a:pt x="38203" y="103100"/>
                </a:cubicBezTo>
                <a:cubicBezTo>
                  <a:pt x="40288" y="100558"/>
                  <a:pt x="41330" y="96795"/>
                  <a:pt x="41330" y="91814"/>
                </a:cubicBezTo>
                <a:moveTo>
                  <a:pt x="5185" y="50330"/>
                </a:moveTo>
                <a:cubicBezTo>
                  <a:pt x="9456" y="46873"/>
                  <a:pt x="14057" y="44229"/>
                  <a:pt x="18987" y="42399"/>
                </a:cubicBezTo>
                <a:cubicBezTo>
                  <a:pt x="23919" y="40568"/>
                  <a:pt x="28825" y="39653"/>
                  <a:pt x="33704" y="39653"/>
                </a:cubicBezTo>
                <a:cubicBezTo>
                  <a:pt x="37772" y="39653"/>
                  <a:pt x="41509" y="40110"/>
                  <a:pt x="44914" y="41026"/>
                </a:cubicBezTo>
                <a:cubicBezTo>
                  <a:pt x="48321" y="41941"/>
                  <a:pt x="51270" y="43390"/>
                  <a:pt x="53760" y="45373"/>
                </a:cubicBezTo>
                <a:cubicBezTo>
                  <a:pt x="56251" y="47355"/>
                  <a:pt x="58183" y="49923"/>
                  <a:pt x="59554" y="53076"/>
                </a:cubicBezTo>
                <a:cubicBezTo>
                  <a:pt x="60928" y="56227"/>
                  <a:pt x="61614" y="60039"/>
                  <a:pt x="61614" y="64514"/>
                </a:cubicBezTo>
                <a:cubicBezTo>
                  <a:pt x="61614" y="71020"/>
                  <a:pt x="61538" y="77045"/>
                  <a:pt x="61386" y="82586"/>
                </a:cubicBezTo>
                <a:cubicBezTo>
                  <a:pt x="61234" y="88127"/>
                  <a:pt x="61158" y="93642"/>
                  <a:pt x="61158" y="99133"/>
                </a:cubicBezTo>
                <a:cubicBezTo>
                  <a:pt x="61158" y="101573"/>
                  <a:pt x="61336" y="103480"/>
                  <a:pt x="61691" y="104853"/>
                </a:cubicBezTo>
                <a:cubicBezTo>
                  <a:pt x="62048" y="106226"/>
                  <a:pt x="62581" y="107268"/>
                  <a:pt x="63292" y="107980"/>
                </a:cubicBezTo>
                <a:cubicBezTo>
                  <a:pt x="64004" y="108691"/>
                  <a:pt x="64944" y="109148"/>
                  <a:pt x="66112" y="109351"/>
                </a:cubicBezTo>
                <a:cubicBezTo>
                  <a:pt x="67282" y="109554"/>
                  <a:pt x="68630" y="109656"/>
                  <a:pt x="70155" y="109656"/>
                </a:cubicBezTo>
                <a:lnTo>
                  <a:pt x="70155" y="113317"/>
                </a:lnTo>
                <a:cubicBezTo>
                  <a:pt x="67207" y="114538"/>
                  <a:pt x="64716" y="115453"/>
                  <a:pt x="62682" y="116063"/>
                </a:cubicBezTo>
                <a:cubicBezTo>
                  <a:pt x="60648" y="116672"/>
                  <a:pt x="58462" y="116977"/>
                  <a:pt x="56124" y="116977"/>
                </a:cubicBezTo>
                <a:cubicBezTo>
                  <a:pt x="52362" y="116977"/>
                  <a:pt x="49312" y="116063"/>
                  <a:pt x="46974" y="114234"/>
                </a:cubicBezTo>
                <a:cubicBezTo>
                  <a:pt x="44636" y="112403"/>
                  <a:pt x="42856" y="109759"/>
                  <a:pt x="41635" y="106303"/>
                </a:cubicBezTo>
                <a:cubicBezTo>
                  <a:pt x="39297" y="109556"/>
                  <a:pt x="36578" y="112148"/>
                  <a:pt x="33476" y="114080"/>
                </a:cubicBezTo>
                <a:cubicBezTo>
                  <a:pt x="30375" y="116012"/>
                  <a:pt x="26486" y="116977"/>
                  <a:pt x="21810" y="116977"/>
                </a:cubicBezTo>
                <a:cubicBezTo>
                  <a:pt x="17946" y="116977"/>
                  <a:pt x="14640" y="116468"/>
                  <a:pt x="11894" y="115451"/>
                </a:cubicBezTo>
                <a:cubicBezTo>
                  <a:pt x="9150" y="114434"/>
                  <a:pt x="6888" y="112986"/>
                  <a:pt x="5108" y="111106"/>
                </a:cubicBezTo>
                <a:cubicBezTo>
                  <a:pt x="3329" y="109224"/>
                  <a:pt x="2032" y="107088"/>
                  <a:pt x="1219" y="104699"/>
                </a:cubicBezTo>
                <a:cubicBezTo>
                  <a:pt x="406" y="102310"/>
                  <a:pt x="0" y="99895"/>
                  <a:pt x="0" y="97455"/>
                </a:cubicBezTo>
                <a:cubicBezTo>
                  <a:pt x="0" y="94100"/>
                  <a:pt x="534" y="91203"/>
                  <a:pt x="1601" y="88763"/>
                </a:cubicBezTo>
                <a:cubicBezTo>
                  <a:pt x="2668" y="86322"/>
                  <a:pt x="4194" y="84238"/>
                  <a:pt x="6176" y="82510"/>
                </a:cubicBezTo>
                <a:cubicBezTo>
                  <a:pt x="8159" y="80781"/>
                  <a:pt x="10523" y="79332"/>
                  <a:pt x="13267" y="78162"/>
                </a:cubicBezTo>
                <a:cubicBezTo>
                  <a:pt x="16013" y="76993"/>
                  <a:pt x="19115" y="76001"/>
                  <a:pt x="22571" y="75188"/>
                </a:cubicBezTo>
                <a:cubicBezTo>
                  <a:pt x="26842" y="74172"/>
                  <a:pt x="30223" y="73283"/>
                  <a:pt x="32713" y="72521"/>
                </a:cubicBezTo>
                <a:cubicBezTo>
                  <a:pt x="35205" y="71758"/>
                  <a:pt x="37060" y="70996"/>
                  <a:pt x="38280" y="70234"/>
                </a:cubicBezTo>
                <a:cubicBezTo>
                  <a:pt x="39501" y="69471"/>
                  <a:pt x="40289" y="68631"/>
                  <a:pt x="40644" y="67716"/>
                </a:cubicBezTo>
                <a:cubicBezTo>
                  <a:pt x="41001" y="66800"/>
                  <a:pt x="41179" y="65682"/>
                  <a:pt x="41179" y="64360"/>
                </a:cubicBezTo>
                <a:cubicBezTo>
                  <a:pt x="41179" y="60700"/>
                  <a:pt x="39882" y="57574"/>
                  <a:pt x="37288" y="54982"/>
                </a:cubicBezTo>
                <a:cubicBezTo>
                  <a:pt x="34696" y="52388"/>
                  <a:pt x="31112" y="51091"/>
                  <a:pt x="26537" y="51091"/>
                </a:cubicBezTo>
                <a:cubicBezTo>
                  <a:pt x="24808" y="51091"/>
                  <a:pt x="23029" y="51319"/>
                  <a:pt x="21198" y="51777"/>
                </a:cubicBezTo>
                <a:cubicBezTo>
                  <a:pt x="19369" y="52235"/>
                  <a:pt x="17615" y="52871"/>
                  <a:pt x="15936" y="53685"/>
                </a:cubicBezTo>
                <a:cubicBezTo>
                  <a:pt x="14259" y="54498"/>
                  <a:pt x="12734" y="55388"/>
                  <a:pt x="11361" y="56355"/>
                </a:cubicBezTo>
                <a:cubicBezTo>
                  <a:pt x="9990" y="57320"/>
                  <a:pt x="8948" y="58361"/>
                  <a:pt x="8236" y="59480"/>
                </a:cubicBezTo>
                <a:lnTo>
                  <a:pt x="7168" y="59480"/>
                </a:lnTo>
                <a:lnTo>
                  <a:pt x="5185" y="50330"/>
                </a:lnTo>
                <a:close/>
                <a:moveTo>
                  <a:pt x="83119" y="96235"/>
                </a:moveTo>
                <a:cubicBezTo>
                  <a:pt x="83729" y="97863"/>
                  <a:pt x="84516" y="99413"/>
                  <a:pt x="85481" y="100887"/>
                </a:cubicBezTo>
                <a:cubicBezTo>
                  <a:pt x="86448" y="102361"/>
                  <a:pt x="87642" y="103683"/>
                  <a:pt x="89065" y="104853"/>
                </a:cubicBezTo>
                <a:cubicBezTo>
                  <a:pt x="90489" y="106023"/>
                  <a:pt x="92193" y="106963"/>
                  <a:pt x="94176" y="107676"/>
                </a:cubicBezTo>
                <a:cubicBezTo>
                  <a:pt x="96158" y="108386"/>
                  <a:pt x="98472" y="108741"/>
                  <a:pt x="101115" y="108741"/>
                </a:cubicBezTo>
                <a:cubicBezTo>
                  <a:pt x="104674" y="108741"/>
                  <a:pt x="107419" y="107827"/>
                  <a:pt x="109351" y="105998"/>
                </a:cubicBezTo>
                <a:cubicBezTo>
                  <a:pt x="111283" y="104167"/>
                  <a:pt x="112248" y="102184"/>
                  <a:pt x="112248" y="100049"/>
                </a:cubicBezTo>
                <a:cubicBezTo>
                  <a:pt x="112248" y="97710"/>
                  <a:pt x="111384" y="95829"/>
                  <a:pt x="109656" y="94406"/>
                </a:cubicBezTo>
                <a:cubicBezTo>
                  <a:pt x="107928" y="92982"/>
                  <a:pt x="105767" y="91686"/>
                  <a:pt x="103175" y="90517"/>
                </a:cubicBezTo>
                <a:cubicBezTo>
                  <a:pt x="100582" y="89348"/>
                  <a:pt x="97761" y="88153"/>
                  <a:pt x="94711" y="86934"/>
                </a:cubicBezTo>
                <a:cubicBezTo>
                  <a:pt x="91661" y="85713"/>
                  <a:pt x="88839" y="84162"/>
                  <a:pt x="86245" y="82282"/>
                </a:cubicBezTo>
                <a:cubicBezTo>
                  <a:pt x="83652" y="80400"/>
                  <a:pt x="81492" y="78035"/>
                  <a:pt x="79763" y="75188"/>
                </a:cubicBezTo>
                <a:cubicBezTo>
                  <a:pt x="78035" y="72341"/>
                  <a:pt x="77171" y="68682"/>
                  <a:pt x="77171" y="64209"/>
                </a:cubicBezTo>
                <a:cubicBezTo>
                  <a:pt x="77171" y="59938"/>
                  <a:pt x="77959" y="56251"/>
                  <a:pt x="79535" y="53150"/>
                </a:cubicBezTo>
                <a:cubicBezTo>
                  <a:pt x="81112" y="50049"/>
                  <a:pt x="83170" y="47507"/>
                  <a:pt x="85712" y="45524"/>
                </a:cubicBezTo>
                <a:cubicBezTo>
                  <a:pt x="88253" y="43541"/>
                  <a:pt x="91125" y="42067"/>
                  <a:pt x="94327" y="41102"/>
                </a:cubicBezTo>
                <a:cubicBezTo>
                  <a:pt x="97531" y="40136"/>
                  <a:pt x="100709" y="39653"/>
                  <a:pt x="103861" y="39653"/>
                </a:cubicBezTo>
                <a:cubicBezTo>
                  <a:pt x="108131" y="39653"/>
                  <a:pt x="111918" y="40263"/>
                  <a:pt x="115222" y="41484"/>
                </a:cubicBezTo>
                <a:cubicBezTo>
                  <a:pt x="118527" y="42703"/>
                  <a:pt x="121908" y="44482"/>
                  <a:pt x="125364" y="46820"/>
                </a:cubicBezTo>
                <a:cubicBezTo>
                  <a:pt x="124450" y="48854"/>
                  <a:pt x="123688" y="51041"/>
                  <a:pt x="123077" y="53381"/>
                </a:cubicBezTo>
                <a:cubicBezTo>
                  <a:pt x="122467" y="55719"/>
                  <a:pt x="122010" y="58006"/>
                  <a:pt x="121706" y="60243"/>
                </a:cubicBezTo>
                <a:lnTo>
                  <a:pt x="117436" y="60243"/>
                </a:lnTo>
                <a:cubicBezTo>
                  <a:pt x="117130" y="59022"/>
                  <a:pt x="116621" y="57675"/>
                  <a:pt x="115909" y="56201"/>
                </a:cubicBezTo>
                <a:cubicBezTo>
                  <a:pt x="115197" y="54727"/>
                  <a:pt x="114231" y="53329"/>
                  <a:pt x="113012" y="52007"/>
                </a:cubicBezTo>
                <a:cubicBezTo>
                  <a:pt x="111792" y="50686"/>
                  <a:pt x="110318" y="49593"/>
                  <a:pt x="108588" y="48729"/>
                </a:cubicBezTo>
                <a:cubicBezTo>
                  <a:pt x="106859" y="47864"/>
                  <a:pt x="104776" y="47432"/>
                  <a:pt x="102337" y="47432"/>
                </a:cubicBezTo>
                <a:cubicBezTo>
                  <a:pt x="99285" y="47432"/>
                  <a:pt x="96717" y="48246"/>
                  <a:pt x="94632" y="49873"/>
                </a:cubicBezTo>
                <a:cubicBezTo>
                  <a:pt x="92548" y="51499"/>
                  <a:pt x="91506" y="53634"/>
                  <a:pt x="91506" y="56278"/>
                </a:cubicBezTo>
                <a:cubicBezTo>
                  <a:pt x="91506" y="58718"/>
                  <a:pt x="92396" y="60675"/>
                  <a:pt x="94176" y="62149"/>
                </a:cubicBezTo>
                <a:cubicBezTo>
                  <a:pt x="95955" y="63623"/>
                  <a:pt x="98167" y="64919"/>
                  <a:pt x="100810" y="66038"/>
                </a:cubicBezTo>
                <a:cubicBezTo>
                  <a:pt x="103454" y="67157"/>
                  <a:pt x="106351" y="68275"/>
                  <a:pt x="109502" y="69394"/>
                </a:cubicBezTo>
                <a:cubicBezTo>
                  <a:pt x="112655" y="70512"/>
                  <a:pt x="115553" y="71961"/>
                  <a:pt x="118197" y="73741"/>
                </a:cubicBezTo>
                <a:cubicBezTo>
                  <a:pt x="120840" y="75519"/>
                  <a:pt x="123052" y="77831"/>
                  <a:pt x="124831" y="80678"/>
                </a:cubicBezTo>
                <a:cubicBezTo>
                  <a:pt x="126611" y="83525"/>
                  <a:pt x="127501" y="87186"/>
                  <a:pt x="127501" y="91660"/>
                </a:cubicBezTo>
                <a:cubicBezTo>
                  <a:pt x="127501" y="96134"/>
                  <a:pt x="126687" y="99973"/>
                  <a:pt x="125059" y="103175"/>
                </a:cubicBezTo>
                <a:cubicBezTo>
                  <a:pt x="123433" y="106377"/>
                  <a:pt x="121247" y="109021"/>
                  <a:pt x="118501" y="111106"/>
                </a:cubicBezTo>
                <a:cubicBezTo>
                  <a:pt x="115757" y="113189"/>
                  <a:pt x="112631" y="114689"/>
                  <a:pt x="109123" y="115604"/>
                </a:cubicBezTo>
                <a:cubicBezTo>
                  <a:pt x="105615" y="116520"/>
                  <a:pt x="101930" y="116977"/>
                  <a:pt x="98067" y="116977"/>
                </a:cubicBezTo>
                <a:cubicBezTo>
                  <a:pt x="93490" y="116977"/>
                  <a:pt x="89372" y="116316"/>
                  <a:pt x="85712" y="114995"/>
                </a:cubicBezTo>
                <a:cubicBezTo>
                  <a:pt x="82052" y="113673"/>
                  <a:pt x="79154" y="112300"/>
                  <a:pt x="77020" y="110878"/>
                </a:cubicBezTo>
                <a:cubicBezTo>
                  <a:pt x="78239" y="105997"/>
                  <a:pt x="79002" y="101116"/>
                  <a:pt x="79307" y="96235"/>
                </a:cubicBezTo>
                <a:lnTo>
                  <a:pt x="83119" y="96235"/>
                </a:lnTo>
                <a:close/>
                <a:moveTo>
                  <a:pt x="141227" y="52768"/>
                </a:moveTo>
                <a:cubicBezTo>
                  <a:pt x="141227" y="42805"/>
                  <a:pt x="141126" y="33655"/>
                  <a:pt x="140922" y="25317"/>
                </a:cubicBezTo>
                <a:cubicBezTo>
                  <a:pt x="140719" y="16980"/>
                  <a:pt x="140413" y="8541"/>
                  <a:pt x="140005" y="0"/>
                </a:cubicBezTo>
                <a:cubicBezTo>
                  <a:pt x="141327" y="203"/>
                  <a:pt x="143005" y="382"/>
                  <a:pt x="145039" y="535"/>
                </a:cubicBezTo>
                <a:cubicBezTo>
                  <a:pt x="147073" y="687"/>
                  <a:pt x="149209" y="763"/>
                  <a:pt x="151446" y="763"/>
                </a:cubicBezTo>
                <a:cubicBezTo>
                  <a:pt x="153681" y="763"/>
                  <a:pt x="155816" y="687"/>
                  <a:pt x="157850" y="535"/>
                </a:cubicBezTo>
                <a:cubicBezTo>
                  <a:pt x="159884" y="382"/>
                  <a:pt x="161562" y="203"/>
                  <a:pt x="162884" y="0"/>
                </a:cubicBezTo>
                <a:cubicBezTo>
                  <a:pt x="162681" y="4270"/>
                  <a:pt x="162502" y="8591"/>
                  <a:pt x="162349" y="12965"/>
                </a:cubicBezTo>
                <a:cubicBezTo>
                  <a:pt x="162196" y="17337"/>
                  <a:pt x="162069" y="22268"/>
                  <a:pt x="161967" y="27758"/>
                </a:cubicBezTo>
                <a:cubicBezTo>
                  <a:pt x="161866" y="33247"/>
                  <a:pt x="161790" y="39525"/>
                  <a:pt x="161739" y="46592"/>
                </a:cubicBezTo>
                <a:cubicBezTo>
                  <a:pt x="161689" y="53659"/>
                  <a:pt x="161664" y="62072"/>
                  <a:pt x="161664" y="71833"/>
                </a:cubicBezTo>
                <a:cubicBezTo>
                  <a:pt x="161664" y="73257"/>
                  <a:pt x="161689" y="74172"/>
                  <a:pt x="161739" y="74579"/>
                </a:cubicBezTo>
                <a:cubicBezTo>
                  <a:pt x="161790" y="74985"/>
                  <a:pt x="162019" y="75188"/>
                  <a:pt x="162425" y="75188"/>
                </a:cubicBezTo>
                <a:cubicBezTo>
                  <a:pt x="162832" y="75188"/>
                  <a:pt x="163823" y="74401"/>
                  <a:pt x="165399" y="72826"/>
                </a:cubicBezTo>
                <a:cubicBezTo>
                  <a:pt x="166976" y="71250"/>
                  <a:pt x="169009" y="68987"/>
                  <a:pt x="171499" y="66038"/>
                </a:cubicBezTo>
                <a:cubicBezTo>
                  <a:pt x="173991" y="63089"/>
                  <a:pt x="176889" y="59555"/>
                  <a:pt x="180193" y="55438"/>
                </a:cubicBezTo>
                <a:cubicBezTo>
                  <a:pt x="183498" y="51320"/>
                  <a:pt x="187133" y="46719"/>
                  <a:pt x="191098" y="41635"/>
                </a:cubicBezTo>
                <a:cubicBezTo>
                  <a:pt x="192318" y="41839"/>
                  <a:pt x="193512" y="42017"/>
                  <a:pt x="194682" y="42171"/>
                </a:cubicBezTo>
                <a:cubicBezTo>
                  <a:pt x="195852" y="42323"/>
                  <a:pt x="197047" y="42399"/>
                  <a:pt x="198266" y="42399"/>
                </a:cubicBezTo>
                <a:cubicBezTo>
                  <a:pt x="199385" y="42399"/>
                  <a:pt x="200605" y="42323"/>
                  <a:pt x="201927" y="42171"/>
                </a:cubicBezTo>
                <a:cubicBezTo>
                  <a:pt x="203248" y="42017"/>
                  <a:pt x="204875" y="41839"/>
                  <a:pt x="206807" y="41635"/>
                </a:cubicBezTo>
                <a:cubicBezTo>
                  <a:pt x="205485" y="43160"/>
                  <a:pt x="203528" y="45245"/>
                  <a:pt x="200935" y="47888"/>
                </a:cubicBezTo>
                <a:cubicBezTo>
                  <a:pt x="198343" y="50532"/>
                  <a:pt x="195674" y="53253"/>
                  <a:pt x="192927" y="56050"/>
                </a:cubicBezTo>
                <a:cubicBezTo>
                  <a:pt x="190183" y="58845"/>
                  <a:pt x="187591" y="61514"/>
                  <a:pt x="185150" y="64055"/>
                </a:cubicBezTo>
                <a:cubicBezTo>
                  <a:pt x="182710" y="66596"/>
                  <a:pt x="180930" y="68478"/>
                  <a:pt x="179812" y="69699"/>
                </a:cubicBezTo>
                <a:cubicBezTo>
                  <a:pt x="180218" y="70308"/>
                  <a:pt x="181108" y="71732"/>
                  <a:pt x="182481" y="73969"/>
                </a:cubicBezTo>
                <a:cubicBezTo>
                  <a:pt x="183854" y="76206"/>
                  <a:pt x="185506" y="78875"/>
                  <a:pt x="187438" y="81977"/>
                </a:cubicBezTo>
                <a:cubicBezTo>
                  <a:pt x="189369" y="85077"/>
                  <a:pt x="191402" y="88380"/>
                  <a:pt x="193537" y="91888"/>
                </a:cubicBezTo>
                <a:cubicBezTo>
                  <a:pt x="195674" y="95396"/>
                  <a:pt x="197682" y="98752"/>
                  <a:pt x="199562" y="101955"/>
                </a:cubicBezTo>
                <a:cubicBezTo>
                  <a:pt x="201444" y="105158"/>
                  <a:pt x="203096" y="107953"/>
                  <a:pt x="204519" y="110343"/>
                </a:cubicBezTo>
                <a:cubicBezTo>
                  <a:pt x="205943" y="112732"/>
                  <a:pt x="206859" y="114282"/>
                  <a:pt x="207265" y="114995"/>
                </a:cubicBezTo>
                <a:cubicBezTo>
                  <a:pt x="205130" y="114791"/>
                  <a:pt x="203096" y="114690"/>
                  <a:pt x="201163" y="114690"/>
                </a:cubicBezTo>
                <a:cubicBezTo>
                  <a:pt x="199232" y="114690"/>
                  <a:pt x="197249" y="114690"/>
                  <a:pt x="195215" y="114690"/>
                </a:cubicBezTo>
                <a:cubicBezTo>
                  <a:pt x="193183" y="114690"/>
                  <a:pt x="191226" y="114690"/>
                  <a:pt x="189344" y="114690"/>
                </a:cubicBezTo>
                <a:cubicBezTo>
                  <a:pt x="187463" y="114690"/>
                  <a:pt x="185557" y="114791"/>
                  <a:pt x="183626" y="114995"/>
                </a:cubicBezTo>
                <a:cubicBezTo>
                  <a:pt x="183117" y="114486"/>
                  <a:pt x="182278" y="113215"/>
                  <a:pt x="181108" y="111183"/>
                </a:cubicBezTo>
                <a:cubicBezTo>
                  <a:pt x="179940" y="109149"/>
                  <a:pt x="178618" y="106835"/>
                  <a:pt x="177142" y="104243"/>
                </a:cubicBezTo>
                <a:cubicBezTo>
                  <a:pt x="175668" y="101651"/>
                  <a:pt x="174143" y="98931"/>
                  <a:pt x="172567" y="96084"/>
                </a:cubicBezTo>
                <a:cubicBezTo>
                  <a:pt x="170992" y="93237"/>
                  <a:pt x="169493" y="90619"/>
                  <a:pt x="168069" y="88230"/>
                </a:cubicBezTo>
                <a:cubicBezTo>
                  <a:pt x="166646" y="85839"/>
                  <a:pt x="165375" y="83881"/>
                  <a:pt x="164257" y="82356"/>
                </a:cubicBezTo>
                <a:cubicBezTo>
                  <a:pt x="163138" y="80831"/>
                  <a:pt x="162376" y="80068"/>
                  <a:pt x="161969" y="80068"/>
                </a:cubicBezTo>
                <a:cubicBezTo>
                  <a:pt x="161561" y="80068"/>
                  <a:pt x="161281" y="80374"/>
                  <a:pt x="161129" y="80985"/>
                </a:cubicBezTo>
                <a:cubicBezTo>
                  <a:pt x="160977" y="81595"/>
                  <a:pt x="160901" y="83475"/>
                  <a:pt x="160901" y="86626"/>
                </a:cubicBezTo>
                <a:lnTo>
                  <a:pt x="160901" y="95167"/>
                </a:lnTo>
                <a:cubicBezTo>
                  <a:pt x="160901" y="96489"/>
                  <a:pt x="160926" y="98116"/>
                  <a:pt x="160976" y="100049"/>
                </a:cubicBezTo>
                <a:cubicBezTo>
                  <a:pt x="161027" y="101981"/>
                  <a:pt x="161078" y="103938"/>
                  <a:pt x="161129" y="105921"/>
                </a:cubicBezTo>
                <a:cubicBezTo>
                  <a:pt x="161180" y="107904"/>
                  <a:pt x="161282" y="109759"/>
                  <a:pt x="161434" y="111487"/>
                </a:cubicBezTo>
                <a:cubicBezTo>
                  <a:pt x="161588" y="113216"/>
                  <a:pt x="161766" y="114385"/>
                  <a:pt x="161969" y="114995"/>
                </a:cubicBezTo>
                <a:cubicBezTo>
                  <a:pt x="160138" y="114791"/>
                  <a:pt x="158308" y="114690"/>
                  <a:pt x="156477" y="114690"/>
                </a:cubicBezTo>
                <a:cubicBezTo>
                  <a:pt x="154648" y="114690"/>
                  <a:pt x="152818" y="114690"/>
                  <a:pt x="150987" y="114690"/>
                </a:cubicBezTo>
                <a:cubicBezTo>
                  <a:pt x="149157" y="114690"/>
                  <a:pt x="147326" y="114690"/>
                  <a:pt x="145495" y="114690"/>
                </a:cubicBezTo>
                <a:cubicBezTo>
                  <a:pt x="143666" y="114690"/>
                  <a:pt x="141836" y="114791"/>
                  <a:pt x="140005" y="114995"/>
                </a:cubicBezTo>
                <a:cubicBezTo>
                  <a:pt x="140413" y="106759"/>
                  <a:pt x="140719" y="98473"/>
                  <a:pt x="140922" y="90136"/>
                </a:cubicBezTo>
                <a:cubicBezTo>
                  <a:pt x="141126" y="81798"/>
                  <a:pt x="141227" y="72647"/>
                  <a:pt x="141227" y="62682"/>
                </a:cubicBezTo>
                <a:lnTo>
                  <a:pt x="141227" y="52768"/>
                </a:lnTo>
                <a:close/>
                <a:moveTo>
                  <a:pt x="307008" y="12201"/>
                </a:moveTo>
                <a:cubicBezTo>
                  <a:pt x="306804" y="15251"/>
                  <a:pt x="306627" y="18632"/>
                  <a:pt x="306475" y="22343"/>
                </a:cubicBezTo>
                <a:cubicBezTo>
                  <a:pt x="306323" y="26054"/>
                  <a:pt x="306170" y="29892"/>
                  <a:pt x="306016" y="33858"/>
                </a:cubicBezTo>
                <a:cubicBezTo>
                  <a:pt x="305864" y="37823"/>
                  <a:pt x="305737" y="41840"/>
                  <a:pt x="305635" y="45908"/>
                </a:cubicBezTo>
                <a:cubicBezTo>
                  <a:pt x="305534" y="49974"/>
                  <a:pt x="305483" y="53939"/>
                  <a:pt x="305483" y="57802"/>
                </a:cubicBezTo>
                <a:lnTo>
                  <a:pt x="305483" y="67106"/>
                </a:lnTo>
                <a:lnTo>
                  <a:pt x="305483" y="78698"/>
                </a:lnTo>
                <a:cubicBezTo>
                  <a:pt x="305483" y="84086"/>
                  <a:pt x="305559" y="89627"/>
                  <a:pt x="305711" y="95321"/>
                </a:cubicBezTo>
                <a:cubicBezTo>
                  <a:pt x="305865" y="101014"/>
                  <a:pt x="306094" y="107572"/>
                  <a:pt x="306398" y="114995"/>
                </a:cubicBezTo>
                <a:cubicBezTo>
                  <a:pt x="304364" y="114791"/>
                  <a:pt x="302381" y="114690"/>
                  <a:pt x="300450" y="114690"/>
                </a:cubicBezTo>
                <a:cubicBezTo>
                  <a:pt x="298518" y="114690"/>
                  <a:pt x="296535" y="114690"/>
                  <a:pt x="294501" y="114690"/>
                </a:cubicBezTo>
                <a:cubicBezTo>
                  <a:pt x="292469" y="114690"/>
                  <a:pt x="290462" y="114690"/>
                  <a:pt x="288479" y="114690"/>
                </a:cubicBezTo>
                <a:cubicBezTo>
                  <a:pt x="286496" y="114690"/>
                  <a:pt x="284488" y="114791"/>
                  <a:pt x="282454" y="114995"/>
                </a:cubicBezTo>
                <a:cubicBezTo>
                  <a:pt x="282556" y="113367"/>
                  <a:pt x="282709" y="111028"/>
                  <a:pt x="282912" y="107978"/>
                </a:cubicBezTo>
                <a:cubicBezTo>
                  <a:pt x="283115" y="104928"/>
                  <a:pt x="283293" y="101547"/>
                  <a:pt x="283445" y="97836"/>
                </a:cubicBezTo>
                <a:cubicBezTo>
                  <a:pt x="283597" y="94125"/>
                  <a:pt x="283749" y="90185"/>
                  <a:pt x="283901" y="86017"/>
                </a:cubicBezTo>
                <a:cubicBezTo>
                  <a:pt x="284055" y="81848"/>
                  <a:pt x="284132" y="77629"/>
                  <a:pt x="284132" y="73359"/>
                </a:cubicBezTo>
                <a:lnTo>
                  <a:pt x="284132" y="30351"/>
                </a:lnTo>
                <a:cubicBezTo>
                  <a:pt x="283420" y="30655"/>
                  <a:pt x="282351" y="31163"/>
                  <a:pt x="280927" y="31875"/>
                </a:cubicBezTo>
                <a:cubicBezTo>
                  <a:pt x="279504" y="32587"/>
                  <a:pt x="277954" y="33375"/>
                  <a:pt x="276275" y="34240"/>
                </a:cubicBezTo>
                <a:cubicBezTo>
                  <a:pt x="274598" y="35104"/>
                  <a:pt x="272895" y="35968"/>
                  <a:pt x="271167" y="36832"/>
                </a:cubicBezTo>
                <a:cubicBezTo>
                  <a:pt x="269439" y="37696"/>
                  <a:pt x="267863" y="38433"/>
                  <a:pt x="266441" y="39043"/>
                </a:cubicBezTo>
                <a:cubicBezTo>
                  <a:pt x="265322" y="37518"/>
                  <a:pt x="264025" y="35917"/>
                  <a:pt x="262550" y="34240"/>
                </a:cubicBezTo>
                <a:cubicBezTo>
                  <a:pt x="261076" y="32561"/>
                  <a:pt x="259881" y="31366"/>
                  <a:pt x="258966" y="30656"/>
                </a:cubicBezTo>
                <a:cubicBezTo>
                  <a:pt x="266897" y="27809"/>
                  <a:pt x="274420" y="24835"/>
                  <a:pt x="281537" y="21733"/>
                </a:cubicBezTo>
                <a:cubicBezTo>
                  <a:pt x="288655" y="18632"/>
                  <a:pt x="296179" y="15048"/>
                  <a:pt x="304110" y="10982"/>
                </a:cubicBezTo>
                <a:lnTo>
                  <a:pt x="307008" y="12201"/>
                </a:lnTo>
                <a:close/>
                <a:moveTo>
                  <a:pt x="344070" y="54905"/>
                </a:moveTo>
                <a:cubicBezTo>
                  <a:pt x="344070" y="51448"/>
                  <a:pt x="345289" y="48500"/>
                  <a:pt x="347728" y="46059"/>
                </a:cubicBezTo>
                <a:cubicBezTo>
                  <a:pt x="350169" y="43619"/>
                  <a:pt x="353118" y="42399"/>
                  <a:pt x="356576" y="42399"/>
                </a:cubicBezTo>
                <a:cubicBezTo>
                  <a:pt x="360033" y="42399"/>
                  <a:pt x="362981" y="43619"/>
                  <a:pt x="365419" y="46059"/>
                </a:cubicBezTo>
                <a:cubicBezTo>
                  <a:pt x="367860" y="48500"/>
                  <a:pt x="369080" y="51448"/>
                  <a:pt x="369080" y="54905"/>
                </a:cubicBezTo>
                <a:cubicBezTo>
                  <a:pt x="369080" y="58361"/>
                  <a:pt x="367860" y="61310"/>
                  <a:pt x="365419" y="63750"/>
                </a:cubicBezTo>
                <a:cubicBezTo>
                  <a:pt x="362981" y="66191"/>
                  <a:pt x="360033" y="67411"/>
                  <a:pt x="356576" y="67411"/>
                </a:cubicBezTo>
                <a:cubicBezTo>
                  <a:pt x="353118" y="67411"/>
                  <a:pt x="350169" y="66191"/>
                  <a:pt x="347728" y="63750"/>
                </a:cubicBezTo>
                <a:cubicBezTo>
                  <a:pt x="345289" y="61310"/>
                  <a:pt x="344070" y="58361"/>
                  <a:pt x="344070" y="54905"/>
                </a:cubicBezTo>
                <a:moveTo>
                  <a:pt x="344070" y="104930"/>
                </a:moveTo>
                <a:cubicBezTo>
                  <a:pt x="344070" y="101471"/>
                  <a:pt x="345289" y="98523"/>
                  <a:pt x="347728" y="96084"/>
                </a:cubicBezTo>
                <a:cubicBezTo>
                  <a:pt x="350169" y="93644"/>
                  <a:pt x="353118" y="92423"/>
                  <a:pt x="356576" y="92423"/>
                </a:cubicBezTo>
                <a:cubicBezTo>
                  <a:pt x="360033" y="92423"/>
                  <a:pt x="362981" y="93644"/>
                  <a:pt x="365419" y="96084"/>
                </a:cubicBezTo>
                <a:cubicBezTo>
                  <a:pt x="367860" y="98523"/>
                  <a:pt x="369080" y="101471"/>
                  <a:pt x="369080" y="104930"/>
                </a:cubicBezTo>
                <a:cubicBezTo>
                  <a:pt x="369080" y="108386"/>
                  <a:pt x="367860" y="111259"/>
                  <a:pt x="365419" y="113547"/>
                </a:cubicBezTo>
                <a:cubicBezTo>
                  <a:pt x="362981" y="115834"/>
                  <a:pt x="360033" y="116977"/>
                  <a:pt x="356576" y="116977"/>
                </a:cubicBezTo>
                <a:cubicBezTo>
                  <a:pt x="353118" y="116977"/>
                  <a:pt x="350169" y="115834"/>
                  <a:pt x="347728" y="113547"/>
                </a:cubicBezTo>
                <a:cubicBezTo>
                  <a:pt x="345289" y="111259"/>
                  <a:pt x="344070" y="108386"/>
                  <a:pt x="344070" y="10493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StateValueInclination">
            <a:extLst xmlns:a="http://schemas.openxmlformats.org/drawingml/2006/main">
              <a:ext uri="{FF2B5EF4-FFF2-40B4-BE49-F238E27FC236}">
                <a16:creationId xmlns:a16="http://schemas.microsoft.com/office/drawing/2014/main" id="{D241961B-586C-41AD-990B-49E8CD0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983" y="224996"/>
            <a:ext cx="1480903" cy="116977"/>
          </a:xfrm>
          <a:custGeom xmlns:a="http://schemas.openxmlformats.org/drawingml/2006/main">
            <a:pathLst>
              <a:path w="1480903" h="116977">
                <a:moveTo>
                  <a:pt x="52922" y="30807"/>
                </a:moveTo>
                <a:cubicBezTo>
                  <a:pt x="49669" y="22063"/>
                  <a:pt x="43517" y="17691"/>
                  <a:pt x="34468" y="17691"/>
                </a:cubicBezTo>
                <a:cubicBezTo>
                  <a:pt x="29790" y="17691"/>
                  <a:pt x="25977" y="19064"/>
                  <a:pt x="23027" y="21810"/>
                </a:cubicBezTo>
                <a:cubicBezTo>
                  <a:pt x="20080" y="24555"/>
                  <a:pt x="18606" y="27757"/>
                  <a:pt x="18606" y="31417"/>
                </a:cubicBezTo>
                <a:cubicBezTo>
                  <a:pt x="18606" y="35179"/>
                  <a:pt x="19749" y="38255"/>
                  <a:pt x="22036" y="40644"/>
                </a:cubicBezTo>
                <a:cubicBezTo>
                  <a:pt x="24324" y="43033"/>
                  <a:pt x="27197" y="45194"/>
                  <a:pt x="30653" y="47127"/>
                </a:cubicBezTo>
                <a:cubicBezTo>
                  <a:pt x="34112" y="49059"/>
                  <a:pt x="37823" y="50914"/>
                  <a:pt x="41789" y="52694"/>
                </a:cubicBezTo>
                <a:cubicBezTo>
                  <a:pt x="45754" y="54472"/>
                  <a:pt x="49465" y="56658"/>
                  <a:pt x="52922" y="59252"/>
                </a:cubicBezTo>
                <a:cubicBezTo>
                  <a:pt x="56379" y="61844"/>
                  <a:pt x="59250" y="64996"/>
                  <a:pt x="61537" y="68707"/>
                </a:cubicBezTo>
                <a:cubicBezTo>
                  <a:pt x="63826" y="72418"/>
                  <a:pt x="64970" y="77172"/>
                  <a:pt x="64970" y="82968"/>
                </a:cubicBezTo>
                <a:cubicBezTo>
                  <a:pt x="64970" y="88051"/>
                  <a:pt x="64004" y="92702"/>
                  <a:pt x="62072" y="96922"/>
                </a:cubicBezTo>
                <a:cubicBezTo>
                  <a:pt x="60141" y="101142"/>
                  <a:pt x="57396" y="104751"/>
                  <a:pt x="53837" y="107750"/>
                </a:cubicBezTo>
                <a:cubicBezTo>
                  <a:pt x="50278" y="110749"/>
                  <a:pt x="46032" y="113037"/>
                  <a:pt x="41100" y="114613"/>
                </a:cubicBezTo>
                <a:cubicBezTo>
                  <a:pt x="36170" y="116189"/>
                  <a:pt x="30654" y="116977"/>
                  <a:pt x="24554" y="116977"/>
                </a:cubicBezTo>
                <a:cubicBezTo>
                  <a:pt x="19063" y="116977"/>
                  <a:pt x="14158" y="116392"/>
                  <a:pt x="9837" y="115223"/>
                </a:cubicBezTo>
                <a:cubicBezTo>
                  <a:pt x="5516" y="114054"/>
                  <a:pt x="2237" y="112606"/>
                  <a:pt x="0" y="110878"/>
                </a:cubicBezTo>
                <a:cubicBezTo>
                  <a:pt x="1016" y="107319"/>
                  <a:pt x="1880" y="104065"/>
                  <a:pt x="2592" y="101118"/>
                </a:cubicBezTo>
                <a:cubicBezTo>
                  <a:pt x="3305" y="98168"/>
                  <a:pt x="3914" y="94965"/>
                  <a:pt x="4422" y="91509"/>
                </a:cubicBezTo>
                <a:lnTo>
                  <a:pt x="7321" y="91509"/>
                </a:lnTo>
                <a:cubicBezTo>
                  <a:pt x="7728" y="93744"/>
                  <a:pt x="8489" y="95854"/>
                  <a:pt x="9607" y="97836"/>
                </a:cubicBezTo>
                <a:cubicBezTo>
                  <a:pt x="10725" y="99819"/>
                  <a:pt x="12149" y="101573"/>
                  <a:pt x="13877" y="103098"/>
                </a:cubicBezTo>
                <a:cubicBezTo>
                  <a:pt x="15607" y="104623"/>
                  <a:pt x="17691" y="105818"/>
                  <a:pt x="20130" y="106682"/>
                </a:cubicBezTo>
                <a:cubicBezTo>
                  <a:pt x="22570" y="107546"/>
                  <a:pt x="25316" y="107978"/>
                  <a:pt x="28368" y="107978"/>
                </a:cubicBezTo>
                <a:cubicBezTo>
                  <a:pt x="34468" y="107978"/>
                  <a:pt x="38967" y="106453"/>
                  <a:pt x="41863" y="103403"/>
                </a:cubicBezTo>
                <a:cubicBezTo>
                  <a:pt x="44761" y="100353"/>
                  <a:pt x="46211" y="96693"/>
                  <a:pt x="46211" y="92423"/>
                </a:cubicBezTo>
                <a:cubicBezTo>
                  <a:pt x="46211" y="88559"/>
                  <a:pt x="45092" y="85407"/>
                  <a:pt x="42855" y="82968"/>
                </a:cubicBezTo>
                <a:cubicBezTo>
                  <a:pt x="40619" y="80528"/>
                  <a:pt x="37823" y="78367"/>
                  <a:pt x="34468" y="76487"/>
                </a:cubicBezTo>
                <a:cubicBezTo>
                  <a:pt x="31112" y="74605"/>
                  <a:pt x="27451" y="72774"/>
                  <a:pt x="23486" y="70995"/>
                </a:cubicBezTo>
                <a:cubicBezTo>
                  <a:pt x="19520" y="69215"/>
                  <a:pt x="15860" y="67055"/>
                  <a:pt x="12504" y="64514"/>
                </a:cubicBezTo>
                <a:cubicBezTo>
                  <a:pt x="9150" y="61971"/>
                  <a:pt x="6354" y="58844"/>
                  <a:pt x="4117" y="55133"/>
                </a:cubicBezTo>
                <a:cubicBezTo>
                  <a:pt x="1881" y="51422"/>
                  <a:pt x="763" y="46669"/>
                  <a:pt x="763" y="40874"/>
                </a:cubicBezTo>
                <a:cubicBezTo>
                  <a:pt x="763" y="35587"/>
                  <a:pt x="1703" y="30910"/>
                  <a:pt x="3584" y="26844"/>
                </a:cubicBezTo>
                <a:cubicBezTo>
                  <a:pt x="5464" y="22776"/>
                  <a:pt x="7981" y="19370"/>
                  <a:pt x="11133" y="16625"/>
                </a:cubicBezTo>
                <a:cubicBezTo>
                  <a:pt x="14286" y="13879"/>
                  <a:pt x="17921" y="11795"/>
                  <a:pt x="22038" y="10372"/>
                </a:cubicBezTo>
                <a:cubicBezTo>
                  <a:pt x="26156" y="8948"/>
                  <a:pt x="30502" y="8236"/>
                  <a:pt x="35077" y="8236"/>
                </a:cubicBezTo>
                <a:cubicBezTo>
                  <a:pt x="40568" y="8236"/>
                  <a:pt x="45372" y="8897"/>
                  <a:pt x="49489" y="10219"/>
                </a:cubicBezTo>
                <a:cubicBezTo>
                  <a:pt x="53607" y="11540"/>
                  <a:pt x="57140" y="13370"/>
                  <a:pt x="60090" y="15708"/>
                </a:cubicBezTo>
                <a:cubicBezTo>
                  <a:pt x="59174" y="18046"/>
                  <a:pt x="58386" y="20309"/>
                  <a:pt x="57725" y="22497"/>
                </a:cubicBezTo>
                <a:cubicBezTo>
                  <a:pt x="57064" y="24683"/>
                  <a:pt x="56226" y="27453"/>
                  <a:pt x="55210" y="30807"/>
                </a:cubicBezTo>
                <a:lnTo>
                  <a:pt x="52922" y="30807"/>
                </a:lnTo>
                <a:close/>
                <a:moveTo>
                  <a:pt x="118806" y="42399"/>
                </a:moveTo>
                <a:cubicBezTo>
                  <a:pt x="118502" y="43924"/>
                  <a:pt x="118350" y="45296"/>
                  <a:pt x="118350" y="46515"/>
                </a:cubicBezTo>
                <a:cubicBezTo>
                  <a:pt x="118350" y="47837"/>
                  <a:pt x="118502" y="49109"/>
                  <a:pt x="118806" y="50330"/>
                </a:cubicBezTo>
                <a:lnTo>
                  <a:pt x="105386" y="50025"/>
                </a:lnTo>
                <a:cubicBezTo>
                  <a:pt x="105182" y="52363"/>
                  <a:pt x="105005" y="55057"/>
                  <a:pt x="104853" y="58107"/>
                </a:cubicBezTo>
                <a:cubicBezTo>
                  <a:pt x="104701" y="61157"/>
                  <a:pt x="104599" y="64258"/>
                  <a:pt x="104548" y="67411"/>
                </a:cubicBezTo>
                <a:cubicBezTo>
                  <a:pt x="104497" y="70562"/>
                  <a:pt x="104445" y="73612"/>
                  <a:pt x="104394" y="76561"/>
                </a:cubicBezTo>
                <a:cubicBezTo>
                  <a:pt x="104343" y="79511"/>
                  <a:pt x="104317" y="82002"/>
                  <a:pt x="104317" y="84034"/>
                </a:cubicBezTo>
                <a:cubicBezTo>
                  <a:pt x="104317" y="89321"/>
                  <a:pt x="104445" y="93592"/>
                  <a:pt x="104699" y="96845"/>
                </a:cubicBezTo>
                <a:cubicBezTo>
                  <a:pt x="104953" y="100098"/>
                  <a:pt x="105386" y="102590"/>
                  <a:pt x="105995" y="104320"/>
                </a:cubicBezTo>
                <a:cubicBezTo>
                  <a:pt x="106606" y="106048"/>
                  <a:pt x="107471" y="107217"/>
                  <a:pt x="108588" y="107827"/>
                </a:cubicBezTo>
                <a:cubicBezTo>
                  <a:pt x="109706" y="108437"/>
                  <a:pt x="111130" y="108741"/>
                  <a:pt x="112858" y="108741"/>
                </a:cubicBezTo>
                <a:cubicBezTo>
                  <a:pt x="114791" y="108741"/>
                  <a:pt x="116215" y="108614"/>
                  <a:pt x="117128" y="108360"/>
                </a:cubicBezTo>
                <a:cubicBezTo>
                  <a:pt x="118044" y="108105"/>
                  <a:pt x="118959" y="107724"/>
                  <a:pt x="119874" y="107217"/>
                </a:cubicBezTo>
                <a:lnTo>
                  <a:pt x="119874" y="113470"/>
                </a:lnTo>
                <a:cubicBezTo>
                  <a:pt x="117841" y="114386"/>
                  <a:pt x="115298" y="115199"/>
                  <a:pt x="112248" y="115909"/>
                </a:cubicBezTo>
                <a:cubicBezTo>
                  <a:pt x="109198" y="116621"/>
                  <a:pt x="106199" y="116977"/>
                  <a:pt x="103252" y="116977"/>
                </a:cubicBezTo>
                <a:cubicBezTo>
                  <a:pt x="90339" y="116977"/>
                  <a:pt x="83883" y="109250"/>
                  <a:pt x="83883" y="93796"/>
                </a:cubicBezTo>
                <a:cubicBezTo>
                  <a:pt x="83883" y="90847"/>
                  <a:pt x="83933" y="87517"/>
                  <a:pt x="84034" y="83806"/>
                </a:cubicBezTo>
                <a:cubicBezTo>
                  <a:pt x="84136" y="80095"/>
                  <a:pt x="84263" y="76282"/>
                  <a:pt x="84415" y="72368"/>
                </a:cubicBezTo>
                <a:cubicBezTo>
                  <a:pt x="84567" y="68454"/>
                  <a:pt x="84694" y="64590"/>
                  <a:pt x="84795" y="60776"/>
                </a:cubicBezTo>
                <a:cubicBezTo>
                  <a:pt x="84897" y="56963"/>
                  <a:pt x="84948" y="53429"/>
                  <a:pt x="84948" y="50176"/>
                </a:cubicBezTo>
                <a:lnTo>
                  <a:pt x="74274" y="50330"/>
                </a:lnTo>
                <a:cubicBezTo>
                  <a:pt x="74578" y="49109"/>
                  <a:pt x="74730" y="47837"/>
                  <a:pt x="74730" y="46515"/>
                </a:cubicBezTo>
                <a:cubicBezTo>
                  <a:pt x="74730" y="45296"/>
                  <a:pt x="74578" y="43924"/>
                  <a:pt x="74274" y="42399"/>
                </a:cubicBezTo>
                <a:lnTo>
                  <a:pt x="84948" y="42857"/>
                </a:lnTo>
                <a:cubicBezTo>
                  <a:pt x="84948" y="39705"/>
                  <a:pt x="84897" y="36756"/>
                  <a:pt x="84795" y="34012"/>
                </a:cubicBezTo>
                <a:cubicBezTo>
                  <a:pt x="84694" y="31265"/>
                  <a:pt x="84542" y="27961"/>
                  <a:pt x="84339" y="24098"/>
                </a:cubicBezTo>
                <a:cubicBezTo>
                  <a:pt x="87898" y="22674"/>
                  <a:pt x="91405" y="21173"/>
                  <a:pt x="94862" y="19597"/>
                </a:cubicBezTo>
                <a:cubicBezTo>
                  <a:pt x="98319" y="18021"/>
                  <a:pt x="101776" y="16369"/>
                  <a:pt x="105234" y="14640"/>
                </a:cubicBezTo>
                <a:lnTo>
                  <a:pt x="106759" y="15708"/>
                </a:lnTo>
                <a:cubicBezTo>
                  <a:pt x="106555" y="17336"/>
                  <a:pt x="106377" y="19243"/>
                  <a:pt x="106223" y="21429"/>
                </a:cubicBezTo>
                <a:cubicBezTo>
                  <a:pt x="106071" y="23615"/>
                  <a:pt x="105919" y="25902"/>
                  <a:pt x="105767" y="28291"/>
                </a:cubicBezTo>
                <a:cubicBezTo>
                  <a:pt x="105615" y="30681"/>
                  <a:pt x="105514" y="33121"/>
                  <a:pt x="105462" y="35613"/>
                </a:cubicBezTo>
                <a:cubicBezTo>
                  <a:pt x="105411" y="38103"/>
                  <a:pt x="105386" y="40466"/>
                  <a:pt x="105386" y="42703"/>
                </a:cubicBezTo>
                <a:lnTo>
                  <a:pt x="118806" y="42399"/>
                </a:lnTo>
                <a:close/>
                <a:moveTo>
                  <a:pt x="166391" y="91814"/>
                </a:moveTo>
                <a:cubicBezTo>
                  <a:pt x="166391" y="87442"/>
                  <a:pt x="166417" y="84112"/>
                  <a:pt x="166468" y="81823"/>
                </a:cubicBezTo>
                <a:cubicBezTo>
                  <a:pt x="166519" y="79535"/>
                  <a:pt x="166545" y="77526"/>
                  <a:pt x="166545" y="75798"/>
                </a:cubicBezTo>
                <a:cubicBezTo>
                  <a:pt x="164408" y="77019"/>
                  <a:pt x="162145" y="78011"/>
                  <a:pt x="159756" y="78775"/>
                </a:cubicBezTo>
                <a:cubicBezTo>
                  <a:pt x="157367" y="79536"/>
                  <a:pt x="155181" y="80502"/>
                  <a:pt x="153198" y="81672"/>
                </a:cubicBezTo>
                <a:cubicBezTo>
                  <a:pt x="151216" y="82840"/>
                  <a:pt x="149589" y="84441"/>
                  <a:pt x="148318" y="86475"/>
                </a:cubicBezTo>
                <a:cubicBezTo>
                  <a:pt x="147048" y="88509"/>
                  <a:pt x="146412" y="91458"/>
                  <a:pt x="146412" y="95321"/>
                </a:cubicBezTo>
                <a:cubicBezTo>
                  <a:pt x="146412" y="99083"/>
                  <a:pt x="147200" y="101955"/>
                  <a:pt x="148777" y="103938"/>
                </a:cubicBezTo>
                <a:cubicBezTo>
                  <a:pt x="150353" y="105921"/>
                  <a:pt x="152462" y="106912"/>
                  <a:pt x="155104" y="106912"/>
                </a:cubicBezTo>
                <a:cubicBezTo>
                  <a:pt x="158460" y="106912"/>
                  <a:pt x="161180" y="105642"/>
                  <a:pt x="163263" y="103100"/>
                </a:cubicBezTo>
                <a:cubicBezTo>
                  <a:pt x="165348" y="100558"/>
                  <a:pt x="166391" y="96795"/>
                  <a:pt x="166391" y="91814"/>
                </a:cubicBezTo>
                <a:moveTo>
                  <a:pt x="130245" y="50330"/>
                </a:moveTo>
                <a:cubicBezTo>
                  <a:pt x="134517" y="46873"/>
                  <a:pt x="139117" y="44229"/>
                  <a:pt x="144048" y="42399"/>
                </a:cubicBezTo>
                <a:cubicBezTo>
                  <a:pt x="148980" y="40568"/>
                  <a:pt x="153886" y="39653"/>
                  <a:pt x="158765" y="39653"/>
                </a:cubicBezTo>
                <a:cubicBezTo>
                  <a:pt x="162833" y="39653"/>
                  <a:pt x="166569" y="40110"/>
                  <a:pt x="169975" y="41026"/>
                </a:cubicBezTo>
                <a:cubicBezTo>
                  <a:pt x="173382" y="41941"/>
                  <a:pt x="176330" y="43390"/>
                  <a:pt x="178820" y="45373"/>
                </a:cubicBezTo>
                <a:cubicBezTo>
                  <a:pt x="181312" y="47355"/>
                  <a:pt x="183244" y="49923"/>
                  <a:pt x="184615" y="53076"/>
                </a:cubicBezTo>
                <a:cubicBezTo>
                  <a:pt x="185988" y="56227"/>
                  <a:pt x="186675" y="60039"/>
                  <a:pt x="186675" y="64514"/>
                </a:cubicBezTo>
                <a:cubicBezTo>
                  <a:pt x="186675" y="71020"/>
                  <a:pt x="186599" y="77045"/>
                  <a:pt x="186447" y="82586"/>
                </a:cubicBezTo>
                <a:cubicBezTo>
                  <a:pt x="186294" y="88127"/>
                  <a:pt x="186218" y="93642"/>
                  <a:pt x="186218" y="99133"/>
                </a:cubicBezTo>
                <a:cubicBezTo>
                  <a:pt x="186218" y="101573"/>
                  <a:pt x="186396" y="103480"/>
                  <a:pt x="186751" y="104853"/>
                </a:cubicBezTo>
                <a:cubicBezTo>
                  <a:pt x="187108" y="106226"/>
                  <a:pt x="187642" y="107268"/>
                  <a:pt x="188352" y="107980"/>
                </a:cubicBezTo>
                <a:cubicBezTo>
                  <a:pt x="189065" y="108691"/>
                  <a:pt x="190005" y="109148"/>
                  <a:pt x="191173" y="109351"/>
                </a:cubicBezTo>
                <a:cubicBezTo>
                  <a:pt x="192343" y="109554"/>
                  <a:pt x="193690" y="109656"/>
                  <a:pt x="195215" y="109656"/>
                </a:cubicBezTo>
                <a:lnTo>
                  <a:pt x="195215" y="113317"/>
                </a:lnTo>
                <a:cubicBezTo>
                  <a:pt x="192268" y="114538"/>
                  <a:pt x="189777" y="115453"/>
                  <a:pt x="187743" y="116063"/>
                </a:cubicBezTo>
                <a:cubicBezTo>
                  <a:pt x="185709" y="116672"/>
                  <a:pt x="183523" y="116977"/>
                  <a:pt x="181185" y="116977"/>
                </a:cubicBezTo>
                <a:cubicBezTo>
                  <a:pt x="177423" y="116977"/>
                  <a:pt x="174372" y="116063"/>
                  <a:pt x="172034" y="114234"/>
                </a:cubicBezTo>
                <a:cubicBezTo>
                  <a:pt x="169696" y="112403"/>
                  <a:pt x="167917" y="109759"/>
                  <a:pt x="166696" y="106303"/>
                </a:cubicBezTo>
                <a:cubicBezTo>
                  <a:pt x="164358" y="109556"/>
                  <a:pt x="161638" y="112148"/>
                  <a:pt x="158537" y="114080"/>
                </a:cubicBezTo>
                <a:cubicBezTo>
                  <a:pt x="155435" y="116012"/>
                  <a:pt x="151547" y="116977"/>
                  <a:pt x="146871" y="116977"/>
                </a:cubicBezTo>
                <a:cubicBezTo>
                  <a:pt x="143006" y="116977"/>
                  <a:pt x="139701" y="116468"/>
                  <a:pt x="136955" y="115451"/>
                </a:cubicBezTo>
                <a:cubicBezTo>
                  <a:pt x="134210" y="114434"/>
                  <a:pt x="131948" y="112986"/>
                  <a:pt x="130169" y="111106"/>
                </a:cubicBezTo>
                <a:cubicBezTo>
                  <a:pt x="128389" y="109224"/>
                  <a:pt x="127093" y="107088"/>
                  <a:pt x="126280" y="104699"/>
                </a:cubicBezTo>
                <a:cubicBezTo>
                  <a:pt x="125467" y="102310"/>
                  <a:pt x="125061" y="99895"/>
                  <a:pt x="125061" y="97455"/>
                </a:cubicBezTo>
                <a:cubicBezTo>
                  <a:pt x="125061" y="94100"/>
                  <a:pt x="125594" y="91203"/>
                  <a:pt x="126662" y="88763"/>
                </a:cubicBezTo>
                <a:cubicBezTo>
                  <a:pt x="127729" y="86322"/>
                  <a:pt x="129254" y="84238"/>
                  <a:pt x="131237" y="82510"/>
                </a:cubicBezTo>
                <a:cubicBezTo>
                  <a:pt x="133220" y="80781"/>
                  <a:pt x="135583" y="79332"/>
                  <a:pt x="138328" y="78162"/>
                </a:cubicBezTo>
                <a:cubicBezTo>
                  <a:pt x="141074" y="76993"/>
                  <a:pt x="144175" y="76001"/>
                  <a:pt x="147632" y="75188"/>
                </a:cubicBezTo>
                <a:cubicBezTo>
                  <a:pt x="151903" y="74172"/>
                  <a:pt x="155283" y="73283"/>
                  <a:pt x="157774" y="72521"/>
                </a:cubicBezTo>
                <a:cubicBezTo>
                  <a:pt x="160265" y="71758"/>
                  <a:pt x="162121" y="70996"/>
                  <a:pt x="163340" y="70234"/>
                </a:cubicBezTo>
                <a:cubicBezTo>
                  <a:pt x="164561" y="69471"/>
                  <a:pt x="165349" y="68631"/>
                  <a:pt x="165705" y="67716"/>
                </a:cubicBezTo>
                <a:cubicBezTo>
                  <a:pt x="166061" y="66800"/>
                  <a:pt x="166240" y="65682"/>
                  <a:pt x="166240" y="64360"/>
                </a:cubicBezTo>
                <a:cubicBezTo>
                  <a:pt x="166240" y="60700"/>
                  <a:pt x="164943" y="57574"/>
                  <a:pt x="162349" y="54982"/>
                </a:cubicBezTo>
                <a:cubicBezTo>
                  <a:pt x="159756" y="52388"/>
                  <a:pt x="156172" y="51091"/>
                  <a:pt x="151597" y="51091"/>
                </a:cubicBezTo>
                <a:cubicBezTo>
                  <a:pt x="149869" y="51091"/>
                  <a:pt x="148089" y="51319"/>
                  <a:pt x="146259" y="51777"/>
                </a:cubicBezTo>
                <a:cubicBezTo>
                  <a:pt x="144430" y="52235"/>
                  <a:pt x="142676" y="52871"/>
                  <a:pt x="140997" y="53685"/>
                </a:cubicBezTo>
                <a:cubicBezTo>
                  <a:pt x="139320" y="54498"/>
                  <a:pt x="137795" y="55388"/>
                  <a:pt x="136422" y="56355"/>
                </a:cubicBezTo>
                <a:cubicBezTo>
                  <a:pt x="135050" y="57320"/>
                  <a:pt x="134009" y="58361"/>
                  <a:pt x="133296" y="59480"/>
                </a:cubicBezTo>
                <a:lnTo>
                  <a:pt x="132228" y="59480"/>
                </a:lnTo>
                <a:lnTo>
                  <a:pt x="130245" y="50330"/>
                </a:lnTo>
                <a:close/>
                <a:moveTo>
                  <a:pt x="245850" y="42399"/>
                </a:moveTo>
                <a:cubicBezTo>
                  <a:pt x="245546" y="43924"/>
                  <a:pt x="245394" y="45296"/>
                  <a:pt x="245394" y="46515"/>
                </a:cubicBezTo>
                <a:cubicBezTo>
                  <a:pt x="245394" y="47837"/>
                  <a:pt x="245546" y="49109"/>
                  <a:pt x="245850" y="50330"/>
                </a:cubicBezTo>
                <a:lnTo>
                  <a:pt x="232429" y="50025"/>
                </a:lnTo>
                <a:cubicBezTo>
                  <a:pt x="232226" y="52363"/>
                  <a:pt x="232048" y="55057"/>
                  <a:pt x="231896" y="58107"/>
                </a:cubicBezTo>
                <a:cubicBezTo>
                  <a:pt x="231744" y="61157"/>
                  <a:pt x="231643" y="64258"/>
                  <a:pt x="231591" y="67411"/>
                </a:cubicBezTo>
                <a:cubicBezTo>
                  <a:pt x="231540" y="70562"/>
                  <a:pt x="231489" y="73612"/>
                  <a:pt x="231438" y="76561"/>
                </a:cubicBezTo>
                <a:cubicBezTo>
                  <a:pt x="231387" y="79511"/>
                  <a:pt x="231361" y="82002"/>
                  <a:pt x="231361" y="84034"/>
                </a:cubicBezTo>
                <a:cubicBezTo>
                  <a:pt x="231361" y="89321"/>
                  <a:pt x="231488" y="93592"/>
                  <a:pt x="231743" y="96845"/>
                </a:cubicBezTo>
                <a:cubicBezTo>
                  <a:pt x="231997" y="100098"/>
                  <a:pt x="232429" y="102590"/>
                  <a:pt x="233039" y="104320"/>
                </a:cubicBezTo>
                <a:cubicBezTo>
                  <a:pt x="233650" y="106048"/>
                  <a:pt x="234514" y="107217"/>
                  <a:pt x="235631" y="107827"/>
                </a:cubicBezTo>
                <a:cubicBezTo>
                  <a:pt x="236750" y="108437"/>
                  <a:pt x="238173" y="108741"/>
                  <a:pt x="239902" y="108741"/>
                </a:cubicBezTo>
                <a:cubicBezTo>
                  <a:pt x="241835" y="108741"/>
                  <a:pt x="243258" y="108614"/>
                  <a:pt x="244172" y="108360"/>
                </a:cubicBezTo>
                <a:cubicBezTo>
                  <a:pt x="245087" y="108105"/>
                  <a:pt x="246003" y="107724"/>
                  <a:pt x="246918" y="107217"/>
                </a:cubicBezTo>
                <a:lnTo>
                  <a:pt x="246918" y="113470"/>
                </a:lnTo>
                <a:cubicBezTo>
                  <a:pt x="244884" y="114386"/>
                  <a:pt x="242342" y="115199"/>
                  <a:pt x="239292" y="115909"/>
                </a:cubicBezTo>
                <a:cubicBezTo>
                  <a:pt x="236242" y="116621"/>
                  <a:pt x="233243" y="116977"/>
                  <a:pt x="230295" y="116977"/>
                </a:cubicBezTo>
                <a:cubicBezTo>
                  <a:pt x="217382" y="116977"/>
                  <a:pt x="210926" y="109250"/>
                  <a:pt x="210926" y="93796"/>
                </a:cubicBezTo>
                <a:cubicBezTo>
                  <a:pt x="210926" y="90847"/>
                  <a:pt x="210977" y="87517"/>
                  <a:pt x="211077" y="83806"/>
                </a:cubicBezTo>
                <a:cubicBezTo>
                  <a:pt x="211180" y="80095"/>
                  <a:pt x="211307" y="76282"/>
                  <a:pt x="211459" y="72368"/>
                </a:cubicBezTo>
                <a:cubicBezTo>
                  <a:pt x="211611" y="68454"/>
                  <a:pt x="211738" y="64590"/>
                  <a:pt x="211838" y="60776"/>
                </a:cubicBezTo>
                <a:cubicBezTo>
                  <a:pt x="211941" y="56963"/>
                  <a:pt x="211992" y="53429"/>
                  <a:pt x="211992" y="50176"/>
                </a:cubicBezTo>
                <a:lnTo>
                  <a:pt x="201317" y="50330"/>
                </a:lnTo>
                <a:cubicBezTo>
                  <a:pt x="201621" y="49109"/>
                  <a:pt x="201773" y="47837"/>
                  <a:pt x="201773" y="46515"/>
                </a:cubicBezTo>
                <a:cubicBezTo>
                  <a:pt x="201773" y="45296"/>
                  <a:pt x="201621" y="43924"/>
                  <a:pt x="201317" y="42399"/>
                </a:cubicBezTo>
                <a:lnTo>
                  <a:pt x="211992" y="42857"/>
                </a:lnTo>
                <a:cubicBezTo>
                  <a:pt x="211992" y="39705"/>
                  <a:pt x="211941" y="36756"/>
                  <a:pt x="211838" y="34012"/>
                </a:cubicBezTo>
                <a:cubicBezTo>
                  <a:pt x="211738" y="31265"/>
                  <a:pt x="211585" y="27961"/>
                  <a:pt x="211382" y="24098"/>
                </a:cubicBezTo>
                <a:cubicBezTo>
                  <a:pt x="214941" y="22674"/>
                  <a:pt x="218449" y="21173"/>
                  <a:pt x="221906" y="19597"/>
                </a:cubicBezTo>
                <a:cubicBezTo>
                  <a:pt x="225362" y="18021"/>
                  <a:pt x="228820" y="16369"/>
                  <a:pt x="232278" y="14640"/>
                </a:cubicBezTo>
                <a:lnTo>
                  <a:pt x="233802" y="15708"/>
                </a:lnTo>
                <a:cubicBezTo>
                  <a:pt x="233599" y="17336"/>
                  <a:pt x="233420" y="19243"/>
                  <a:pt x="233267" y="21429"/>
                </a:cubicBezTo>
                <a:cubicBezTo>
                  <a:pt x="233115" y="23615"/>
                  <a:pt x="232963" y="25902"/>
                  <a:pt x="232811" y="28291"/>
                </a:cubicBezTo>
                <a:cubicBezTo>
                  <a:pt x="232659" y="30681"/>
                  <a:pt x="232557" y="33121"/>
                  <a:pt x="232506" y="35613"/>
                </a:cubicBezTo>
                <a:cubicBezTo>
                  <a:pt x="232455" y="38103"/>
                  <a:pt x="232429" y="40466"/>
                  <a:pt x="232429" y="42703"/>
                </a:cubicBezTo>
                <a:lnTo>
                  <a:pt x="245850" y="42399"/>
                </a:lnTo>
                <a:close/>
                <a:moveTo>
                  <a:pt x="276048" y="78544"/>
                </a:moveTo>
                <a:cubicBezTo>
                  <a:pt x="276048" y="82610"/>
                  <a:pt x="276455" y="86423"/>
                  <a:pt x="277268" y="89982"/>
                </a:cubicBezTo>
                <a:cubicBezTo>
                  <a:pt x="278082" y="93541"/>
                  <a:pt x="279328" y="96617"/>
                  <a:pt x="281005" y="99209"/>
                </a:cubicBezTo>
                <a:cubicBezTo>
                  <a:pt x="282682" y="101802"/>
                  <a:pt x="284817" y="103836"/>
                  <a:pt x="287409" y="105311"/>
                </a:cubicBezTo>
                <a:cubicBezTo>
                  <a:pt x="290003" y="106785"/>
                  <a:pt x="293029" y="107522"/>
                  <a:pt x="296485" y="107522"/>
                </a:cubicBezTo>
                <a:cubicBezTo>
                  <a:pt x="303501" y="107522"/>
                  <a:pt x="309754" y="105234"/>
                  <a:pt x="315245" y="100659"/>
                </a:cubicBezTo>
                <a:lnTo>
                  <a:pt x="317074" y="102032"/>
                </a:lnTo>
                <a:lnTo>
                  <a:pt x="313718" y="110573"/>
                </a:lnTo>
                <a:cubicBezTo>
                  <a:pt x="311177" y="112504"/>
                  <a:pt x="308126" y="114054"/>
                  <a:pt x="304567" y="115223"/>
                </a:cubicBezTo>
                <a:cubicBezTo>
                  <a:pt x="301008" y="116392"/>
                  <a:pt x="296332" y="116977"/>
                  <a:pt x="290537" y="116977"/>
                </a:cubicBezTo>
                <a:cubicBezTo>
                  <a:pt x="285555" y="116977"/>
                  <a:pt x="280827" y="116291"/>
                  <a:pt x="276353" y="114918"/>
                </a:cubicBezTo>
                <a:cubicBezTo>
                  <a:pt x="271880" y="113546"/>
                  <a:pt x="267940" y="111284"/>
                  <a:pt x="264533" y="108132"/>
                </a:cubicBezTo>
                <a:cubicBezTo>
                  <a:pt x="261128" y="104979"/>
                  <a:pt x="258434" y="100988"/>
                  <a:pt x="256451" y="96158"/>
                </a:cubicBezTo>
                <a:cubicBezTo>
                  <a:pt x="254468" y="91329"/>
                  <a:pt x="253477" y="85559"/>
                  <a:pt x="253477" y="78849"/>
                </a:cubicBezTo>
                <a:cubicBezTo>
                  <a:pt x="253477" y="72240"/>
                  <a:pt x="254366" y="66496"/>
                  <a:pt x="256144" y="61616"/>
                </a:cubicBezTo>
                <a:cubicBezTo>
                  <a:pt x="257923" y="56736"/>
                  <a:pt x="260389" y="52668"/>
                  <a:pt x="263542" y="49415"/>
                </a:cubicBezTo>
                <a:cubicBezTo>
                  <a:pt x="266694" y="46160"/>
                  <a:pt x="270431" y="43720"/>
                  <a:pt x="274752" y="42094"/>
                </a:cubicBezTo>
                <a:cubicBezTo>
                  <a:pt x="279073" y="40466"/>
                  <a:pt x="283775" y="39653"/>
                  <a:pt x="288859" y="39653"/>
                </a:cubicBezTo>
                <a:cubicBezTo>
                  <a:pt x="298925" y="39653"/>
                  <a:pt x="306626" y="42601"/>
                  <a:pt x="311963" y="48498"/>
                </a:cubicBezTo>
                <a:cubicBezTo>
                  <a:pt x="317302" y="54395"/>
                  <a:pt x="319971" y="62733"/>
                  <a:pt x="319971" y="73510"/>
                </a:cubicBezTo>
                <a:lnTo>
                  <a:pt x="319971" y="76715"/>
                </a:lnTo>
                <a:cubicBezTo>
                  <a:pt x="319971" y="77629"/>
                  <a:pt x="319921" y="78239"/>
                  <a:pt x="319820" y="78544"/>
                </a:cubicBezTo>
                <a:lnTo>
                  <a:pt x="276048" y="78544"/>
                </a:lnTo>
                <a:moveTo>
                  <a:pt x="299536" y="71681"/>
                </a:moveTo>
                <a:cubicBezTo>
                  <a:pt x="299331" y="64056"/>
                  <a:pt x="298390" y="57956"/>
                  <a:pt x="296713" y="53381"/>
                </a:cubicBezTo>
                <a:cubicBezTo>
                  <a:pt x="295036" y="48804"/>
                  <a:pt x="292215" y="46515"/>
                  <a:pt x="288249" y="46515"/>
                </a:cubicBezTo>
                <a:cubicBezTo>
                  <a:pt x="286012" y="46515"/>
                  <a:pt x="284131" y="47278"/>
                  <a:pt x="282606" y="48803"/>
                </a:cubicBezTo>
                <a:cubicBezTo>
                  <a:pt x="281081" y="50328"/>
                  <a:pt x="279861" y="52286"/>
                  <a:pt x="278945" y="54677"/>
                </a:cubicBezTo>
                <a:cubicBezTo>
                  <a:pt x="278030" y="57066"/>
                  <a:pt x="277344" y="59760"/>
                  <a:pt x="276886" y="62759"/>
                </a:cubicBezTo>
                <a:cubicBezTo>
                  <a:pt x="276430" y="65758"/>
                  <a:pt x="276150" y="68732"/>
                  <a:pt x="276048" y="71681"/>
                </a:cubicBezTo>
                <a:lnTo>
                  <a:pt x="299536" y="71681"/>
                </a:lnTo>
                <a:close/>
                <a:moveTo>
                  <a:pt x="410565" y="86780"/>
                </a:moveTo>
                <a:cubicBezTo>
                  <a:pt x="415852" y="73867"/>
                  <a:pt x="420987" y="60879"/>
                  <a:pt x="425968" y="47814"/>
                </a:cubicBezTo>
                <a:cubicBezTo>
                  <a:pt x="430950" y="34748"/>
                  <a:pt x="435424" y="22216"/>
                  <a:pt x="439389" y="10219"/>
                </a:cubicBezTo>
                <a:cubicBezTo>
                  <a:pt x="441932" y="10727"/>
                  <a:pt x="444169" y="10982"/>
                  <a:pt x="446101" y="10982"/>
                </a:cubicBezTo>
                <a:cubicBezTo>
                  <a:pt x="448032" y="10982"/>
                  <a:pt x="450269" y="10727"/>
                  <a:pt x="452812" y="10219"/>
                </a:cubicBezTo>
                <a:cubicBezTo>
                  <a:pt x="450269" y="16216"/>
                  <a:pt x="447218" y="23435"/>
                  <a:pt x="443659" y="31875"/>
                </a:cubicBezTo>
                <a:cubicBezTo>
                  <a:pt x="440102" y="40313"/>
                  <a:pt x="436391" y="49261"/>
                  <a:pt x="432526" y="58717"/>
                </a:cubicBezTo>
                <a:cubicBezTo>
                  <a:pt x="428663" y="68173"/>
                  <a:pt x="424850" y="77782"/>
                  <a:pt x="421088" y="87543"/>
                </a:cubicBezTo>
                <a:cubicBezTo>
                  <a:pt x="417326" y="97303"/>
                  <a:pt x="413971" y="106454"/>
                  <a:pt x="411023" y="114995"/>
                </a:cubicBezTo>
                <a:cubicBezTo>
                  <a:pt x="408989" y="114791"/>
                  <a:pt x="406752" y="114690"/>
                  <a:pt x="404312" y="114690"/>
                </a:cubicBezTo>
                <a:cubicBezTo>
                  <a:pt x="401871" y="114690"/>
                  <a:pt x="399635" y="114791"/>
                  <a:pt x="397602" y="114995"/>
                </a:cubicBezTo>
                <a:cubicBezTo>
                  <a:pt x="396076" y="110928"/>
                  <a:pt x="394219" y="105998"/>
                  <a:pt x="392034" y="100203"/>
                </a:cubicBezTo>
                <a:cubicBezTo>
                  <a:pt x="389848" y="94407"/>
                  <a:pt x="387509" y="88255"/>
                  <a:pt x="385017" y="81749"/>
                </a:cubicBezTo>
                <a:cubicBezTo>
                  <a:pt x="382527" y="75240"/>
                  <a:pt x="379909" y="68580"/>
                  <a:pt x="377163" y="61768"/>
                </a:cubicBezTo>
                <a:cubicBezTo>
                  <a:pt x="374418" y="54955"/>
                  <a:pt x="371775" y="48372"/>
                  <a:pt x="369232" y="42017"/>
                </a:cubicBezTo>
                <a:cubicBezTo>
                  <a:pt x="366691" y="35662"/>
                  <a:pt x="364301" y="29740"/>
                  <a:pt x="362064" y="24249"/>
                </a:cubicBezTo>
                <a:cubicBezTo>
                  <a:pt x="359829" y="18759"/>
                  <a:pt x="357897" y="14082"/>
                  <a:pt x="356270" y="10219"/>
                </a:cubicBezTo>
                <a:cubicBezTo>
                  <a:pt x="358609" y="10422"/>
                  <a:pt x="360922" y="10600"/>
                  <a:pt x="363209" y="10754"/>
                </a:cubicBezTo>
                <a:cubicBezTo>
                  <a:pt x="365498" y="10906"/>
                  <a:pt x="367760" y="10982"/>
                  <a:pt x="369995" y="10982"/>
                </a:cubicBezTo>
                <a:cubicBezTo>
                  <a:pt x="372232" y="10982"/>
                  <a:pt x="374470" y="10906"/>
                  <a:pt x="376707" y="10754"/>
                </a:cubicBezTo>
                <a:cubicBezTo>
                  <a:pt x="378944" y="10600"/>
                  <a:pt x="381181" y="10422"/>
                  <a:pt x="383418" y="10219"/>
                </a:cubicBezTo>
                <a:cubicBezTo>
                  <a:pt x="385147" y="15912"/>
                  <a:pt x="387104" y="21911"/>
                  <a:pt x="389290" y="28215"/>
                </a:cubicBezTo>
                <a:cubicBezTo>
                  <a:pt x="391476" y="34518"/>
                  <a:pt x="393738" y="40949"/>
                  <a:pt x="396076" y="47507"/>
                </a:cubicBezTo>
                <a:cubicBezTo>
                  <a:pt x="398414" y="54065"/>
                  <a:pt x="400829" y="60648"/>
                  <a:pt x="403320" y="67257"/>
                </a:cubicBezTo>
                <a:cubicBezTo>
                  <a:pt x="405812" y="73867"/>
                  <a:pt x="408227" y="80374"/>
                  <a:pt x="410565" y="86780"/>
                </a:cubicBezTo>
                <a:close/>
                <a:moveTo>
                  <a:pt x="491396" y="91814"/>
                </a:moveTo>
                <a:cubicBezTo>
                  <a:pt x="491396" y="87442"/>
                  <a:pt x="491422" y="84112"/>
                  <a:pt x="491473" y="81823"/>
                </a:cubicBezTo>
                <a:cubicBezTo>
                  <a:pt x="491524" y="79535"/>
                  <a:pt x="491550" y="77526"/>
                  <a:pt x="491550" y="75798"/>
                </a:cubicBezTo>
                <a:cubicBezTo>
                  <a:pt x="489413" y="77019"/>
                  <a:pt x="487151" y="78011"/>
                  <a:pt x="484761" y="78775"/>
                </a:cubicBezTo>
                <a:cubicBezTo>
                  <a:pt x="482372" y="79536"/>
                  <a:pt x="480186" y="80502"/>
                  <a:pt x="478204" y="81672"/>
                </a:cubicBezTo>
                <a:cubicBezTo>
                  <a:pt x="476221" y="82840"/>
                  <a:pt x="474594" y="84441"/>
                  <a:pt x="473323" y="86475"/>
                </a:cubicBezTo>
                <a:cubicBezTo>
                  <a:pt x="472053" y="88509"/>
                  <a:pt x="471417" y="91458"/>
                  <a:pt x="471417" y="95321"/>
                </a:cubicBezTo>
                <a:cubicBezTo>
                  <a:pt x="471417" y="99083"/>
                  <a:pt x="472206" y="101955"/>
                  <a:pt x="473782" y="103938"/>
                </a:cubicBezTo>
                <a:cubicBezTo>
                  <a:pt x="475358" y="105921"/>
                  <a:pt x="477467" y="106912"/>
                  <a:pt x="480109" y="106912"/>
                </a:cubicBezTo>
                <a:cubicBezTo>
                  <a:pt x="483465" y="106912"/>
                  <a:pt x="486185" y="105642"/>
                  <a:pt x="488268" y="103100"/>
                </a:cubicBezTo>
                <a:cubicBezTo>
                  <a:pt x="490354" y="100558"/>
                  <a:pt x="491396" y="96795"/>
                  <a:pt x="491396" y="91814"/>
                </a:cubicBezTo>
                <a:moveTo>
                  <a:pt x="455251" y="50330"/>
                </a:moveTo>
                <a:cubicBezTo>
                  <a:pt x="459522" y="46873"/>
                  <a:pt x="464123" y="44229"/>
                  <a:pt x="469053" y="42399"/>
                </a:cubicBezTo>
                <a:cubicBezTo>
                  <a:pt x="473985" y="40568"/>
                  <a:pt x="478891" y="39653"/>
                  <a:pt x="483770" y="39653"/>
                </a:cubicBezTo>
                <a:cubicBezTo>
                  <a:pt x="487838" y="39653"/>
                  <a:pt x="491575" y="40110"/>
                  <a:pt x="494980" y="41026"/>
                </a:cubicBezTo>
                <a:cubicBezTo>
                  <a:pt x="498387" y="41941"/>
                  <a:pt x="501336" y="43390"/>
                  <a:pt x="503826" y="45373"/>
                </a:cubicBezTo>
                <a:cubicBezTo>
                  <a:pt x="506317" y="47355"/>
                  <a:pt x="508249" y="49923"/>
                  <a:pt x="509620" y="53076"/>
                </a:cubicBezTo>
                <a:cubicBezTo>
                  <a:pt x="510993" y="56227"/>
                  <a:pt x="511680" y="60039"/>
                  <a:pt x="511680" y="64514"/>
                </a:cubicBezTo>
                <a:cubicBezTo>
                  <a:pt x="511680" y="71020"/>
                  <a:pt x="511604" y="77045"/>
                  <a:pt x="511452" y="82586"/>
                </a:cubicBezTo>
                <a:cubicBezTo>
                  <a:pt x="511300" y="88127"/>
                  <a:pt x="511224" y="93642"/>
                  <a:pt x="511224" y="99133"/>
                </a:cubicBezTo>
                <a:cubicBezTo>
                  <a:pt x="511224" y="101573"/>
                  <a:pt x="511401" y="103480"/>
                  <a:pt x="511757" y="104853"/>
                </a:cubicBezTo>
                <a:cubicBezTo>
                  <a:pt x="512113" y="106226"/>
                  <a:pt x="512647" y="107268"/>
                  <a:pt x="513358" y="107980"/>
                </a:cubicBezTo>
                <a:cubicBezTo>
                  <a:pt x="514070" y="108691"/>
                  <a:pt x="515010" y="109148"/>
                  <a:pt x="516178" y="109351"/>
                </a:cubicBezTo>
                <a:cubicBezTo>
                  <a:pt x="517348" y="109554"/>
                  <a:pt x="518695" y="109656"/>
                  <a:pt x="520220" y="109656"/>
                </a:cubicBezTo>
                <a:lnTo>
                  <a:pt x="520220" y="113317"/>
                </a:lnTo>
                <a:cubicBezTo>
                  <a:pt x="517273" y="114538"/>
                  <a:pt x="514782" y="115453"/>
                  <a:pt x="512748" y="116063"/>
                </a:cubicBezTo>
                <a:cubicBezTo>
                  <a:pt x="510714" y="116672"/>
                  <a:pt x="508528" y="116977"/>
                  <a:pt x="506190" y="116977"/>
                </a:cubicBezTo>
                <a:cubicBezTo>
                  <a:pt x="502428" y="116977"/>
                  <a:pt x="499378" y="116063"/>
                  <a:pt x="497040" y="114234"/>
                </a:cubicBezTo>
                <a:cubicBezTo>
                  <a:pt x="494702" y="112403"/>
                  <a:pt x="492922" y="109759"/>
                  <a:pt x="491701" y="106303"/>
                </a:cubicBezTo>
                <a:cubicBezTo>
                  <a:pt x="489363" y="109556"/>
                  <a:pt x="486643" y="112148"/>
                  <a:pt x="483542" y="114080"/>
                </a:cubicBezTo>
                <a:cubicBezTo>
                  <a:pt x="480441" y="116012"/>
                  <a:pt x="476552" y="116977"/>
                  <a:pt x="471876" y="116977"/>
                </a:cubicBezTo>
                <a:cubicBezTo>
                  <a:pt x="468011" y="116977"/>
                  <a:pt x="464706" y="116468"/>
                  <a:pt x="461960" y="115451"/>
                </a:cubicBezTo>
                <a:cubicBezTo>
                  <a:pt x="459215" y="114434"/>
                  <a:pt x="456953" y="112986"/>
                  <a:pt x="455174" y="111106"/>
                </a:cubicBezTo>
                <a:cubicBezTo>
                  <a:pt x="453394" y="109224"/>
                  <a:pt x="452098" y="107088"/>
                  <a:pt x="451285" y="104699"/>
                </a:cubicBezTo>
                <a:cubicBezTo>
                  <a:pt x="450472" y="102310"/>
                  <a:pt x="450066" y="99895"/>
                  <a:pt x="450066" y="97455"/>
                </a:cubicBezTo>
                <a:cubicBezTo>
                  <a:pt x="450066" y="94100"/>
                  <a:pt x="450599" y="91203"/>
                  <a:pt x="451667" y="88763"/>
                </a:cubicBezTo>
                <a:cubicBezTo>
                  <a:pt x="452734" y="86322"/>
                  <a:pt x="454259" y="84238"/>
                  <a:pt x="456242" y="82510"/>
                </a:cubicBezTo>
                <a:cubicBezTo>
                  <a:pt x="458225" y="80781"/>
                  <a:pt x="460588" y="79332"/>
                  <a:pt x="463333" y="78162"/>
                </a:cubicBezTo>
                <a:cubicBezTo>
                  <a:pt x="466079" y="76993"/>
                  <a:pt x="469180" y="76001"/>
                  <a:pt x="472637" y="75188"/>
                </a:cubicBezTo>
                <a:cubicBezTo>
                  <a:pt x="476908" y="74172"/>
                  <a:pt x="480289" y="73283"/>
                  <a:pt x="482779" y="72521"/>
                </a:cubicBezTo>
                <a:cubicBezTo>
                  <a:pt x="485270" y="71758"/>
                  <a:pt x="487126" y="70996"/>
                  <a:pt x="488345" y="70234"/>
                </a:cubicBezTo>
                <a:cubicBezTo>
                  <a:pt x="489566" y="69471"/>
                  <a:pt x="490354" y="68631"/>
                  <a:pt x="490710" y="67716"/>
                </a:cubicBezTo>
                <a:cubicBezTo>
                  <a:pt x="491067" y="66800"/>
                  <a:pt x="491245" y="65682"/>
                  <a:pt x="491245" y="64360"/>
                </a:cubicBezTo>
                <a:cubicBezTo>
                  <a:pt x="491245" y="60700"/>
                  <a:pt x="489948" y="57574"/>
                  <a:pt x="487354" y="54982"/>
                </a:cubicBezTo>
                <a:cubicBezTo>
                  <a:pt x="484761" y="52388"/>
                  <a:pt x="481178" y="51091"/>
                  <a:pt x="476602" y="51091"/>
                </a:cubicBezTo>
                <a:cubicBezTo>
                  <a:pt x="474874" y="51091"/>
                  <a:pt x="473095" y="51319"/>
                  <a:pt x="471264" y="51777"/>
                </a:cubicBezTo>
                <a:cubicBezTo>
                  <a:pt x="469435" y="52235"/>
                  <a:pt x="467681" y="52871"/>
                  <a:pt x="466002" y="53685"/>
                </a:cubicBezTo>
                <a:cubicBezTo>
                  <a:pt x="464325" y="54498"/>
                  <a:pt x="462800" y="55388"/>
                  <a:pt x="461427" y="56355"/>
                </a:cubicBezTo>
                <a:cubicBezTo>
                  <a:pt x="460055" y="57320"/>
                  <a:pt x="459014" y="58361"/>
                  <a:pt x="458302" y="59480"/>
                </a:cubicBezTo>
                <a:lnTo>
                  <a:pt x="457233" y="59480"/>
                </a:lnTo>
                <a:lnTo>
                  <a:pt x="455251" y="50330"/>
                </a:lnTo>
                <a:close/>
                <a:moveTo>
                  <a:pt x="533644" y="52768"/>
                </a:moveTo>
                <a:cubicBezTo>
                  <a:pt x="533644" y="42805"/>
                  <a:pt x="533541" y="33655"/>
                  <a:pt x="533337" y="25317"/>
                </a:cubicBezTo>
                <a:cubicBezTo>
                  <a:pt x="533133" y="16980"/>
                  <a:pt x="532828" y="8541"/>
                  <a:pt x="532422" y="0"/>
                </a:cubicBezTo>
                <a:cubicBezTo>
                  <a:pt x="533744" y="203"/>
                  <a:pt x="535422" y="382"/>
                  <a:pt x="537456" y="535"/>
                </a:cubicBezTo>
                <a:cubicBezTo>
                  <a:pt x="539490" y="687"/>
                  <a:pt x="541625" y="763"/>
                  <a:pt x="543862" y="763"/>
                </a:cubicBezTo>
                <a:cubicBezTo>
                  <a:pt x="546098" y="763"/>
                  <a:pt x="548233" y="687"/>
                  <a:pt x="550267" y="535"/>
                </a:cubicBezTo>
                <a:cubicBezTo>
                  <a:pt x="552301" y="382"/>
                  <a:pt x="553978" y="203"/>
                  <a:pt x="555300" y="0"/>
                </a:cubicBezTo>
                <a:cubicBezTo>
                  <a:pt x="554894" y="8541"/>
                  <a:pt x="554588" y="16980"/>
                  <a:pt x="554383" y="25317"/>
                </a:cubicBezTo>
                <a:cubicBezTo>
                  <a:pt x="554180" y="33655"/>
                  <a:pt x="554079" y="42805"/>
                  <a:pt x="554079" y="52768"/>
                </a:cubicBezTo>
                <a:lnTo>
                  <a:pt x="554079" y="62682"/>
                </a:lnTo>
                <a:cubicBezTo>
                  <a:pt x="554079" y="72647"/>
                  <a:pt x="554180" y="81798"/>
                  <a:pt x="554383" y="90136"/>
                </a:cubicBezTo>
                <a:cubicBezTo>
                  <a:pt x="554588" y="98473"/>
                  <a:pt x="554894" y="106759"/>
                  <a:pt x="555300" y="114995"/>
                </a:cubicBezTo>
                <a:cubicBezTo>
                  <a:pt x="553978" y="114791"/>
                  <a:pt x="552301" y="114690"/>
                  <a:pt x="550267" y="114690"/>
                </a:cubicBezTo>
                <a:cubicBezTo>
                  <a:pt x="548233" y="114690"/>
                  <a:pt x="546098" y="114690"/>
                  <a:pt x="543862" y="114690"/>
                </a:cubicBezTo>
                <a:cubicBezTo>
                  <a:pt x="541625" y="114690"/>
                  <a:pt x="539490" y="114690"/>
                  <a:pt x="537456" y="114690"/>
                </a:cubicBezTo>
                <a:cubicBezTo>
                  <a:pt x="535422" y="114690"/>
                  <a:pt x="533744" y="114791"/>
                  <a:pt x="532422" y="114995"/>
                </a:cubicBezTo>
                <a:cubicBezTo>
                  <a:pt x="532828" y="106759"/>
                  <a:pt x="533133" y="98473"/>
                  <a:pt x="533337" y="90136"/>
                </a:cubicBezTo>
                <a:cubicBezTo>
                  <a:pt x="533541" y="81798"/>
                  <a:pt x="533644" y="72647"/>
                  <a:pt x="533644" y="62682"/>
                </a:cubicBezTo>
                <a:lnTo>
                  <a:pt x="533644" y="52768"/>
                </a:lnTo>
                <a:close/>
                <a:moveTo>
                  <a:pt x="620116" y="104013"/>
                </a:moveTo>
                <a:cubicBezTo>
                  <a:pt x="617269" y="108284"/>
                  <a:pt x="613939" y="111512"/>
                  <a:pt x="610126" y="113698"/>
                </a:cubicBezTo>
                <a:cubicBezTo>
                  <a:pt x="606314" y="115884"/>
                  <a:pt x="601968" y="116977"/>
                  <a:pt x="597089" y="116977"/>
                </a:cubicBezTo>
                <a:cubicBezTo>
                  <a:pt x="589462" y="116977"/>
                  <a:pt x="583590" y="114842"/>
                  <a:pt x="579472" y="110573"/>
                </a:cubicBezTo>
                <a:cubicBezTo>
                  <a:pt x="575355" y="106302"/>
                  <a:pt x="573296" y="99235"/>
                  <a:pt x="573296" y="89372"/>
                </a:cubicBezTo>
                <a:cubicBezTo>
                  <a:pt x="573296" y="84188"/>
                  <a:pt x="573398" y="79612"/>
                  <a:pt x="573601" y="75647"/>
                </a:cubicBezTo>
                <a:cubicBezTo>
                  <a:pt x="573804" y="71681"/>
                  <a:pt x="573906" y="67716"/>
                  <a:pt x="573906" y="63750"/>
                </a:cubicBezTo>
                <a:cubicBezTo>
                  <a:pt x="573906" y="60497"/>
                  <a:pt x="573829" y="56964"/>
                  <a:pt x="573675" y="53152"/>
                </a:cubicBezTo>
                <a:cubicBezTo>
                  <a:pt x="573523" y="49339"/>
                  <a:pt x="573346" y="45500"/>
                  <a:pt x="573142" y="41635"/>
                </a:cubicBezTo>
                <a:cubicBezTo>
                  <a:pt x="574464" y="41839"/>
                  <a:pt x="576142" y="42017"/>
                  <a:pt x="578176" y="42171"/>
                </a:cubicBezTo>
                <a:cubicBezTo>
                  <a:pt x="580210" y="42323"/>
                  <a:pt x="582346" y="42399"/>
                  <a:pt x="584583" y="42399"/>
                </a:cubicBezTo>
                <a:cubicBezTo>
                  <a:pt x="586818" y="42399"/>
                  <a:pt x="588953" y="42323"/>
                  <a:pt x="590987" y="42171"/>
                </a:cubicBezTo>
                <a:cubicBezTo>
                  <a:pt x="593021" y="42017"/>
                  <a:pt x="594699" y="41839"/>
                  <a:pt x="596021" y="41635"/>
                </a:cubicBezTo>
                <a:cubicBezTo>
                  <a:pt x="595309" y="47126"/>
                  <a:pt x="594851" y="53481"/>
                  <a:pt x="594648" y="60699"/>
                </a:cubicBezTo>
                <a:cubicBezTo>
                  <a:pt x="594445" y="67918"/>
                  <a:pt x="594343" y="76154"/>
                  <a:pt x="594343" y="85407"/>
                </a:cubicBezTo>
                <a:cubicBezTo>
                  <a:pt x="594343" y="91813"/>
                  <a:pt x="595436" y="96515"/>
                  <a:pt x="597622" y="99514"/>
                </a:cubicBezTo>
                <a:cubicBezTo>
                  <a:pt x="599808" y="102513"/>
                  <a:pt x="602884" y="104013"/>
                  <a:pt x="606849" y="104013"/>
                </a:cubicBezTo>
                <a:cubicBezTo>
                  <a:pt x="611424" y="104013"/>
                  <a:pt x="614779" y="102031"/>
                  <a:pt x="616914" y="98067"/>
                </a:cubicBezTo>
                <a:cubicBezTo>
                  <a:pt x="619049" y="94101"/>
                  <a:pt x="620116" y="88611"/>
                  <a:pt x="620116" y="81595"/>
                </a:cubicBezTo>
                <a:lnTo>
                  <a:pt x="620116" y="75493"/>
                </a:lnTo>
                <a:cubicBezTo>
                  <a:pt x="620116" y="69292"/>
                  <a:pt x="620040" y="63472"/>
                  <a:pt x="619888" y="58033"/>
                </a:cubicBezTo>
                <a:cubicBezTo>
                  <a:pt x="619736" y="52592"/>
                  <a:pt x="619406" y="47126"/>
                  <a:pt x="618897" y="41635"/>
                </a:cubicBezTo>
                <a:cubicBezTo>
                  <a:pt x="621744" y="42144"/>
                  <a:pt x="625556" y="42399"/>
                  <a:pt x="630335" y="42399"/>
                </a:cubicBezTo>
                <a:cubicBezTo>
                  <a:pt x="632674" y="42399"/>
                  <a:pt x="634810" y="42323"/>
                  <a:pt x="636742" y="42171"/>
                </a:cubicBezTo>
                <a:cubicBezTo>
                  <a:pt x="638673" y="42017"/>
                  <a:pt x="640351" y="41839"/>
                  <a:pt x="641775" y="41635"/>
                </a:cubicBezTo>
                <a:cubicBezTo>
                  <a:pt x="641266" y="47126"/>
                  <a:pt x="640935" y="52592"/>
                  <a:pt x="640782" y="58033"/>
                </a:cubicBezTo>
                <a:cubicBezTo>
                  <a:pt x="640629" y="63472"/>
                  <a:pt x="640553" y="69292"/>
                  <a:pt x="640553" y="75493"/>
                </a:cubicBezTo>
                <a:lnTo>
                  <a:pt x="640553" y="81595"/>
                </a:lnTo>
                <a:cubicBezTo>
                  <a:pt x="640553" y="87796"/>
                  <a:pt x="640629" y="93642"/>
                  <a:pt x="640782" y="99133"/>
                </a:cubicBezTo>
                <a:cubicBezTo>
                  <a:pt x="640935" y="104623"/>
                  <a:pt x="641266" y="109910"/>
                  <a:pt x="641775" y="114995"/>
                </a:cubicBezTo>
                <a:cubicBezTo>
                  <a:pt x="639945" y="114791"/>
                  <a:pt x="638139" y="114690"/>
                  <a:pt x="636360" y="114690"/>
                </a:cubicBezTo>
                <a:cubicBezTo>
                  <a:pt x="634580" y="114690"/>
                  <a:pt x="632776" y="114690"/>
                  <a:pt x="630947" y="114690"/>
                </a:cubicBezTo>
                <a:cubicBezTo>
                  <a:pt x="629116" y="114690"/>
                  <a:pt x="627311" y="114690"/>
                  <a:pt x="625532" y="114690"/>
                </a:cubicBezTo>
                <a:cubicBezTo>
                  <a:pt x="623752" y="114690"/>
                  <a:pt x="621845" y="114791"/>
                  <a:pt x="619811" y="114995"/>
                </a:cubicBezTo>
                <a:lnTo>
                  <a:pt x="620423" y="104013"/>
                </a:lnTo>
                <a:lnTo>
                  <a:pt x="620116" y="104013"/>
                </a:lnTo>
                <a:close/>
                <a:moveTo>
                  <a:pt x="677463" y="78544"/>
                </a:moveTo>
                <a:cubicBezTo>
                  <a:pt x="677463" y="82610"/>
                  <a:pt x="677869" y="86423"/>
                  <a:pt x="678682" y="89982"/>
                </a:cubicBezTo>
                <a:cubicBezTo>
                  <a:pt x="679497" y="93541"/>
                  <a:pt x="680743" y="96617"/>
                  <a:pt x="682420" y="99209"/>
                </a:cubicBezTo>
                <a:cubicBezTo>
                  <a:pt x="684097" y="101802"/>
                  <a:pt x="686232" y="103836"/>
                  <a:pt x="688824" y="105311"/>
                </a:cubicBezTo>
                <a:cubicBezTo>
                  <a:pt x="691418" y="106785"/>
                  <a:pt x="694443" y="107522"/>
                  <a:pt x="697900" y="107522"/>
                </a:cubicBezTo>
                <a:cubicBezTo>
                  <a:pt x="704916" y="107522"/>
                  <a:pt x="711169" y="105234"/>
                  <a:pt x="716659" y="100659"/>
                </a:cubicBezTo>
                <a:lnTo>
                  <a:pt x="718488" y="102032"/>
                </a:lnTo>
                <a:lnTo>
                  <a:pt x="715133" y="110573"/>
                </a:lnTo>
                <a:cubicBezTo>
                  <a:pt x="712591" y="112504"/>
                  <a:pt x="709541" y="114054"/>
                  <a:pt x="705982" y="115223"/>
                </a:cubicBezTo>
                <a:cubicBezTo>
                  <a:pt x="702423" y="116392"/>
                  <a:pt x="697746" y="116977"/>
                  <a:pt x="691952" y="116977"/>
                </a:cubicBezTo>
                <a:cubicBezTo>
                  <a:pt x="686970" y="116977"/>
                  <a:pt x="682242" y="116291"/>
                  <a:pt x="677768" y="114918"/>
                </a:cubicBezTo>
                <a:cubicBezTo>
                  <a:pt x="673295" y="113546"/>
                  <a:pt x="669355" y="111284"/>
                  <a:pt x="665948" y="108132"/>
                </a:cubicBezTo>
                <a:cubicBezTo>
                  <a:pt x="662543" y="104979"/>
                  <a:pt x="659848" y="100988"/>
                  <a:pt x="657866" y="96158"/>
                </a:cubicBezTo>
                <a:cubicBezTo>
                  <a:pt x="655883" y="91329"/>
                  <a:pt x="654892" y="85559"/>
                  <a:pt x="654892" y="78849"/>
                </a:cubicBezTo>
                <a:cubicBezTo>
                  <a:pt x="654892" y="72240"/>
                  <a:pt x="655781" y="66496"/>
                  <a:pt x="657559" y="61616"/>
                </a:cubicBezTo>
                <a:cubicBezTo>
                  <a:pt x="659338" y="56736"/>
                  <a:pt x="661804" y="52668"/>
                  <a:pt x="664957" y="49415"/>
                </a:cubicBezTo>
                <a:cubicBezTo>
                  <a:pt x="668109" y="46160"/>
                  <a:pt x="671846" y="43720"/>
                  <a:pt x="676167" y="42094"/>
                </a:cubicBezTo>
                <a:cubicBezTo>
                  <a:pt x="680487" y="40466"/>
                  <a:pt x="685190" y="39653"/>
                  <a:pt x="690274" y="39653"/>
                </a:cubicBezTo>
                <a:cubicBezTo>
                  <a:pt x="700340" y="39653"/>
                  <a:pt x="708041" y="42601"/>
                  <a:pt x="713378" y="48498"/>
                </a:cubicBezTo>
                <a:cubicBezTo>
                  <a:pt x="718716" y="54395"/>
                  <a:pt x="721386" y="62733"/>
                  <a:pt x="721386" y="73510"/>
                </a:cubicBezTo>
                <a:lnTo>
                  <a:pt x="721386" y="76715"/>
                </a:lnTo>
                <a:cubicBezTo>
                  <a:pt x="721386" y="77629"/>
                  <a:pt x="721335" y="78239"/>
                  <a:pt x="721234" y="78544"/>
                </a:cubicBezTo>
                <a:lnTo>
                  <a:pt x="677463" y="78544"/>
                </a:lnTo>
                <a:moveTo>
                  <a:pt x="700951" y="71681"/>
                </a:moveTo>
                <a:cubicBezTo>
                  <a:pt x="700746" y="64056"/>
                  <a:pt x="699805" y="57956"/>
                  <a:pt x="698128" y="53381"/>
                </a:cubicBezTo>
                <a:cubicBezTo>
                  <a:pt x="696451" y="48804"/>
                  <a:pt x="693630" y="46515"/>
                  <a:pt x="689664" y="46515"/>
                </a:cubicBezTo>
                <a:cubicBezTo>
                  <a:pt x="687427" y="46515"/>
                  <a:pt x="685546" y="47278"/>
                  <a:pt x="684021" y="48803"/>
                </a:cubicBezTo>
                <a:cubicBezTo>
                  <a:pt x="682496" y="50328"/>
                  <a:pt x="681275" y="52286"/>
                  <a:pt x="680360" y="54677"/>
                </a:cubicBezTo>
                <a:cubicBezTo>
                  <a:pt x="679445" y="57066"/>
                  <a:pt x="678758" y="59760"/>
                  <a:pt x="678301" y="62759"/>
                </a:cubicBezTo>
                <a:cubicBezTo>
                  <a:pt x="677844" y="65758"/>
                  <a:pt x="677565" y="68732"/>
                  <a:pt x="677463" y="71681"/>
                </a:cubicBezTo>
                <a:lnTo>
                  <a:pt x="700951" y="71681"/>
                </a:lnTo>
                <a:close/>
                <a:moveTo>
                  <a:pt x="782697" y="52464"/>
                </a:moveTo>
                <a:cubicBezTo>
                  <a:pt x="782697" y="44025"/>
                  <a:pt x="782595" y="36527"/>
                  <a:pt x="782392" y="29969"/>
                </a:cubicBezTo>
                <a:cubicBezTo>
                  <a:pt x="782189" y="23411"/>
                  <a:pt x="781884" y="16828"/>
                  <a:pt x="781477" y="10219"/>
                </a:cubicBezTo>
                <a:cubicBezTo>
                  <a:pt x="783206" y="10422"/>
                  <a:pt x="785086" y="10600"/>
                  <a:pt x="787118" y="10754"/>
                </a:cubicBezTo>
                <a:cubicBezTo>
                  <a:pt x="789152" y="10906"/>
                  <a:pt x="791441" y="10982"/>
                  <a:pt x="793984" y="10982"/>
                </a:cubicBezTo>
                <a:cubicBezTo>
                  <a:pt x="796525" y="10982"/>
                  <a:pt x="798812" y="10906"/>
                  <a:pt x="800844" y="10754"/>
                </a:cubicBezTo>
                <a:cubicBezTo>
                  <a:pt x="802878" y="10600"/>
                  <a:pt x="804759" y="10422"/>
                  <a:pt x="806487" y="10219"/>
                </a:cubicBezTo>
                <a:cubicBezTo>
                  <a:pt x="806081" y="16828"/>
                  <a:pt x="805776" y="23411"/>
                  <a:pt x="805573" y="29969"/>
                </a:cubicBezTo>
                <a:cubicBezTo>
                  <a:pt x="805370" y="36527"/>
                  <a:pt x="805268" y="44025"/>
                  <a:pt x="805268" y="52464"/>
                </a:cubicBezTo>
                <a:lnTo>
                  <a:pt x="805268" y="73206"/>
                </a:lnTo>
                <a:cubicBezTo>
                  <a:pt x="805268" y="81645"/>
                  <a:pt x="805370" y="89144"/>
                  <a:pt x="805573" y="95702"/>
                </a:cubicBezTo>
                <a:cubicBezTo>
                  <a:pt x="805776" y="102260"/>
                  <a:pt x="806081" y="108691"/>
                  <a:pt x="806487" y="114995"/>
                </a:cubicBezTo>
                <a:cubicBezTo>
                  <a:pt x="804759" y="114791"/>
                  <a:pt x="802878" y="114690"/>
                  <a:pt x="800844" y="114690"/>
                </a:cubicBezTo>
                <a:cubicBezTo>
                  <a:pt x="798812" y="114690"/>
                  <a:pt x="796525" y="114690"/>
                  <a:pt x="793984" y="114690"/>
                </a:cubicBezTo>
                <a:cubicBezTo>
                  <a:pt x="791441" y="114690"/>
                  <a:pt x="789152" y="114690"/>
                  <a:pt x="787118" y="114690"/>
                </a:cubicBezTo>
                <a:cubicBezTo>
                  <a:pt x="785086" y="114690"/>
                  <a:pt x="783206" y="114791"/>
                  <a:pt x="781477" y="114995"/>
                </a:cubicBezTo>
                <a:cubicBezTo>
                  <a:pt x="781884" y="108691"/>
                  <a:pt x="782189" y="102260"/>
                  <a:pt x="782392" y="95702"/>
                </a:cubicBezTo>
                <a:cubicBezTo>
                  <a:pt x="782595" y="89144"/>
                  <a:pt x="782697" y="81645"/>
                  <a:pt x="782697" y="73206"/>
                </a:cubicBezTo>
                <a:lnTo>
                  <a:pt x="782697" y="52464"/>
                </a:lnTo>
                <a:close/>
                <a:moveTo>
                  <a:pt x="849041" y="53073"/>
                </a:moveTo>
                <a:cubicBezTo>
                  <a:pt x="851888" y="48804"/>
                  <a:pt x="855217" y="45500"/>
                  <a:pt x="859029" y="43162"/>
                </a:cubicBezTo>
                <a:cubicBezTo>
                  <a:pt x="862843" y="40822"/>
                  <a:pt x="867189" y="39653"/>
                  <a:pt x="872068" y="39653"/>
                </a:cubicBezTo>
                <a:cubicBezTo>
                  <a:pt x="879695" y="39653"/>
                  <a:pt x="885567" y="41864"/>
                  <a:pt x="889685" y="46287"/>
                </a:cubicBezTo>
                <a:cubicBezTo>
                  <a:pt x="893802" y="50710"/>
                  <a:pt x="895861" y="57853"/>
                  <a:pt x="895861" y="67716"/>
                </a:cubicBezTo>
                <a:cubicBezTo>
                  <a:pt x="895861" y="72901"/>
                  <a:pt x="895760" y="77476"/>
                  <a:pt x="895556" y="81441"/>
                </a:cubicBezTo>
                <a:cubicBezTo>
                  <a:pt x="895353" y="85407"/>
                  <a:pt x="895251" y="89372"/>
                  <a:pt x="895251" y="93338"/>
                </a:cubicBezTo>
                <a:cubicBezTo>
                  <a:pt x="895251" y="96591"/>
                  <a:pt x="895327" y="100125"/>
                  <a:pt x="895479" y="103938"/>
                </a:cubicBezTo>
                <a:cubicBezTo>
                  <a:pt x="895633" y="107750"/>
                  <a:pt x="895811" y="111436"/>
                  <a:pt x="896015" y="114995"/>
                </a:cubicBezTo>
                <a:cubicBezTo>
                  <a:pt x="894693" y="114791"/>
                  <a:pt x="893015" y="114690"/>
                  <a:pt x="890981" y="114690"/>
                </a:cubicBezTo>
                <a:cubicBezTo>
                  <a:pt x="888947" y="114690"/>
                  <a:pt x="886812" y="114690"/>
                  <a:pt x="884574" y="114690"/>
                </a:cubicBezTo>
                <a:cubicBezTo>
                  <a:pt x="882339" y="114690"/>
                  <a:pt x="880204" y="114690"/>
                  <a:pt x="878170" y="114690"/>
                </a:cubicBezTo>
                <a:cubicBezTo>
                  <a:pt x="876136" y="114690"/>
                  <a:pt x="874458" y="114791"/>
                  <a:pt x="873136" y="114995"/>
                </a:cubicBezTo>
                <a:cubicBezTo>
                  <a:pt x="873848" y="109707"/>
                  <a:pt x="874306" y="103480"/>
                  <a:pt x="874509" y="96312"/>
                </a:cubicBezTo>
                <a:cubicBezTo>
                  <a:pt x="874713" y="89144"/>
                  <a:pt x="874814" y="80934"/>
                  <a:pt x="874814" y="71681"/>
                </a:cubicBezTo>
                <a:cubicBezTo>
                  <a:pt x="874814" y="65275"/>
                  <a:pt x="873721" y="60573"/>
                  <a:pt x="871535" y="57574"/>
                </a:cubicBezTo>
                <a:cubicBezTo>
                  <a:pt x="869349" y="54574"/>
                  <a:pt x="866274" y="53073"/>
                  <a:pt x="862308" y="53073"/>
                </a:cubicBezTo>
                <a:cubicBezTo>
                  <a:pt x="857733" y="53073"/>
                  <a:pt x="854378" y="55056"/>
                  <a:pt x="852243" y="59022"/>
                </a:cubicBezTo>
                <a:cubicBezTo>
                  <a:pt x="850108" y="62987"/>
                  <a:pt x="849041" y="68478"/>
                  <a:pt x="849041" y="75493"/>
                </a:cubicBezTo>
                <a:lnTo>
                  <a:pt x="849041" y="81595"/>
                </a:lnTo>
                <a:cubicBezTo>
                  <a:pt x="849041" y="87796"/>
                  <a:pt x="849117" y="93642"/>
                  <a:pt x="849269" y="99133"/>
                </a:cubicBezTo>
                <a:cubicBezTo>
                  <a:pt x="849421" y="104623"/>
                  <a:pt x="849751" y="109910"/>
                  <a:pt x="850260" y="114995"/>
                </a:cubicBezTo>
                <a:cubicBezTo>
                  <a:pt x="848939" y="114791"/>
                  <a:pt x="847286" y="114690"/>
                  <a:pt x="845303" y="114690"/>
                </a:cubicBezTo>
                <a:cubicBezTo>
                  <a:pt x="843321" y="114690"/>
                  <a:pt x="841160" y="114690"/>
                  <a:pt x="838822" y="114690"/>
                </a:cubicBezTo>
                <a:cubicBezTo>
                  <a:pt x="836483" y="114690"/>
                  <a:pt x="834347" y="114690"/>
                  <a:pt x="832416" y="114690"/>
                </a:cubicBezTo>
                <a:cubicBezTo>
                  <a:pt x="830484" y="114690"/>
                  <a:pt x="828806" y="114791"/>
                  <a:pt x="827382" y="114995"/>
                </a:cubicBezTo>
                <a:cubicBezTo>
                  <a:pt x="827891" y="109910"/>
                  <a:pt x="828221" y="104623"/>
                  <a:pt x="828373" y="99133"/>
                </a:cubicBezTo>
                <a:cubicBezTo>
                  <a:pt x="828527" y="93642"/>
                  <a:pt x="828604" y="87796"/>
                  <a:pt x="828604" y="81595"/>
                </a:cubicBezTo>
                <a:lnTo>
                  <a:pt x="828604" y="75493"/>
                </a:lnTo>
                <a:cubicBezTo>
                  <a:pt x="828604" y="69292"/>
                  <a:pt x="828527" y="63472"/>
                  <a:pt x="828373" y="58033"/>
                </a:cubicBezTo>
                <a:cubicBezTo>
                  <a:pt x="828221" y="52592"/>
                  <a:pt x="827891" y="47126"/>
                  <a:pt x="827382" y="41635"/>
                </a:cubicBezTo>
                <a:cubicBezTo>
                  <a:pt x="829213" y="41839"/>
                  <a:pt x="831018" y="42017"/>
                  <a:pt x="832797" y="42171"/>
                </a:cubicBezTo>
                <a:cubicBezTo>
                  <a:pt x="834577" y="42323"/>
                  <a:pt x="836381" y="42399"/>
                  <a:pt x="838210" y="42399"/>
                </a:cubicBezTo>
                <a:cubicBezTo>
                  <a:pt x="840041" y="42399"/>
                  <a:pt x="841846" y="42323"/>
                  <a:pt x="843626" y="42171"/>
                </a:cubicBezTo>
                <a:cubicBezTo>
                  <a:pt x="845405" y="42017"/>
                  <a:pt x="847312" y="41839"/>
                  <a:pt x="849346" y="41635"/>
                </a:cubicBezTo>
                <a:lnTo>
                  <a:pt x="848734" y="53073"/>
                </a:lnTo>
                <a:lnTo>
                  <a:pt x="849041" y="53073"/>
                </a:lnTo>
                <a:close/>
                <a:moveTo>
                  <a:pt x="967696" y="62682"/>
                </a:moveTo>
                <a:cubicBezTo>
                  <a:pt x="966882" y="58107"/>
                  <a:pt x="965280" y="54422"/>
                  <a:pt x="962891" y="51626"/>
                </a:cubicBezTo>
                <a:cubicBezTo>
                  <a:pt x="960501" y="48830"/>
                  <a:pt x="956968" y="47432"/>
                  <a:pt x="952290" y="47432"/>
                </a:cubicBezTo>
                <a:cubicBezTo>
                  <a:pt x="946190" y="47432"/>
                  <a:pt x="941615" y="50203"/>
                  <a:pt x="938565" y="55745"/>
                </a:cubicBezTo>
                <a:cubicBezTo>
                  <a:pt x="935515" y="61285"/>
                  <a:pt x="933990" y="68986"/>
                  <a:pt x="933990" y="78849"/>
                </a:cubicBezTo>
                <a:cubicBezTo>
                  <a:pt x="933990" y="88102"/>
                  <a:pt x="935921" y="95194"/>
                  <a:pt x="939784" y="100126"/>
                </a:cubicBezTo>
                <a:cubicBezTo>
                  <a:pt x="943649" y="105057"/>
                  <a:pt x="949292" y="107522"/>
                  <a:pt x="956714" y="107522"/>
                </a:cubicBezTo>
                <a:cubicBezTo>
                  <a:pt x="959867" y="107522"/>
                  <a:pt x="962917" y="106785"/>
                  <a:pt x="965865" y="105311"/>
                </a:cubicBezTo>
                <a:cubicBezTo>
                  <a:pt x="968814" y="103836"/>
                  <a:pt x="971000" y="102183"/>
                  <a:pt x="972423" y="100354"/>
                </a:cubicBezTo>
                <a:lnTo>
                  <a:pt x="974254" y="101879"/>
                </a:lnTo>
                <a:cubicBezTo>
                  <a:pt x="973542" y="103301"/>
                  <a:pt x="972932" y="104776"/>
                  <a:pt x="972423" y="106303"/>
                </a:cubicBezTo>
                <a:cubicBezTo>
                  <a:pt x="971914" y="107828"/>
                  <a:pt x="971406" y="109353"/>
                  <a:pt x="970898" y="110878"/>
                </a:cubicBezTo>
                <a:cubicBezTo>
                  <a:pt x="968661" y="112606"/>
                  <a:pt x="965839" y="114054"/>
                  <a:pt x="962432" y="115223"/>
                </a:cubicBezTo>
                <a:cubicBezTo>
                  <a:pt x="959027" y="116392"/>
                  <a:pt x="954985" y="116977"/>
                  <a:pt x="950308" y="116977"/>
                </a:cubicBezTo>
                <a:cubicBezTo>
                  <a:pt x="942886" y="116977"/>
                  <a:pt x="936633" y="115910"/>
                  <a:pt x="931548" y="113775"/>
                </a:cubicBezTo>
                <a:cubicBezTo>
                  <a:pt x="926466" y="111640"/>
                  <a:pt x="922374" y="108743"/>
                  <a:pt x="919273" y="105083"/>
                </a:cubicBezTo>
                <a:cubicBezTo>
                  <a:pt x="916171" y="101422"/>
                  <a:pt x="913960" y="97278"/>
                  <a:pt x="912638" y="92651"/>
                </a:cubicBezTo>
                <a:cubicBezTo>
                  <a:pt x="911316" y="88025"/>
                  <a:pt x="910655" y="83374"/>
                  <a:pt x="910655" y="78698"/>
                </a:cubicBezTo>
                <a:cubicBezTo>
                  <a:pt x="910655" y="73105"/>
                  <a:pt x="911595" y="67919"/>
                  <a:pt x="913476" y="63141"/>
                </a:cubicBezTo>
                <a:cubicBezTo>
                  <a:pt x="915358" y="58362"/>
                  <a:pt x="918052" y="54245"/>
                  <a:pt x="921560" y="50788"/>
                </a:cubicBezTo>
                <a:cubicBezTo>
                  <a:pt x="925068" y="47330"/>
                  <a:pt x="929313" y="44609"/>
                  <a:pt x="934294" y="42627"/>
                </a:cubicBezTo>
                <a:cubicBezTo>
                  <a:pt x="939276" y="40644"/>
                  <a:pt x="944818" y="39653"/>
                  <a:pt x="950920" y="39653"/>
                </a:cubicBezTo>
                <a:cubicBezTo>
                  <a:pt x="956714" y="39653"/>
                  <a:pt x="961619" y="40313"/>
                  <a:pt x="965634" y="41635"/>
                </a:cubicBezTo>
                <a:cubicBezTo>
                  <a:pt x="969651" y="42957"/>
                  <a:pt x="973490" y="44685"/>
                  <a:pt x="977152" y="46820"/>
                </a:cubicBezTo>
                <a:cubicBezTo>
                  <a:pt x="975931" y="48854"/>
                  <a:pt x="974786" y="51346"/>
                  <a:pt x="973719" y="54295"/>
                </a:cubicBezTo>
                <a:cubicBezTo>
                  <a:pt x="972652" y="57243"/>
                  <a:pt x="971863" y="60039"/>
                  <a:pt x="971355" y="62682"/>
                </a:cubicBezTo>
                <a:lnTo>
                  <a:pt x="967696" y="62682"/>
                </a:lnTo>
                <a:close/>
                <a:moveTo>
                  <a:pt x="991335" y="52768"/>
                </a:moveTo>
                <a:cubicBezTo>
                  <a:pt x="991335" y="42805"/>
                  <a:pt x="991233" y="33655"/>
                  <a:pt x="991028" y="25317"/>
                </a:cubicBezTo>
                <a:cubicBezTo>
                  <a:pt x="990825" y="16980"/>
                  <a:pt x="990520" y="8541"/>
                  <a:pt x="990114" y="0"/>
                </a:cubicBezTo>
                <a:cubicBezTo>
                  <a:pt x="991436" y="203"/>
                  <a:pt x="993113" y="382"/>
                  <a:pt x="995147" y="535"/>
                </a:cubicBezTo>
                <a:cubicBezTo>
                  <a:pt x="997181" y="687"/>
                  <a:pt x="999317" y="763"/>
                  <a:pt x="1001554" y="763"/>
                </a:cubicBezTo>
                <a:cubicBezTo>
                  <a:pt x="1003790" y="763"/>
                  <a:pt x="1005924" y="687"/>
                  <a:pt x="1007958" y="535"/>
                </a:cubicBezTo>
                <a:cubicBezTo>
                  <a:pt x="1009992" y="382"/>
                  <a:pt x="1011670" y="203"/>
                  <a:pt x="1012992" y="0"/>
                </a:cubicBezTo>
                <a:cubicBezTo>
                  <a:pt x="1012586" y="8541"/>
                  <a:pt x="1012280" y="16980"/>
                  <a:pt x="1012075" y="25317"/>
                </a:cubicBezTo>
                <a:cubicBezTo>
                  <a:pt x="1011872" y="33655"/>
                  <a:pt x="1011770" y="42805"/>
                  <a:pt x="1011770" y="52768"/>
                </a:cubicBezTo>
                <a:lnTo>
                  <a:pt x="1011770" y="62682"/>
                </a:lnTo>
                <a:cubicBezTo>
                  <a:pt x="1011770" y="72647"/>
                  <a:pt x="1011872" y="81798"/>
                  <a:pt x="1012075" y="90136"/>
                </a:cubicBezTo>
                <a:cubicBezTo>
                  <a:pt x="1012280" y="98473"/>
                  <a:pt x="1012586" y="106759"/>
                  <a:pt x="1012992" y="114995"/>
                </a:cubicBezTo>
                <a:cubicBezTo>
                  <a:pt x="1011670" y="114791"/>
                  <a:pt x="1009992" y="114690"/>
                  <a:pt x="1007958" y="114690"/>
                </a:cubicBezTo>
                <a:cubicBezTo>
                  <a:pt x="1005924" y="114690"/>
                  <a:pt x="1003790" y="114690"/>
                  <a:pt x="1001554" y="114690"/>
                </a:cubicBezTo>
                <a:cubicBezTo>
                  <a:pt x="999317" y="114690"/>
                  <a:pt x="997181" y="114690"/>
                  <a:pt x="995147" y="114690"/>
                </a:cubicBezTo>
                <a:cubicBezTo>
                  <a:pt x="993113" y="114690"/>
                  <a:pt x="991436" y="114791"/>
                  <a:pt x="990114" y="114995"/>
                </a:cubicBezTo>
                <a:cubicBezTo>
                  <a:pt x="990520" y="106759"/>
                  <a:pt x="990825" y="98473"/>
                  <a:pt x="991028" y="90136"/>
                </a:cubicBezTo>
                <a:cubicBezTo>
                  <a:pt x="991233" y="81798"/>
                  <a:pt x="991335" y="72647"/>
                  <a:pt x="991335" y="62682"/>
                </a:cubicBezTo>
                <a:lnTo>
                  <a:pt x="991335" y="52768"/>
                </a:lnTo>
                <a:close/>
                <a:moveTo>
                  <a:pt x="1031903" y="12811"/>
                </a:moveTo>
                <a:cubicBezTo>
                  <a:pt x="1031903" y="9455"/>
                  <a:pt x="1033072" y="6608"/>
                  <a:pt x="1035410" y="4270"/>
                </a:cubicBezTo>
                <a:cubicBezTo>
                  <a:pt x="1037749" y="1932"/>
                  <a:pt x="1040597" y="763"/>
                  <a:pt x="1043953" y="763"/>
                </a:cubicBezTo>
                <a:cubicBezTo>
                  <a:pt x="1047307" y="763"/>
                  <a:pt x="1050153" y="1932"/>
                  <a:pt x="1052491" y="4270"/>
                </a:cubicBezTo>
                <a:cubicBezTo>
                  <a:pt x="1054831" y="6608"/>
                  <a:pt x="1056001" y="9455"/>
                  <a:pt x="1056001" y="12811"/>
                </a:cubicBezTo>
                <a:cubicBezTo>
                  <a:pt x="1056001" y="16167"/>
                  <a:pt x="1054831" y="19014"/>
                  <a:pt x="1052491" y="21352"/>
                </a:cubicBezTo>
                <a:cubicBezTo>
                  <a:pt x="1050153" y="23690"/>
                  <a:pt x="1047307" y="24859"/>
                  <a:pt x="1043953" y="24859"/>
                </a:cubicBezTo>
                <a:cubicBezTo>
                  <a:pt x="1040597" y="24859"/>
                  <a:pt x="1037749" y="23690"/>
                  <a:pt x="1035410" y="21352"/>
                </a:cubicBezTo>
                <a:cubicBezTo>
                  <a:pt x="1033072" y="19014"/>
                  <a:pt x="1031903" y="16167"/>
                  <a:pt x="1031903" y="12811"/>
                </a:cubicBezTo>
                <a:moveTo>
                  <a:pt x="1033734" y="75493"/>
                </a:moveTo>
                <a:cubicBezTo>
                  <a:pt x="1033734" y="69292"/>
                  <a:pt x="1033657" y="63472"/>
                  <a:pt x="1033504" y="58033"/>
                </a:cubicBezTo>
                <a:cubicBezTo>
                  <a:pt x="1033352" y="52592"/>
                  <a:pt x="1033021" y="47126"/>
                  <a:pt x="1032512" y="41635"/>
                </a:cubicBezTo>
                <a:cubicBezTo>
                  <a:pt x="1033937" y="41839"/>
                  <a:pt x="1035615" y="42017"/>
                  <a:pt x="1037546" y="42171"/>
                </a:cubicBezTo>
                <a:cubicBezTo>
                  <a:pt x="1039478" y="42323"/>
                  <a:pt x="1041613" y="42399"/>
                  <a:pt x="1043953" y="42399"/>
                </a:cubicBezTo>
                <a:cubicBezTo>
                  <a:pt x="1048731" y="42399"/>
                  <a:pt x="1052544" y="42144"/>
                  <a:pt x="1055391" y="41635"/>
                </a:cubicBezTo>
                <a:cubicBezTo>
                  <a:pt x="1054882" y="47126"/>
                  <a:pt x="1054551" y="52592"/>
                  <a:pt x="1054397" y="58033"/>
                </a:cubicBezTo>
                <a:cubicBezTo>
                  <a:pt x="1054245" y="63472"/>
                  <a:pt x="1054169" y="69292"/>
                  <a:pt x="1054169" y="75493"/>
                </a:cubicBezTo>
                <a:lnTo>
                  <a:pt x="1054169" y="81595"/>
                </a:lnTo>
                <a:cubicBezTo>
                  <a:pt x="1054169" y="87796"/>
                  <a:pt x="1054245" y="93642"/>
                  <a:pt x="1054397" y="99133"/>
                </a:cubicBezTo>
                <a:cubicBezTo>
                  <a:pt x="1054551" y="104623"/>
                  <a:pt x="1054882" y="109910"/>
                  <a:pt x="1055391" y="114995"/>
                </a:cubicBezTo>
                <a:cubicBezTo>
                  <a:pt x="1054069" y="114791"/>
                  <a:pt x="1052417" y="114690"/>
                  <a:pt x="1050434" y="114690"/>
                </a:cubicBezTo>
                <a:cubicBezTo>
                  <a:pt x="1048451" y="114690"/>
                  <a:pt x="1046291" y="114690"/>
                  <a:pt x="1043953" y="114690"/>
                </a:cubicBezTo>
                <a:cubicBezTo>
                  <a:pt x="1041613" y="114690"/>
                  <a:pt x="1039478" y="114690"/>
                  <a:pt x="1037546" y="114690"/>
                </a:cubicBezTo>
                <a:cubicBezTo>
                  <a:pt x="1035615" y="114690"/>
                  <a:pt x="1033937" y="114791"/>
                  <a:pt x="1032512" y="114995"/>
                </a:cubicBezTo>
                <a:cubicBezTo>
                  <a:pt x="1033021" y="109910"/>
                  <a:pt x="1033352" y="104623"/>
                  <a:pt x="1033504" y="99133"/>
                </a:cubicBezTo>
                <a:cubicBezTo>
                  <a:pt x="1033657" y="93642"/>
                  <a:pt x="1033734" y="87796"/>
                  <a:pt x="1033734" y="81595"/>
                </a:cubicBezTo>
                <a:lnTo>
                  <a:pt x="1033734" y="75493"/>
                </a:lnTo>
                <a:close/>
                <a:moveTo>
                  <a:pt x="1094892" y="53073"/>
                </a:moveTo>
                <a:cubicBezTo>
                  <a:pt x="1097739" y="48804"/>
                  <a:pt x="1101068" y="45500"/>
                  <a:pt x="1104880" y="43162"/>
                </a:cubicBezTo>
                <a:cubicBezTo>
                  <a:pt x="1108694" y="40822"/>
                  <a:pt x="1113040" y="39653"/>
                  <a:pt x="1117919" y="39653"/>
                </a:cubicBezTo>
                <a:cubicBezTo>
                  <a:pt x="1125546" y="39653"/>
                  <a:pt x="1131419" y="41864"/>
                  <a:pt x="1135536" y="46287"/>
                </a:cubicBezTo>
                <a:cubicBezTo>
                  <a:pt x="1139654" y="50710"/>
                  <a:pt x="1141712" y="57853"/>
                  <a:pt x="1141712" y="67716"/>
                </a:cubicBezTo>
                <a:cubicBezTo>
                  <a:pt x="1141712" y="72901"/>
                  <a:pt x="1141611" y="77476"/>
                  <a:pt x="1141408" y="81441"/>
                </a:cubicBezTo>
                <a:cubicBezTo>
                  <a:pt x="1141204" y="85407"/>
                  <a:pt x="1141103" y="89372"/>
                  <a:pt x="1141103" y="93338"/>
                </a:cubicBezTo>
                <a:cubicBezTo>
                  <a:pt x="1141103" y="96591"/>
                  <a:pt x="1141179" y="100125"/>
                  <a:pt x="1141331" y="103938"/>
                </a:cubicBezTo>
                <a:cubicBezTo>
                  <a:pt x="1141484" y="107750"/>
                  <a:pt x="1141663" y="111436"/>
                  <a:pt x="1141866" y="114995"/>
                </a:cubicBezTo>
                <a:cubicBezTo>
                  <a:pt x="1140544" y="114791"/>
                  <a:pt x="1138866" y="114690"/>
                  <a:pt x="1136832" y="114690"/>
                </a:cubicBezTo>
                <a:cubicBezTo>
                  <a:pt x="1134798" y="114690"/>
                  <a:pt x="1132663" y="114690"/>
                  <a:pt x="1130426" y="114690"/>
                </a:cubicBezTo>
                <a:cubicBezTo>
                  <a:pt x="1128190" y="114690"/>
                  <a:pt x="1126055" y="114690"/>
                  <a:pt x="1124021" y="114690"/>
                </a:cubicBezTo>
                <a:cubicBezTo>
                  <a:pt x="1121987" y="114690"/>
                  <a:pt x="1120309" y="114791"/>
                  <a:pt x="1118988" y="114995"/>
                </a:cubicBezTo>
                <a:cubicBezTo>
                  <a:pt x="1119700" y="109707"/>
                  <a:pt x="1120157" y="103480"/>
                  <a:pt x="1120361" y="96312"/>
                </a:cubicBezTo>
                <a:cubicBezTo>
                  <a:pt x="1120564" y="89144"/>
                  <a:pt x="1120666" y="80934"/>
                  <a:pt x="1120666" y="71681"/>
                </a:cubicBezTo>
                <a:cubicBezTo>
                  <a:pt x="1120666" y="65275"/>
                  <a:pt x="1119573" y="60573"/>
                  <a:pt x="1117387" y="57574"/>
                </a:cubicBezTo>
                <a:cubicBezTo>
                  <a:pt x="1115201" y="54574"/>
                  <a:pt x="1112125" y="53073"/>
                  <a:pt x="1108159" y="53073"/>
                </a:cubicBezTo>
                <a:cubicBezTo>
                  <a:pt x="1103584" y="53073"/>
                  <a:pt x="1100229" y="55056"/>
                  <a:pt x="1098094" y="59022"/>
                </a:cubicBezTo>
                <a:cubicBezTo>
                  <a:pt x="1095960" y="62987"/>
                  <a:pt x="1094892" y="68478"/>
                  <a:pt x="1094892" y="75493"/>
                </a:cubicBezTo>
                <a:lnTo>
                  <a:pt x="1094892" y="81595"/>
                </a:lnTo>
                <a:cubicBezTo>
                  <a:pt x="1094892" y="87796"/>
                  <a:pt x="1094968" y="93642"/>
                  <a:pt x="1095120" y="99133"/>
                </a:cubicBezTo>
                <a:cubicBezTo>
                  <a:pt x="1095272" y="104623"/>
                  <a:pt x="1095603" y="109910"/>
                  <a:pt x="1096112" y="114995"/>
                </a:cubicBezTo>
                <a:cubicBezTo>
                  <a:pt x="1094790" y="114791"/>
                  <a:pt x="1093138" y="114690"/>
                  <a:pt x="1091155" y="114690"/>
                </a:cubicBezTo>
                <a:cubicBezTo>
                  <a:pt x="1089172" y="114690"/>
                  <a:pt x="1087012" y="114690"/>
                  <a:pt x="1084674" y="114690"/>
                </a:cubicBezTo>
                <a:cubicBezTo>
                  <a:pt x="1082334" y="114690"/>
                  <a:pt x="1080198" y="114690"/>
                  <a:pt x="1078267" y="114690"/>
                </a:cubicBezTo>
                <a:cubicBezTo>
                  <a:pt x="1076335" y="114690"/>
                  <a:pt x="1074657" y="114791"/>
                  <a:pt x="1073233" y="114995"/>
                </a:cubicBezTo>
                <a:cubicBezTo>
                  <a:pt x="1073742" y="109910"/>
                  <a:pt x="1074073" y="104623"/>
                  <a:pt x="1074225" y="99133"/>
                </a:cubicBezTo>
                <a:cubicBezTo>
                  <a:pt x="1074378" y="93642"/>
                  <a:pt x="1074455" y="87796"/>
                  <a:pt x="1074455" y="81595"/>
                </a:cubicBezTo>
                <a:lnTo>
                  <a:pt x="1074455" y="75493"/>
                </a:lnTo>
                <a:cubicBezTo>
                  <a:pt x="1074455" y="69292"/>
                  <a:pt x="1074378" y="63472"/>
                  <a:pt x="1074225" y="58033"/>
                </a:cubicBezTo>
                <a:cubicBezTo>
                  <a:pt x="1074073" y="52592"/>
                  <a:pt x="1073742" y="47126"/>
                  <a:pt x="1073233" y="41635"/>
                </a:cubicBezTo>
                <a:cubicBezTo>
                  <a:pt x="1075064" y="41839"/>
                  <a:pt x="1076869" y="42017"/>
                  <a:pt x="1078649" y="42171"/>
                </a:cubicBezTo>
                <a:cubicBezTo>
                  <a:pt x="1080428" y="42323"/>
                  <a:pt x="1082232" y="42399"/>
                  <a:pt x="1084062" y="42399"/>
                </a:cubicBezTo>
                <a:cubicBezTo>
                  <a:pt x="1085892" y="42399"/>
                  <a:pt x="1087697" y="42323"/>
                  <a:pt x="1089477" y="42171"/>
                </a:cubicBezTo>
                <a:cubicBezTo>
                  <a:pt x="1091256" y="42017"/>
                  <a:pt x="1093163" y="41839"/>
                  <a:pt x="1095197" y="41635"/>
                </a:cubicBezTo>
                <a:lnTo>
                  <a:pt x="1094585" y="53073"/>
                </a:lnTo>
                <a:lnTo>
                  <a:pt x="1094892" y="53073"/>
                </a:lnTo>
                <a:close/>
                <a:moveTo>
                  <a:pt x="1194939" y="91814"/>
                </a:moveTo>
                <a:cubicBezTo>
                  <a:pt x="1194939" y="87442"/>
                  <a:pt x="1194965" y="84112"/>
                  <a:pt x="1195016" y="81823"/>
                </a:cubicBezTo>
                <a:cubicBezTo>
                  <a:pt x="1195067" y="79535"/>
                  <a:pt x="1195093" y="77526"/>
                  <a:pt x="1195093" y="75798"/>
                </a:cubicBezTo>
                <a:cubicBezTo>
                  <a:pt x="1192957" y="77019"/>
                  <a:pt x="1190694" y="78011"/>
                  <a:pt x="1188305" y="78775"/>
                </a:cubicBezTo>
                <a:cubicBezTo>
                  <a:pt x="1185915" y="79536"/>
                  <a:pt x="1183729" y="80502"/>
                  <a:pt x="1181747" y="81672"/>
                </a:cubicBezTo>
                <a:cubicBezTo>
                  <a:pt x="1179764" y="82840"/>
                  <a:pt x="1178137" y="84441"/>
                  <a:pt x="1176867" y="86475"/>
                </a:cubicBezTo>
                <a:cubicBezTo>
                  <a:pt x="1175596" y="88509"/>
                  <a:pt x="1174961" y="91458"/>
                  <a:pt x="1174961" y="95321"/>
                </a:cubicBezTo>
                <a:cubicBezTo>
                  <a:pt x="1174961" y="99083"/>
                  <a:pt x="1175749" y="101955"/>
                  <a:pt x="1177325" y="103938"/>
                </a:cubicBezTo>
                <a:cubicBezTo>
                  <a:pt x="1178901" y="105921"/>
                  <a:pt x="1181010" y="106912"/>
                  <a:pt x="1183653" y="106912"/>
                </a:cubicBezTo>
                <a:cubicBezTo>
                  <a:pt x="1187008" y="106912"/>
                  <a:pt x="1189728" y="105642"/>
                  <a:pt x="1191812" y="103100"/>
                </a:cubicBezTo>
                <a:cubicBezTo>
                  <a:pt x="1193897" y="100558"/>
                  <a:pt x="1194939" y="96795"/>
                  <a:pt x="1194939" y="91814"/>
                </a:cubicBezTo>
                <a:moveTo>
                  <a:pt x="1158794" y="50330"/>
                </a:moveTo>
                <a:cubicBezTo>
                  <a:pt x="1163065" y="46873"/>
                  <a:pt x="1167666" y="44229"/>
                  <a:pt x="1172596" y="42399"/>
                </a:cubicBezTo>
                <a:cubicBezTo>
                  <a:pt x="1177528" y="40568"/>
                  <a:pt x="1182434" y="39653"/>
                  <a:pt x="1187313" y="39653"/>
                </a:cubicBezTo>
                <a:cubicBezTo>
                  <a:pt x="1191381" y="39653"/>
                  <a:pt x="1195118" y="40110"/>
                  <a:pt x="1198523" y="41026"/>
                </a:cubicBezTo>
                <a:cubicBezTo>
                  <a:pt x="1201930" y="41941"/>
                  <a:pt x="1204879" y="43390"/>
                  <a:pt x="1207369" y="45373"/>
                </a:cubicBezTo>
                <a:cubicBezTo>
                  <a:pt x="1209860" y="47355"/>
                  <a:pt x="1211792" y="49923"/>
                  <a:pt x="1213163" y="53076"/>
                </a:cubicBezTo>
                <a:cubicBezTo>
                  <a:pt x="1214536" y="56227"/>
                  <a:pt x="1215223" y="60039"/>
                  <a:pt x="1215223" y="64514"/>
                </a:cubicBezTo>
                <a:cubicBezTo>
                  <a:pt x="1215223" y="71020"/>
                  <a:pt x="1215147" y="77045"/>
                  <a:pt x="1214995" y="82586"/>
                </a:cubicBezTo>
                <a:cubicBezTo>
                  <a:pt x="1214843" y="88127"/>
                  <a:pt x="1214767" y="93642"/>
                  <a:pt x="1214767" y="99133"/>
                </a:cubicBezTo>
                <a:cubicBezTo>
                  <a:pt x="1214767" y="101573"/>
                  <a:pt x="1214944" y="103480"/>
                  <a:pt x="1215300" y="104853"/>
                </a:cubicBezTo>
                <a:cubicBezTo>
                  <a:pt x="1215656" y="106226"/>
                  <a:pt x="1216190" y="107268"/>
                  <a:pt x="1216901" y="107980"/>
                </a:cubicBezTo>
                <a:cubicBezTo>
                  <a:pt x="1217613" y="108691"/>
                  <a:pt x="1218553" y="109148"/>
                  <a:pt x="1219721" y="109351"/>
                </a:cubicBezTo>
                <a:cubicBezTo>
                  <a:pt x="1220891" y="109554"/>
                  <a:pt x="1222238" y="109656"/>
                  <a:pt x="1223764" y="109656"/>
                </a:cubicBezTo>
                <a:lnTo>
                  <a:pt x="1223764" y="113317"/>
                </a:lnTo>
                <a:cubicBezTo>
                  <a:pt x="1220816" y="114538"/>
                  <a:pt x="1218325" y="115453"/>
                  <a:pt x="1216291" y="116063"/>
                </a:cubicBezTo>
                <a:cubicBezTo>
                  <a:pt x="1214257" y="116672"/>
                  <a:pt x="1212071" y="116977"/>
                  <a:pt x="1209733" y="116977"/>
                </a:cubicBezTo>
                <a:cubicBezTo>
                  <a:pt x="1205971" y="116977"/>
                  <a:pt x="1202921" y="116063"/>
                  <a:pt x="1200583" y="114234"/>
                </a:cubicBezTo>
                <a:cubicBezTo>
                  <a:pt x="1198245" y="112403"/>
                  <a:pt x="1196465" y="109759"/>
                  <a:pt x="1195244" y="106303"/>
                </a:cubicBezTo>
                <a:cubicBezTo>
                  <a:pt x="1192906" y="109556"/>
                  <a:pt x="1190186" y="112148"/>
                  <a:pt x="1187085" y="114080"/>
                </a:cubicBezTo>
                <a:cubicBezTo>
                  <a:pt x="1183984" y="116012"/>
                  <a:pt x="1180095" y="116977"/>
                  <a:pt x="1175419" y="116977"/>
                </a:cubicBezTo>
                <a:cubicBezTo>
                  <a:pt x="1171554" y="116977"/>
                  <a:pt x="1168249" y="116468"/>
                  <a:pt x="1165503" y="115451"/>
                </a:cubicBezTo>
                <a:cubicBezTo>
                  <a:pt x="1162758" y="114434"/>
                  <a:pt x="1160496" y="112986"/>
                  <a:pt x="1158717" y="111106"/>
                </a:cubicBezTo>
                <a:cubicBezTo>
                  <a:pt x="1156937" y="109224"/>
                  <a:pt x="1155641" y="107088"/>
                  <a:pt x="1154828" y="104699"/>
                </a:cubicBezTo>
                <a:cubicBezTo>
                  <a:pt x="1154015" y="102310"/>
                  <a:pt x="1153609" y="99895"/>
                  <a:pt x="1153609" y="97455"/>
                </a:cubicBezTo>
                <a:cubicBezTo>
                  <a:pt x="1153609" y="94100"/>
                  <a:pt x="1154143" y="91203"/>
                  <a:pt x="1155210" y="88763"/>
                </a:cubicBezTo>
                <a:cubicBezTo>
                  <a:pt x="1156277" y="86322"/>
                  <a:pt x="1157802" y="84238"/>
                  <a:pt x="1159785" y="82510"/>
                </a:cubicBezTo>
                <a:cubicBezTo>
                  <a:pt x="1161768" y="80781"/>
                  <a:pt x="1164131" y="79332"/>
                  <a:pt x="1166876" y="78162"/>
                </a:cubicBezTo>
                <a:cubicBezTo>
                  <a:pt x="1169622" y="76993"/>
                  <a:pt x="1172723" y="76001"/>
                  <a:pt x="1176180" y="75188"/>
                </a:cubicBezTo>
                <a:cubicBezTo>
                  <a:pt x="1180451" y="74172"/>
                  <a:pt x="1183832" y="73283"/>
                  <a:pt x="1186322" y="72521"/>
                </a:cubicBezTo>
                <a:cubicBezTo>
                  <a:pt x="1188813" y="71758"/>
                  <a:pt x="1190669" y="70996"/>
                  <a:pt x="1191888" y="70234"/>
                </a:cubicBezTo>
                <a:cubicBezTo>
                  <a:pt x="1193109" y="69471"/>
                  <a:pt x="1193897" y="68631"/>
                  <a:pt x="1194253" y="67716"/>
                </a:cubicBezTo>
                <a:cubicBezTo>
                  <a:pt x="1194610" y="66800"/>
                  <a:pt x="1194788" y="65682"/>
                  <a:pt x="1194788" y="64360"/>
                </a:cubicBezTo>
                <a:cubicBezTo>
                  <a:pt x="1194788" y="60700"/>
                  <a:pt x="1193491" y="57574"/>
                  <a:pt x="1190897" y="54982"/>
                </a:cubicBezTo>
                <a:cubicBezTo>
                  <a:pt x="1188305" y="52388"/>
                  <a:pt x="1184721" y="51091"/>
                  <a:pt x="1180145" y="51091"/>
                </a:cubicBezTo>
                <a:cubicBezTo>
                  <a:pt x="1178417" y="51091"/>
                  <a:pt x="1176638" y="51319"/>
                  <a:pt x="1174807" y="51777"/>
                </a:cubicBezTo>
                <a:cubicBezTo>
                  <a:pt x="1172978" y="52235"/>
                  <a:pt x="1171224" y="52871"/>
                  <a:pt x="1169545" y="53685"/>
                </a:cubicBezTo>
                <a:cubicBezTo>
                  <a:pt x="1167868" y="54498"/>
                  <a:pt x="1166343" y="55388"/>
                  <a:pt x="1164970" y="56355"/>
                </a:cubicBezTo>
                <a:cubicBezTo>
                  <a:pt x="1163599" y="57320"/>
                  <a:pt x="1162557" y="58361"/>
                  <a:pt x="1161845" y="59480"/>
                </a:cubicBezTo>
                <a:lnTo>
                  <a:pt x="1160776" y="59480"/>
                </a:lnTo>
                <a:lnTo>
                  <a:pt x="1158794" y="50330"/>
                </a:lnTo>
                <a:close/>
                <a:moveTo>
                  <a:pt x="1274398" y="42399"/>
                </a:moveTo>
                <a:cubicBezTo>
                  <a:pt x="1274094" y="43924"/>
                  <a:pt x="1273942" y="45296"/>
                  <a:pt x="1273942" y="46515"/>
                </a:cubicBezTo>
                <a:cubicBezTo>
                  <a:pt x="1273942" y="47837"/>
                  <a:pt x="1274094" y="49109"/>
                  <a:pt x="1274398" y="50330"/>
                </a:cubicBezTo>
                <a:lnTo>
                  <a:pt x="1260977" y="50025"/>
                </a:lnTo>
                <a:cubicBezTo>
                  <a:pt x="1260774" y="52363"/>
                  <a:pt x="1260596" y="55057"/>
                  <a:pt x="1260444" y="58107"/>
                </a:cubicBezTo>
                <a:cubicBezTo>
                  <a:pt x="1260292" y="61157"/>
                  <a:pt x="1260191" y="64258"/>
                  <a:pt x="1260140" y="67411"/>
                </a:cubicBezTo>
                <a:cubicBezTo>
                  <a:pt x="1260088" y="70562"/>
                  <a:pt x="1260037" y="73612"/>
                  <a:pt x="1259986" y="76561"/>
                </a:cubicBezTo>
                <a:cubicBezTo>
                  <a:pt x="1259935" y="79511"/>
                  <a:pt x="1259909" y="82002"/>
                  <a:pt x="1259909" y="84034"/>
                </a:cubicBezTo>
                <a:cubicBezTo>
                  <a:pt x="1259909" y="89321"/>
                  <a:pt x="1260036" y="93592"/>
                  <a:pt x="1260291" y="96845"/>
                </a:cubicBezTo>
                <a:cubicBezTo>
                  <a:pt x="1260545" y="100098"/>
                  <a:pt x="1260977" y="102590"/>
                  <a:pt x="1261587" y="104320"/>
                </a:cubicBezTo>
                <a:cubicBezTo>
                  <a:pt x="1262198" y="106048"/>
                  <a:pt x="1263063" y="107217"/>
                  <a:pt x="1264180" y="107827"/>
                </a:cubicBezTo>
                <a:cubicBezTo>
                  <a:pt x="1265298" y="108437"/>
                  <a:pt x="1266722" y="108741"/>
                  <a:pt x="1268450" y="108741"/>
                </a:cubicBezTo>
                <a:cubicBezTo>
                  <a:pt x="1270383" y="108741"/>
                  <a:pt x="1271806" y="108614"/>
                  <a:pt x="1272720" y="108360"/>
                </a:cubicBezTo>
                <a:cubicBezTo>
                  <a:pt x="1273636" y="108105"/>
                  <a:pt x="1274551" y="107724"/>
                  <a:pt x="1275466" y="107217"/>
                </a:cubicBezTo>
                <a:lnTo>
                  <a:pt x="1275466" y="113470"/>
                </a:lnTo>
                <a:cubicBezTo>
                  <a:pt x="1273432" y="114386"/>
                  <a:pt x="1270890" y="115199"/>
                  <a:pt x="1267840" y="115909"/>
                </a:cubicBezTo>
                <a:cubicBezTo>
                  <a:pt x="1264790" y="116621"/>
                  <a:pt x="1261791" y="116977"/>
                  <a:pt x="1258843" y="116977"/>
                </a:cubicBezTo>
                <a:cubicBezTo>
                  <a:pt x="1245931" y="116977"/>
                  <a:pt x="1239474" y="109250"/>
                  <a:pt x="1239474" y="93796"/>
                </a:cubicBezTo>
                <a:cubicBezTo>
                  <a:pt x="1239474" y="90847"/>
                  <a:pt x="1239525" y="87517"/>
                  <a:pt x="1239626" y="83806"/>
                </a:cubicBezTo>
                <a:cubicBezTo>
                  <a:pt x="1239728" y="80095"/>
                  <a:pt x="1239855" y="76282"/>
                  <a:pt x="1240007" y="72368"/>
                </a:cubicBezTo>
                <a:cubicBezTo>
                  <a:pt x="1240159" y="68454"/>
                  <a:pt x="1240286" y="64590"/>
                  <a:pt x="1240387" y="60776"/>
                </a:cubicBezTo>
                <a:cubicBezTo>
                  <a:pt x="1240489" y="56963"/>
                  <a:pt x="1240540" y="53429"/>
                  <a:pt x="1240540" y="50176"/>
                </a:cubicBezTo>
                <a:lnTo>
                  <a:pt x="1229866" y="50330"/>
                </a:lnTo>
                <a:cubicBezTo>
                  <a:pt x="1230170" y="49109"/>
                  <a:pt x="1230322" y="47837"/>
                  <a:pt x="1230322" y="46515"/>
                </a:cubicBezTo>
                <a:cubicBezTo>
                  <a:pt x="1230322" y="45296"/>
                  <a:pt x="1230170" y="43924"/>
                  <a:pt x="1229866" y="42399"/>
                </a:cubicBezTo>
                <a:lnTo>
                  <a:pt x="1240540" y="42857"/>
                </a:lnTo>
                <a:cubicBezTo>
                  <a:pt x="1240540" y="39705"/>
                  <a:pt x="1240489" y="36756"/>
                  <a:pt x="1240387" y="34012"/>
                </a:cubicBezTo>
                <a:cubicBezTo>
                  <a:pt x="1240286" y="31265"/>
                  <a:pt x="1240134" y="27961"/>
                  <a:pt x="1239930" y="24098"/>
                </a:cubicBezTo>
                <a:cubicBezTo>
                  <a:pt x="1243490" y="22674"/>
                  <a:pt x="1246997" y="21173"/>
                  <a:pt x="1250454" y="19597"/>
                </a:cubicBezTo>
                <a:cubicBezTo>
                  <a:pt x="1253911" y="18021"/>
                  <a:pt x="1257368" y="16369"/>
                  <a:pt x="1260826" y="14640"/>
                </a:cubicBezTo>
                <a:lnTo>
                  <a:pt x="1262350" y="15708"/>
                </a:lnTo>
                <a:cubicBezTo>
                  <a:pt x="1262147" y="17336"/>
                  <a:pt x="1261969" y="19243"/>
                  <a:pt x="1261815" y="21429"/>
                </a:cubicBezTo>
                <a:cubicBezTo>
                  <a:pt x="1261663" y="23615"/>
                  <a:pt x="1261511" y="25902"/>
                  <a:pt x="1261359" y="28291"/>
                </a:cubicBezTo>
                <a:cubicBezTo>
                  <a:pt x="1261207" y="30681"/>
                  <a:pt x="1261105" y="33121"/>
                  <a:pt x="1261054" y="35613"/>
                </a:cubicBezTo>
                <a:cubicBezTo>
                  <a:pt x="1261003" y="38103"/>
                  <a:pt x="1260977" y="40466"/>
                  <a:pt x="1260977" y="42703"/>
                </a:cubicBezTo>
                <a:lnTo>
                  <a:pt x="1274398" y="42399"/>
                </a:lnTo>
                <a:close/>
                <a:moveTo>
                  <a:pt x="1286142" y="12811"/>
                </a:moveTo>
                <a:cubicBezTo>
                  <a:pt x="1286142" y="9455"/>
                  <a:pt x="1287311" y="6608"/>
                  <a:pt x="1289649" y="4270"/>
                </a:cubicBezTo>
                <a:cubicBezTo>
                  <a:pt x="1291989" y="1932"/>
                  <a:pt x="1294836" y="763"/>
                  <a:pt x="1298192" y="763"/>
                </a:cubicBezTo>
                <a:cubicBezTo>
                  <a:pt x="1301546" y="763"/>
                  <a:pt x="1304392" y="1932"/>
                  <a:pt x="1306730" y="4270"/>
                </a:cubicBezTo>
                <a:cubicBezTo>
                  <a:pt x="1309070" y="6608"/>
                  <a:pt x="1310240" y="9455"/>
                  <a:pt x="1310240" y="12811"/>
                </a:cubicBezTo>
                <a:cubicBezTo>
                  <a:pt x="1310240" y="16167"/>
                  <a:pt x="1309070" y="19014"/>
                  <a:pt x="1306730" y="21352"/>
                </a:cubicBezTo>
                <a:cubicBezTo>
                  <a:pt x="1304392" y="23690"/>
                  <a:pt x="1301546" y="24859"/>
                  <a:pt x="1298192" y="24859"/>
                </a:cubicBezTo>
                <a:cubicBezTo>
                  <a:pt x="1294836" y="24859"/>
                  <a:pt x="1291989" y="23690"/>
                  <a:pt x="1289649" y="21352"/>
                </a:cubicBezTo>
                <a:cubicBezTo>
                  <a:pt x="1287311" y="19014"/>
                  <a:pt x="1286142" y="16167"/>
                  <a:pt x="1286142" y="12811"/>
                </a:cubicBezTo>
                <a:moveTo>
                  <a:pt x="1287973" y="75493"/>
                </a:moveTo>
                <a:cubicBezTo>
                  <a:pt x="1287973" y="69292"/>
                  <a:pt x="1287897" y="63472"/>
                  <a:pt x="1287743" y="58033"/>
                </a:cubicBezTo>
                <a:cubicBezTo>
                  <a:pt x="1287591" y="52592"/>
                  <a:pt x="1287261" y="47126"/>
                  <a:pt x="1286752" y="41635"/>
                </a:cubicBezTo>
                <a:cubicBezTo>
                  <a:pt x="1288176" y="41839"/>
                  <a:pt x="1289854" y="42017"/>
                  <a:pt x="1291785" y="42171"/>
                </a:cubicBezTo>
                <a:cubicBezTo>
                  <a:pt x="1293717" y="42323"/>
                  <a:pt x="1295852" y="42399"/>
                  <a:pt x="1298192" y="42399"/>
                </a:cubicBezTo>
                <a:cubicBezTo>
                  <a:pt x="1302970" y="42399"/>
                  <a:pt x="1306783" y="42144"/>
                  <a:pt x="1309630" y="41635"/>
                </a:cubicBezTo>
                <a:cubicBezTo>
                  <a:pt x="1309121" y="47126"/>
                  <a:pt x="1308790" y="52592"/>
                  <a:pt x="1308636" y="58033"/>
                </a:cubicBezTo>
                <a:cubicBezTo>
                  <a:pt x="1308484" y="63472"/>
                  <a:pt x="1308408" y="69292"/>
                  <a:pt x="1308408" y="75493"/>
                </a:cubicBezTo>
                <a:lnTo>
                  <a:pt x="1308408" y="81595"/>
                </a:lnTo>
                <a:cubicBezTo>
                  <a:pt x="1308408" y="87796"/>
                  <a:pt x="1308484" y="93642"/>
                  <a:pt x="1308636" y="99133"/>
                </a:cubicBezTo>
                <a:cubicBezTo>
                  <a:pt x="1308790" y="104623"/>
                  <a:pt x="1309121" y="109910"/>
                  <a:pt x="1309630" y="114995"/>
                </a:cubicBezTo>
                <a:cubicBezTo>
                  <a:pt x="1308308" y="114791"/>
                  <a:pt x="1306656" y="114690"/>
                  <a:pt x="1304673" y="114690"/>
                </a:cubicBezTo>
                <a:cubicBezTo>
                  <a:pt x="1302690" y="114690"/>
                  <a:pt x="1300530" y="114690"/>
                  <a:pt x="1298192" y="114690"/>
                </a:cubicBezTo>
                <a:cubicBezTo>
                  <a:pt x="1295852" y="114690"/>
                  <a:pt x="1293717" y="114690"/>
                  <a:pt x="1291785" y="114690"/>
                </a:cubicBezTo>
                <a:cubicBezTo>
                  <a:pt x="1289854" y="114690"/>
                  <a:pt x="1288176" y="114791"/>
                  <a:pt x="1286752" y="114995"/>
                </a:cubicBezTo>
                <a:cubicBezTo>
                  <a:pt x="1287261" y="109910"/>
                  <a:pt x="1287591" y="104623"/>
                  <a:pt x="1287743" y="99133"/>
                </a:cubicBezTo>
                <a:cubicBezTo>
                  <a:pt x="1287897" y="93642"/>
                  <a:pt x="1287973" y="87796"/>
                  <a:pt x="1287973" y="81595"/>
                </a:cubicBezTo>
                <a:lnTo>
                  <a:pt x="1287973" y="75493"/>
                </a:lnTo>
                <a:close/>
                <a:moveTo>
                  <a:pt x="1376582" y="74732"/>
                </a:moveTo>
                <a:cubicBezTo>
                  <a:pt x="1376582" y="65784"/>
                  <a:pt x="1375464" y="58844"/>
                  <a:pt x="1373227" y="53913"/>
                </a:cubicBezTo>
                <a:cubicBezTo>
                  <a:pt x="1370989" y="48981"/>
                  <a:pt x="1367278" y="46515"/>
                  <a:pt x="1362093" y="46515"/>
                </a:cubicBezTo>
                <a:cubicBezTo>
                  <a:pt x="1357416" y="46515"/>
                  <a:pt x="1353730" y="49261"/>
                  <a:pt x="1351035" y="54751"/>
                </a:cubicBezTo>
                <a:cubicBezTo>
                  <a:pt x="1348341" y="60242"/>
                  <a:pt x="1346995" y="68834"/>
                  <a:pt x="1346995" y="80527"/>
                </a:cubicBezTo>
                <a:cubicBezTo>
                  <a:pt x="1346995" y="84796"/>
                  <a:pt x="1347248" y="88762"/>
                  <a:pt x="1347756" y="92423"/>
                </a:cubicBezTo>
                <a:cubicBezTo>
                  <a:pt x="1348265" y="96083"/>
                  <a:pt x="1349104" y="99261"/>
                  <a:pt x="1350274" y="101955"/>
                </a:cubicBezTo>
                <a:cubicBezTo>
                  <a:pt x="1351444" y="104649"/>
                  <a:pt x="1352969" y="106759"/>
                  <a:pt x="1354849" y="108285"/>
                </a:cubicBezTo>
                <a:cubicBezTo>
                  <a:pt x="1356731" y="109810"/>
                  <a:pt x="1359095" y="110573"/>
                  <a:pt x="1361942" y="110573"/>
                </a:cubicBezTo>
                <a:cubicBezTo>
                  <a:pt x="1371702" y="110573"/>
                  <a:pt x="1376582" y="98626"/>
                  <a:pt x="1376582" y="74732"/>
                </a:cubicBezTo>
                <a:moveTo>
                  <a:pt x="1324424" y="80373"/>
                </a:moveTo>
                <a:cubicBezTo>
                  <a:pt x="1324424" y="73561"/>
                  <a:pt x="1325465" y="67613"/>
                  <a:pt x="1327549" y="62531"/>
                </a:cubicBezTo>
                <a:cubicBezTo>
                  <a:pt x="1329634" y="57447"/>
                  <a:pt x="1332405" y="53202"/>
                  <a:pt x="1335862" y="49797"/>
                </a:cubicBezTo>
                <a:cubicBezTo>
                  <a:pt x="1339318" y="46390"/>
                  <a:pt x="1343309" y="43848"/>
                  <a:pt x="1347833" y="42171"/>
                </a:cubicBezTo>
                <a:cubicBezTo>
                  <a:pt x="1352358" y="40492"/>
                  <a:pt x="1357010" y="39653"/>
                  <a:pt x="1361789" y="39653"/>
                </a:cubicBezTo>
                <a:cubicBezTo>
                  <a:pt x="1373685" y="39653"/>
                  <a:pt x="1382887" y="43008"/>
                  <a:pt x="1389393" y="49720"/>
                </a:cubicBezTo>
                <a:cubicBezTo>
                  <a:pt x="1395900" y="56430"/>
                  <a:pt x="1399154" y="65530"/>
                  <a:pt x="1399154" y="77020"/>
                </a:cubicBezTo>
                <a:cubicBezTo>
                  <a:pt x="1399154" y="83221"/>
                  <a:pt x="1398238" y="88813"/>
                  <a:pt x="1396407" y="93796"/>
                </a:cubicBezTo>
                <a:cubicBezTo>
                  <a:pt x="1394578" y="98778"/>
                  <a:pt x="1392011" y="103023"/>
                  <a:pt x="1388707" y="106531"/>
                </a:cubicBezTo>
                <a:cubicBezTo>
                  <a:pt x="1385402" y="110038"/>
                  <a:pt x="1381462" y="112657"/>
                  <a:pt x="1376887" y="114385"/>
                </a:cubicBezTo>
                <a:cubicBezTo>
                  <a:pt x="1372312" y="116113"/>
                  <a:pt x="1367279" y="116977"/>
                  <a:pt x="1361789" y="116977"/>
                </a:cubicBezTo>
                <a:cubicBezTo>
                  <a:pt x="1357213" y="116977"/>
                  <a:pt x="1352714" y="116367"/>
                  <a:pt x="1348291" y="115146"/>
                </a:cubicBezTo>
                <a:cubicBezTo>
                  <a:pt x="1343868" y="113926"/>
                  <a:pt x="1339877" y="111868"/>
                  <a:pt x="1336318" y="108972"/>
                </a:cubicBezTo>
                <a:cubicBezTo>
                  <a:pt x="1332760" y="106074"/>
                  <a:pt x="1329889" y="102286"/>
                  <a:pt x="1327703" y="97608"/>
                </a:cubicBezTo>
                <a:cubicBezTo>
                  <a:pt x="1325517" y="92931"/>
                  <a:pt x="1324424" y="87186"/>
                  <a:pt x="1324424" y="80373"/>
                </a:cubicBezTo>
                <a:close/>
                <a:moveTo>
                  <a:pt x="1433929" y="53073"/>
                </a:moveTo>
                <a:cubicBezTo>
                  <a:pt x="1436776" y="48804"/>
                  <a:pt x="1440105" y="45500"/>
                  <a:pt x="1443917" y="43162"/>
                </a:cubicBezTo>
                <a:cubicBezTo>
                  <a:pt x="1447730" y="40822"/>
                  <a:pt x="1452077" y="39653"/>
                  <a:pt x="1456956" y="39653"/>
                </a:cubicBezTo>
                <a:cubicBezTo>
                  <a:pt x="1464583" y="39653"/>
                  <a:pt x="1470455" y="41864"/>
                  <a:pt x="1474573" y="46287"/>
                </a:cubicBezTo>
                <a:cubicBezTo>
                  <a:pt x="1478690" y="50710"/>
                  <a:pt x="1480749" y="57853"/>
                  <a:pt x="1480749" y="67716"/>
                </a:cubicBezTo>
                <a:cubicBezTo>
                  <a:pt x="1480749" y="72901"/>
                  <a:pt x="1480647" y="77476"/>
                  <a:pt x="1480444" y="81441"/>
                </a:cubicBezTo>
                <a:cubicBezTo>
                  <a:pt x="1480241" y="85407"/>
                  <a:pt x="1480139" y="89372"/>
                  <a:pt x="1480139" y="93338"/>
                </a:cubicBezTo>
                <a:cubicBezTo>
                  <a:pt x="1480139" y="96591"/>
                  <a:pt x="1480215" y="100125"/>
                  <a:pt x="1480367" y="103938"/>
                </a:cubicBezTo>
                <a:cubicBezTo>
                  <a:pt x="1480521" y="107750"/>
                  <a:pt x="1480699" y="111436"/>
                  <a:pt x="1480903" y="114995"/>
                </a:cubicBezTo>
                <a:cubicBezTo>
                  <a:pt x="1479581" y="114791"/>
                  <a:pt x="1477903" y="114690"/>
                  <a:pt x="1475869" y="114690"/>
                </a:cubicBezTo>
                <a:cubicBezTo>
                  <a:pt x="1473835" y="114690"/>
                  <a:pt x="1471700" y="114690"/>
                  <a:pt x="1469462" y="114690"/>
                </a:cubicBezTo>
                <a:cubicBezTo>
                  <a:pt x="1467227" y="114690"/>
                  <a:pt x="1465092" y="114690"/>
                  <a:pt x="1463058" y="114690"/>
                </a:cubicBezTo>
                <a:cubicBezTo>
                  <a:pt x="1461024" y="114690"/>
                  <a:pt x="1459346" y="114791"/>
                  <a:pt x="1458024" y="114995"/>
                </a:cubicBezTo>
                <a:cubicBezTo>
                  <a:pt x="1458736" y="109707"/>
                  <a:pt x="1459194" y="103480"/>
                  <a:pt x="1459397" y="96312"/>
                </a:cubicBezTo>
                <a:cubicBezTo>
                  <a:pt x="1459601" y="89144"/>
                  <a:pt x="1459702" y="80934"/>
                  <a:pt x="1459702" y="71681"/>
                </a:cubicBezTo>
                <a:cubicBezTo>
                  <a:pt x="1459702" y="65275"/>
                  <a:pt x="1458609" y="60573"/>
                  <a:pt x="1456423" y="57574"/>
                </a:cubicBezTo>
                <a:cubicBezTo>
                  <a:pt x="1454237" y="54574"/>
                  <a:pt x="1451162" y="53073"/>
                  <a:pt x="1447196" y="53073"/>
                </a:cubicBezTo>
                <a:cubicBezTo>
                  <a:pt x="1442621" y="53073"/>
                  <a:pt x="1439266" y="55056"/>
                  <a:pt x="1437131" y="59022"/>
                </a:cubicBezTo>
                <a:cubicBezTo>
                  <a:pt x="1434996" y="62987"/>
                  <a:pt x="1433929" y="68478"/>
                  <a:pt x="1433929" y="75493"/>
                </a:cubicBezTo>
                <a:lnTo>
                  <a:pt x="1433929" y="81595"/>
                </a:lnTo>
                <a:cubicBezTo>
                  <a:pt x="1433929" y="87796"/>
                  <a:pt x="1434005" y="93642"/>
                  <a:pt x="1434157" y="99133"/>
                </a:cubicBezTo>
                <a:cubicBezTo>
                  <a:pt x="1434309" y="104623"/>
                  <a:pt x="1434639" y="109910"/>
                  <a:pt x="1435148" y="114995"/>
                </a:cubicBezTo>
                <a:cubicBezTo>
                  <a:pt x="1433826" y="114791"/>
                  <a:pt x="1432174" y="114690"/>
                  <a:pt x="1430191" y="114690"/>
                </a:cubicBezTo>
                <a:cubicBezTo>
                  <a:pt x="1428209" y="114690"/>
                  <a:pt x="1426048" y="114690"/>
                  <a:pt x="1423710" y="114690"/>
                </a:cubicBezTo>
                <a:cubicBezTo>
                  <a:pt x="1421371" y="114690"/>
                  <a:pt x="1419235" y="114690"/>
                  <a:pt x="1417304" y="114690"/>
                </a:cubicBezTo>
                <a:cubicBezTo>
                  <a:pt x="1415372" y="114690"/>
                  <a:pt x="1413694" y="114791"/>
                  <a:pt x="1412270" y="114995"/>
                </a:cubicBezTo>
                <a:cubicBezTo>
                  <a:pt x="1412779" y="109910"/>
                  <a:pt x="1413109" y="104623"/>
                  <a:pt x="1413261" y="99133"/>
                </a:cubicBezTo>
                <a:cubicBezTo>
                  <a:pt x="1413415" y="93642"/>
                  <a:pt x="1413492" y="87796"/>
                  <a:pt x="1413492" y="81595"/>
                </a:cubicBezTo>
                <a:lnTo>
                  <a:pt x="1413492" y="75493"/>
                </a:lnTo>
                <a:cubicBezTo>
                  <a:pt x="1413492" y="69292"/>
                  <a:pt x="1413415" y="63472"/>
                  <a:pt x="1413261" y="58033"/>
                </a:cubicBezTo>
                <a:cubicBezTo>
                  <a:pt x="1413109" y="52592"/>
                  <a:pt x="1412779" y="47126"/>
                  <a:pt x="1412270" y="41635"/>
                </a:cubicBezTo>
                <a:cubicBezTo>
                  <a:pt x="1414101" y="41839"/>
                  <a:pt x="1415906" y="42017"/>
                  <a:pt x="1417685" y="42171"/>
                </a:cubicBezTo>
                <a:cubicBezTo>
                  <a:pt x="1419465" y="42323"/>
                  <a:pt x="1421269" y="42399"/>
                  <a:pt x="1423098" y="42399"/>
                </a:cubicBezTo>
                <a:cubicBezTo>
                  <a:pt x="1424929" y="42399"/>
                  <a:pt x="1426734" y="42323"/>
                  <a:pt x="1428514" y="42171"/>
                </a:cubicBezTo>
                <a:cubicBezTo>
                  <a:pt x="1430293" y="42017"/>
                  <a:pt x="1432200" y="41839"/>
                  <a:pt x="1434234" y="41635"/>
                </a:cubicBezTo>
                <a:lnTo>
                  <a:pt x="1433622" y="53073"/>
                </a:lnTo>
                <a:lnTo>
                  <a:pt x="1433929" y="53073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C079C-0C40-490B-8798-373139E4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343" y="403703"/>
            <a:ext cx="3192099" cy="3505552"/>
          </a:xfrm>
          <a:custGeom xmlns:a="http://schemas.openxmlformats.org/drawingml/2006/main">
            <a:pathLst>
              <a:path w="3192099" h="3505552" fill="none">
                <a:moveTo>
                  <a:pt x="99299" y="0"/>
                </a:moveTo>
                <a:lnTo>
                  <a:pt x="3092800" y="0"/>
                </a:lnTo>
                <a:cubicBezTo>
                  <a:pt x="3121939" y="0"/>
                  <a:pt x="3139423" y="0"/>
                  <a:pt x="3151079" y="4866"/>
                </a:cubicBezTo>
                <a:cubicBezTo>
                  <a:pt x="3167881" y="10982"/>
                  <a:pt x="3181117" y="24218"/>
                  <a:pt x="3187233" y="41021"/>
                </a:cubicBezTo>
                <a:cubicBezTo>
                  <a:pt x="3192099" y="52676"/>
                  <a:pt x="3192099" y="70160"/>
                  <a:pt x="3192099" y="99299"/>
                </a:cubicBezTo>
                <a:lnTo>
                  <a:pt x="3192099" y="3406253"/>
                </a:lnTo>
                <a:cubicBezTo>
                  <a:pt x="3192099" y="3435393"/>
                  <a:pt x="3192099" y="3452876"/>
                  <a:pt x="3187233" y="3464531"/>
                </a:cubicBezTo>
                <a:cubicBezTo>
                  <a:pt x="3181117" y="3481334"/>
                  <a:pt x="3167881" y="3494570"/>
                  <a:pt x="3151079" y="3500686"/>
                </a:cubicBezTo>
                <a:cubicBezTo>
                  <a:pt x="3139423" y="3505552"/>
                  <a:pt x="3121939" y="3505552"/>
                  <a:pt x="3092800" y="3505552"/>
                </a:cubicBezTo>
                <a:lnTo>
                  <a:pt x="99299" y="3505552"/>
                </a:lnTo>
                <a:cubicBezTo>
                  <a:pt x="70160" y="3505552"/>
                  <a:pt x="52676" y="3505552"/>
                  <a:pt x="41021" y="3500686"/>
                </a:cubicBezTo>
                <a:cubicBezTo>
                  <a:pt x="24218" y="3494570"/>
                  <a:pt x="10982" y="3481334"/>
                  <a:pt x="4866" y="3464531"/>
                </a:cubicBezTo>
                <a:cubicBezTo>
                  <a:pt x="0" y="3452876"/>
                  <a:pt x="0" y="3435393"/>
                  <a:pt x="0" y="3406253"/>
                </a:cubicBezTo>
                <a:lnTo>
                  <a:pt x="0" y="99299"/>
                </a:lnTo>
                <a:cubicBezTo>
                  <a:pt x="0" y="70160"/>
                  <a:pt x="0" y="52676"/>
                  <a:pt x="4866" y="41021"/>
                </a:cubicBezTo>
                <a:cubicBezTo>
                  <a:pt x="10982" y="24218"/>
                  <a:pt x="24218" y="10982"/>
                  <a:pt x="41021" y="4866"/>
                </a:cubicBezTo>
                <a:cubicBezTo>
                  <a:pt x="52676" y="0"/>
                  <a:pt x="70160" y="0"/>
                  <a:pt x="99299" y="0"/>
                </a:cubicBezTo>
                <a:close/>
                <a:moveTo>
                  <a:pt x="9929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485" cap="flat">
            <a:solidFill>
              <a:srgbClr val="000000"/>
            </a:solidFill>
            <a:miter/>
          </a:ln>
        </p:spPr>
      </p:sp>
      <p:sp>
        <p:nvSpPr>
          <p:cNvPr id="50" name="Text T">
            <a:extLst xmlns:a="http://schemas.openxmlformats.org/drawingml/2006/main">
              <a:ext uri="{FF2B5EF4-FFF2-40B4-BE49-F238E27FC236}">
                <a16:creationId xmlns:a16="http://schemas.microsoft.com/office/drawing/2014/main" id="{BF382625-71E2-404D-A419-9F8ABCF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304" y="55180"/>
            <a:ext cx="78393" cy="104776"/>
          </a:xfrm>
          <a:custGeom xmlns:a="http://schemas.openxmlformats.org/drawingml/2006/main">
            <a:pathLst>
              <a:path w="78393" h="104776">
                <a:moveTo>
                  <a:pt x="28368" y="24859"/>
                </a:moveTo>
                <a:cubicBezTo>
                  <a:pt x="28368" y="21911"/>
                  <a:pt x="28343" y="19217"/>
                  <a:pt x="28291" y="16777"/>
                </a:cubicBezTo>
                <a:cubicBezTo>
                  <a:pt x="28240" y="14336"/>
                  <a:pt x="28113" y="12557"/>
                  <a:pt x="27910" y="11438"/>
                </a:cubicBezTo>
                <a:cubicBezTo>
                  <a:pt x="26385" y="11438"/>
                  <a:pt x="24503" y="11489"/>
                  <a:pt x="22266" y="11592"/>
                </a:cubicBezTo>
                <a:cubicBezTo>
                  <a:pt x="20031" y="11692"/>
                  <a:pt x="17641" y="11820"/>
                  <a:pt x="15099" y="11973"/>
                </a:cubicBezTo>
                <a:cubicBezTo>
                  <a:pt x="12557" y="12125"/>
                  <a:pt x="9965" y="12329"/>
                  <a:pt x="7321" y="12583"/>
                </a:cubicBezTo>
                <a:cubicBezTo>
                  <a:pt x="4678" y="12836"/>
                  <a:pt x="2237" y="13115"/>
                  <a:pt x="0" y="13421"/>
                </a:cubicBezTo>
                <a:cubicBezTo>
                  <a:pt x="203" y="12302"/>
                  <a:pt x="381" y="11184"/>
                  <a:pt x="533" y="10065"/>
                </a:cubicBezTo>
                <a:cubicBezTo>
                  <a:pt x="687" y="8946"/>
                  <a:pt x="763" y="7828"/>
                  <a:pt x="763" y="6709"/>
                </a:cubicBezTo>
                <a:cubicBezTo>
                  <a:pt x="763" y="5592"/>
                  <a:pt x="687" y="4474"/>
                  <a:pt x="533" y="3356"/>
                </a:cubicBezTo>
                <a:cubicBezTo>
                  <a:pt x="381" y="2237"/>
                  <a:pt x="203" y="1119"/>
                  <a:pt x="0" y="0"/>
                </a:cubicBezTo>
                <a:cubicBezTo>
                  <a:pt x="3457" y="101"/>
                  <a:pt x="6583" y="202"/>
                  <a:pt x="9378" y="305"/>
                </a:cubicBezTo>
                <a:cubicBezTo>
                  <a:pt x="12176" y="406"/>
                  <a:pt x="15023" y="482"/>
                  <a:pt x="17921" y="533"/>
                </a:cubicBezTo>
                <a:cubicBezTo>
                  <a:pt x="20820" y="584"/>
                  <a:pt x="23971" y="635"/>
                  <a:pt x="27377" y="687"/>
                </a:cubicBezTo>
                <a:cubicBezTo>
                  <a:pt x="30782" y="738"/>
                  <a:pt x="34875" y="763"/>
                  <a:pt x="39655" y="763"/>
                </a:cubicBezTo>
                <a:cubicBezTo>
                  <a:pt x="44433" y="763"/>
                  <a:pt x="48525" y="738"/>
                  <a:pt x="51931" y="687"/>
                </a:cubicBezTo>
                <a:cubicBezTo>
                  <a:pt x="55338" y="635"/>
                  <a:pt x="58465" y="584"/>
                  <a:pt x="61311" y="533"/>
                </a:cubicBezTo>
                <a:cubicBezTo>
                  <a:pt x="64158" y="482"/>
                  <a:pt x="66928" y="406"/>
                  <a:pt x="69622" y="305"/>
                </a:cubicBezTo>
                <a:cubicBezTo>
                  <a:pt x="72317" y="202"/>
                  <a:pt x="75240" y="101"/>
                  <a:pt x="78393" y="0"/>
                </a:cubicBezTo>
                <a:cubicBezTo>
                  <a:pt x="78190" y="1119"/>
                  <a:pt x="78011" y="2237"/>
                  <a:pt x="77858" y="3356"/>
                </a:cubicBezTo>
                <a:cubicBezTo>
                  <a:pt x="77706" y="4474"/>
                  <a:pt x="77630" y="5592"/>
                  <a:pt x="77630" y="6709"/>
                </a:cubicBezTo>
                <a:cubicBezTo>
                  <a:pt x="77630" y="7828"/>
                  <a:pt x="77706" y="8946"/>
                  <a:pt x="77858" y="10065"/>
                </a:cubicBezTo>
                <a:cubicBezTo>
                  <a:pt x="78011" y="11184"/>
                  <a:pt x="78190" y="12302"/>
                  <a:pt x="78393" y="13421"/>
                </a:cubicBezTo>
                <a:cubicBezTo>
                  <a:pt x="76359" y="13115"/>
                  <a:pt x="74071" y="12836"/>
                  <a:pt x="71528" y="12583"/>
                </a:cubicBezTo>
                <a:cubicBezTo>
                  <a:pt x="68986" y="12329"/>
                  <a:pt x="66470" y="12125"/>
                  <a:pt x="63978" y="11973"/>
                </a:cubicBezTo>
                <a:cubicBezTo>
                  <a:pt x="61488" y="11820"/>
                  <a:pt x="59125" y="11692"/>
                  <a:pt x="56888" y="11592"/>
                </a:cubicBezTo>
                <a:cubicBezTo>
                  <a:pt x="54650" y="11489"/>
                  <a:pt x="52769" y="11438"/>
                  <a:pt x="51244" y="11438"/>
                </a:cubicBezTo>
                <a:cubicBezTo>
                  <a:pt x="51143" y="11947"/>
                  <a:pt x="51067" y="12659"/>
                  <a:pt x="51016" y="13574"/>
                </a:cubicBezTo>
                <a:cubicBezTo>
                  <a:pt x="50965" y="14488"/>
                  <a:pt x="50939" y="15556"/>
                  <a:pt x="50939" y="16777"/>
                </a:cubicBezTo>
                <a:lnTo>
                  <a:pt x="50939" y="24859"/>
                </a:lnTo>
                <a:lnTo>
                  <a:pt x="50939" y="62987"/>
                </a:lnTo>
                <a:cubicBezTo>
                  <a:pt x="50939" y="71427"/>
                  <a:pt x="51041" y="78926"/>
                  <a:pt x="51244" y="85484"/>
                </a:cubicBezTo>
                <a:cubicBezTo>
                  <a:pt x="51447" y="92042"/>
                  <a:pt x="51753" y="98472"/>
                  <a:pt x="52161" y="104776"/>
                </a:cubicBezTo>
                <a:cubicBezTo>
                  <a:pt x="50431" y="104573"/>
                  <a:pt x="48549" y="104471"/>
                  <a:pt x="46515" y="104471"/>
                </a:cubicBezTo>
                <a:cubicBezTo>
                  <a:pt x="44483" y="104471"/>
                  <a:pt x="42196" y="104471"/>
                  <a:pt x="39655" y="104471"/>
                </a:cubicBezTo>
                <a:cubicBezTo>
                  <a:pt x="37112" y="104471"/>
                  <a:pt x="34824" y="104471"/>
                  <a:pt x="32790" y="104471"/>
                </a:cubicBezTo>
                <a:cubicBezTo>
                  <a:pt x="30757" y="104471"/>
                  <a:pt x="28877" y="104573"/>
                  <a:pt x="27149" y="104776"/>
                </a:cubicBezTo>
                <a:cubicBezTo>
                  <a:pt x="27555" y="98472"/>
                  <a:pt x="27860" y="92042"/>
                  <a:pt x="28063" y="85484"/>
                </a:cubicBezTo>
                <a:cubicBezTo>
                  <a:pt x="28267" y="78926"/>
                  <a:pt x="28368" y="71427"/>
                  <a:pt x="28368" y="62987"/>
                </a:cubicBezTo>
                <a:lnTo>
                  <a:pt x="28368" y="24859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ask2:">
            <a:extLst xmlns:a="http://schemas.openxmlformats.org/drawingml/2006/main">
              <a:ext uri="{FF2B5EF4-FFF2-40B4-BE49-F238E27FC236}">
                <a16:creationId xmlns:a16="http://schemas.microsoft.com/office/drawing/2014/main" id="{1400C953-9C3C-4EFF-B4CF-07946E16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308" y="44962"/>
            <a:ext cx="326682" cy="116977"/>
          </a:xfrm>
          <a:custGeom xmlns:a="http://schemas.openxmlformats.org/drawingml/2006/main">
            <a:pathLst>
              <a:path w="326682" h="116977">
                <a:moveTo>
                  <a:pt x="41330" y="91814"/>
                </a:moveTo>
                <a:cubicBezTo>
                  <a:pt x="41330" y="87442"/>
                  <a:pt x="41356" y="84112"/>
                  <a:pt x="41407" y="81823"/>
                </a:cubicBezTo>
                <a:cubicBezTo>
                  <a:pt x="41458" y="79535"/>
                  <a:pt x="41484" y="77526"/>
                  <a:pt x="41484" y="75798"/>
                </a:cubicBezTo>
                <a:cubicBezTo>
                  <a:pt x="39348" y="77019"/>
                  <a:pt x="37085" y="78011"/>
                  <a:pt x="34696" y="78775"/>
                </a:cubicBezTo>
                <a:cubicBezTo>
                  <a:pt x="32306" y="79536"/>
                  <a:pt x="30120" y="80502"/>
                  <a:pt x="28138" y="81672"/>
                </a:cubicBezTo>
                <a:cubicBezTo>
                  <a:pt x="26155" y="82840"/>
                  <a:pt x="24528" y="84441"/>
                  <a:pt x="23258" y="86475"/>
                </a:cubicBezTo>
                <a:cubicBezTo>
                  <a:pt x="21987" y="88509"/>
                  <a:pt x="21352" y="91458"/>
                  <a:pt x="21352" y="95321"/>
                </a:cubicBezTo>
                <a:cubicBezTo>
                  <a:pt x="21352" y="99083"/>
                  <a:pt x="22140" y="101955"/>
                  <a:pt x="23716" y="103938"/>
                </a:cubicBezTo>
                <a:cubicBezTo>
                  <a:pt x="25292" y="105921"/>
                  <a:pt x="27402" y="106912"/>
                  <a:pt x="30044" y="106912"/>
                </a:cubicBezTo>
                <a:cubicBezTo>
                  <a:pt x="33399" y="106912"/>
                  <a:pt x="36119" y="105642"/>
                  <a:pt x="38203" y="103100"/>
                </a:cubicBezTo>
                <a:cubicBezTo>
                  <a:pt x="40288" y="100558"/>
                  <a:pt x="41330" y="96795"/>
                  <a:pt x="41330" y="91814"/>
                </a:cubicBezTo>
                <a:moveTo>
                  <a:pt x="5185" y="50330"/>
                </a:moveTo>
                <a:cubicBezTo>
                  <a:pt x="9456" y="46873"/>
                  <a:pt x="14057" y="44229"/>
                  <a:pt x="18987" y="42399"/>
                </a:cubicBezTo>
                <a:cubicBezTo>
                  <a:pt x="23919" y="40568"/>
                  <a:pt x="28825" y="39653"/>
                  <a:pt x="33704" y="39653"/>
                </a:cubicBezTo>
                <a:cubicBezTo>
                  <a:pt x="37772" y="39653"/>
                  <a:pt x="41509" y="40110"/>
                  <a:pt x="44914" y="41026"/>
                </a:cubicBezTo>
                <a:cubicBezTo>
                  <a:pt x="48321" y="41941"/>
                  <a:pt x="51270" y="43390"/>
                  <a:pt x="53760" y="45373"/>
                </a:cubicBezTo>
                <a:cubicBezTo>
                  <a:pt x="56251" y="47355"/>
                  <a:pt x="58183" y="49923"/>
                  <a:pt x="59554" y="53076"/>
                </a:cubicBezTo>
                <a:cubicBezTo>
                  <a:pt x="60928" y="56227"/>
                  <a:pt x="61614" y="60039"/>
                  <a:pt x="61614" y="64514"/>
                </a:cubicBezTo>
                <a:cubicBezTo>
                  <a:pt x="61614" y="71020"/>
                  <a:pt x="61538" y="77045"/>
                  <a:pt x="61386" y="82586"/>
                </a:cubicBezTo>
                <a:cubicBezTo>
                  <a:pt x="61234" y="88127"/>
                  <a:pt x="61158" y="93642"/>
                  <a:pt x="61158" y="99133"/>
                </a:cubicBezTo>
                <a:cubicBezTo>
                  <a:pt x="61158" y="101573"/>
                  <a:pt x="61336" y="103480"/>
                  <a:pt x="61691" y="104853"/>
                </a:cubicBezTo>
                <a:cubicBezTo>
                  <a:pt x="62048" y="106226"/>
                  <a:pt x="62581" y="107268"/>
                  <a:pt x="63292" y="107980"/>
                </a:cubicBezTo>
                <a:cubicBezTo>
                  <a:pt x="64004" y="108691"/>
                  <a:pt x="64944" y="109148"/>
                  <a:pt x="66112" y="109351"/>
                </a:cubicBezTo>
                <a:cubicBezTo>
                  <a:pt x="67282" y="109554"/>
                  <a:pt x="68630" y="109656"/>
                  <a:pt x="70155" y="109656"/>
                </a:cubicBezTo>
                <a:lnTo>
                  <a:pt x="70155" y="113317"/>
                </a:lnTo>
                <a:cubicBezTo>
                  <a:pt x="67207" y="114538"/>
                  <a:pt x="64716" y="115453"/>
                  <a:pt x="62682" y="116063"/>
                </a:cubicBezTo>
                <a:cubicBezTo>
                  <a:pt x="60648" y="116672"/>
                  <a:pt x="58462" y="116977"/>
                  <a:pt x="56124" y="116977"/>
                </a:cubicBezTo>
                <a:cubicBezTo>
                  <a:pt x="52362" y="116977"/>
                  <a:pt x="49312" y="116063"/>
                  <a:pt x="46974" y="114234"/>
                </a:cubicBezTo>
                <a:cubicBezTo>
                  <a:pt x="44636" y="112403"/>
                  <a:pt x="42856" y="109759"/>
                  <a:pt x="41635" y="106303"/>
                </a:cubicBezTo>
                <a:cubicBezTo>
                  <a:pt x="39297" y="109556"/>
                  <a:pt x="36578" y="112148"/>
                  <a:pt x="33476" y="114080"/>
                </a:cubicBezTo>
                <a:cubicBezTo>
                  <a:pt x="30375" y="116012"/>
                  <a:pt x="26486" y="116977"/>
                  <a:pt x="21810" y="116977"/>
                </a:cubicBezTo>
                <a:cubicBezTo>
                  <a:pt x="17946" y="116977"/>
                  <a:pt x="14640" y="116468"/>
                  <a:pt x="11894" y="115451"/>
                </a:cubicBezTo>
                <a:cubicBezTo>
                  <a:pt x="9150" y="114434"/>
                  <a:pt x="6888" y="112986"/>
                  <a:pt x="5108" y="111106"/>
                </a:cubicBezTo>
                <a:cubicBezTo>
                  <a:pt x="3329" y="109224"/>
                  <a:pt x="2032" y="107088"/>
                  <a:pt x="1219" y="104699"/>
                </a:cubicBezTo>
                <a:cubicBezTo>
                  <a:pt x="406" y="102310"/>
                  <a:pt x="0" y="99895"/>
                  <a:pt x="0" y="97455"/>
                </a:cubicBezTo>
                <a:cubicBezTo>
                  <a:pt x="0" y="94100"/>
                  <a:pt x="534" y="91203"/>
                  <a:pt x="1601" y="88763"/>
                </a:cubicBezTo>
                <a:cubicBezTo>
                  <a:pt x="2668" y="86322"/>
                  <a:pt x="4194" y="84238"/>
                  <a:pt x="6176" y="82510"/>
                </a:cubicBezTo>
                <a:cubicBezTo>
                  <a:pt x="8159" y="80781"/>
                  <a:pt x="10523" y="79332"/>
                  <a:pt x="13267" y="78162"/>
                </a:cubicBezTo>
                <a:cubicBezTo>
                  <a:pt x="16013" y="76993"/>
                  <a:pt x="19115" y="76001"/>
                  <a:pt x="22571" y="75188"/>
                </a:cubicBezTo>
                <a:cubicBezTo>
                  <a:pt x="26842" y="74172"/>
                  <a:pt x="30223" y="73283"/>
                  <a:pt x="32713" y="72521"/>
                </a:cubicBezTo>
                <a:cubicBezTo>
                  <a:pt x="35205" y="71758"/>
                  <a:pt x="37060" y="70996"/>
                  <a:pt x="38280" y="70234"/>
                </a:cubicBezTo>
                <a:cubicBezTo>
                  <a:pt x="39501" y="69471"/>
                  <a:pt x="40289" y="68631"/>
                  <a:pt x="40644" y="67716"/>
                </a:cubicBezTo>
                <a:cubicBezTo>
                  <a:pt x="41001" y="66800"/>
                  <a:pt x="41179" y="65682"/>
                  <a:pt x="41179" y="64360"/>
                </a:cubicBezTo>
                <a:cubicBezTo>
                  <a:pt x="41179" y="60700"/>
                  <a:pt x="39882" y="57574"/>
                  <a:pt x="37288" y="54982"/>
                </a:cubicBezTo>
                <a:cubicBezTo>
                  <a:pt x="34696" y="52388"/>
                  <a:pt x="31112" y="51091"/>
                  <a:pt x="26537" y="51091"/>
                </a:cubicBezTo>
                <a:cubicBezTo>
                  <a:pt x="24808" y="51091"/>
                  <a:pt x="23029" y="51319"/>
                  <a:pt x="21198" y="51777"/>
                </a:cubicBezTo>
                <a:cubicBezTo>
                  <a:pt x="19369" y="52235"/>
                  <a:pt x="17615" y="52871"/>
                  <a:pt x="15936" y="53685"/>
                </a:cubicBezTo>
                <a:cubicBezTo>
                  <a:pt x="14259" y="54498"/>
                  <a:pt x="12734" y="55388"/>
                  <a:pt x="11361" y="56355"/>
                </a:cubicBezTo>
                <a:cubicBezTo>
                  <a:pt x="9990" y="57320"/>
                  <a:pt x="8948" y="58361"/>
                  <a:pt x="8236" y="59480"/>
                </a:cubicBezTo>
                <a:lnTo>
                  <a:pt x="7168" y="59480"/>
                </a:lnTo>
                <a:lnTo>
                  <a:pt x="5185" y="50330"/>
                </a:lnTo>
                <a:close/>
                <a:moveTo>
                  <a:pt x="83119" y="96235"/>
                </a:moveTo>
                <a:cubicBezTo>
                  <a:pt x="83729" y="97863"/>
                  <a:pt x="84516" y="99413"/>
                  <a:pt x="85481" y="100887"/>
                </a:cubicBezTo>
                <a:cubicBezTo>
                  <a:pt x="86448" y="102361"/>
                  <a:pt x="87642" y="103683"/>
                  <a:pt x="89065" y="104853"/>
                </a:cubicBezTo>
                <a:cubicBezTo>
                  <a:pt x="90489" y="106023"/>
                  <a:pt x="92193" y="106963"/>
                  <a:pt x="94176" y="107676"/>
                </a:cubicBezTo>
                <a:cubicBezTo>
                  <a:pt x="96158" y="108386"/>
                  <a:pt x="98472" y="108741"/>
                  <a:pt x="101115" y="108741"/>
                </a:cubicBezTo>
                <a:cubicBezTo>
                  <a:pt x="104674" y="108741"/>
                  <a:pt x="107419" y="107827"/>
                  <a:pt x="109351" y="105998"/>
                </a:cubicBezTo>
                <a:cubicBezTo>
                  <a:pt x="111283" y="104167"/>
                  <a:pt x="112248" y="102184"/>
                  <a:pt x="112248" y="100049"/>
                </a:cubicBezTo>
                <a:cubicBezTo>
                  <a:pt x="112248" y="97710"/>
                  <a:pt x="111384" y="95829"/>
                  <a:pt x="109656" y="94406"/>
                </a:cubicBezTo>
                <a:cubicBezTo>
                  <a:pt x="107928" y="92982"/>
                  <a:pt x="105767" y="91686"/>
                  <a:pt x="103175" y="90517"/>
                </a:cubicBezTo>
                <a:cubicBezTo>
                  <a:pt x="100582" y="89348"/>
                  <a:pt x="97761" y="88153"/>
                  <a:pt x="94711" y="86934"/>
                </a:cubicBezTo>
                <a:cubicBezTo>
                  <a:pt x="91661" y="85713"/>
                  <a:pt x="88839" y="84162"/>
                  <a:pt x="86245" y="82282"/>
                </a:cubicBezTo>
                <a:cubicBezTo>
                  <a:pt x="83652" y="80400"/>
                  <a:pt x="81492" y="78035"/>
                  <a:pt x="79763" y="75188"/>
                </a:cubicBezTo>
                <a:cubicBezTo>
                  <a:pt x="78035" y="72341"/>
                  <a:pt x="77171" y="68682"/>
                  <a:pt x="77171" y="64209"/>
                </a:cubicBezTo>
                <a:cubicBezTo>
                  <a:pt x="77171" y="59938"/>
                  <a:pt x="77959" y="56251"/>
                  <a:pt x="79535" y="53150"/>
                </a:cubicBezTo>
                <a:cubicBezTo>
                  <a:pt x="81112" y="50049"/>
                  <a:pt x="83170" y="47507"/>
                  <a:pt x="85712" y="45524"/>
                </a:cubicBezTo>
                <a:cubicBezTo>
                  <a:pt x="88253" y="43541"/>
                  <a:pt x="91125" y="42067"/>
                  <a:pt x="94327" y="41102"/>
                </a:cubicBezTo>
                <a:cubicBezTo>
                  <a:pt x="97531" y="40136"/>
                  <a:pt x="100709" y="39653"/>
                  <a:pt x="103861" y="39653"/>
                </a:cubicBezTo>
                <a:cubicBezTo>
                  <a:pt x="108131" y="39653"/>
                  <a:pt x="111918" y="40263"/>
                  <a:pt x="115222" y="41484"/>
                </a:cubicBezTo>
                <a:cubicBezTo>
                  <a:pt x="118527" y="42703"/>
                  <a:pt x="121908" y="44482"/>
                  <a:pt x="125364" y="46820"/>
                </a:cubicBezTo>
                <a:cubicBezTo>
                  <a:pt x="124450" y="48854"/>
                  <a:pt x="123688" y="51041"/>
                  <a:pt x="123077" y="53381"/>
                </a:cubicBezTo>
                <a:cubicBezTo>
                  <a:pt x="122467" y="55719"/>
                  <a:pt x="122010" y="58006"/>
                  <a:pt x="121706" y="60243"/>
                </a:cubicBezTo>
                <a:lnTo>
                  <a:pt x="117436" y="60243"/>
                </a:lnTo>
                <a:cubicBezTo>
                  <a:pt x="117130" y="59022"/>
                  <a:pt x="116621" y="57675"/>
                  <a:pt x="115909" y="56201"/>
                </a:cubicBezTo>
                <a:cubicBezTo>
                  <a:pt x="115197" y="54727"/>
                  <a:pt x="114231" y="53329"/>
                  <a:pt x="113012" y="52007"/>
                </a:cubicBezTo>
                <a:cubicBezTo>
                  <a:pt x="111792" y="50686"/>
                  <a:pt x="110318" y="49593"/>
                  <a:pt x="108588" y="48729"/>
                </a:cubicBezTo>
                <a:cubicBezTo>
                  <a:pt x="106859" y="47864"/>
                  <a:pt x="104776" y="47432"/>
                  <a:pt x="102337" y="47432"/>
                </a:cubicBezTo>
                <a:cubicBezTo>
                  <a:pt x="99285" y="47432"/>
                  <a:pt x="96717" y="48246"/>
                  <a:pt x="94632" y="49873"/>
                </a:cubicBezTo>
                <a:cubicBezTo>
                  <a:pt x="92548" y="51499"/>
                  <a:pt x="91506" y="53634"/>
                  <a:pt x="91506" y="56278"/>
                </a:cubicBezTo>
                <a:cubicBezTo>
                  <a:pt x="91506" y="58718"/>
                  <a:pt x="92396" y="60675"/>
                  <a:pt x="94176" y="62149"/>
                </a:cubicBezTo>
                <a:cubicBezTo>
                  <a:pt x="95955" y="63623"/>
                  <a:pt x="98167" y="64919"/>
                  <a:pt x="100810" y="66038"/>
                </a:cubicBezTo>
                <a:cubicBezTo>
                  <a:pt x="103454" y="67157"/>
                  <a:pt x="106351" y="68275"/>
                  <a:pt x="109502" y="69394"/>
                </a:cubicBezTo>
                <a:cubicBezTo>
                  <a:pt x="112655" y="70512"/>
                  <a:pt x="115553" y="71961"/>
                  <a:pt x="118197" y="73741"/>
                </a:cubicBezTo>
                <a:cubicBezTo>
                  <a:pt x="120840" y="75519"/>
                  <a:pt x="123052" y="77831"/>
                  <a:pt x="124831" y="80678"/>
                </a:cubicBezTo>
                <a:cubicBezTo>
                  <a:pt x="126611" y="83525"/>
                  <a:pt x="127501" y="87186"/>
                  <a:pt x="127501" y="91660"/>
                </a:cubicBezTo>
                <a:cubicBezTo>
                  <a:pt x="127501" y="96134"/>
                  <a:pt x="126687" y="99973"/>
                  <a:pt x="125059" y="103175"/>
                </a:cubicBezTo>
                <a:cubicBezTo>
                  <a:pt x="123433" y="106377"/>
                  <a:pt x="121247" y="109021"/>
                  <a:pt x="118501" y="111106"/>
                </a:cubicBezTo>
                <a:cubicBezTo>
                  <a:pt x="115757" y="113189"/>
                  <a:pt x="112631" y="114689"/>
                  <a:pt x="109123" y="115604"/>
                </a:cubicBezTo>
                <a:cubicBezTo>
                  <a:pt x="105615" y="116520"/>
                  <a:pt x="101930" y="116977"/>
                  <a:pt x="98067" y="116977"/>
                </a:cubicBezTo>
                <a:cubicBezTo>
                  <a:pt x="93490" y="116977"/>
                  <a:pt x="89372" y="116316"/>
                  <a:pt x="85712" y="114995"/>
                </a:cubicBezTo>
                <a:cubicBezTo>
                  <a:pt x="82052" y="113673"/>
                  <a:pt x="79154" y="112300"/>
                  <a:pt x="77020" y="110878"/>
                </a:cubicBezTo>
                <a:cubicBezTo>
                  <a:pt x="78239" y="105997"/>
                  <a:pt x="79002" y="101116"/>
                  <a:pt x="79307" y="96235"/>
                </a:cubicBezTo>
                <a:lnTo>
                  <a:pt x="83119" y="96235"/>
                </a:lnTo>
                <a:close/>
                <a:moveTo>
                  <a:pt x="141227" y="52768"/>
                </a:moveTo>
                <a:cubicBezTo>
                  <a:pt x="141227" y="42805"/>
                  <a:pt x="141126" y="33655"/>
                  <a:pt x="140922" y="25317"/>
                </a:cubicBezTo>
                <a:cubicBezTo>
                  <a:pt x="140719" y="16980"/>
                  <a:pt x="140413" y="8541"/>
                  <a:pt x="140005" y="0"/>
                </a:cubicBezTo>
                <a:cubicBezTo>
                  <a:pt x="141327" y="203"/>
                  <a:pt x="143005" y="382"/>
                  <a:pt x="145039" y="535"/>
                </a:cubicBezTo>
                <a:cubicBezTo>
                  <a:pt x="147073" y="687"/>
                  <a:pt x="149209" y="763"/>
                  <a:pt x="151446" y="763"/>
                </a:cubicBezTo>
                <a:cubicBezTo>
                  <a:pt x="153681" y="763"/>
                  <a:pt x="155816" y="687"/>
                  <a:pt x="157850" y="535"/>
                </a:cubicBezTo>
                <a:cubicBezTo>
                  <a:pt x="159884" y="382"/>
                  <a:pt x="161562" y="203"/>
                  <a:pt x="162884" y="0"/>
                </a:cubicBezTo>
                <a:cubicBezTo>
                  <a:pt x="162681" y="4270"/>
                  <a:pt x="162502" y="8591"/>
                  <a:pt x="162349" y="12965"/>
                </a:cubicBezTo>
                <a:cubicBezTo>
                  <a:pt x="162196" y="17337"/>
                  <a:pt x="162069" y="22268"/>
                  <a:pt x="161967" y="27758"/>
                </a:cubicBezTo>
                <a:cubicBezTo>
                  <a:pt x="161866" y="33247"/>
                  <a:pt x="161790" y="39525"/>
                  <a:pt x="161739" y="46592"/>
                </a:cubicBezTo>
                <a:cubicBezTo>
                  <a:pt x="161689" y="53659"/>
                  <a:pt x="161664" y="62072"/>
                  <a:pt x="161664" y="71833"/>
                </a:cubicBezTo>
                <a:cubicBezTo>
                  <a:pt x="161664" y="73257"/>
                  <a:pt x="161689" y="74172"/>
                  <a:pt x="161739" y="74579"/>
                </a:cubicBezTo>
                <a:cubicBezTo>
                  <a:pt x="161790" y="74985"/>
                  <a:pt x="162019" y="75188"/>
                  <a:pt x="162425" y="75188"/>
                </a:cubicBezTo>
                <a:cubicBezTo>
                  <a:pt x="162832" y="75188"/>
                  <a:pt x="163823" y="74401"/>
                  <a:pt x="165399" y="72826"/>
                </a:cubicBezTo>
                <a:cubicBezTo>
                  <a:pt x="166976" y="71250"/>
                  <a:pt x="169009" y="68987"/>
                  <a:pt x="171499" y="66038"/>
                </a:cubicBezTo>
                <a:cubicBezTo>
                  <a:pt x="173991" y="63089"/>
                  <a:pt x="176889" y="59555"/>
                  <a:pt x="180193" y="55438"/>
                </a:cubicBezTo>
                <a:cubicBezTo>
                  <a:pt x="183498" y="51320"/>
                  <a:pt x="187133" y="46719"/>
                  <a:pt x="191098" y="41635"/>
                </a:cubicBezTo>
                <a:cubicBezTo>
                  <a:pt x="192318" y="41839"/>
                  <a:pt x="193512" y="42017"/>
                  <a:pt x="194682" y="42171"/>
                </a:cubicBezTo>
                <a:cubicBezTo>
                  <a:pt x="195852" y="42323"/>
                  <a:pt x="197047" y="42399"/>
                  <a:pt x="198266" y="42399"/>
                </a:cubicBezTo>
                <a:cubicBezTo>
                  <a:pt x="199385" y="42399"/>
                  <a:pt x="200605" y="42323"/>
                  <a:pt x="201927" y="42171"/>
                </a:cubicBezTo>
                <a:cubicBezTo>
                  <a:pt x="203248" y="42017"/>
                  <a:pt x="204875" y="41839"/>
                  <a:pt x="206807" y="41635"/>
                </a:cubicBezTo>
                <a:cubicBezTo>
                  <a:pt x="205485" y="43160"/>
                  <a:pt x="203528" y="45245"/>
                  <a:pt x="200935" y="47888"/>
                </a:cubicBezTo>
                <a:cubicBezTo>
                  <a:pt x="198343" y="50532"/>
                  <a:pt x="195674" y="53253"/>
                  <a:pt x="192927" y="56050"/>
                </a:cubicBezTo>
                <a:cubicBezTo>
                  <a:pt x="190183" y="58845"/>
                  <a:pt x="187591" y="61514"/>
                  <a:pt x="185150" y="64055"/>
                </a:cubicBezTo>
                <a:cubicBezTo>
                  <a:pt x="182710" y="66596"/>
                  <a:pt x="180930" y="68478"/>
                  <a:pt x="179812" y="69699"/>
                </a:cubicBezTo>
                <a:cubicBezTo>
                  <a:pt x="180218" y="70308"/>
                  <a:pt x="181108" y="71732"/>
                  <a:pt x="182481" y="73969"/>
                </a:cubicBezTo>
                <a:cubicBezTo>
                  <a:pt x="183854" y="76206"/>
                  <a:pt x="185506" y="78875"/>
                  <a:pt x="187438" y="81977"/>
                </a:cubicBezTo>
                <a:cubicBezTo>
                  <a:pt x="189369" y="85077"/>
                  <a:pt x="191402" y="88380"/>
                  <a:pt x="193537" y="91888"/>
                </a:cubicBezTo>
                <a:cubicBezTo>
                  <a:pt x="195674" y="95396"/>
                  <a:pt x="197682" y="98752"/>
                  <a:pt x="199562" y="101955"/>
                </a:cubicBezTo>
                <a:cubicBezTo>
                  <a:pt x="201444" y="105158"/>
                  <a:pt x="203096" y="107953"/>
                  <a:pt x="204519" y="110343"/>
                </a:cubicBezTo>
                <a:cubicBezTo>
                  <a:pt x="205943" y="112732"/>
                  <a:pt x="206859" y="114282"/>
                  <a:pt x="207265" y="114995"/>
                </a:cubicBezTo>
                <a:cubicBezTo>
                  <a:pt x="205130" y="114791"/>
                  <a:pt x="203096" y="114690"/>
                  <a:pt x="201163" y="114690"/>
                </a:cubicBezTo>
                <a:cubicBezTo>
                  <a:pt x="199232" y="114690"/>
                  <a:pt x="197249" y="114690"/>
                  <a:pt x="195215" y="114690"/>
                </a:cubicBezTo>
                <a:cubicBezTo>
                  <a:pt x="193183" y="114690"/>
                  <a:pt x="191226" y="114690"/>
                  <a:pt x="189344" y="114690"/>
                </a:cubicBezTo>
                <a:cubicBezTo>
                  <a:pt x="187463" y="114690"/>
                  <a:pt x="185557" y="114791"/>
                  <a:pt x="183626" y="114995"/>
                </a:cubicBezTo>
                <a:cubicBezTo>
                  <a:pt x="183117" y="114486"/>
                  <a:pt x="182278" y="113215"/>
                  <a:pt x="181108" y="111183"/>
                </a:cubicBezTo>
                <a:cubicBezTo>
                  <a:pt x="179940" y="109149"/>
                  <a:pt x="178618" y="106835"/>
                  <a:pt x="177142" y="104243"/>
                </a:cubicBezTo>
                <a:cubicBezTo>
                  <a:pt x="175668" y="101651"/>
                  <a:pt x="174143" y="98931"/>
                  <a:pt x="172567" y="96084"/>
                </a:cubicBezTo>
                <a:cubicBezTo>
                  <a:pt x="170992" y="93237"/>
                  <a:pt x="169493" y="90619"/>
                  <a:pt x="168069" y="88230"/>
                </a:cubicBezTo>
                <a:cubicBezTo>
                  <a:pt x="166646" y="85839"/>
                  <a:pt x="165375" y="83881"/>
                  <a:pt x="164257" y="82356"/>
                </a:cubicBezTo>
                <a:cubicBezTo>
                  <a:pt x="163138" y="80831"/>
                  <a:pt x="162376" y="80068"/>
                  <a:pt x="161969" y="80068"/>
                </a:cubicBezTo>
                <a:cubicBezTo>
                  <a:pt x="161561" y="80068"/>
                  <a:pt x="161281" y="80374"/>
                  <a:pt x="161129" y="80985"/>
                </a:cubicBezTo>
                <a:cubicBezTo>
                  <a:pt x="160977" y="81595"/>
                  <a:pt x="160901" y="83475"/>
                  <a:pt x="160901" y="86626"/>
                </a:cubicBezTo>
                <a:lnTo>
                  <a:pt x="160901" y="95167"/>
                </a:lnTo>
                <a:cubicBezTo>
                  <a:pt x="160901" y="96489"/>
                  <a:pt x="160926" y="98116"/>
                  <a:pt x="160976" y="100049"/>
                </a:cubicBezTo>
                <a:cubicBezTo>
                  <a:pt x="161027" y="101981"/>
                  <a:pt x="161078" y="103938"/>
                  <a:pt x="161129" y="105921"/>
                </a:cubicBezTo>
                <a:cubicBezTo>
                  <a:pt x="161180" y="107904"/>
                  <a:pt x="161282" y="109759"/>
                  <a:pt x="161434" y="111487"/>
                </a:cubicBezTo>
                <a:cubicBezTo>
                  <a:pt x="161588" y="113216"/>
                  <a:pt x="161766" y="114385"/>
                  <a:pt x="161969" y="114995"/>
                </a:cubicBezTo>
                <a:cubicBezTo>
                  <a:pt x="160138" y="114791"/>
                  <a:pt x="158308" y="114690"/>
                  <a:pt x="156477" y="114690"/>
                </a:cubicBezTo>
                <a:cubicBezTo>
                  <a:pt x="154648" y="114690"/>
                  <a:pt x="152818" y="114690"/>
                  <a:pt x="150987" y="114690"/>
                </a:cubicBezTo>
                <a:cubicBezTo>
                  <a:pt x="149157" y="114690"/>
                  <a:pt x="147326" y="114690"/>
                  <a:pt x="145495" y="114690"/>
                </a:cubicBezTo>
                <a:cubicBezTo>
                  <a:pt x="143666" y="114690"/>
                  <a:pt x="141836" y="114791"/>
                  <a:pt x="140005" y="114995"/>
                </a:cubicBezTo>
                <a:cubicBezTo>
                  <a:pt x="140413" y="106759"/>
                  <a:pt x="140719" y="98473"/>
                  <a:pt x="140922" y="90136"/>
                </a:cubicBezTo>
                <a:cubicBezTo>
                  <a:pt x="141126" y="81798"/>
                  <a:pt x="141227" y="72647"/>
                  <a:pt x="141227" y="62682"/>
                </a:cubicBezTo>
                <a:lnTo>
                  <a:pt x="141227" y="52768"/>
                </a:lnTo>
                <a:close/>
                <a:moveTo>
                  <a:pt x="214586" y="108590"/>
                </a:moveTo>
                <a:cubicBezTo>
                  <a:pt x="222415" y="101472"/>
                  <a:pt x="229074" y="94889"/>
                  <a:pt x="234565" y="88840"/>
                </a:cubicBezTo>
                <a:cubicBezTo>
                  <a:pt x="240056" y="82789"/>
                  <a:pt x="244529" y="77070"/>
                  <a:pt x="247986" y="71681"/>
                </a:cubicBezTo>
                <a:cubicBezTo>
                  <a:pt x="251442" y="66292"/>
                  <a:pt x="253933" y="61106"/>
                  <a:pt x="255458" y="56124"/>
                </a:cubicBezTo>
                <a:cubicBezTo>
                  <a:pt x="256983" y="51143"/>
                  <a:pt x="257746" y="46161"/>
                  <a:pt x="257746" y="41179"/>
                </a:cubicBezTo>
                <a:cubicBezTo>
                  <a:pt x="257746" y="37010"/>
                  <a:pt x="257314" y="33528"/>
                  <a:pt x="256450" y="30733"/>
                </a:cubicBezTo>
                <a:cubicBezTo>
                  <a:pt x="255585" y="27935"/>
                  <a:pt x="254416" y="25673"/>
                  <a:pt x="252943" y="23944"/>
                </a:cubicBezTo>
                <a:cubicBezTo>
                  <a:pt x="251469" y="22216"/>
                  <a:pt x="249816" y="20971"/>
                  <a:pt x="247986" y="20209"/>
                </a:cubicBezTo>
                <a:cubicBezTo>
                  <a:pt x="246155" y="19446"/>
                  <a:pt x="244274" y="19064"/>
                  <a:pt x="242342" y="19064"/>
                </a:cubicBezTo>
                <a:cubicBezTo>
                  <a:pt x="239495" y="19064"/>
                  <a:pt x="237131" y="19852"/>
                  <a:pt x="235249" y="21429"/>
                </a:cubicBezTo>
                <a:cubicBezTo>
                  <a:pt x="233369" y="23005"/>
                  <a:pt x="231869" y="24937"/>
                  <a:pt x="230751" y="27226"/>
                </a:cubicBezTo>
                <a:cubicBezTo>
                  <a:pt x="229632" y="29512"/>
                  <a:pt x="228870" y="31926"/>
                  <a:pt x="228463" y="34468"/>
                </a:cubicBezTo>
                <a:cubicBezTo>
                  <a:pt x="228057" y="37009"/>
                  <a:pt x="227853" y="39297"/>
                  <a:pt x="227853" y="41330"/>
                </a:cubicBezTo>
                <a:lnTo>
                  <a:pt x="226329" y="41789"/>
                </a:lnTo>
                <a:cubicBezTo>
                  <a:pt x="224295" y="39857"/>
                  <a:pt x="222312" y="38103"/>
                  <a:pt x="220381" y="36527"/>
                </a:cubicBezTo>
                <a:cubicBezTo>
                  <a:pt x="218449" y="34951"/>
                  <a:pt x="216467" y="33349"/>
                  <a:pt x="214433" y="31722"/>
                </a:cubicBezTo>
                <a:cubicBezTo>
                  <a:pt x="216263" y="26231"/>
                  <a:pt x="219771" y="21605"/>
                  <a:pt x="224956" y="17845"/>
                </a:cubicBezTo>
                <a:cubicBezTo>
                  <a:pt x="230141" y="14082"/>
                  <a:pt x="237207" y="12201"/>
                  <a:pt x="246154" y="12201"/>
                </a:cubicBezTo>
                <a:cubicBezTo>
                  <a:pt x="253170" y="12201"/>
                  <a:pt x="258991" y="13015"/>
                  <a:pt x="263617" y="14643"/>
                </a:cubicBezTo>
                <a:cubicBezTo>
                  <a:pt x="268244" y="16268"/>
                  <a:pt x="271904" y="18378"/>
                  <a:pt x="274599" y="20970"/>
                </a:cubicBezTo>
                <a:cubicBezTo>
                  <a:pt x="277294" y="23563"/>
                  <a:pt x="279175" y="26409"/>
                  <a:pt x="280243" y="29511"/>
                </a:cubicBezTo>
                <a:cubicBezTo>
                  <a:pt x="281310" y="32612"/>
                  <a:pt x="281844" y="35637"/>
                  <a:pt x="281844" y="38587"/>
                </a:cubicBezTo>
                <a:cubicBezTo>
                  <a:pt x="281844" y="41941"/>
                  <a:pt x="281233" y="45423"/>
                  <a:pt x="280012" y="49033"/>
                </a:cubicBezTo>
                <a:cubicBezTo>
                  <a:pt x="278793" y="52642"/>
                  <a:pt x="276581" y="56709"/>
                  <a:pt x="273377" y="61235"/>
                </a:cubicBezTo>
                <a:cubicBezTo>
                  <a:pt x="270175" y="65759"/>
                  <a:pt x="265753" y="70868"/>
                  <a:pt x="260110" y="76561"/>
                </a:cubicBezTo>
                <a:cubicBezTo>
                  <a:pt x="254468" y="82255"/>
                  <a:pt x="247223" y="88864"/>
                  <a:pt x="238377" y="96389"/>
                </a:cubicBezTo>
                <a:lnTo>
                  <a:pt x="238530" y="96694"/>
                </a:lnTo>
                <a:cubicBezTo>
                  <a:pt x="245850" y="96591"/>
                  <a:pt x="253043" y="96490"/>
                  <a:pt x="260110" y="96389"/>
                </a:cubicBezTo>
                <a:cubicBezTo>
                  <a:pt x="267177" y="96286"/>
                  <a:pt x="274370" y="95981"/>
                  <a:pt x="281690" y="95472"/>
                </a:cubicBezTo>
                <a:cubicBezTo>
                  <a:pt x="281589" y="97202"/>
                  <a:pt x="281462" y="98855"/>
                  <a:pt x="281308" y="100431"/>
                </a:cubicBezTo>
                <a:cubicBezTo>
                  <a:pt x="281156" y="102006"/>
                  <a:pt x="281080" y="103657"/>
                  <a:pt x="281080" y="105386"/>
                </a:cubicBezTo>
                <a:cubicBezTo>
                  <a:pt x="281080" y="107114"/>
                  <a:pt x="281156" y="108792"/>
                  <a:pt x="281308" y="110419"/>
                </a:cubicBezTo>
                <a:cubicBezTo>
                  <a:pt x="281462" y="112047"/>
                  <a:pt x="281589" y="113572"/>
                  <a:pt x="281690" y="114995"/>
                </a:cubicBezTo>
                <a:cubicBezTo>
                  <a:pt x="275895" y="114791"/>
                  <a:pt x="270202" y="114690"/>
                  <a:pt x="264609" y="114690"/>
                </a:cubicBezTo>
                <a:cubicBezTo>
                  <a:pt x="259017" y="114690"/>
                  <a:pt x="253323" y="114690"/>
                  <a:pt x="247527" y="114690"/>
                </a:cubicBezTo>
                <a:cubicBezTo>
                  <a:pt x="242037" y="114690"/>
                  <a:pt x="236546" y="114690"/>
                  <a:pt x="231056" y="114690"/>
                </a:cubicBezTo>
                <a:cubicBezTo>
                  <a:pt x="225565" y="114690"/>
                  <a:pt x="220075" y="114791"/>
                  <a:pt x="214586" y="114995"/>
                </a:cubicBezTo>
                <a:lnTo>
                  <a:pt x="214586" y="108590"/>
                </a:lnTo>
                <a:close/>
                <a:moveTo>
                  <a:pt x="301672" y="54905"/>
                </a:moveTo>
                <a:cubicBezTo>
                  <a:pt x="301672" y="51448"/>
                  <a:pt x="302891" y="48500"/>
                  <a:pt x="305330" y="46059"/>
                </a:cubicBezTo>
                <a:cubicBezTo>
                  <a:pt x="307771" y="43619"/>
                  <a:pt x="310720" y="42399"/>
                  <a:pt x="314178" y="42399"/>
                </a:cubicBezTo>
                <a:cubicBezTo>
                  <a:pt x="317635" y="42399"/>
                  <a:pt x="320582" y="43619"/>
                  <a:pt x="323021" y="46059"/>
                </a:cubicBezTo>
                <a:cubicBezTo>
                  <a:pt x="325462" y="48500"/>
                  <a:pt x="326682" y="51448"/>
                  <a:pt x="326682" y="54905"/>
                </a:cubicBezTo>
                <a:cubicBezTo>
                  <a:pt x="326682" y="58361"/>
                  <a:pt x="325462" y="61310"/>
                  <a:pt x="323021" y="63750"/>
                </a:cubicBezTo>
                <a:cubicBezTo>
                  <a:pt x="320582" y="66191"/>
                  <a:pt x="317635" y="67411"/>
                  <a:pt x="314178" y="67411"/>
                </a:cubicBezTo>
                <a:cubicBezTo>
                  <a:pt x="310720" y="67411"/>
                  <a:pt x="307771" y="66191"/>
                  <a:pt x="305330" y="63750"/>
                </a:cubicBezTo>
                <a:cubicBezTo>
                  <a:pt x="302891" y="61310"/>
                  <a:pt x="301672" y="58361"/>
                  <a:pt x="301672" y="54905"/>
                </a:cubicBezTo>
                <a:moveTo>
                  <a:pt x="301672" y="104930"/>
                </a:moveTo>
                <a:cubicBezTo>
                  <a:pt x="301672" y="101471"/>
                  <a:pt x="302891" y="98523"/>
                  <a:pt x="305330" y="96084"/>
                </a:cubicBezTo>
                <a:cubicBezTo>
                  <a:pt x="307771" y="93644"/>
                  <a:pt x="310720" y="92423"/>
                  <a:pt x="314178" y="92423"/>
                </a:cubicBezTo>
                <a:cubicBezTo>
                  <a:pt x="317635" y="92423"/>
                  <a:pt x="320582" y="93644"/>
                  <a:pt x="323021" y="96084"/>
                </a:cubicBezTo>
                <a:cubicBezTo>
                  <a:pt x="325462" y="98523"/>
                  <a:pt x="326682" y="101471"/>
                  <a:pt x="326682" y="104930"/>
                </a:cubicBezTo>
                <a:cubicBezTo>
                  <a:pt x="326682" y="108386"/>
                  <a:pt x="325462" y="111259"/>
                  <a:pt x="323021" y="113547"/>
                </a:cubicBezTo>
                <a:cubicBezTo>
                  <a:pt x="320582" y="115834"/>
                  <a:pt x="317635" y="116977"/>
                  <a:pt x="314178" y="116977"/>
                </a:cubicBezTo>
                <a:cubicBezTo>
                  <a:pt x="310720" y="116977"/>
                  <a:pt x="307771" y="115834"/>
                  <a:pt x="305330" y="113547"/>
                </a:cubicBezTo>
                <a:cubicBezTo>
                  <a:pt x="302891" y="111259"/>
                  <a:pt x="301672" y="108386"/>
                  <a:pt x="301672" y="10493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SelectValue-InformedAction">
            <a:extLst xmlns:a="http://schemas.openxmlformats.org/drawingml/2006/main">
              <a:ext uri="{FF2B5EF4-FFF2-40B4-BE49-F238E27FC236}">
                <a16:creationId xmlns:a16="http://schemas.microsoft.com/office/drawing/2014/main" id="{EA0226C7-CEA1-4161-8E61-176ED9EE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146" y="225612"/>
            <a:ext cx="1930053" cy="117436"/>
          </a:xfrm>
          <a:custGeom xmlns:a="http://schemas.openxmlformats.org/drawingml/2006/main">
            <a:pathLst>
              <a:path w="1930053" h="117436">
                <a:moveTo>
                  <a:pt x="52922" y="31265"/>
                </a:moveTo>
                <a:cubicBezTo>
                  <a:pt x="49669" y="22522"/>
                  <a:pt x="43517" y="18150"/>
                  <a:pt x="34468" y="18150"/>
                </a:cubicBezTo>
                <a:cubicBezTo>
                  <a:pt x="29790" y="18150"/>
                  <a:pt x="25977" y="19523"/>
                  <a:pt x="23027" y="22269"/>
                </a:cubicBezTo>
                <a:cubicBezTo>
                  <a:pt x="20080" y="25013"/>
                  <a:pt x="18606" y="28215"/>
                  <a:pt x="18606" y="31875"/>
                </a:cubicBezTo>
                <a:cubicBezTo>
                  <a:pt x="18606" y="35637"/>
                  <a:pt x="19749" y="38713"/>
                  <a:pt x="22036" y="41102"/>
                </a:cubicBezTo>
                <a:cubicBezTo>
                  <a:pt x="24324" y="43492"/>
                  <a:pt x="27197" y="45653"/>
                  <a:pt x="30653" y="47586"/>
                </a:cubicBezTo>
                <a:cubicBezTo>
                  <a:pt x="34112" y="49517"/>
                  <a:pt x="37823" y="51373"/>
                  <a:pt x="41789" y="53152"/>
                </a:cubicBezTo>
                <a:cubicBezTo>
                  <a:pt x="45754" y="54930"/>
                  <a:pt x="49465" y="57116"/>
                  <a:pt x="52922" y="59710"/>
                </a:cubicBezTo>
                <a:cubicBezTo>
                  <a:pt x="56379" y="62303"/>
                  <a:pt x="59250" y="65455"/>
                  <a:pt x="61537" y="69166"/>
                </a:cubicBezTo>
                <a:cubicBezTo>
                  <a:pt x="63826" y="72877"/>
                  <a:pt x="64970" y="77630"/>
                  <a:pt x="64970" y="83427"/>
                </a:cubicBezTo>
                <a:cubicBezTo>
                  <a:pt x="64970" y="88509"/>
                  <a:pt x="64004" y="93160"/>
                  <a:pt x="62072" y="97380"/>
                </a:cubicBezTo>
                <a:cubicBezTo>
                  <a:pt x="60141" y="101600"/>
                  <a:pt x="57396" y="105210"/>
                  <a:pt x="53837" y="108209"/>
                </a:cubicBezTo>
                <a:cubicBezTo>
                  <a:pt x="50278" y="111207"/>
                  <a:pt x="46032" y="113495"/>
                  <a:pt x="41100" y="115071"/>
                </a:cubicBezTo>
                <a:cubicBezTo>
                  <a:pt x="36170" y="116648"/>
                  <a:pt x="30654" y="117436"/>
                  <a:pt x="24554" y="117436"/>
                </a:cubicBezTo>
                <a:cubicBezTo>
                  <a:pt x="19063" y="117436"/>
                  <a:pt x="14158" y="116851"/>
                  <a:pt x="9837" y="115681"/>
                </a:cubicBezTo>
                <a:cubicBezTo>
                  <a:pt x="5516" y="114513"/>
                  <a:pt x="2237" y="113065"/>
                  <a:pt x="0" y="111336"/>
                </a:cubicBezTo>
                <a:cubicBezTo>
                  <a:pt x="1016" y="107777"/>
                  <a:pt x="1880" y="104524"/>
                  <a:pt x="2592" y="101576"/>
                </a:cubicBezTo>
                <a:cubicBezTo>
                  <a:pt x="3305" y="98627"/>
                  <a:pt x="3914" y="95424"/>
                  <a:pt x="4422" y="91967"/>
                </a:cubicBezTo>
                <a:lnTo>
                  <a:pt x="7321" y="91967"/>
                </a:lnTo>
                <a:cubicBezTo>
                  <a:pt x="7728" y="94203"/>
                  <a:pt x="8489" y="96312"/>
                  <a:pt x="9607" y="98295"/>
                </a:cubicBezTo>
                <a:cubicBezTo>
                  <a:pt x="10725" y="100278"/>
                  <a:pt x="12149" y="102031"/>
                  <a:pt x="13877" y="103557"/>
                </a:cubicBezTo>
                <a:cubicBezTo>
                  <a:pt x="15607" y="105082"/>
                  <a:pt x="17691" y="106276"/>
                  <a:pt x="20130" y="107140"/>
                </a:cubicBezTo>
                <a:cubicBezTo>
                  <a:pt x="22570" y="108005"/>
                  <a:pt x="25316" y="108437"/>
                  <a:pt x="28368" y="108437"/>
                </a:cubicBezTo>
                <a:cubicBezTo>
                  <a:pt x="34468" y="108437"/>
                  <a:pt x="38967" y="106912"/>
                  <a:pt x="41863" y="103861"/>
                </a:cubicBezTo>
                <a:cubicBezTo>
                  <a:pt x="44761" y="100811"/>
                  <a:pt x="46211" y="97151"/>
                  <a:pt x="46211" y="92882"/>
                </a:cubicBezTo>
                <a:cubicBezTo>
                  <a:pt x="46211" y="89017"/>
                  <a:pt x="45092" y="85865"/>
                  <a:pt x="42855" y="83427"/>
                </a:cubicBezTo>
                <a:cubicBezTo>
                  <a:pt x="40619" y="80986"/>
                  <a:pt x="37823" y="78826"/>
                  <a:pt x="34468" y="76945"/>
                </a:cubicBezTo>
                <a:cubicBezTo>
                  <a:pt x="31112" y="75063"/>
                  <a:pt x="27451" y="73233"/>
                  <a:pt x="23486" y="71453"/>
                </a:cubicBezTo>
                <a:cubicBezTo>
                  <a:pt x="19520" y="69674"/>
                  <a:pt x="15860" y="67513"/>
                  <a:pt x="12504" y="64972"/>
                </a:cubicBezTo>
                <a:cubicBezTo>
                  <a:pt x="9150" y="62429"/>
                  <a:pt x="6354" y="59302"/>
                  <a:pt x="4117" y="55591"/>
                </a:cubicBezTo>
                <a:cubicBezTo>
                  <a:pt x="1881" y="51880"/>
                  <a:pt x="763" y="47127"/>
                  <a:pt x="763" y="41333"/>
                </a:cubicBezTo>
                <a:cubicBezTo>
                  <a:pt x="763" y="36045"/>
                  <a:pt x="1703" y="31369"/>
                  <a:pt x="3584" y="27302"/>
                </a:cubicBezTo>
                <a:cubicBezTo>
                  <a:pt x="5464" y="23234"/>
                  <a:pt x="7981" y="19828"/>
                  <a:pt x="11133" y="17084"/>
                </a:cubicBezTo>
                <a:cubicBezTo>
                  <a:pt x="14286" y="14338"/>
                  <a:pt x="17921" y="12253"/>
                  <a:pt x="22038" y="10831"/>
                </a:cubicBezTo>
                <a:cubicBezTo>
                  <a:pt x="26156" y="9406"/>
                  <a:pt x="30502" y="8694"/>
                  <a:pt x="35077" y="8694"/>
                </a:cubicBezTo>
                <a:cubicBezTo>
                  <a:pt x="40568" y="8694"/>
                  <a:pt x="45372" y="9355"/>
                  <a:pt x="49489" y="10677"/>
                </a:cubicBezTo>
                <a:cubicBezTo>
                  <a:pt x="53607" y="11999"/>
                  <a:pt x="57140" y="13829"/>
                  <a:pt x="60090" y="16167"/>
                </a:cubicBezTo>
                <a:cubicBezTo>
                  <a:pt x="59174" y="18505"/>
                  <a:pt x="58386" y="20768"/>
                  <a:pt x="57725" y="22955"/>
                </a:cubicBezTo>
                <a:cubicBezTo>
                  <a:pt x="57064" y="25141"/>
                  <a:pt x="56226" y="27911"/>
                  <a:pt x="55210" y="31265"/>
                </a:cubicBezTo>
                <a:lnTo>
                  <a:pt x="52922" y="31265"/>
                </a:lnTo>
                <a:close/>
                <a:moveTo>
                  <a:pt x="98218" y="79003"/>
                </a:moveTo>
                <a:cubicBezTo>
                  <a:pt x="98218" y="83069"/>
                  <a:pt x="98625" y="86882"/>
                  <a:pt x="99438" y="90441"/>
                </a:cubicBezTo>
                <a:cubicBezTo>
                  <a:pt x="100252" y="94000"/>
                  <a:pt x="101498" y="97075"/>
                  <a:pt x="103175" y="99668"/>
                </a:cubicBezTo>
                <a:cubicBezTo>
                  <a:pt x="104852" y="102260"/>
                  <a:pt x="106987" y="104294"/>
                  <a:pt x="109579" y="105770"/>
                </a:cubicBezTo>
                <a:cubicBezTo>
                  <a:pt x="112173" y="107244"/>
                  <a:pt x="115199" y="107980"/>
                  <a:pt x="118655" y="107980"/>
                </a:cubicBezTo>
                <a:cubicBezTo>
                  <a:pt x="125671" y="107980"/>
                  <a:pt x="131924" y="105693"/>
                  <a:pt x="137415" y="101118"/>
                </a:cubicBezTo>
                <a:lnTo>
                  <a:pt x="139244" y="102491"/>
                </a:lnTo>
                <a:lnTo>
                  <a:pt x="135888" y="111031"/>
                </a:lnTo>
                <a:cubicBezTo>
                  <a:pt x="133347" y="112963"/>
                  <a:pt x="130297" y="114513"/>
                  <a:pt x="126738" y="115681"/>
                </a:cubicBezTo>
                <a:cubicBezTo>
                  <a:pt x="123179" y="116851"/>
                  <a:pt x="118502" y="117436"/>
                  <a:pt x="112707" y="117436"/>
                </a:cubicBezTo>
                <a:cubicBezTo>
                  <a:pt x="107725" y="117436"/>
                  <a:pt x="102997" y="116749"/>
                  <a:pt x="98523" y="115376"/>
                </a:cubicBezTo>
                <a:cubicBezTo>
                  <a:pt x="94050" y="114005"/>
                  <a:pt x="90110" y="111743"/>
                  <a:pt x="86703" y="108590"/>
                </a:cubicBezTo>
                <a:cubicBezTo>
                  <a:pt x="83298" y="105438"/>
                  <a:pt x="80604" y="101447"/>
                  <a:pt x="78621" y="96617"/>
                </a:cubicBezTo>
                <a:cubicBezTo>
                  <a:pt x="76638" y="91787"/>
                  <a:pt x="75647" y="86017"/>
                  <a:pt x="75647" y="79307"/>
                </a:cubicBezTo>
                <a:cubicBezTo>
                  <a:pt x="75647" y="72698"/>
                  <a:pt x="76536" y="66954"/>
                  <a:pt x="78314" y="62075"/>
                </a:cubicBezTo>
                <a:cubicBezTo>
                  <a:pt x="80093" y="57194"/>
                  <a:pt x="82559" y="53127"/>
                  <a:pt x="85712" y="49873"/>
                </a:cubicBezTo>
                <a:cubicBezTo>
                  <a:pt x="88864" y="46619"/>
                  <a:pt x="92601" y="44178"/>
                  <a:pt x="96922" y="42552"/>
                </a:cubicBezTo>
                <a:cubicBezTo>
                  <a:pt x="101243" y="40925"/>
                  <a:pt x="105945" y="40111"/>
                  <a:pt x="111029" y="40111"/>
                </a:cubicBezTo>
                <a:cubicBezTo>
                  <a:pt x="121095" y="40111"/>
                  <a:pt x="128796" y="43060"/>
                  <a:pt x="134133" y="48957"/>
                </a:cubicBezTo>
                <a:cubicBezTo>
                  <a:pt x="139472" y="54854"/>
                  <a:pt x="142141" y="63191"/>
                  <a:pt x="142141" y="73969"/>
                </a:cubicBezTo>
                <a:lnTo>
                  <a:pt x="142141" y="77173"/>
                </a:lnTo>
                <a:cubicBezTo>
                  <a:pt x="142141" y="78087"/>
                  <a:pt x="142091" y="78697"/>
                  <a:pt x="141990" y="79003"/>
                </a:cubicBezTo>
                <a:lnTo>
                  <a:pt x="98218" y="79003"/>
                </a:lnTo>
                <a:moveTo>
                  <a:pt x="121706" y="72140"/>
                </a:moveTo>
                <a:cubicBezTo>
                  <a:pt x="121501" y="64514"/>
                  <a:pt x="120560" y="58414"/>
                  <a:pt x="118883" y="53839"/>
                </a:cubicBezTo>
                <a:cubicBezTo>
                  <a:pt x="117206" y="49262"/>
                  <a:pt x="114385" y="46974"/>
                  <a:pt x="110419" y="46974"/>
                </a:cubicBezTo>
                <a:cubicBezTo>
                  <a:pt x="108182" y="46974"/>
                  <a:pt x="106301" y="47736"/>
                  <a:pt x="104776" y="49261"/>
                </a:cubicBezTo>
                <a:cubicBezTo>
                  <a:pt x="103251" y="50787"/>
                  <a:pt x="102031" y="52744"/>
                  <a:pt x="101115" y="55135"/>
                </a:cubicBezTo>
                <a:cubicBezTo>
                  <a:pt x="100200" y="57524"/>
                  <a:pt x="99514" y="60219"/>
                  <a:pt x="99056" y="63217"/>
                </a:cubicBezTo>
                <a:cubicBezTo>
                  <a:pt x="98600" y="66216"/>
                  <a:pt x="98321" y="69190"/>
                  <a:pt x="98218" y="72140"/>
                </a:cubicBezTo>
                <a:lnTo>
                  <a:pt x="121706" y="72140"/>
                </a:lnTo>
                <a:close/>
                <a:moveTo>
                  <a:pt x="157852" y="53227"/>
                </a:moveTo>
                <a:cubicBezTo>
                  <a:pt x="157852" y="43264"/>
                  <a:pt x="157749" y="34113"/>
                  <a:pt x="157545" y="25776"/>
                </a:cubicBezTo>
                <a:cubicBezTo>
                  <a:pt x="157341" y="17438"/>
                  <a:pt x="157037" y="8999"/>
                  <a:pt x="156630" y="458"/>
                </a:cubicBezTo>
                <a:cubicBezTo>
                  <a:pt x="157952" y="662"/>
                  <a:pt x="159630" y="840"/>
                  <a:pt x="161664" y="994"/>
                </a:cubicBezTo>
                <a:cubicBezTo>
                  <a:pt x="163698" y="1146"/>
                  <a:pt x="165833" y="1222"/>
                  <a:pt x="168070" y="1222"/>
                </a:cubicBezTo>
                <a:cubicBezTo>
                  <a:pt x="170306" y="1222"/>
                  <a:pt x="172441" y="1146"/>
                  <a:pt x="174475" y="994"/>
                </a:cubicBezTo>
                <a:cubicBezTo>
                  <a:pt x="176509" y="840"/>
                  <a:pt x="178187" y="662"/>
                  <a:pt x="179508" y="458"/>
                </a:cubicBezTo>
                <a:cubicBezTo>
                  <a:pt x="179102" y="8999"/>
                  <a:pt x="178796" y="17438"/>
                  <a:pt x="178592" y="25776"/>
                </a:cubicBezTo>
                <a:cubicBezTo>
                  <a:pt x="178388" y="34113"/>
                  <a:pt x="178287" y="43264"/>
                  <a:pt x="178287" y="53227"/>
                </a:cubicBezTo>
                <a:lnTo>
                  <a:pt x="178287" y="63141"/>
                </a:lnTo>
                <a:cubicBezTo>
                  <a:pt x="178287" y="73106"/>
                  <a:pt x="178388" y="82257"/>
                  <a:pt x="178592" y="90594"/>
                </a:cubicBezTo>
                <a:cubicBezTo>
                  <a:pt x="178796" y="98932"/>
                  <a:pt x="179102" y="107218"/>
                  <a:pt x="179508" y="115453"/>
                </a:cubicBezTo>
                <a:cubicBezTo>
                  <a:pt x="178187" y="115250"/>
                  <a:pt x="176509" y="115148"/>
                  <a:pt x="174475" y="115148"/>
                </a:cubicBezTo>
                <a:cubicBezTo>
                  <a:pt x="172441" y="115148"/>
                  <a:pt x="170306" y="115148"/>
                  <a:pt x="168070" y="115148"/>
                </a:cubicBezTo>
                <a:cubicBezTo>
                  <a:pt x="165833" y="115148"/>
                  <a:pt x="163698" y="115148"/>
                  <a:pt x="161664" y="115148"/>
                </a:cubicBezTo>
                <a:cubicBezTo>
                  <a:pt x="159630" y="115148"/>
                  <a:pt x="157952" y="115250"/>
                  <a:pt x="156630" y="115453"/>
                </a:cubicBezTo>
                <a:cubicBezTo>
                  <a:pt x="157037" y="107218"/>
                  <a:pt x="157341" y="98932"/>
                  <a:pt x="157545" y="90594"/>
                </a:cubicBezTo>
                <a:cubicBezTo>
                  <a:pt x="157749" y="82257"/>
                  <a:pt x="157852" y="73106"/>
                  <a:pt x="157852" y="63141"/>
                </a:cubicBezTo>
                <a:lnTo>
                  <a:pt x="157852" y="53227"/>
                </a:lnTo>
                <a:close/>
                <a:moveTo>
                  <a:pt x="216873" y="79003"/>
                </a:moveTo>
                <a:cubicBezTo>
                  <a:pt x="216873" y="83069"/>
                  <a:pt x="217279" y="86882"/>
                  <a:pt x="218092" y="90441"/>
                </a:cubicBezTo>
                <a:cubicBezTo>
                  <a:pt x="218907" y="94000"/>
                  <a:pt x="220153" y="97075"/>
                  <a:pt x="221830" y="99668"/>
                </a:cubicBezTo>
                <a:cubicBezTo>
                  <a:pt x="223507" y="102260"/>
                  <a:pt x="225642" y="104294"/>
                  <a:pt x="228234" y="105770"/>
                </a:cubicBezTo>
                <a:cubicBezTo>
                  <a:pt x="230828" y="107244"/>
                  <a:pt x="233854" y="107980"/>
                  <a:pt x="237310" y="107980"/>
                </a:cubicBezTo>
                <a:cubicBezTo>
                  <a:pt x="244326" y="107980"/>
                  <a:pt x="250579" y="105693"/>
                  <a:pt x="256069" y="101118"/>
                </a:cubicBezTo>
                <a:lnTo>
                  <a:pt x="257899" y="102491"/>
                </a:lnTo>
                <a:lnTo>
                  <a:pt x="254543" y="111031"/>
                </a:lnTo>
                <a:cubicBezTo>
                  <a:pt x="252002" y="112963"/>
                  <a:pt x="248951" y="114513"/>
                  <a:pt x="245392" y="115681"/>
                </a:cubicBezTo>
                <a:cubicBezTo>
                  <a:pt x="241833" y="116851"/>
                  <a:pt x="237157" y="117436"/>
                  <a:pt x="231362" y="117436"/>
                </a:cubicBezTo>
                <a:cubicBezTo>
                  <a:pt x="226380" y="117436"/>
                  <a:pt x="221652" y="116749"/>
                  <a:pt x="217178" y="115376"/>
                </a:cubicBezTo>
                <a:cubicBezTo>
                  <a:pt x="212705" y="114005"/>
                  <a:pt x="208765" y="111743"/>
                  <a:pt x="205358" y="108590"/>
                </a:cubicBezTo>
                <a:cubicBezTo>
                  <a:pt x="201953" y="105438"/>
                  <a:pt x="199259" y="101447"/>
                  <a:pt x="197276" y="96617"/>
                </a:cubicBezTo>
                <a:cubicBezTo>
                  <a:pt x="195293" y="91787"/>
                  <a:pt x="194302" y="86017"/>
                  <a:pt x="194302" y="79307"/>
                </a:cubicBezTo>
                <a:cubicBezTo>
                  <a:pt x="194302" y="72698"/>
                  <a:pt x="195191" y="66954"/>
                  <a:pt x="196969" y="62075"/>
                </a:cubicBezTo>
                <a:cubicBezTo>
                  <a:pt x="198748" y="57194"/>
                  <a:pt x="201214" y="53127"/>
                  <a:pt x="204367" y="49873"/>
                </a:cubicBezTo>
                <a:cubicBezTo>
                  <a:pt x="207519" y="46619"/>
                  <a:pt x="211256" y="44178"/>
                  <a:pt x="215577" y="42552"/>
                </a:cubicBezTo>
                <a:cubicBezTo>
                  <a:pt x="219897" y="40925"/>
                  <a:pt x="224600" y="40111"/>
                  <a:pt x="229684" y="40111"/>
                </a:cubicBezTo>
                <a:cubicBezTo>
                  <a:pt x="239750" y="40111"/>
                  <a:pt x="247451" y="43060"/>
                  <a:pt x="252788" y="48957"/>
                </a:cubicBezTo>
                <a:cubicBezTo>
                  <a:pt x="258127" y="54854"/>
                  <a:pt x="260796" y="63191"/>
                  <a:pt x="260796" y="73969"/>
                </a:cubicBezTo>
                <a:lnTo>
                  <a:pt x="260796" y="77173"/>
                </a:lnTo>
                <a:cubicBezTo>
                  <a:pt x="260796" y="78087"/>
                  <a:pt x="260745" y="78697"/>
                  <a:pt x="260645" y="79003"/>
                </a:cubicBezTo>
                <a:lnTo>
                  <a:pt x="216873" y="79003"/>
                </a:lnTo>
                <a:moveTo>
                  <a:pt x="240361" y="72140"/>
                </a:moveTo>
                <a:cubicBezTo>
                  <a:pt x="240156" y="64514"/>
                  <a:pt x="239215" y="58414"/>
                  <a:pt x="237538" y="53839"/>
                </a:cubicBezTo>
                <a:cubicBezTo>
                  <a:pt x="235861" y="49262"/>
                  <a:pt x="233040" y="46974"/>
                  <a:pt x="229074" y="46974"/>
                </a:cubicBezTo>
                <a:cubicBezTo>
                  <a:pt x="226837" y="46974"/>
                  <a:pt x="224956" y="47736"/>
                  <a:pt x="223431" y="49261"/>
                </a:cubicBezTo>
                <a:cubicBezTo>
                  <a:pt x="221906" y="50787"/>
                  <a:pt x="220686" y="52744"/>
                  <a:pt x="219770" y="55135"/>
                </a:cubicBezTo>
                <a:cubicBezTo>
                  <a:pt x="218855" y="57524"/>
                  <a:pt x="218168" y="60219"/>
                  <a:pt x="217711" y="63217"/>
                </a:cubicBezTo>
                <a:cubicBezTo>
                  <a:pt x="217255" y="66216"/>
                  <a:pt x="216975" y="69190"/>
                  <a:pt x="216873" y="72140"/>
                </a:cubicBezTo>
                <a:lnTo>
                  <a:pt x="240361" y="72140"/>
                </a:lnTo>
                <a:close/>
                <a:moveTo>
                  <a:pt x="329124" y="63141"/>
                </a:moveTo>
                <a:cubicBezTo>
                  <a:pt x="328309" y="58565"/>
                  <a:pt x="326708" y="54880"/>
                  <a:pt x="324318" y="52084"/>
                </a:cubicBezTo>
                <a:cubicBezTo>
                  <a:pt x="321929" y="49289"/>
                  <a:pt x="318396" y="47891"/>
                  <a:pt x="313718" y="47891"/>
                </a:cubicBezTo>
                <a:cubicBezTo>
                  <a:pt x="307618" y="47891"/>
                  <a:pt x="303043" y="50662"/>
                  <a:pt x="299992" y="56203"/>
                </a:cubicBezTo>
                <a:cubicBezTo>
                  <a:pt x="296942" y="61744"/>
                  <a:pt x="295417" y="69445"/>
                  <a:pt x="295417" y="79307"/>
                </a:cubicBezTo>
                <a:cubicBezTo>
                  <a:pt x="295417" y="88560"/>
                  <a:pt x="297349" y="95653"/>
                  <a:pt x="301212" y="100585"/>
                </a:cubicBezTo>
                <a:cubicBezTo>
                  <a:pt x="305077" y="105515"/>
                  <a:pt x="310720" y="107980"/>
                  <a:pt x="318142" y="107980"/>
                </a:cubicBezTo>
                <a:cubicBezTo>
                  <a:pt x="321295" y="107980"/>
                  <a:pt x="324345" y="107244"/>
                  <a:pt x="327292" y="105770"/>
                </a:cubicBezTo>
                <a:cubicBezTo>
                  <a:pt x="330242" y="104294"/>
                  <a:pt x="332428" y="102642"/>
                  <a:pt x="333850" y="100813"/>
                </a:cubicBezTo>
                <a:lnTo>
                  <a:pt x="335682" y="102337"/>
                </a:lnTo>
                <a:cubicBezTo>
                  <a:pt x="334970" y="103760"/>
                  <a:pt x="334359" y="105234"/>
                  <a:pt x="333850" y="106761"/>
                </a:cubicBezTo>
                <a:cubicBezTo>
                  <a:pt x="333341" y="108286"/>
                  <a:pt x="332833" y="109811"/>
                  <a:pt x="332326" y="111336"/>
                </a:cubicBezTo>
                <a:cubicBezTo>
                  <a:pt x="330089" y="113065"/>
                  <a:pt x="327267" y="114513"/>
                  <a:pt x="323860" y="115681"/>
                </a:cubicBezTo>
                <a:cubicBezTo>
                  <a:pt x="320454" y="116851"/>
                  <a:pt x="316413" y="117436"/>
                  <a:pt x="311735" y="117436"/>
                </a:cubicBezTo>
                <a:cubicBezTo>
                  <a:pt x="304313" y="117436"/>
                  <a:pt x="298060" y="116368"/>
                  <a:pt x="292976" y="114234"/>
                </a:cubicBezTo>
                <a:cubicBezTo>
                  <a:pt x="287894" y="112099"/>
                  <a:pt x="283802" y="109201"/>
                  <a:pt x="280700" y="105542"/>
                </a:cubicBezTo>
                <a:cubicBezTo>
                  <a:pt x="277599" y="101880"/>
                  <a:pt x="275387" y="97736"/>
                  <a:pt x="274065" y="93110"/>
                </a:cubicBezTo>
                <a:cubicBezTo>
                  <a:pt x="272744" y="88483"/>
                  <a:pt x="272083" y="83832"/>
                  <a:pt x="272083" y="79156"/>
                </a:cubicBezTo>
                <a:cubicBezTo>
                  <a:pt x="272083" y="73563"/>
                  <a:pt x="273023" y="68378"/>
                  <a:pt x="274903" y="63599"/>
                </a:cubicBezTo>
                <a:cubicBezTo>
                  <a:pt x="276785" y="58821"/>
                  <a:pt x="279480" y="54703"/>
                  <a:pt x="282988" y="51247"/>
                </a:cubicBezTo>
                <a:cubicBezTo>
                  <a:pt x="286496" y="47788"/>
                  <a:pt x="290740" y="45068"/>
                  <a:pt x="295722" y="43085"/>
                </a:cubicBezTo>
                <a:cubicBezTo>
                  <a:pt x="300704" y="41102"/>
                  <a:pt x="306246" y="40111"/>
                  <a:pt x="312347" y="40111"/>
                </a:cubicBezTo>
                <a:cubicBezTo>
                  <a:pt x="318142" y="40111"/>
                  <a:pt x="323047" y="40772"/>
                  <a:pt x="327062" y="42094"/>
                </a:cubicBezTo>
                <a:cubicBezTo>
                  <a:pt x="331079" y="43416"/>
                  <a:pt x="334918" y="45144"/>
                  <a:pt x="338579" y="47279"/>
                </a:cubicBezTo>
                <a:cubicBezTo>
                  <a:pt x="337358" y="49313"/>
                  <a:pt x="336214" y="51804"/>
                  <a:pt x="335147" y="54754"/>
                </a:cubicBezTo>
                <a:cubicBezTo>
                  <a:pt x="334079" y="57701"/>
                  <a:pt x="333291" y="60497"/>
                  <a:pt x="332782" y="63141"/>
                </a:cubicBezTo>
                <a:lnTo>
                  <a:pt x="329124" y="63141"/>
                </a:lnTo>
                <a:close/>
                <a:moveTo>
                  <a:pt x="389974" y="42857"/>
                </a:moveTo>
                <a:cubicBezTo>
                  <a:pt x="389670" y="44382"/>
                  <a:pt x="389518" y="45754"/>
                  <a:pt x="389518" y="46974"/>
                </a:cubicBezTo>
                <a:cubicBezTo>
                  <a:pt x="389518" y="48296"/>
                  <a:pt x="389670" y="49567"/>
                  <a:pt x="389974" y="50788"/>
                </a:cubicBezTo>
                <a:lnTo>
                  <a:pt x="376554" y="50483"/>
                </a:lnTo>
                <a:cubicBezTo>
                  <a:pt x="376350" y="52821"/>
                  <a:pt x="376173" y="55515"/>
                  <a:pt x="376021" y="58565"/>
                </a:cubicBezTo>
                <a:cubicBezTo>
                  <a:pt x="375869" y="61616"/>
                  <a:pt x="375767" y="64717"/>
                  <a:pt x="375716" y="67869"/>
                </a:cubicBezTo>
                <a:cubicBezTo>
                  <a:pt x="375665" y="71020"/>
                  <a:pt x="375614" y="74071"/>
                  <a:pt x="375562" y="77020"/>
                </a:cubicBezTo>
                <a:cubicBezTo>
                  <a:pt x="375511" y="79969"/>
                  <a:pt x="375486" y="82460"/>
                  <a:pt x="375486" y="84492"/>
                </a:cubicBezTo>
                <a:cubicBezTo>
                  <a:pt x="375486" y="89780"/>
                  <a:pt x="375613" y="94050"/>
                  <a:pt x="375867" y="97303"/>
                </a:cubicBezTo>
                <a:cubicBezTo>
                  <a:pt x="376122" y="100557"/>
                  <a:pt x="376554" y="103048"/>
                  <a:pt x="377163" y="104778"/>
                </a:cubicBezTo>
                <a:cubicBezTo>
                  <a:pt x="377775" y="106507"/>
                  <a:pt x="378639" y="107676"/>
                  <a:pt x="379756" y="108285"/>
                </a:cubicBezTo>
                <a:cubicBezTo>
                  <a:pt x="380874" y="108895"/>
                  <a:pt x="382298" y="109200"/>
                  <a:pt x="384026" y="109200"/>
                </a:cubicBezTo>
                <a:cubicBezTo>
                  <a:pt x="385959" y="109200"/>
                  <a:pt x="387383" y="109073"/>
                  <a:pt x="388297" y="108818"/>
                </a:cubicBezTo>
                <a:cubicBezTo>
                  <a:pt x="389212" y="108564"/>
                  <a:pt x="390127" y="108183"/>
                  <a:pt x="391043" y="107676"/>
                </a:cubicBezTo>
                <a:lnTo>
                  <a:pt x="391043" y="113929"/>
                </a:lnTo>
                <a:cubicBezTo>
                  <a:pt x="389009" y="114844"/>
                  <a:pt x="386467" y="115657"/>
                  <a:pt x="383417" y="116368"/>
                </a:cubicBezTo>
                <a:cubicBezTo>
                  <a:pt x="380366" y="117080"/>
                  <a:pt x="377367" y="117436"/>
                  <a:pt x="374420" y="117436"/>
                </a:cubicBezTo>
                <a:cubicBezTo>
                  <a:pt x="361507" y="117436"/>
                  <a:pt x="355051" y="109709"/>
                  <a:pt x="355051" y="94255"/>
                </a:cubicBezTo>
                <a:cubicBezTo>
                  <a:pt x="355051" y="91306"/>
                  <a:pt x="355101" y="87975"/>
                  <a:pt x="355202" y="84264"/>
                </a:cubicBezTo>
                <a:cubicBezTo>
                  <a:pt x="355304" y="80553"/>
                  <a:pt x="355432" y="76741"/>
                  <a:pt x="355584" y="72826"/>
                </a:cubicBezTo>
                <a:cubicBezTo>
                  <a:pt x="355736" y="68912"/>
                  <a:pt x="355862" y="65048"/>
                  <a:pt x="355963" y="61235"/>
                </a:cubicBezTo>
                <a:cubicBezTo>
                  <a:pt x="356065" y="57421"/>
                  <a:pt x="356117" y="53888"/>
                  <a:pt x="356117" y="50634"/>
                </a:cubicBezTo>
                <a:lnTo>
                  <a:pt x="345442" y="50788"/>
                </a:lnTo>
                <a:cubicBezTo>
                  <a:pt x="345746" y="49567"/>
                  <a:pt x="345898" y="48296"/>
                  <a:pt x="345898" y="46974"/>
                </a:cubicBezTo>
                <a:cubicBezTo>
                  <a:pt x="345898" y="45754"/>
                  <a:pt x="345746" y="44382"/>
                  <a:pt x="345442" y="42857"/>
                </a:cubicBezTo>
                <a:lnTo>
                  <a:pt x="356117" y="43316"/>
                </a:lnTo>
                <a:cubicBezTo>
                  <a:pt x="356117" y="40163"/>
                  <a:pt x="356065" y="37214"/>
                  <a:pt x="355963" y="34470"/>
                </a:cubicBezTo>
                <a:cubicBezTo>
                  <a:pt x="355862" y="31724"/>
                  <a:pt x="355710" y="28419"/>
                  <a:pt x="355507" y="24556"/>
                </a:cubicBezTo>
                <a:cubicBezTo>
                  <a:pt x="359066" y="23132"/>
                  <a:pt x="362574" y="21632"/>
                  <a:pt x="366030" y="20056"/>
                </a:cubicBezTo>
                <a:cubicBezTo>
                  <a:pt x="369487" y="18479"/>
                  <a:pt x="372944" y="16827"/>
                  <a:pt x="376402" y="15099"/>
                </a:cubicBezTo>
                <a:lnTo>
                  <a:pt x="377927" y="16167"/>
                </a:lnTo>
                <a:cubicBezTo>
                  <a:pt x="377723" y="17794"/>
                  <a:pt x="377545" y="19701"/>
                  <a:pt x="377391" y="21887"/>
                </a:cubicBezTo>
                <a:cubicBezTo>
                  <a:pt x="377239" y="24073"/>
                  <a:pt x="377087" y="26361"/>
                  <a:pt x="376935" y="28750"/>
                </a:cubicBezTo>
                <a:cubicBezTo>
                  <a:pt x="376783" y="31139"/>
                  <a:pt x="376682" y="33579"/>
                  <a:pt x="376630" y="36071"/>
                </a:cubicBezTo>
                <a:cubicBezTo>
                  <a:pt x="376579" y="38561"/>
                  <a:pt x="376554" y="40925"/>
                  <a:pt x="376554" y="43162"/>
                </a:cubicBezTo>
                <a:lnTo>
                  <a:pt x="389974" y="42857"/>
                </a:lnTo>
                <a:close/>
                <a:moveTo>
                  <a:pt x="478433" y="87238"/>
                </a:moveTo>
                <a:cubicBezTo>
                  <a:pt x="483720" y="74326"/>
                  <a:pt x="488854" y="61337"/>
                  <a:pt x="493836" y="48272"/>
                </a:cubicBezTo>
                <a:cubicBezTo>
                  <a:pt x="498818" y="35206"/>
                  <a:pt x="503291" y="22674"/>
                  <a:pt x="507257" y="10677"/>
                </a:cubicBezTo>
                <a:cubicBezTo>
                  <a:pt x="509800" y="11186"/>
                  <a:pt x="512037" y="11440"/>
                  <a:pt x="513968" y="11440"/>
                </a:cubicBezTo>
                <a:cubicBezTo>
                  <a:pt x="515900" y="11440"/>
                  <a:pt x="518137" y="11186"/>
                  <a:pt x="520680" y="10677"/>
                </a:cubicBezTo>
                <a:cubicBezTo>
                  <a:pt x="518137" y="16675"/>
                  <a:pt x="515086" y="23894"/>
                  <a:pt x="511527" y="32334"/>
                </a:cubicBezTo>
                <a:cubicBezTo>
                  <a:pt x="507970" y="40772"/>
                  <a:pt x="504259" y="49719"/>
                  <a:pt x="500394" y="59175"/>
                </a:cubicBezTo>
                <a:cubicBezTo>
                  <a:pt x="496531" y="68631"/>
                  <a:pt x="492718" y="78240"/>
                  <a:pt x="488956" y="88002"/>
                </a:cubicBezTo>
                <a:cubicBezTo>
                  <a:pt x="485194" y="97762"/>
                  <a:pt x="481839" y="106912"/>
                  <a:pt x="478891" y="115453"/>
                </a:cubicBezTo>
                <a:cubicBezTo>
                  <a:pt x="476857" y="115250"/>
                  <a:pt x="474620" y="115148"/>
                  <a:pt x="472180" y="115148"/>
                </a:cubicBezTo>
                <a:cubicBezTo>
                  <a:pt x="469739" y="115148"/>
                  <a:pt x="467503" y="115250"/>
                  <a:pt x="465470" y="115453"/>
                </a:cubicBezTo>
                <a:cubicBezTo>
                  <a:pt x="463944" y="111387"/>
                  <a:pt x="462087" y="106456"/>
                  <a:pt x="459901" y="100662"/>
                </a:cubicBezTo>
                <a:cubicBezTo>
                  <a:pt x="457715" y="94865"/>
                  <a:pt x="455377" y="88714"/>
                  <a:pt x="452885" y="82207"/>
                </a:cubicBezTo>
                <a:cubicBezTo>
                  <a:pt x="450395" y="75699"/>
                  <a:pt x="447777" y="69038"/>
                  <a:pt x="445031" y="62226"/>
                </a:cubicBezTo>
                <a:cubicBezTo>
                  <a:pt x="442286" y="55414"/>
                  <a:pt x="439643" y="48830"/>
                  <a:pt x="437100" y="42475"/>
                </a:cubicBezTo>
                <a:cubicBezTo>
                  <a:pt x="434559" y="36121"/>
                  <a:pt x="432169" y="30198"/>
                  <a:pt x="429932" y="24708"/>
                </a:cubicBezTo>
                <a:cubicBezTo>
                  <a:pt x="427697" y="19217"/>
                  <a:pt x="425765" y="14540"/>
                  <a:pt x="424138" y="10677"/>
                </a:cubicBezTo>
                <a:cubicBezTo>
                  <a:pt x="426477" y="10880"/>
                  <a:pt x="428790" y="11059"/>
                  <a:pt x="431077" y="11212"/>
                </a:cubicBezTo>
                <a:cubicBezTo>
                  <a:pt x="433366" y="11364"/>
                  <a:pt x="435628" y="11440"/>
                  <a:pt x="437863" y="11440"/>
                </a:cubicBezTo>
                <a:cubicBezTo>
                  <a:pt x="440100" y="11440"/>
                  <a:pt x="442338" y="11364"/>
                  <a:pt x="444575" y="11212"/>
                </a:cubicBezTo>
                <a:cubicBezTo>
                  <a:pt x="446812" y="11059"/>
                  <a:pt x="449049" y="10880"/>
                  <a:pt x="451286" y="10677"/>
                </a:cubicBezTo>
                <a:cubicBezTo>
                  <a:pt x="453015" y="16371"/>
                  <a:pt x="454972" y="22369"/>
                  <a:pt x="457158" y="28673"/>
                </a:cubicBezTo>
                <a:cubicBezTo>
                  <a:pt x="459344" y="34977"/>
                  <a:pt x="461606" y="41407"/>
                  <a:pt x="463944" y="47965"/>
                </a:cubicBezTo>
                <a:cubicBezTo>
                  <a:pt x="466282" y="54523"/>
                  <a:pt x="468697" y="61107"/>
                  <a:pt x="471188" y="67716"/>
                </a:cubicBezTo>
                <a:cubicBezTo>
                  <a:pt x="473680" y="74325"/>
                  <a:pt x="476095" y="80833"/>
                  <a:pt x="478433" y="87238"/>
                </a:cubicBezTo>
                <a:close/>
                <a:moveTo>
                  <a:pt x="559264" y="92272"/>
                </a:moveTo>
                <a:cubicBezTo>
                  <a:pt x="559264" y="87900"/>
                  <a:pt x="559290" y="84570"/>
                  <a:pt x="559341" y="82282"/>
                </a:cubicBezTo>
                <a:cubicBezTo>
                  <a:pt x="559392" y="79993"/>
                  <a:pt x="559418" y="77985"/>
                  <a:pt x="559418" y="76257"/>
                </a:cubicBezTo>
                <a:cubicBezTo>
                  <a:pt x="557282" y="77478"/>
                  <a:pt x="555019" y="78470"/>
                  <a:pt x="552630" y="79233"/>
                </a:cubicBezTo>
                <a:cubicBezTo>
                  <a:pt x="550240" y="79995"/>
                  <a:pt x="548054" y="80961"/>
                  <a:pt x="546072" y="82130"/>
                </a:cubicBezTo>
                <a:cubicBezTo>
                  <a:pt x="544089" y="83299"/>
                  <a:pt x="542462" y="84900"/>
                  <a:pt x="541192" y="86934"/>
                </a:cubicBezTo>
                <a:cubicBezTo>
                  <a:pt x="539921" y="88968"/>
                  <a:pt x="539286" y="91916"/>
                  <a:pt x="539286" y="95779"/>
                </a:cubicBezTo>
                <a:cubicBezTo>
                  <a:pt x="539286" y="99541"/>
                  <a:pt x="540074" y="102414"/>
                  <a:pt x="541650" y="104397"/>
                </a:cubicBezTo>
                <a:cubicBezTo>
                  <a:pt x="543226" y="106379"/>
                  <a:pt x="545336" y="107371"/>
                  <a:pt x="547978" y="107371"/>
                </a:cubicBezTo>
                <a:cubicBezTo>
                  <a:pt x="551333" y="107371"/>
                  <a:pt x="554053" y="106100"/>
                  <a:pt x="556137" y="103559"/>
                </a:cubicBezTo>
                <a:cubicBezTo>
                  <a:pt x="558222" y="101016"/>
                  <a:pt x="559264" y="97254"/>
                  <a:pt x="559264" y="92272"/>
                </a:cubicBezTo>
                <a:moveTo>
                  <a:pt x="523119" y="50788"/>
                </a:moveTo>
                <a:cubicBezTo>
                  <a:pt x="527390" y="47331"/>
                  <a:pt x="531991" y="44688"/>
                  <a:pt x="536921" y="42857"/>
                </a:cubicBezTo>
                <a:cubicBezTo>
                  <a:pt x="541853" y="41026"/>
                  <a:pt x="546759" y="40111"/>
                  <a:pt x="551638" y="40111"/>
                </a:cubicBezTo>
                <a:cubicBezTo>
                  <a:pt x="555706" y="40111"/>
                  <a:pt x="559443" y="40569"/>
                  <a:pt x="562848" y="41484"/>
                </a:cubicBezTo>
                <a:cubicBezTo>
                  <a:pt x="566255" y="42399"/>
                  <a:pt x="569204" y="43848"/>
                  <a:pt x="571694" y="45831"/>
                </a:cubicBezTo>
                <a:cubicBezTo>
                  <a:pt x="574185" y="47814"/>
                  <a:pt x="576117" y="50382"/>
                  <a:pt x="577488" y="53534"/>
                </a:cubicBezTo>
                <a:cubicBezTo>
                  <a:pt x="578861" y="56685"/>
                  <a:pt x="579548" y="60498"/>
                  <a:pt x="579548" y="64972"/>
                </a:cubicBezTo>
                <a:cubicBezTo>
                  <a:pt x="579548" y="71479"/>
                  <a:pt x="579472" y="77503"/>
                  <a:pt x="579320" y="83045"/>
                </a:cubicBezTo>
                <a:cubicBezTo>
                  <a:pt x="579168" y="88585"/>
                  <a:pt x="579092" y="94100"/>
                  <a:pt x="579092" y="99591"/>
                </a:cubicBezTo>
                <a:cubicBezTo>
                  <a:pt x="579092" y="102031"/>
                  <a:pt x="579269" y="103938"/>
                  <a:pt x="579625" y="105311"/>
                </a:cubicBezTo>
                <a:cubicBezTo>
                  <a:pt x="579982" y="106684"/>
                  <a:pt x="580515" y="107727"/>
                  <a:pt x="581226" y="108439"/>
                </a:cubicBezTo>
                <a:cubicBezTo>
                  <a:pt x="581938" y="109149"/>
                  <a:pt x="582878" y="109606"/>
                  <a:pt x="584046" y="109810"/>
                </a:cubicBezTo>
                <a:cubicBezTo>
                  <a:pt x="585216" y="110013"/>
                  <a:pt x="586564" y="110114"/>
                  <a:pt x="588089" y="110114"/>
                </a:cubicBezTo>
                <a:lnTo>
                  <a:pt x="588089" y="113775"/>
                </a:lnTo>
                <a:cubicBezTo>
                  <a:pt x="585141" y="114996"/>
                  <a:pt x="582650" y="115911"/>
                  <a:pt x="580616" y="116521"/>
                </a:cubicBezTo>
                <a:cubicBezTo>
                  <a:pt x="578582" y="117131"/>
                  <a:pt x="576396" y="117436"/>
                  <a:pt x="574058" y="117436"/>
                </a:cubicBezTo>
                <a:cubicBezTo>
                  <a:pt x="570296" y="117436"/>
                  <a:pt x="567246" y="116521"/>
                  <a:pt x="564908" y="114692"/>
                </a:cubicBezTo>
                <a:cubicBezTo>
                  <a:pt x="562570" y="112861"/>
                  <a:pt x="560790" y="110218"/>
                  <a:pt x="559569" y="106761"/>
                </a:cubicBezTo>
                <a:cubicBezTo>
                  <a:pt x="557231" y="110014"/>
                  <a:pt x="554512" y="112607"/>
                  <a:pt x="551410" y="114538"/>
                </a:cubicBezTo>
                <a:cubicBezTo>
                  <a:pt x="548309" y="116470"/>
                  <a:pt x="544420" y="117436"/>
                  <a:pt x="539744" y="117436"/>
                </a:cubicBezTo>
                <a:cubicBezTo>
                  <a:pt x="535879" y="117436"/>
                  <a:pt x="532574" y="116927"/>
                  <a:pt x="529828" y="115909"/>
                </a:cubicBezTo>
                <a:cubicBezTo>
                  <a:pt x="527084" y="114893"/>
                  <a:pt x="524822" y="113445"/>
                  <a:pt x="523042" y="111564"/>
                </a:cubicBezTo>
                <a:cubicBezTo>
                  <a:pt x="521263" y="109682"/>
                  <a:pt x="519966" y="107547"/>
                  <a:pt x="519153" y="105158"/>
                </a:cubicBezTo>
                <a:cubicBezTo>
                  <a:pt x="518340" y="102768"/>
                  <a:pt x="517934" y="100354"/>
                  <a:pt x="517934" y="97913"/>
                </a:cubicBezTo>
                <a:cubicBezTo>
                  <a:pt x="517934" y="94559"/>
                  <a:pt x="518468" y="91662"/>
                  <a:pt x="519535" y="89221"/>
                </a:cubicBezTo>
                <a:cubicBezTo>
                  <a:pt x="520602" y="86781"/>
                  <a:pt x="522128" y="84696"/>
                  <a:pt x="524110" y="82968"/>
                </a:cubicBezTo>
                <a:cubicBezTo>
                  <a:pt x="526093" y="81240"/>
                  <a:pt x="528457" y="79791"/>
                  <a:pt x="531201" y="78621"/>
                </a:cubicBezTo>
                <a:cubicBezTo>
                  <a:pt x="533947" y="77451"/>
                  <a:pt x="537049" y="76460"/>
                  <a:pt x="540505" y="75647"/>
                </a:cubicBezTo>
                <a:cubicBezTo>
                  <a:pt x="544776" y="74631"/>
                  <a:pt x="548157" y="73742"/>
                  <a:pt x="550647" y="72980"/>
                </a:cubicBezTo>
                <a:cubicBezTo>
                  <a:pt x="553139" y="72217"/>
                  <a:pt x="554994" y="71454"/>
                  <a:pt x="556213" y="70692"/>
                </a:cubicBezTo>
                <a:cubicBezTo>
                  <a:pt x="557434" y="69929"/>
                  <a:pt x="558223" y="69090"/>
                  <a:pt x="558578" y="68174"/>
                </a:cubicBezTo>
                <a:cubicBezTo>
                  <a:pt x="558935" y="67259"/>
                  <a:pt x="559113" y="66140"/>
                  <a:pt x="559113" y="64819"/>
                </a:cubicBezTo>
                <a:cubicBezTo>
                  <a:pt x="559113" y="61159"/>
                  <a:pt x="557816" y="58033"/>
                  <a:pt x="555222" y="55440"/>
                </a:cubicBezTo>
                <a:cubicBezTo>
                  <a:pt x="552630" y="52846"/>
                  <a:pt x="549046" y="51549"/>
                  <a:pt x="544471" y="51549"/>
                </a:cubicBezTo>
                <a:cubicBezTo>
                  <a:pt x="542742" y="51549"/>
                  <a:pt x="540963" y="51778"/>
                  <a:pt x="539132" y="52236"/>
                </a:cubicBezTo>
                <a:cubicBezTo>
                  <a:pt x="537303" y="52693"/>
                  <a:pt x="535549" y="53329"/>
                  <a:pt x="533870" y="54144"/>
                </a:cubicBezTo>
                <a:cubicBezTo>
                  <a:pt x="532193" y="54957"/>
                  <a:pt x="530668" y="55847"/>
                  <a:pt x="529295" y="56813"/>
                </a:cubicBezTo>
                <a:cubicBezTo>
                  <a:pt x="527924" y="57778"/>
                  <a:pt x="526882" y="58820"/>
                  <a:pt x="526170" y="59938"/>
                </a:cubicBezTo>
                <a:lnTo>
                  <a:pt x="525102" y="59938"/>
                </a:lnTo>
                <a:lnTo>
                  <a:pt x="523119" y="50788"/>
                </a:lnTo>
                <a:close/>
                <a:moveTo>
                  <a:pt x="601512" y="53227"/>
                </a:moveTo>
                <a:cubicBezTo>
                  <a:pt x="601512" y="43264"/>
                  <a:pt x="601410" y="34113"/>
                  <a:pt x="601205" y="25776"/>
                </a:cubicBezTo>
                <a:cubicBezTo>
                  <a:pt x="601002" y="17438"/>
                  <a:pt x="600697" y="8999"/>
                  <a:pt x="600291" y="458"/>
                </a:cubicBezTo>
                <a:cubicBezTo>
                  <a:pt x="601613" y="662"/>
                  <a:pt x="603290" y="840"/>
                  <a:pt x="605324" y="994"/>
                </a:cubicBezTo>
                <a:cubicBezTo>
                  <a:pt x="607358" y="1146"/>
                  <a:pt x="609494" y="1222"/>
                  <a:pt x="611731" y="1222"/>
                </a:cubicBezTo>
                <a:cubicBezTo>
                  <a:pt x="613967" y="1222"/>
                  <a:pt x="616101" y="1146"/>
                  <a:pt x="618135" y="994"/>
                </a:cubicBezTo>
                <a:cubicBezTo>
                  <a:pt x="620169" y="840"/>
                  <a:pt x="621847" y="662"/>
                  <a:pt x="623169" y="458"/>
                </a:cubicBezTo>
                <a:cubicBezTo>
                  <a:pt x="622763" y="8999"/>
                  <a:pt x="622457" y="17438"/>
                  <a:pt x="622252" y="25776"/>
                </a:cubicBezTo>
                <a:cubicBezTo>
                  <a:pt x="622049" y="34113"/>
                  <a:pt x="621947" y="43264"/>
                  <a:pt x="621947" y="53227"/>
                </a:cubicBezTo>
                <a:lnTo>
                  <a:pt x="621947" y="63141"/>
                </a:lnTo>
                <a:cubicBezTo>
                  <a:pt x="621947" y="73106"/>
                  <a:pt x="622049" y="82257"/>
                  <a:pt x="622252" y="90594"/>
                </a:cubicBezTo>
                <a:cubicBezTo>
                  <a:pt x="622457" y="98932"/>
                  <a:pt x="622763" y="107218"/>
                  <a:pt x="623169" y="115453"/>
                </a:cubicBezTo>
                <a:cubicBezTo>
                  <a:pt x="621847" y="115250"/>
                  <a:pt x="620169" y="115148"/>
                  <a:pt x="618135" y="115148"/>
                </a:cubicBezTo>
                <a:cubicBezTo>
                  <a:pt x="616101" y="115148"/>
                  <a:pt x="613967" y="115148"/>
                  <a:pt x="611731" y="115148"/>
                </a:cubicBezTo>
                <a:cubicBezTo>
                  <a:pt x="609494" y="115148"/>
                  <a:pt x="607358" y="115148"/>
                  <a:pt x="605324" y="115148"/>
                </a:cubicBezTo>
                <a:cubicBezTo>
                  <a:pt x="603290" y="115148"/>
                  <a:pt x="601613" y="115250"/>
                  <a:pt x="600291" y="115453"/>
                </a:cubicBezTo>
                <a:cubicBezTo>
                  <a:pt x="600697" y="107218"/>
                  <a:pt x="601002" y="98932"/>
                  <a:pt x="601205" y="90594"/>
                </a:cubicBezTo>
                <a:cubicBezTo>
                  <a:pt x="601410" y="82257"/>
                  <a:pt x="601512" y="73106"/>
                  <a:pt x="601512" y="63141"/>
                </a:cubicBezTo>
                <a:lnTo>
                  <a:pt x="601512" y="53227"/>
                </a:lnTo>
                <a:close/>
                <a:moveTo>
                  <a:pt x="687985" y="104471"/>
                </a:moveTo>
                <a:cubicBezTo>
                  <a:pt x="685138" y="108742"/>
                  <a:pt x="681808" y="111971"/>
                  <a:pt x="677995" y="114157"/>
                </a:cubicBezTo>
                <a:cubicBezTo>
                  <a:pt x="674183" y="116343"/>
                  <a:pt x="669837" y="117436"/>
                  <a:pt x="664958" y="117436"/>
                </a:cubicBezTo>
                <a:cubicBezTo>
                  <a:pt x="657331" y="117436"/>
                  <a:pt x="651459" y="115301"/>
                  <a:pt x="647341" y="111031"/>
                </a:cubicBezTo>
                <a:cubicBezTo>
                  <a:pt x="643224" y="106760"/>
                  <a:pt x="641165" y="99693"/>
                  <a:pt x="641165" y="89831"/>
                </a:cubicBezTo>
                <a:cubicBezTo>
                  <a:pt x="641165" y="84646"/>
                  <a:pt x="641267" y="80071"/>
                  <a:pt x="641470" y="76105"/>
                </a:cubicBezTo>
                <a:cubicBezTo>
                  <a:pt x="641673" y="72140"/>
                  <a:pt x="641775" y="68174"/>
                  <a:pt x="641775" y="64209"/>
                </a:cubicBezTo>
                <a:cubicBezTo>
                  <a:pt x="641775" y="60955"/>
                  <a:pt x="641698" y="57423"/>
                  <a:pt x="641544" y="53611"/>
                </a:cubicBezTo>
                <a:cubicBezTo>
                  <a:pt x="641392" y="49797"/>
                  <a:pt x="641215" y="45958"/>
                  <a:pt x="641012" y="42094"/>
                </a:cubicBezTo>
                <a:cubicBezTo>
                  <a:pt x="642333" y="42297"/>
                  <a:pt x="644011" y="42475"/>
                  <a:pt x="646045" y="42629"/>
                </a:cubicBezTo>
                <a:cubicBezTo>
                  <a:pt x="648079" y="42781"/>
                  <a:pt x="650215" y="42857"/>
                  <a:pt x="652452" y="42857"/>
                </a:cubicBezTo>
                <a:cubicBezTo>
                  <a:pt x="654688" y="42857"/>
                  <a:pt x="656822" y="42781"/>
                  <a:pt x="658856" y="42629"/>
                </a:cubicBezTo>
                <a:cubicBezTo>
                  <a:pt x="660890" y="42475"/>
                  <a:pt x="662568" y="42297"/>
                  <a:pt x="663890" y="42094"/>
                </a:cubicBezTo>
                <a:cubicBezTo>
                  <a:pt x="663178" y="47584"/>
                  <a:pt x="662720" y="53939"/>
                  <a:pt x="662517" y="61158"/>
                </a:cubicBezTo>
                <a:cubicBezTo>
                  <a:pt x="662314" y="68377"/>
                  <a:pt x="662212" y="76613"/>
                  <a:pt x="662212" y="85865"/>
                </a:cubicBezTo>
                <a:cubicBezTo>
                  <a:pt x="662212" y="92271"/>
                  <a:pt x="663305" y="96974"/>
                  <a:pt x="665491" y="99973"/>
                </a:cubicBezTo>
                <a:cubicBezTo>
                  <a:pt x="667677" y="102972"/>
                  <a:pt x="670753" y="104471"/>
                  <a:pt x="674718" y="104471"/>
                </a:cubicBezTo>
                <a:cubicBezTo>
                  <a:pt x="679293" y="104471"/>
                  <a:pt x="682648" y="102489"/>
                  <a:pt x="684783" y="98525"/>
                </a:cubicBezTo>
                <a:cubicBezTo>
                  <a:pt x="686918" y="94560"/>
                  <a:pt x="687985" y="89069"/>
                  <a:pt x="687985" y="82054"/>
                </a:cubicBezTo>
                <a:lnTo>
                  <a:pt x="687985" y="75952"/>
                </a:lnTo>
                <a:cubicBezTo>
                  <a:pt x="687985" y="69751"/>
                  <a:pt x="687909" y="63930"/>
                  <a:pt x="687757" y="58491"/>
                </a:cubicBezTo>
                <a:cubicBezTo>
                  <a:pt x="687605" y="53050"/>
                  <a:pt x="687275" y="47584"/>
                  <a:pt x="686766" y="42094"/>
                </a:cubicBezTo>
                <a:cubicBezTo>
                  <a:pt x="689613" y="42603"/>
                  <a:pt x="693426" y="42857"/>
                  <a:pt x="698204" y="42857"/>
                </a:cubicBezTo>
                <a:cubicBezTo>
                  <a:pt x="700544" y="42857"/>
                  <a:pt x="702679" y="42781"/>
                  <a:pt x="704611" y="42629"/>
                </a:cubicBezTo>
                <a:cubicBezTo>
                  <a:pt x="706542" y="42475"/>
                  <a:pt x="708220" y="42297"/>
                  <a:pt x="709644" y="42094"/>
                </a:cubicBezTo>
                <a:cubicBezTo>
                  <a:pt x="709135" y="47584"/>
                  <a:pt x="708804" y="53050"/>
                  <a:pt x="708651" y="58491"/>
                </a:cubicBezTo>
                <a:cubicBezTo>
                  <a:pt x="708499" y="63930"/>
                  <a:pt x="708423" y="69751"/>
                  <a:pt x="708423" y="75952"/>
                </a:cubicBezTo>
                <a:lnTo>
                  <a:pt x="708423" y="82054"/>
                </a:lnTo>
                <a:cubicBezTo>
                  <a:pt x="708423" y="88255"/>
                  <a:pt x="708499" y="94100"/>
                  <a:pt x="708651" y="99591"/>
                </a:cubicBezTo>
                <a:cubicBezTo>
                  <a:pt x="708804" y="105082"/>
                  <a:pt x="709135" y="110369"/>
                  <a:pt x="709644" y="115453"/>
                </a:cubicBezTo>
                <a:cubicBezTo>
                  <a:pt x="707814" y="115250"/>
                  <a:pt x="706008" y="115148"/>
                  <a:pt x="704229" y="115148"/>
                </a:cubicBezTo>
                <a:cubicBezTo>
                  <a:pt x="702449" y="115148"/>
                  <a:pt x="700645" y="115148"/>
                  <a:pt x="698816" y="115148"/>
                </a:cubicBezTo>
                <a:cubicBezTo>
                  <a:pt x="696985" y="115148"/>
                  <a:pt x="695180" y="115148"/>
                  <a:pt x="693401" y="115148"/>
                </a:cubicBezTo>
                <a:cubicBezTo>
                  <a:pt x="691621" y="115148"/>
                  <a:pt x="689714" y="115250"/>
                  <a:pt x="687681" y="115453"/>
                </a:cubicBezTo>
                <a:lnTo>
                  <a:pt x="688293" y="104471"/>
                </a:lnTo>
                <a:lnTo>
                  <a:pt x="687985" y="104471"/>
                </a:lnTo>
                <a:close/>
                <a:moveTo>
                  <a:pt x="745331" y="79003"/>
                </a:moveTo>
                <a:cubicBezTo>
                  <a:pt x="745331" y="83069"/>
                  <a:pt x="745738" y="86882"/>
                  <a:pt x="746551" y="90441"/>
                </a:cubicBezTo>
                <a:cubicBezTo>
                  <a:pt x="747365" y="94000"/>
                  <a:pt x="748611" y="97075"/>
                  <a:pt x="750288" y="99668"/>
                </a:cubicBezTo>
                <a:cubicBezTo>
                  <a:pt x="751965" y="102260"/>
                  <a:pt x="754100" y="104294"/>
                  <a:pt x="756693" y="105770"/>
                </a:cubicBezTo>
                <a:cubicBezTo>
                  <a:pt x="759287" y="107244"/>
                  <a:pt x="762312" y="107980"/>
                  <a:pt x="765768" y="107980"/>
                </a:cubicBezTo>
                <a:cubicBezTo>
                  <a:pt x="772784" y="107980"/>
                  <a:pt x="779037" y="105693"/>
                  <a:pt x="784528" y="101118"/>
                </a:cubicBezTo>
                <a:lnTo>
                  <a:pt x="786357" y="102491"/>
                </a:lnTo>
                <a:lnTo>
                  <a:pt x="783001" y="111031"/>
                </a:lnTo>
                <a:cubicBezTo>
                  <a:pt x="780460" y="112963"/>
                  <a:pt x="777410" y="114513"/>
                  <a:pt x="773851" y="115681"/>
                </a:cubicBezTo>
                <a:cubicBezTo>
                  <a:pt x="770292" y="116851"/>
                  <a:pt x="765615" y="117436"/>
                  <a:pt x="759820" y="117436"/>
                </a:cubicBezTo>
                <a:cubicBezTo>
                  <a:pt x="754839" y="117436"/>
                  <a:pt x="750111" y="116749"/>
                  <a:pt x="745636" y="115376"/>
                </a:cubicBezTo>
                <a:cubicBezTo>
                  <a:pt x="741163" y="114005"/>
                  <a:pt x="737223" y="111743"/>
                  <a:pt x="733816" y="108590"/>
                </a:cubicBezTo>
                <a:cubicBezTo>
                  <a:pt x="730411" y="105438"/>
                  <a:pt x="727717" y="101447"/>
                  <a:pt x="725734" y="96617"/>
                </a:cubicBezTo>
                <a:cubicBezTo>
                  <a:pt x="723751" y="91787"/>
                  <a:pt x="722760" y="86017"/>
                  <a:pt x="722760" y="79307"/>
                </a:cubicBezTo>
                <a:cubicBezTo>
                  <a:pt x="722760" y="72698"/>
                  <a:pt x="723649" y="66954"/>
                  <a:pt x="725427" y="62075"/>
                </a:cubicBezTo>
                <a:cubicBezTo>
                  <a:pt x="727207" y="57194"/>
                  <a:pt x="729673" y="53127"/>
                  <a:pt x="732825" y="49873"/>
                </a:cubicBezTo>
                <a:cubicBezTo>
                  <a:pt x="735978" y="46619"/>
                  <a:pt x="739714" y="44178"/>
                  <a:pt x="744035" y="42552"/>
                </a:cubicBezTo>
                <a:cubicBezTo>
                  <a:pt x="748356" y="40925"/>
                  <a:pt x="753058" y="40111"/>
                  <a:pt x="758142" y="40111"/>
                </a:cubicBezTo>
                <a:cubicBezTo>
                  <a:pt x="768208" y="40111"/>
                  <a:pt x="775909" y="43060"/>
                  <a:pt x="781246" y="48957"/>
                </a:cubicBezTo>
                <a:cubicBezTo>
                  <a:pt x="786585" y="54854"/>
                  <a:pt x="789254" y="63191"/>
                  <a:pt x="789254" y="73969"/>
                </a:cubicBezTo>
                <a:lnTo>
                  <a:pt x="789254" y="77173"/>
                </a:lnTo>
                <a:cubicBezTo>
                  <a:pt x="789254" y="78087"/>
                  <a:pt x="789204" y="78697"/>
                  <a:pt x="789103" y="79003"/>
                </a:cubicBezTo>
                <a:lnTo>
                  <a:pt x="745331" y="79003"/>
                </a:lnTo>
                <a:moveTo>
                  <a:pt x="768819" y="72140"/>
                </a:moveTo>
                <a:cubicBezTo>
                  <a:pt x="768615" y="64514"/>
                  <a:pt x="767674" y="58414"/>
                  <a:pt x="765997" y="53839"/>
                </a:cubicBezTo>
                <a:cubicBezTo>
                  <a:pt x="764319" y="49262"/>
                  <a:pt x="761498" y="46974"/>
                  <a:pt x="757533" y="46974"/>
                </a:cubicBezTo>
                <a:cubicBezTo>
                  <a:pt x="755295" y="46974"/>
                  <a:pt x="753414" y="47736"/>
                  <a:pt x="751889" y="49261"/>
                </a:cubicBezTo>
                <a:cubicBezTo>
                  <a:pt x="750364" y="50787"/>
                  <a:pt x="749144" y="52744"/>
                  <a:pt x="748229" y="55135"/>
                </a:cubicBezTo>
                <a:cubicBezTo>
                  <a:pt x="747313" y="57524"/>
                  <a:pt x="746627" y="60219"/>
                  <a:pt x="746169" y="63217"/>
                </a:cubicBezTo>
                <a:cubicBezTo>
                  <a:pt x="745713" y="66216"/>
                  <a:pt x="745434" y="69190"/>
                  <a:pt x="745331" y="72140"/>
                </a:cubicBezTo>
                <a:lnTo>
                  <a:pt x="768819" y="72140"/>
                </a:lnTo>
                <a:close/>
                <a:moveTo>
                  <a:pt x="838364" y="73359"/>
                </a:moveTo>
                <a:lnTo>
                  <a:pt x="838364" y="90136"/>
                </a:lnTo>
                <a:lnTo>
                  <a:pt x="800390" y="90136"/>
                </a:lnTo>
                <a:lnTo>
                  <a:pt x="800390" y="73359"/>
                </a:lnTo>
                <a:lnTo>
                  <a:pt x="838364" y="73359"/>
                </a:lnTo>
                <a:close/>
                <a:moveTo>
                  <a:pt x="858954" y="52922"/>
                </a:moveTo>
                <a:cubicBezTo>
                  <a:pt x="858954" y="44484"/>
                  <a:pt x="858852" y="36986"/>
                  <a:pt x="858649" y="30428"/>
                </a:cubicBezTo>
                <a:cubicBezTo>
                  <a:pt x="858445" y="23870"/>
                  <a:pt x="858141" y="17286"/>
                  <a:pt x="857734" y="10677"/>
                </a:cubicBezTo>
                <a:cubicBezTo>
                  <a:pt x="859462" y="10880"/>
                  <a:pt x="861343" y="11059"/>
                  <a:pt x="863375" y="11212"/>
                </a:cubicBezTo>
                <a:cubicBezTo>
                  <a:pt x="865409" y="11364"/>
                  <a:pt x="867697" y="11440"/>
                  <a:pt x="870240" y="11440"/>
                </a:cubicBezTo>
                <a:cubicBezTo>
                  <a:pt x="872782" y="11440"/>
                  <a:pt x="875068" y="11364"/>
                  <a:pt x="877101" y="11212"/>
                </a:cubicBezTo>
                <a:cubicBezTo>
                  <a:pt x="879135" y="11059"/>
                  <a:pt x="881016" y="10880"/>
                  <a:pt x="882744" y="10677"/>
                </a:cubicBezTo>
                <a:cubicBezTo>
                  <a:pt x="882338" y="17286"/>
                  <a:pt x="882033" y="23870"/>
                  <a:pt x="881830" y="30428"/>
                </a:cubicBezTo>
                <a:cubicBezTo>
                  <a:pt x="881626" y="36986"/>
                  <a:pt x="881525" y="44484"/>
                  <a:pt x="881525" y="52922"/>
                </a:cubicBezTo>
                <a:lnTo>
                  <a:pt x="881525" y="73664"/>
                </a:lnTo>
                <a:cubicBezTo>
                  <a:pt x="881525" y="82104"/>
                  <a:pt x="881626" y="89603"/>
                  <a:pt x="881830" y="96161"/>
                </a:cubicBezTo>
                <a:cubicBezTo>
                  <a:pt x="882033" y="102719"/>
                  <a:pt x="882338" y="109149"/>
                  <a:pt x="882744" y="115453"/>
                </a:cubicBezTo>
                <a:cubicBezTo>
                  <a:pt x="881016" y="115250"/>
                  <a:pt x="879135" y="115148"/>
                  <a:pt x="877101" y="115148"/>
                </a:cubicBezTo>
                <a:cubicBezTo>
                  <a:pt x="875068" y="115148"/>
                  <a:pt x="872782" y="115148"/>
                  <a:pt x="870240" y="115148"/>
                </a:cubicBezTo>
                <a:cubicBezTo>
                  <a:pt x="867697" y="115148"/>
                  <a:pt x="865409" y="115148"/>
                  <a:pt x="863375" y="115148"/>
                </a:cubicBezTo>
                <a:cubicBezTo>
                  <a:pt x="861343" y="115148"/>
                  <a:pt x="859462" y="115250"/>
                  <a:pt x="857734" y="115453"/>
                </a:cubicBezTo>
                <a:cubicBezTo>
                  <a:pt x="858141" y="109149"/>
                  <a:pt x="858445" y="102719"/>
                  <a:pt x="858649" y="96161"/>
                </a:cubicBezTo>
                <a:cubicBezTo>
                  <a:pt x="858852" y="89603"/>
                  <a:pt x="858954" y="82104"/>
                  <a:pt x="858954" y="73664"/>
                </a:cubicBezTo>
                <a:lnTo>
                  <a:pt x="858954" y="52922"/>
                </a:lnTo>
                <a:close/>
                <a:moveTo>
                  <a:pt x="925297" y="53532"/>
                </a:moveTo>
                <a:cubicBezTo>
                  <a:pt x="928144" y="49262"/>
                  <a:pt x="931474" y="45958"/>
                  <a:pt x="935285" y="43620"/>
                </a:cubicBezTo>
                <a:cubicBezTo>
                  <a:pt x="939099" y="41281"/>
                  <a:pt x="943445" y="40111"/>
                  <a:pt x="948325" y="40111"/>
                </a:cubicBezTo>
                <a:cubicBezTo>
                  <a:pt x="955951" y="40111"/>
                  <a:pt x="961824" y="42323"/>
                  <a:pt x="965941" y="46746"/>
                </a:cubicBezTo>
                <a:cubicBezTo>
                  <a:pt x="970059" y="51169"/>
                  <a:pt x="972118" y="58312"/>
                  <a:pt x="972118" y="68174"/>
                </a:cubicBezTo>
                <a:cubicBezTo>
                  <a:pt x="972118" y="73359"/>
                  <a:pt x="972016" y="77934"/>
                  <a:pt x="971813" y="81900"/>
                </a:cubicBezTo>
                <a:cubicBezTo>
                  <a:pt x="971609" y="85865"/>
                  <a:pt x="971508" y="89831"/>
                  <a:pt x="971508" y="93796"/>
                </a:cubicBezTo>
                <a:cubicBezTo>
                  <a:pt x="971508" y="97050"/>
                  <a:pt x="971584" y="100583"/>
                  <a:pt x="971736" y="104397"/>
                </a:cubicBezTo>
                <a:cubicBezTo>
                  <a:pt x="971889" y="108209"/>
                  <a:pt x="972068" y="111894"/>
                  <a:pt x="972271" y="115453"/>
                </a:cubicBezTo>
                <a:cubicBezTo>
                  <a:pt x="970949" y="115250"/>
                  <a:pt x="969271" y="115148"/>
                  <a:pt x="967237" y="115148"/>
                </a:cubicBezTo>
                <a:cubicBezTo>
                  <a:pt x="965204" y="115148"/>
                  <a:pt x="963068" y="115148"/>
                  <a:pt x="960831" y="115148"/>
                </a:cubicBezTo>
                <a:cubicBezTo>
                  <a:pt x="958595" y="115148"/>
                  <a:pt x="956460" y="115148"/>
                  <a:pt x="954426" y="115148"/>
                </a:cubicBezTo>
                <a:cubicBezTo>
                  <a:pt x="952392" y="115148"/>
                  <a:pt x="950715" y="115250"/>
                  <a:pt x="949393" y="115453"/>
                </a:cubicBezTo>
                <a:cubicBezTo>
                  <a:pt x="950105" y="110166"/>
                  <a:pt x="950563" y="103938"/>
                  <a:pt x="950766" y="96771"/>
                </a:cubicBezTo>
                <a:cubicBezTo>
                  <a:pt x="950969" y="89603"/>
                  <a:pt x="951071" y="81393"/>
                  <a:pt x="951071" y="72140"/>
                </a:cubicBezTo>
                <a:cubicBezTo>
                  <a:pt x="951071" y="65734"/>
                  <a:pt x="949978" y="61031"/>
                  <a:pt x="947792" y="58033"/>
                </a:cubicBezTo>
                <a:cubicBezTo>
                  <a:pt x="945606" y="55032"/>
                  <a:pt x="942530" y="53532"/>
                  <a:pt x="938564" y="53532"/>
                </a:cubicBezTo>
                <a:cubicBezTo>
                  <a:pt x="933989" y="53532"/>
                  <a:pt x="930634" y="55515"/>
                  <a:pt x="928499" y="59480"/>
                </a:cubicBezTo>
                <a:cubicBezTo>
                  <a:pt x="926365" y="63446"/>
                  <a:pt x="925297" y="68936"/>
                  <a:pt x="925297" y="75952"/>
                </a:cubicBezTo>
                <a:lnTo>
                  <a:pt x="925297" y="82054"/>
                </a:lnTo>
                <a:cubicBezTo>
                  <a:pt x="925297" y="88255"/>
                  <a:pt x="925373" y="94100"/>
                  <a:pt x="925525" y="99591"/>
                </a:cubicBezTo>
                <a:cubicBezTo>
                  <a:pt x="925677" y="105082"/>
                  <a:pt x="926008" y="110369"/>
                  <a:pt x="926517" y="115453"/>
                </a:cubicBezTo>
                <a:cubicBezTo>
                  <a:pt x="925195" y="115250"/>
                  <a:pt x="923543" y="115148"/>
                  <a:pt x="921560" y="115148"/>
                </a:cubicBezTo>
                <a:cubicBezTo>
                  <a:pt x="919577" y="115148"/>
                  <a:pt x="917417" y="115148"/>
                  <a:pt x="915079" y="115148"/>
                </a:cubicBezTo>
                <a:cubicBezTo>
                  <a:pt x="912739" y="115148"/>
                  <a:pt x="910604" y="115148"/>
                  <a:pt x="908672" y="115148"/>
                </a:cubicBezTo>
                <a:cubicBezTo>
                  <a:pt x="906740" y="115148"/>
                  <a:pt x="905063" y="115250"/>
                  <a:pt x="903638" y="115453"/>
                </a:cubicBezTo>
                <a:cubicBezTo>
                  <a:pt x="904147" y="110369"/>
                  <a:pt x="904478" y="105082"/>
                  <a:pt x="904630" y="99591"/>
                </a:cubicBezTo>
                <a:cubicBezTo>
                  <a:pt x="904783" y="94100"/>
                  <a:pt x="904860" y="88255"/>
                  <a:pt x="904860" y="82054"/>
                </a:cubicBezTo>
                <a:lnTo>
                  <a:pt x="904860" y="75952"/>
                </a:lnTo>
                <a:cubicBezTo>
                  <a:pt x="904860" y="69751"/>
                  <a:pt x="904783" y="63930"/>
                  <a:pt x="904630" y="58491"/>
                </a:cubicBezTo>
                <a:cubicBezTo>
                  <a:pt x="904478" y="53050"/>
                  <a:pt x="904147" y="47584"/>
                  <a:pt x="903638" y="42094"/>
                </a:cubicBezTo>
                <a:cubicBezTo>
                  <a:pt x="905469" y="42297"/>
                  <a:pt x="907274" y="42475"/>
                  <a:pt x="909054" y="42629"/>
                </a:cubicBezTo>
                <a:cubicBezTo>
                  <a:pt x="910833" y="42781"/>
                  <a:pt x="912638" y="42857"/>
                  <a:pt x="914467" y="42857"/>
                </a:cubicBezTo>
                <a:cubicBezTo>
                  <a:pt x="916297" y="42857"/>
                  <a:pt x="918102" y="42781"/>
                  <a:pt x="919882" y="42629"/>
                </a:cubicBezTo>
                <a:cubicBezTo>
                  <a:pt x="921661" y="42475"/>
                  <a:pt x="923568" y="42297"/>
                  <a:pt x="925602" y="42094"/>
                </a:cubicBezTo>
                <a:lnTo>
                  <a:pt x="924990" y="53532"/>
                </a:lnTo>
                <a:lnTo>
                  <a:pt x="925297" y="53532"/>
                </a:lnTo>
                <a:close/>
                <a:moveTo>
                  <a:pt x="1028547" y="42857"/>
                </a:moveTo>
                <a:cubicBezTo>
                  <a:pt x="1028447" y="43670"/>
                  <a:pt x="1028345" y="44382"/>
                  <a:pt x="1028243" y="44993"/>
                </a:cubicBezTo>
                <a:cubicBezTo>
                  <a:pt x="1028142" y="45603"/>
                  <a:pt x="1028091" y="46263"/>
                  <a:pt x="1028091" y="46974"/>
                </a:cubicBezTo>
                <a:cubicBezTo>
                  <a:pt x="1028091" y="47585"/>
                  <a:pt x="1028142" y="48221"/>
                  <a:pt x="1028243" y="48882"/>
                </a:cubicBezTo>
                <a:cubicBezTo>
                  <a:pt x="1028345" y="49543"/>
                  <a:pt x="1028447" y="50178"/>
                  <a:pt x="1028547" y="50788"/>
                </a:cubicBezTo>
                <a:lnTo>
                  <a:pt x="1014212" y="50483"/>
                </a:lnTo>
                <a:lnTo>
                  <a:pt x="1014212" y="63141"/>
                </a:lnTo>
                <a:cubicBezTo>
                  <a:pt x="1014212" y="73106"/>
                  <a:pt x="1014314" y="82257"/>
                  <a:pt x="1014517" y="90594"/>
                </a:cubicBezTo>
                <a:cubicBezTo>
                  <a:pt x="1014720" y="98932"/>
                  <a:pt x="1015025" y="107218"/>
                  <a:pt x="1015432" y="115453"/>
                </a:cubicBezTo>
                <a:cubicBezTo>
                  <a:pt x="1014110" y="115250"/>
                  <a:pt x="1012432" y="115148"/>
                  <a:pt x="1010398" y="115148"/>
                </a:cubicBezTo>
                <a:cubicBezTo>
                  <a:pt x="1008365" y="115148"/>
                  <a:pt x="1006231" y="115148"/>
                  <a:pt x="1003993" y="115148"/>
                </a:cubicBezTo>
                <a:cubicBezTo>
                  <a:pt x="1001756" y="115148"/>
                  <a:pt x="999621" y="115148"/>
                  <a:pt x="997587" y="115148"/>
                </a:cubicBezTo>
                <a:cubicBezTo>
                  <a:pt x="995554" y="115148"/>
                  <a:pt x="993877" y="115250"/>
                  <a:pt x="992555" y="115453"/>
                </a:cubicBezTo>
                <a:cubicBezTo>
                  <a:pt x="992962" y="107218"/>
                  <a:pt x="993267" y="98932"/>
                  <a:pt x="993470" y="90594"/>
                </a:cubicBezTo>
                <a:cubicBezTo>
                  <a:pt x="993673" y="82257"/>
                  <a:pt x="993775" y="73106"/>
                  <a:pt x="993775" y="63141"/>
                </a:cubicBezTo>
                <a:lnTo>
                  <a:pt x="993775" y="50634"/>
                </a:lnTo>
                <a:lnTo>
                  <a:pt x="983100" y="50788"/>
                </a:lnTo>
                <a:cubicBezTo>
                  <a:pt x="983404" y="49567"/>
                  <a:pt x="983556" y="48296"/>
                  <a:pt x="983556" y="46974"/>
                </a:cubicBezTo>
                <a:cubicBezTo>
                  <a:pt x="983556" y="45754"/>
                  <a:pt x="983404" y="44382"/>
                  <a:pt x="983100" y="42857"/>
                </a:cubicBezTo>
                <a:lnTo>
                  <a:pt x="993775" y="43316"/>
                </a:lnTo>
                <a:cubicBezTo>
                  <a:pt x="994793" y="37113"/>
                  <a:pt x="996064" y="31368"/>
                  <a:pt x="997589" y="26081"/>
                </a:cubicBezTo>
                <a:cubicBezTo>
                  <a:pt x="999114" y="20793"/>
                  <a:pt x="1001122" y="16218"/>
                  <a:pt x="1003612" y="12355"/>
                </a:cubicBezTo>
                <a:cubicBezTo>
                  <a:pt x="1006103" y="8490"/>
                  <a:pt x="1009230" y="5465"/>
                  <a:pt x="1012993" y="3279"/>
                </a:cubicBezTo>
                <a:cubicBezTo>
                  <a:pt x="1016755" y="1093"/>
                  <a:pt x="1021381" y="0"/>
                  <a:pt x="1026870" y="0"/>
                </a:cubicBezTo>
                <a:cubicBezTo>
                  <a:pt x="1028599" y="0"/>
                  <a:pt x="1030735" y="254"/>
                  <a:pt x="1033276" y="763"/>
                </a:cubicBezTo>
                <a:cubicBezTo>
                  <a:pt x="1032971" y="2391"/>
                  <a:pt x="1032792" y="4602"/>
                  <a:pt x="1032741" y="7398"/>
                </a:cubicBezTo>
                <a:cubicBezTo>
                  <a:pt x="1032691" y="10194"/>
                  <a:pt x="1032666" y="12913"/>
                  <a:pt x="1032666" y="15557"/>
                </a:cubicBezTo>
                <a:lnTo>
                  <a:pt x="1032666" y="20591"/>
                </a:lnTo>
                <a:lnTo>
                  <a:pt x="1030835" y="21200"/>
                </a:lnTo>
                <a:cubicBezTo>
                  <a:pt x="1028803" y="20082"/>
                  <a:pt x="1026465" y="19065"/>
                  <a:pt x="1023821" y="18150"/>
                </a:cubicBezTo>
                <a:cubicBezTo>
                  <a:pt x="1021177" y="17234"/>
                  <a:pt x="1018635" y="16777"/>
                  <a:pt x="1016195" y="16777"/>
                </a:cubicBezTo>
                <a:cubicBezTo>
                  <a:pt x="1013246" y="16777"/>
                  <a:pt x="1010983" y="17260"/>
                  <a:pt x="1009406" y="18226"/>
                </a:cubicBezTo>
                <a:cubicBezTo>
                  <a:pt x="1007832" y="19191"/>
                  <a:pt x="1007044" y="20894"/>
                  <a:pt x="1007044" y="23334"/>
                </a:cubicBezTo>
                <a:cubicBezTo>
                  <a:pt x="1007044" y="25674"/>
                  <a:pt x="1007730" y="28674"/>
                  <a:pt x="1009102" y="32334"/>
                </a:cubicBezTo>
                <a:cubicBezTo>
                  <a:pt x="1010475" y="35993"/>
                  <a:pt x="1012178" y="39603"/>
                  <a:pt x="1014212" y="43162"/>
                </a:cubicBezTo>
                <a:lnTo>
                  <a:pt x="1028547" y="42857"/>
                </a:lnTo>
                <a:close/>
                <a:moveTo>
                  <a:pt x="1085588" y="75191"/>
                </a:moveTo>
                <a:cubicBezTo>
                  <a:pt x="1085588" y="66242"/>
                  <a:pt x="1084470" y="59302"/>
                  <a:pt x="1082233" y="54372"/>
                </a:cubicBezTo>
                <a:cubicBezTo>
                  <a:pt x="1079995" y="49440"/>
                  <a:pt x="1076284" y="46974"/>
                  <a:pt x="1071099" y="46974"/>
                </a:cubicBezTo>
                <a:cubicBezTo>
                  <a:pt x="1066422" y="46974"/>
                  <a:pt x="1062736" y="49719"/>
                  <a:pt x="1060041" y="55210"/>
                </a:cubicBezTo>
                <a:cubicBezTo>
                  <a:pt x="1057347" y="60700"/>
                  <a:pt x="1056001" y="69292"/>
                  <a:pt x="1056001" y="80985"/>
                </a:cubicBezTo>
                <a:cubicBezTo>
                  <a:pt x="1056001" y="85255"/>
                  <a:pt x="1056254" y="89220"/>
                  <a:pt x="1056762" y="92882"/>
                </a:cubicBezTo>
                <a:cubicBezTo>
                  <a:pt x="1057271" y="96542"/>
                  <a:pt x="1058110" y="99719"/>
                  <a:pt x="1059280" y="102414"/>
                </a:cubicBezTo>
                <a:cubicBezTo>
                  <a:pt x="1060449" y="105107"/>
                  <a:pt x="1061975" y="107217"/>
                  <a:pt x="1063855" y="108744"/>
                </a:cubicBezTo>
                <a:cubicBezTo>
                  <a:pt x="1065737" y="110269"/>
                  <a:pt x="1068101" y="111031"/>
                  <a:pt x="1070948" y="111031"/>
                </a:cubicBezTo>
                <a:cubicBezTo>
                  <a:pt x="1080708" y="111031"/>
                  <a:pt x="1085588" y="99084"/>
                  <a:pt x="1085588" y="75191"/>
                </a:cubicBezTo>
                <a:moveTo>
                  <a:pt x="1033430" y="80832"/>
                </a:moveTo>
                <a:cubicBezTo>
                  <a:pt x="1033430" y="74019"/>
                  <a:pt x="1034471" y="68072"/>
                  <a:pt x="1036555" y="62989"/>
                </a:cubicBezTo>
                <a:cubicBezTo>
                  <a:pt x="1038640" y="57905"/>
                  <a:pt x="1041411" y="53661"/>
                  <a:pt x="1044868" y="50255"/>
                </a:cubicBezTo>
                <a:cubicBezTo>
                  <a:pt x="1048324" y="46848"/>
                  <a:pt x="1052314" y="44306"/>
                  <a:pt x="1056838" y="42629"/>
                </a:cubicBezTo>
                <a:cubicBezTo>
                  <a:pt x="1061364" y="40950"/>
                  <a:pt x="1066016" y="40111"/>
                  <a:pt x="1070794" y="40111"/>
                </a:cubicBezTo>
                <a:cubicBezTo>
                  <a:pt x="1082691" y="40111"/>
                  <a:pt x="1091893" y="43467"/>
                  <a:pt x="1098399" y="50178"/>
                </a:cubicBezTo>
                <a:cubicBezTo>
                  <a:pt x="1104906" y="56888"/>
                  <a:pt x="1108159" y="65988"/>
                  <a:pt x="1108159" y="77478"/>
                </a:cubicBezTo>
                <a:cubicBezTo>
                  <a:pt x="1108159" y="83679"/>
                  <a:pt x="1107244" y="89272"/>
                  <a:pt x="1105413" y="94255"/>
                </a:cubicBezTo>
                <a:cubicBezTo>
                  <a:pt x="1103584" y="99237"/>
                  <a:pt x="1101017" y="103481"/>
                  <a:pt x="1097713" y="106989"/>
                </a:cubicBezTo>
                <a:cubicBezTo>
                  <a:pt x="1094408" y="110497"/>
                  <a:pt x="1090468" y="113115"/>
                  <a:pt x="1085893" y="114843"/>
                </a:cubicBezTo>
                <a:cubicBezTo>
                  <a:pt x="1081318" y="116572"/>
                  <a:pt x="1076285" y="117436"/>
                  <a:pt x="1070794" y="117436"/>
                </a:cubicBezTo>
                <a:cubicBezTo>
                  <a:pt x="1066219" y="117436"/>
                  <a:pt x="1061720" y="116825"/>
                  <a:pt x="1057297" y="115604"/>
                </a:cubicBezTo>
                <a:cubicBezTo>
                  <a:pt x="1052874" y="114385"/>
                  <a:pt x="1048883" y="112327"/>
                  <a:pt x="1045324" y="109430"/>
                </a:cubicBezTo>
                <a:cubicBezTo>
                  <a:pt x="1041766" y="106532"/>
                  <a:pt x="1038894" y="102744"/>
                  <a:pt x="1036708" y="98067"/>
                </a:cubicBezTo>
                <a:cubicBezTo>
                  <a:pt x="1034523" y="93389"/>
                  <a:pt x="1033430" y="87644"/>
                  <a:pt x="1033430" y="80832"/>
                </a:cubicBezTo>
                <a:close/>
                <a:moveTo>
                  <a:pt x="1143239" y="61007"/>
                </a:moveTo>
                <a:cubicBezTo>
                  <a:pt x="1145883" y="53991"/>
                  <a:pt x="1149085" y="48831"/>
                  <a:pt x="1152846" y="45526"/>
                </a:cubicBezTo>
                <a:cubicBezTo>
                  <a:pt x="1156608" y="42222"/>
                  <a:pt x="1161082" y="40569"/>
                  <a:pt x="1166269" y="40569"/>
                </a:cubicBezTo>
                <a:cubicBezTo>
                  <a:pt x="1166776" y="40569"/>
                  <a:pt x="1167207" y="40595"/>
                  <a:pt x="1167563" y="40646"/>
                </a:cubicBezTo>
                <a:cubicBezTo>
                  <a:pt x="1167919" y="40696"/>
                  <a:pt x="1168301" y="40721"/>
                  <a:pt x="1168708" y="40721"/>
                </a:cubicBezTo>
                <a:cubicBezTo>
                  <a:pt x="1168402" y="42246"/>
                  <a:pt x="1168173" y="43873"/>
                  <a:pt x="1168021" y="45603"/>
                </a:cubicBezTo>
                <a:cubicBezTo>
                  <a:pt x="1167869" y="47331"/>
                  <a:pt x="1167793" y="49365"/>
                  <a:pt x="1167793" y="51703"/>
                </a:cubicBezTo>
                <a:lnTo>
                  <a:pt x="1167793" y="56583"/>
                </a:lnTo>
                <a:cubicBezTo>
                  <a:pt x="1167793" y="57396"/>
                  <a:pt x="1167793" y="58260"/>
                  <a:pt x="1167793" y="59175"/>
                </a:cubicBezTo>
                <a:cubicBezTo>
                  <a:pt x="1167793" y="60091"/>
                  <a:pt x="1167843" y="60955"/>
                  <a:pt x="1167944" y="61768"/>
                </a:cubicBezTo>
                <a:lnTo>
                  <a:pt x="1166574" y="62989"/>
                </a:lnTo>
                <a:cubicBezTo>
                  <a:pt x="1165556" y="62378"/>
                  <a:pt x="1164412" y="61869"/>
                  <a:pt x="1163141" y="61463"/>
                </a:cubicBezTo>
                <a:cubicBezTo>
                  <a:pt x="1161870" y="61056"/>
                  <a:pt x="1160421" y="60853"/>
                  <a:pt x="1158794" y="60853"/>
                </a:cubicBezTo>
                <a:cubicBezTo>
                  <a:pt x="1154219" y="60853"/>
                  <a:pt x="1150609" y="62353"/>
                  <a:pt x="1147966" y="65354"/>
                </a:cubicBezTo>
                <a:cubicBezTo>
                  <a:pt x="1145322" y="68353"/>
                  <a:pt x="1144000" y="71885"/>
                  <a:pt x="1144000" y="75952"/>
                </a:cubicBezTo>
                <a:lnTo>
                  <a:pt x="1144000" y="82054"/>
                </a:lnTo>
                <a:cubicBezTo>
                  <a:pt x="1144000" y="88255"/>
                  <a:pt x="1144076" y="94100"/>
                  <a:pt x="1144228" y="99591"/>
                </a:cubicBezTo>
                <a:cubicBezTo>
                  <a:pt x="1144382" y="105082"/>
                  <a:pt x="1144713" y="110369"/>
                  <a:pt x="1145222" y="115453"/>
                </a:cubicBezTo>
                <a:cubicBezTo>
                  <a:pt x="1143900" y="115250"/>
                  <a:pt x="1142248" y="115148"/>
                  <a:pt x="1140265" y="115148"/>
                </a:cubicBezTo>
                <a:cubicBezTo>
                  <a:pt x="1138282" y="115148"/>
                  <a:pt x="1136121" y="115148"/>
                  <a:pt x="1133781" y="115148"/>
                </a:cubicBezTo>
                <a:cubicBezTo>
                  <a:pt x="1131443" y="115148"/>
                  <a:pt x="1129309" y="115148"/>
                  <a:pt x="1127377" y="115148"/>
                </a:cubicBezTo>
                <a:cubicBezTo>
                  <a:pt x="1125446" y="115148"/>
                  <a:pt x="1123768" y="115250"/>
                  <a:pt x="1122343" y="115453"/>
                </a:cubicBezTo>
                <a:cubicBezTo>
                  <a:pt x="1122852" y="110369"/>
                  <a:pt x="1123183" y="105082"/>
                  <a:pt x="1123335" y="99591"/>
                </a:cubicBezTo>
                <a:cubicBezTo>
                  <a:pt x="1123487" y="94100"/>
                  <a:pt x="1123563" y="88255"/>
                  <a:pt x="1123563" y="82054"/>
                </a:cubicBezTo>
                <a:lnTo>
                  <a:pt x="1123563" y="75952"/>
                </a:lnTo>
                <a:cubicBezTo>
                  <a:pt x="1123563" y="69751"/>
                  <a:pt x="1123487" y="63930"/>
                  <a:pt x="1123335" y="58491"/>
                </a:cubicBezTo>
                <a:cubicBezTo>
                  <a:pt x="1123183" y="53050"/>
                  <a:pt x="1122852" y="47584"/>
                  <a:pt x="1122343" y="42094"/>
                </a:cubicBezTo>
                <a:cubicBezTo>
                  <a:pt x="1124072" y="42297"/>
                  <a:pt x="1125826" y="42475"/>
                  <a:pt x="1127605" y="42629"/>
                </a:cubicBezTo>
                <a:cubicBezTo>
                  <a:pt x="1129385" y="42781"/>
                  <a:pt x="1131139" y="42857"/>
                  <a:pt x="1132867" y="42857"/>
                </a:cubicBezTo>
                <a:cubicBezTo>
                  <a:pt x="1134595" y="42857"/>
                  <a:pt x="1136349" y="42781"/>
                  <a:pt x="1138129" y="42629"/>
                </a:cubicBezTo>
                <a:cubicBezTo>
                  <a:pt x="1139908" y="42475"/>
                  <a:pt x="1141662" y="42297"/>
                  <a:pt x="1143390" y="42094"/>
                </a:cubicBezTo>
                <a:lnTo>
                  <a:pt x="1142934" y="60702"/>
                </a:lnTo>
                <a:lnTo>
                  <a:pt x="1143239" y="61007"/>
                </a:lnTo>
                <a:close/>
                <a:moveTo>
                  <a:pt x="1201803" y="53532"/>
                </a:moveTo>
                <a:cubicBezTo>
                  <a:pt x="1204650" y="49262"/>
                  <a:pt x="1207979" y="45958"/>
                  <a:pt x="1211791" y="43620"/>
                </a:cubicBezTo>
                <a:cubicBezTo>
                  <a:pt x="1215605" y="41281"/>
                  <a:pt x="1219952" y="40111"/>
                  <a:pt x="1224833" y="40111"/>
                </a:cubicBezTo>
                <a:cubicBezTo>
                  <a:pt x="1229408" y="40111"/>
                  <a:pt x="1233348" y="41357"/>
                  <a:pt x="1236652" y="43848"/>
                </a:cubicBezTo>
                <a:cubicBezTo>
                  <a:pt x="1239957" y="46340"/>
                  <a:pt x="1242524" y="49924"/>
                  <a:pt x="1244353" y="54600"/>
                </a:cubicBezTo>
                <a:cubicBezTo>
                  <a:pt x="1247405" y="49924"/>
                  <a:pt x="1250964" y="46340"/>
                  <a:pt x="1255030" y="43848"/>
                </a:cubicBezTo>
                <a:cubicBezTo>
                  <a:pt x="1259096" y="41357"/>
                  <a:pt x="1263418" y="40111"/>
                  <a:pt x="1267995" y="40111"/>
                </a:cubicBezTo>
                <a:cubicBezTo>
                  <a:pt x="1275620" y="40111"/>
                  <a:pt x="1281492" y="42323"/>
                  <a:pt x="1285609" y="46746"/>
                </a:cubicBezTo>
                <a:cubicBezTo>
                  <a:pt x="1289727" y="51169"/>
                  <a:pt x="1291785" y="58312"/>
                  <a:pt x="1291785" y="68174"/>
                </a:cubicBezTo>
                <a:cubicBezTo>
                  <a:pt x="1291785" y="73359"/>
                  <a:pt x="1291684" y="77934"/>
                  <a:pt x="1291480" y="81900"/>
                </a:cubicBezTo>
                <a:cubicBezTo>
                  <a:pt x="1291277" y="85865"/>
                  <a:pt x="1291176" y="89831"/>
                  <a:pt x="1291176" y="93796"/>
                </a:cubicBezTo>
                <a:cubicBezTo>
                  <a:pt x="1291176" y="97050"/>
                  <a:pt x="1291252" y="100583"/>
                  <a:pt x="1291404" y="104397"/>
                </a:cubicBezTo>
                <a:cubicBezTo>
                  <a:pt x="1291557" y="108209"/>
                  <a:pt x="1291736" y="111894"/>
                  <a:pt x="1291939" y="115453"/>
                </a:cubicBezTo>
                <a:cubicBezTo>
                  <a:pt x="1290617" y="115250"/>
                  <a:pt x="1288939" y="115148"/>
                  <a:pt x="1286905" y="115148"/>
                </a:cubicBezTo>
                <a:cubicBezTo>
                  <a:pt x="1284871" y="115148"/>
                  <a:pt x="1282736" y="115148"/>
                  <a:pt x="1280499" y="115148"/>
                </a:cubicBezTo>
                <a:cubicBezTo>
                  <a:pt x="1278263" y="115148"/>
                  <a:pt x="1276128" y="115148"/>
                  <a:pt x="1274094" y="115148"/>
                </a:cubicBezTo>
                <a:cubicBezTo>
                  <a:pt x="1272060" y="115148"/>
                  <a:pt x="1270382" y="115250"/>
                  <a:pt x="1269061" y="115453"/>
                </a:cubicBezTo>
                <a:cubicBezTo>
                  <a:pt x="1269773" y="110166"/>
                  <a:pt x="1270230" y="103938"/>
                  <a:pt x="1270434" y="96771"/>
                </a:cubicBezTo>
                <a:cubicBezTo>
                  <a:pt x="1270637" y="89603"/>
                  <a:pt x="1270738" y="81393"/>
                  <a:pt x="1270738" y="72140"/>
                </a:cubicBezTo>
                <a:cubicBezTo>
                  <a:pt x="1270738" y="65734"/>
                  <a:pt x="1269671" y="61031"/>
                  <a:pt x="1267536" y="58033"/>
                </a:cubicBezTo>
                <a:cubicBezTo>
                  <a:pt x="1265401" y="55032"/>
                  <a:pt x="1262402" y="53532"/>
                  <a:pt x="1258537" y="53532"/>
                </a:cubicBezTo>
                <a:cubicBezTo>
                  <a:pt x="1256097" y="53532"/>
                  <a:pt x="1254088" y="54091"/>
                  <a:pt x="1252512" y="55210"/>
                </a:cubicBezTo>
                <a:cubicBezTo>
                  <a:pt x="1250937" y="56328"/>
                  <a:pt x="1249692" y="57777"/>
                  <a:pt x="1248777" y="59557"/>
                </a:cubicBezTo>
                <a:cubicBezTo>
                  <a:pt x="1247862" y="61336"/>
                  <a:pt x="1247251" y="63243"/>
                  <a:pt x="1246946" y="65277"/>
                </a:cubicBezTo>
                <a:cubicBezTo>
                  <a:pt x="1246641" y="67309"/>
                  <a:pt x="1246489" y="69241"/>
                  <a:pt x="1246489" y="71072"/>
                </a:cubicBezTo>
                <a:lnTo>
                  <a:pt x="1246489" y="82054"/>
                </a:lnTo>
                <a:cubicBezTo>
                  <a:pt x="1246489" y="88255"/>
                  <a:pt x="1246565" y="94100"/>
                  <a:pt x="1246717" y="99591"/>
                </a:cubicBezTo>
                <a:cubicBezTo>
                  <a:pt x="1246871" y="105082"/>
                  <a:pt x="1247202" y="110369"/>
                  <a:pt x="1247709" y="115453"/>
                </a:cubicBezTo>
                <a:cubicBezTo>
                  <a:pt x="1246387" y="115250"/>
                  <a:pt x="1244735" y="115148"/>
                  <a:pt x="1242752" y="115148"/>
                </a:cubicBezTo>
                <a:cubicBezTo>
                  <a:pt x="1240769" y="115148"/>
                  <a:pt x="1238609" y="115148"/>
                  <a:pt x="1236271" y="115148"/>
                </a:cubicBezTo>
                <a:cubicBezTo>
                  <a:pt x="1233933" y="115148"/>
                  <a:pt x="1231797" y="115148"/>
                  <a:pt x="1229864" y="115148"/>
                </a:cubicBezTo>
                <a:cubicBezTo>
                  <a:pt x="1227933" y="115148"/>
                  <a:pt x="1226255" y="115250"/>
                  <a:pt x="1224833" y="115453"/>
                </a:cubicBezTo>
                <a:cubicBezTo>
                  <a:pt x="1225342" y="110369"/>
                  <a:pt x="1225672" y="105082"/>
                  <a:pt x="1225824" y="99591"/>
                </a:cubicBezTo>
                <a:cubicBezTo>
                  <a:pt x="1225976" y="94100"/>
                  <a:pt x="1226052" y="88255"/>
                  <a:pt x="1226052" y="82054"/>
                </a:cubicBezTo>
                <a:lnTo>
                  <a:pt x="1226052" y="72750"/>
                </a:lnTo>
                <a:cubicBezTo>
                  <a:pt x="1226052" y="66649"/>
                  <a:pt x="1225290" y="61921"/>
                  <a:pt x="1223765" y="58565"/>
                </a:cubicBezTo>
                <a:cubicBezTo>
                  <a:pt x="1222240" y="55210"/>
                  <a:pt x="1219342" y="53532"/>
                  <a:pt x="1215073" y="53532"/>
                </a:cubicBezTo>
                <a:cubicBezTo>
                  <a:pt x="1210496" y="53532"/>
                  <a:pt x="1207140" y="55515"/>
                  <a:pt x="1205005" y="59480"/>
                </a:cubicBezTo>
                <a:cubicBezTo>
                  <a:pt x="1202871" y="63446"/>
                  <a:pt x="1201803" y="68936"/>
                  <a:pt x="1201803" y="75952"/>
                </a:cubicBezTo>
                <a:lnTo>
                  <a:pt x="1201803" y="82054"/>
                </a:lnTo>
                <a:cubicBezTo>
                  <a:pt x="1201803" y="88255"/>
                  <a:pt x="1201879" y="94100"/>
                  <a:pt x="1202031" y="99591"/>
                </a:cubicBezTo>
                <a:cubicBezTo>
                  <a:pt x="1202185" y="105082"/>
                  <a:pt x="1202515" y="110369"/>
                  <a:pt x="1203023" y="115453"/>
                </a:cubicBezTo>
                <a:cubicBezTo>
                  <a:pt x="1201701" y="115250"/>
                  <a:pt x="1200048" y="115148"/>
                  <a:pt x="1198066" y="115148"/>
                </a:cubicBezTo>
                <a:cubicBezTo>
                  <a:pt x="1196083" y="115148"/>
                  <a:pt x="1193923" y="115148"/>
                  <a:pt x="1191585" y="115148"/>
                </a:cubicBezTo>
                <a:cubicBezTo>
                  <a:pt x="1189247" y="115148"/>
                  <a:pt x="1187111" y="115148"/>
                  <a:pt x="1185178" y="115148"/>
                </a:cubicBezTo>
                <a:cubicBezTo>
                  <a:pt x="1183246" y="115148"/>
                  <a:pt x="1181569" y="115250"/>
                  <a:pt x="1180147" y="115453"/>
                </a:cubicBezTo>
                <a:cubicBezTo>
                  <a:pt x="1180654" y="110369"/>
                  <a:pt x="1180984" y="105082"/>
                  <a:pt x="1181136" y="99591"/>
                </a:cubicBezTo>
                <a:cubicBezTo>
                  <a:pt x="1181289" y="94100"/>
                  <a:pt x="1181366" y="88255"/>
                  <a:pt x="1181366" y="82054"/>
                </a:cubicBezTo>
                <a:lnTo>
                  <a:pt x="1181366" y="75952"/>
                </a:lnTo>
                <a:cubicBezTo>
                  <a:pt x="1181366" y="69751"/>
                  <a:pt x="1181289" y="63930"/>
                  <a:pt x="1181136" y="58491"/>
                </a:cubicBezTo>
                <a:cubicBezTo>
                  <a:pt x="1180984" y="53050"/>
                  <a:pt x="1180654" y="47584"/>
                  <a:pt x="1180147" y="42094"/>
                </a:cubicBezTo>
                <a:cubicBezTo>
                  <a:pt x="1181976" y="42297"/>
                  <a:pt x="1183780" y="42475"/>
                  <a:pt x="1185560" y="42629"/>
                </a:cubicBezTo>
                <a:cubicBezTo>
                  <a:pt x="1187339" y="42781"/>
                  <a:pt x="1189144" y="42857"/>
                  <a:pt x="1190975" y="42857"/>
                </a:cubicBezTo>
                <a:cubicBezTo>
                  <a:pt x="1192806" y="42857"/>
                  <a:pt x="1194610" y="42781"/>
                  <a:pt x="1196388" y="42629"/>
                </a:cubicBezTo>
                <a:cubicBezTo>
                  <a:pt x="1198167" y="42475"/>
                  <a:pt x="1200074" y="42297"/>
                  <a:pt x="1202108" y="42094"/>
                </a:cubicBezTo>
                <a:lnTo>
                  <a:pt x="1201498" y="53532"/>
                </a:lnTo>
                <a:lnTo>
                  <a:pt x="1201803" y="53532"/>
                </a:lnTo>
                <a:close/>
                <a:moveTo>
                  <a:pt x="1327168" y="79003"/>
                </a:moveTo>
                <a:cubicBezTo>
                  <a:pt x="1327168" y="83069"/>
                  <a:pt x="1327575" y="86882"/>
                  <a:pt x="1328388" y="90441"/>
                </a:cubicBezTo>
                <a:cubicBezTo>
                  <a:pt x="1329202" y="94000"/>
                  <a:pt x="1330448" y="97075"/>
                  <a:pt x="1332125" y="99668"/>
                </a:cubicBezTo>
                <a:cubicBezTo>
                  <a:pt x="1333802" y="102260"/>
                  <a:pt x="1335937" y="104294"/>
                  <a:pt x="1338530" y="105770"/>
                </a:cubicBezTo>
                <a:cubicBezTo>
                  <a:pt x="1341124" y="107244"/>
                  <a:pt x="1344149" y="107980"/>
                  <a:pt x="1347605" y="107980"/>
                </a:cubicBezTo>
                <a:cubicBezTo>
                  <a:pt x="1354621" y="107980"/>
                  <a:pt x="1360874" y="105693"/>
                  <a:pt x="1366365" y="101118"/>
                </a:cubicBezTo>
                <a:lnTo>
                  <a:pt x="1368194" y="102491"/>
                </a:lnTo>
                <a:lnTo>
                  <a:pt x="1364838" y="111031"/>
                </a:lnTo>
                <a:cubicBezTo>
                  <a:pt x="1362297" y="112963"/>
                  <a:pt x="1359247" y="114513"/>
                  <a:pt x="1355688" y="115681"/>
                </a:cubicBezTo>
                <a:cubicBezTo>
                  <a:pt x="1352129" y="116851"/>
                  <a:pt x="1347452" y="117436"/>
                  <a:pt x="1341657" y="117436"/>
                </a:cubicBezTo>
                <a:cubicBezTo>
                  <a:pt x="1336676" y="117436"/>
                  <a:pt x="1331948" y="116749"/>
                  <a:pt x="1327473" y="115376"/>
                </a:cubicBezTo>
                <a:cubicBezTo>
                  <a:pt x="1323000" y="114005"/>
                  <a:pt x="1319060" y="111743"/>
                  <a:pt x="1315653" y="108590"/>
                </a:cubicBezTo>
                <a:cubicBezTo>
                  <a:pt x="1312248" y="105438"/>
                  <a:pt x="1309554" y="101447"/>
                  <a:pt x="1307571" y="96617"/>
                </a:cubicBezTo>
                <a:cubicBezTo>
                  <a:pt x="1305588" y="91787"/>
                  <a:pt x="1304597" y="86017"/>
                  <a:pt x="1304597" y="79307"/>
                </a:cubicBezTo>
                <a:cubicBezTo>
                  <a:pt x="1304597" y="72698"/>
                  <a:pt x="1305486" y="66954"/>
                  <a:pt x="1307264" y="62075"/>
                </a:cubicBezTo>
                <a:cubicBezTo>
                  <a:pt x="1309044" y="57194"/>
                  <a:pt x="1311510" y="53127"/>
                  <a:pt x="1314662" y="49873"/>
                </a:cubicBezTo>
                <a:cubicBezTo>
                  <a:pt x="1317815" y="46619"/>
                  <a:pt x="1321551" y="44178"/>
                  <a:pt x="1325872" y="42552"/>
                </a:cubicBezTo>
                <a:cubicBezTo>
                  <a:pt x="1330193" y="40925"/>
                  <a:pt x="1334895" y="40111"/>
                  <a:pt x="1339979" y="40111"/>
                </a:cubicBezTo>
                <a:cubicBezTo>
                  <a:pt x="1350045" y="40111"/>
                  <a:pt x="1357746" y="43060"/>
                  <a:pt x="1363083" y="48957"/>
                </a:cubicBezTo>
                <a:cubicBezTo>
                  <a:pt x="1368422" y="54854"/>
                  <a:pt x="1371091" y="63191"/>
                  <a:pt x="1371091" y="73969"/>
                </a:cubicBezTo>
                <a:lnTo>
                  <a:pt x="1371091" y="77173"/>
                </a:lnTo>
                <a:cubicBezTo>
                  <a:pt x="1371091" y="78087"/>
                  <a:pt x="1371041" y="78697"/>
                  <a:pt x="1370940" y="79003"/>
                </a:cubicBezTo>
                <a:lnTo>
                  <a:pt x="1327168" y="79003"/>
                </a:lnTo>
                <a:moveTo>
                  <a:pt x="1350656" y="72140"/>
                </a:moveTo>
                <a:cubicBezTo>
                  <a:pt x="1350452" y="64514"/>
                  <a:pt x="1349511" y="58414"/>
                  <a:pt x="1347834" y="53839"/>
                </a:cubicBezTo>
                <a:cubicBezTo>
                  <a:pt x="1346156" y="49262"/>
                  <a:pt x="1343335" y="46974"/>
                  <a:pt x="1339370" y="46974"/>
                </a:cubicBezTo>
                <a:cubicBezTo>
                  <a:pt x="1337132" y="46974"/>
                  <a:pt x="1335251" y="47736"/>
                  <a:pt x="1333726" y="49261"/>
                </a:cubicBezTo>
                <a:cubicBezTo>
                  <a:pt x="1332201" y="50787"/>
                  <a:pt x="1330981" y="52744"/>
                  <a:pt x="1330066" y="55135"/>
                </a:cubicBezTo>
                <a:cubicBezTo>
                  <a:pt x="1329150" y="57524"/>
                  <a:pt x="1328464" y="60219"/>
                  <a:pt x="1328006" y="63217"/>
                </a:cubicBezTo>
                <a:cubicBezTo>
                  <a:pt x="1327550" y="66216"/>
                  <a:pt x="1327271" y="69190"/>
                  <a:pt x="1327168" y="72140"/>
                </a:cubicBezTo>
                <a:lnTo>
                  <a:pt x="1350656" y="72140"/>
                </a:lnTo>
                <a:close/>
                <a:moveTo>
                  <a:pt x="1403426" y="80527"/>
                </a:moveTo>
                <a:cubicBezTo>
                  <a:pt x="1403426" y="85713"/>
                  <a:pt x="1403782" y="90086"/>
                  <a:pt x="1404494" y="93645"/>
                </a:cubicBezTo>
                <a:cubicBezTo>
                  <a:pt x="1405206" y="97203"/>
                  <a:pt x="1406172" y="100074"/>
                  <a:pt x="1407391" y="102260"/>
                </a:cubicBezTo>
                <a:cubicBezTo>
                  <a:pt x="1408610" y="104446"/>
                  <a:pt x="1410008" y="106023"/>
                  <a:pt x="1411585" y="106989"/>
                </a:cubicBezTo>
                <a:cubicBezTo>
                  <a:pt x="1413161" y="107954"/>
                  <a:pt x="1414813" y="108437"/>
                  <a:pt x="1416541" y="108437"/>
                </a:cubicBezTo>
                <a:cubicBezTo>
                  <a:pt x="1420710" y="108437"/>
                  <a:pt x="1424141" y="106073"/>
                  <a:pt x="1426835" y="101346"/>
                </a:cubicBezTo>
                <a:cubicBezTo>
                  <a:pt x="1429529" y="96618"/>
                  <a:pt x="1430877" y="88764"/>
                  <a:pt x="1430877" y="77783"/>
                </a:cubicBezTo>
                <a:cubicBezTo>
                  <a:pt x="1430877" y="68327"/>
                  <a:pt x="1429606" y="61439"/>
                  <a:pt x="1427065" y="57118"/>
                </a:cubicBezTo>
                <a:cubicBezTo>
                  <a:pt x="1424524" y="52796"/>
                  <a:pt x="1421270" y="50634"/>
                  <a:pt x="1417305" y="50634"/>
                </a:cubicBezTo>
                <a:cubicBezTo>
                  <a:pt x="1415677" y="50634"/>
                  <a:pt x="1414050" y="51092"/>
                  <a:pt x="1412422" y="52007"/>
                </a:cubicBezTo>
                <a:cubicBezTo>
                  <a:pt x="1410796" y="52923"/>
                  <a:pt x="1409323" y="54525"/>
                  <a:pt x="1408001" y="56813"/>
                </a:cubicBezTo>
                <a:cubicBezTo>
                  <a:pt x="1406679" y="59100"/>
                  <a:pt x="1405586" y="62176"/>
                  <a:pt x="1404722" y="66040"/>
                </a:cubicBezTo>
                <a:cubicBezTo>
                  <a:pt x="1403858" y="69903"/>
                  <a:pt x="1403426" y="74732"/>
                  <a:pt x="1403426" y="80527"/>
                </a:cubicBezTo>
                <a:moveTo>
                  <a:pt x="1451314" y="63141"/>
                </a:moveTo>
                <a:cubicBezTo>
                  <a:pt x="1451314" y="73106"/>
                  <a:pt x="1451416" y="82257"/>
                  <a:pt x="1451619" y="90594"/>
                </a:cubicBezTo>
                <a:cubicBezTo>
                  <a:pt x="1451822" y="98932"/>
                  <a:pt x="1452128" y="107218"/>
                  <a:pt x="1452536" y="115453"/>
                </a:cubicBezTo>
                <a:cubicBezTo>
                  <a:pt x="1451214" y="115250"/>
                  <a:pt x="1449536" y="115148"/>
                  <a:pt x="1447502" y="115148"/>
                </a:cubicBezTo>
                <a:cubicBezTo>
                  <a:pt x="1445468" y="115148"/>
                  <a:pt x="1443333" y="115148"/>
                  <a:pt x="1441095" y="115148"/>
                </a:cubicBezTo>
                <a:cubicBezTo>
                  <a:pt x="1439063" y="115148"/>
                  <a:pt x="1437106" y="115148"/>
                  <a:pt x="1435224" y="115148"/>
                </a:cubicBezTo>
                <a:cubicBezTo>
                  <a:pt x="1433344" y="115148"/>
                  <a:pt x="1431895" y="115250"/>
                  <a:pt x="1430877" y="115453"/>
                </a:cubicBezTo>
                <a:cubicBezTo>
                  <a:pt x="1430979" y="115250"/>
                  <a:pt x="1431081" y="114589"/>
                  <a:pt x="1431182" y="113470"/>
                </a:cubicBezTo>
                <a:cubicBezTo>
                  <a:pt x="1431284" y="112352"/>
                  <a:pt x="1431411" y="111081"/>
                  <a:pt x="1431563" y="109658"/>
                </a:cubicBezTo>
                <a:cubicBezTo>
                  <a:pt x="1431717" y="108234"/>
                  <a:pt x="1431844" y="106912"/>
                  <a:pt x="1431945" y="105693"/>
                </a:cubicBezTo>
                <a:cubicBezTo>
                  <a:pt x="1432047" y="104472"/>
                  <a:pt x="1432099" y="103709"/>
                  <a:pt x="1432099" y="103405"/>
                </a:cubicBezTo>
                <a:lnTo>
                  <a:pt x="1431794" y="103100"/>
                </a:lnTo>
                <a:cubicBezTo>
                  <a:pt x="1429862" y="107676"/>
                  <a:pt x="1427218" y="111209"/>
                  <a:pt x="1423863" y="113701"/>
                </a:cubicBezTo>
                <a:cubicBezTo>
                  <a:pt x="1420507" y="116191"/>
                  <a:pt x="1415881" y="117436"/>
                  <a:pt x="1409983" y="117436"/>
                </a:cubicBezTo>
                <a:cubicBezTo>
                  <a:pt x="1404799" y="117436"/>
                  <a:pt x="1400375" y="116444"/>
                  <a:pt x="1396714" y="114462"/>
                </a:cubicBezTo>
                <a:cubicBezTo>
                  <a:pt x="1393054" y="112479"/>
                  <a:pt x="1390054" y="109709"/>
                  <a:pt x="1387715" y="106151"/>
                </a:cubicBezTo>
                <a:cubicBezTo>
                  <a:pt x="1385377" y="102592"/>
                  <a:pt x="1383649" y="98424"/>
                  <a:pt x="1382530" y="93645"/>
                </a:cubicBezTo>
                <a:cubicBezTo>
                  <a:pt x="1381413" y="88865"/>
                  <a:pt x="1380854" y="83730"/>
                  <a:pt x="1380854" y="78239"/>
                </a:cubicBezTo>
                <a:cubicBezTo>
                  <a:pt x="1380854" y="72749"/>
                  <a:pt x="1381617" y="67691"/>
                  <a:pt x="1383142" y="63066"/>
                </a:cubicBezTo>
                <a:cubicBezTo>
                  <a:pt x="1384667" y="58440"/>
                  <a:pt x="1386751" y="54424"/>
                  <a:pt x="1389395" y="51018"/>
                </a:cubicBezTo>
                <a:cubicBezTo>
                  <a:pt x="1392039" y="47611"/>
                  <a:pt x="1395165" y="44942"/>
                  <a:pt x="1398774" y="43011"/>
                </a:cubicBezTo>
                <a:cubicBezTo>
                  <a:pt x="1402384" y="41078"/>
                  <a:pt x="1406222" y="40111"/>
                  <a:pt x="1410288" y="40111"/>
                </a:cubicBezTo>
                <a:cubicBezTo>
                  <a:pt x="1414864" y="40111"/>
                  <a:pt x="1418955" y="41179"/>
                  <a:pt x="1422564" y="43316"/>
                </a:cubicBezTo>
                <a:cubicBezTo>
                  <a:pt x="1426174" y="45450"/>
                  <a:pt x="1428844" y="48144"/>
                  <a:pt x="1430572" y="51398"/>
                </a:cubicBezTo>
                <a:lnTo>
                  <a:pt x="1430877" y="51398"/>
                </a:lnTo>
                <a:cubicBezTo>
                  <a:pt x="1430877" y="42247"/>
                  <a:pt x="1430775" y="33631"/>
                  <a:pt x="1430572" y="25548"/>
                </a:cubicBezTo>
                <a:cubicBezTo>
                  <a:pt x="1430369" y="17463"/>
                  <a:pt x="1430064" y="9100"/>
                  <a:pt x="1429657" y="458"/>
                </a:cubicBezTo>
                <a:cubicBezTo>
                  <a:pt x="1430979" y="662"/>
                  <a:pt x="1432657" y="840"/>
                  <a:pt x="1434691" y="994"/>
                </a:cubicBezTo>
                <a:cubicBezTo>
                  <a:pt x="1436725" y="1146"/>
                  <a:pt x="1438860" y="1222"/>
                  <a:pt x="1441095" y="1222"/>
                </a:cubicBezTo>
                <a:cubicBezTo>
                  <a:pt x="1443333" y="1222"/>
                  <a:pt x="1445468" y="1146"/>
                  <a:pt x="1447502" y="994"/>
                </a:cubicBezTo>
                <a:cubicBezTo>
                  <a:pt x="1449536" y="840"/>
                  <a:pt x="1451214" y="662"/>
                  <a:pt x="1452536" y="458"/>
                </a:cubicBezTo>
                <a:cubicBezTo>
                  <a:pt x="1452128" y="8999"/>
                  <a:pt x="1451822" y="17438"/>
                  <a:pt x="1451619" y="25776"/>
                </a:cubicBezTo>
                <a:cubicBezTo>
                  <a:pt x="1451416" y="34113"/>
                  <a:pt x="1451314" y="43264"/>
                  <a:pt x="1451314" y="53227"/>
                </a:cubicBezTo>
                <a:lnTo>
                  <a:pt x="1451314" y="63141"/>
                </a:lnTo>
                <a:close/>
                <a:moveTo>
                  <a:pt x="1542974" y="39350"/>
                </a:moveTo>
                <a:cubicBezTo>
                  <a:pt x="1540330" y="45450"/>
                  <a:pt x="1537839" y="51475"/>
                  <a:pt x="1535501" y="57423"/>
                </a:cubicBezTo>
                <a:cubicBezTo>
                  <a:pt x="1533163" y="63369"/>
                  <a:pt x="1530875" y="69444"/>
                  <a:pt x="1528638" y="75647"/>
                </a:cubicBezTo>
                <a:lnTo>
                  <a:pt x="1556548" y="75647"/>
                </a:lnTo>
                <a:cubicBezTo>
                  <a:pt x="1554311" y="69444"/>
                  <a:pt x="1552099" y="63369"/>
                  <a:pt x="1549913" y="57423"/>
                </a:cubicBezTo>
                <a:cubicBezTo>
                  <a:pt x="1547727" y="51475"/>
                  <a:pt x="1545414" y="45450"/>
                  <a:pt x="1542974" y="39350"/>
                </a:cubicBezTo>
                <a:moveTo>
                  <a:pt x="1596964" y="115453"/>
                </a:moveTo>
                <a:cubicBezTo>
                  <a:pt x="1594523" y="115250"/>
                  <a:pt x="1592210" y="115148"/>
                  <a:pt x="1590024" y="115148"/>
                </a:cubicBezTo>
                <a:cubicBezTo>
                  <a:pt x="1587838" y="115148"/>
                  <a:pt x="1585678" y="115148"/>
                  <a:pt x="1583543" y="115148"/>
                </a:cubicBezTo>
                <a:cubicBezTo>
                  <a:pt x="1581408" y="115148"/>
                  <a:pt x="1579248" y="115148"/>
                  <a:pt x="1577062" y="115148"/>
                </a:cubicBezTo>
                <a:cubicBezTo>
                  <a:pt x="1574876" y="115148"/>
                  <a:pt x="1572715" y="115250"/>
                  <a:pt x="1570578" y="115453"/>
                </a:cubicBezTo>
                <a:cubicBezTo>
                  <a:pt x="1568952" y="110471"/>
                  <a:pt x="1567275" y="105388"/>
                  <a:pt x="1565545" y="100203"/>
                </a:cubicBezTo>
                <a:cubicBezTo>
                  <a:pt x="1563816" y="95017"/>
                  <a:pt x="1561987" y="89831"/>
                  <a:pt x="1560055" y="84646"/>
                </a:cubicBezTo>
                <a:cubicBezTo>
                  <a:pt x="1556802" y="84544"/>
                  <a:pt x="1553548" y="84468"/>
                  <a:pt x="1550295" y="84418"/>
                </a:cubicBezTo>
                <a:cubicBezTo>
                  <a:pt x="1547041" y="84367"/>
                  <a:pt x="1543788" y="84341"/>
                  <a:pt x="1540535" y="84341"/>
                </a:cubicBezTo>
                <a:cubicBezTo>
                  <a:pt x="1537891" y="84341"/>
                  <a:pt x="1535247" y="84367"/>
                  <a:pt x="1532604" y="84418"/>
                </a:cubicBezTo>
                <a:cubicBezTo>
                  <a:pt x="1529960" y="84468"/>
                  <a:pt x="1527316" y="84544"/>
                  <a:pt x="1524673" y="84646"/>
                </a:cubicBezTo>
                <a:cubicBezTo>
                  <a:pt x="1522639" y="89831"/>
                  <a:pt x="1520758" y="95017"/>
                  <a:pt x="1519029" y="100203"/>
                </a:cubicBezTo>
                <a:cubicBezTo>
                  <a:pt x="1517301" y="105388"/>
                  <a:pt x="1515725" y="110471"/>
                  <a:pt x="1514301" y="115453"/>
                </a:cubicBezTo>
                <a:cubicBezTo>
                  <a:pt x="1513081" y="115250"/>
                  <a:pt x="1511887" y="115148"/>
                  <a:pt x="1510717" y="115148"/>
                </a:cubicBezTo>
                <a:cubicBezTo>
                  <a:pt x="1509548" y="115148"/>
                  <a:pt x="1508354" y="115148"/>
                  <a:pt x="1507133" y="115148"/>
                </a:cubicBezTo>
                <a:cubicBezTo>
                  <a:pt x="1505913" y="115148"/>
                  <a:pt x="1504693" y="115148"/>
                  <a:pt x="1503472" y="115148"/>
                </a:cubicBezTo>
                <a:cubicBezTo>
                  <a:pt x="1502253" y="115148"/>
                  <a:pt x="1500932" y="115250"/>
                  <a:pt x="1499509" y="115453"/>
                </a:cubicBezTo>
                <a:cubicBezTo>
                  <a:pt x="1500729" y="112809"/>
                  <a:pt x="1502354" y="109149"/>
                  <a:pt x="1504387" y="104473"/>
                </a:cubicBezTo>
                <a:cubicBezTo>
                  <a:pt x="1506421" y="99796"/>
                  <a:pt x="1508658" y="94509"/>
                  <a:pt x="1511098" y="88611"/>
                </a:cubicBezTo>
                <a:cubicBezTo>
                  <a:pt x="1513539" y="82714"/>
                  <a:pt x="1516157" y="76385"/>
                  <a:pt x="1518953" y="69624"/>
                </a:cubicBezTo>
                <a:cubicBezTo>
                  <a:pt x="1521750" y="62861"/>
                  <a:pt x="1524546" y="56023"/>
                  <a:pt x="1527342" y="49110"/>
                </a:cubicBezTo>
                <a:cubicBezTo>
                  <a:pt x="1530138" y="42195"/>
                  <a:pt x="1532882" y="35383"/>
                  <a:pt x="1535576" y="28673"/>
                </a:cubicBezTo>
                <a:cubicBezTo>
                  <a:pt x="1538270" y="21963"/>
                  <a:pt x="1540736" y="15710"/>
                  <a:pt x="1542974" y="9914"/>
                </a:cubicBezTo>
                <a:cubicBezTo>
                  <a:pt x="1543991" y="10117"/>
                  <a:pt x="1544957" y="10295"/>
                  <a:pt x="1545871" y="10449"/>
                </a:cubicBezTo>
                <a:cubicBezTo>
                  <a:pt x="1546786" y="10601"/>
                  <a:pt x="1547753" y="10677"/>
                  <a:pt x="1548771" y="10677"/>
                </a:cubicBezTo>
                <a:cubicBezTo>
                  <a:pt x="1549787" y="10677"/>
                  <a:pt x="1550752" y="10601"/>
                  <a:pt x="1551668" y="10449"/>
                </a:cubicBezTo>
                <a:cubicBezTo>
                  <a:pt x="1552583" y="10295"/>
                  <a:pt x="1553549" y="10117"/>
                  <a:pt x="1554565" y="9914"/>
                </a:cubicBezTo>
                <a:cubicBezTo>
                  <a:pt x="1557819" y="18557"/>
                  <a:pt x="1561301" y="27810"/>
                  <a:pt x="1565012" y="37672"/>
                </a:cubicBezTo>
                <a:cubicBezTo>
                  <a:pt x="1568723" y="47535"/>
                  <a:pt x="1572460" y="57220"/>
                  <a:pt x="1576222" y="66727"/>
                </a:cubicBezTo>
                <a:cubicBezTo>
                  <a:pt x="1579984" y="76232"/>
                  <a:pt x="1583644" y="85256"/>
                  <a:pt x="1587201" y="93796"/>
                </a:cubicBezTo>
                <a:cubicBezTo>
                  <a:pt x="1590760" y="102337"/>
                  <a:pt x="1594014" y="109556"/>
                  <a:pt x="1596964" y="115453"/>
                </a:cubicBezTo>
                <a:close/>
                <a:moveTo>
                  <a:pt x="1662699" y="63141"/>
                </a:moveTo>
                <a:cubicBezTo>
                  <a:pt x="1661884" y="58565"/>
                  <a:pt x="1660282" y="54880"/>
                  <a:pt x="1657893" y="52084"/>
                </a:cubicBezTo>
                <a:cubicBezTo>
                  <a:pt x="1655504" y="49289"/>
                  <a:pt x="1651970" y="47891"/>
                  <a:pt x="1647293" y="47891"/>
                </a:cubicBezTo>
                <a:cubicBezTo>
                  <a:pt x="1641192" y="47891"/>
                  <a:pt x="1636617" y="50662"/>
                  <a:pt x="1633567" y="56203"/>
                </a:cubicBezTo>
                <a:cubicBezTo>
                  <a:pt x="1630517" y="61744"/>
                  <a:pt x="1628992" y="69445"/>
                  <a:pt x="1628992" y="79307"/>
                </a:cubicBezTo>
                <a:cubicBezTo>
                  <a:pt x="1628992" y="88560"/>
                  <a:pt x="1630923" y="95653"/>
                  <a:pt x="1634787" y="100585"/>
                </a:cubicBezTo>
                <a:cubicBezTo>
                  <a:pt x="1638651" y="105515"/>
                  <a:pt x="1644295" y="107980"/>
                  <a:pt x="1651717" y="107980"/>
                </a:cubicBezTo>
                <a:cubicBezTo>
                  <a:pt x="1654869" y="107980"/>
                  <a:pt x="1657919" y="107244"/>
                  <a:pt x="1660867" y="105770"/>
                </a:cubicBezTo>
                <a:cubicBezTo>
                  <a:pt x="1663816" y="104294"/>
                  <a:pt x="1666002" y="102642"/>
                  <a:pt x="1667425" y="100813"/>
                </a:cubicBezTo>
                <a:lnTo>
                  <a:pt x="1669257" y="102337"/>
                </a:lnTo>
                <a:cubicBezTo>
                  <a:pt x="1668544" y="103760"/>
                  <a:pt x="1667934" y="105234"/>
                  <a:pt x="1667425" y="106761"/>
                </a:cubicBezTo>
                <a:cubicBezTo>
                  <a:pt x="1666916" y="108286"/>
                  <a:pt x="1666408" y="109811"/>
                  <a:pt x="1665901" y="111336"/>
                </a:cubicBezTo>
                <a:cubicBezTo>
                  <a:pt x="1663664" y="113065"/>
                  <a:pt x="1660841" y="114513"/>
                  <a:pt x="1657435" y="115681"/>
                </a:cubicBezTo>
                <a:cubicBezTo>
                  <a:pt x="1654029" y="116851"/>
                  <a:pt x="1649988" y="117436"/>
                  <a:pt x="1645310" y="117436"/>
                </a:cubicBezTo>
                <a:cubicBezTo>
                  <a:pt x="1637888" y="117436"/>
                  <a:pt x="1631635" y="116368"/>
                  <a:pt x="1626551" y="114234"/>
                </a:cubicBezTo>
                <a:cubicBezTo>
                  <a:pt x="1621468" y="112099"/>
                  <a:pt x="1617376" y="109201"/>
                  <a:pt x="1614275" y="105542"/>
                </a:cubicBezTo>
                <a:cubicBezTo>
                  <a:pt x="1611174" y="101880"/>
                  <a:pt x="1608962" y="97736"/>
                  <a:pt x="1607640" y="93110"/>
                </a:cubicBezTo>
                <a:cubicBezTo>
                  <a:pt x="1606318" y="88483"/>
                  <a:pt x="1605657" y="83832"/>
                  <a:pt x="1605657" y="79156"/>
                </a:cubicBezTo>
                <a:cubicBezTo>
                  <a:pt x="1605657" y="73563"/>
                  <a:pt x="1606598" y="68378"/>
                  <a:pt x="1608478" y="63599"/>
                </a:cubicBezTo>
                <a:cubicBezTo>
                  <a:pt x="1610360" y="58821"/>
                  <a:pt x="1613055" y="54703"/>
                  <a:pt x="1616563" y="51247"/>
                </a:cubicBezTo>
                <a:cubicBezTo>
                  <a:pt x="1620070" y="47788"/>
                  <a:pt x="1624315" y="45068"/>
                  <a:pt x="1629297" y="43085"/>
                </a:cubicBezTo>
                <a:cubicBezTo>
                  <a:pt x="1634278" y="41102"/>
                  <a:pt x="1639820" y="40111"/>
                  <a:pt x="1645922" y="40111"/>
                </a:cubicBezTo>
                <a:cubicBezTo>
                  <a:pt x="1651717" y="40111"/>
                  <a:pt x="1656622" y="40772"/>
                  <a:pt x="1660637" y="42094"/>
                </a:cubicBezTo>
                <a:cubicBezTo>
                  <a:pt x="1664653" y="43416"/>
                  <a:pt x="1668492" y="45144"/>
                  <a:pt x="1672154" y="47279"/>
                </a:cubicBezTo>
                <a:cubicBezTo>
                  <a:pt x="1670933" y="49313"/>
                  <a:pt x="1669789" y="51804"/>
                  <a:pt x="1668721" y="54754"/>
                </a:cubicBezTo>
                <a:cubicBezTo>
                  <a:pt x="1667654" y="57701"/>
                  <a:pt x="1666866" y="60497"/>
                  <a:pt x="1666357" y="63141"/>
                </a:cubicBezTo>
                <a:lnTo>
                  <a:pt x="1662699" y="63141"/>
                </a:lnTo>
                <a:close/>
                <a:moveTo>
                  <a:pt x="1723549" y="42857"/>
                </a:moveTo>
                <a:cubicBezTo>
                  <a:pt x="1723245" y="44382"/>
                  <a:pt x="1723093" y="45754"/>
                  <a:pt x="1723093" y="46974"/>
                </a:cubicBezTo>
                <a:cubicBezTo>
                  <a:pt x="1723093" y="48296"/>
                  <a:pt x="1723245" y="49567"/>
                  <a:pt x="1723549" y="50788"/>
                </a:cubicBezTo>
                <a:lnTo>
                  <a:pt x="1710128" y="50483"/>
                </a:lnTo>
                <a:cubicBezTo>
                  <a:pt x="1709925" y="52821"/>
                  <a:pt x="1709747" y="55515"/>
                  <a:pt x="1709595" y="58565"/>
                </a:cubicBezTo>
                <a:cubicBezTo>
                  <a:pt x="1709443" y="61616"/>
                  <a:pt x="1709342" y="64717"/>
                  <a:pt x="1709291" y="67869"/>
                </a:cubicBezTo>
                <a:cubicBezTo>
                  <a:pt x="1709239" y="71020"/>
                  <a:pt x="1709188" y="74071"/>
                  <a:pt x="1709137" y="77020"/>
                </a:cubicBezTo>
                <a:cubicBezTo>
                  <a:pt x="1709086" y="79969"/>
                  <a:pt x="1709060" y="82460"/>
                  <a:pt x="1709060" y="84492"/>
                </a:cubicBezTo>
                <a:cubicBezTo>
                  <a:pt x="1709060" y="89780"/>
                  <a:pt x="1709187" y="94050"/>
                  <a:pt x="1709442" y="97303"/>
                </a:cubicBezTo>
                <a:cubicBezTo>
                  <a:pt x="1709696" y="100557"/>
                  <a:pt x="1710128" y="103048"/>
                  <a:pt x="1710738" y="104778"/>
                </a:cubicBezTo>
                <a:cubicBezTo>
                  <a:pt x="1711349" y="106507"/>
                  <a:pt x="1712214" y="107676"/>
                  <a:pt x="1713331" y="108285"/>
                </a:cubicBezTo>
                <a:cubicBezTo>
                  <a:pt x="1714449" y="108895"/>
                  <a:pt x="1715873" y="109200"/>
                  <a:pt x="1717601" y="109200"/>
                </a:cubicBezTo>
                <a:cubicBezTo>
                  <a:pt x="1719534" y="109200"/>
                  <a:pt x="1720957" y="109073"/>
                  <a:pt x="1721871" y="108818"/>
                </a:cubicBezTo>
                <a:cubicBezTo>
                  <a:pt x="1722787" y="108564"/>
                  <a:pt x="1723702" y="108183"/>
                  <a:pt x="1724617" y="107676"/>
                </a:cubicBezTo>
                <a:lnTo>
                  <a:pt x="1724617" y="113929"/>
                </a:lnTo>
                <a:cubicBezTo>
                  <a:pt x="1722583" y="114844"/>
                  <a:pt x="1720041" y="115657"/>
                  <a:pt x="1716991" y="116368"/>
                </a:cubicBezTo>
                <a:cubicBezTo>
                  <a:pt x="1713941" y="117080"/>
                  <a:pt x="1710942" y="117436"/>
                  <a:pt x="1707994" y="117436"/>
                </a:cubicBezTo>
                <a:cubicBezTo>
                  <a:pt x="1695082" y="117436"/>
                  <a:pt x="1688625" y="109709"/>
                  <a:pt x="1688625" y="94255"/>
                </a:cubicBezTo>
                <a:cubicBezTo>
                  <a:pt x="1688625" y="91306"/>
                  <a:pt x="1688676" y="87975"/>
                  <a:pt x="1688777" y="84264"/>
                </a:cubicBezTo>
                <a:cubicBezTo>
                  <a:pt x="1688879" y="80553"/>
                  <a:pt x="1689006" y="76741"/>
                  <a:pt x="1689158" y="72826"/>
                </a:cubicBezTo>
                <a:cubicBezTo>
                  <a:pt x="1689310" y="68912"/>
                  <a:pt x="1689437" y="65048"/>
                  <a:pt x="1689538" y="61235"/>
                </a:cubicBezTo>
                <a:cubicBezTo>
                  <a:pt x="1689640" y="57421"/>
                  <a:pt x="1689691" y="53888"/>
                  <a:pt x="1689691" y="50634"/>
                </a:cubicBezTo>
                <a:lnTo>
                  <a:pt x="1679016" y="50788"/>
                </a:lnTo>
                <a:cubicBezTo>
                  <a:pt x="1679321" y="49567"/>
                  <a:pt x="1679473" y="48296"/>
                  <a:pt x="1679473" y="46974"/>
                </a:cubicBezTo>
                <a:cubicBezTo>
                  <a:pt x="1679473" y="45754"/>
                  <a:pt x="1679321" y="44382"/>
                  <a:pt x="1679016" y="42857"/>
                </a:cubicBezTo>
                <a:lnTo>
                  <a:pt x="1689691" y="43316"/>
                </a:lnTo>
                <a:cubicBezTo>
                  <a:pt x="1689691" y="40163"/>
                  <a:pt x="1689640" y="37214"/>
                  <a:pt x="1689538" y="34470"/>
                </a:cubicBezTo>
                <a:cubicBezTo>
                  <a:pt x="1689437" y="31724"/>
                  <a:pt x="1689285" y="28419"/>
                  <a:pt x="1689081" y="24556"/>
                </a:cubicBezTo>
                <a:cubicBezTo>
                  <a:pt x="1692640" y="23132"/>
                  <a:pt x="1696148" y="21632"/>
                  <a:pt x="1699605" y="20056"/>
                </a:cubicBezTo>
                <a:cubicBezTo>
                  <a:pt x="1703062" y="18479"/>
                  <a:pt x="1706519" y="16827"/>
                  <a:pt x="1709977" y="15099"/>
                </a:cubicBezTo>
                <a:lnTo>
                  <a:pt x="1711501" y="16167"/>
                </a:lnTo>
                <a:cubicBezTo>
                  <a:pt x="1711298" y="17794"/>
                  <a:pt x="1711120" y="19701"/>
                  <a:pt x="1710966" y="21887"/>
                </a:cubicBezTo>
                <a:cubicBezTo>
                  <a:pt x="1710814" y="24073"/>
                  <a:pt x="1710662" y="26361"/>
                  <a:pt x="1710510" y="28750"/>
                </a:cubicBezTo>
                <a:cubicBezTo>
                  <a:pt x="1710358" y="31139"/>
                  <a:pt x="1710256" y="33579"/>
                  <a:pt x="1710205" y="36071"/>
                </a:cubicBezTo>
                <a:cubicBezTo>
                  <a:pt x="1710154" y="38561"/>
                  <a:pt x="1710128" y="40925"/>
                  <a:pt x="1710128" y="43162"/>
                </a:cubicBezTo>
                <a:lnTo>
                  <a:pt x="1723549" y="42857"/>
                </a:lnTo>
                <a:close/>
                <a:moveTo>
                  <a:pt x="1735293" y="13269"/>
                </a:moveTo>
                <a:cubicBezTo>
                  <a:pt x="1735293" y="9914"/>
                  <a:pt x="1736462" y="7067"/>
                  <a:pt x="1738800" y="4729"/>
                </a:cubicBezTo>
                <a:cubicBezTo>
                  <a:pt x="1741140" y="2391"/>
                  <a:pt x="1743987" y="1222"/>
                  <a:pt x="1747343" y="1222"/>
                </a:cubicBezTo>
                <a:cubicBezTo>
                  <a:pt x="1750697" y="1222"/>
                  <a:pt x="1753544" y="2391"/>
                  <a:pt x="1755882" y="4729"/>
                </a:cubicBezTo>
                <a:cubicBezTo>
                  <a:pt x="1758221" y="7067"/>
                  <a:pt x="1759391" y="9914"/>
                  <a:pt x="1759391" y="13269"/>
                </a:cubicBezTo>
                <a:cubicBezTo>
                  <a:pt x="1759391" y="16625"/>
                  <a:pt x="1758221" y="19472"/>
                  <a:pt x="1755882" y="21810"/>
                </a:cubicBezTo>
                <a:cubicBezTo>
                  <a:pt x="1753544" y="24148"/>
                  <a:pt x="1750697" y="25317"/>
                  <a:pt x="1747343" y="25317"/>
                </a:cubicBezTo>
                <a:cubicBezTo>
                  <a:pt x="1743987" y="25317"/>
                  <a:pt x="1741140" y="24148"/>
                  <a:pt x="1738800" y="21810"/>
                </a:cubicBezTo>
                <a:cubicBezTo>
                  <a:pt x="1736462" y="19472"/>
                  <a:pt x="1735293" y="16625"/>
                  <a:pt x="1735293" y="13269"/>
                </a:cubicBezTo>
                <a:moveTo>
                  <a:pt x="1737125" y="75952"/>
                </a:moveTo>
                <a:cubicBezTo>
                  <a:pt x="1737125" y="69751"/>
                  <a:pt x="1737048" y="63930"/>
                  <a:pt x="1736894" y="58491"/>
                </a:cubicBezTo>
                <a:cubicBezTo>
                  <a:pt x="1736742" y="53050"/>
                  <a:pt x="1736412" y="47584"/>
                  <a:pt x="1735903" y="42094"/>
                </a:cubicBezTo>
                <a:cubicBezTo>
                  <a:pt x="1737327" y="42297"/>
                  <a:pt x="1739005" y="42475"/>
                  <a:pt x="1740937" y="42629"/>
                </a:cubicBezTo>
                <a:cubicBezTo>
                  <a:pt x="1742868" y="42781"/>
                  <a:pt x="1745004" y="42857"/>
                  <a:pt x="1747343" y="42857"/>
                </a:cubicBezTo>
                <a:cubicBezTo>
                  <a:pt x="1752122" y="42857"/>
                  <a:pt x="1755934" y="42603"/>
                  <a:pt x="1758781" y="42094"/>
                </a:cubicBezTo>
                <a:cubicBezTo>
                  <a:pt x="1758272" y="47584"/>
                  <a:pt x="1757941" y="53050"/>
                  <a:pt x="1757788" y="58491"/>
                </a:cubicBezTo>
                <a:cubicBezTo>
                  <a:pt x="1757636" y="63930"/>
                  <a:pt x="1757560" y="69751"/>
                  <a:pt x="1757560" y="75952"/>
                </a:cubicBezTo>
                <a:lnTo>
                  <a:pt x="1757560" y="82054"/>
                </a:lnTo>
                <a:cubicBezTo>
                  <a:pt x="1757560" y="88255"/>
                  <a:pt x="1757636" y="94100"/>
                  <a:pt x="1757788" y="99591"/>
                </a:cubicBezTo>
                <a:cubicBezTo>
                  <a:pt x="1757941" y="105082"/>
                  <a:pt x="1758272" y="110369"/>
                  <a:pt x="1758781" y="115453"/>
                </a:cubicBezTo>
                <a:cubicBezTo>
                  <a:pt x="1757459" y="115250"/>
                  <a:pt x="1755807" y="115148"/>
                  <a:pt x="1753824" y="115148"/>
                </a:cubicBezTo>
                <a:cubicBezTo>
                  <a:pt x="1751842" y="115148"/>
                  <a:pt x="1749681" y="115148"/>
                  <a:pt x="1747343" y="115148"/>
                </a:cubicBezTo>
                <a:cubicBezTo>
                  <a:pt x="1745004" y="115148"/>
                  <a:pt x="1742868" y="115148"/>
                  <a:pt x="1740937" y="115148"/>
                </a:cubicBezTo>
                <a:cubicBezTo>
                  <a:pt x="1739005" y="115148"/>
                  <a:pt x="1737327" y="115250"/>
                  <a:pt x="1735903" y="115453"/>
                </a:cubicBezTo>
                <a:cubicBezTo>
                  <a:pt x="1736412" y="110369"/>
                  <a:pt x="1736742" y="105082"/>
                  <a:pt x="1736894" y="99591"/>
                </a:cubicBezTo>
                <a:cubicBezTo>
                  <a:pt x="1737048" y="94100"/>
                  <a:pt x="1737125" y="88255"/>
                  <a:pt x="1737125" y="82054"/>
                </a:cubicBezTo>
                <a:lnTo>
                  <a:pt x="1737125" y="75952"/>
                </a:lnTo>
                <a:close/>
                <a:moveTo>
                  <a:pt x="1825734" y="75191"/>
                </a:moveTo>
                <a:cubicBezTo>
                  <a:pt x="1825734" y="66242"/>
                  <a:pt x="1824615" y="59302"/>
                  <a:pt x="1822378" y="54372"/>
                </a:cubicBezTo>
                <a:cubicBezTo>
                  <a:pt x="1820141" y="49440"/>
                  <a:pt x="1816430" y="46974"/>
                  <a:pt x="1811245" y="46974"/>
                </a:cubicBezTo>
                <a:cubicBezTo>
                  <a:pt x="1806567" y="46974"/>
                  <a:pt x="1802881" y="49719"/>
                  <a:pt x="1800186" y="55210"/>
                </a:cubicBezTo>
                <a:cubicBezTo>
                  <a:pt x="1797493" y="60700"/>
                  <a:pt x="1796146" y="69292"/>
                  <a:pt x="1796146" y="80985"/>
                </a:cubicBezTo>
                <a:cubicBezTo>
                  <a:pt x="1796146" y="85255"/>
                  <a:pt x="1796400" y="89220"/>
                  <a:pt x="1796907" y="92882"/>
                </a:cubicBezTo>
                <a:cubicBezTo>
                  <a:pt x="1797416" y="96542"/>
                  <a:pt x="1798255" y="99719"/>
                  <a:pt x="1799425" y="102414"/>
                </a:cubicBezTo>
                <a:cubicBezTo>
                  <a:pt x="1800595" y="105107"/>
                  <a:pt x="1802120" y="107217"/>
                  <a:pt x="1804000" y="108744"/>
                </a:cubicBezTo>
                <a:cubicBezTo>
                  <a:pt x="1805882" y="110269"/>
                  <a:pt x="1808247" y="111031"/>
                  <a:pt x="1811093" y="111031"/>
                </a:cubicBezTo>
                <a:cubicBezTo>
                  <a:pt x="1820854" y="111031"/>
                  <a:pt x="1825734" y="99084"/>
                  <a:pt x="1825734" y="75191"/>
                </a:cubicBezTo>
                <a:moveTo>
                  <a:pt x="1773575" y="80832"/>
                </a:moveTo>
                <a:cubicBezTo>
                  <a:pt x="1773575" y="74019"/>
                  <a:pt x="1774617" y="68072"/>
                  <a:pt x="1776700" y="62989"/>
                </a:cubicBezTo>
                <a:cubicBezTo>
                  <a:pt x="1778785" y="57905"/>
                  <a:pt x="1781556" y="53661"/>
                  <a:pt x="1785013" y="50255"/>
                </a:cubicBezTo>
                <a:cubicBezTo>
                  <a:pt x="1788470" y="46848"/>
                  <a:pt x="1792460" y="44306"/>
                  <a:pt x="1796984" y="42629"/>
                </a:cubicBezTo>
                <a:cubicBezTo>
                  <a:pt x="1801509" y="40950"/>
                  <a:pt x="1806161" y="40111"/>
                  <a:pt x="1810940" y="40111"/>
                </a:cubicBezTo>
                <a:cubicBezTo>
                  <a:pt x="1822836" y="40111"/>
                  <a:pt x="1832038" y="43467"/>
                  <a:pt x="1838545" y="50178"/>
                </a:cubicBezTo>
                <a:cubicBezTo>
                  <a:pt x="1845051" y="56888"/>
                  <a:pt x="1848305" y="65988"/>
                  <a:pt x="1848305" y="77478"/>
                </a:cubicBezTo>
                <a:cubicBezTo>
                  <a:pt x="1848305" y="83679"/>
                  <a:pt x="1847389" y="89272"/>
                  <a:pt x="1845559" y="94255"/>
                </a:cubicBezTo>
                <a:cubicBezTo>
                  <a:pt x="1843730" y="99237"/>
                  <a:pt x="1841163" y="103481"/>
                  <a:pt x="1837858" y="106989"/>
                </a:cubicBezTo>
                <a:cubicBezTo>
                  <a:pt x="1834554" y="110497"/>
                  <a:pt x="1830614" y="113115"/>
                  <a:pt x="1826038" y="114843"/>
                </a:cubicBezTo>
                <a:cubicBezTo>
                  <a:pt x="1821463" y="116572"/>
                  <a:pt x="1816430" y="117436"/>
                  <a:pt x="1810940" y="117436"/>
                </a:cubicBezTo>
                <a:cubicBezTo>
                  <a:pt x="1806365" y="117436"/>
                  <a:pt x="1801865" y="116825"/>
                  <a:pt x="1797442" y="115604"/>
                </a:cubicBezTo>
                <a:cubicBezTo>
                  <a:pt x="1793019" y="114385"/>
                  <a:pt x="1789028" y="112327"/>
                  <a:pt x="1785469" y="109430"/>
                </a:cubicBezTo>
                <a:cubicBezTo>
                  <a:pt x="1781912" y="106532"/>
                  <a:pt x="1779040" y="102744"/>
                  <a:pt x="1776854" y="98067"/>
                </a:cubicBezTo>
                <a:cubicBezTo>
                  <a:pt x="1774668" y="93389"/>
                  <a:pt x="1773575" y="87644"/>
                  <a:pt x="1773575" y="80832"/>
                </a:cubicBezTo>
                <a:close/>
                <a:moveTo>
                  <a:pt x="1883080" y="53532"/>
                </a:moveTo>
                <a:cubicBezTo>
                  <a:pt x="1885926" y="49262"/>
                  <a:pt x="1889256" y="45958"/>
                  <a:pt x="1893068" y="43620"/>
                </a:cubicBezTo>
                <a:cubicBezTo>
                  <a:pt x="1896881" y="41281"/>
                  <a:pt x="1901228" y="40111"/>
                  <a:pt x="1906107" y="40111"/>
                </a:cubicBezTo>
                <a:cubicBezTo>
                  <a:pt x="1913734" y="40111"/>
                  <a:pt x="1919606" y="42323"/>
                  <a:pt x="1923724" y="46746"/>
                </a:cubicBezTo>
                <a:cubicBezTo>
                  <a:pt x="1927841" y="51169"/>
                  <a:pt x="1929900" y="58312"/>
                  <a:pt x="1929900" y="68174"/>
                </a:cubicBezTo>
                <a:cubicBezTo>
                  <a:pt x="1929900" y="73359"/>
                  <a:pt x="1929798" y="77934"/>
                  <a:pt x="1929595" y="81900"/>
                </a:cubicBezTo>
                <a:cubicBezTo>
                  <a:pt x="1929392" y="85865"/>
                  <a:pt x="1929290" y="89831"/>
                  <a:pt x="1929290" y="93796"/>
                </a:cubicBezTo>
                <a:cubicBezTo>
                  <a:pt x="1929290" y="97050"/>
                  <a:pt x="1929366" y="100583"/>
                  <a:pt x="1929518" y="104397"/>
                </a:cubicBezTo>
                <a:cubicBezTo>
                  <a:pt x="1929672" y="108209"/>
                  <a:pt x="1929850" y="111894"/>
                  <a:pt x="1930053" y="115453"/>
                </a:cubicBezTo>
                <a:cubicBezTo>
                  <a:pt x="1928732" y="115250"/>
                  <a:pt x="1927054" y="115148"/>
                  <a:pt x="1925020" y="115148"/>
                </a:cubicBezTo>
                <a:cubicBezTo>
                  <a:pt x="1922986" y="115148"/>
                  <a:pt x="1920850" y="115148"/>
                  <a:pt x="1918613" y="115148"/>
                </a:cubicBezTo>
                <a:cubicBezTo>
                  <a:pt x="1916377" y="115148"/>
                  <a:pt x="1914243" y="115148"/>
                  <a:pt x="1912209" y="115148"/>
                </a:cubicBezTo>
                <a:cubicBezTo>
                  <a:pt x="1910175" y="115148"/>
                  <a:pt x="1908497" y="115250"/>
                  <a:pt x="1907175" y="115453"/>
                </a:cubicBezTo>
                <a:cubicBezTo>
                  <a:pt x="1907887" y="110166"/>
                  <a:pt x="1908345" y="103938"/>
                  <a:pt x="1908548" y="96771"/>
                </a:cubicBezTo>
                <a:cubicBezTo>
                  <a:pt x="1908751" y="89603"/>
                  <a:pt x="1908853" y="81393"/>
                  <a:pt x="1908853" y="72140"/>
                </a:cubicBezTo>
                <a:cubicBezTo>
                  <a:pt x="1908853" y="65734"/>
                  <a:pt x="1907760" y="61031"/>
                  <a:pt x="1905574" y="58033"/>
                </a:cubicBezTo>
                <a:cubicBezTo>
                  <a:pt x="1903388" y="55032"/>
                  <a:pt x="1900312" y="53532"/>
                  <a:pt x="1896347" y="53532"/>
                </a:cubicBezTo>
                <a:cubicBezTo>
                  <a:pt x="1891772" y="53532"/>
                  <a:pt x="1888417" y="55515"/>
                  <a:pt x="1886282" y="59480"/>
                </a:cubicBezTo>
                <a:cubicBezTo>
                  <a:pt x="1884147" y="63446"/>
                  <a:pt x="1883080" y="68936"/>
                  <a:pt x="1883080" y="75952"/>
                </a:cubicBezTo>
                <a:lnTo>
                  <a:pt x="1883080" y="82054"/>
                </a:lnTo>
                <a:cubicBezTo>
                  <a:pt x="1883080" y="88255"/>
                  <a:pt x="1883156" y="94100"/>
                  <a:pt x="1883308" y="99591"/>
                </a:cubicBezTo>
                <a:cubicBezTo>
                  <a:pt x="1883460" y="105082"/>
                  <a:pt x="1883790" y="110369"/>
                  <a:pt x="1884299" y="115453"/>
                </a:cubicBezTo>
                <a:cubicBezTo>
                  <a:pt x="1882977" y="115250"/>
                  <a:pt x="1881325" y="115148"/>
                  <a:pt x="1879342" y="115148"/>
                </a:cubicBezTo>
                <a:cubicBezTo>
                  <a:pt x="1877359" y="115148"/>
                  <a:pt x="1875199" y="115148"/>
                  <a:pt x="1872861" y="115148"/>
                </a:cubicBezTo>
                <a:cubicBezTo>
                  <a:pt x="1870521" y="115148"/>
                  <a:pt x="1868386" y="115148"/>
                  <a:pt x="1866454" y="115148"/>
                </a:cubicBezTo>
                <a:cubicBezTo>
                  <a:pt x="1864523" y="115148"/>
                  <a:pt x="1862845" y="115250"/>
                  <a:pt x="1861421" y="115453"/>
                </a:cubicBezTo>
                <a:cubicBezTo>
                  <a:pt x="1861930" y="110369"/>
                  <a:pt x="1862260" y="105082"/>
                  <a:pt x="1862412" y="99591"/>
                </a:cubicBezTo>
                <a:cubicBezTo>
                  <a:pt x="1862566" y="94100"/>
                  <a:pt x="1862642" y="88255"/>
                  <a:pt x="1862642" y="82054"/>
                </a:cubicBezTo>
                <a:lnTo>
                  <a:pt x="1862642" y="75952"/>
                </a:lnTo>
                <a:cubicBezTo>
                  <a:pt x="1862642" y="69751"/>
                  <a:pt x="1862566" y="63930"/>
                  <a:pt x="1862412" y="58491"/>
                </a:cubicBezTo>
                <a:cubicBezTo>
                  <a:pt x="1862260" y="53050"/>
                  <a:pt x="1861930" y="47584"/>
                  <a:pt x="1861421" y="42094"/>
                </a:cubicBezTo>
                <a:cubicBezTo>
                  <a:pt x="1863251" y="42297"/>
                  <a:pt x="1865056" y="42475"/>
                  <a:pt x="1866836" y="42629"/>
                </a:cubicBezTo>
                <a:cubicBezTo>
                  <a:pt x="1868615" y="42781"/>
                  <a:pt x="1870420" y="42857"/>
                  <a:pt x="1872249" y="42857"/>
                </a:cubicBezTo>
                <a:cubicBezTo>
                  <a:pt x="1874080" y="42857"/>
                  <a:pt x="1875885" y="42781"/>
                  <a:pt x="1877664" y="42629"/>
                </a:cubicBezTo>
                <a:cubicBezTo>
                  <a:pt x="1879444" y="42475"/>
                  <a:pt x="1881350" y="42297"/>
                  <a:pt x="1883384" y="42094"/>
                </a:cubicBezTo>
                <a:lnTo>
                  <a:pt x="1882772" y="53532"/>
                </a:lnTo>
                <a:lnTo>
                  <a:pt x="1883080" y="5353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EvaluateAlignment:">
            <a:extLst xmlns:a="http://schemas.openxmlformats.org/drawingml/2006/main">
              <a:ext uri="{FF2B5EF4-FFF2-40B4-BE49-F238E27FC236}">
                <a16:creationId xmlns:a16="http://schemas.microsoft.com/office/drawing/2014/main" id="{6359A058-EB94-415A-8E4C-5BB3773B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138" y="31677"/>
            <a:ext cx="1301545" cy="155564"/>
          </a:xfrm>
          <a:custGeom xmlns:a="http://schemas.openxmlformats.org/drawingml/2006/main">
            <a:pathLst>
              <a:path w="1301545" h="155564">
                <a:moveTo>
                  <a:pt x="1219" y="52464"/>
                </a:moveTo>
                <a:cubicBezTo>
                  <a:pt x="1219" y="44025"/>
                  <a:pt x="1118" y="36527"/>
                  <a:pt x="915" y="29969"/>
                </a:cubicBezTo>
                <a:cubicBezTo>
                  <a:pt x="711" y="23411"/>
                  <a:pt x="406" y="16828"/>
                  <a:pt x="0" y="10219"/>
                </a:cubicBezTo>
                <a:cubicBezTo>
                  <a:pt x="4575" y="10319"/>
                  <a:pt x="9099" y="10472"/>
                  <a:pt x="13572" y="10677"/>
                </a:cubicBezTo>
                <a:cubicBezTo>
                  <a:pt x="18046" y="10880"/>
                  <a:pt x="22571" y="10982"/>
                  <a:pt x="27146" y="10982"/>
                </a:cubicBezTo>
                <a:cubicBezTo>
                  <a:pt x="34671" y="10982"/>
                  <a:pt x="41356" y="10906"/>
                  <a:pt x="47202" y="10754"/>
                </a:cubicBezTo>
                <a:cubicBezTo>
                  <a:pt x="53048" y="10600"/>
                  <a:pt x="56988" y="10422"/>
                  <a:pt x="59022" y="10219"/>
                </a:cubicBezTo>
                <a:cubicBezTo>
                  <a:pt x="58615" y="11844"/>
                  <a:pt x="58412" y="13979"/>
                  <a:pt x="58412" y="16623"/>
                </a:cubicBezTo>
                <a:cubicBezTo>
                  <a:pt x="58412" y="18250"/>
                  <a:pt x="58462" y="19522"/>
                  <a:pt x="58563" y="20437"/>
                </a:cubicBezTo>
                <a:cubicBezTo>
                  <a:pt x="58666" y="21353"/>
                  <a:pt x="58818" y="22369"/>
                  <a:pt x="59022" y="23486"/>
                </a:cubicBezTo>
                <a:cubicBezTo>
                  <a:pt x="56072" y="23283"/>
                  <a:pt x="52844" y="23079"/>
                  <a:pt x="49336" y="22876"/>
                </a:cubicBezTo>
                <a:cubicBezTo>
                  <a:pt x="45828" y="22673"/>
                  <a:pt x="42422" y="22470"/>
                  <a:pt x="39117" y="22266"/>
                </a:cubicBezTo>
                <a:cubicBezTo>
                  <a:pt x="35814" y="22063"/>
                  <a:pt x="32841" y="21911"/>
                  <a:pt x="30197" y="21810"/>
                </a:cubicBezTo>
                <a:cubicBezTo>
                  <a:pt x="27554" y="21708"/>
                  <a:pt x="25673" y="21657"/>
                  <a:pt x="24554" y="21657"/>
                </a:cubicBezTo>
                <a:cubicBezTo>
                  <a:pt x="24147" y="27250"/>
                  <a:pt x="23919" y="32791"/>
                  <a:pt x="23867" y="38282"/>
                </a:cubicBezTo>
                <a:cubicBezTo>
                  <a:pt x="23816" y="43771"/>
                  <a:pt x="23791" y="49312"/>
                  <a:pt x="23791" y="54905"/>
                </a:cubicBezTo>
                <a:cubicBezTo>
                  <a:pt x="30400" y="54802"/>
                  <a:pt x="36373" y="54650"/>
                  <a:pt x="41710" y="54446"/>
                </a:cubicBezTo>
                <a:cubicBezTo>
                  <a:pt x="47048" y="54243"/>
                  <a:pt x="52616" y="53989"/>
                  <a:pt x="58412" y="53685"/>
                </a:cubicBezTo>
                <a:cubicBezTo>
                  <a:pt x="58106" y="55414"/>
                  <a:pt x="57902" y="56736"/>
                  <a:pt x="57800" y="57651"/>
                </a:cubicBezTo>
                <a:cubicBezTo>
                  <a:pt x="57699" y="58565"/>
                  <a:pt x="57649" y="59530"/>
                  <a:pt x="57649" y="60548"/>
                </a:cubicBezTo>
                <a:cubicBezTo>
                  <a:pt x="57649" y="61361"/>
                  <a:pt x="57725" y="62200"/>
                  <a:pt x="57877" y="63064"/>
                </a:cubicBezTo>
                <a:cubicBezTo>
                  <a:pt x="58030" y="63928"/>
                  <a:pt x="58209" y="65174"/>
                  <a:pt x="58412" y="66801"/>
                </a:cubicBezTo>
                <a:cubicBezTo>
                  <a:pt x="46821" y="65886"/>
                  <a:pt x="35281" y="65428"/>
                  <a:pt x="23791" y="65428"/>
                </a:cubicBezTo>
                <a:cubicBezTo>
                  <a:pt x="23791" y="68682"/>
                  <a:pt x="23765" y="71935"/>
                  <a:pt x="23714" y="75188"/>
                </a:cubicBezTo>
                <a:cubicBezTo>
                  <a:pt x="23664" y="78442"/>
                  <a:pt x="23639" y="81695"/>
                  <a:pt x="23639" y="84949"/>
                </a:cubicBezTo>
                <a:cubicBezTo>
                  <a:pt x="23639" y="91558"/>
                  <a:pt x="23791" y="97912"/>
                  <a:pt x="24095" y="104013"/>
                </a:cubicBezTo>
                <a:cubicBezTo>
                  <a:pt x="29892" y="104013"/>
                  <a:pt x="35687" y="103861"/>
                  <a:pt x="41482" y="103557"/>
                </a:cubicBezTo>
                <a:cubicBezTo>
                  <a:pt x="47278" y="103251"/>
                  <a:pt x="53125" y="102743"/>
                  <a:pt x="59022" y="102032"/>
                </a:cubicBezTo>
                <a:cubicBezTo>
                  <a:pt x="58818" y="103149"/>
                  <a:pt x="58666" y="104165"/>
                  <a:pt x="58563" y="105081"/>
                </a:cubicBezTo>
                <a:cubicBezTo>
                  <a:pt x="58462" y="105996"/>
                  <a:pt x="58412" y="107268"/>
                  <a:pt x="58412" y="108895"/>
                </a:cubicBezTo>
                <a:cubicBezTo>
                  <a:pt x="58412" y="110521"/>
                  <a:pt x="58462" y="111792"/>
                  <a:pt x="58563" y="112707"/>
                </a:cubicBezTo>
                <a:cubicBezTo>
                  <a:pt x="58666" y="113622"/>
                  <a:pt x="58818" y="114385"/>
                  <a:pt x="59022" y="114995"/>
                </a:cubicBezTo>
                <a:cubicBezTo>
                  <a:pt x="56277" y="114894"/>
                  <a:pt x="52896" y="114818"/>
                  <a:pt x="48880" y="114766"/>
                </a:cubicBezTo>
                <a:cubicBezTo>
                  <a:pt x="44863" y="114715"/>
                  <a:pt x="39347" y="114690"/>
                  <a:pt x="32331" y="114690"/>
                </a:cubicBezTo>
                <a:cubicBezTo>
                  <a:pt x="26130" y="114690"/>
                  <a:pt x="21097" y="114690"/>
                  <a:pt x="17233" y="114690"/>
                </a:cubicBezTo>
                <a:cubicBezTo>
                  <a:pt x="13470" y="114690"/>
                  <a:pt x="10445" y="114690"/>
                  <a:pt x="8157" y="114690"/>
                </a:cubicBezTo>
                <a:cubicBezTo>
                  <a:pt x="5870" y="114690"/>
                  <a:pt x="4142" y="114715"/>
                  <a:pt x="2972" y="114766"/>
                </a:cubicBezTo>
                <a:cubicBezTo>
                  <a:pt x="1804" y="114818"/>
                  <a:pt x="813" y="114894"/>
                  <a:pt x="0" y="114995"/>
                </a:cubicBezTo>
                <a:cubicBezTo>
                  <a:pt x="406" y="108691"/>
                  <a:pt x="711" y="102260"/>
                  <a:pt x="915" y="95702"/>
                </a:cubicBezTo>
                <a:cubicBezTo>
                  <a:pt x="1118" y="89144"/>
                  <a:pt x="1219" y="81645"/>
                  <a:pt x="1219" y="73206"/>
                </a:cubicBezTo>
                <a:lnTo>
                  <a:pt x="1219" y="52464"/>
                </a:lnTo>
                <a:close/>
                <a:moveTo>
                  <a:pt x="108283" y="95016"/>
                </a:moveTo>
                <a:cubicBezTo>
                  <a:pt x="111536" y="86069"/>
                  <a:pt x="114662" y="77172"/>
                  <a:pt x="117661" y="68326"/>
                </a:cubicBezTo>
                <a:cubicBezTo>
                  <a:pt x="120662" y="59479"/>
                  <a:pt x="123636" y="50582"/>
                  <a:pt x="126584" y="41635"/>
                </a:cubicBezTo>
                <a:cubicBezTo>
                  <a:pt x="127702" y="41839"/>
                  <a:pt x="128770" y="42017"/>
                  <a:pt x="129786" y="42171"/>
                </a:cubicBezTo>
                <a:cubicBezTo>
                  <a:pt x="130804" y="42323"/>
                  <a:pt x="131821" y="42399"/>
                  <a:pt x="132837" y="42399"/>
                </a:cubicBezTo>
                <a:cubicBezTo>
                  <a:pt x="133855" y="42399"/>
                  <a:pt x="134871" y="42323"/>
                  <a:pt x="135888" y="42171"/>
                </a:cubicBezTo>
                <a:cubicBezTo>
                  <a:pt x="136905" y="42017"/>
                  <a:pt x="138024" y="41839"/>
                  <a:pt x="139243" y="41635"/>
                </a:cubicBezTo>
                <a:cubicBezTo>
                  <a:pt x="137616" y="45601"/>
                  <a:pt x="135633" y="50202"/>
                  <a:pt x="133295" y="55438"/>
                </a:cubicBezTo>
                <a:cubicBezTo>
                  <a:pt x="130957" y="60674"/>
                  <a:pt x="128491" y="66419"/>
                  <a:pt x="125897" y="72673"/>
                </a:cubicBezTo>
                <a:cubicBezTo>
                  <a:pt x="123305" y="78925"/>
                  <a:pt x="120661" y="85636"/>
                  <a:pt x="117966" y="92805"/>
                </a:cubicBezTo>
                <a:cubicBezTo>
                  <a:pt x="115273" y="99973"/>
                  <a:pt x="112757" y="107369"/>
                  <a:pt x="110419" y="114995"/>
                </a:cubicBezTo>
                <a:cubicBezTo>
                  <a:pt x="108995" y="114791"/>
                  <a:pt x="107622" y="114690"/>
                  <a:pt x="106300" y="114690"/>
                </a:cubicBezTo>
                <a:cubicBezTo>
                  <a:pt x="104978" y="114690"/>
                  <a:pt x="103606" y="114690"/>
                  <a:pt x="102183" y="114690"/>
                </a:cubicBezTo>
                <a:cubicBezTo>
                  <a:pt x="100759" y="114690"/>
                  <a:pt x="99386" y="114690"/>
                  <a:pt x="98064" y="114690"/>
                </a:cubicBezTo>
                <a:cubicBezTo>
                  <a:pt x="96742" y="114690"/>
                  <a:pt x="95370" y="114791"/>
                  <a:pt x="93947" y="114995"/>
                </a:cubicBezTo>
                <a:cubicBezTo>
                  <a:pt x="91914" y="109200"/>
                  <a:pt x="89651" y="102795"/>
                  <a:pt x="87159" y="95779"/>
                </a:cubicBezTo>
                <a:cubicBezTo>
                  <a:pt x="84669" y="88764"/>
                  <a:pt x="82204" y="81875"/>
                  <a:pt x="79763" y="75114"/>
                </a:cubicBezTo>
                <a:cubicBezTo>
                  <a:pt x="77323" y="68351"/>
                  <a:pt x="75035" y="62021"/>
                  <a:pt x="72901" y="56124"/>
                </a:cubicBezTo>
                <a:cubicBezTo>
                  <a:pt x="70766" y="50227"/>
                  <a:pt x="68986" y="45398"/>
                  <a:pt x="67562" y="41635"/>
                </a:cubicBezTo>
                <a:cubicBezTo>
                  <a:pt x="69697" y="41839"/>
                  <a:pt x="71756" y="42017"/>
                  <a:pt x="73738" y="42171"/>
                </a:cubicBezTo>
                <a:cubicBezTo>
                  <a:pt x="75721" y="42323"/>
                  <a:pt x="77678" y="42399"/>
                  <a:pt x="79610" y="42399"/>
                </a:cubicBezTo>
                <a:cubicBezTo>
                  <a:pt x="81543" y="42399"/>
                  <a:pt x="83450" y="42323"/>
                  <a:pt x="85330" y="42171"/>
                </a:cubicBezTo>
                <a:cubicBezTo>
                  <a:pt x="87210" y="42017"/>
                  <a:pt x="89117" y="41839"/>
                  <a:pt x="91050" y="41635"/>
                </a:cubicBezTo>
                <a:cubicBezTo>
                  <a:pt x="93795" y="50582"/>
                  <a:pt x="96565" y="59479"/>
                  <a:pt x="99360" y="68326"/>
                </a:cubicBezTo>
                <a:cubicBezTo>
                  <a:pt x="102158" y="77172"/>
                  <a:pt x="105030" y="86069"/>
                  <a:pt x="107978" y="95016"/>
                </a:cubicBezTo>
                <a:lnTo>
                  <a:pt x="108283" y="95016"/>
                </a:lnTo>
                <a:close/>
                <a:moveTo>
                  <a:pt x="182862" y="91814"/>
                </a:moveTo>
                <a:cubicBezTo>
                  <a:pt x="182862" y="87442"/>
                  <a:pt x="182888" y="84112"/>
                  <a:pt x="182939" y="81823"/>
                </a:cubicBezTo>
                <a:cubicBezTo>
                  <a:pt x="182990" y="79535"/>
                  <a:pt x="183016" y="77526"/>
                  <a:pt x="183016" y="75798"/>
                </a:cubicBezTo>
                <a:cubicBezTo>
                  <a:pt x="180879" y="77019"/>
                  <a:pt x="178617" y="78011"/>
                  <a:pt x="176227" y="78775"/>
                </a:cubicBezTo>
                <a:cubicBezTo>
                  <a:pt x="173838" y="79536"/>
                  <a:pt x="171652" y="80502"/>
                  <a:pt x="169669" y="81672"/>
                </a:cubicBezTo>
                <a:cubicBezTo>
                  <a:pt x="167687" y="82840"/>
                  <a:pt x="166060" y="84441"/>
                  <a:pt x="164789" y="86475"/>
                </a:cubicBezTo>
                <a:cubicBezTo>
                  <a:pt x="163519" y="88509"/>
                  <a:pt x="162883" y="91458"/>
                  <a:pt x="162883" y="95321"/>
                </a:cubicBezTo>
                <a:cubicBezTo>
                  <a:pt x="162883" y="99083"/>
                  <a:pt x="163672" y="101955"/>
                  <a:pt x="165248" y="103938"/>
                </a:cubicBezTo>
                <a:cubicBezTo>
                  <a:pt x="166824" y="105921"/>
                  <a:pt x="168933" y="106912"/>
                  <a:pt x="171575" y="106912"/>
                </a:cubicBezTo>
                <a:cubicBezTo>
                  <a:pt x="174931" y="106912"/>
                  <a:pt x="177651" y="105642"/>
                  <a:pt x="179734" y="103100"/>
                </a:cubicBezTo>
                <a:cubicBezTo>
                  <a:pt x="181820" y="100558"/>
                  <a:pt x="182862" y="96795"/>
                  <a:pt x="182862" y="91814"/>
                </a:cubicBezTo>
                <a:moveTo>
                  <a:pt x="146717" y="50330"/>
                </a:moveTo>
                <a:cubicBezTo>
                  <a:pt x="150988" y="46873"/>
                  <a:pt x="155588" y="44229"/>
                  <a:pt x="160519" y="42399"/>
                </a:cubicBezTo>
                <a:cubicBezTo>
                  <a:pt x="165451" y="40568"/>
                  <a:pt x="170357" y="39653"/>
                  <a:pt x="175236" y="39653"/>
                </a:cubicBezTo>
                <a:cubicBezTo>
                  <a:pt x="179304" y="39653"/>
                  <a:pt x="183040" y="40110"/>
                  <a:pt x="186446" y="41026"/>
                </a:cubicBezTo>
                <a:cubicBezTo>
                  <a:pt x="189853" y="41941"/>
                  <a:pt x="192801" y="43390"/>
                  <a:pt x="195291" y="45373"/>
                </a:cubicBezTo>
                <a:cubicBezTo>
                  <a:pt x="197783" y="47355"/>
                  <a:pt x="199715" y="49923"/>
                  <a:pt x="201086" y="53076"/>
                </a:cubicBezTo>
                <a:cubicBezTo>
                  <a:pt x="202459" y="56227"/>
                  <a:pt x="203146" y="60039"/>
                  <a:pt x="203146" y="64514"/>
                </a:cubicBezTo>
                <a:cubicBezTo>
                  <a:pt x="203146" y="71020"/>
                  <a:pt x="203070" y="77045"/>
                  <a:pt x="202918" y="82586"/>
                </a:cubicBezTo>
                <a:cubicBezTo>
                  <a:pt x="202766" y="88127"/>
                  <a:pt x="202690" y="93642"/>
                  <a:pt x="202690" y="99133"/>
                </a:cubicBezTo>
                <a:cubicBezTo>
                  <a:pt x="202690" y="101573"/>
                  <a:pt x="202867" y="103480"/>
                  <a:pt x="203222" y="104853"/>
                </a:cubicBezTo>
                <a:cubicBezTo>
                  <a:pt x="203579" y="106226"/>
                  <a:pt x="204113" y="107268"/>
                  <a:pt x="204824" y="107980"/>
                </a:cubicBezTo>
                <a:cubicBezTo>
                  <a:pt x="205536" y="108691"/>
                  <a:pt x="206476" y="109148"/>
                  <a:pt x="207644" y="109351"/>
                </a:cubicBezTo>
                <a:cubicBezTo>
                  <a:pt x="208814" y="109554"/>
                  <a:pt x="210161" y="109656"/>
                  <a:pt x="211686" y="109656"/>
                </a:cubicBezTo>
                <a:lnTo>
                  <a:pt x="211686" y="113317"/>
                </a:lnTo>
                <a:cubicBezTo>
                  <a:pt x="208739" y="114538"/>
                  <a:pt x="206248" y="115453"/>
                  <a:pt x="204214" y="116063"/>
                </a:cubicBezTo>
                <a:cubicBezTo>
                  <a:pt x="202180" y="116672"/>
                  <a:pt x="199994" y="116977"/>
                  <a:pt x="197656" y="116977"/>
                </a:cubicBezTo>
                <a:cubicBezTo>
                  <a:pt x="193894" y="116977"/>
                  <a:pt x="190843" y="116063"/>
                  <a:pt x="188505" y="114234"/>
                </a:cubicBezTo>
                <a:cubicBezTo>
                  <a:pt x="186167" y="112403"/>
                  <a:pt x="184388" y="109759"/>
                  <a:pt x="183167" y="106303"/>
                </a:cubicBezTo>
                <a:cubicBezTo>
                  <a:pt x="180829" y="109556"/>
                  <a:pt x="178109" y="112148"/>
                  <a:pt x="175008" y="114080"/>
                </a:cubicBezTo>
                <a:cubicBezTo>
                  <a:pt x="171907" y="116012"/>
                  <a:pt x="168018" y="116977"/>
                  <a:pt x="163342" y="116977"/>
                </a:cubicBezTo>
                <a:cubicBezTo>
                  <a:pt x="159477" y="116977"/>
                  <a:pt x="156172" y="116468"/>
                  <a:pt x="153426" y="115451"/>
                </a:cubicBezTo>
                <a:cubicBezTo>
                  <a:pt x="150681" y="114434"/>
                  <a:pt x="148419" y="112986"/>
                  <a:pt x="146640" y="111106"/>
                </a:cubicBezTo>
                <a:cubicBezTo>
                  <a:pt x="144860" y="109224"/>
                  <a:pt x="143564" y="107088"/>
                  <a:pt x="142751" y="104699"/>
                </a:cubicBezTo>
                <a:cubicBezTo>
                  <a:pt x="141938" y="102310"/>
                  <a:pt x="141532" y="99895"/>
                  <a:pt x="141532" y="97455"/>
                </a:cubicBezTo>
                <a:cubicBezTo>
                  <a:pt x="141532" y="94100"/>
                  <a:pt x="142065" y="91203"/>
                  <a:pt x="143133" y="88763"/>
                </a:cubicBezTo>
                <a:cubicBezTo>
                  <a:pt x="144200" y="86322"/>
                  <a:pt x="145725" y="84238"/>
                  <a:pt x="147708" y="82510"/>
                </a:cubicBezTo>
                <a:cubicBezTo>
                  <a:pt x="149691" y="80781"/>
                  <a:pt x="152054" y="79332"/>
                  <a:pt x="154799" y="78162"/>
                </a:cubicBezTo>
                <a:cubicBezTo>
                  <a:pt x="157545" y="76993"/>
                  <a:pt x="160646" y="76001"/>
                  <a:pt x="164103" y="75188"/>
                </a:cubicBezTo>
                <a:cubicBezTo>
                  <a:pt x="168374" y="74172"/>
                  <a:pt x="171755" y="73283"/>
                  <a:pt x="174245" y="72521"/>
                </a:cubicBezTo>
                <a:cubicBezTo>
                  <a:pt x="176736" y="71758"/>
                  <a:pt x="178592" y="70996"/>
                  <a:pt x="179811" y="70234"/>
                </a:cubicBezTo>
                <a:cubicBezTo>
                  <a:pt x="181032" y="69471"/>
                  <a:pt x="181820" y="68631"/>
                  <a:pt x="182176" y="67716"/>
                </a:cubicBezTo>
                <a:cubicBezTo>
                  <a:pt x="182532" y="66800"/>
                  <a:pt x="182711" y="65682"/>
                  <a:pt x="182711" y="64360"/>
                </a:cubicBezTo>
                <a:cubicBezTo>
                  <a:pt x="182711" y="60700"/>
                  <a:pt x="181414" y="57574"/>
                  <a:pt x="178820" y="54982"/>
                </a:cubicBezTo>
                <a:cubicBezTo>
                  <a:pt x="176227" y="52388"/>
                  <a:pt x="172643" y="51091"/>
                  <a:pt x="168068" y="51091"/>
                </a:cubicBezTo>
                <a:cubicBezTo>
                  <a:pt x="166340" y="51091"/>
                  <a:pt x="164560" y="51319"/>
                  <a:pt x="162730" y="51777"/>
                </a:cubicBezTo>
                <a:cubicBezTo>
                  <a:pt x="160901" y="52235"/>
                  <a:pt x="159147" y="52871"/>
                  <a:pt x="157468" y="53685"/>
                </a:cubicBezTo>
                <a:cubicBezTo>
                  <a:pt x="155791" y="54498"/>
                  <a:pt x="154266" y="55388"/>
                  <a:pt x="152893" y="56355"/>
                </a:cubicBezTo>
                <a:cubicBezTo>
                  <a:pt x="151521" y="57320"/>
                  <a:pt x="150480" y="58361"/>
                  <a:pt x="149767" y="59480"/>
                </a:cubicBezTo>
                <a:lnTo>
                  <a:pt x="148699" y="59480"/>
                </a:lnTo>
                <a:lnTo>
                  <a:pt x="146717" y="50330"/>
                </a:lnTo>
                <a:close/>
                <a:moveTo>
                  <a:pt x="225109" y="52768"/>
                </a:moveTo>
                <a:cubicBezTo>
                  <a:pt x="225109" y="42805"/>
                  <a:pt x="225007" y="33655"/>
                  <a:pt x="224802" y="25317"/>
                </a:cubicBezTo>
                <a:cubicBezTo>
                  <a:pt x="224599" y="16980"/>
                  <a:pt x="224294" y="8541"/>
                  <a:pt x="223888" y="0"/>
                </a:cubicBezTo>
                <a:cubicBezTo>
                  <a:pt x="225209" y="203"/>
                  <a:pt x="226887" y="382"/>
                  <a:pt x="228921" y="535"/>
                </a:cubicBezTo>
                <a:cubicBezTo>
                  <a:pt x="230955" y="687"/>
                  <a:pt x="233091" y="763"/>
                  <a:pt x="235328" y="763"/>
                </a:cubicBezTo>
                <a:cubicBezTo>
                  <a:pt x="237563" y="763"/>
                  <a:pt x="239698" y="687"/>
                  <a:pt x="241732" y="535"/>
                </a:cubicBezTo>
                <a:cubicBezTo>
                  <a:pt x="243766" y="382"/>
                  <a:pt x="245444" y="203"/>
                  <a:pt x="246766" y="0"/>
                </a:cubicBezTo>
                <a:cubicBezTo>
                  <a:pt x="246359" y="8541"/>
                  <a:pt x="246054" y="16980"/>
                  <a:pt x="245849" y="25317"/>
                </a:cubicBezTo>
                <a:cubicBezTo>
                  <a:pt x="245646" y="33655"/>
                  <a:pt x="245544" y="42805"/>
                  <a:pt x="245544" y="52768"/>
                </a:cubicBezTo>
                <a:lnTo>
                  <a:pt x="245544" y="62682"/>
                </a:lnTo>
                <a:cubicBezTo>
                  <a:pt x="245544" y="72647"/>
                  <a:pt x="245646" y="81798"/>
                  <a:pt x="245849" y="90136"/>
                </a:cubicBezTo>
                <a:cubicBezTo>
                  <a:pt x="246054" y="98473"/>
                  <a:pt x="246359" y="106759"/>
                  <a:pt x="246766" y="114995"/>
                </a:cubicBezTo>
                <a:cubicBezTo>
                  <a:pt x="245444" y="114791"/>
                  <a:pt x="243766" y="114690"/>
                  <a:pt x="241732" y="114690"/>
                </a:cubicBezTo>
                <a:cubicBezTo>
                  <a:pt x="239698" y="114690"/>
                  <a:pt x="237563" y="114690"/>
                  <a:pt x="235328" y="114690"/>
                </a:cubicBezTo>
                <a:cubicBezTo>
                  <a:pt x="233091" y="114690"/>
                  <a:pt x="230955" y="114690"/>
                  <a:pt x="228921" y="114690"/>
                </a:cubicBezTo>
                <a:cubicBezTo>
                  <a:pt x="226887" y="114690"/>
                  <a:pt x="225209" y="114791"/>
                  <a:pt x="223888" y="114995"/>
                </a:cubicBezTo>
                <a:cubicBezTo>
                  <a:pt x="224294" y="106759"/>
                  <a:pt x="224599" y="98473"/>
                  <a:pt x="224802" y="90136"/>
                </a:cubicBezTo>
                <a:cubicBezTo>
                  <a:pt x="225007" y="81798"/>
                  <a:pt x="225109" y="72647"/>
                  <a:pt x="225109" y="62682"/>
                </a:cubicBezTo>
                <a:lnTo>
                  <a:pt x="225109" y="52768"/>
                </a:lnTo>
                <a:close/>
                <a:moveTo>
                  <a:pt x="311582" y="104013"/>
                </a:moveTo>
                <a:cubicBezTo>
                  <a:pt x="308735" y="108284"/>
                  <a:pt x="305405" y="111512"/>
                  <a:pt x="301592" y="113698"/>
                </a:cubicBezTo>
                <a:cubicBezTo>
                  <a:pt x="297780" y="115884"/>
                  <a:pt x="293434" y="116977"/>
                  <a:pt x="288555" y="116977"/>
                </a:cubicBezTo>
                <a:cubicBezTo>
                  <a:pt x="280928" y="116977"/>
                  <a:pt x="275056" y="114842"/>
                  <a:pt x="270938" y="110573"/>
                </a:cubicBezTo>
                <a:cubicBezTo>
                  <a:pt x="266821" y="106302"/>
                  <a:pt x="264762" y="99235"/>
                  <a:pt x="264762" y="89372"/>
                </a:cubicBezTo>
                <a:cubicBezTo>
                  <a:pt x="264762" y="84188"/>
                  <a:pt x="264864" y="79612"/>
                  <a:pt x="265067" y="75647"/>
                </a:cubicBezTo>
                <a:cubicBezTo>
                  <a:pt x="265270" y="71681"/>
                  <a:pt x="265372" y="67716"/>
                  <a:pt x="265372" y="63750"/>
                </a:cubicBezTo>
                <a:cubicBezTo>
                  <a:pt x="265372" y="60497"/>
                  <a:pt x="265295" y="56964"/>
                  <a:pt x="265141" y="53152"/>
                </a:cubicBezTo>
                <a:cubicBezTo>
                  <a:pt x="264989" y="49339"/>
                  <a:pt x="264812" y="45500"/>
                  <a:pt x="264608" y="41635"/>
                </a:cubicBezTo>
                <a:cubicBezTo>
                  <a:pt x="265930" y="41839"/>
                  <a:pt x="267608" y="42017"/>
                  <a:pt x="269642" y="42171"/>
                </a:cubicBezTo>
                <a:cubicBezTo>
                  <a:pt x="271676" y="42323"/>
                  <a:pt x="273812" y="42399"/>
                  <a:pt x="276049" y="42399"/>
                </a:cubicBezTo>
                <a:cubicBezTo>
                  <a:pt x="278284" y="42399"/>
                  <a:pt x="280419" y="42323"/>
                  <a:pt x="282453" y="42171"/>
                </a:cubicBezTo>
                <a:cubicBezTo>
                  <a:pt x="284487" y="42017"/>
                  <a:pt x="286165" y="41839"/>
                  <a:pt x="287487" y="41635"/>
                </a:cubicBezTo>
                <a:cubicBezTo>
                  <a:pt x="286775" y="47126"/>
                  <a:pt x="286317" y="53481"/>
                  <a:pt x="286114" y="60699"/>
                </a:cubicBezTo>
                <a:cubicBezTo>
                  <a:pt x="285910" y="67918"/>
                  <a:pt x="285809" y="76154"/>
                  <a:pt x="285809" y="85407"/>
                </a:cubicBezTo>
                <a:cubicBezTo>
                  <a:pt x="285809" y="91813"/>
                  <a:pt x="286902" y="96515"/>
                  <a:pt x="289088" y="99514"/>
                </a:cubicBezTo>
                <a:cubicBezTo>
                  <a:pt x="291274" y="102513"/>
                  <a:pt x="294350" y="104013"/>
                  <a:pt x="298315" y="104013"/>
                </a:cubicBezTo>
                <a:cubicBezTo>
                  <a:pt x="302890" y="104013"/>
                  <a:pt x="306245" y="102031"/>
                  <a:pt x="308380" y="98067"/>
                </a:cubicBezTo>
                <a:cubicBezTo>
                  <a:pt x="310515" y="94101"/>
                  <a:pt x="311582" y="88611"/>
                  <a:pt x="311582" y="81595"/>
                </a:cubicBezTo>
                <a:lnTo>
                  <a:pt x="311582" y="75493"/>
                </a:lnTo>
                <a:cubicBezTo>
                  <a:pt x="311582" y="69292"/>
                  <a:pt x="311506" y="63472"/>
                  <a:pt x="311354" y="58033"/>
                </a:cubicBezTo>
                <a:cubicBezTo>
                  <a:pt x="311202" y="52592"/>
                  <a:pt x="310872" y="47126"/>
                  <a:pt x="310363" y="41635"/>
                </a:cubicBezTo>
                <a:cubicBezTo>
                  <a:pt x="313210" y="42144"/>
                  <a:pt x="317022" y="42399"/>
                  <a:pt x="321801" y="42399"/>
                </a:cubicBezTo>
                <a:cubicBezTo>
                  <a:pt x="324140" y="42399"/>
                  <a:pt x="326276" y="42323"/>
                  <a:pt x="328207" y="42171"/>
                </a:cubicBezTo>
                <a:cubicBezTo>
                  <a:pt x="330139" y="42017"/>
                  <a:pt x="331817" y="41839"/>
                  <a:pt x="333241" y="41635"/>
                </a:cubicBezTo>
                <a:cubicBezTo>
                  <a:pt x="332732" y="47126"/>
                  <a:pt x="332401" y="52592"/>
                  <a:pt x="332247" y="58033"/>
                </a:cubicBezTo>
                <a:cubicBezTo>
                  <a:pt x="332095" y="63472"/>
                  <a:pt x="332019" y="69292"/>
                  <a:pt x="332019" y="75493"/>
                </a:cubicBezTo>
                <a:lnTo>
                  <a:pt x="332019" y="81595"/>
                </a:lnTo>
                <a:cubicBezTo>
                  <a:pt x="332019" y="87796"/>
                  <a:pt x="332095" y="93642"/>
                  <a:pt x="332247" y="99133"/>
                </a:cubicBezTo>
                <a:cubicBezTo>
                  <a:pt x="332401" y="104623"/>
                  <a:pt x="332732" y="109910"/>
                  <a:pt x="333241" y="114995"/>
                </a:cubicBezTo>
                <a:cubicBezTo>
                  <a:pt x="331410" y="114791"/>
                  <a:pt x="329605" y="114690"/>
                  <a:pt x="327826" y="114690"/>
                </a:cubicBezTo>
                <a:cubicBezTo>
                  <a:pt x="326046" y="114690"/>
                  <a:pt x="324242" y="114690"/>
                  <a:pt x="322413" y="114690"/>
                </a:cubicBezTo>
                <a:cubicBezTo>
                  <a:pt x="320582" y="114690"/>
                  <a:pt x="318777" y="114690"/>
                  <a:pt x="316997" y="114690"/>
                </a:cubicBezTo>
                <a:cubicBezTo>
                  <a:pt x="315218" y="114690"/>
                  <a:pt x="313311" y="114791"/>
                  <a:pt x="311277" y="114995"/>
                </a:cubicBezTo>
                <a:lnTo>
                  <a:pt x="311889" y="104013"/>
                </a:lnTo>
                <a:lnTo>
                  <a:pt x="311582" y="104013"/>
                </a:lnTo>
                <a:close/>
                <a:moveTo>
                  <a:pt x="386314" y="91814"/>
                </a:moveTo>
                <a:cubicBezTo>
                  <a:pt x="386314" y="87442"/>
                  <a:pt x="386340" y="84112"/>
                  <a:pt x="386391" y="81823"/>
                </a:cubicBezTo>
                <a:cubicBezTo>
                  <a:pt x="386442" y="79535"/>
                  <a:pt x="386468" y="77526"/>
                  <a:pt x="386468" y="75798"/>
                </a:cubicBezTo>
                <a:cubicBezTo>
                  <a:pt x="384332" y="77019"/>
                  <a:pt x="382069" y="78011"/>
                  <a:pt x="379680" y="78775"/>
                </a:cubicBezTo>
                <a:cubicBezTo>
                  <a:pt x="377290" y="79536"/>
                  <a:pt x="375104" y="80502"/>
                  <a:pt x="373122" y="81672"/>
                </a:cubicBezTo>
                <a:cubicBezTo>
                  <a:pt x="371139" y="82840"/>
                  <a:pt x="369512" y="84441"/>
                  <a:pt x="368242" y="86475"/>
                </a:cubicBezTo>
                <a:cubicBezTo>
                  <a:pt x="366971" y="88509"/>
                  <a:pt x="366336" y="91458"/>
                  <a:pt x="366336" y="95321"/>
                </a:cubicBezTo>
                <a:cubicBezTo>
                  <a:pt x="366336" y="99083"/>
                  <a:pt x="367124" y="101955"/>
                  <a:pt x="368700" y="103938"/>
                </a:cubicBezTo>
                <a:cubicBezTo>
                  <a:pt x="370276" y="105921"/>
                  <a:pt x="372386" y="106912"/>
                  <a:pt x="375028" y="106912"/>
                </a:cubicBezTo>
                <a:cubicBezTo>
                  <a:pt x="378383" y="106912"/>
                  <a:pt x="381103" y="105642"/>
                  <a:pt x="383187" y="103100"/>
                </a:cubicBezTo>
                <a:cubicBezTo>
                  <a:pt x="385272" y="100558"/>
                  <a:pt x="386314" y="96795"/>
                  <a:pt x="386314" y="91814"/>
                </a:cubicBezTo>
                <a:moveTo>
                  <a:pt x="350169" y="50330"/>
                </a:moveTo>
                <a:cubicBezTo>
                  <a:pt x="354440" y="46873"/>
                  <a:pt x="359041" y="44229"/>
                  <a:pt x="363971" y="42399"/>
                </a:cubicBezTo>
                <a:cubicBezTo>
                  <a:pt x="368903" y="40568"/>
                  <a:pt x="373809" y="39653"/>
                  <a:pt x="378688" y="39653"/>
                </a:cubicBezTo>
                <a:cubicBezTo>
                  <a:pt x="382756" y="39653"/>
                  <a:pt x="386493" y="40110"/>
                  <a:pt x="389898" y="41026"/>
                </a:cubicBezTo>
                <a:cubicBezTo>
                  <a:pt x="393305" y="41941"/>
                  <a:pt x="396254" y="43390"/>
                  <a:pt x="398744" y="45373"/>
                </a:cubicBezTo>
                <a:cubicBezTo>
                  <a:pt x="401235" y="47355"/>
                  <a:pt x="403167" y="49923"/>
                  <a:pt x="404538" y="53076"/>
                </a:cubicBezTo>
                <a:cubicBezTo>
                  <a:pt x="405911" y="56227"/>
                  <a:pt x="406598" y="60039"/>
                  <a:pt x="406598" y="64514"/>
                </a:cubicBezTo>
                <a:cubicBezTo>
                  <a:pt x="406598" y="71020"/>
                  <a:pt x="406522" y="77045"/>
                  <a:pt x="406370" y="82586"/>
                </a:cubicBezTo>
                <a:cubicBezTo>
                  <a:pt x="406218" y="88127"/>
                  <a:pt x="406142" y="93642"/>
                  <a:pt x="406142" y="99133"/>
                </a:cubicBezTo>
                <a:cubicBezTo>
                  <a:pt x="406142" y="101573"/>
                  <a:pt x="406319" y="103480"/>
                  <a:pt x="406675" y="104853"/>
                </a:cubicBezTo>
                <a:cubicBezTo>
                  <a:pt x="407032" y="106226"/>
                  <a:pt x="407565" y="107268"/>
                  <a:pt x="408276" y="107980"/>
                </a:cubicBezTo>
                <a:cubicBezTo>
                  <a:pt x="408988" y="108691"/>
                  <a:pt x="409928" y="109148"/>
                  <a:pt x="411096" y="109351"/>
                </a:cubicBezTo>
                <a:cubicBezTo>
                  <a:pt x="412266" y="109554"/>
                  <a:pt x="413614" y="109656"/>
                  <a:pt x="415139" y="109656"/>
                </a:cubicBezTo>
                <a:lnTo>
                  <a:pt x="415139" y="113317"/>
                </a:lnTo>
                <a:cubicBezTo>
                  <a:pt x="412191" y="114538"/>
                  <a:pt x="409700" y="115453"/>
                  <a:pt x="407666" y="116063"/>
                </a:cubicBezTo>
                <a:cubicBezTo>
                  <a:pt x="405632" y="116672"/>
                  <a:pt x="403446" y="116977"/>
                  <a:pt x="401108" y="116977"/>
                </a:cubicBezTo>
                <a:cubicBezTo>
                  <a:pt x="397346" y="116977"/>
                  <a:pt x="394296" y="116063"/>
                  <a:pt x="391958" y="114234"/>
                </a:cubicBezTo>
                <a:cubicBezTo>
                  <a:pt x="389620" y="112403"/>
                  <a:pt x="387840" y="109759"/>
                  <a:pt x="386619" y="106303"/>
                </a:cubicBezTo>
                <a:cubicBezTo>
                  <a:pt x="384281" y="109556"/>
                  <a:pt x="381562" y="112148"/>
                  <a:pt x="378460" y="114080"/>
                </a:cubicBezTo>
                <a:cubicBezTo>
                  <a:pt x="375359" y="116012"/>
                  <a:pt x="371470" y="116977"/>
                  <a:pt x="366794" y="116977"/>
                </a:cubicBezTo>
                <a:cubicBezTo>
                  <a:pt x="362929" y="116977"/>
                  <a:pt x="359624" y="116468"/>
                  <a:pt x="356878" y="115451"/>
                </a:cubicBezTo>
                <a:cubicBezTo>
                  <a:pt x="354134" y="114434"/>
                  <a:pt x="351872" y="112986"/>
                  <a:pt x="350092" y="111106"/>
                </a:cubicBezTo>
                <a:cubicBezTo>
                  <a:pt x="348313" y="109224"/>
                  <a:pt x="347016" y="107088"/>
                  <a:pt x="346203" y="104699"/>
                </a:cubicBezTo>
                <a:cubicBezTo>
                  <a:pt x="345390" y="102310"/>
                  <a:pt x="344984" y="99895"/>
                  <a:pt x="344984" y="97455"/>
                </a:cubicBezTo>
                <a:cubicBezTo>
                  <a:pt x="344984" y="94100"/>
                  <a:pt x="345518" y="91203"/>
                  <a:pt x="346585" y="88763"/>
                </a:cubicBezTo>
                <a:cubicBezTo>
                  <a:pt x="347652" y="86322"/>
                  <a:pt x="349177" y="84238"/>
                  <a:pt x="351160" y="82510"/>
                </a:cubicBezTo>
                <a:cubicBezTo>
                  <a:pt x="353143" y="80781"/>
                  <a:pt x="355507" y="79332"/>
                  <a:pt x="358251" y="78162"/>
                </a:cubicBezTo>
                <a:cubicBezTo>
                  <a:pt x="360997" y="76993"/>
                  <a:pt x="364098" y="76001"/>
                  <a:pt x="367555" y="75188"/>
                </a:cubicBezTo>
                <a:cubicBezTo>
                  <a:pt x="371826" y="74172"/>
                  <a:pt x="375207" y="73283"/>
                  <a:pt x="377697" y="72521"/>
                </a:cubicBezTo>
                <a:cubicBezTo>
                  <a:pt x="380188" y="71758"/>
                  <a:pt x="382044" y="70996"/>
                  <a:pt x="383263" y="70234"/>
                </a:cubicBezTo>
                <a:cubicBezTo>
                  <a:pt x="384484" y="69471"/>
                  <a:pt x="385273" y="68631"/>
                  <a:pt x="385628" y="67716"/>
                </a:cubicBezTo>
                <a:cubicBezTo>
                  <a:pt x="385985" y="66800"/>
                  <a:pt x="386163" y="65682"/>
                  <a:pt x="386163" y="64360"/>
                </a:cubicBezTo>
                <a:cubicBezTo>
                  <a:pt x="386163" y="60700"/>
                  <a:pt x="384866" y="57574"/>
                  <a:pt x="382272" y="54982"/>
                </a:cubicBezTo>
                <a:cubicBezTo>
                  <a:pt x="379680" y="52388"/>
                  <a:pt x="376096" y="51091"/>
                  <a:pt x="371521" y="51091"/>
                </a:cubicBezTo>
                <a:cubicBezTo>
                  <a:pt x="369792" y="51091"/>
                  <a:pt x="368013" y="51319"/>
                  <a:pt x="366182" y="51777"/>
                </a:cubicBezTo>
                <a:cubicBezTo>
                  <a:pt x="364353" y="52235"/>
                  <a:pt x="362599" y="52871"/>
                  <a:pt x="360920" y="53685"/>
                </a:cubicBezTo>
                <a:cubicBezTo>
                  <a:pt x="359243" y="54498"/>
                  <a:pt x="357718" y="55388"/>
                  <a:pt x="356345" y="56355"/>
                </a:cubicBezTo>
                <a:cubicBezTo>
                  <a:pt x="354974" y="57320"/>
                  <a:pt x="353932" y="58361"/>
                  <a:pt x="353220" y="59480"/>
                </a:cubicBezTo>
                <a:lnTo>
                  <a:pt x="352152" y="59480"/>
                </a:lnTo>
                <a:lnTo>
                  <a:pt x="350169" y="50330"/>
                </a:lnTo>
                <a:close/>
                <a:moveTo>
                  <a:pt x="465774" y="42399"/>
                </a:moveTo>
                <a:cubicBezTo>
                  <a:pt x="465470" y="43924"/>
                  <a:pt x="465318" y="45296"/>
                  <a:pt x="465318" y="46515"/>
                </a:cubicBezTo>
                <a:cubicBezTo>
                  <a:pt x="465318" y="47837"/>
                  <a:pt x="465470" y="49109"/>
                  <a:pt x="465774" y="50330"/>
                </a:cubicBezTo>
                <a:lnTo>
                  <a:pt x="452353" y="50025"/>
                </a:lnTo>
                <a:cubicBezTo>
                  <a:pt x="452150" y="52363"/>
                  <a:pt x="451972" y="55057"/>
                  <a:pt x="451820" y="58107"/>
                </a:cubicBezTo>
                <a:cubicBezTo>
                  <a:pt x="451668" y="61157"/>
                  <a:pt x="451566" y="64258"/>
                  <a:pt x="451515" y="67411"/>
                </a:cubicBezTo>
                <a:cubicBezTo>
                  <a:pt x="451464" y="70562"/>
                  <a:pt x="451413" y="73612"/>
                  <a:pt x="451362" y="76561"/>
                </a:cubicBezTo>
                <a:cubicBezTo>
                  <a:pt x="451310" y="79511"/>
                  <a:pt x="451285" y="82002"/>
                  <a:pt x="451285" y="84034"/>
                </a:cubicBezTo>
                <a:cubicBezTo>
                  <a:pt x="451285" y="89321"/>
                  <a:pt x="451412" y="93592"/>
                  <a:pt x="451667" y="96845"/>
                </a:cubicBezTo>
                <a:cubicBezTo>
                  <a:pt x="451921" y="100098"/>
                  <a:pt x="452353" y="102590"/>
                  <a:pt x="452963" y="104320"/>
                </a:cubicBezTo>
                <a:cubicBezTo>
                  <a:pt x="453574" y="106048"/>
                  <a:pt x="454438" y="107217"/>
                  <a:pt x="455555" y="107827"/>
                </a:cubicBezTo>
                <a:cubicBezTo>
                  <a:pt x="456674" y="108437"/>
                  <a:pt x="458097" y="108741"/>
                  <a:pt x="459826" y="108741"/>
                </a:cubicBezTo>
                <a:cubicBezTo>
                  <a:pt x="461759" y="108741"/>
                  <a:pt x="463182" y="108614"/>
                  <a:pt x="464096" y="108360"/>
                </a:cubicBezTo>
                <a:cubicBezTo>
                  <a:pt x="465011" y="108105"/>
                  <a:pt x="465927" y="107724"/>
                  <a:pt x="466842" y="107217"/>
                </a:cubicBezTo>
                <a:lnTo>
                  <a:pt x="466842" y="113470"/>
                </a:lnTo>
                <a:cubicBezTo>
                  <a:pt x="464808" y="114386"/>
                  <a:pt x="462266" y="115199"/>
                  <a:pt x="459216" y="115909"/>
                </a:cubicBezTo>
                <a:cubicBezTo>
                  <a:pt x="456166" y="116621"/>
                  <a:pt x="453167" y="116977"/>
                  <a:pt x="450219" y="116977"/>
                </a:cubicBezTo>
                <a:cubicBezTo>
                  <a:pt x="437306" y="116977"/>
                  <a:pt x="430850" y="109250"/>
                  <a:pt x="430850" y="93796"/>
                </a:cubicBezTo>
                <a:cubicBezTo>
                  <a:pt x="430850" y="90847"/>
                  <a:pt x="430900" y="87517"/>
                  <a:pt x="431001" y="83806"/>
                </a:cubicBezTo>
                <a:cubicBezTo>
                  <a:pt x="431104" y="80095"/>
                  <a:pt x="431231" y="76282"/>
                  <a:pt x="431383" y="72368"/>
                </a:cubicBezTo>
                <a:cubicBezTo>
                  <a:pt x="431535" y="68454"/>
                  <a:pt x="431661" y="64590"/>
                  <a:pt x="431762" y="60776"/>
                </a:cubicBezTo>
                <a:cubicBezTo>
                  <a:pt x="431865" y="56963"/>
                  <a:pt x="431916" y="53429"/>
                  <a:pt x="431916" y="50176"/>
                </a:cubicBezTo>
                <a:lnTo>
                  <a:pt x="421241" y="50330"/>
                </a:lnTo>
                <a:cubicBezTo>
                  <a:pt x="421545" y="49109"/>
                  <a:pt x="421697" y="47837"/>
                  <a:pt x="421697" y="46515"/>
                </a:cubicBezTo>
                <a:cubicBezTo>
                  <a:pt x="421697" y="45296"/>
                  <a:pt x="421545" y="43924"/>
                  <a:pt x="421241" y="42399"/>
                </a:cubicBezTo>
                <a:lnTo>
                  <a:pt x="431916" y="42857"/>
                </a:lnTo>
                <a:cubicBezTo>
                  <a:pt x="431916" y="39705"/>
                  <a:pt x="431865" y="36756"/>
                  <a:pt x="431762" y="34012"/>
                </a:cubicBezTo>
                <a:cubicBezTo>
                  <a:pt x="431661" y="31265"/>
                  <a:pt x="431509" y="27961"/>
                  <a:pt x="431306" y="24098"/>
                </a:cubicBezTo>
                <a:cubicBezTo>
                  <a:pt x="434865" y="22674"/>
                  <a:pt x="438373" y="21173"/>
                  <a:pt x="441830" y="19597"/>
                </a:cubicBezTo>
                <a:cubicBezTo>
                  <a:pt x="445286" y="18021"/>
                  <a:pt x="448744" y="16369"/>
                  <a:pt x="452202" y="14640"/>
                </a:cubicBezTo>
                <a:lnTo>
                  <a:pt x="453726" y="15708"/>
                </a:lnTo>
                <a:cubicBezTo>
                  <a:pt x="453523" y="17336"/>
                  <a:pt x="453344" y="19243"/>
                  <a:pt x="453191" y="21429"/>
                </a:cubicBezTo>
                <a:cubicBezTo>
                  <a:pt x="453039" y="23615"/>
                  <a:pt x="452887" y="25902"/>
                  <a:pt x="452735" y="28291"/>
                </a:cubicBezTo>
                <a:cubicBezTo>
                  <a:pt x="452583" y="30681"/>
                  <a:pt x="452481" y="33121"/>
                  <a:pt x="452430" y="35613"/>
                </a:cubicBezTo>
                <a:cubicBezTo>
                  <a:pt x="452379" y="38103"/>
                  <a:pt x="452353" y="40466"/>
                  <a:pt x="452353" y="42703"/>
                </a:cubicBezTo>
                <a:lnTo>
                  <a:pt x="465774" y="42399"/>
                </a:lnTo>
                <a:close/>
                <a:moveTo>
                  <a:pt x="495972" y="78544"/>
                </a:moveTo>
                <a:cubicBezTo>
                  <a:pt x="495972" y="82610"/>
                  <a:pt x="496378" y="86423"/>
                  <a:pt x="497191" y="89982"/>
                </a:cubicBezTo>
                <a:cubicBezTo>
                  <a:pt x="498006" y="93541"/>
                  <a:pt x="499252" y="96617"/>
                  <a:pt x="500929" y="99209"/>
                </a:cubicBezTo>
                <a:cubicBezTo>
                  <a:pt x="502606" y="101802"/>
                  <a:pt x="504741" y="103836"/>
                  <a:pt x="507333" y="105311"/>
                </a:cubicBezTo>
                <a:cubicBezTo>
                  <a:pt x="509927" y="106785"/>
                  <a:pt x="512953" y="107522"/>
                  <a:pt x="516409" y="107522"/>
                </a:cubicBezTo>
                <a:cubicBezTo>
                  <a:pt x="523425" y="107522"/>
                  <a:pt x="529678" y="105234"/>
                  <a:pt x="535168" y="100659"/>
                </a:cubicBezTo>
                <a:lnTo>
                  <a:pt x="536998" y="102032"/>
                </a:lnTo>
                <a:lnTo>
                  <a:pt x="533642" y="110573"/>
                </a:lnTo>
                <a:cubicBezTo>
                  <a:pt x="531101" y="112504"/>
                  <a:pt x="528050" y="114054"/>
                  <a:pt x="524491" y="115223"/>
                </a:cubicBezTo>
                <a:cubicBezTo>
                  <a:pt x="520932" y="116392"/>
                  <a:pt x="516256" y="116977"/>
                  <a:pt x="510461" y="116977"/>
                </a:cubicBezTo>
                <a:cubicBezTo>
                  <a:pt x="505479" y="116977"/>
                  <a:pt x="500751" y="116291"/>
                  <a:pt x="496277" y="114918"/>
                </a:cubicBezTo>
                <a:cubicBezTo>
                  <a:pt x="491804" y="113546"/>
                  <a:pt x="487864" y="111284"/>
                  <a:pt x="484457" y="108132"/>
                </a:cubicBezTo>
                <a:cubicBezTo>
                  <a:pt x="481052" y="104979"/>
                  <a:pt x="478358" y="100988"/>
                  <a:pt x="476375" y="96158"/>
                </a:cubicBezTo>
                <a:cubicBezTo>
                  <a:pt x="474392" y="91329"/>
                  <a:pt x="473401" y="85559"/>
                  <a:pt x="473401" y="78849"/>
                </a:cubicBezTo>
                <a:cubicBezTo>
                  <a:pt x="473401" y="72240"/>
                  <a:pt x="474290" y="66496"/>
                  <a:pt x="476068" y="61616"/>
                </a:cubicBezTo>
                <a:cubicBezTo>
                  <a:pt x="477847" y="56736"/>
                  <a:pt x="480313" y="52668"/>
                  <a:pt x="483466" y="49415"/>
                </a:cubicBezTo>
                <a:cubicBezTo>
                  <a:pt x="486618" y="46160"/>
                  <a:pt x="490355" y="43720"/>
                  <a:pt x="494676" y="42094"/>
                </a:cubicBezTo>
                <a:cubicBezTo>
                  <a:pt x="498997" y="40466"/>
                  <a:pt x="503699" y="39653"/>
                  <a:pt x="508783" y="39653"/>
                </a:cubicBezTo>
                <a:cubicBezTo>
                  <a:pt x="518849" y="39653"/>
                  <a:pt x="526550" y="42601"/>
                  <a:pt x="531887" y="48498"/>
                </a:cubicBezTo>
                <a:cubicBezTo>
                  <a:pt x="537226" y="54395"/>
                  <a:pt x="539895" y="62733"/>
                  <a:pt x="539895" y="73510"/>
                </a:cubicBezTo>
                <a:lnTo>
                  <a:pt x="539895" y="76715"/>
                </a:lnTo>
                <a:cubicBezTo>
                  <a:pt x="539895" y="77629"/>
                  <a:pt x="539844" y="78239"/>
                  <a:pt x="539744" y="78544"/>
                </a:cubicBezTo>
                <a:lnTo>
                  <a:pt x="495972" y="78544"/>
                </a:lnTo>
                <a:moveTo>
                  <a:pt x="519460" y="71681"/>
                </a:moveTo>
                <a:cubicBezTo>
                  <a:pt x="519255" y="64056"/>
                  <a:pt x="518314" y="57956"/>
                  <a:pt x="516637" y="53381"/>
                </a:cubicBezTo>
                <a:cubicBezTo>
                  <a:pt x="514960" y="48804"/>
                  <a:pt x="512139" y="46515"/>
                  <a:pt x="508173" y="46515"/>
                </a:cubicBezTo>
                <a:cubicBezTo>
                  <a:pt x="505936" y="46515"/>
                  <a:pt x="504055" y="47278"/>
                  <a:pt x="502530" y="48803"/>
                </a:cubicBezTo>
                <a:cubicBezTo>
                  <a:pt x="501005" y="50328"/>
                  <a:pt x="499785" y="52286"/>
                  <a:pt x="498869" y="54677"/>
                </a:cubicBezTo>
                <a:cubicBezTo>
                  <a:pt x="497954" y="57066"/>
                  <a:pt x="497267" y="59760"/>
                  <a:pt x="496810" y="62759"/>
                </a:cubicBezTo>
                <a:cubicBezTo>
                  <a:pt x="496354" y="65758"/>
                  <a:pt x="496074" y="68732"/>
                  <a:pt x="495972" y="71681"/>
                </a:cubicBezTo>
                <a:lnTo>
                  <a:pt x="519460" y="71681"/>
                </a:lnTo>
                <a:close/>
                <a:moveTo>
                  <a:pt x="626980" y="38892"/>
                </a:moveTo>
                <a:cubicBezTo>
                  <a:pt x="624336" y="44992"/>
                  <a:pt x="621845" y="51016"/>
                  <a:pt x="619507" y="56964"/>
                </a:cubicBezTo>
                <a:cubicBezTo>
                  <a:pt x="617169" y="62911"/>
                  <a:pt x="614882" y="68986"/>
                  <a:pt x="612644" y="75188"/>
                </a:cubicBezTo>
                <a:lnTo>
                  <a:pt x="640554" y="75188"/>
                </a:lnTo>
                <a:cubicBezTo>
                  <a:pt x="638317" y="68986"/>
                  <a:pt x="636105" y="62911"/>
                  <a:pt x="633919" y="56964"/>
                </a:cubicBezTo>
                <a:cubicBezTo>
                  <a:pt x="631733" y="51016"/>
                  <a:pt x="629420" y="44992"/>
                  <a:pt x="626980" y="38892"/>
                </a:cubicBezTo>
                <a:moveTo>
                  <a:pt x="680970" y="114995"/>
                </a:moveTo>
                <a:cubicBezTo>
                  <a:pt x="678530" y="114791"/>
                  <a:pt x="676216" y="114690"/>
                  <a:pt x="674030" y="114690"/>
                </a:cubicBezTo>
                <a:cubicBezTo>
                  <a:pt x="671844" y="114690"/>
                  <a:pt x="669684" y="114690"/>
                  <a:pt x="667549" y="114690"/>
                </a:cubicBezTo>
                <a:cubicBezTo>
                  <a:pt x="665414" y="114690"/>
                  <a:pt x="663254" y="114690"/>
                  <a:pt x="661068" y="114690"/>
                </a:cubicBezTo>
                <a:cubicBezTo>
                  <a:pt x="658882" y="114690"/>
                  <a:pt x="656721" y="114791"/>
                  <a:pt x="654585" y="114995"/>
                </a:cubicBezTo>
                <a:cubicBezTo>
                  <a:pt x="652959" y="110013"/>
                  <a:pt x="651281" y="104930"/>
                  <a:pt x="649551" y="99745"/>
                </a:cubicBezTo>
                <a:cubicBezTo>
                  <a:pt x="647823" y="94558"/>
                  <a:pt x="645993" y="89372"/>
                  <a:pt x="644061" y="84188"/>
                </a:cubicBezTo>
                <a:cubicBezTo>
                  <a:pt x="640808" y="84085"/>
                  <a:pt x="637554" y="84009"/>
                  <a:pt x="634301" y="83959"/>
                </a:cubicBezTo>
                <a:cubicBezTo>
                  <a:pt x="631048" y="83908"/>
                  <a:pt x="627794" y="83883"/>
                  <a:pt x="624541" y="83883"/>
                </a:cubicBezTo>
                <a:cubicBezTo>
                  <a:pt x="621897" y="83883"/>
                  <a:pt x="619254" y="83908"/>
                  <a:pt x="616610" y="83959"/>
                </a:cubicBezTo>
                <a:cubicBezTo>
                  <a:pt x="613966" y="84009"/>
                  <a:pt x="611323" y="84085"/>
                  <a:pt x="608679" y="84188"/>
                </a:cubicBezTo>
                <a:cubicBezTo>
                  <a:pt x="606645" y="89372"/>
                  <a:pt x="604764" y="94558"/>
                  <a:pt x="603036" y="99745"/>
                </a:cubicBezTo>
                <a:cubicBezTo>
                  <a:pt x="601307" y="104930"/>
                  <a:pt x="599731" y="110013"/>
                  <a:pt x="598307" y="114995"/>
                </a:cubicBezTo>
                <a:cubicBezTo>
                  <a:pt x="597087" y="114791"/>
                  <a:pt x="595893" y="114690"/>
                  <a:pt x="594723" y="114690"/>
                </a:cubicBezTo>
                <a:cubicBezTo>
                  <a:pt x="593555" y="114690"/>
                  <a:pt x="592360" y="114690"/>
                  <a:pt x="591139" y="114690"/>
                </a:cubicBezTo>
                <a:cubicBezTo>
                  <a:pt x="589920" y="114690"/>
                  <a:pt x="588699" y="114690"/>
                  <a:pt x="587479" y="114690"/>
                </a:cubicBezTo>
                <a:cubicBezTo>
                  <a:pt x="586259" y="114690"/>
                  <a:pt x="584938" y="114791"/>
                  <a:pt x="583515" y="114995"/>
                </a:cubicBezTo>
                <a:cubicBezTo>
                  <a:pt x="584735" y="112351"/>
                  <a:pt x="586361" y="108691"/>
                  <a:pt x="588393" y="104015"/>
                </a:cubicBezTo>
                <a:cubicBezTo>
                  <a:pt x="590427" y="99337"/>
                  <a:pt x="592664" y="94050"/>
                  <a:pt x="595105" y="88153"/>
                </a:cubicBezTo>
                <a:cubicBezTo>
                  <a:pt x="597545" y="82256"/>
                  <a:pt x="600163" y="75927"/>
                  <a:pt x="602959" y="69166"/>
                </a:cubicBezTo>
                <a:cubicBezTo>
                  <a:pt x="605756" y="62403"/>
                  <a:pt x="608553" y="55565"/>
                  <a:pt x="611348" y="48652"/>
                </a:cubicBezTo>
                <a:cubicBezTo>
                  <a:pt x="614144" y="41737"/>
                  <a:pt x="616888" y="34925"/>
                  <a:pt x="619582" y="28215"/>
                </a:cubicBezTo>
                <a:cubicBezTo>
                  <a:pt x="622277" y="21505"/>
                  <a:pt x="624743" y="15251"/>
                  <a:pt x="626980" y="9455"/>
                </a:cubicBezTo>
                <a:cubicBezTo>
                  <a:pt x="627998" y="9659"/>
                  <a:pt x="628963" y="9837"/>
                  <a:pt x="629877" y="9991"/>
                </a:cubicBezTo>
                <a:cubicBezTo>
                  <a:pt x="630792" y="10143"/>
                  <a:pt x="631759" y="10219"/>
                  <a:pt x="632777" y="10219"/>
                </a:cubicBezTo>
                <a:cubicBezTo>
                  <a:pt x="633793" y="10219"/>
                  <a:pt x="634759" y="10143"/>
                  <a:pt x="635674" y="9991"/>
                </a:cubicBezTo>
                <a:cubicBezTo>
                  <a:pt x="636589" y="9837"/>
                  <a:pt x="637555" y="9659"/>
                  <a:pt x="638571" y="9455"/>
                </a:cubicBezTo>
                <a:cubicBezTo>
                  <a:pt x="641825" y="18098"/>
                  <a:pt x="645307" y="27351"/>
                  <a:pt x="649018" y="37214"/>
                </a:cubicBezTo>
                <a:cubicBezTo>
                  <a:pt x="652729" y="47076"/>
                  <a:pt x="656466" y="56761"/>
                  <a:pt x="660228" y="66268"/>
                </a:cubicBezTo>
                <a:cubicBezTo>
                  <a:pt x="663990" y="75774"/>
                  <a:pt x="667650" y="84797"/>
                  <a:pt x="671208" y="93338"/>
                </a:cubicBezTo>
                <a:cubicBezTo>
                  <a:pt x="674767" y="101879"/>
                  <a:pt x="678021" y="109097"/>
                  <a:pt x="680970" y="114995"/>
                </a:cubicBezTo>
                <a:close/>
                <a:moveTo>
                  <a:pt x="694087" y="52768"/>
                </a:moveTo>
                <a:cubicBezTo>
                  <a:pt x="694087" y="42805"/>
                  <a:pt x="693985" y="33655"/>
                  <a:pt x="693780" y="25317"/>
                </a:cubicBezTo>
                <a:cubicBezTo>
                  <a:pt x="693577" y="16980"/>
                  <a:pt x="693272" y="8541"/>
                  <a:pt x="692865" y="0"/>
                </a:cubicBezTo>
                <a:cubicBezTo>
                  <a:pt x="694187" y="203"/>
                  <a:pt x="695865" y="382"/>
                  <a:pt x="697899" y="535"/>
                </a:cubicBezTo>
                <a:cubicBezTo>
                  <a:pt x="699933" y="687"/>
                  <a:pt x="702068" y="763"/>
                  <a:pt x="704306" y="763"/>
                </a:cubicBezTo>
                <a:cubicBezTo>
                  <a:pt x="706541" y="763"/>
                  <a:pt x="708676" y="687"/>
                  <a:pt x="710710" y="535"/>
                </a:cubicBezTo>
                <a:cubicBezTo>
                  <a:pt x="712744" y="382"/>
                  <a:pt x="714422" y="203"/>
                  <a:pt x="715744" y="0"/>
                </a:cubicBezTo>
                <a:cubicBezTo>
                  <a:pt x="715337" y="8541"/>
                  <a:pt x="715032" y="16980"/>
                  <a:pt x="714827" y="25317"/>
                </a:cubicBezTo>
                <a:cubicBezTo>
                  <a:pt x="714623" y="33655"/>
                  <a:pt x="714522" y="42805"/>
                  <a:pt x="714522" y="52768"/>
                </a:cubicBezTo>
                <a:lnTo>
                  <a:pt x="714522" y="62682"/>
                </a:lnTo>
                <a:cubicBezTo>
                  <a:pt x="714522" y="72647"/>
                  <a:pt x="714623" y="81798"/>
                  <a:pt x="714827" y="90136"/>
                </a:cubicBezTo>
                <a:cubicBezTo>
                  <a:pt x="715032" y="98473"/>
                  <a:pt x="715337" y="106759"/>
                  <a:pt x="715744" y="114995"/>
                </a:cubicBezTo>
                <a:cubicBezTo>
                  <a:pt x="714422" y="114791"/>
                  <a:pt x="712744" y="114690"/>
                  <a:pt x="710710" y="114690"/>
                </a:cubicBezTo>
                <a:cubicBezTo>
                  <a:pt x="708676" y="114690"/>
                  <a:pt x="706541" y="114690"/>
                  <a:pt x="704306" y="114690"/>
                </a:cubicBezTo>
                <a:cubicBezTo>
                  <a:pt x="702068" y="114690"/>
                  <a:pt x="699933" y="114690"/>
                  <a:pt x="697899" y="114690"/>
                </a:cubicBezTo>
                <a:cubicBezTo>
                  <a:pt x="695865" y="114690"/>
                  <a:pt x="694187" y="114791"/>
                  <a:pt x="692865" y="114995"/>
                </a:cubicBezTo>
                <a:cubicBezTo>
                  <a:pt x="693272" y="106759"/>
                  <a:pt x="693577" y="98473"/>
                  <a:pt x="693780" y="90136"/>
                </a:cubicBezTo>
                <a:cubicBezTo>
                  <a:pt x="693985" y="81798"/>
                  <a:pt x="694087" y="72647"/>
                  <a:pt x="694087" y="62682"/>
                </a:cubicBezTo>
                <a:lnTo>
                  <a:pt x="694087" y="52768"/>
                </a:lnTo>
                <a:close/>
                <a:moveTo>
                  <a:pt x="734654" y="12811"/>
                </a:moveTo>
                <a:cubicBezTo>
                  <a:pt x="734654" y="9455"/>
                  <a:pt x="735823" y="6608"/>
                  <a:pt x="738161" y="4270"/>
                </a:cubicBezTo>
                <a:cubicBezTo>
                  <a:pt x="740501" y="1932"/>
                  <a:pt x="743349" y="763"/>
                  <a:pt x="746704" y="763"/>
                </a:cubicBezTo>
                <a:cubicBezTo>
                  <a:pt x="750059" y="763"/>
                  <a:pt x="752905" y="1932"/>
                  <a:pt x="755243" y="4270"/>
                </a:cubicBezTo>
                <a:cubicBezTo>
                  <a:pt x="757582" y="6608"/>
                  <a:pt x="758752" y="9455"/>
                  <a:pt x="758752" y="12811"/>
                </a:cubicBezTo>
                <a:cubicBezTo>
                  <a:pt x="758752" y="16167"/>
                  <a:pt x="757582" y="19014"/>
                  <a:pt x="755243" y="21352"/>
                </a:cubicBezTo>
                <a:cubicBezTo>
                  <a:pt x="752905" y="23690"/>
                  <a:pt x="750059" y="24859"/>
                  <a:pt x="746704" y="24859"/>
                </a:cubicBezTo>
                <a:cubicBezTo>
                  <a:pt x="743349" y="24859"/>
                  <a:pt x="740501" y="23690"/>
                  <a:pt x="738161" y="21352"/>
                </a:cubicBezTo>
                <a:cubicBezTo>
                  <a:pt x="735823" y="19014"/>
                  <a:pt x="734654" y="16167"/>
                  <a:pt x="734654" y="12811"/>
                </a:cubicBezTo>
                <a:moveTo>
                  <a:pt x="736486" y="75493"/>
                </a:moveTo>
                <a:cubicBezTo>
                  <a:pt x="736486" y="69292"/>
                  <a:pt x="736409" y="63472"/>
                  <a:pt x="736255" y="58033"/>
                </a:cubicBezTo>
                <a:cubicBezTo>
                  <a:pt x="736103" y="52592"/>
                  <a:pt x="735773" y="47126"/>
                  <a:pt x="735264" y="41635"/>
                </a:cubicBezTo>
                <a:cubicBezTo>
                  <a:pt x="736688" y="41839"/>
                  <a:pt x="738366" y="42017"/>
                  <a:pt x="740298" y="42171"/>
                </a:cubicBezTo>
                <a:cubicBezTo>
                  <a:pt x="742229" y="42323"/>
                  <a:pt x="744365" y="42399"/>
                  <a:pt x="746704" y="42399"/>
                </a:cubicBezTo>
                <a:cubicBezTo>
                  <a:pt x="751483" y="42399"/>
                  <a:pt x="755295" y="42144"/>
                  <a:pt x="758142" y="41635"/>
                </a:cubicBezTo>
                <a:cubicBezTo>
                  <a:pt x="757633" y="47126"/>
                  <a:pt x="757302" y="52592"/>
                  <a:pt x="757149" y="58033"/>
                </a:cubicBezTo>
                <a:cubicBezTo>
                  <a:pt x="756997" y="63472"/>
                  <a:pt x="756921" y="69292"/>
                  <a:pt x="756921" y="75493"/>
                </a:cubicBezTo>
                <a:lnTo>
                  <a:pt x="756921" y="81595"/>
                </a:lnTo>
                <a:cubicBezTo>
                  <a:pt x="756921" y="87796"/>
                  <a:pt x="756997" y="93642"/>
                  <a:pt x="757149" y="99133"/>
                </a:cubicBezTo>
                <a:cubicBezTo>
                  <a:pt x="757302" y="104623"/>
                  <a:pt x="757633" y="109910"/>
                  <a:pt x="758142" y="114995"/>
                </a:cubicBezTo>
                <a:cubicBezTo>
                  <a:pt x="756821" y="114791"/>
                  <a:pt x="755168" y="114690"/>
                  <a:pt x="753186" y="114690"/>
                </a:cubicBezTo>
                <a:cubicBezTo>
                  <a:pt x="751203" y="114690"/>
                  <a:pt x="749042" y="114690"/>
                  <a:pt x="746704" y="114690"/>
                </a:cubicBezTo>
                <a:cubicBezTo>
                  <a:pt x="744365" y="114690"/>
                  <a:pt x="742229" y="114690"/>
                  <a:pt x="740298" y="114690"/>
                </a:cubicBezTo>
                <a:cubicBezTo>
                  <a:pt x="738366" y="114690"/>
                  <a:pt x="736688" y="114791"/>
                  <a:pt x="735264" y="114995"/>
                </a:cubicBezTo>
                <a:cubicBezTo>
                  <a:pt x="735773" y="109910"/>
                  <a:pt x="736103" y="104623"/>
                  <a:pt x="736255" y="99133"/>
                </a:cubicBezTo>
                <a:cubicBezTo>
                  <a:pt x="736409" y="93642"/>
                  <a:pt x="736486" y="87796"/>
                  <a:pt x="736486" y="81595"/>
                </a:cubicBezTo>
                <a:lnTo>
                  <a:pt x="736486" y="75493"/>
                </a:lnTo>
                <a:close/>
                <a:moveTo>
                  <a:pt x="805116" y="45906"/>
                </a:moveTo>
                <a:cubicBezTo>
                  <a:pt x="798201" y="45906"/>
                  <a:pt x="794744" y="52616"/>
                  <a:pt x="794744" y="66038"/>
                </a:cubicBezTo>
                <a:cubicBezTo>
                  <a:pt x="794744" y="69394"/>
                  <a:pt x="795049" y="72216"/>
                  <a:pt x="795658" y="74504"/>
                </a:cubicBezTo>
                <a:cubicBezTo>
                  <a:pt x="796270" y="76791"/>
                  <a:pt x="797058" y="78647"/>
                  <a:pt x="798023" y="80071"/>
                </a:cubicBezTo>
                <a:cubicBezTo>
                  <a:pt x="798989" y="81493"/>
                  <a:pt x="800057" y="82510"/>
                  <a:pt x="801225" y="83119"/>
                </a:cubicBezTo>
                <a:cubicBezTo>
                  <a:pt x="802395" y="83729"/>
                  <a:pt x="803590" y="84034"/>
                  <a:pt x="804811" y="84034"/>
                </a:cubicBezTo>
                <a:cubicBezTo>
                  <a:pt x="808165" y="84034"/>
                  <a:pt x="810656" y="82560"/>
                  <a:pt x="812284" y="79612"/>
                </a:cubicBezTo>
                <a:cubicBezTo>
                  <a:pt x="813911" y="76663"/>
                  <a:pt x="814725" y="71681"/>
                  <a:pt x="814725" y="64665"/>
                </a:cubicBezTo>
                <a:cubicBezTo>
                  <a:pt x="814725" y="57752"/>
                  <a:pt x="813810" y="52897"/>
                  <a:pt x="811979" y="50102"/>
                </a:cubicBezTo>
                <a:cubicBezTo>
                  <a:pt x="810148" y="47304"/>
                  <a:pt x="807861" y="45906"/>
                  <a:pt x="805116" y="45906"/>
                </a:cubicBezTo>
                <a:moveTo>
                  <a:pt x="827841" y="47432"/>
                </a:moveTo>
                <a:cubicBezTo>
                  <a:pt x="830382" y="49261"/>
                  <a:pt x="832390" y="51575"/>
                  <a:pt x="833863" y="54372"/>
                </a:cubicBezTo>
                <a:cubicBezTo>
                  <a:pt x="835339" y="57168"/>
                  <a:pt x="836077" y="60497"/>
                  <a:pt x="836077" y="64360"/>
                </a:cubicBezTo>
                <a:cubicBezTo>
                  <a:pt x="836077" y="68122"/>
                  <a:pt x="835365" y="71554"/>
                  <a:pt x="833940" y="74655"/>
                </a:cubicBezTo>
                <a:cubicBezTo>
                  <a:pt x="832518" y="77757"/>
                  <a:pt x="830509" y="80426"/>
                  <a:pt x="827915" y="82663"/>
                </a:cubicBezTo>
                <a:cubicBezTo>
                  <a:pt x="825323" y="84899"/>
                  <a:pt x="822221" y="86627"/>
                  <a:pt x="818611" y="87848"/>
                </a:cubicBezTo>
                <a:cubicBezTo>
                  <a:pt x="815003" y="89068"/>
                  <a:pt x="810962" y="89677"/>
                  <a:pt x="806489" y="89677"/>
                </a:cubicBezTo>
                <a:cubicBezTo>
                  <a:pt x="805370" y="89677"/>
                  <a:pt x="804277" y="89652"/>
                  <a:pt x="803208" y="89603"/>
                </a:cubicBezTo>
                <a:cubicBezTo>
                  <a:pt x="802140" y="89552"/>
                  <a:pt x="800946" y="89526"/>
                  <a:pt x="799624" y="89526"/>
                </a:cubicBezTo>
                <a:cubicBezTo>
                  <a:pt x="798404" y="89526"/>
                  <a:pt x="797363" y="90085"/>
                  <a:pt x="796499" y="91204"/>
                </a:cubicBezTo>
                <a:cubicBezTo>
                  <a:pt x="795634" y="92321"/>
                  <a:pt x="795202" y="93592"/>
                  <a:pt x="795202" y="95016"/>
                </a:cubicBezTo>
                <a:cubicBezTo>
                  <a:pt x="795202" y="97456"/>
                  <a:pt x="796142" y="99389"/>
                  <a:pt x="798023" y="100813"/>
                </a:cubicBezTo>
                <a:cubicBezTo>
                  <a:pt x="799905" y="102235"/>
                  <a:pt x="802879" y="102997"/>
                  <a:pt x="806945" y="103098"/>
                </a:cubicBezTo>
                <a:lnTo>
                  <a:pt x="818232" y="103252"/>
                </a:lnTo>
                <a:cubicBezTo>
                  <a:pt x="826773" y="103353"/>
                  <a:pt x="833051" y="104954"/>
                  <a:pt x="837066" y="108055"/>
                </a:cubicBezTo>
                <a:cubicBezTo>
                  <a:pt x="841082" y="111156"/>
                  <a:pt x="843091" y="116113"/>
                  <a:pt x="843091" y="122926"/>
                </a:cubicBezTo>
                <a:cubicBezTo>
                  <a:pt x="843091" y="129026"/>
                  <a:pt x="841845" y="134135"/>
                  <a:pt x="839353" y="138252"/>
                </a:cubicBezTo>
                <a:cubicBezTo>
                  <a:pt x="836863" y="142371"/>
                  <a:pt x="833661" y="145727"/>
                  <a:pt x="829747" y="148320"/>
                </a:cubicBezTo>
                <a:cubicBezTo>
                  <a:pt x="825832" y="150912"/>
                  <a:pt x="821485" y="152768"/>
                  <a:pt x="816705" y="153886"/>
                </a:cubicBezTo>
                <a:cubicBezTo>
                  <a:pt x="811927" y="155005"/>
                  <a:pt x="807301" y="155564"/>
                  <a:pt x="802828" y="155564"/>
                </a:cubicBezTo>
                <a:cubicBezTo>
                  <a:pt x="793270" y="155564"/>
                  <a:pt x="785821" y="153708"/>
                  <a:pt x="780483" y="149997"/>
                </a:cubicBezTo>
                <a:cubicBezTo>
                  <a:pt x="775146" y="146286"/>
                  <a:pt x="772478" y="141380"/>
                  <a:pt x="772478" y="135278"/>
                </a:cubicBezTo>
                <a:cubicBezTo>
                  <a:pt x="772478" y="130399"/>
                  <a:pt x="773824" y="126459"/>
                  <a:pt x="776517" y="123458"/>
                </a:cubicBezTo>
                <a:cubicBezTo>
                  <a:pt x="779212" y="120459"/>
                  <a:pt x="782848" y="118096"/>
                  <a:pt x="787425" y="116368"/>
                </a:cubicBezTo>
                <a:lnTo>
                  <a:pt x="787425" y="116063"/>
                </a:lnTo>
                <a:cubicBezTo>
                  <a:pt x="784781" y="115147"/>
                  <a:pt x="782671" y="113750"/>
                  <a:pt x="781095" y="111869"/>
                </a:cubicBezTo>
                <a:cubicBezTo>
                  <a:pt x="779519" y="109987"/>
                  <a:pt x="778731" y="107623"/>
                  <a:pt x="778731" y="104776"/>
                </a:cubicBezTo>
                <a:cubicBezTo>
                  <a:pt x="778731" y="101420"/>
                  <a:pt x="780027" y="98167"/>
                  <a:pt x="782619" y="95016"/>
                </a:cubicBezTo>
                <a:cubicBezTo>
                  <a:pt x="785212" y="91863"/>
                  <a:pt x="788644" y="89728"/>
                  <a:pt x="792915" y="88609"/>
                </a:cubicBezTo>
                <a:lnTo>
                  <a:pt x="792915" y="88304"/>
                </a:lnTo>
                <a:cubicBezTo>
                  <a:pt x="786712" y="86779"/>
                  <a:pt x="781934" y="84034"/>
                  <a:pt x="778579" y="80068"/>
                </a:cubicBezTo>
                <a:cubicBezTo>
                  <a:pt x="775121" y="76002"/>
                  <a:pt x="773392" y="70716"/>
                  <a:pt x="773392" y="64209"/>
                </a:cubicBezTo>
                <a:cubicBezTo>
                  <a:pt x="773392" y="60344"/>
                  <a:pt x="774180" y="56887"/>
                  <a:pt x="775756" y="53837"/>
                </a:cubicBezTo>
                <a:cubicBezTo>
                  <a:pt x="777333" y="50786"/>
                  <a:pt x="779544" y="48220"/>
                  <a:pt x="782391" y="46136"/>
                </a:cubicBezTo>
                <a:cubicBezTo>
                  <a:pt x="785238" y="44051"/>
                  <a:pt x="788644" y="42449"/>
                  <a:pt x="792610" y="41330"/>
                </a:cubicBezTo>
                <a:cubicBezTo>
                  <a:pt x="796575" y="40212"/>
                  <a:pt x="800947" y="39653"/>
                  <a:pt x="805726" y="39653"/>
                </a:cubicBezTo>
                <a:cubicBezTo>
                  <a:pt x="807556" y="39653"/>
                  <a:pt x="809438" y="39729"/>
                  <a:pt x="811369" y="39883"/>
                </a:cubicBezTo>
                <a:cubicBezTo>
                  <a:pt x="813301" y="40035"/>
                  <a:pt x="815182" y="40161"/>
                  <a:pt x="817012" y="40262"/>
                </a:cubicBezTo>
                <a:cubicBezTo>
                  <a:pt x="818334" y="40365"/>
                  <a:pt x="819681" y="40441"/>
                  <a:pt x="821052" y="40493"/>
                </a:cubicBezTo>
                <a:cubicBezTo>
                  <a:pt x="822425" y="40544"/>
                  <a:pt x="823926" y="40569"/>
                  <a:pt x="825553" y="40569"/>
                </a:cubicBezTo>
                <a:cubicBezTo>
                  <a:pt x="828094" y="40569"/>
                  <a:pt x="830737" y="40544"/>
                  <a:pt x="833482" y="40493"/>
                </a:cubicBezTo>
                <a:cubicBezTo>
                  <a:pt x="836228" y="40441"/>
                  <a:pt x="838973" y="40416"/>
                  <a:pt x="841718" y="40416"/>
                </a:cubicBezTo>
                <a:cubicBezTo>
                  <a:pt x="841617" y="41026"/>
                  <a:pt x="841541" y="41636"/>
                  <a:pt x="841490" y="42247"/>
                </a:cubicBezTo>
                <a:cubicBezTo>
                  <a:pt x="841438" y="42857"/>
                  <a:pt x="841413" y="43467"/>
                  <a:pt x="841413" y="44077"/>
                </a:cubicBezTo>
                <a:cubicBezTo>
                  <a:pt x="841413" y="44686"/>
                  <a:pt x="841438" y="45296"/>
                  <a:pt x="841490" y="45906"/>
                </a:cubicBezTo>
                <a:cubicBezTo>
                  <a:pt x="841541" y="46515"/>
                  <a:pt x="841617" y="47126"/>
                  <a:pt x="841718" y="47737"/>
                </a:cubicBezTo>
                <a:lnTo>
                  <a:pt x="828297" y="47127"/>
                </a:lnTo>
                <a:lnTo>
                  <a:pt x="827841" y="47432"/>
                </a:lnTo>
                <a:moveTo>
                  <a:pt x="825400" y="131161"/>
                </a:moveTo>
                <a:cubicBezTo>
                  <a:pt x="825400" y="128212"/>
                  <a:pt x="824891" y="125797"/>
                  <a:pt x="823873" y="123917"/>
                </a:cubicBezTo>
                <a:cubicBezTo>
                  <a:pt x="822857" y="122037"/>
                  <a:pt x="821408" y="120587"/>
                  <a:pt x="819528" y="119570"/>
                </a:cubicBezTo>
                <a:cubicBezTo>
                  <a:pt x="817648" y="118554"/>
                  <a:pt x="815335" y="117867"/>
                  <a:pt x="812589" y="117510"/>
                </a:cubicBezTo>
                <a:cubicBezTo>
                  <a:pt x="809844" y="117155"/>
                  <a:pt x="806743" y="116977"/>
                  <a:pt x="803285" y="116977"/>
                </a:cubicBezTo>
                <a:cubicBezTo>
                  <a:pt x="797997" y="116977"/>
                  <a:pt x="794337" y="117485"/>
                  <a:pt x="792305" y="118502"/>
                </a:cubicBezTo>
                <a:cubicBezTo>
                  <a:pt x="791084" y="119113"/>
                  <a:pt x="789787" y="120587"/>
                  <a:pt x="788414" y="122926"/>
                </a:cubicBezTo>
                <a:cubicBezTo>
                  <a:pt x="787042" y="125264"/>
                  <a:pt x="786357" y="128212"/>
                  <a:pt x="786357" y="131771"/>
                </a:cubicBezTo>
                <a:cubicBezTo>
                  <a:pt x="786357" y="134720"/>
                  <a:pt x="786890" y="137288"/>
                  <a:pt x="787958" y="139474"/>
                </a:cubicBezTo>
                <a:cubicBezTo>
                  <a:pt x="789025" y="141660"/>
                  <a:pt x="790473" y="143464"/>
                  <a:pt x="792303" y="144887"/>
                </a:cubicBezTo>
                <a:cubicBezTo>
                  <a:pt x="794133" y="146311"/>
                  <a:pt x="796243" y="147404"/>
                  <a:pt x="798633" y="148166"/>
                </a:cubicBezTo>
                <a:cubicBezTo>
                  <a:pt x="801023" y="148929"/>
                  <a:pt x="803591" y="149311"/>
                  <a:pt x="806335" y="149311"/>
                </a:cubicBezTo>
                <a:cubicBezTo>
                  <a:pt x="809285" y="149311"/>
                  <a:pt x="811928" y="148828"/>
                  <a:pt x="814266" y="147861"/>
                </a:cubicBezTo>
                <a:cubicBezTo>
                  <a:pt x="816604" y="146895"/>
                  <a:pt x="818612" y="145573"/>
                  <a:pt x="820289" y="143896"/>
                </a:cubicBezTo>
                <a:cubicBezTo>
                  <a:pt x="821968" y="142218"/>
                  <a:pt x="823239" y="140287"/>
                  <a:pt x="824103" y="138101"/>
                </a:cubicBezTo>
                <a:cubicBezTo>
                  <a:pt x="824968" y="135915"/>
                  <a:pt x="825400" y="133602"/>
                  <a:pt x="825400" y="131161"/>
                </a:cubicBezTo>
                <a:close/>
                <a:moveTo>
                  <a:pt x="873900" y="53073"/>
                </a:moveTo>
                <a:cubicBezTo>
                  <a:pt x="876747" y="48804"/>
                  <a:pt x="880076" y="45500"/>
                  <a:pt x="883888" y="43162"/>
                </a:cubicBezTo>
                <a:cubicBezTo>
                  <a:pt x="887702" y="40822"/>
                  <a:pt x="892048" y="39653"/>
                  <a:pt x="896927" y="39653"/>
                </a:cubicBezTo>
                <a:cubicBezTo>
                  <a:pt x="904554" y="39653"/>
                  <a:pt x="910426" y="41864"/>
                  <a:pt x="914544" y="46287"/>
                </a:cubicBezTo>
                <a:cubicBezTo>
                  <a:pt x="918661" y="50710"/>
                  <a:pt x="920720" y="57853"/>
                  <a:pt x="920720" y="67716"/>
                </a:cubicBezTo>
                <a:cubicBezTo>
                  <a:pt x="920720" y="72901"/>
                  <a:pt x="920618" y="77476"/>
                  <a:pt x="920415" y="81441"/>
                </a:cubicBezTo>
                <a:cubicBezTo>
                  <a:pt x="920212" y="85407"/>
                  <a:pt x="920110" y="89372"/>
                  <a:pt x="920110" y="93338"/>
                </a:cubicBezTo>
                <a:cubicBezTo>
                  <a:pt x="920110" y="96591"/>
                  <a:pt x="920186" y="100125"/>
                  <a:pt x="920338" y="103938"/>
                </a:cubicBezTo>
                <a:cubicBezTo>
                  <a:pt x="920492" y="107750"/>
                  <a:pt x="920670" y="111436"/>
                  <a:pt x="920874" y="114995"/>
                </a:cubicBezTo>
                <a:cubicBezTo>
                  <a:pt x="919552" y="114791"/>
                  <a:pt x="917874" y="114690"/>
                  <a:pt x="915840" y="114690"/>
                </a:cubicBezTo>
                <a:cubicBezTo>
                  <a:pt x="913806" y="114690"/>
                  <a:pt x="911671" y="114690"/>
                  <a:pt x="909433" y="114690"/>
                </a:cubicBezTo>
                <a:cubicBezTo>
                  <a:pt x="907198" y="114690"/>
                  <a:pt x="905063" y="114690"/>
                  <a:pt x="903029" y="114690"/>
                </a:cubicBezTo>
                <a:cubicBezTo>
                  <a:pt x="900995" y="114690"/>
                  <a:pt x="899317" y="114791"/>
                  <a:pt x="897995" y="114995"/>
                </a:cubicBezTo>
                <a:cubicBezTo>
                  <a:pt x="898707" y="109707"/>
                  <a:pt x="899165" y="103480"/>
                  <a:pt x="899368" y="96312"/>
                </a:cubicBezTo>
                <a:cubicBezTo>
                  <a:pt x="899572" y="89144"/>
                  <a:pt x="899673" y="80934"/>
                  <a:pt x="899673" y="71681"/>
                </a:cubicBezTo>
                <a:cubicBezTo>
                  <a:pt x="899673" y="65275"/>
                  <a:pt x="898580" y="60573"/>
                  <a:pt x="896394" y="57574"/>
                </a:cubicBezTo>
                <a:cubicBezTo>
                  <a:pt x="894208" y="54574"/>
                  <a:pt x="891133" y="53073"/>
                  <a:pt x="887167" y="53073"/>
                </a:cubicBezTo>
                <a:cubicBezTo>
                  <a:pt x="882592" y="53073"/>
                  <a:pt x="879237" y="55056"/>
                  <a:pt x="877102" y="59022"/>
                </a:cubicBezTo>
                <a:cubicBezTo>
                  <a:pt x="874967" y="62987"/>
                  <a:pt x="873900" y="68478"/>
                  <a:pt x="873900" y="75493"/>
                </a:cubicBezTo>
                <a:lnTo>
                  <a:pt x="873900" y="81595"/>
                </a:lnTo>
                <a:cubicBezTo>
                  <a:pt x="873900" y="87796"/>
                  <a:pt x="873976" y="93642"/>
                  <a:pt x="874128" y="99133"/>
                </a:cubicBezTo>
                <a:cubicBezTo>
                  <a:pt x="874280" y="104623"/>
                  <a:pt x="874610" y="109910"/>
                  <a:pt x="875119" y="114995"/>
                </a:cubicBezTo>
                <a:cubicBezTo>
                  <a:pt x="873797" y="114791"/>
                  <a:pt x="872145" y="114690"/>
                  <a:pt x="870162" y="114690"/>
                </a:cubicBezTo>
                <a:cubicBezTo>
                  <a:pt x="868180" y="114690"/>
                  <a:pt x="866019" y="114690"/>
                  <a:pt x="863681" y="114690"/>
                </a:cubicBezTo>
                <a:cubicBezTo>
                  <a:pt x="861342" y="114690"/>
                  <a:pt x="859206" y="114690"/>
                  <a:pt x="857275" y="114690"/>
                </a:cubicBezTo>
                <a:cubicBezTo>
                  <a:pt x="855343" y="114690"/>
                  <a:pt x="853665" y="114791"/>
                  <a:pt x="852241" y="114995"/>
                </a:cubicBezTo>
                <a:cubicBezTo>
                  <a:pt x="852750" y="109910"/>
                  <a:pt x="853080" y="104623"/>
                  <a:pt x="853232" y="99133"/>
                </a:cubicBezTo>
                <a:cubicBezTo>
                  <a:pt x="853386" y="93642"/>
                  <a:pt x="853463" y="87796"/>
                  <a:pt x="853463" y="81595"/>
                </a:cubicBezTo>
                <a:lnTo>
                  <a:pt x="853463" y="75493"/>
                </a:lnTo>
                <a:cubicBezTo>
                  <a:pt x="853463" y="69292"/>
                  <a:pt x="853386" y="63472"/>
                  <a:pt x="853232" y="58033"/>
                </a:cubicBezTo>
                <a:cubicBezTo>
                  <a:pt x="853080" y="52592"/>
                  <a:pt x="852750" y="47126"/>
                  <a:pt x="852241" y="41635"/>
                </a:cubicBezTo>
                <a:cubicBezTo>
                  <a:pt x="854072" y="41839"/>
                  <a:pt x="855877" y="42017"/>
                  <a:pt x="857656" y="42171"/>
                </a:cubicBezTo>
                <a:cubicBezTo>
                  <a:pt x="859436" y="42323"/>
                  <a:pt x="861240" y="42399"/>
                  <a:pt x="863069" y="42399"/>
                </a:cubicBezTo>
                <a:cubicBezTo>
                  <a:pt x="864900" y="42399"/>
                  <a:pt x="866705" y="42323"/>
                  <a:pt x="868485" y="42171"/>
                </a:cubicBezTo>
                <a:cubicBezTo>
                  <a:pt x="870264" y="42017"/>
                  <a:pt x="872171" y="41839"/>
                  <a:pt x="874205" y="41635"/>
                </a:cubicBezTo>
                <a:lnTo>
                  <a:pt x="873593" y="53073"/>
                </a:lnTo>
                <a:lnTo>
                  <a:pt x="873900" y="53073"/>
                </a:lnTo>
                <a:close/>
                <a:moveTo>
                  <a:pt x="958239" y="53073"/>
                </a:moveTo>
                <a:cubicBezTo>
                  <a:pt x="961086" y="48804"/>
                  <a:pt x="964416" y="45500"/>
                  <a:pt x="968228" y="43162"/>
                </a:cubicBezTo>
                <a:cubicBezTo>
                  <a:pt x="972041" y="40822"/>
                  <a:pt x="976388" y="39653"/>
                  <a:pt x="981269" y="39653"/>
                </a:cubicBezTo>
                <a:cubicBezTo>
                  <a:pt x="985844" y="39653"/>
                  <a:pt x="989784" y="40898"/>
                  <a:pt x="993089" y="43390"/>
                </a:cubicBezTo>
                <a:cubicBezTo>
                  <a:pt x="996393" y="45882"/>
                  <a:pt x="998960" y="49465"/>
                  <a:pt x="1000789" y="54141"/>
                </a:cubicBezTo>
                <a:cubicBezTo>
                  <a:pt x="1003841" y="49465"/>
                  <a:pt x="1007400" y="45882"/>
                  <a:pt x="1011466" y="43390"/>
                </a:cubicBezTo>
                <a:cubicBezTo>
                  <a:pt x="1015533" y="40898"/>
                  <a:pt x="1019854" y="39653"/>
                  <a:pt x="1024431" y="39653"/>
                </a:cubicBezTo>
                <a:cubicBezTo>
                  <a:pt x="1032056" y="39653"/>
                  <a:pt x="1037928" y="41864"/>
                  <a:pt x="1042045" y="46287"/>
                </a:cubicBezTo>
                <a:cubicBezTo>
                  <a:pt x="1046163" y="50710"/>
                  <a:pt x="1048222" y="57853"/>
                  <a:pt x="1048222" y="67716"/>
                </a:cubicBezTo>
                <a:cubicBezTo>
                  <a:pt x="1048222" y="72901"/>
                  <a:pt x="1048120" y="77476"/>
                  <a:pt x="1047917" y="81441"/>
                </a:cubicBezTo>
                <a:cubicBezTo>
                  <a:pt x="1047714" y="85407"/>
                  <a:pt x="1047612" y="89372"/>
                  <a:pt x="1047612" y="93338"/>
                </a:cubicBezTo>
                <a:cubicBezTo>
                  <a:pt x="1047612" y="96591"/>
                  <a:pt x="1047688" y="100125"/>
                  <a:pt x="1047840" y="103938"/>
                </a:cubicBezTo>
                <a:cubicBezTo>
                  <a:pt x="1047994" y="107750"/>
                  <a:pt x="1048172" y="111436"/>
                  <a:pt x="1048375" y="114995"/>
                </a:cubicBezTo>
                <a:cubicBezTo>
                  <a:pt x="1047053" y="114791"/>
                  <a:pt x="1045375" y="114690"/>
                  <a:pt x="1043342" y="114690"/>
                </a:cubicBezTo>
                <a:cubicBezTo>
                  <a:pt x="1041308" y="114690"/>
                  <a:pt x="1039172" y="114690"/>
                  <a:pt x="1036935" y="114690"/>
                </a:cubicBezTo>
                <a:cubicBezTo>
                  <a:pt x="1034699" y="114690"/>
                  <a:pt x="1032564" y="114690"/>
                  <a:pt x="1030531" y="114690"/>
                </a:cubicBezTo>
                <a:cubicBezTo>
                  <a:pt x="1028497" y="114690"/>
                  <a:pt x="1026819" y="114791"/>
                  <a:pt x="1025497" y="114995"/>
                </a:cubicBezTo>
                <a:cubicBezTo>
                  <a:pt x="1026209" y="109707"/>
                  <a:pt x="1026667" y="103480"/>
                  <a:pt x="1026870" y="96312"/>
                </a:cubicBezTo>
                <a:cubicBezTo>
                  <a:pt x="1027073" y="89144"/>
                  <a:pt x="1027175" y="80934"/>
                  <a:pt x="1027175" y="71681"/>
                </a:cubicBezTo>
                <a:cubicBezTo>
                  <a:pt x="1027175" y="65275"/>
                  <a:pt x="1026107" y="60573"/>
                  <a:pt x="1023973" y="57574"/>
                </a:cubicBezTo>
                <a:cubicBezTo>
                  <a:pt x="1021838" y="54574"/>
                  <a:pt x="1018838" y="53073"/>
                  <a:pt x="1014973" y="53073"/>
                </a:cubicBezTo>
                <a:cubicBezTo>
                  <a:pt x="1012533" y="53073"/>
                  <a:pt x="1010525" y="53633"/>
                  <a:pt x="1008948" y="54751"/>
                </a:cubicBezTo>
                <a:cubicBezTo>
                  <a:pt x="1007374" y="55870"/>
                  <a:pt x="1006129" y="57319"/>
                  <a:pt x="1005213" y="59098"/>
                </a:cubicBezTo>
                <a:cubicBezTo>
                  <a:pt x="1004298" y="60878"/>
                  <a:pt x="1003687" y="62785"/>
                  <a:pt x="1003382" y="64819"/>
                </a:cubicBezTo>
                <a:cubicBezTo>
                  <a:pt x="1003078" y="66851"/>
                  <a:pt x="1002926" y="68782"/>
                  <a:pt x="1002926" y="70613"/>
                </a:cubicBezTo>
                <a:lnTo>
                  <a:pt x="1002926" y="81595"/>
                </a:lnTo>
                <a:cubicBezTo>
                  <a:pt x="1002926" y="87796"/>
                  <a:pt x="1003002" y="93642"/>
                  <a:pt x="1003154" y="99133"/>
                </a:cubicBezTo>
                <a:cubicBezTo>
                  <a:pt x="1003307" y="104623"/>
                  <a:pt x="1003638" y="109910"/>
                  <a:pt x="1004145" y="114995"/>
                </a:cubicBezTo>
                <a:cubicBezTo>
                  <a:pt x="1002823" y="114791"/>
                  <a:pt x="1001171" y="114690"/>
                  <a:pt x="999188" y="114690"/>
                </a:cubicBezTo>
                <a:cubicBezTo>
                  <a:pt x="997205" y="114690"/>
                  <a:pt x="995045" y="114690"/>
                  <a:pt x="992707" y="114690"/>
                </a:cubicBezTo>
                <a:cubicBezTo>
                  <a:pt x="990369" y="114690"/>
                  <a:pt x="988234" y="114690"/>
                  <a:pt x="986300" y="114690"/>
                </a:cubicBezTo>
                <a:cubicBezTo>
                  <a:pt x="984369" y="114690"/>
                  <a:pt x="982692" y="114791"/>
                  <a:pt x="981269" y="114995"/>
                </a:cubicBezTo>
                <a:cubicBezTo>
                  <a:pt x="981778" y="109910"/>
                  <a:pt x="982108" y="104623"/>
                  <a:pt x="982260" y="99133"/>
                </a:cubicBezTo>
                <a:cubicBezTo>
                  <a:pt x="982412" y="93642"/>
                  <a:pt x="982489" y="87796"/>
                  <a:pt x="982489" y="81595"/>
                </a:cubicBezTo>
                <a:lnTo>
                  <a:pt x="982489" y="72291"/>
                </a:lnTo>
                <a:cubicBezTo>
                  <a:pt x="982489" y="66191"/>
                  <a:pt x="981726" y="61463"/>
                  <a:pt x="980201" y="58107"/>
                </a:cubicBezTo>
                <a:cubicBezTo>
                  <a:pt x="978676" y="54751"/>
                  <a:pt x="975779" y="53073"/>
                  <a:pt x="971509" y="53073"/>
                </a:cubicBezTo>
                <a:cubicBezTo>
                  <a:pt x="966932" y="53073"/>
                  <a:pt x="963576" y="55056"/>
                  <a:pt x="961442" y="59022"/>
                </a:cubicBezTo>
                <a:cubicBezTo>
                  <a:pt x="959307" y="62987"/>
                  <a:pt x="958239" y="68478"/>
                  <a:pt x="958239" y="75493"/>
                </a:cubicBezTo>
                <a:lnTo>
                  <a:pt x="958239" y="81595"/>
                </a:lnTo>
                <a:cubicBezTo>
                  <a:pt x="958239" y="87796"/>
                  <a:pt x="958315" y="93642"/>
                  <a:pt x="958468" y="99133"/>
                </a:cubicBezTo>
                <a:cubicBezTo>
                  <a:pt x="958621" y="104623"/>
                  <a:pt x="958952" y="109910"/>
                  <a:pt x="959459" y="114995"/>
                </a:cubicBezTo>
                <a:cubicBezTo>
                  <a:pt x="958137" y="114791"/>
                  <a:pt x="956485" y="114690"/>
                  <a:pt x="954502" y="114690"/>
                </a:cubicBezTo>
                <a:cubicBezTo>
                  <a:pt x="952519" y="114690"/>
                  <a:pt x="950359" y="114690"/>
                  <a:pt x="948021" y="114690"/>
                </a:cubicBezTo>
                <a:cubicBezTo>
                  <a:pt x="945683" y="114690"/>
                  <a:pt x="943547" y="114690"/>
                  <a:pt x="941614" y="114690"/>
                </a:cubicBezTo>
                <a:cubicBezTo>
                  <a:pt x="939683" y="114690"/>
                  <a:pt x="938006" y="114791"/>
                  <a:pt x="936583" y="114995"/>
                </a:cubicBezTo>
                <a:cubicBezTo>
                  <a:pt x="937090" y="109910"/>
                  <a:pt x="937420" y="104623"/>
                  <a:pt x="937572" y="99133"/>
                </a:cubicBezTo>
                <a:cubicBezTo>
                  <a:pt x="937725" y="93642"/>
                  <a:pt x="937802" y="87796"/>
                  <a:pt x="937802" y="81595"/>
                </a:cubicBezTo>
                <a:lnTo>
                  <a:pt x="937802" y="75493"/>
                </a:lnTo>
                <a:cubicBezTo>
                  <a:pt x="937802" y="69292"/>
                  <a:pt x="937725" y="63472"/>
                  <a:pt x="937572" y="58033"/>
                </a:cubicBezTo>
                <a:cubicBezTo>
                  <a:pt x="937420" y="52592"/>
                  <a:pt x="937090" y="47126"/>
                  <a:pt x="936583" y="41635"/>
                </a:cubicBezTo>
                <a:cubicBezTo>
                  <a:pt x="938412" y="41839"/>
                  <a:pt x="940216" y="42017"/>
                  <a:pt x="941996" y="42171"/>
                </a:cubicBezTo>
                <a:cubicBezTo>
                  <a:pt x="943775" y="42323"/>
                  <a:pt x="945580" y="42399"/>
                  <a:pt x="947411" y="42399"/>
                </a:cubicBezTo>
                <a:cubicBezTo>
                  <a:pt x="949242" y="42399"/>
                  <a:pt x="951046" y="42323"/>
                  <a:pt x="952824" y="42171"/>
                </a:cubicBezTo>
                <a:cubicBezTo>
                  <a:pt x="954604" y="42017"/>
                  <a:pt x="956510" y="41839"/>
                  <a:pt x="958544" y="41635"/>
                </a:cubicBezTo>
                <a:lnTo>
                  <a:pt x="957935" y="53073"/>
                </a:lnTo>
                <a:lnTo>
                  <a:pt x="958239" y="53073"/>
                </a:lnTo>
                <a:close/>
                <a:moveTo>
                  <a:pt x="1083605" y="78544"/>
                </a:moveTo>
                <a:cubicBezTo>
                  <a:pt x="1083605" y="82610"/>
                  <a:pt x="1084011" y="86423"/>
                  <a:pt x="1084824" y="89982"/>
                </a:cubicBezTo>
                <a:cubicBezTo>
                  <a:pt x="1085639" y="93541"/>
                  <a:pt x="1086885" y="96617"/>
                  <a:pt x="1088562" y="99209"/>
                </a:cubicBezTo>
                <a:cubicBezTo>
                  <a:pt x="1090239" y="101802"/>
                  <a:pt x="1092374" y="103836"/>
                  <a:pt x="1094966" y="105311"/>
                </a:cubicBezTo>
                <a:cubicBezTo>
                  <a:pt x="1097560" y="106785"/>
                  <a:pt x="1100585" y="107522"/>
                  <a:pt x="1104042" y="107522"/>
                </a:cubicBezTo>
                <a:cubicBezTo>
                  <a:pt x="1111058" y="107522"/>
                  <a:pt x="1117311" y="105234"/>
                  <a:pt x="1122801" y="100659"/>
                </a:cubicBezTo>
                <a:lnTo>
                  <a:pt x="1124630" y="102032"/>
                </a:lnTo>
                <a:lnTo>
                  <a:pt x="1121275" y="110573"/>
                </a:lnTo>
                <a:cubicBezTo>
                  <a:pt x="1118733" y="112504"/>
                  <a:pt x="1115683" y="114054"/>
                  <a:pt x="1112124" y="115223"/>
                </a:cubicBezTo>
                <a:cubicBezTo>
                  <a:pt x="1108565" y="116392"/>
                  <a:pt x="1103888" y="116977"/>
                  <a:pt x="1098094" y="116977"/>
                </a:cubicBezTo>
                <a:cubicBezTo>
                  <a:pt x="1093112" y="116977"/>
                  <a:pt x="1088384" y="116291"/>
                  <a:pt x="1083910" y="114918"/>
                </a:cubicBezTo>
                <a:cubicBezTo>
                  <a:pt x="1079437" y="113546"/>
                  <a:pt x="1075497" y="111284"/>
                  <a:pt x="1072090" y="108132"/>
                </a:cubicBezTo>
                <a:cubicBezTo>
                  <a:pt x="1068685" y="104979"/>
                  <a:pt x="1065991" y="100988"/>
                  <a:pt x="1064008" y="96158"/>
                </a:cubicBezTo>
                <a:cubicBezTo>
                  <a:pt x="1062025" y="91329"/>
                  <a:pt x="1061034" y="85559"/>
                  <a:pt x="1061034" y="78849"/>
                </a:cubicBezTo>
                <a:cubicBezTo>
                  <a:pt x="1061034" y="72240"/>
                  <a:pt x="1061923" y="66496"/>
                  <a:pt x="1063701" y="61616"/>
                </a:cubicBezTo>
                <a:cubicBezTo>
                  <a:pt x="1065480" y="56736"/>
                  <a:pt x="1067946" y="52668"/>
                  <a:pt x="1071099" y="49415"/>
                </a:cubicBezTo>
                <a:cubicBezTo>
                  <a:pt x="1074251" y="46160"/>
                  <a:pt x="1077988" y="43720"/>
                  <a:pt x="1082309" y="42094"/>
                </a:cubicBezTo>
                <a:cubicBezTo>
                  <a:pt x="1086629" y="40466"/>
                  <a:pt x="1091332" y="39653"/>
                  <a:pt x="1096416" y="39653"/>
                </a:cubicBezTo>
                <a:cubicBezTo>
                  <a:pt x="1106482" y="39653"/>
                  <a:pt x="1114183" y="42601"/>
                  <a:pt x="1119520" y="48498"/>
                </a:cubicBezTo>
                <a:cubicBezTo>
                  <a:pt x="1124859" y="54395"/>
                  <a:pt x="1127528" y="62733"/>
                  <a:pt x="1127528" y="73510"/>
                </a:cubicBezTo>
                <a:lnTo>
                  <a:pt x="1127528" y="76715"/>
                </a:lnTo>
                <a:cubicBezTo>
                  <a:pt x="1127528" y="77629"/>
                  <a:pt x="1127477" y="78239"/>
                  <a:pt x="1127377" y="78544"/>
                </a:cubicBezTo>
                <a:lnTo>
                  <a:pt x="1083605" y="78544"/>
                </a:lnTo>
                <a:moveTo>
                  <a:pt x="1107093" y="71681"/>
                </a:moveTo>
                <a:cubicBezTo>
                  <a:pt x="1106888" y="64056"/>
                  <a:pt x="1105947" y="57956"/>
                  <a:pt x="1104270" y="53381"/>
                </a:cubicBezTo>
                <a:cubicBezTo>
                  <a:pt x="1102593" y="48804"/>
                  <a:pt x="1099772" y="46515"/>
                  <a:pt x="1095806" y="46515"/>
                </a:cubicBezTo>
                <a:cubicBezTo>
                  <a:pt x="1093569" y="46515"/>
                  <a:pt x="1091688" y="47278"/>
                  <a:pt x="1090163" y="48803"/>
                </a:cubicBezTo>
                <a:cubicBezTo>
                  <a:pt x="1088638" y="50328"/>
                  <a:pt x="1087418" y="52286"/>
                  <a:pt x="1086502" y="54677"/>
                </a:cubicBezTo>
                <a:cubicBezTo>
                  <a:pt x="1085587" y="57066"/>
                  <a:pt x="1084900" y="59760"/>
                  <a:pt x="1084443" y="62759"/>
                </a:cubicBezTo>
                <a:cubicBezTo>
                  <a:pt x="1083987" y="65758"/>
                  <a:pt x="1083707" y="68732"/>
                  <a:pt x="1083605" y="71681"/>
                </a:cubicBezTo>
                <a:lnTo>
                  <a:pt x="1107093" y="71681"/>
                </a:lnTo>
                <a:close/>
                <a:moveTo>
                  <a:pt x="1161998" y="53073"/>
                </a:moveTo>
                <a:cubicBezTo>
                  <a:pt x="1164844" y="48804"/>
                  <a:pt x="1168174" y="45500"/>
                  <a:pt x="1171986" y="43162"/>
                </a:cubicBezTo>
                <a:cubicBezTo>
                  <a:pt x="1175799" y="40822"/>
                  <a:pt x="1180146" y="39653"/>
                  <a:pt x="1185025" y="39653"/>
                </a:cubicBezTo>
                <a:cubicBezTo>
                  <a:pt x="1192652" y="39653"/>
                  <a:pt x="1198524" y="41864"/>
                  <a:pt x="1202642" y="46287"/>
                </a:cubicBezTo>
                <a:cubicBezTo>
                  <a:pt x="1206759" y="50710"/>
                  <a:pt x="1208818" y="57853"/>
                  <a:pt x="1208818" y="67716"/>
                </a:cubicBezTo>
                <a:cubicBezTo>
                  <a:pt x="1208818" y="72901"/>
                  <a:pt x="1208716" y="77476"/>
                  <a:pt x="1208513" y="81441"/>
                </a:cubicBezTo>
                <a:cubicBezTo>
                  <a:pt x="1208310" y="85407"/>
                  <a:pt x="1208208" y="89372"/>
                  <a:pt x="1208208" y="93338"/>
                </a:cubicBezTo>
                <a:cubicBezTo>
                  <a:pt x="1208208" y="96591"/>
                  <a:pt x="1208284" y="100125"/>
                  <a:pt x="1208436" y="103938"/>
                </a:cubicBezTo>
                <a:cubicBezTo>
                  <a:pt x="1208590" y="107750"/>
                  <a:pt x="1208768" y="111436"/>
                  <a:pt x="1208971" y="114995"/>
                </a:cubicBezTo>
                <a:cubicBezTo>
                  <a:pt x="1207650" y="114791"/>
                  <a:pt x="1205972" y="114690"/>
                  <a:pt x="1203938" y="114690"/>
                </a:cubicBezTo>
                <a:cubicBezTo>
                  <a:pt x="1201904" y="114690"/>
                  <a:pt x="1199768" y="114690"/>
                  <a:pt x="1197531" y="114690"/>
                </a:cubicBezTo>
                <a:cubicBezTo>
                  <a:pt x="1195295" y="114690"/>
                  <a:pt x="1193161" y="114690"/>
                  <a:pt x="1191127" y="114690"/>
                </a:cubicBezTo>
                <a:cubicBezTo>
                  <a:pt x="1189093" y="114690"/>
                  <a:pt x="1187415" y="114791"/>
                  <a:pt x="1186093" y="114995"/>
                </a:cubicBezTo>
                <a:cubicBezTo>
                  <a:pt x="1186805" y="109707"/>
                  <a:pt x="1187263" y="103480"/>
                  <a:pt x="1187466" y="96312"/>
                </a:cubicBezTo>
                <a:cubicBezTo>
                  <a:pt x="1187669" y="89144"/>
                  <a:pt x="1187771" y="80934"/>
                  <a:pt x="1187771" y="71681"/>
                </a:cubicBezTo>
                <a:cubicBezTo>
                  <a:pt x="1187771" y="65275"/>
                  <a:pt x="1186678" y="60573"/>
                  <a:pt x="1184492" y="57574"/>
                </a:cubicBezTo>
                <a:cubicBezTo>
                  <a:pt x="1182306" y="54574"/>
                  <a:pt x="1179230" y="53073"/>
                  <a:pt x="1175265" y="53073"/>
                </a:cubicBezTo>
                <a:cubicBezTo>
                  <a:pt x="1170690" y="53073"/>
                  <a:pt x="1167335" y="55056"/>
                  <a:pt x="1165200" y="59022"/>
                </a:cubicBezTo>
                <a:cubicBezTo>
                  <a:pt x="1163065" y="62987"/>
                  <a:pt x="1161998" y="68478"/>
                  <a:pt x="1161998" y="75493"/>
                </a:cubicBezTo>
                <a:lnTo>
                  <a:pt x="1161998" y="81595"/>
                </a:lnTo>
                <a:cubicBezTo>
                  <a:pt x="1161998" y="87796"/>
                  <a:pt x="1162074" y="93642"/>
                  <a:pt x="1162226" y="99133"/>
                </a:cubicBezTo>
                <a:cubicBezTo>
                  <a:pt x="1162378" y="104623"/>
                  <a:pt x="1162708" y="109910"/>
                  <a:pt x="1163217" y="114995"/>
                </a:cubicBezTo>
                <a:cubicBezTo>
                  <a:pt x="1161895" y="114791"/>
                  <a:pt x="1160243" y="114690"/>
                  <a:pt x="1158260" y="114690"/>
                </a:cubicBezTo>
                <a:cubicBezTo>
                  <a:pt x="1156277" y="114690"/>
                  <a:pt x="1154117" y="114690"/>
                  <a:pt x="1151779" y="114690"/>
                </a:cubicBezTo>
                <a:cubicBezTo>
                  <a:pt x="1149439" y="114690"/>
                  <a:pt x="1147304" y="114690"/>
                  <a:pt x="1145372" y="114690"/>
                </a:cubicBezTo>
                <a:cubicBezTo>
                  <a:pt x="1143441" y="114690"/>
                  <a:pt x="1141763" y="114791"/>
                  <a:pt x="1140339" y="114995"/>
                </a:cubicBezTo>
                <a:cubicBezTo>
                  <a:pt x="1140848" y="109910"/>
                  <a:pt x="1141178" y="104623"/>
                  <a:pt x="1141330" y="99133"/>
                </a:cubicBezTo>
                <a:cubicBezTo>
                  <a:pt x="1141484" y="93642"/>
                  <a:pt x="1141560" y="87796"/>
                  <a:pt x="1141560" y="81595"/>
                </a:cubicBezTo>
                <a:lnTo>
                  <a:pt x="1141560" y="75493"/>
                </a:lnTo>
                <a:cubicBezTo>
                  <a:pt x="1141560" y="69292"/>
                  <a:pt x="1141484" y="63472"/>
                  <a:pt x="1141330" y="58033"/>
                </a:cubicBezTo>
                <a:cubicBezTo>
                  <a:pt x="1141178" y="52592"/>
                  <a:pt x="1140848" y="47126"/>
                  <a:pt x="1140339" y="41635"/>
                </a:cubicBezTo>
                <a:cubicBezTo>
                  <a:pt x="1142169" y="41839"/>
                  <a:pt x="1143974" y="42017"/>
                  <a:pt x="1145754" y="42171"/>
                </a:cubicBezTo>
                <a:cubicBezTo>
                  <a:pt x="1147533" y="42323"/>
                  <a:pt x="1149338" y="42399"/>
                  <a:pt x="1151167" y="42399"/>
                </a:cubicBezTo>
                <a:cubicBezTo>
                  <a:pt x="1152998" y="42399"/>
                  <a:pt x="1154803" y="42323"/>
                  <a:pt x="1156582" y="42171"/>
                </a:cubicBezTo>
                <a:cubicBezTo>
                  <a:pt x="1158362" y="42017"/>
                  <a:pt x="1160269" y="41839"/>
                  <a:pt x="1162302" y="41635"/>
                </a:cubicBezTo>
                <a:lnTo>
                  <a:pt x="1161690" y="53073"/>
                </a:lnTo>
                <a:lnTo>
                  <a:pt x="1161998" y="53073"/>
                </a:lnTo>
                <a:close/>
                <a:moveTo>
                  <a:pt x="1265246" y="42399"/>
                </a:moveTo>
                <a:cubicBezTo>
                  <a:pt x="1264942" y="43924"/>
                  <a:pt x="1264790" y="45296"/>
                  <a:pt x="1264790" y="46515"/>
                </a:cubicBezTo>
                <a:cubicBezTo>
                  <a:pt x="1264790" y="47837"/>
                  <a:pt x="1264942" y="49109"/>
                  <a:pt x="1265246" y="50330"/>
                </a:cubicBezTo>
                <a:lnTo>
                  <a:pt x="1251825" y="50025"/>
                </a:lnTo>
                <a:cubicBezTo>
                  <a:pt x="1251622" y="52363"/>
                  <a:pt x="1251444" y="55057"/>
                  <a:pt x="1251292" y="58107"/>
                </a:cubicBezTo>
                <a:cubicBezTo>
                  <a:pt x="1251140" y="61157"/>
                  <a:pt x="1251039" y="64258"/>
                  <a:pt x="1250987" y="67411"/>
                </a:cubicBezTo>
                <a:cubicBezTo>
                  <a:pt x="1250936" y="70562"/>
                  <a:pt x="1250885" y="73612"/>
                  <a:pt x="1250834" y="76561"/>
                </a:cubicBezTo>
                <a:cubicBezTo>
                  <a:pt x="1250783" y="79511"/>
                  <a:pt x="1250757" y="82002"/>
                  <a:pt x="1250757" y="84034"/>
                </a:cubicBezTo>
                <a:cubicBezTo>
                  <a:pt x="1250757" y="89321"/>
                  <a:pt x="1250884" y="93592"/>
                  <a:pt x="1251139" y="96845"/>
                </a:cubicBezTo>
                <a:cubicBezTo>
                  <a:pt x="1251393" y="100098"/>
                  <a:pt x="1251825" y="102590"/>
                  <a:pt x="1252435" y="104320"/>
                </a:cubicBezTo>
                <a:cubicBezTo>
                  <a:pt x="1253046" y="106048"/>
                  <a:pt x="1253910" y="107217"/>
                  <a:pt x="1255027" y="107827"/>
                </a:cubicBezTo>
                <a:cubicBezTo>
                  <a:pt x="1256146" y="108437"/>
                  <a:pt x="1257569" y="108741"/>
                  <a:pt x="1259298" y="108741"/>
                </a:cubicBezTo>
                <a:cubicBezTo>
                  <a:pt x="1261231" y="108741"/>
                  <a:pt x="1262654" y="108614"/>
                  <a:pt x="1263568" y="108360"/>
                </a:cubicBezTo>
                <a:cubicBezTo>
                  <a:pt x="1264483" y="108105"/>
                  <a:pt x="1265399" y="107724"/>
                  <a:pt x="1266314" y="107217"/>
                </a:cubicBezTo>
                <a:lnTo>
                  <a:pt x="1266314" y="113470"/>
                </a:lnTo>
                <a:cubicBezTo>
                  <a:pt x="1264280" y="114386"/>
                  <a:pt x="1261738" y="115199"/>
                  <a:pt x="1258688" y="115909"/>
                </a:cubicBezTo>
                <a:cubicBezTo>
                  <a:pt x="1255638" y="116621"/>
                  <a:pt x="1252639" y="116977"/>
                  <a:pt x="1249691" y="116977"/>
                </a:cubicBezTo>
                <a:cubicBezTo>
                  <a:pt x="1236779" y="116977"/>
                  <a:pt x="1230322" y="109250"/>
                  <a:pt x="1230322" y="93796"/>
                </a:cubicBezTo>
                <a:cubicBezTo>
                  <a:pt x="1230322" y="90847"/>
                  <a:pt x="1230373" y="87517"/>
                  <a:pt x="1230473" y="83806"/>
                </a:cubicBezTo>
                <a:cubicBezTo>
                  <a:pt x="1230576" y="80095"/>
                  <a:pt x="1230703" y="76282"/>
                  <a:pt x="1230855" y="72368"/>
                </a:cubicBezTo>
                <a:cubicBezTo>
                  <a:pt x="1231007" y="68454"/>
                  <a:pt x="1231134" y="64590"/>
                  <a:pt x="1231234" y="60776"/>
                </a:cubicBezTo>
                <a:cubicBezTo>
                  <a:pt x="1231337" y="56963"/>
                  <a:pt x="1231388" y="53429"/>
                  <a:pt x="1231388" y="50176"/>
                </a:cubicBezTo>
                <a:lnTo>
                  <a:pt x="1220713" y="50330"/>
                </a:lnTo>
                <a:cubicBezTo>
                  <a:pt x="1221017" y="49109"/>
                  <a:pt x="1221169" y="47837"/>
                  <a:pt x="1221169" y="46515"/>
                </a:cubicBezTo>
                <a:cubicBezTo>
                  <a:pt x="1221169" y="45296"/>
                  <a:pt x="1221017" y="43924"/>
                  <a:pt x="1220713" y="42399"/>
                </a:cubicBezTo>
                <a:lnTo>
                  <a:pt x="1231388" y="42857"/>
                </a:lnTo>
                <a:cubicBezTo>
                  <a:pt x="1231388" y="39705"/>
                  <a:pt x="1231337" y="36756"/>
                  <a:pt x="1231234" y="34012"/>
                </a:cubicBezTo>
                <a:cubicBezTo>
                  <a:pt x="1231134" y="31265"/>
                  <a:pt x="1230982" y="27961"/>
                  <a:pt x="1230778" y="24098"/>
                </a:cubicBezTo>
                <a:cubicBezTo>
                  <a:pt x="1234337" y="22674"/>
                  <a:pt x="1237845" y="21173"/>
                  <a:pt x="1241302" y="19597"/>
                </a:cubicBezTo>
                <a:cubicBezTo>
                  <a:pt x="1244758" y="18021"/>
                  <a:pt x="1248216" y="16369"/>
                  <a:pt x="1251674" y="14640"/>
                </a:cubicBezTo>
                <a:lnTo>
                  <a:pt x="1253198" y="15708"/>
                </a:lnTo>
                <a:cubicBezTo>
                  <a:pt x="1252995" y="17336"/>
                  <a:pt x="1252817" y="19243"/>
                  <a:pt x="1252663" y="21429"/>
                </a:cubicBezTo>
                <a:cubicBezTo>
                  <a:pt x="1252511" y="23615"/>
                  <a:pt x="1252359" y="25902"/>
                  <a:pt x="1252207" y="28291"/>
                </a:cubicBezTo>
                <a:cubicBezTo>
                  <a:pt x="1252055" y="30681"/>
                  <a:pt x="1251953" y="33121"/>
                  <a:pt x="1251902" y="35613"/>
                </a:cubicBezTo>
                <a:cubicBezTo>
                  <a:pt x="1251851" y="38103"/>
                  <a:pt x="1251825" y="40466"/>
                  <a:pt x="1251825" y="42703"/>
                </a:cubicBezTo>
                <a:lnTo>
                  <a:pt x="1265246" y="42399"/>
                </a:lnTo>
                <a:close/>
                <a:moveTo>
                  <a:pt x="1276535" y="54905"/>
                </a:moveTo>
                <a:cubicBezTo>
                  <a:pt x="1276535" y="51448"/>
                  <a:pt x="1277754" y="48500"/>
                  <a:pt x="1280193" y="46059"/>
                </a:cubicBezTo>
                <a:cubicBezTo>
                  <a:pt x="1282633" y="43619"/>
                  <a:pt x="1285583" y="42399"/>
                  <a:pt x="1289041" y="42399"/>
                </a:cubicBezTo>
                <a:cubicBezTo>
                  <a:pt x="1292497" y="42399"/>
                  <a:pt x="1295445" y="43619"/>
                  <a:pt x="1297884" y="46059"/>
                </a:cubicBezTo>
                <a:cubicBezTo>
                  <a:pt x="1300324" y="48500"/>
                  <a:pt x="1301545" y="51448"/>
                  <a:pt x="1301545" y="54905"/>
                </a:cubicBezTo>
                <a:cubicBezTo>
                  <a:pt x="1301545" y="58361"/>
                  <a:pt x="1300324" y="61310"/>
                  <a:pt x="1297884" y="63750"/>
                </a:cubicBezTo>
                <a:cubicBezTo>
                  <a:pt x="1295445" y="66191"/>
                  <a:pt x="1292497" y="67411"/>
                  <a:pt x="1289041" y="67411"/>
                </a:cubicBezTo>
                <a:cubicBezTo>
                  <a:pt x="1285583" y="67411"/>
                  <a:pt x="1282633" y="66191"/>
                  <a:pt x="1280193" y="63750"/>
                </a:cubicBezTo>
                <a:cubicBezTo>
                  <a:pt x="1277754" y="61310"/>
                  <a:pt x="1276535" y="58361"/>
                  <a:pt x="1276535" y="54905"/>
                </a:cubicBezTo>
                <a:moveTo>
                  <a:pt x="1276535" y="104930"/>
                </a:moveTo>
                <a:cubicBezTo>
                  <a:pt x="1276535" y="101471"/>
                  <a:pt x="1277754" y="98523"/>
                  <a:pt x="1280193" y="96084"/>
                </a:cubicBezTo>
                <a:cubicBezTo>
                  <a:pt x="1282633" y="93644"/>
                  <a:pt x="1285583" y="92423"/>
                  <a:pt x="1289041" y="92423"/>
                </a:cubicBezTo>
                <a:cubicBezTo>
                  <a:pt x="1292497" y="92423"/>
                  <a:pt x="1295445" y="93644"/>
                  <a:pt x="1297884" y="96084"/>
                </a:cubicBezTo>
                <a:cubicBezTo>
                  <a:pt x="1300324" y="98523"/>
                  <a:pt x="1301545" y="101471"/>
                  <a:pt x="1301545" y="104930"/>
                </a:cubicBezTo>
                <a:cubicBezTo>
                  <a:pt x="1301545" y="108386"/>
                  <a:pt x="1300324" y="111259"/>
                  <a:pt x="1297884" y="113547"/>
                </a:cubicBezTo>
                <a:cubicBezTo>
                  <a:pt x="1295445" y="115834"/>
                  <a:pt x="1292497" y="116977"/>
                  <a:pt x="1289041" y="116977"/>
                </a:cubicBezTo>
                <a:cubicBezTo>
                  <a:pt x="1285583" y="116977"/>
                  <a:pt x="1282633" y="115834"/>
                  <a:pt x="1280193" y="113547"/>
                </a:cubicBezTo>
                <a:cubicBezTo>
                  <a:pt x="1277754" y="111259"/>
                  <a:pt x="1276535" y="108386"/>
                  <a:pt x="1276535" y="10493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Value-ActionAlignmentMeasures">
            <a:extLst xmlns:a="http://schemas.openxmlformats.org/drawingml/2006/main">
              <a:ext uri="{FF2B5EF4-FFF2-40B4-BE49-F238E27FC236}">
                <a16:creationId xmlns:a16="http://schemas.microsoft.com/office/drawing/2014/main" id="{AE1ADD88-2FA3-420B-ADD0-961599A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95" y="212787"/>
            <a:ext cx="2249721" cy="155564"/>
          </a:xfrm>
          <a:custGeom xmlns:a="http://schemas.openxmlformats.org/drawingml/2006/main">
            <a:pathLst>
              <a:path w="2249721" h="155564">
                <a:moveTo>
                  <a:pt x="54295" y="86780"/>
                </a:moveTo>
                <a:cubicBezTo>
                  <a:pt x="59582" y="73867"/>
                  <a:pt x="64717" y="60879"/>
                  <a:pt x="69699" y="47814"/>
                </a:cubicBezTo>
                <a:cubicBezTo>
                  <a:pt x="74680" y="34748"/>
                  <a:pt x="79154" y="22216"/>
                  <a:pt x="83119" y="10219"/>
                </a:cubicBezTo>
                <a:cubicBezTo>
                  <a:pt x="85662" y="10727"/>
                  <a:pt x="87899" y="10982"/>
                  <a:pt x="89831" y="10982"/>
                </a:cubicBezTo>
                <a:cubicBezTo>
                  <a:pt x="91762" y="10982"/>
                  <a:pt x="94000" y="10727"/>
                  <a:pt x="96542" y="10219"/>
                </a:cubicBezTo>
                <a:cubicBezTo>
                  <a:pt x="94000" y="16216"/>
                  <a:pt x="90949" y="23435"/>
                  <a:pt x="87390" y="31875"/>
                </a:cubicBezTo>
                <a:cubicBezTo>
                  <a:pt x="83832" y="40313"/>
                  <a:pt x="80121" y="49261"/>
                  <a:pt x="76257" y="58717"/>
                </a:cubicBezTo>
                <a:cubicBezTo>
                  <a:pt x="72393" y="68173"/>
                  <a:pt x="68581" y="77782"/>
                  <a:pt x="64819" y="87543"/>
                </a:cubicBezTo>
                <a:cubicBezTo>
                  <a:pt x="61056" y="97303"/>
                  <a:pt x="57701" y="106454"/>
                  <a:pt x="54754" y="114995"/>
                </a:cubicBezTo>
                <a:cubicBezTo>
                  <a:pt x="52720" y="114791"/>
                  <a:pt x="50482" y="114690"/>
                  <a:pt x="48042" y="114690"/>
                </a:cubicBezTo>
                <a:cubicBezTo>
                  <a:pt x="45602" y="114690"/>
                  <a:pt x="43365" y="114791"/>
                  <a:pt x="41333" y="114995"/>
                </a:cubicBezTo>
                <a:cubicBezTo>
                  <a:pt x="39806" y="110928"/>
                  <a:pt x="37950" y="105998"/>
                  <a:pt x="35764" y="100203"/>
                </a:cubicBezTo>
                <a:cubicBezTo>
                  <a:pt x="33578" y="94407"/>
                  <a:pt x="31239" y="88255"/>
                  <a:pt x="28747" y="81749"/>
                </a:cubicBezTo>
                <a:cubicBezTo>
                  <a:pt x="26257" y="75240"/>
                  <a:pt x="23639" y="68580"/>
                  <a:pt x="20893" y="61768"/>
                </a:cubicBezTo>
                <a:cubicBezTo>
                  <a:pt x="18149" y="54955"/>
                  <a:pt x="15505" y="48372"/>
                  <a:pt x="12962" y="42017"/>
                </a:cubicBezTo>
                <a:cubicBezTo>
                  <a:pt x="10421" y="35662"/>
                  <a:pt x="8032" y="29740"/>
                  <a:pt x="5795" y="24249"/>
                </a:cubicBezTo>
                <a:cubicBezTo>
                  <a:pt x="3559" y="18759"/>
                  <a:pt x="1627" y="14082"/>
                  <a:pt x="0" y="10219"/>
                </a:cubicBezTo>
                <a:cubicBezTo>
                  <a:pt x="2340" y="10422"/>
                  <a:pt x="4653" y="10600"/>
                  <a:pt x="6940" y="10754"/>
                </a:cubicBezTo>
                <a:cubicBezTo>
                  <a:pt x="9228" y="10906"/>
                  <a:pt x="11490" y="10982"/>
                  <a:pt x="13726" y="10982"/>
                </a:cubicBezTo>
                <a:cubicBezTo>
                  <a:pt x="15963" y="10982"/>
                  <a:pt x="18200" y="10906"/>
                  <a:pt x="20437" y="10754"/>
                </a:cubicBezTo>
                <a:cubicBezTo>
                  <a:pt x="22674" y="10600"/>
                  <a:pt x="24912" y="10422"/>
                  <a:pt x="27149" y="10219"/>
                </a:cubicBezTo>
                <a:cubicBezTo>
                  <a:pt x="28877" y="15912"/>
                  <a:pt x="30834" y="21911"/>
                  <a:pt x="33020" y="28215"/>
                </a:cubicBezTo>
                <a:cubicBezTo>
                  <a:pt x="35206" y="34518"/>
                  <a:pt x="37468" y="40949"/>
                  <a:pt x="39806" y="47507"/>
                </a:cubicBezTo>
                <a:cubicBezTo>
                  <a:pt x="42144" y="54065"/>
                  <a:pt x="44559" y="60648"/>
                  <a:pt x="47051" y="67257"/>
                </a:cubicBezTo>
                <a:cubicBezTo>
                  <a:pt x="49542" y="73867"/>
                  <a:pt x="51957" y="80374"/>
                  <a:pt x="54295" y="86780"/>
                </a:cubicBezTo>
                <a:close/>
                <a:moveTo>
                  <a:pt x="135127" y="91814"/>
                </a:moveTo>
                <a:cubicBezTo>
                  <a:pt x="135127" y="87442"/>
                  <a:pt x="135152" y="84112"/>
                  <a:pt x="135204" y="81823"/>
                </a:cubicBezTo>
                <a:cubicBezTo>
                  <a:pt x="135255" y="79535"/>
                  <a:pt x="135280" y="77526"/>
                  <a:pt x="135280" y="75798"/>
                </a:cubicBezTo>
                <a:cubicBezTo>
                  <a:pt x="133144" y="77019"/>
                  <a:pt x="130881" y="78011"/>
                  <a:pt x="128492" y="78775"/>
                </a:cubicBezTo>
                <a:cubicBezTo>
                  <a:pt x="126103" y="79536"/>
                  <a:pt x="123917" y="80502"/>
                  <a:pt x="121934" y="81672"/>
                </a:cubicBezTo>
                <a:cubicBezTo>
                  <a:pt x="119951" y="82840"/>
                  <a:pt x="118325" y="84441"/>
                  <a:pt x="117054" y="86475"/>
                </a:cubicBezTo>
                <a:cubicBezTo>
                  <a:pt x="115783" y="88509"/>
                  <a:pt x="115148" y="91458"/>
                  <a:pt x="115148" y="95321"/>
                </a:cubicBezTo>
                <a:cubicBezTo>
                  <a:pt x="115148" y="99083"/>
                  <a:pt x="115936" y="101955"/>
                  <a:pt x="117513" y="103938"/>
                </a:cubicBezTo>
                <a:cubicBezTo>
                  <a:pt x="119089" y="105921"/>
                  <a:pt x="121198" y="106912"/>
                  <a:pt x="123840" y="106912"/>
                </a:cubicBezTo>
                <a:cubicBezTo>
                  <a:pt x="127196" y="106912"/>
                  <a:pt x="129916" y="105642"/>
                  <a:pt x="131999" y="103100"/>
                </a:cubicBezTo>
                <a:cubicBezTo>
                  <a:pt x="134084" y="100558"/>
                  <a:pt x="135127" y="96795"/>
                  <a:pt x="135127" y="91814"/>
                </a:cubicBezTo>
                <a:moveTo>
                  <a:pt x="98981" y="50330"/>
                </a:moveTo>
                <a:cubicBezTo>
                  <a:pt x="103252" y="46873"/>
                  <a:pt x="107853" y="44229"/>
                  <a:pt x="112784" y="42399"/>
                </a:cubicBezTo>
                <a:cubicBezTo>
                  <a:pt x="117716" y="40568"/>
                  <a:pt x="122621" y="39653"/>
                  <a:pt x="127501" y="39653"/>
                </a:cubicBezTo>
                <a:cubicBezTo>
                  <a:pt x="131569" y="39653"/>
                  <a:pt x="135305" y="40110"/>
                  <a:pt x="138711" y="41026"/>
                </a:cubicBezTo>
                <a:cubicBezTo>
                  <a:pt x="142118" y="41941"/>
                  <a:pt x="145066" y="43390"/>
                  <a:pt x="147556" y="45373"/>
                </a:cubicBezTo>
                <a:cubicBezTo>
                  <a:pt x="150048" y="47355"/>
                  <a:pt x="151979" y="49923"/>
                  <a:pt x="153351" y="53076"/>
                </a:cubicBezTo>
                <a:cubicBezTo>
                  <a:pt x="154724" y="56227"/>
                  <a:pt x="155410" y="60039"/>
                  <a:pt x="155410" y="64514"/>
                </a:cubicBezTo>
                <a:cubicBezTo>
                  <a:pt x="155410" y="71020"/>
                  <a:pt x="155334" y="77045"/>
                  <a:pt x="155182" y="82586"/>
                </a:cubicBezTo>
                <a:cubicBezTo>
                  <a:pt x="155030" y="88127"/>
                  <a:pt x="154954" y="93642"/>
                  <a:pt x="154954" y="99133"/>
                </a:cubicBezTo>
                <a:cubicBezTo>
                  <a:pt x="154954" y="101573"/>
                  <a:pt x="155132" y="103480"/>
                  <a:pt x="155487" y="104853"/>
                </a:cubicBezTo>
                <a:cubicBezTo>
                  <a:pt x="155844" y="106226"/>
                  <a:pt x="156378" y="107268"/>
                  <a:pt x="157088" y="107980"/>
                </a:cubicBezTo>
                <a:cubicBezTo>
                  <a:pt x="157800" y="108691"/>
                  <a:pt x="158741" y="109148"/>
                  <a:pt x="159909" y="109351"/>
                </a:cubicBezTo>
                <a:cubicBezTo>
                  <a:pt x="161079" y="109554"/>
                  <a:pt x="162426" y="109656"/>
                  <a:pt x="163951" y="109656"/>
                </a:cubicBezTo>
                <a:lnTo>
                  <a:pt x="163951" y="113317"/>
                </a:lnTo>
                <a:cubicBezTo>
                  <a:pt x="161003" y="114538"/>
                  <a:pt x="158513" y="115453"/>
                  <a:pt x="156479" y="116063"/>
                </a:cubicBezTo>
                <a:cubicBezTo>
                  <a:pt x="154445" y="116672"/>
                  <a:pt x="152259" y="116977"/>
                  <a:pt x="149921" y="116977"/>
                </a:cubicBezTo>
                <a:cubicBezTo>
                  <a:pt x="146158" y="116977"/>
                  <a:pt x="143108" y="116063"/>
                  <a:pt x="140770" y="114234"/>
                </a:cubicBezTo>
                <a:cubicBezTo>
                  <a:pt x="138432" y="112403"/>
                  <a:pt x="136653" y="109759"/>
                  <a:pt x="135432" y="106303"/>
                </a:cubicBezTo>
                <a:cubicBezTo>
                  <a:pt x="133094" y="109556"/>
                  <a:pt x="130374" y="112148"/>
                  <a:pt x="127273" y="114080"/>
                </a:cubicBezTo>
                <a:cubicBezTo>
                  <a:pt x="124171" y="116012"/>
                  <a:pt x="120283" y="116977"/>
                  <a:pt x="115607" y="116977"/>
                </a:cubicBezTo>
                <a:cubicBezTo>
                  <a:pt x="111742" y="116977"/>
                  <a:pt x="108437" y="116468"/>
                  <a:pt x="105691" y="115451"/>
                </a:cubicBezTo>
                <a:cubicBezTo>
                  <a:pt x="102946" y="114434"/>
                  <a:pt x="100684" y="112986"/>
                  <a:pt x="98905" y="111106"/>
                </a:cubicBezTo>
                <a:cubicBezTo>
                  <a:pt x="97125" y="109224"/>
                  <a:pt x="95829" y="107088"/>
                  <a:pt x="95016" y="104699"/>
                </a:cubicBezTo>
                <a:cubicBezTo>
                  <a:pt x="94203" y="102310"/>
                  <a:pt x="93796" y="99895"/>
                  <a:pt x="93796" y="97455"/>
                </a:cubicBezTo>
                <a:cubicBezTo>
                  <a:pt x="93796" y="94100"/>
                  <a:pt x="94330" y="91203"/>
                  <a:pt x="95397" y="88763"/>
                </a:cubicBezTo>
                <a:cubicBezTo>
                  <a:pt x="96465" y="86322"/>
                  <a:pt x="97990" y="84238"/>
                  <a:pt x="99973" y="82510"/>
                </a:cubicBezTo>
                <a:cubicBezTo>
                  <a:pt x="101955" y="80781"/>
                  <a:pt x="104319" y="79332"/>
                  <a:pt x="107064" y="78162"/>
                </a:cubicBezTo>
                <a:cubicBezTo>
                  <a:pt x="109810" y="76993"/>
                  <a:pt x="112911" y="76001"/>
                  <a:pt x="116368" y="75188"/>
                </a:cubicBezTo>
                <a:cubicBezTo>
                  <a:pt x="120639" y="74172"/>
                  <a:pt x="124019" y="73283"/>
                  <a:pt x="126509" y="72521"/>
                </a:cubicBezTo>
                <a:cubicBezTo>
                  <a:pt x="129001" y="71758"/>
                  <a:pt x="130857" y="70996"/>
                  <a:pt x="132076" y="70234"/>
                </a:cubicBezTo>
                <a:cubicBezTo>
                  <a:pt x="133297" y="69471"/>
                  <a:pt x="134085" y="68631"/>
                  <a:pt x="134440" y="67716"/>
                </a:cubicBezTo>
                <a:cubicBezTo>
                  <a:pt x="134797" y="66800"/>
                  <a:pt x="134976" y="65682"/>
                  <a:pt x="134976" y="64360"/>
                </a:cubicBezTo>
                <a:cubicBezTo>
                  <a:pt x="134976" y="60700"/>
                  <a:pt x="133679" y="57574"/>
                  <a:pt x="131085" y="54982"/>
                </a:cubicBezTo>
                <a:cubicBezTo>
                  <a:pt x="128492" y="52388"/>
                  <a:pt x="124908" y="51091"/>
                  <a:pt x="120333" y="51091"/>
                </a:cubicBezTo>
                <a:cubicBezTo>
                  <a:pt x="118605" y="51091"/>
                  <a:pt x="116825" y="51319"/>
                  <a:pt x="114995" y="51777"/>
                </a:cubicBezTo>
                <a:cubicBezTo>
                  <a:pt x="113165" y="52235"/>
                  <a:pt x="111411" y="52871"/>
                  <a:pt x="109733" y="53685"/>
                </a:cubicBezTo>
                <a:cubicBezTo>
                  <a:pt x="108056" y="54498"/>
                  <a:pt x="106531" y="55388"/>
                  <a:pt x="105158" y="56355"/>
                </a:cubicBezTo>
                <a:cubicBezTo>
                  <a:pt x="103786" y="57320"/>
                  <a:pt x="102744" y="58361"/>
                  <a:pt x="102032" y="59480"/>
                </a:cubicBezTo>
                <a:lnTo>
                  <a:pt x="100964" y="59480"/>
                </a:lnTo>
                <a:lnTo>
                  <a:pt x="98981" y="50330"/>
                </a:lnTo>
                <a:close/>
                <a:moveTo>
                  <a:pt x="177374" y="52768"/>
                </a:moveTo>
                <a:cubicBezTo>
                  <a:pt x="177374" y="42805"/>
                  <a:pt x="177272" y="33655"/>
                  <a:pt x="177067" y="25317"/>
                </a:cubicBezTo>
                <a:cubicBezTo>
                  <a:pt x="176864" y="16980"/>
                  <a:pt x="176559" y="8541"/>
                  <a:pt x="176152" y="0"/>
                </a:cubicBezTo>
                <a:cubicBezTo>
                  <a:pt x="177474" y="203"/>
                  <a:pt x="179152" y="382"/>
                  <a:pt x="181186" y="535"/>
                </a:cubicBezTo>
                <a:cubicBezTo>
                  <a:pt x="183220" y="687"/>
                  <a:pt x="185355" y="763"/>
                  <a:pt x="187593" y="763"/>
                </a:cubicBezTo>
                <a:cubicBezTo>
                  <a:pt x="189828" y="763"/>
                  <a:pt x="191963" y="687"/>
                  <a:pt x="193997" y="535"/>
                </a:cubicBezTo>
                <a:cubicBezTo>
                  <a:pt x="196031" y="382"/>
                  <a:pt x="197709" y="203"/>
                  <a:pt x="199031" y="0"/>
                </a:cubicBezTo>
                <a:cubicBezTo>
                  <a:pt x="198624" y="8541"/>
                  <a:pt x="198319" y="16980"/>
                  <a:pt x="198114" y="25317"/>
                </a:cubicBezTo>
                <a:cubicBezTo>
                  <a:pt x="197911" y="33655"/>
                  <a:pt x="197809" y="42805"/>
                  <a:pt x="197809" y="52768"/>
                </a:cubicBezTo>
                <a:lnTo>
                  <a:pt x="197809" y="62682"/>
                </a:lnTo>
                <a:cubicBezTo>
                  <a:pt x="197809" y="72647"/>
                  <a:pt x="197911" y="81798"/>
                  <a:pt x="198114" y="90136"/>
                </a:cubicBezTo>
                <a:cubicBezTo>
                  <a:pt x="198319" y="98473"/>
                  <a:pt x="198624" y="106759"/>
                  <a:pt x="199031" y="114995"/>
                </a:cubicBezTo>
                <a:cubicBezTo>
                  <a:pt x="197709" y="114791"/>
                  <a:pt x="196031" y="114690"/>
                  <a:pt x="193997" y="114690"/>
                </a:cubicBezTo>
                <a:cubicBezTo>
                  <a:pt x="191963" y="114690"/>
                  <a:pt x="189828" y="114690"/>
                  <a:pt x="187593" y="114690"/>
                </a:cubicBezTo>
                <a:cubicBezTo>
                  <a:pt x="185355" y="114690"/>
                  <a:pt x="183220" y="114690"/>
                  <a:pt x="181186" y="114690"/>
                </a:cubicBezTo>
                <a:cubicBezTo>
                  <a:pt x="179152" y="114690"/>
                  <a:pt x="177474" y="114791"/>
                  <a:pt x="176152" y="114995"/>
                </a:cubicBezTo>
                <a:cubicBezTo>
                  <a:pt x="176559" y="106759"/>
                  <a:pt x="176864" y="98473"/>
                  <a:pt x="177067" y="90136"/>
                </a:cubicBezTo>
                <a:cubicBezTo>
                  <a:pt x="177272" y="81798"/>
                  <a:pt x="177374" y="72647"/>
                  <a:pt x="177374" y="62682"/>
                </a:cubicBezTo>
                <a:lnTo>
                  <a:pt x="177374" y="52768"/>
                </a:lnTo>
                <a:close/>
                <a:moveTo>
                  <a:pt x="263847" y="104013"/>
                </a:moveTo>
                <a:cubicBezTo>
                  <a:pt x="261000" y="108284"/>
                  <a:pt x="257670" y="111512"/>
                  <a:pt x="253856" y="113698"/>
                </a:cubicBezTo>
                <a:cubicBezTo>
                  <a:pt x="250044" y="115884"/>
                  <a:pt x="245699" y="116977"/>
                  <a:pt x="240819" y="116977"/>
                </a:cubicBezTo>
                <a:cubicBezTo>
                  <a:pt x="233192" y="116977"/>
                  <a:pt x="227320" y="114842"/>
                  <a:pt x="223203" y="110573"/>
                </a:cubicBezTo>
                <a:cubicBezTo>
                  <a:pt x="219085" y="106302"/>
                  <a:pt x="217026" y="99235"/>
                  <a:pt x="217026" y="89372"/>
                </a:cubicBezTo>
                <a:cubicBezTo>
                  <a:pt x="217026" y="84188"/>
                  <a:pt x="217128" y="79612"/>
                  <a:pt x="217331" y="75647"/>
                </a:cubicBezTo>
                <a:cubicBezTo>
                  <a:pt x="217535" y="71681"/>
                  <a:pt x="217636" y="67716"/>
                  <a:pt x="217636" y="63750"/>
                </a:cubicBezTo>
                <a:cubicBezTo>
                  <a:pt x="217636" y="60497"/>
                  <a:pt x="217559" y="56964"/>
                  <a:pt x="217406" y="53152"/>
                </a:cubicBezTo>
                <a:cubicBezTo>
                  <a:pt x="217254" y="49339"/>
                  <a:pt x="217076" y="45500"/>
                  <a:pt x="216873" y="41635"/>
                </a:cubicBezTo>
                <a:cubicBezTo>
                  <a:pt x="218195" y="41839"/>
                  <a:pt x="219873" y="42017"/>
                  <a:pt x="221907" y="42171"/>
                </a:cubicBezTo>
                <a:cubicBezTo>
                  <a:pt x="223940" y="42323"/>
                  <a:pt x="226076" y="42399"/>
                  <a:pt x="228313" y="42399"/>
                </a:cubicBezTo>
                <a:cubicBezTo>
                  <a:pt x="230549" y="42399"/>
                  <a:pt x="232684" y="42323"/>
                  <a:pt x="234718" y="42171"/>
                </a:cubicBezTo>
                <a:cubicBezTo>
                  <a:pt x="236751" y="42017"/>
                  <a:pt x="238429" y="41839"/>
                  <a:pt x="239751" y="41635"/>
                </a:cubicBezTo>
                <a:cubicBezTo>
                  <a:pt x="239039" y="47126"/>
                  <a:pt x="238581" y="53481"/>
                  <a:pt x="238378" y="60699"/>
                </a:cubicBezTo>
                <a:cubicBezTo>
                  <a:pt x="238175" y="67918"/>
                  <a:pt x="238073" y="76154"/>
                  <a:pt x="238073" y="85407"/>
                </a:cubicBezTo>
                <a:cubicBezTo>
                  <a:pt x="238073" y="91813"/>
                  <a:pt x="239166" y="96515"/>
                  <a:pt x="241352" y="99514"/>
                </a:cubicBezTo>
                <a:cubicBezTo>
                  <a:pt x="243538" y="102513"/>
                  <a:pt x="246614" y="104013"/>
                  <a:pt x="250580" y="104013"/>
                </a:cubicBezTo>
                <a:cubicBezTo>
                  <a:pt x="255155" y="104013"/>
                  <a:pt x="258510" y="102031"/>
                  <a:pt x="260644" y="98067"/>
                </a:cubicBezTo>
                <a:cubicBezTo>
                  <a:pt x="262779" y="94101"/>
                  <a:pt x="263847" y="88611"/>
                  <a:pt x="263847" y="81595"/>
                </a:cubicBezTo>
                <a:lnTo>
                  <a:pt x="263847" y="75493"/>
                </a:lnTo>
                <a:cubicBezTo>
                  <a:pt x="263847" y="69292"/>
                  <a:pt x="263771" y="63472"/>
                  <a:pt x="263619" y="58033"/>
                </a:cubicBezTo>
                <a:cubicBezTo>
                  <a:pt x="263467" y="52592"/>
                  <a:pt x="263136" y="47126"/>
                  <a:pt x="262627" y="41635"/>
                </a:cubicBezTo>
                <a:cubicBezTo>
                  <a:pt x="265474" y="42144"/>
                  <a:pt x="269287" y="42399"/>
                  <a:pt x="274065" y="42399"/>
                </a:cubicBezTo>
                <a:cubicBezTo>
                  <a:pt x="276405" y="42399"/>
                  <a:pt x="278540" y="42323"/>
                  <a:pt x="280472" y="42171"/>
                </a:cubicBezTo>
                <a:cubicBezTo>
                  <a:pt x="282403" y="42017"/>
                  <a:pt x="284081" y="41839"/>
                  <a:pt x="285506" y="41635"/>
                </a:cubicBezTo>
                <a:cubicBezTo>
                  <a:pt x="284997" y="47126"/>
                  <a:pt x="284665" y="52592"/>
                  <a:pt x="284512" y="58033"/>
                </a:cubicBezTo>
                <a:cubicBezTo>
                  <a:pt x="284360" y="63472"/>
                  <a:pt x="284284" y="69292"/>
                  <a:pt x="284284" y="75493"/>
                </a:cubicBezTo>
                <a:lnTo>
                  <a:pt x="284284" y="81595"/>
                </a:lnTo>
                <a:cubicBezTo>
                  <a:pt x="284284" y="87796"/>
                  <a:pt x="284360" y="93642"/>
                  <a:pt x="284512" y="99133"/>
                </a:cubicBezTo>
                <a:cubicBezTo>
                  <a:pt x="284665" y="104623"/>
                  <a:pt x="284997" y="109910"/>
                  <a:pt x="285506" y="114995"/>
                </a:cubicBezTo>
                <a:cubicBezTo>
                  <a:pt x="283675" y="114791"/>
                  <a:pt x="281870" y="114690"/>
                  <a:pt x="280090" y="114690"/>
                </a:cubicBezTo>
                <a:cubicBezTo>
                  <a:pt x="278311" y="114690"/>
                  <a:pt x="276506" y="114690"/>
                  <a:pt x="274677" y="114690"/>
                </a:cubicBezTo>
                <a:cubicBezTo>
                  <a:pt x="272847" y="114690"/>
                  <a:pt x="271041" y="114690"/>
                  <a:pt x="269262" y="114690"/>
                </a:cubicBezTo>
                <a:cubicBezTo>
                  <a:pt x="267482" y="114690"/>
                  <a:pt x="265576" y="114791"/>
                  <a:pt x="263542" y="114995"/>
                </a:cubicBezTo>
                <a:lnTo>
                  <a:pt x="264154" y="104013"/>
                </a:lnTo>
                <a:lnTo>
                  <a:pt x="263847" y="104013"/>
                </a:lnTo>
                <a:close/>
                <a:moveTo>
                  <a:pt x="321193" y="78544"/>
                </a:moveTo>
                <a:cubicBezTo>
                  <a:pt x="321193" y="82610"/>
                  <a:pt x="321600" y="86423"/>
                  <a:pt x="322413" y="89982"/>
                </a:cubicBezTo>
                <a:cubicBezTo>
                  <a:pt x="323227" y="93541"/>
                  <a:pt x="324473" y="96617"/>
                  <a:pt x="326150" y="99209"/>
                </a:cubicBezTo>
                <a:cubicBezTo>
                  <a:pt x="327827" y="101802"/>
                  <a:pt x="329962" y="103836"/>
                  <a:pt x="332555" y="105311"/>
                </a:cubicBezTo>
                <a:cubicBezTo>
                  <a:pt x="335149" y="106785"/>
                  <a:pt x="338174" y="107522"/>
                  <a:pt x="341631" y="107522"/>
                </a:cubicBezTo>
                <a:cubicBezTo>
                  <a:pt x="348646" y="107522"/>
                  <a:pt x="354899" y="105234"/>
                  <a:pt x="360390" y="100659"/>
                </a:cubicBezTo>
                <a:lnTo>
                  <a:pt x="362219" y="102032"/>
                </a:lnTo>
                <a:lnTo>
                  <a:pt x="358863" y="110573"/>
                </a:lnTo>
                <a:cubicBezTo>
                  <a:pt x="356322" y="112504"/>
                  <a:pt x="353272" y="114054"/>
                  <a:pt x="349713" y="115223"/>
                </a:cubicBezTo>
                <a:cubicBezTo>
                  <a:pt x="346154" y="116392"/>
                  <a:pt x="341477" y="116977"/>
                  <a:pt x="335682" y="116977"/>
                </a:cubicBezTo>
                <a:cubicBezTo>
                  <a:pt x="330701" y="116977"/>
                  <a:pt x="325973" y="116291"/>
                  <a:pt x="321498" y="114918"/>
                </a:cubicBezTo>
                <a:cubicBezTo>
                  <a:pt x="317026" y="113546"/>
                  <a:pt x="313086" y="111284"/>
                  <a:pt x="309679" y="108132"/>
                </a:cubicBezTo>
                <a:cubicBezTo>
                  <a:pt x="306273" y="104979"/>
                  <a:pt x="303579" y="100988"/>
                  <a:pt x="301596" y="96158"/>
                </a:cubicBezTo>
                <a:cubicBezTo>
                  <a:pt x="299614" y="91329"/>
                  <a:pt x="298622" y="85559"/>
                  <a:pt x="298622" y="78849"/>
                </a:cubicBezTo>
                <a:cubicBezTo>
                  <a:pt x="298622" y="72240"/>
                  <a:pt x="299511" y="66496"/>
                  <a:pt x="301289" y="61616"/>
                </a:cubicBezTo>
                <a:cubicBezTo>
                  <a:pt x="303069" y="56736"/>
                  <a:pt x="305535" y="52668"/>
                  <a:pt x="308687" y="49415"/>
                </a:cubicBezTo>
                <a:cubicBezTo>
                  <a:pt x="311840" y="46160"/>
                  <a:pt x="315576" y="43720"/>
                  <a:pt x="319897" y="42094"/>
                </a:cubicBezTo>
                <a:cubicBezTo>
                  <a:pt x="324218" y="40466"/>
                  <a:pt x="328920" y="39653"/>
                  <a:pt x="334005" y="39653"/>
                </a:cubicBezTo>
                <a:cubicBezTo>
                  <a:pt x="344070" y="39653"/>
                  <a:pt x="351772" y="42601"/>
                  <a:pt x="357109" y="48498"/>
                </a:cubicBezTo>
                <a:cubicBezTo>
                  <a:pt x="362447" y="54395"/>
                  <a:pt x="365116" y="62733"/>
                  <a:pt x="365116" y="73510"/>
                </a:cubicBezTo>
                <a:lnTo>
                  <a:pt x="365116" y="76715"/>
                </a:lnTo>
                <a:cubicBezTo>
                  <a:pt x="365116" y="77629"/>
                  <a:pt x="365066" y="78239"/>
                  <a:pt x="364965" y="78544"/>
                </a:cubicBezTo>
                <a:lnTo>
                  <a:pt x="321193" y="78544"/>
                </a:lnTo>
                <a:moveTo>
                  <a:pt x="344682" y="71681"/>
                </a:moveTo>
                <a:cubicBezTo>
                  <a:pt x="344477" y="64056"/>
                  <a:pt x="343536" y="57956"/>
                  <a:pt x="341859" y="53381"/>
                </a:cubicBezTo>
                <a:cubicBezTo>
                  <a:pt x="340182" y="48804"/>
                  <a:pt x="337360" y="46515"/>
                  <a:pt x="333395" y="46515"/>
                </a:cubicBezTo>
                <a:cubicBezTo>
                  <a:pt x="331158" y="46515"/>
                  <a:pt x="329276" y="47278"/>
                  <a:pt x="327751" y="48803"/>
                </a:cubicBezTo>
                <a:cubicBezTo>
                  <a:pt x="326226" y="50328"/>
                  <a:pt x="325006" y="52286"/>
                  <a:pt x="324091" y="54677"/>
                </a:cubicBezTo>
                <a:cubicBezTo>
                  <a:pt x="323175" y="57066"/>
                  <a:pt x="322489" y="59760"/>
                  <a:pt x="322031" y="62759"/>
                </a:cubicBezTo>
                <a:cubicBezTo>
                  <a:pt x="321575" y="65758"/>
                  <a:pt x="321296" y="68732"/>
                  <a:pt x="321193" y="71681"/>
                </a:cubicBezTo>
                <a:lnTo>
                  <a:pt x="344682" y="71681"/>
                </a:lnTo>
                <a:close/>
                <a:moveTo>
                  <a:pt x="414226" y="72901"/>
                </a:moveTo>
                <a:lnTo>
                  <a:pt x="414226" y="89677"/>
                </a:lnTo>
                <a:lnTo>
                  <a:pt x="376252" y="89677"/>
                </a:lnTo>
                <a:lnTo>
                  <a:pt x="376252" y="72901"/>
                </a:lnTo>
                <a:lnTo>
                  <a:pt x="414226" y="72901"/>
                </a:lnTo>
                <a:close/>
                <a:moveTo>
                  <a:pt x="466232" y="38892"/>
                </a:moveTo>
                <a:cubicBezTo>
                  <a:pt x="463589" y="44992"/>
                  <a:pt x="461098" y="51016"/>
                  <a:pt x="458760" y="56964"/>
                </a:cubicBezTo>
                <a:cubicBezTo>
                  <a:pt x="456422" y="62911"/>
                  <a:pt x="454134" y="68986"/>
                  <a:pt x="451897" y="75188"/>
                </a:cubicBezTo>
                <a:lnTo>
                  <a:pt x="479807" y="75188"/>
                </a:lnTo>
                <a:cubicBezTo>
                  <a:pt x="477569" y="68986"/>
                  <a:pt x="475358" y="62911"/>
                  <a:pt x="473172" y="56964"/>
                </a:cubicBezTo>
                <a:cubicBezTo>
                  <a:pt x="470986" y="51016"/>
                  <a:pt x="468673" y="44992"/>
                  <a:pt x="466232" y="38892"/>
                </a:cubicBezTo>
                <a:moveTo>
                  <a:pt x="520222" y="114995"/>
                </a:moveTo>
                <a:cubicBezTo>
                  <a:pt x="517782" y="114791"/>
                  <a:pt x="515469" y="114690"/>
                  <a:pt x="513283" y="114690"/>
                </a:cubicBezTo>
                <a:cubicBezTo>
                  <a:pt x="511097" y="114690"/>
                  <a:pt x="508936" y="114690"/>
                  <a:pt x="506802" y="114690"/>
                </a:cubicBezTo>
                <a:cubicBezTo>
                  <a:pt x="504667" y="114690"/>
                  <a:pt x="502506" y="114690"/>
                  <a:pt x="500320" y="114690"/>
                </a:cubicBezTo>
                <a:cubicBezTo>
                  <a:pt x="498135" y="114690"/>
                  <a:pt x="495973" y="114791"/>
                  <a:pt x="493837" y="114995"/>
                </a:cubicBezTo>
                <a:cubicBezTo>
                  <a:pt x="492211" y="110013"/>
                  <a:pt x="490533" y="104930"/>
                  <a:pt x="488803" y="99745"/>
                </a:cubicBezTo>
                <a:cubicBezTo>
                  <a:pt x="487075" y="94558"/>
                  <a:pt x="485245" y="89372"/>
                  <a:pt x="483314" y="84188"/>
                </a:cubicBezTo>
                <a:cubicBezTo>
                  <a:pt x="480060" y="84085"/>
                  <a:pt x="476807" y="84009"/>
                  <a:pt x="473553" y="83959"/>
                </a:cubicBezTo>
                <a:cubicBezTo>
                  <a:pt x="470300" y="83908"/>
                  <a:pt x="467047" y="83883"/>
                  <a:pt x="463793" y="83883"/>
                </a:cubicBezTo>
                <a:cubicBezTo>
                  <a:pt x="461150" y="83883"/>
                  <a:pt x="458506" y="83908"/>
                  <a:pt x="455862" y="83959"/>
                </a:cubicBezTo>
                <a:cubicBezTo>
                  <a:pt x="453219" y="84009"/>
                  <a:pt x="450575" y="84085"/>
                  <a:pt x="447931" y="84188"/>
                </a:cubicBezTo>
                <a:cubicBezTo>
                  <a:pt x="445897" y="89372"/>
                  <a:pt x="444016" y="94558"/>
                  <a:pt x="442288" y="99745"/>
                </a:cubicBezTo>
                <a:cubicBezTo>
                  <a:pt x="440560" y="104930"/>
                  <a:pt x="438983" y="110013"/>
                  <a:pt x="437559" y="114995"/>
                </a:cubicBezTo>
                <a:cubicBezTo>
                  <a:pt x="436340" y="114791"/>
                  <a:pt x="435145" y="114690"/>
                  <a:pt x="433975" y="114690"/>
                </a:cubicBezTo>
                <a:cubicBezTo>
                  <a:pt x="432807" y="114690"/>
                  <a:pt x="431612" y="114690"/>
                  <a:pt x="430391" y="114690"/>
                </a:cubicBezTo>
                <a:cubicBezTo>
                  <a:pt x="429172" y="114690"/>
                  <a:pt x="427952" y="114690"/>
                  <a:pt x="426731" y="114690"/>
                </a:cubicBezTo>
                <a:cubicBezTo>
                  <a:pt x="425511" y="114690"/>
                  <a:pt x="424190" y="114791"/>
                  <a:pt x="422768" y="114995"/>
                </a:cubicBezTo>
                <a:cubicBezTo>
                  <a:pt x="423987" y="112351"/>
                  <a:pt x="425613" y="108691"/>
                  <a:pt x="427645" y="104015"/>
                </a:cubicBezTo>
                <a:cubicBezTo>
                  <a:pt x="429679" y="99337"/>
                  <a:pt x="431917" y="94050"/>
                  <a:pt x="434357" y="88153"/>
                </a:cubicBezTo>
                <a:cubicBezTo>
                  <a:pt x="436797" y="82256"/>
                  <a:pt x="439415" y="75927"/>
                  <a:pt x="442211" y="69166"/>
                </a:cubicBezTo>
                <a:cubicBezTo>
                  <a:pt x="445008" y="62403"/>
                  <a:pt x="447805" y="55565"/>
                  <a:pt x="450601" y="48652"/>
                </a:cubicBezTo>
                <a:cubicBezTo>
                  <a:pt x="453396" y="41737"/>
                  <a:pt x="456141" y="34925"/>
                  <a:pt x="458834" y="28215"/>
                </a:cubicBezTo>
                <a:cubicBezTo>
                  <a:pt x="461529" y="21505"/>
                  <a:pt x="463995" y="15251"/>
                  <a:pt x="466232" y="9455"/>
                </a:cubicBezTo>
                <a:cubicBezTo>
                  <a:pt x="467250" y="9659"/>
                  <a:pt x="468216" y="9837"/>
                  <a:pt x="469129" y="9991"/>
                </a:cubicBezTo>
                <a:cubicBezTo>
                  <a:pt x="470045" y="10143"/>
                  <a:pt x="471011" y="10219"/>
                  <a:pt x="472029" y="10219"/>
                </a:cubicBezTo>
                <a:cubicBezTo>
                  <a:pt x="473045" y="10219"/>
                  <a:pt x="474011" y="10143"/>
                  <a:pt x="474926" y="9991"/>
                </a:cubicBezTo>
                <a:cubicBezTo>
                  <a:pt x="475842" y="9837"/>
                  <a:pt x="476808" y="9659"/>
                  <a:pt x="477824" y="9455"/>
                </a:cubicBezTo>
                <a:cubicBezTo>
                  <a:pt x="481077" y="18098"/>
                  <a:pt x="484559" y="27351"/>
                  <a:pt x="488270" y="37214"/>
                </a:cubicBezTo>
                <a:cubicBezTo>
                  <a:pt x="491981" y="47076"/>
                  <a:pt x="495718" y="56761"/>
                  <a:pt x="499480" y="66268"/>
                </a:cubicBezTo>
                <a:cubicBezTo>
                  <a:pt x="503243" y="75774"/>
                  <a:pt x="506902" y="84797"/>
                  <a:pt x="510460" y="93338"/>
                </a:cubicBezTo>
                <a:cubicBezTo>
                  <a:pt x="514019" y="101879"/>
                  <a:pt x="517273" y="109097"/>
                  <a:pt x="520222" y="114995"/>
                </a:cubicBezTo>
                <a:close/>
                <a:moveTo>
                  <a:pt x="585957" y="62682"/>
                </a:moveTo>
                <a:cubicBezTo>
                  <a:pt x="585142" y="58107"/>
                  <a:pt x="583541" y="54422"/>
                  <a:pt x="581151" y="51626"/>
                </a:cubicBezTo>
                <a:cubicBezTo>
                  <a:pt x="578762" y="48830"/>
                  <a:pt x="575229" y="47432"/>
                  <a:pt x="570551" y="47432"/>
                </a:cubicBezTo>
                <a:cubicBezTo>
                  <a:pt x="564451" y="47432"/>
                  <a:pt x="559876" y="50203"/>
                  <a:pt x="556825" y="55745"/>
                </a:cubicBezTo>
                <a:cubicBezTo>
                  <a:pt x="553775" y="61285"/>
                  <a:pt x="552250" y="68986"/>
                  <a:pt x="552250" y="78849"/>
                </a:cubicBezTo>
                <a:cubicBezTo>
                  <a:pt x="552250" y="88102"/>
                  <a:pt x="554182" y="95194"/>
                  <a:pt x="558045" y="100126"/>
                </a:cubicBezTo>
                <a:cubicBezTo>
                  <a:pt x="561910" y="105057"/>
                  <a:pt x="567553" y="107522"/>
                  <a:pt x="574975" y="107522"/>
                </a:cubicBezTo>
                <a:cubicBezTo>
                  <a:pt x="578128" y="107522"/>
                  <a:pt x="581178" y="106785"/>
                  <a:pt x="584125" y="105311"/>
                </a:cubicBezTo>
                <a:cubicBezTo>
                  <a:pt x="587075" y="103836"/>
                  <a:pt x="589261" y="102183"/>
                  <a:pt x="590683" y="100354"/>
                </a:cubicBezTo>
                <a:lnTo>
                  <a:pt x="592515" y="101879"/>
                </a:lnTo>
                <a:cubicBezTo>
                  <a:pt x="591803" y="103301"/>
                  <a:pt x="591192" y="104776"/>
                  <a:pt x="590683" y="106303"/>
                </a:cubicBezTo>
                <a:cubicBezTo>
                  <a:pt x="590174" y="107828"/>
                  <a:pt x="589666" y="109353"/>
                  <a:pt x="589159" y="110878"/>
                </a:cubicBezTo>
                <a:cubicBezTo>
                  <a:pt x="586922" y="112606"/>
                  <a:pt x="584100" y="114054"/>
                  <a:pt x="580693" y="115223"/>
                </a:cubicBezTo>
                <a:cubicBezTo>
                  <a:pt x="577287" y="116392"/>
                  <a:pt x="573246" y="116977"/>
                  <a:pt x="568568" y="116977"/>
                </a:cubicBezTo>
                <a:cubicBezTo>
                  <a:pt x="561146" y="116977"/>
                  <a:pt x="554893" y="115910"/>
                  <a:pt x="549809" y="113775"/>
                </a:cubicBezTo>
                <a:cubicBezTo>
                  <a:pt x="544727" y="111640"/>
                  <a:pt x="540635" y="108743"/>
                  <a:pt x="537533" y="105083"/>
                </a:cubicBezTo>
                <a:cubicBezTo>
                  <a:pt x="534432" y="101422"/>
                  <a:pt x="532220" y="97278"/>
                  <a:pt x="530898" y="92651"/>
                </a:cubicBezTo>
                <a:cubicBezTo>
                  <a:pt x="529577" y="88025"/>
                  <a:pt x="528916" y="83374"/>
                  <a:pt x="528916" y="78698"/>
                </a:cubicBezTo>
                <a:cubicBezTo>
                  <a:pt x="528916" y="73105"/>
                  <a:pt x="529856" y="67919"/>
                  <a:pt x="531736" y="63141"/>
                </a:cubicBezTo>
                <a:cubicBezTo>
                  <a:pt x="533618" y="58362"/>
                  <a:pt x="536313" y="54245"/>
                  <a:pt x="539821" y="50788"/>
                </a:cubicBezTo>
                <a:cubicBezTo>
                  <a:pt x="543329" y="47330"/>
                  <a:pt x="547573" y="44609"/>
                  <a:pt x="552555" y="42627"/>
                </a:cubicBezTo>
                <a:cubicBezTo>
                  <a:pt x="557537" y="40644"/>
                  <a:pt x="563079" y="39653"/>
                  <a:pt x="569180" y="39653"/>
                </a:cubicBezTo>
                <a:cubicBezTo>
                  <a:pt x="574975" y="39653"/>
                  <a:pt x="579880" y="40313"/>
                  <a:pt x="583895" y="41635"/>
                </a:cubicBezTo>
                <a:cubicBezTo>
                  <a:pt x="587912" y="42957"/>
                  <a:pt x="591751" y="44685"/>
                  <a:pt x="595412" y="46820"/>
                </a:cubicBezTo>
                <a:cubicBezTo>
                  <a:pt x="594191" y="48854"/>
                  <a:pt x="593047" y="51346"/>
                  <a:pt x="591980" y="54295"/>
                </a:cubicBezTo>
                <a:cubicBezTo>
                  <a:pt x="590912" y="57243"/>
                  <a:pt x="590124" y="60039"/>
                  <a:pt x="589615" y="62682"/>
                </a:cubicBezTo>
                <a:lnTo>
                  <a:pt x="585957" y="62682"/>
                </a:lnTo>
                <a:close/>
                <a:moveTo>
                  <a:pt x="646807" y="42399"/>
                </a:moveTo>
                <a:cubicBezTo>
                  <a:pt x="646503" y="43924"/>
                  <a:pt x="646351" y="45296"/>
                  <a:pt x="646351" y="46515"/>
                </a:cubicBezTo>
                <a:cubicBezTo>
                  <a:pt x="646351" y="47837"/>
                  <a:pt x="646503" y="49109"/>
                  <a:pt x="646807" y="50330"/>
                </a:cubicBezTo>
                <a:lnTo>
                  <a:pt x="633386" y="50025"/>
                </a:lnTo>
                <a:cubicBezTo>
                  <a:pt x="633183" y="52363"/>
                  <a:pt x="633005" y="55057"/>
                  <a:pt x="632853" y="58107"/>
                </a:cubicBezTo>
                <a:cubicBezTo>
                  <a:pt x="632701" y="61157"/>
                  <a:pt x="632600" y="64258"/>
                  <a:pt x="632548" y="67411"/>
                </a:cubicBezTo>
                <a:cubicBezTo>
                  <a:pt x="632497" y="70562"/>
                  <a:pt x="632446" y="73612"/>
                  <a:pt x="632395" y="76561"/>
                </a:cubicBezTo>
                <a:cubicBezTo>
                  <a:pt x="632344" y="79511"/>
                  <a:pt x="632318" y="82002"/>
                  <a:pt x="632318" y="84034"/>
                </a:cubicBezTo>
                <a:cubicBezTo>
                  <a:pt x="632318" y="89321"/>
                  <a:pt x="632445" y="93592"/>
                  <a:pt x="632700" y="96845"/>
                </a:cubicBezTo>
                <a:cubicBezTo>
                  <a:pt x="632954" y="100098"/>
                  <a:pt x="633386" y="102590"/>
                  <a:pt x="633996" y="104320"/>
                </a:cubicBezTo>
                <a:cubicBezTo>
                  <a:pt x="634607" y="106048"/>
                  <a:pt x="635471" y="107217"/>
                  <a:pt x="636588" y="107827"/>
                </a:cubicBezTo>
                <a:cubicBezTo>
                  <a:pt x="637707" y="108437"/>
                  <a:pt x="639130" y="108741"/>
                  <a:pt x="640859" y="108741"/>
                </a:cubicBezTo>
                <a:cubicBezTo>
                  <a:pt x="642792" y="108741"/>
                  <a:pt x="644215" y="108614"/>
                  <a:pt x="645129" y="108360"/>
                </a:cubicBezTo>
                <a:cubicBezTo>
                  <a:pt x="646044" y="108105"/>
                  <a:pt x="646960" y="107724"/>
                  <a:pt x="647875" y="107217"/>
                </a:cubicBezTo>
                <a:lnTo>
                  <a:pt x="647875" y="113470"/>
                </a:lnTo>
                <a:cubicBezTo>
                  <a:pt x="645841" y="114386"/>
                  <a:pt x="643299" y="115199"/>
                  <a:pt x="640249" y="115909"/>
                </a:cubicBezTo>
                <a:cubicBezTo>
                  <a:pt x="637199" y="116621"/>
                  <a:pt x="634200" y="116977"/>
                  <a:pt x="631252" y="116977"/>
                </a:cubicBezTo>
                <a:cubicBezTo>
                  <a:pt x="618339" y="116977"/>
                  <a:pt x="611883" y="109250"/>
                  <a:pt x="611883" y="93796"/>
                </a:cubicBezTo>
                <a:cubicBezTo>
                  <a:pt x="611883" y="90847"/>
                  <a:pt x="611934" y="87517"/>
                  <a:pt x="612034" y="83806"/>
                </a:cubicBezTo>
                <a:cubicBezTo>
                  <a:pt x="612137" y="80095"/>
                  <a:pt x="612264" y="76282"/>
                  <a:pt x="612416" y="72368"/>
                </a:cubicBezTo>
                <a:cubicBezTo>
                  <a:pt x="612568" y="68454"/>
                  <a:pt x="612695" y="64590"/>
                  <a:pt x="612795" y="60776"/>
                </a:cubicBezTo>
                <a:cubicBezTo>
                  <a:pt x="612898" y="56963"/>
                  <a:pt x="612949" y="53429"/>
                  <a:pt x="612949" y="50176"/>
                </a:cubicBezTo>
                <a:lnTo>
                  <a:pt x="602274" y="50330"/>
                </a:lnTo>
                <a:cubicBezTo>
                  <a:pt x="602578" y="49109"/>
                  <a:pt x="602730" y="47837"/>
                  <a:pt x="602730" y="46515"/>
                </a:cubicBezTo>
                <a:cubicBezTo>
                  <a:pt x="602730" y="45296"/>
                  <a:pt x="602578" y="43924"/>
                  <a:pt x="602274" y="42399"/>
                </a:cubicBezTo>
                <a:lnTo>
                  <a:pt x="612949" y="42857"/>
                </a:lnTo>
                <a:cubicBezTo>
                  <a:pt x="612949" y="39705"/>
                  <a:pt x="612898" y="36756"/>
                  <a:pt x="612795" y="34012"/>
                </a:cubicBezTo>
                <a:cubicBezTo>
                  <a:pt x="612695" y="31265"/>
                  <a:pt x="612542" y="27961"/>
                  <a:pt x="612339" y="24098"/>
                </a:cubicBezTo>
                <a:cubicBezTo>
                  <a:pt x="615898" y="22674"/>
                  <a:pt x="619406" y="21173"/>
                  <a:pt x="622863" y="19597"/>
                </a:cubicBezTo>
                <a:cubicBezTo>
                  <a:pt x="626319" y="18021"/>
                  <a:pt x="629777" y="16369"/>
                  <a:pt x="633235" y="14640"/>
                </a:cubicBezTo>
                <a:lnTo>
                  <a:pt x="634759" y="15708"/>
                </a:lnTo>
                <a:cubicBezTo>
                  <a:pt x="634556" y="17336"/>
                  <a:pt x="634377" y="19243"/>
                  <a:pt x="634224" y="21429"/>
                </a:cubicBezTo>
                <a:cubicBezTo>
                  <a:pt x="634072" y="23615"/>
                  <a:pt x="633920" y="25902"/>
                  <a:pt x="633768" y="28291"/>
                </a:cubicBezTo>
                <a:cubicBezTo>
                  <a:pt x="633616" y="30681"/>
                  <a:pt x="633514" y="33121"/>
                  <a:pt x="633463" y="35613"/>
                </a:cubicBezTo>
                <a:cubicBezTo>
                  <a:pt x="633412" y="38103"/>
                  <a:pt x="633386" y="40466"/>
                  <a:pt x="633386" y="42703"/>
                </a:cubicBezTo>
                <a:lnTo>
                  <a:pt x="646807" y="42399"/>
                </a:lnTo>
                <a:close/>
                <a:moveTo>
                  <a:pt x="658551" y="12811"/>
                </a:moveTo>
                <a:cubicBezTo>
                  <a:pt x="658551" y="9455"/>
                  <a:pt x="659720" y="6608"/>
                  <a:pt x="662058" y="4270"/>
                </a:cubicBezTo>
                <a:cubicBezTo>
                  <a:pt x="664398" y="1932"/>
                  <a:pt x="667246" y="763"/>
                  <a:pt x="670601" y="763"/>
                </a:cubicBezTo>
                <a:cubicBezTo>
                  <a:pt x="673956" y="763"/>
                  <a:pt x="676802" y="1932"/>
                  <a:pt x="679140" y="4270"/>
                </a:cubicBezTo>
                <a:cubicBezTo>
                  <a:pt x="681479" y="6608"/>
                  <a:pt x="682649" y="9455"/>
                  <a:pt x="682649" y="12811"/>
                </a:cubicBezTo>
                <a:cubicBezTo>
                  <a:pt x="682649" y="16167"/>
                  <a:pt x="681479" y="19014"/>
                  <a:pt x="679140" y="21352"/>
                </a:cubicBezTo>
                <a:cubicBezTo>
                  <a:pt x="676802" y="23690"/>
                  <a:pt x="673956" y="24859"/>
                  <a:pt x="670601" y="24859"/>
                </a:cubicBezTo>
                <a:cubicBezTo>
                  <a:pt x="667246" y="24859"/>
                  <a:pt x="664398" y="23690"/>
                  <a:pt x="662058" y="21352"/>
                </a:cubicBezTo>
                <a:cubicBezTo>
                  <a:pt x="659720" y="19014"/>
                  <a:pt x="658551" y="16167"/>
                  <a:pt x="658551" y="12811"/>
                </a:cubicBezTo>
                <a:moveTo>
                  <a:pt x="660383" y="75493"/>
                </a:moveTo>
                <a:cubicBezTo>
                  <a:pt x="660383" y="69292"/>
                  <a:pt x="660306" y="63472"/>
                  <a:pt x="660152" y="58033"/>
                </a:cubicBezTo>
                <a:cubicBezTo>
                  <a:pt x="660000" y="52592"/>
                  <a:pt x="659670" y="47126"/>
                  <a:pt x="659161" y="41635"/>
                </a:cubicBezTo>
                <a:cubicBezTo>
                  <a:pt x="660585" y="41839"/>
                  <a:pt x="662263" y="42017"/>
                  <a:pt x="664195" y="42171"/>
                </a:cubicBezTo>
                <a:cubicBezTo>
                  <a:pt x="666126" y="42323"/>
                  <a:pt x="668262" y="42399"/>
                  <a:pt x="670601" y="42399"/>
                </a:cubicBezTo>
                <a:cubicBezTo>
                  <a:pt x="675380" y="42399"/>
                  <a:pt x="679192" y="42144"/>
                  <a:pt x="682039" y="41635"/>
                </a:cubicBezTo>
                <a:cubicBezTo>
                  <a:pt x="681530" y="47126"/>
                  <a:pt x="681199" y="52592"/>
                  <a:pt x="681046" y="58033"/>
                </a:cubicBezTo>
                <a:cubicBezTo>
                  <a:pt x="680894" y="63472"/>
                  <a:pt x="680818" y="69292"/>
                  <a:pt x="680818" y="75493"/>
                </a:cubicBezTo>
                <a:lnTo>
                  <a:pt x="680818" y="81595"/>
                </a:lnTo>
                <a:cubicBezTo>
                  <a:pt x="680818" y="87796"/>
                  <a:pt x="680894" y="93642"/>
                  <a:pt x="681046" y="99133"/>
                </a:cubicBezTo>
                <a:cubicBezTo>
                  <a:pt x="681199" y="104623"/>
                  <a:pt x="681530" y="109910"/>
                  <a:pt x="682039" y="114995"/>
                </a:cubicBezTo>
                <a:cubicBezTo>
                  <a:pt x="680717" y="114791"/>
                  <a:pt x="679065" y="114690"/>
                  <a:pt x="677082" y="114690"/>
                </a:cubicBezTo>
                <a:cubicBezTo>
                  <a:pt x="675100" y="114690"/>
                  <a:pt x="672939" y="114690"/>
                  <a:pt x="670601" y="114690"/>
                </a:cubicBezTo>
                <a:cubicBezTo>
                  <a:pt x="668262" y="114690"/>
                  <a:pt x="666126" y="114690"/>
                  <a:pt x="664195" y="114690"/>
                </a:cubicBezTo>
                <a:cubicBezTo>
                  <a:pt x="662263" y="114690"/>
                  <a:pt x="660585" y="114791"/>
                  <a:pt x="659161" y="114995"/>
                </a:cubicBezTo>
                <a:cubicBezTo>
                  <a:pt x="659670" y="109910"/>
                  <a:pt x="660000" y="104623"/>
                  <a:pt x="660152" y="99133"/>
                </a:cubicBezTo>
                <a:cubicBezTo>
                  <a:pt x="660306" y="93642"/>
                  <a:pt x="660383" y="87796"/>
                  <a:pt x="660383" y="81595"/>
                </a:cubicBezTo>
                <a:lnTo>
                  <a:pt x="660383" y="75493"/>
                </a:lnTo>
                <a:close/>
                <a:moveTo>
                  <a:pt x="748992" y="74732"/>
                </a:moveTo>
                <a:cubicBezTo>
                  <a:pt x="748992" y="65784"/>
                  <a:pt x="747873" y="58844"/>
                  <a:pt x="745636" y="53913"/>
                </a:cubicBezTo>
                <a:cubicBezTo>
                  <a:pt x="743399" y="48981"/>
                  <a:pt x="739688" y="46515"/>
                  <a:pt x="734503" y="46515"/>
                </a:cubicBezTo>
                <a:cubicBezTo>
                  <a:pt x="729825" y="46515"/>
                  <a:pt x="726139" y="49261"/>
                  <a:pt x="723444" y="54751"/>
                </a:cubicBezTo>
                <a:cubicBezTo>
                  <a:pt x="720751" y="60242"/>
                  <a:pt x="719404" y="68834"/>
                  <a:pt x="719404" y="80527"/>
                </a:cubicBezTo>
                <a:cubicBezTo>
                  <a:pt x="719404" y="84796"/>
                  <a:pt x="719658" y="88762"/>
                  <a:pt x="720165" y="92423"/>
                </a:cubicBezTo>
                <a:cubicBezTo>
                  <a:pt x="720674" y="96083"/>
                  <a:pt x="721514" y="99261"/>
                  <a:pt x="722683" y="101955"/>
                </a:cubicBezTo>
                <a:cubicBezTo>
                  <a:pt x="723853" y="104649"/>
                  <a:pt x="725378" y="106759"/>
                  <a:pt x="727259" y="108285"/>
                </a:cubicBezTo>
                <a:cubicBezTo>
                  <a:pt x="729140" y="109810"/>
                  <a:pt x="731505" y="110573"/>
                  <a:pt x="734352" y="110573"/>
                </a:cubicBezTo>
                <a:cubicBezTo>
                  <a:pt x="744112" y="110573"/>
                  <a:pt x="748992" y="98626"/>
                  <a:pt x="748992" y="74732"/>
                </a:cubicBezTo>
                <a:moveTo>
                  <a:pt x="696833" y="80373"/>
                </a:moveTo>
                <a:cubicBezTo>
                  <a:pt x="696833" y="73561"/>
                  <a:pt x="697875" y="67613"/>
                  <a:pt x="699959" y="62531"/>
                </a:cubicBezTo>
                <a:cubicBezTo>
                  <a:pt x="702044" y="57447"/>
                  <a:pt x="704815" y="53202"/>
                  <a:pt x="708271" y="49797"/>
                </a:cubicBezTo>
                <a:cubicBezTo>
                  <a:pt x="711728" y="46390"/>
                  <a:pt x="715718" y="43848"/>
                  <a:pt x="720242" y="42171"/>
                </a:cubicBezTo>
                <a:cubicBezTo>
                  <a:pt x="724768" y="40492"/>
                  <a:pt x="729420" y="39653"/>
                  <a:pt x="734198" y="39653"/>
                </a:cubicBezTo>
                <a:cubicBezTo>
                  <a:pt x="746095" y="39653"/>
                  <a:pt x="755296" y="43008"/>
                  <a:pt x="761803" y="49720"/>
                </a:cubicBezTo>
                <a:cubicBezTo>
                  <a:pt x="768310" y="56430"/>
                  <a:pt x="771563" y="65530"/>
                  <a:pt x="771563" y="77020"/>
                </a:cubicBezTo>
                <a:cubicBezTo>
                  <a:pt x="771563" y="83221"/>
                  <a:pt x="770648" y="88813"/>
                  <a:pt x="768817" y="93796"/>
                </a:cubicBezTo>
                <a:cubicBezTo>
                  <a:pt x="766988" y="98778"/>
                  <a:pt x="764421" y="103023"/>
                  <a:pt x="761116" y="106531"/>
                </a:cubicBezTo>
                <a:cubicBezTo>
                  <a:pt x="757812" y="110038"/>
                  <a:pt x="753872" y="112657"/>
                  <a:pt x="749297" y="114385"/>
                </a:cubicBezTo>
                <a:cubicBezTo>
                  <a:pt x="744722" y="116113"/>
                  <a:pt x="739689" y="116977"/>
                  <a:pt x="734198" y="116977"/>
                </a:cubicBezTo>
                <a:cubicBezTo>
                  <a:pt x="729623" y="116977"/>
                  <a:pt x="725124" y="116367"/>
                  <a:pt x="720701" y="115146"/>
                </a:cubicBezTo>
                <a:cubicBezTo>
                  <a:pt x="716277" y="113926"/>
                  <a:pt x="712286" y="111868"/>
                  <a:pt x="708727" y="108972"/>
                </a:cubicBezTo>
                <a:cubicBezTo>
                  <a:pt x="705170" y="106074"/>
                  <a:pt x="702298" y="102286"/>
                  <a:pt x="700112" y="97608"/>
                </a:cubicBezTo>
                <a:cubicBezTo>
                  <a:pt x="697926" y="92931"/>
                  <a:pt x="696833" y="87186"/>
                  <a:pt x="696833" y="80373"/>
                </a:cubicBezTo>
                <a:close/>
                <a:moveTo>
                  <a:pt x="806339" y="53073"/>
                </a:moveTo>
                <a:cubicBezTo>
                  <a:pt x="809186" y="48804"/>
                  <a:pt x="812515" y="45500"/>
                  <a:pt x="816327" y="43162"/>
                </a:cubicBezTo>
                <a:cubicBezTo>
                  <a:pt x="820140" y="40822"/>
                  <a:pt x="824487" y="39653"/>
                  <a:pt x="829366" y="39653"/>
                </a:cubicBezTo>
                <a:cubicBezTo>
                  <a:pt x="836993" y="39653"/>
                  <a:pt x="842865" y="41864"/>
                  <a:pt x="846983" y="46287"/>
                </a:cubicBezTo>
                <a:cubicBezTo>
                  <a:pt x="851100" y="50710"/>
                  <a:pt x="853159" y="57853"/>
                  <a:pt x="853159" y="67716"/>
                </a:cubicBezTo>
                <a:cubicBezTo>
                  <a:pt x="853159" y="72901"/>
                  <a:pt x="853057" y="77476"/>
                  <a:pt x="852854" y="81441"/>
                </a:cubicBezTo>
                <a:cubicBezTo>
                  <a:pt x="852651" y="85407"/>
                  <a:pt x="852549" y="89372"/>
                  <a:pt x="852549" y="93338"/>
                </a:cubicBezTo>
                <a:cubicBezTo>
                  <a:pt x="852549" y="96591"/>
                  <a:pt x="852625" y="100125"/>
                  <a:pt x="852777" y="103938"/>
                </a:cubicBezTo>
                <a:cubicBezTo>
                  <a:pt x="852931" y="107750"/>
                  <a:pt x="853109" y="111436"/>
                  <a:pt x="853313" y="114995"/>
                </a:cubicBezTo>
                <a:cubicBezTo>
                  <a:pt x="851991" y="114791"/>
                  <a:pt x="850313" y="114690"/>
                  <a:pt x="848279" y="114690"/>
                </a:cubicBezTo>
                <a:cubicBezTo>
                  <a:pt x="846245" y="114690"/>
                  <a:pt x="844109" y="114690"/>
                  <a:pt x="841872" y="114690"/>
                </a:cubicBezTo>
                <a:cubicBezTo>
                  <a:pt x="839637" y="114690"/>
                  <a:pt x="837502" y="114690"/>
                  <a:pt x="835468" y="114690"/>
                </a:cubicBezTo>
                <a:cubicBezTo>
                  <a:pt x="833434" y="114690"/>
                  <a:pt x="831756" y="114791"/>
                  <a:pt x="830434" y="114995"/>
                </a:cubicBezTo>
                <a:cubicBezTo>
                  <a:pt x="831146" y="109707"/>
                  <a:pt x="831604" y="103480"/>
                  <a:pt x="831807" y="96312"/>
                </a:cubicBezTo>
                <a:cubicBezTo>
                  <a:pt x="832010" y="89144"/>
                  <a:pt x="832112" y="80934"/>
                  <a:pt x="832112" y="71681"/>
                </a:cubicBezTo>
                <a:cubicBezTo>
                  <a:pt x="832112" y="65275"/>
                  <a:pt x="831019" y="60573"/>
                  <a:pt x="828833" y="57574"/>
                </a:cubicBezTo>
                <a:cubicBezTo>
                  <a:pt x="826647" y="54574"/>
                  <a:pt x="823571" y="53073"/>
                  <a:pt x="819606" y="53073"/>
                </a:cubicBezTo>
                <a:cubicBezTo>
                  <a:pt x="815031" y="53073"/>
                  <a:pt x="811676" y="55056"/>
                  <a:pt x="809541" y="59022"/>
                </a:cubicBezTo>
                <a:cubicBezTo>
                  <a:pt x="807406" y="62987"/>
                  <a:pt x="806339" y="68478"/>
                  <a:pt x="806339" y="75493"/>
                </a:cubicBezTo>
                <a:lnTo>
                  <a:pt x="806339" y="81595"/>
                </a:lnTo>
                <a:cubicBezTo>
                  <a:pt x="806339" y="87796"/>
                  <a:pt x="806415" y="93642"/>
                  <a:pt x="806567" y="99133"/>
                </a:cubicBezTo>
                <a:cubicBezTo>
                  <a:pt x="806719" y="104623"/>
                  <a:pt x="807049" y="109910"/>
                  <a:pt x="807558" y="114995"/>
                </a:cubicBezTo>
                <a:cubicBezTo>
                  <a:pt x="806236" y="114791"/>
                  <a:pt x="804584" y="114690"/>
                  <a:pt x="802601" y="114690"/>
                </a:cubicBezTo>
                <a:cubicBezTo>
                  <a:pt x="800619" y="114690"/>
                  <a:pt x="798458" y="114690"/>
                  <a:pt x="796120" y="114690"/>
                </a:cubicBezTo>
                <a:cubicBezTo>
                  <a:pt x="793781" y="114690"/>
                  <a:pt x="791645" y="114690"/>
                  <a:pt x="789713" y="114690"/>
                </a:cubicBezTo>
                <a:cubicBezTo>
                  <a:pt x="787782" y="114690"/>
                  <a:pt x="786104" y="114791"/>
                  <a:pt x="784680" y="114995"/>
                </a:cubicBezTo>
                <a:cubicBezTo>
                  <a:pt x="785189" y="109910"/>
                  <a:pt x="785519" y="104623"/>
                  <a:pt x="785671" y="99133"/>
                </a:cubicBezTo>
                <a:cubicBezTo>
                  <a:pt x="785825" y="93642"/>
                  <a:pt x="785902" y="87796"/>
                  <a:pt x="785902" y="81595"/>
                </a:cubicBezTo>
                <a:lnTo>
                  <a:pt x="785902" y="75493"/>
                </a:lnTo>
                <a:cubicBezTo>
                  <a:pt x="785902" y="69292"/>
                  <a:pt x="785825" y="63472"/>
                  <a:pt x="785671" y="58033"/>
                </a:cubicBezTo>
                <a:cubicBezTo>
                  <a:pt x="785519" y="52592"/>
                  <a:pt x="785189" y="47126"/>
                  <a:pt x="784680" y="41635"/>
                </a:cubicBezTo>
                <a:cubicBezTo>
                  <a:pt x="786511" y="41839"/>
                  <a:pt x="788316" y="42017"/>
                  <a:pt x="790095" y="42171"/>
                </a:cubicBezTo>
                <a:cubicBezTo>
                  <a:pt x="791875" y="42323"/>
                  <a:pt x="793679" y="42399"/>
                  <a:pt x="795508" y="42399"/>
                </a:cubicBezTo>
                <a:cubicBezTo>
                  <a:pt x="797339" y="42399"/>
                  <a:pt x="799144" y="42323"/>
                  <a:pt x="800923" y="42171"/>
                </a:cubicBezTo>
                <a:cubicBezTo>
                  <a:pt x="802703" y="42017"/>
                  <a:pt x="804610" y="41839"/>
                  <a:pt x="806644" y="41635"/>
                </a:cubicBezTo>
                <a:lnTo>
                  <a:pt x="806032" y="53073"/>
                </a:lnTo>
                <a:lnTo>
                  <a:pt x="806339" y="53073"/>
                </a:lnTo>
                <a:close/>
                <a:moveTo>
                  <a:pt x="943751" y="38892"/>
                </a:moveTo>
                <a:cubicBezTo>
                  <a:pt x="941107" y="44992"/>
                  <a:pt x="938616" y="51016"/>
                  <a:pt x="936278" y="56964"/>
                </a:cubicBezTo>
                <a:cubicBezTo>
                  <a:pt x="933940" y="62911"/>
                  <a:pt x="931653" y="68986"/>
                  <a:pt x="929416" y="75188"/>
                </a:cubicBezTo>
                <a:lnTo>
                  <a:pt x="957325" y="75188"/>
                </a:lnTo>
                <a:cubicBezTo>
                  <a:pt x="955088" y="68986"/>
                  <a:pt x="952877" y="62911"/>
                  <a:pt x="950691" y="56964"/>
                </a:cubicBezTo>
                <a:cubicBezTo>
                  <a:pt x="948505" y="51016"/>
                  <a:pt x="946191" y="44992"/>
                  <a:pt x="943751" y="38892"/>
                </a:cubicBezTo>
                <a:moveTo>
                  <a:pt x="997741" y="114995"/>
                </a:moveTo>
                <a:cubicBezTo>
                  <a:pt x="995301" y="114791"/>
                  <a:pt x="992988" y="114690"/>
                  <a:pt x="990802" y="114690"/>
                </a:cubicBezTo>
                <a:cubicBezTo>
                  <a:pt x="988616" y="114690"/>
                  <a:pt x="986455" y="114690"/>
                  <a:pt x="984320" y="114690"/>
                </a:cubicBezTo>
                <a:cubicBezTo>
                  <a:pt x="982186" y="114690"/>
                  <a:pt x="980025" y="114690"/>
                  <a:pt x="977839" y="114690"/>
                </a:cubicBezTo>
                <a:cubicBezTo>
                  <a:pt x="975653" y="114690"/>
                  <a:pt x="973492" y="114791"/>
                  <a:pt x="971356" y="114995"/>
                </a:cubicBezTo>
                <a:cubicBezTo>
                  <a:pt x="969730" y="110013"/>
                  <a:pt x="968052" y="104930"/>
                  <a:pt x="966322" y="99745"/>
                </a:cubicBezTo>
                <a:cubicBezTo>
                  <a:pt x="964594" y="94558"/>
                  <a:pt x="962764" y="89372"/>
                  <a:pt x="960832" y="84188"/>
                </a:cubicBezTo>
                <a:cubicBezTo>
                  <a:pt x="957579" y="84085"/>
                  <a:pt x="954326" y="84009"/>
                  <a:pt x="951072" y="83959"/>
                </a:cubicBezTo>
                <a:cubicBezTo>
                  <a:pt x="947819" y="83908"/>
                  <a:pt x="944565" y="83883"/>
                  <a:pt x="941312" y="83883"/>
                </a:cubicBezTo>
                <a:cubicBezTo>
                  <a:pt x="938668" y="83883"/>
                  <a:pt x="936025" y="83908"/>
                  <a:pt x="933381" y="83959"/>
                </a:cubicBezTo>
                <a:cubicBezTo>
                  <a:pt x="930737" y="84009"/>
                  <a:pt x="928094" y="84085"/>
                  <a:pt x="925450" y="84188"/>
                </a:cubicBezTo>
                <a:cubicBezTo>
                  <a:pt x="923416" y="89372"/>
                  <a:pt x="921535" y="94558"/>
                  <a:pt x="919807" y="99745"/>
                </a:cubicBezTo>
                <a:cubicBezTo>
                  <a:pt x="918078" y="104930"/>
                  <a:pt x="916502" y="110013"/>
                  <a:pt x="915078" y="114995"/>
                </a:cubicBezTo>
                <a:cubicBezTo>
                  <a:pt x="913859" y="114791"/>
                  <a:pt x="912664" y="114690"/>
                  <a:pt x="911494" y="114690"/>
                </a:cubicBezTo>
                <a:cubicBezTo>
                  <a:pt x="910326" y="114690"/>
                  <a:pt x="909131" y="114690"/>
                  <a:pt x="907910" y="114690"/>
                </a:cubicBezTo>
                <a:cubicBezTo>
                  <a:pt x="906691" y="114690"/>
                  <a:pt x="905471" y="114690"/>
                  <a:pt x="904250" y="114690"/>
                </a:cubicBezTo>
                <a:cubicBezTo>
                  <a:pt x="903030" y="114690"/>
                  <a:pt x="901709" y="114791"/>
                  <a:pt x="900287" y="114995"/>
                </a:cubicBezTo>
                <a:cubicBezTo>
                  <a:pt x="901506" y="112351"/>
                  <a:pt x="903132" y="108691"/>
                  <a:pt x="905164" y="104015"/>
                </a:cubicBezTo>
                <a:cubicBezTo>
                  <a:pt x="907198" y="99337"/>
                  <a:pt x="909435" y="94050"/>
                  <a:pt x="911876" y="88153"/>
                </a:cubicBezTo>
                <a:cubicBezTo>
                  <a:pt x="914316" y="82256"/>
                  <a:pt x="916934" y="75927"/>
                  <a:pt x="919730" y="69166"/>
                </a:cubicBezTo>
                <a:cubicBezTo>
                  <a:pt x="922527" y="62403"/>
                  <a:pt x="925324" y="55565"/>
                  <a:pt x="928119" y="48652"/>
                </a:cubicBezTo>
                <a:cubicBezTo>
                  <a:pt x="930915" y="41737"/>
                  <a:pt x="933660" y="34925"/>
                  <a:pt x="936353" y="28215"/>
                </a:cubicBezTo>
                <a:cubicBezTo>
                  <a:pt x="939048" y="21505"/>
                  <a:pt x="941514" y="15251"/>
                  <a:pt x="943751" y="9455"/>
                </a:cubicBezTo>
                <a:cubicBezTo>
                  <a:pt x="944769" y="9659"/>
                  <a:pt x="945735" y="9837"/>
                  <a:pt x="946648" y="9991"/>
                </a:cubicBezTo>
                <a:cubicBezTo>
                  <a:pt x="947564" y="10143"/>
                  <a:pt x="948530" y="10219"/>
                  <a:pt x="949548" y="10219"/>
                </a:cubicBezTo>
                <a:cubicBezTo>
                  <a:pt x="950564" y="10219"/>
                  <a:pt x="951530" y="10143"/>
                  <a:pt x="952445" y="9991"/>
                </a:cubicBezTo>
                <a:cubicBezTo>
                  <a:pt x="953361" y="9837"/>
                  <a:pt x="954326" y="9659"/>
                  <a:pt x="955343" y="9455"/>
                </a:cubicBezTo>
                <a:cubicBezTo>
                  <a:pt x="958596" y="18098"/>
                  <a:pt x="962078" y="27351"/>
                  <a:pt x="965789" y="37214"/>
                </a:cubicBezTo>
                <a:cubicBezTo>
                  <a:pt x="969500" y="47076"/>
                  <a:pt x="973237" y="56761"/>
                  <a:pt x="976999" y="66268"/>
                </a:cubicBezTo>
                <a:cubicBezTo>
                  <a:pt x="980761" y="75774"/>
                  <a:pt x="984421" y="84797"/>
                  <a:pt x="987979" y="93338"/>
                </a:cubicBezTo>
                <a:cubicBezTo>
                  <a:pt x="991538" y="101879"/>
                  <a:pt x="994792" y="109097"/>
                  <a:pt x="997741" y="114995"/>
                </a:cubicBezTo>
                <a:close/>
                <a:moveTo>
                  <a:pt x="1010858" y="52768"/>
                </a:moveTo>
                <a:cubicBezTo>
                  <a:pt x="1010858" y="42805"/>
                  <a:pt x="1010756" y="33655"/>
                  <a:pt x="1010551" y="25317"/>
                </a:cubicBezTo>
                <a:cubicBezTo>
                  <a:pt x="1010348" y="16980"/>
                  <a:pt x="1010043" y="8541"/>
                  <a:pt x="1009636" y="0"/>
                </a:cubicBezTo>
                <a:cubicBezTo>
                  <a:pt x="1010958" y="203"/>
                  <a:pt x="1012636" y="382"/>
                  <a:pt x="1014670" y="535"/>
                </a:cubicBezTo>
                <a:cubicBezTo>
                  <a:pt x="1016704" y="687"/>
                  <a:pt x="1018840" y="763"/>
                  <a:pt x="1021077" y="763"/>
                </a:cubicBezTo>
                <a:cubicBezTo>
                  <a:pt x="1023312" y="763"/>
                  <a:pt x="1025447" y="687"/>
                  <a:pt x="1027481" y="535"/>
                </a:cubicBezTo>
                <a:cubicBezTo>
                  <a:pt x="1029515" y="382"/>
                  <a:pt x="1031193" y="203"/>
                  <a:pt x="1032515" y="0"/>
                </a:cubicBezTo>
                <a:cubicBezTo>
                  <a:pt x="1032108" y="8541"/>
                  <a:pt x="1031803" y="16980"/>
                  <a:pt x="1031598" y="25317"/>
                </a:cubicBezTo>
                <a:cubicBezTo>
                  <a:pt x="1031395" y="33655"/>
                  <a:pt x="1031293" y="42805"/>
                  <a:pt x="1031293" y="52768"/>
                </a:cubicBezTo>
                <a:lnTo>
                  <a:pt x="1031293" y="62682"/>
                </a:lnTo>
                <a:cubicBezTo>
                  <a:pt x="1031293" y="72647"/>
                  <a:pt x="1031395" y="81798"/>
                  <a:pt x="1031598" y="90136"/>
                </a:cubicBezTo>
                <a:cubicBezTo>
                  <a:pt x="1031803" y="98473"/>
                  <a:pt x="1032108" y="106759"/>
                  <a:pt x="1032515" y="114995"/>
                </a:cubicBezTo>
                <a:cubicBezTo>
                  <a:pt x="1031193" y="114791"/>
                  <a:pt x="1029515" y="114690"/>
                  <a:pt x="1027481" y="114690"/>
                </a:cubicBezTo>
                <a:cubicBezTo>
                  <a:pt x="1025447" y="114690"/>
                  <a:pt x="1023312" y="114690"/>
                  <a:pt x="1021077" y="114690"/>
                </a:cubicBezTo>
                <a:cubicBezTo>
                  <a:pt x="1018840" y="114690"/>
                  <a:pt x="1016704" y="114690"/>
                  <a:pt x="1014670" y="114690"/>
                </a:cubicBezTo>
                <a:cubicBezTo>
                  <a:pt x="1012636" y="114690"/>
                  <a:pt x="1010958" y="114791"/>
                  <a:pt x="1009636" y="114995"/>
                </a:cubicBezTo>
                <a:cubicBezTo>
                  <a:pt x="1010043" y="106759"/>
                  <a:pt x="1010348" y="98473"/>
                  <a:pt x="1010551" y="90136"/>
                </a:cubicBezTo>
                <a:cubicBezTo>
                  <a:pt x="1010756" y="81798"/>
                  <a:pt x="1010858" y="72647"/>
                  <a:pt x="1010858" y="62682"/>
                </a:cubicBezTo>
                <a:lnTo>
                  <a:pt x="1010858" y="52768"/>
                </a:lnTo>
                <a:close/>
                <a:moveTo>
                  <a:pt x="1051425" y="12811"/>
                </a:moveTo>
                <a:cubicBezTo>
                  <a:pt x="1051425" y="9455"/>
                  <a:pt x="1052594" y="6608"/>
                  <a:pt x="1054932" y="4270"/>
                </a:cubicBezTo>
                <a:cubicBezTo>
                  <a:pt x="1057272" y="1932"/>
                  <a:pt x="1060119" y="763"/>
                  <a:pt x="1063475" y="763"/>
                </a:cubicBezTo>
                <a:cubicBezTo>
                  <a:pt x="1066829" y="763"/>
                  <a:pt x="1069676" y="1932"/>
                  <a:pt x="1072014" y="4270"/>
                </a:cubicBezTo>
                <a:cubicBezTo>
                  <a:pt x="1074353" y="6608"/>
                  <a:pt x="1075523" y="9455"/>
                  <a:pt x="1075523" y="12811"/>
                </a:cubicBezTo>
                <a:cubicBezTo>
                  <a:pt x="1075523" y="16167"/>
                  <a:pt x="1074353" y="19014"/>
                  <a:pt x="1072014" y="21352"/>
                </a:cubicBezTo>
                <a:cubicBezTo>
                  <a:pt x="1069676" y="23690"/>
                  <a:pt x="1066829" y="24859"/>
                  <a:pt x="1063475" y="24859"/>
                </a:cubicBezTo>
                <a:cubicBezTo>
                  <a:pt x="1060119" y="24859"/>
                  <a:pt x="1057272" y="23690"/>
                  <a:pt x="1054932" y="21352"/>
                </a:cubicBezTo>
                <a:cubicBezTo>
                  <a:pt x="1052594" y="19014"/>
                  <a:pt x="1051425" y="16167"/>
                  <a:pt x="1051425" y="12811"/>
                </a:cubicBezTo>
                <a:moveTo>
                  <a:pt x="1053257" y="75493"/>
                </a:moveTo>
                <a:cubicBezTo>
                  <a:pt x="1053257" y="69292"/>
                  <a:pt x="1053180" y="63472"/>
                  <a:pt x="1053026" y="58033"/>
                </a:cubicBezTo>
                <a:cubicBezTo>
                  <a:pt x="1052874" y="52592"/>
                  <a:pt x="1052544" y="47126"/>
                  <a:pt x="1052035" y="41635"/>
                </a:cubicBezTo>
                <a:cubicBezTo>
                  <a:pt x="1053459" y="41839"/>
                  <a:pt x="1055137" y="42017"/>
                  <a:pt x="1057069" y="42171"/>
                </a:cubicBezTo>
                <a:cubicBezTo>
                  <a:pt x="1059000" y="42323"/>
                  <a:pt x="1061136" y="42399"/>
                  <a:pt x="1063475" y="42399"/>
                </a:cubicBezTo>
                <a:cubicBezTo>
                  <a:pt x="1068254" y="42399"/>
                  <a:pt x="1072066" y="42144"/>
                  <a:pt x="1074913" y="41635"/>
                </a:cubicBezTo>
                <a:cubicBezTo>
                  <a:pt x="1074404" y="47126"/>
                  <a:pt x="1074073" y="52592"/>
                  <a:pt x="1073920" y="58033"/>
                </a:cubicBezTo>
                <a:cubicBezTo>
                  <a:pt x="1073768" y="63472"/>
                  <a:pt x="1073692" y="69292"/>
                  <a:pt x="1073692" y="75493"/>
                </a:cubicBezTo>
                <a:lnTo>
                  <a:pt x="1073692" y="81595"/>
                </a:lnTo>
                <a:cubicBezTo>
                  <a:pt x="1073692" y="87796"/>
                  <a:pt x="1073768" y="93642"/>
                  <a:pt x="1073920" y="99133"/>
                </a:cubicBezTo>
                <a:cubicBezTo>
                  <a:pt x="1074073" y="104623"/>
                  <a:pt x="1074404" y="109910"/>
                  <a:pt x="1074913" y="114995"/>
                </a:cubicBezTo>
                <a:cubicBezTo>
                  <a:pt x="1073591" y="114791"/>
                  <a:pt x="1071939" y="114690"/>
                  <a:pt x="1069956" y="114690"/>
                </a:cubicBezTo>
                <a:cubicBezTo>
                  <a:pt x="1067974" y="114690"/>
                  <a:pt x="1065813" y="114690"/>
                  <a:pt x="1063475" y="114690"/>
                </a:cubicBezTo>
                <a:cubicBezTo>
                  <a:pt x="1061136" y="114690"/>
                  <a:pt x="1059000" y="114690"/>
                  <a:pt x="1057069" y="114690"/>
                </a:cubicBezTo>
                <a:cubicBezTo>
                  <a:pt x="1055137" y="114690"/>
                  <a:pt x="1053459" y="114791"/>
                  <a:pt x="1052035" y="114995"/>
                </a:cubicBezTo>
                <a:cubicBezTo>
                  <a:pt x="1052544" y="109910"/>
                  <a:pt x="1052874" y="104623"/>
                  <a:pt x="1053026" y="99133"/>
                </a:cubicBezTo>
                <a:cubicBezTo>
                  <a:pt x="1053180" y="93642"/>
                  <a:pt x="1053257" y="87796"/>
                  <a:pt x="1053257" y="81595"/>
                </a:cubicBezTo>
                <a:lnTo>
                  <a:pt x="1053257" y="75493"/>
                </a:lnTo>
                <a:close/>
                <a:moveTo>
                  <a:pt x="1121887" y="45906"/>
                </a:moveTo>
                <a:cubicBezTo>
                  <a:pt x="1114972" y="45906"/>
                  <a:pt x="1111515" y="52616"/>
                  <a:pt x="1111515" y="66038"/>
                </a:cubicBezTo>
                <a:cubicBezTo>
                  <a:pt x="1111515" y="69394"/>
                  <a:pt x="1111820" y="72216"/>
                  <a:pt x="1112430" y="74504"/>
                </a:cubicBezTo>
                <a:cubicBezTo>
                  <a:pt x="1113041" y="76791"/>
                  <a:pt x="1113829" y="78647"/>
                  <a:pt x="1114794" y="80071"/>
                </a:cubicBezTo>
                <a:cubicBezTo>
                  <a:pt x="1115761" y="81493"/>
                  <a:pt x="1116828" y="82510"/>
                  <a:pt x="1117996" y="83119"/>
                </a:cubicBezTo>
                <a:cubicBezTo>
                  <a:pt x="1119166" y="83729"/>
                  <a:pt x="1120361" y="84034"/>
                  <a:pt x="1121582" y="84034"/>
                </a:cubicBezTo>
                <a:cubicBezTo>
                  <a:pt x="1124937" y="84034"/>
                  <a:pt x="1127427" y="82560"/>
                  <a:pt x="1129055" y="79612"/>
                </a:cubicBezTo>
                <a:cubicBezTo>
                  <a:pt x="1130682" y="76663"/>
                  <a:pt x="1131496" y="71681"/>
                  <a:pt x="1131496" y="64665"/>
                </a:cubicBezTo>
                <a:cubicBezTo>
                  <a:pt x="1131496" y="57752"/>
                  <a:pt x="1130581" y="52897"/>
                  <a:pt x="1128750" y="50102"/>
                </a:cubicBezTo>
                <a:cubicBezTo>
                  <a:pt x="1126919" y="47304"/>
                  <a:pt x="1124632" y="45906"/>
                  <a:pt x="1121887" y="45906"/>
                </a:cubicBezTo>
                <a:moveTo>
                  <a:pt x="1144612" y="47432"/>
                </a:moveTo>
                <a:cubicBezTo>
                  <a:pt x="1147153" y="49261"/>
                  <a:pt x="1149161" y="51575"/>
                  <a:pt x="1150635" y="54372"/>
                </a:cubicBezTo>
                <a:cubicBezTo>
                  <a:pt x="1152110" y="57168"/>
                  <a:pt x="1152848" y="60497"/>
                  <a:pt x="1152848" y="64360"/>
                </a:cubicBezTo>
                <a:cubicBezTo>
                  <a:pt x="1152848" y="68122"/>
                  <a:pt x="1152136" y="71554"/>
                  <a:pt x="1150711" y="74655"/>
                </a:cubicBezTo>
                <a:cubicBezTo>
                  <a:pt x="1149289" y="77757"/>
                  <a:pt x="1147280" y="80426"/>
                  <a:pt x="1144686" y="82663"/>
                </a:cubicBezTo>
                <a:cubicBezTo>
                  <a:pt x="1142094" y="84899"/>
                  <a:pt x="1138993" y="86627"/>
                  <a:pt x="1135382" y="87848"/>
                </a:cubicBezTo>
                <a:cubicBezTo>
                  <a:pt x="1131774" y="89068"/>
                  <a:pt x="1127733" y="89677"/>
                  <a:pt x="1123260" y="89677"/>
                </a:cubicBezTo>
                <a:cubicBezTo>
                  <a:pt x="1122142" y="89677"/>
                  <a:pt x="1121048" y="89652"/>
                  <a:pt x="1119979" y="89603"/>
                </a:cubicBezTo>
                <a:cubicBezTo>
                  <a:pt x="1118912" y="89552"/>
                  <a:pt x="1117717" y="89526"/>
                  <a:pt x="1116395" y="89526"/>
                </a:cubicBezTo>
                <a:cubicBezTo>
                  <a:pt x="1115176" y="89526"/>
                  <a:pt x="1114134" y="90085"/>
                  <a:pt x="1113270" y="91204"/>
                </a:cubicBezTo>
                <a:cubicBezTo>
                  <a:pt x="1112406" y="92321"/>
                  <a:pt x="1111973" y="93592"/>
                  <a:pt x="1111973" y="95016"/>
                </a:cubicBezTo>
                <a:cubicBezTo>
                  <a:pt x="1111973" y="97456"/>
                  <a:pt x="1112914" y="99389"/>
                  <a:pt x="1114794" y="100813"/>
                </a:cubicBezTo>
                <a:cubicBezTo>
                  <a:pt x="1116676" y="102235"/>
                  <a:pt x="1119650" y="102997"/>
                  <a:pt x="1123716" y="103098"/>
                </a:cubicBezTo>
                <a:lnTo>
                  <a:pt x="1135003" y="103252"/>
                </a:lnTo>
                <a:cubicBezTo>
                  <a:pt x="1143544" y="103353"/>
                  <a:pt x="1149822" y="104954"/>
                  <a:pt x="1153837" y="108055"/>
                </a:cubicBezTo>
                <a:cubicBezTo>
                  <a:pt x="1157854" y="111156"/>
                  <a:pt x="1159862" y="116113"/>
                  <a:pt x="1159862" y="122926"/>
                </a:cubicBezTo>
                <a:cubicBezTo>
                  <a:pt x="1159862" y="129026"/>
                  <a:pt x="1158616" y="134135"/>
                  <a:pt x="1156124" y="138252"/>
                </a:cubicBezTo>
                <a:cubicBezTo>
                  <a:pt x="1153634" y="142371"/>
                  <a:pt x="1150432" y="145727"/>
                  <a:pt x="1146518" y="148320"/>
                </a:cubicBezTo>
                <a:cubicBezTo>
                  <a:pt x="1142604" y="150912"/>
                  <a:pt x="1138256" y="152768"/>
                  <a:pt x="1133476" y="153886"/>
                </a:cubicBezTo>
                <a:cubicBezTo>
                  <a:pt x="1128698" y="155005"/>
                  <a:pt x="1124072" y="155564"/>
                  <a:pt x="1119600" y="155564"/>
                </a:cubicBezTo>
                <a:cubicBezTo>
                  <a:pt x="1110041" y="155564"/>
                  <a:pt x="1102593" y="153708"/>
                  <a:pt x="1097254" y="149997"/>
                </a:cubicBezTo>
                <a:cubicBezTo>
                  <a:pt x="1091917" y="146286"/>
                  <a:pt x="1089249" y="141380"/>
                  <a:pt x="1089249" y="135278"/>
                </a:cubicBezTo>
                <a:cubicBezTo>
                  <a:pt x="1089249" y="130399"/>
                  <a:pt x="1090595" y="126459"/>
                  <a:pt x="1093289" y="123458"/>
                </a:cubicBezTo>
                <a:cubicBezTo>
                  <a:pt x="1095984" y="120459"/>
                  <a:pt x="1099619" y="118096"/>
                  <a:pt x="1104196" y="116368"/>
                </a:cubicBezTo>
                <a:lnTo>
                  <a:pt x="1104196" y="116063"/>
                </a:lnTo>
                <a:cubicBezTo>
                  <a:pt x="1101552" y="115147"/>
                  <a:pt x="1099442" y="113750"/>
                  <a:pt x="1097866" y="111869"/>
                </a:cubicBezTo>
                <a:cubicBezTo>
                  <a:pt x="1096290" y="109987"/>
                  <a:pt x="1095502" y="107623"/>
                  <a:pt x="1095502" y="104776"/>
                </a:cubicBezTo>
                <a:cubicBezTo>
                  <a:pt x="1095502" y="101420"/>
                  <a:pt x="1096798" y="98167"/>
                  <a:pt x="1099390" y="95016"/>
                </a:cubicBezTo>
                <a:cubicBezTo>
                  <a:pt x="1101983" y="91863"/>
                  <a:pt x="1105415" y="89728"/>
                  <a:pt x="1109686" y="88609"/>
                </a:cubicBezTo>
                <a:lnTo>
                  <a:pt x="1109686" y="88304"/>
                </a:lnTo>
                <a:cubicBezTo>
                  <a:pt x="1103483" y="86779"/>
                  <a:pt x="1098705" y="84034"/>
                  <a:pt x="1095351" y="80068"/>
                </a:cubicBezTo>
                <a:cubicBezTo>
                  <a:pt x="1091892" y="76002"/>
                  <a:pt x="1090163" y="70716"/>
                  <a:pt x="1090163" y="64209"/>
                </a:cubicBezTo>
                <a:cubicBezTo>
                  <a:pt x="1090163" y="60344"/>
                  <a:pt x="1090951" y="56887"/>
                  <a:pt x="1092528" y="53837"/>
                </a:cubicBezTo>
                <a:cubicBezTo>
                  <a:pt x="1094104" y="50786"/>
                  <a:pt x="1096316" y="48220"/>
                  <a:pt x="1099162" y="46136"/>
                </a:cubicBezTo>
                <a:cubicBezTo>
                  <a:pt x="1102009" y="44051"/>
                  <a:pt x="1105416" y="42449"/>
                  <a:pt x="1109381" y="41330"/>
                </a:cubicBezTo>
                <a:cubicBezTo>
                  <a:pt x="1113347" y="40212"/>
                  <a:pt x="1117718" y="39653"/>
                  <a:pt x="1122497" y="39653"/>
                </a:cubicBezTo>
                <a:cubicBezTo>
                  <a:pt x="1124328" y="39653"/>
                  <a:pt x="1126209" y="39729"/>
                  <a:pt x="1128140" y="39883"/>
                </a:cubicBezTo>
                <a:cubicBezTo>
                  <a:pt x="1130072" y="40035"/>
                  <a:pt x="1131953" y="40161"/>
                  <a:pt x="1133784" y="40262"/>
                </a:cubicBezTo>
                <a:cubicBezTo>
                  <a:pt x="1135105" y="40365"/>
                  <a:pt x="1136452" y="40441"/>
                  <a:pt x="1137824" y="40493"/>
                </a:cubicBezTo>
                <a:cubicBezTo>
                  <a:pt x="1139197" y="40544"/>
                  <a:pt x="1140697" y="40569"/>
                  <a:pt x="1142324" y="40569"/>
                </a:cubicBezTo>
                <a:cubicBezTo>
                  <a:pt x="1144866" y="40569"/>
                  <a:pt x="1147509" y="40544"/>
                  <a:pt x="1150253" y="40493"/>
                </a:cubicBezTo>
                <a:cubicBezTo>
                  <a:pt x="1152999" y="40441"/>
                  <a:pt x="1155744" y="40416"/>
                  <a:pt x="1158489" y="40416"/>
                </a:cubicBezTo>
                <a:cubicBezTo>
                  <a:pt x="1158388" y="41026"/>
                  <a:pt x="1158312" y="41636"/>
                  <a:pt x="1158261" y="42247"/>
                </a:cubicBezTo>
                <a:cubicBezTo>
                  <a:pt x="1158210" y="42857"/>
                  <a:pt x="1158184" y="43467"/>
                  <a:pt x="1158184" y="44077"/>
                </a:cubicBezTo>
                <a:cubicBezTo>
                  <a:pt x="1158184" y="44686"/>
                  <a:pt x="1158210" y="45296"/>
                  <a:pt x="1158261" y="45906"/>
                </a:cubicBezTo>
                <a:cubicBezTo>
                  <a:pt x="1158312" y="46515"/>
                  <a:pt x="1158388" y="47126"/>
                  <a:pt x="1158489" y="47737"/>
                </a:cubicBezTo>
                <a:lnTo>
                  <a:pt x="1145068" y="47127"/>
                </a:lnTo>
                <a:lnTo>
                  <a:pt x="1144612" y="47432"/>
                </a:lnTo>
                <a:moveTo>
                  <a:pt x="1142171" y="131161"/>
                </a:moveTo>
                <a:cubicBezTo>
                  <a:pt x="1142171" y="128212"/>
                  <a:pt x="1141662" y="125797"/>
                  <a:pt x="1140644" y="123917"/>
                </a:cubicBezTo>
                <a:cubicBezTo>
                  <a:pt x="1139628" y="122037"/>
                  <a:pt x="1138180" y="120587"/>
                  <a:pt x="1136299" y="119570"/>
                </a:cubicBezTo>
                <a:cubicBezTo>
                  <a:pt x="1134419" y="118554"/>
                  <a:pt x="1132106" y="117867"/>
                  <a:pt x="1129360" y="117510"/>
                </a:cubicBezTo>
                <a:cubicBezTo>
                  <a:pt x="1126615" y="117155"/>
                  <a:pt x="1123514" y="116977"/>
                  <a:pt x="1120056" y="116977"/>
                </a:cubicBezTo>
                <a:cubicBezTo>
                  <a:pt x="1114768" y="116977"/>
                  <a:pt x="1111109" y="117485"/>
                  <a:pt x="1109076" y="118502"/>
                </a:cubicBezTo>
                <a:cubicBezTo>
                  <a:pt x="1107855" y="119113"/>
                  <a:pt x="1106558" y="120587"/>
                  <a:pt x="1105185" y="122926"/>
                </a:cubicBezTo>
                <a:cubicBezTo>
                  <a:pt x="1103814" y="125264"/>
                  <a:pt x="1103128" y="128212"/>
                  <a:pt x="1103128" y="131771"/>
                </a:cubicBezTo>
                <a:cubicBezTo>
                  <a:pt x="1103128" y="134720"/>
                  <a:pt x="1103662" y="137288"/>
                  <a:pt x="1104729" y="139474"/>
                </a:cubicBezTo>
                <a:cubicBezTo>
                  <a:pt x="1105796" y="141660"/>
                  <a:pt x="1107245" y="143464"/>
                  <a:pt x="1109074" y="144887"/>
                </a:cubicBezTo>
                <a:cubicBezTo>
                  <a:pt x="1110905" y="146311"/>
                  <a:pt x="1113014" y="147404"/>
                  <a:pt x="1115404" y="148166"/>
                </a:cubicBezTo>
                <a:cubicBezTo>
                  <a:pt x="1117794" y="148929"/>
                  <a:pt x="1120362" y="149311"/>
                  <a:pt x="1123107" y="149311"/>
                </a:cubicBezTo>
                <a:cubicBezTo>
                  <a:pt x="1126056" y="149311"/>
                  <a:pt x="1128700" y="148828"/>
                  <a:pt x="1131038" y="147861"/>
                </a:cubicBezTo>
                <a:cubicBezTo>
                  <a:pt x="1133376" y="146895"/>
                  <a:pt x="1135383" y="145573"/>
                  <a:pt x="1137060" y="143896"/>
                </a:cubicBezTo>
                <a:cubicBezTo>
                  <a:pt x="1138739" y="142218"/>
                  <a:pt x="1140010" y="140287"/>
                  <a:pt x="1140875" y="138101"/>
                </a:cubicBezTo>
                <a:cubicBezTo>
                  <a:pt x="1141739" y="135915"/>
                  <a:pt x="1142171" y="133602"/>
                  <a:pt x="1142171" y="131161"/>
                </a:cubicBezTo>
                <a:close/>
                <a:moveTo>
                  <a:pt x="1190671" y="53073"/>
                </a:moveTo>
                <a:cubicBezTo>
                  <a:pt x="1193518" y="48804"/>
                  <a:pt x="1196847" y="45500"/>
                  <a:pt x="1200659" y="43162"/>
                </a:cubicBezTo>
                <a:cubicBezTo>
                  <a:pt x="1204472" y="40822"/>
                  <a:pt x="1208819" y="39653"/>
                  <a:pt x="1213698" y="39653"/>
                </a:cubicBezTo>
                <a:cubicBezTo>
                  <a:pt x="1221325" y="39653"/>
                  <a:pt x="1227197" y="41864"/>
                  <a:pt x="1231315" y="46287"/>
                </a:cubicBezTo>
                <a:cubicBezTo>
                  <a:pt x="1235432" y="50710"/>
                  <a:pt x="1237491" y="57853"/>
                  <a:pt x="1237491" y="67716"/>
                </a:cubicBezTo>
                <a:cubicBezTo>
                  <a:pt x="1237491" y="72901"/>
                  <a:pt x="1237389" y="77476"/>
                  <a:pt x="1237186" y="81441"/>
                </a:cubicBezTo>
                <a:cubicBezTo>
                  <a:pt x="1236983" y="85407"/>
                  <a:pt x="1236881" y="89372"/>
                  <a:pt x="1236881" y="93338"/>
                </a:cubicBezTo>
                <a:cubicBezTo>
                  <a:pt x="1236881" y="96591"/>
                  <a:pt x="1236957" y="100125"/>
                  <a:pt x="1237109" y="103938"/>
                </a:cubicBezTo>
                <a:cubicBezTo>
                  <a:pt x="1237263" y="107750"/>
                  <a:pt x="1237441" y="111436"/>
                  <a:pt x="1237645" y="114995"/>
                </a:cubicBezTo>
                <a:cubicBezTo>
                  <a:pt x="1236323" y="114791"/>
                  <a:pt x="1234645" y="114690"/>
                  <a:pt x="1232611" y="114690"/>
                </a:cubicBezTo>
                <a:cubicBezTo>
                  <a:pt x="1230577" y="114690"/>
                  <a:pt x="1228441" y="114690"/>
                  <a:pt x="1226204" y="114690"/>
                </a:cubicBezTo>
                <a:cubicBezTo>
                  <a:pt x="1223969" y="114690"/>
                  <a:pt x="1221834" y="114690"/>
                  <a:pt x="1219800" y="114690"/>
                </a:cubicBezTo>
                <a:cubicBezTo>
                  <a:pt x="1217766" y="114690"/>
                  <a:pt x="1216088" y="114791"/>
                  <a:pt x="1214766" y="114995"/>
                </a:cubicBezTo>
                <a:cubicBezTo>
                  <a:pt x="1215478" y="109707"/>
                  <a:pt x="1215936" y="103480"/>
                  <a:pt x="1216139" y="96312"/>
                </a:cubicBezTo>
                <a:cubicBezTo>
                  <a:pt x="1216343" y="89144"/>
                  <a:pt x="1216444" y="80934"/>
                  <a:pt x="1216444" y="71681"/>
                </a:cubicBezTo>
                <a:cubicBezTo>
                  <a:pt x="1216444" y="65275"/>
                  <a:pt x="1215351" y="60573"/>
                  <a:pt x="1213165" y="57574"/>
                </a:cubicBezTo>
                <a:cubicBezTo>
                  <a:pt x="1210979" y="54574"/>
                  <a:pt x="1207903" y="53073"/>
                  <a:pt x="1203938" y="53073"/>
                </a:cubicBezTo>
                <a:cubicBezTo>
                  <a:pt x="1199363" y="53073"/>
                  <a:pt x="1196008" y="55056"/>
                  <a:pt x="1193873" y="59022"/>
                </a:cubicBezTo>
                <a:cubicBezTo>
                  <a:pt x="1191738" y="62987"/>
                  <a:pt x="1190671" y="68478"/>
                  <a:pt x="1190671" y="75493"/>
                </a:cubicBezTo>
                <a:lnTo>
                  <a:pt x="1190671" y="81595"/>
                </a:lnTo>
                <a:cubicBezTo>
                  <a:pt x="1190671" y="87796"/>
                  <a:pt x="1190747" y="93642"/>
                  <a:pt x="1190899" y="99133"/>
                </a:cubicBezTo>
                <a:cubicBezTo>
                  <a:pt x="1191051" y="104623"/>
                  <a:pt x="1191381" y="109910"/>
                  <a:pt x="1191890" y="114995"/>
                </a:cubicBezTo>
                <a:cubicBezTo>
                  <a:pt x="1190568" y="114791"/>
                  <a:pt x="1188916" y="114690"/>
                  <a:pt x="1186933" y="114690"/>
                </a:cubicBezTo>
                <a:cubicBezTo>
                  <a:pt x="1184951" y="114690"/>
                  <a:pt x="1182790" y="114690"/>
                  <a:pt x="1180452" y="114690"/>
                </a:cubicBezTo>
                <a:cubicBezTo>
                  <a:pt x="1178113" y="114690"/>
                  <a:pt x="1175977" y="114690"/>
                  <a:pt x="1174046" y="114690"/>
                </a:cubicBezTo>
                <a:cubicBezTo>
                  <a:pt x="1172114" y="114690"/>
                  <a:pt x="1170436" y="114791"/>
                  <a:pt x="1169012" y="114995"/>
                </a:cubicBezTo>
                <a:cubicBezTo>
                  <a:pt x="1169521" y="109910"/>
                  <a:pt x="1169851" y="104623"/>
                  <a:pt x="1170003" y="99133"/>
                </a:cubicBezTo>
                <a:cubicBezTo>
                  <a:pt x="1170157" y="93642"/>
                  <a:pt x="1170234" y="87796"/>
                  <a:pt x="1170234" y="81595"/>
                </a:cubicBezTo>
                <a:lnTo>
                  <a:pt x="1170234" y="75493"/>
                </a:lnTo>
                <a:cubicBezTo>
                  <a:pt x="1170234" y="69292"/>
                  <a:pt x="1170157" y="63472"/>
                  <a:pt x="1170003" y="58033"/>
                </a:cubicBezTo>
                <a:cubicBezTo>
                  <a:pt x="1169851" y="52592"/>
                  <a:pt x="1169521" y="47126"/>
                  <a:pt x="1169012" y="41635"/>
                </a:cubicBezTo>
                <a:cubicBezTo>
                  <a:pt x="1170843" y="41839"/>
                  <a:pt x="1172648" y="42017"/>
                  <a:pt x="1174427" y="42171"/>
                </a:cubicBezTo>
                <a:cubicBezTo>
                  <a:pt x="1176207" y="42323"/>
                  <a:pt x="1178011" y="42399"/>
                  <a:pt x="1179840" y="42399"/>
                </a:cubicBezTo>
                <a:cubicBezTo>
                  <a:pt x="1181671" y="42399"/>
                  <a:pt x="1183476" y="42323"/>
                  <a:pt x="1185255" y="42171"/>
                </a:cubicBezTo>
                <a:cubicBezTo>
                  <a:pt x="1187035" y="42017"/>
                  <a:pt x="1188942" y="41839"/>
                  <a:pt x="1190976" y="41635"/>
                </a:cubicBezTo>
                <a:lnTo>
                  <a:pt x="1190364" y="53073"/>
                </a:lnTo>
                <a:lnTo>
                  <a:pt x="1190671" y="53073"/>
                </a:lnTo>
                <a:close/>
                <a:moveTo>
                  <a:pt x="1275010" y="53073"/>
                </a:moveTo>
                <a:cubicBezTo>
                  <a:pt x="1277857" y="48804"/>
                  <a:pt x="1281186" y="45500"/>
                  <a:pt x="1284998" y="43162"/>
                </a:cubicBezTo>
                <a:cubicBezTo>
                  <a:pt x="1288811" y="40822"/>
                  <a:pt x="1293159" y="39653"/>
                  <a:pt x="1298039" y="39653"/>
                </a:cubicBezTo>
                <a:cubicBezTo>
                  <a:pt x="1302615" y="39653"/>
                  <a:pt x="1306555" y="40898"/>
                  <a:pt x="1309859" y="43390"/>
                </a:cubicBezTo>
                <a:cubicBezTo>
                  <a:pt x="1313164" y="45882"/>
                  <a:pt x="1315731" y="49465"/>
                  <a:pt x="1317560" y="54141"/>
                </a:cubicBezTo>
                <a:cubicBezTo>
                  <a:pt x="1320611" y="49465"/>
                  <a:pt x="1324170" y="45882"/>
                  <a:pt x="1328237" y="43390"/>
                </a:cubicBezTo>
                <a:cubicBezTo>
                  <a:pt x="1332303" y="40898"/>
                  <a:pt x="1336625" y="39653"/>
                  <a:pt x="1341201" y="39653"/>
                </a:cubicBezTo>
                <a:cubicBezTo>
                  <a:pt x="1348827" y="39653"/>
                  <a:pt x="1354698" y="41864"/>
                  <a:pt x="1358816" y="46287"/>
                </a:cubicBezTo>
                <a:cubicBezTo>
                  <a:pt x="1362933" y="50710"/>
                  <a:pt x="1364992" y="57853"/>
                  <a:pt x="1364992" y="67716"/>
                </a:cubicBezTo>
                <a:cubicBezTo>
                  <a:pt x="1364992" y="72901"/>
                  <a:pt x="1364890" y="77476"/>
                  <a:pt x="1364687" y="81441"/>
                </a:cubicBezTo>
                <a:cubicBezTo>
                  <a:pt x="1364484" y="85407"/>
                  <a:pt x="1364382" y="89372"/>
                  <a:pt x="1364382" y="93338"/>
                </a:cubicBezTo>
                <a:cubicBezTo>
                  <a:pt x="1364382" y="96591"/>
                  <a:pt x="1364458" y="100125"/>
                  <a:pt x="1364610" y="103938"/>
                </a:cubicBezTo>
                <a:cubicBezTo>
                  <a:pt x="1364764" y="107750"/>
                  <a:pt x="1364942" y="111436"/>
                  <a:pt x="1365146" y="114995"/>
                </a:cubicBezTo>
                <a:cubicBezTo>
                  <a:pt x="1363824" y="114791"/>
                  <a:pt x="1362146" y="114690"/>
                  <a:pt x="1360112" y="114690"/>
                </a:cubicBezTo>
                <a:cubicBezTo>
                  <a:pt x="1358078" y="114690"/>
                  <a:pt x="1355942" y="114690"/>
                  <a:pt x="1353705" y="114690"/>
                </a:cubicBezTo>
                <a:cubicBezTo>
                  <a:pt x="1351470" y="114690"/>
                  <a:pt x="1349335" y="114690"/>
                  <a:pt x="1347301" y="114690"/>
                </a:cubicBezTo>
                <a:cubicBezTo>
                  <a:pt x="1345267" y="114690"/>
                  <a:pt x="1343589" y="114791"/>
                  <a:pt x="1342267" y="114995"/>
                </a:cubicBezTo>
                <a:cubicBezTo>
                  <a:pt x="1342979" y="109707"/>
                  <a:pt x="1343437" y="103480"/>
                  <a:pt x="1343640" y="96312"/>
                </a:cubicBezTo>
                <a:cubicBezTo>
                  <a:pt x="1343843" y="89144"/>
                  <a:pt x="1343945" y="80934"/>
                  <a:pt x="1343945" y="71681"/>
                </a:cubicBezTo>
                <a:cubicBezTo>
                  <a:pt x="1343945" y="65275"/>
                  <a:pt x="1342878" y="60573"/>
                  <a:pt x="1340743" y="57574"/>
                </a:cubicBezTo>
                <a:cubicBezTo>
                  <a:pt x="1338608" y="54574"/>
                  <a:pt x="1335608" y="53073"/>
                  <a:pt x="1331744" y="53073"/>
                </a:cubicBezTo>
                <a:cubicBezTo>
                  <a:pt x="1329303" y="53073"/>
                  <a:pt x="1327295" y="53633"/>
                  <a:pt x="1325719" y="54751"/>
                </a:cubicBezTo>
                <a:cubicBezTo>
                  <a:pt x="1324144" y="55870"/>
                  <a:pt x="1322899" y="57319"/>
                  <a:pt x="1321984" y="59098"/>
                </a:cubicBezTo>
                <a:cubicBezTo>
                  <a:pt x="1321068" y="60878"/>
                  <a:pt x="1320458" y="62785"/>
                  <a:pt x="1320152" y="64819"/>
                </a:cubicBezTo>
                <a:cubicBezTo>
                  <a:pt x="1319848" y="66851"/>
                  <a:pt x="1319696" y="68782"/>
                  <a:pt x="1319696" y="70613"/>
                </a:cubicBezTo>
                <a:lnTo>
                  <a:pt x="1319696" y="81595"/>
                </a:lnTo>
                <a:cubicBezTo>
                  <a:pt x="1319696" y="87796"/>
                  <a:pt x="1319772" y="93642"/>
                  <a:pt x="1319924" y="99133"/>
                </a:cubicBezTo>
                <a:cubicBezTo>
                  <a:pt x="1320078" y="104623"/>
                  <a:pt x="1320408" y="109910"/>
                  <a:pt x="1320915" y="114995"/>
                </a:cubicBezTo>
                <a:cubicBezTo>
                  <a:pt x="1319594" y="114791"/>
                  <a:pt x="1317941" y="114690"/>
                  <a:pt x="1315959" y="114690"/>
                </a:cubicBezTo>
                <a:cubicBezTo>
                  <a:pt x="1313976" y="114690"/>
                  <a:pt x="1311815" y="114690"/>
                  <a:pt x="1309477" y="114690"/>
                </a:cubicBezTo>
                <a:cubicBezTo>
                  <a:pt x="1307139" y="114690"/>
                  <a:pt x="1305004" y="114690"/>
                  <a:pt x="1303071" y="114690"/>
                </a:cubicBezTo>
                <a:cubicBezTo>
                  <a:pt x="1301139" y="114690"/>
                  <a:pt x="1299462" y="114791"/>
                  <a:pt x="1298039" y="114995"/>
                </a:cubicBezTo>
                <a:cubicBezTo>
                  <a:pt x="1298548" y="109910"/>
                  <a:pt x="1298879" y="104623"/>
                  <a:pt x="1299031" y="99133"/>
                </a:cubicBezTo>
                <a:cubicBezTo>
                  <a:pt x="1299183" y="93642"/>
                  <a:pt x="1299259" y="87796"/>
                  <a:pt x="1299259" y="81595"/>
                </a:cubicBezTo>
                <a:lnTo>
                  <a:pt x="1299259" y="72291"/>
                </a:lnTo>
                <a:cubicBezTo>
                  <a:pt x="1299259" y="66191"/>
                  <a:pt x="1298496" y="61463"/>
                  <a:pt x="1296971" y="58107"/>
                </a:cubicBezTo>
                <a:cubicBezTo>
                  <a:pt x="1295446" y="54751"/>
                  <a:pt x="1292549" y="53073"/>
                  <a:pt x="1288279" y="53073"/>
                </a:cubicBezTo>
                <a:cubicBezTo>
                  <a:pt x="1283703" y="53073"/>
                  <a:pt x="1280347" y="55056"/>
                  <a:pt x="1278212" y="59022"/>
                </a:cubicBezTo>
                <a:cubicBezTo>
                  <a:pt x="1276077" y="62987"/>
                  <a:pt x="1275010" y="68478"/>
                  <a:pt x="1275010" y="75493"/>
                </a:cubicBezTo>
                <a:lnTo>
                  <a:pt x="1275010" y="81595"/>
                </a:lnTo>
                <a:cubicBezTo>
                  <a:pt x="1275010" y="87796"/>
                  <a:pt x="1275086" y="93642"/>
                  <a:pt x="1275238" y="99133"/>
                </a:cubicBezTo>
                <a:cubicBezTo>
                  <a:pt x="1275391" y="104623"/>
                  <a:pt x="1275722" y="109910"/>
                  <a:pt x="1276229" y="114995"/>
                </a:cubicBezTo>
                <a:cubicBezTo>
                  <a:pt x="1274907" y="114791"/>
                  <a:pt x="1273255" y="114690"/>
                  <a:pt x="1271272" y="114690"/>
                </a:cubicBezTo>
                <a:cubicBezTo>
                  <a:pt x="1269290" y="114690"/>
                  <a:pt x="1267129" y="114690"/>
                  <a:pt x="1264791" y="114690"/>
                </a:cubicBezTo>
                <a:cubicBezTo>
                  <a:pt x="1262453" y="114690"/>
                  <a:pt x="1260318" y="114690"/>
                  <a:pt x="1258385" y="114690"/>
                </a:cubicBezTo>
                <a:cubicBezTo>
                  <a:pt x="1256453" y="114690"/>
                  <a:pt x="1254776" y="114791"/>
                  <a:pt x="1253353" y="114995"/>
                </a:cubicBezTo>
                <a:cubicBezTo>
                  <a:pt x="1253861" y="109910"/>
                  <a:pt x="1254190" y="104623"/>
                  <a:pt x="1254342" y="99133"/>
                </a:cubicBezTo>
                <a:cubicBezTo>
                  <a:pt x="1254496" y="93642"/>
                  <a:pt x="1254573" y="87796"/>
                  <a:pt x="1254573" y="81595"/>
                </a:cubicBezTo>
                <a:lnTo>
                  <a:pt x="1254573" y="75493"/>
                </a:lnTo>
                <a:cubicBezTo>
                  <a:pt x="1254573" y="69292"/>
                  <a:pt x="1254496" y="63472"/>
                  <a:pt x="1254342" y="58033"/>
                </a:cubicBezTo>
                <a:cubicBezTo>
                  <a:pt x="1254190" y="52592"/>
                  <a:pt x="1253861" y="47126"/>
                  <a:pt x="1253353" y="41635"/>
                </a:cubicBezTo>
                <a:cubicBezTo>
                  <a:pt x="1255182" y="41839"/>
                  <a:pt x="1256987" y="42017"/>
                  <a:pt x="1258766" y="42171"/>
                </a:cubicBezTo>
                <a:cubicBezTo>
                  <a:pt x="1260546" y="42323"/>
                  <a:pt x="1262351" y="42399"/>
                  <a:pt x="1264181" y="42399"/>
                </a:cubicBezTo>
                <a:cubicBezTo>
                  <a:pt x="1266012" y="42399"/>
                  <a:pt x="1267817" y="42323"/>
                  <a:pt x="1269594" y="42171"/>
                </a:cubicBezTo>
                <a:cubicBezTo>
                  <a:pt x="1271374" y="42017"/>
                  <a:pt x="1273281" y="41839"/>
                  <a:pt x="1275315" y="41635"/>
                </a:cubicBezTo>
                <a:lnTo>
                  <a:pt x="1274705" y="53073"/>
                </a:lnTo>
                <a:lnTo>
                  <a:pt x="1275010" y="53073"/>
                </a:lnTo>
                <a:close/>
                <a:moveTo>
                  <a:pt x="1400375" y="78544"/>
                </a:moveTo>
                <a:cubicBezTo>
                  <a:pt x="1400375" y="82610"/>
                  <a:pt x="1400782" y="86423"/>
                  <a:pt x="1401595" y="89982"/>
                </a:cubicBezTo>
                <a:cubicBezTo>
                  <a:pt x="1402409" y="93541"/>
                  <a:pt x="1403655" y="96617"/>
                  <a:pt x="1405332" y="99209"/>
                </a:cubicBezTo>
                <a:cubicBezTo>
                  <a:pt x="1407009" y="101802"/>
                  <a:pt x="1409144" y="103836"/>
                  <a:pt x="1411736" y="105311"/>
                </a:cubicBezTo>
                <a:cubicBezTo>
                  <a:pt x="1414330" y="106785"/>
                  <a:pt x="1417356" y="107522"/>
                  <a:pt x="1420812" y="107522"/>
                </a:cubicBezTo>
                <a:cubicBezTo>
                  <a:pt x="1427828" y="107522"/>
                  <a:pt x="1434081" y="105234"/>
                  <a:pt x="1439572" y="100659"/>
                </a:cubicBezTo>
                <a:lnTo>
                  <a:pt x="1441401" y="102032"/>
                </a:lnTo>
                <a:lnTo>
                  <a:pt x="1438045" y="110573"/>
                </a:lnTo>
                <a:cubicBezTo>
                  <a:pt x="1435504" y="112504"/>
                  <a:pt x="1432454" y="114054"/>
                  <a:pt x="1428895" y="115223"/>
                </a:cubicBezTo>
                <a:cubicBezTo>
                  <a:pt x="1425336" y="116392"/>
                  <a:pt x="1420659" y="116977"/>
                  <a:pt x="1414864" y="116977"/>
                </a:cubicBezTo>
                <a:cubicBezTo>
                  <a:pt x="1409882" y="116977"/>
                  <a:pt x="1405154" y="116291"/>
                  <a:pt x="1400680" y="114918"/>
                </a:cubicBezTo>
                <a:cubicBezTo>
                  <a:pt x="1396207" y="113546"/>
                  <a:pt x="1392267" y="111284"/>
                  <a:pt x="1388860" y="108132"/>
                </a:cubicBezTo>
                <a:cubicBezTo>
                  <a:pt x="1385455" y="104979"/>
                  <a:pt x="1382761" y="100988"/>
                  <a:pt x="1380778" y="96158"/>
                </a:cubicBezTo>
                <a:cubicBezTo>
                  <a:pt x="1378795" y="91329"/>
                  <a:pt x="1377804" y="85559"/>
                  <a:pt x="1377804" y="78849"/>
                </a:cubicBezTo>
                <a:cubicBezTo>
                  <a:pt x="1377804" y="72240"/>
                  <a:pt x="1378693" y="66496"/>
                  <a:pt x="1380471" y="61616"/>
                </a:cubicBezTo>
                <a:cubicBezTo>
                  <a:pt x="1382250" y="56736"/>
                  <a:pt x="1384716" y="52668"/>
                  <a:pt x="1387869" y="49415"/>
                </a:cubicBezTo>
                <a:cubicBezTo>
                  <a:pt x="1391022" y="46160"/>
                  <a:pt x="1394758" y="43720"/>
                  <a:pt x="1399079" y="42094"/>
                </a:cubicBezTo>
                <a:cubicBezTo>
                  <a:pt x="1403400" y="40466"/>
                  <a:pt x="1408102" y="39653"/>
                  <a:pt x="1413186" y="39653"/>
                </a:cubicBezTo>
                <a:cubicBezTo>
                  <a:pt x="1423252" y="39653"/>
                  <a:pt x="1430953" y="42601"/>
                  <a:pt x="1436290" y="48498"/>
                </a:cubicBezTo>
                <a:cubicBezTo>
                  <a:pt x="1441629" y="54395"/>
                  <a:pt x="1444298" y="62733"/>
                  <a:pt x="1444298" y="73510"/>
                </a:cubicBezTo>
                <a:lnTo>
                  <a:pt x="1444298" y="76715"/>
                </a:lnTo>
                <a:cubicBezTo>
                  <a:pt x="1444298" y="77629"/>
                  <a:pt x="1444248" y="78239"/>
                  <a:pt x="1444147" y="78544"/>
                </a:cubicBezTo>
                <a:lnTo>
                  <a:pt x="1400375" y="78544"/>
                </a:lnTo>
                <a:moveTo>
                  <a:pt x="1423863" y="71681"/>
                </a:moveTo>
                <a:cubicBezTo>
                  <a:pt x="1423658" y="64056"/>
                  <a:pt x="1422718" y="57956"/>
                  <a:pt x="1421040" y="53381"/>
                </a:cubicBezTo>
                <a:cubicBezTo>
                  <a:pt x="1419363" y="48804"/>
                  <a:pt x="1416542" y="46515"/>
                  <a:pt x="1412577" y="46515"/>
                </a:cubicBezTo>
                <a:cubicBezTo>
                  <a:pt x="1410339" y="46515"/>
                  <a:pt x="1408458" y="47278"/>
                  <a:pt x="1406933" y="48803"/>
                </a:cubicBezTo>
                <a:cubicBezTo>
                  <a:pt x="1405408" y="50328"/>
                  <a:pt x="1404188" y="52286"/>
                  <a:pt x="1403273" y="54677"/>
                </a:cubicBezTo>
                <a:cubicBezTo>
                  <a:pt x="1402357" y="57066"/>
                  <a:pt x="1401671" y="59760"/>
                  <a:pt x="1401213" y="62759"/>
                </a:cubicBezTo>
                <a:cubicBezTo>
                  <a:pt x="1400757" y="65758"/>
                  <a:pt x="1400478" y="68732"/>
                  <a:pt x="1400375" y="71681"/>
                </a:cubicBezTo>
                <a:lnTo>
                  <a:pt x="1423863" y="71681"/>
                </a:lnTo>
                <a:close/>
                <a:moveTo>
                  <a:pt x="1478768" y="53073"/>
                </a:moveTo>
                <a:cubicBezTo>
                  <a:pt x="1481615" y="48804"/>
                  <a:pt x="1484945" y="45500"/>
                  <a:pt x="1488757" y="43162"/>
                </a:cubicBezTo>
                <a:cubicBezTo>
                  <a:pt x="1492570" y="40822"/>
                  <a:pt x="1496917" y="39653"/>
                  <a:pt x="1501796" y="39653"/>
                </a:cubicBezTo>
                <a:cubicBezTo>
                  <a:pt x="1509423" y="39653"/>
                  <a:pt x="1515295" y="41864"/>
                  <a:pt x="1519412" y="46287"/>
                </a:cubicBezTo>
                <a:cubicBezTo>
                  <a:pt x="1523530" y="50710"/>
                  <a:pt x="1525589" y="57853"/>
                  <a:pt x="1525589" y="67716"/>
                </a:cubicBezTo>
                <a:cubicBezTo>
                  <a:pt x="1525589" y="72901"/>
                  <a:pt x="1525487" y="77476"/>
                  <a:pt x="1525284" y="81441"/>
                </a:cubicBezTo>
                <a:cubicBezTo>
                  <a:pt x="1525081" y="85407"/>
                  <a:pt x="1524979" y="89372"/>
                  <a:pt x="1524979" y="93338"/>
                </a:cubicBezTo>
                <a:cubicBezTo>
                  <a:pt x="1524979" y="96591"/>
                  <a:pt x="1525055" y="100125"/>
                  <a:pt x="1525207" y="103938"/>
                </a:cubicBezTo>
                <a:cubicBezTo>
                  <a:pt x="1525361" y="107750"/>
                  <a:pt x="1525539" y="111436"/>
                  <a:pt x="1525742" y="114995"/>
                </a:cubicBezTo>
                <a:cubicBezTo>
                  <a:pt x="1524420" y="114791"/>
                  <a:pt x="1522743" y="114690"/>
                  <a:pt x="1520709" y="114690"/>
                </a:cubicBezTo>
                <a:cubicBezTo>
                  <a:pt x="1518675" y="114690"/>
                  <a:pt x="1516539" y="114690"/>
                  <a:pt x="1514302" y="114690"/>
                </a:cubicBezTo>
                <a:cubicBezTo>
                  <a:pt x="1512066" y="114690"/>
                  <a:pt x="1509932" y="114690"/>
                  <a:pt x="1507898" y="114690"/>
                </a:cubicBezTo>
                <a:cubicBezTo>
                  <a:pt x="1505864" y="114690"/>
                  <a:pt x="1504186" y="114791"/>
                  <a:pt x="1502864" y="114995"/>
                </a:cubicBezTo>
                <a:cubicBezTo>
                  <a:pt x="1503576" y="109707"/>
                  <a:pt x="1504034" y="103480"/>
                  <a:pt x="1504237" y="96312"/>
                </a:cubicBezTo>
                <a:cubicBezTo>
                  <a:pt x="1504440" y="89144"/>
                  <a:pt x="1504542" y="80934"/>
                  <a:pt x="1504542" y="71681"/>
                </a:cubicBezTo>
                <a:cubicBezTo>
                  <a:pt x="1504542" y="65275"/>
                  <a:pt x="1503449" y="60573"/>
                  <a:pt x="1501263" y="57574"/>
                </a:cubicBezTo>
                <a:cubicBezTo>
                  <a:pt x="1499077" y="54574"/>
                  <a:pt x="1496001" y="53073"/>
                  <a:pt x="1492036" y="53073"/>
                </a:cubicBezTo>
                <a:cubicBezTo>
                  <a:pt x="1487460" y="53073"/>
                  <a:pt x="1484105" y="55056"/>
                  <a:pt x="1481971" y="59022"/>
                </a:cubicBezTo>
                <a:cubicBezTo>
                  <a:pt x="1479836" y="62987"/>
                  <a:pt x="1478768" y="68478"/>
                  <a:pt x="1478768" y="75493"/>
                </a:cubicBezTo>
                <a:lnTo>
                  <a:pt x="1478768" y="81595"/>
                </a:lnTo>
                <a:cubicBezTo>
                  <a:pt x="1478768" y="87796"/>
                  <a:pt x="1478845" y="93642"/>
                  <a:pt x="1478997" y="99133"/>
                </a:cubicBezTo>
                <a:cubicBezTo>
                  <a:pt x="1479149" y="104623"/>
                  <a:pt x="1479479" y="109910"/>
                  <a:pt x="1479988" y="114995"/>
                </a:cubicBezTo>
                <a:cubicBezTo>
                  <a:pt x="1478666" y="114791"/>
                  <a:pt x="1477014" y="114690"/>
                  <a:pt x="1475031" y="114690"/>
                </a:cubicBezTo>
                <a:cubicBezTo>
                  <a:pt x="1473048" y="114690"/>
                  <a:pt x="1470888" y="114690"/>
                  <a:pt x="1468550" y="114690"/>
                </a:cubicBezTo>
                <a:cubicBezTo>
                  <a:pt x="1466210" y="114690"/>
                  <a:pt x="1464075" y="114690"/>
                  <a:pt x="1462143" y="114690"/>
                </a:cubicBezTo>
                <a:cubicBezTo>
                  <a:pt x="1460212" y="114690"/>
                  <a:pt x="1458534" y="114791"/>
                  <a:pt x="1457110" y="114995"/>
                </a:cubicBezTo>
                <a:cubicBezTo>
                  <a:pt x="1457618" y="109910"/>
                  <a:pt x="1457949" y="104623"/>
                  <a:pt x="1458101" y="99133"/>
                </a:cubicBezTo>
                <a:cubicBezTo>
                  <a:pt x="1458255" y="93642"/>
                  <a:pt x="1458331" y="87796"/>
                  <a:pt x="1458331" y="81595"/>
                </a:cubicBezTo>
                <a:lnTo>
                  <a:pt x="1458331" y="75493"/>
                </a:lnTo>
                <a:cubicBezTo>
                  <a:pt x="1458331" y="69292"/>
                  <a:pt x="1458255" y="63472"/>
                  <a:pt x="1458101" y="58033"/>
                </a:cubicBezTo>
                <a:cubicBezTo>
                  <a:pt x="1457949" y="52592"/>
                  <a:pt x="1457618" y="47126"/>
                  <a:pt x="1457110" y="41635"/>
                </a:cubicBezTo>
                <a:cubicBezTo>
                  <a:pt x="1458940" y="41839"/>
                  <a:pt x="1460745" y="42017"/>
                  <a:pt x="1462525" y="42171"/>
                </a:cubicBezTo>
                <a:cubicBezTo>
                  <a:pt x="1464304" y="42323"/>
                  <a:pt x="1466109" y="42399"/>
                  <a:pt x="1467938" y="42399"/>
                </a:cubicBezTo>
                <a:cubicBezTo>
                  <a:pt x="1469769" y="42399"/>
                  <a:pt x="1471574" y="42323"/>
                  <a:pt x="1473353" y="42171"/>
                </a:cubicBezTo>
                <a:cubicBezTo>
                  <a:pt x="1475133" y="42017"/>
                  <a:pt x="1477039" y="41839"/>
                  <a:pt x="1479073" y="41635"/>
                </a:cubicBezTo>
                <a:lnTo>
                  <a:pt x="1478461" y="53073"/>
                </a:lnTo>
                <a:lnTo>
                  <a:pt x="1478768" y="53073"/>
                </a:lnTo>
                <a:close/>
                <a:moveTo>
                  <a:pt x="1582018" y="42399"/>
                </a:moveTo>
                <a:cubicBezTo>
                  <a:pt x="1581714" y="43924"/>
                  <a:pt x="1581562" y="45296"/>
                  <a:pt x="1581562" y="46515"/>
                </a:cubicBezTo>
                <a:cubicBezTo>
                  <a:pt x="1581562" y="47837"/>
                  <a:pt x="1581714" y="49109"/>
                  <a:pt x="1582018" y="50330"/>
                </a:cubicBezTo>
                <a:lnTo>
                  <a:pt x="1568597" y="50025"/>
                </a:lnTo>
                <a:cubicBezTo>
                  <a:pt x="1568394" y="52363"/>
                  <a:pt x="1568216" y="55057"/>
                  <a:pt x="1568064" y="58107"/>
                </a:cubicBezTo>
                <a:cubicBezTo>
                  <a:pt x="1567912" y="61157"/>
                  <a:pt x="1567810" y="64258"/>
                  <a:pt x="1567759" y="67411"/>
                </a:cubicBezTo>
                <a:cubicBezTo>
                  <a:pt x="1567708" y="70562"/>
                  <a:pt x="1567657" y="73612"/>
                  <a:pt x="1567606" y="76561"/>
                </a:cubicBezTo>
                <a:cubicBezTo>
                  <a:pt x="1567554" y="79511"/>
                  <a:pt x="1567529" y="82002"/>
                  <a:pt x="1567529" y="84034"/>
                </a:cubicBezTo>
                <a:cubicBezTo>
                  <a:pt x="1567529" y="89321"/>
                  <a:pt x="1567656" y="93592"/>
                  <a:pt x="1567910" y="96845"/>
                </a:cubicBezTo>
                <a:cubicBezTo>
                  <a:pt x="1568165" y="100098"/>
                  <a:pt x="1568597" y="102590"/>
                  <a:pt x="1569207" y="104320"/>
                </a:cubicBezTo>
                <a:cubicBezTo>
                  <a:pt x="1569818" y="106048"/>
                  <a:pt x="1570682" y="107217"/>
                  <a:pt x="1571799" y="107827"/>
                </a:cubicBezTo>
                <a:cubicBezTo>
                  <a:pt x="1572918" y="108437"/>
                  <a:pt x="1574341" y="108741"/>
                  <a:pt x="1576070" y="108741"/>
                </a:cubicBezTo>
                <a:cubicBezTo>
                  <a:pt x="1578003" y="108741"/>
                  <a:pt x="1579426" y="108614"/>
                  <a:pt x="1580340" y="108360"/>
                </a:cubicBezTo>
                <a:cubicBezTo>
                  <a:pt x="1581255" y="108105"/>
                  <a:pt x="1582171" y="107724"/>
                  <a:pt x="1583086" y="107217"/>
                </a:cubicBezTo>
                <a:lnTo>
                  <a:pt x="1583086" y="113470"/>
                </a:lnTo>
                <a:cubicBezTo>
                  <a:pt x="1581052" y="114386"/>
                  <a:pt x="1578510" y="115199"/>
                  <a:pt x="1575460" y="115909"/>
                </a:cubicBezTo>
                <a:cubicBezTo>
                  <a:pt x="1572410" y="116621"/>
                  <a:pt x="1569411" y="116977"/>
                  <a:pt x="1566463" y="116977"/>
                </a:cubicBezTo>
                <a:cubicBezTo>
                  <a:pt x="1553550" y="116977"/>
                  <a:pt x="1547094" y="109250"/>
                  <a:pt x="1547094" y="93796"/>
                </a:cubicBezTo>
                <a:cubicBezTo>
                  <a:pt x="1547094" y="90847"/>
                  <a:pt x="1547144" y="87517"/>
                  <a:pt x="1547245" y="83806"/>
                </a:cubicBezTo>
                <a:cubicBezTo>
                  <a:pt x="1547348" y="80095"/>
                  <a:pt x="1547475" y="76282"/>
                  <a:pt x="1547627" y="72368"/>
                </a:cubicBezTo>
                <a:cubicBezTo>
                  <a:pt x="1547779" y="68454"/>
                  <a:pt x="1547905" y="64590"/>
                  <a:pt x="1548006" y="60776"/>
                </a:cubicBezTo>
                <a:cubicBezTo>
                  <a:pt x="1548109" y="56963"/>
                  <a:pt x="1548160" y="53429"/>
                  <a:pt x="1548160" y="50176"/>
                </a:cubicBezTo>
                <a:lnTo>
                  <a:pt x="1537485" y="50330"/>
                </a:lnTo>
                <a:cubicBezTo>
                  <a:pt x="1537789" y="49109"/>
                  <a:pt x="1537941" y="47837"/>
                  <a:pt x="1537941" y="46515"/>
                </a:cubicBezTo>
                <a:cubicBezTo>
                  <a:pt x="1537941" y="45296"/>
                  <a:pt x="1537789" y="43924"/>
                  <a:pt x="1537485" y="42399"/>
                </a:cubicBezTo>
                <a:lnTo>
                  <a:pt x="1548160" y="42857"/>
                </a:lnTo>
                <a:cubicBezTo>
                  <a:pt x="1548160" y="39705"/>
                  <a:pt x="1548109" y="36756"/>
                  <a:pt x="1548006" y="34012"/>
                </a:cubicBezTo>
                <a:cubicBezTo>
                  <a:pt x="1547905" y="31265"/>
                  <a:pt x="1547753" y="27961"/>
                  <a:pt x="1547550" y="24098"/>
                </a:cubicBezTo>
                <a:cubicBezTo>
                  <a:pt x="1551109" y="22674"/>
                  <a:pt x="1554617" y="21173"/>
                  <a:pt x="1558074" y="19597"/>
                </a:cubicBezTo>
                <a:cubicBezTo>
                  <a:pt x="1561530" y="18021"/>
                  <a:pt x="1564988" y="16369"/>
                  <a:pt x="1568446" y="14640"/>
                </a:cubicBezTo>
                <a:lnTo>
                  <a:pt x="1569970" y="15708"/>
                </a:lnTo>
                <a:cubicBezTo>
                  <a:pt x="1569767" y="17336"/>
                  <a:pt x="1569588" y="19243"/>
                  <a:pt x="1569435" y="21429"/>
                </a:cubicBezTo>
                <a:cubicBezTo>
                  <a:pt x="1569283" y="23615"/>
                  <a:pt x="1569131" y="25902"/>
                  <a:pt x="1568979" y="28291"/>
                </a:cubicBezTo>
                <a:cubicBezTo>
                  <a:pt x="1568827" y="30681"/>
                  <a:pt x="1568725" y="33121"/>
                  <a:pt x="1568674" y="35613"/>
                </a:cubicBezTo>
                <a:cubicBezTo>
                  <a:pt x="1568623" y="38103"/>
                  <a:pt x="1568597" y="40466"/>
                  <a:pt x="1568597" y="42703"/>
                </a:cubicBezTo>
                <a:lnTo>
                  <a:pt x="1582018" y="42399"/>
                </a:lnTo>
                <a:close/>
                <a:moveTo>
                  <a:pt x="1652786" y="46211"/>
                </a:moveTo>
                <a:cubicBezTo>
                  <a:pt x="1651158" y="57904"/>
                  <a:pt x="1649937" y="69444"/>
                  <a:pt x="1649123" y="80832"/>
                </a:cubicBezTo>
                <a:cubicBezTo>
                  <a:pt x="1648310" y="92219"/>
                  <a:pt x="1647497" y="103607"/>
                  <a:pt x="1646684" y="114995"/>
                </a:cubicBezTo>
                <a:cubicBezTo>
                  <a:pt x="1645464" y="114791"/>
                  <a:pt x="1644244" y="114690"/>
                  <a:pt x="1643023" y="114690"/>
                </a:cubicBezTo>
                <a:cubicBezTo>
                  <a:pt x="1641804" y="114690"/>
                  <a:pt x="1640635" y="114690"/>
                  <a:pt x="1639516" y="114690"/>
                </a:cubicBezTo>
                <a:cubicBezTo>
                  <a:pt x="1638297" y="114690"/>
                  <a:pt x="1637102" y="114690"/>
                  <a:pt x="1635932" y="114690"/>
                </a:cubicBezTo>
                <a:cubicBezTo>
                  <a:pt x="1634762" y="114690"/>
                  <a:pt x="1633568" y="114791"/>
                  <a:pt x="1632348" y="114995"/>
                </a:cubicBezTo>
                <a:cubicBezTo>
                  <a:pt x="1635602" y="97507"/>
                  <a:pt x="1638499" y="80120"/>
                  <a:pt x="1641040" y="62836"/>
                </a:cubicBezTo>
                <a:cubicBezTo>
                  <a:pt x="1643583" y="45551"/>
                  <a:pt x="1645922" y="28012"/>
                  <a:pt x="1648057" y="10219"/>
                </a:cubicBezTo>
                <a:cubicBezTo>
                  <a:pt x="1649175" y="10422"/>
                  <a:pt x="1650217" y="10600"/>
                  <a:pt x="1651182" y="10754"/>
                </a:cubicBezTo>
                <a:cubicBezTo>
                  <a:pt x="1652149" y="10906"/>
                  <a:pt x="1653191" y="10982"/>
                  <a:pt x="1654310" y="10982"/>
                </a:cubicBezTo>
                <a:cubicBezTo>
                  <a:pt x="1655225" y="10982"/>
                  <a:pt x="1656191" y="10906"/>
                  <a:pt x="1657207" y="10754"/>
                </a:cubicBezTo>
                <a:cubicBezTo>
                  <a:pt x="1658223" y="10600"/>
                  <a:pt x="1659291" y="10422"/>
                  <a:pt x="1660409" y="10219"/>
                </a:cubicBezTo>
                <a:cubicBezTo>
                  <a:pt x="1663155" y="16319"/>
                  <a:pt x="1666028" y="22521"/>
                  <a:pt x="1669027" y="28824"/>
                </a:cubicBezTo>
                <a:cubicBezTo>
                  <a:pt x="1672026" y="35128"/>
                  <a:pt x="1675025" y="41406"/>
                  <a:pt x="1678024" y="47660"/>
                </a:cubicBezTo>
                <a:cubicBezTo>
                  <a:pt x="1681024" y="53913"/>
                  <a:pt x="1684024" y="60039"/>
                  <a:pt x="1687023" y="66038"/>
                </a:cubicBezTo>
                <a:cubicBezTo>
                  <a:pt x="1690023" y="72037"/>
                  <a:pt x="1692896" y="77731"/>
                  <a:pt x="1695640" y="83119"/>
                </a:cubicBezTo>
                <a:cubicBezTo>
                  <a:pt x="1701741" y="71732"/>
                  <a:pt x="1707815" y="59810"/>
                  <a:pt x="1713864" y="47355"/>
                </a:cubicBezTo>
                <a:cubicBezTo>
                  <a:pt x="1719915" y="34900"/>
                  <a:pt x="1725686" y="22522"/>
                  <a:pt x="1731176" y="10219"/>
                </a:cubicBezTo>
                <a:cubicBezTo>
                  <a:pt x="1733717" y="10727"/>
                  <a:pt x="1735903" y="10982"/>
                  <a:pt x="1737734" y="10982"/>
                </a:cubicBezTo>
                <a:cubicBezTo>
                  <a:pt x="1739462" y="10982"/>
                  <a:pt x="1741598" y="10727"/>
                  <a:pt x="1744141" y="10219"/>
                </a:cubicBezTo>
                <a:cubicBezTo>
                  <a:pt x="1745157" y="18963"/>
                  <a:pt x="1746249" y="28367"/>
                  <a:pt x="1747417" y="38433"/>
                </a:cubicBezTo>
                <a:cubicBezTo>
                  <a:pt x="1748587" y="48499"/>
                  <a:pt x="1749731" y="58336"/>
                  <a:pt x="1750850" y="67944"/>
                </a:cubicBezTo>
                <a:cubicBezTo>
                  <a:pt x="1751969" y="77552"/>
                  <a:pt x="1753087" y="86525"/>
                  <a:pt x="1754206" y="94862"/>
                </a:cubicBezTo>
                <a:cubicBezTo>
                  <a:pt x="1755324" y="103200"/>
                  <a:pt x="1756341" y="109910"/>
                  <a:pt x="1757257" y="114995"/>
                </a:cubicBezTo>
                <a:cubicBezTo>
                  <a:pt x="1755223" y="114791"/>
                  <a:pt x="1753163" y="114690"/>
                  <a:pt x="1751078" y="114690"/>
                </a:cubicBezTo>
                <a:cubicBezTo>
                  <a:pt x="1748994" y="114690"/>
                  <a:pt x="1746936" y="114690"/>
                  <a:pt x="1744902" y="114690"/>
                </a:cubicBezTo>
                <a:cubicBezTo>
                  <a:pt x="1742869" y="114690"/>
                  <a:pt x="1740785" y="114690"/>
                  <a:pt x="1738649" y="114690"/>
                </a:cubicBezTo>
                <a:cubicBezTo>
                  <a:pt x="1736514" y="114690"/>
                  <a:pt x="1734379" y="114791"/>
                  <a:pt x="1732244" y="114995"/>
                </a:cubicBezTo>
                <a:cubicBezTo>
                  <a:pt x="1731735" y="104522"/>
                  <a:pt x="1730896" y="93186"/>
                  <a:pt x="1729726" y="80985"/>
                </a:cubicBezTo>
                <a:cubicBezTo>
                  <a:pt x="1728558" y="68783"/>
                  <a:pt x="1727363" y="56684"/>
                  <a:pt x="1726142" y="44686"/>
                </a:cubicBezTo>
                <a:lnTo>
                  <a:pt x="1725838" y="44686"/>
                </a:lnTo>
                <a:cubicBezTo>
                  <a:pt x="1720043" y="56684"/>
                  <a:pt x="1714349" y="68478"/>
                  <a:pt x="1708756" y="80068"/>
                </a:cubicBezTo>
                <a:cubicBezTo>
                  <a:pt x="1703165" y="91659"/>
                  <a:pt x="1697624" y="103301"/>
                  <a:pt x="1692133" y="114995"/>
                </a:cubicBezTo>
                <a:cubicBezTo>
                  <a:pt x="1691624" y="114894"/>
                  <a:pt x="1691141" y="114818"/>
                  <a:pt x="1690683" y="114766"/>
                </a:cubicBezTo>
                <a:cubicBezTo>
                  <a:pt x="1690226" y="114715"/>
                  <a:pt x="1689743" y="114690"/>
                  <a:pt x="1689236" y="114690"/>
                </a:cubicBezTo>
                <a:cubicBezTo>
                  <a:pt x="1688727" y="114690"/>
                  <a:pt x="1688244" y="114715"/>
                  <a:pt x="1687786" y="114766"/>
                </a:cubicBezTo>
                <a:cubicBezTo>
                  <a:pt x="1687328" y="114818"/>
                  <a:pt x="1686846" y="114894"/>
                  <a:pt x="1686339" y="114995"/>
                </a:cubicBezTo>
                <a:cubicBezTo>
                  <a:pt x="1680848" y="103607"/>
                  <a:pt x="1675382" y="92219"/>
                  <a:pt x="1669941" y="80832"/>
                </a:cubicBezTo>
                <a:cubicBezTo>
                  <a:pt x="1664502" y="69444"/>
                  <a:pt x="1658885" y="57904"/>
                  <a:pt x="1653090" y="46211"/>
                </a:cubicBezTo>
                <a:lnTo>
                  <a:pt x="1652786" y="46211"/>
                </a:lnTo>
                <a:close/>
                <a:moveTo>
                  <a:pt x="1790199" y="78544"/>
                </a:moveTo>
                <a:cubicBezTo>
                  <a:pt x="1790199" y="82610"/>
                  <a:pt x="1790606" y="86423"/>
                  <a:pt x="1791419" y="89982"/>
                </a:cubicBezTo>
                <a:cubicBezTo>
                  <a:pt x="1792233" y="93541"/>
                  <a:pt x="1793479" y="96617"/>
                  <a:pt x="1795156" y="99209"/>
                </a:cubicBezTo>
                <a:cubicBezTo>
                  <a:pt x="1796833" y="101802"/>
                  <a:pt x="1798968" y="103836"/>
                  <a:pt x="1801561" y="105311"/>
                </a:cubicBezTo>
                <a:cubicBezTo>
                  <a:pt x="1804155" y="106785"/>
                  <a:pt x="1807180" y="107522"/>
                  <a:pt x="1810637" y="107522"/>
                </a:cubicBezTo>
                <a:cubicBezTo>
                  <a:pt x="1817652" y="107522"/>
                  <a:pt x="1823905" y="105234"/>
                  <a:pt x="1829396" y="100659"/>
                </a:cubicBezTo>
                <a:lnTo>
                  <a:pt x="1831225" y="102032"/>
                </a:lnTo>
                <a:lnTo>
                  <a:pt x="1827869" y="110573"/>
                </a:lnTo>
                <a:cubicBezTo>
                  <a:pt x="1825328" y="112504"/>
                  <a:pt x="1822278" y="114054"/>
                  <a:pt x="1818719" y="115223"/>
                </a:cubicBezTo>
                <a:cubicBezTo>
                  <a:pt x="1815160" y="116392"/>
                  <a:pt x="1810483" y="116977"/>
                  <a:pt x="1804688" y="116977"/>
                </a:cubicBezTo>
                <a:cubicBezTo>
                  <a:pt x="1799707" y="116977"/>
                  <a:pt x="1794979" y="116291"/>
                  <a:pt x="1790504" y="114918"/>
                </a:cubicBezTo>
                <a:cubicBezTo>
                  <a:pt x="1786031" y="113546"/>
                  <a:pt x="1782092" y="111284"/>
                  <a:pt x="1778685" y="108132"/>
                </a:cubicBezTo>
                <a:cubicBezTo>
                  <a:pt x="1775279" y="104979"/>
                  <a:pt x="1772585" y="100988"/>
                  <a:pt x="1770602" y="96158"/>
                </a:cubicBezTo>
                <a:cubicBezTo>
                  <a:pt x="1768620" y="91329"/>
                  <a:pt x="1767628" y="85559"/>
                  <a:pt x="1767628" y="78849"/>
                </a:cubicBezTo>
                <a:cubicBezTo>
                  <a:pt x="1767628" y="72240"/>
                  <a:pt x="1768517" y="66496"/>
                  <a:pt x="1770295" y="61616"/>
                </a:cubicBezTo>
                <a:cubicBezTo>
                  <a:pt x="1772075" y="56736"/>
                  <a:pt x="1774541" y="52668"/>
                  <a:pt x="1777693" y="49415"/>
                </a:cubicBezTo>
                <a:cubicBezTo>
                  <a:pt x="1780846" y="46160"/>
                  <a:pt x="1784582" y="43720"/>
                  <a:pt x="1788903" y="42094"/>
                </a:cubicBezTo>
                <a:cubicBezTo>
                  <a:pt x="1793224" y="40466"/>
                  <a:pt x="1797926" y="39653"/>
                  <a:pt x="1803010" y="39653"/>
                </a:cubicBezTo>
                <a:cubicBezTo>
                  <a:pt x="1813076" y="39653"/>
                  <a:pt x="1820778" y="42601"/>
                  <a:pt x="1826114" y="48498"/>
                </a:cubicBezTo>
                <a:cubicBezTo>
                  <a:pt x="1831453" y="54395"/>
                  <a:pt x="1834122" y="62733"/>
                  <a:pt x="1834122" y="73510"/>
                </a:cubicBezTo>
                <a:lnTo>
                  <a:pt x="1834122" y="76715"/>
                </a:lnTo>
                <a:cubicBezTo>
                  <a:pt x="1834122" y="77629"/>
                  <a:pt x="1834072" y="78239"/>
                  <a:pt x="1833971" y="78544"/>
                </a:cubicBezTo>
                <a:lnTo>
                  <a:pt x="1790199" y="78544"/>
                </a:lnTo>
                <a:moveTo>
                  <a:pt x="1813687" y="71681"/>
                </a:moveTo>
                <a:cubicBezTo>
                  <a:pt x="1813483" y="64056"/>
                  <a:pt x="1812542" y="57956"/>
                  <a:pt x="1810865" y="53381"/>
                </a:cubicBezTo>
                <a:cubicBezTo>
                  <a:pt x="1809187" y="48804"/>
                  <a:pt x="1806366" y="46515"/>
                  <a:pt x="1802401" y="46515"/>
                </a:cubicBezTo>
                <a:cubicBezTo>
                  <a:pt x="1800163" y="46515"/>
                  <a:pt x="1798282" y="47278"/>
                  <a:pt x="1796757" y="48803"/>
                </a:cubicBezTo>
                <a:cubicBezTo>
                  <a:pt x="1795232" y="50328"/>
                  <a:pt x="1794012" y="52286"/>
                  <a:pt x="1793097" y="54677"/>
                </a:cubicBezTo>
                <a:cubicBezTo>
                  <a:pt x="1792181" y="57066"/>
                  <a:pt x="1791495" y="59760"/>
                  <a:pt x="1791037" y="62759"/>
                </a:cubicBezTo>
                <a:cubicBezTo>
                  <a:pt x="1790581" y="65758"/>
                  <a:pt x="1790302" y="68732"/>
                  <a:pt x="1790199" y="71681"/>
                </a:cubicBezTo>
                <a:lnTo>
                  <a:pt x="1813687" y="71681"/>
                </a:lnTo>
                <a:close/>
                <a:moveTo>
                  <a:pt x="1883842" y="91814"/>
                </a:moveTo>
                <a:cubicBezTo>
                  <a:pt x="1883842" y="87442"/>
                  <a:pt x="1883868" y="84112"/>
                  <a:pt x="1883919" y="81823"/>
                </a:cubicBezTo>
                <a:cubicBezTo>
                  <a:pt x="1883970" y="79535"/>
                  <a:pt x="1883996" y="77526"/>
                  <a:pt x="1883996" y="75798"/>
                </a:cubicBezTo>
                <a:cubicBezTo>
                  <a:pt x="1881859" y="77019"/>
                  <a:pt x="1879596" y="78011"/>
                  <a:pt x="1877207" y="78775"/>
                </a:cubicBezTo>
                <a:cubicBezTo>
                  <a:pt x="1874818" y="79536"/>
                  <a:pt x="1872632" y="80502"/>
                  <a:pt x="1870649" y="81672"/>
                </a:cubicBezTo>
                <a:cubicBezTo>
                  <a:pt x="1868667" y="82840"/>
                  <a:pt x="1867040" y="84441"/>
                  <a:pt x="1865769" y="86475"/>
                </a:cubicBezTo>
                <a:cubicBezTo>
                  <a:pt x="1864499" y="88509"/>
                  <a:pt x="1863863" y="91458"/>
                  <a:pt x="1863863" y="95321"/>
                </a:cubicBezTo>
                <a:cubicBezTo>
                  <a:pt x="1863863" y="99083"/>
                  <a:pt x="1864651" y="101955"/>
                  <a:pt x="1866228" y="103938"/>
                </a:cubicBezTo>
                <a:cubicBezTo>
                  <a:pt x="1867804" y="105921"/>
                  <a:pt x="1869913" y="106912"/>
                  <a:pt x="1872555" y="106912"/>
                </a:cubicBezTo>
                <a:cubicBezTo>
                  <a:pt x="1875911" y="106912"/>
                  <a:pt x="1878631" y="105642"/>
                  <a:pt x="1880714" y="103100"/>
                </a:cubicBezTo>
                <a:cubicBezTo>
                  <a:pt x="1882799" y="100558"/>
                  <a:pt x="1883842" y="96795"/>
                  <a:pt x="1883842" y="91814"/>
                </a:cubicBezTo>
                <a:moveTo>
                  <a:pt x="1847696" y="50330"/>
                </a:moveTo>
                <a:cubicBezTo>
                  <a:pt x="1851968" y="46873"/>
                  <a:pt x="1856568" y="44229"/>
                  <a:pt x="1861499" y="42399"/>
                </a:cubicBezTo>
                <a:cubicBezTo>
                  <a:pt x="1866431" y="40568"/>
                  <a:pt x="1871337" y="39653"/>
                  <a:pt x="1876216" y="39653"/>
                </a:cubicBezTo>
                <a:cubicBezTo>
                  <a:pt x="1880284" y="39653"/>
                  <a:pt x="1884020" y="40110"/>
                  <a:pt x="1887426" y="41026"/>
                </a:cubicBezTo>
                <a:cubicBezTo>
                  <a:pt x="1890833" y="41941"/>
                  <a:pt x="1893781" y="43390"/>
                  <a:pt x="1896271" y="45373"/>
                </a:cubicBezTo>
                <a:cubicBezTo>
                  <a:pt x="1898763" y="47355"/>
                  <a:pt x="1900695" y="49923"/>
                  <a:pt x="1902066" y="53076"/>
                </a:cubicBezTo>
                <a:cubicBezTo>
                  <a:pt x="1903439" y="56227"/>
                  <a:pt x="1904126" y="60039"/>
                  <a:pt x="1904126" y="64514"/>
                </a:cubicBezTo>
                <a:cubicBezTo>
                  <a:pt x="1904126" y="71020"/>
                  <a:pt x="1904050" y="77045"/>
                  <a:pt x="1903897" y="82586"/>
                </a:cubicBezTo>
                <a:cubicBezTo>
                  <a:pt x="1903745" y="88127"/>
                  <a:pt x="1903669" y="93642"/>
                  <a:pt x="1903669" y="99133"/>
                </a:cubicBezTo>
                <a:cubicBezTo>
                  <a:pt x="1903669" y="101573"/>
                  <a:pt x="1903847" y="103480"/>
                  <a:pt x="1904202" y="104853"/>
                </a:cubicBezTo>
                <a:cubicBezTo>
                  <a:pt x="1904559" y="106226"/>
                  <a:pt x="1905093" y="107268"/>
                  <a:pt x="1905803" y="107980"/>
                </a:cubicBezTo>
                <a:cubicBezTo>
                  <a:pt x="1906516" y="108691"/>
                  <a:pt x="1907456" y="109148"/>
                  <a:pt x="1908624" y="109351"/>
                </a:cubicBezTo>
                <a:cubicBezTo>
                  <a:pt x="1909794" y="109554"/>
                  <a:pt x="1911141" y="109656"/>
                  <a:pt x="1912666" y="109656"/>
                </a:cubicBezTo>
                <a:lnTo>
                  <a:pt x="1912666" y="113317"/>
                </a:lnTo>
                <a:cubicBezTo>
                  <a:pt x="1909719" y="114538"/>
                  <a:pt x="1907228" y="115453"/>
                  <a:pt x="1905194" y="116063"/>
                </a:cubicBezTo>
                <a:cubicBezTo>
                  <a:pt x="1903160" y="116672"/>
                  <a:pt x="1900974" y="116977"/>
                  <a:pt x="1898636" y="116977"/>
                </a:cubicBezTo>
                <a:cubicBezTo>
                  <a:pt x="1894874" y="116977"/>
                  <a:pt x="1891823" y="116063"/>
                  <a:pt x="1889485" y="114234"/>
                </a:cubicBezTo>
                <a:cubicBezTo>
                  <a:pt x="1887147" y="112403"/>
                  <a:pt x="1885368" y="109759"/>
                  <a:pt x="1884147" y="106303"/>
                </a:cubicBezTo>
                <a:cubicBezTo>
                  <a:pt x="1881809" y="109556"/>
                  <a:pt x="1879089" y="112148"/>
                  <a:pt x="1875988" y="114080"/>
                </a:cubicBezTo>
                <a:cubicBezTo>
                  <a:pt x="1872886" y="116012"/>
                  <a:pt x="1868998" y="116977"/>
                  <a:pt x="1864322" y="116977"/>
                </a:cubicBezTo>
                <a:cubicBezTo>
                  <a:pt x="1860457" y="116977"/>
                  <a:pt x="1857152" y="116468"/>
                  <a:pt x="1854406" y="115451"/>
                </a:cubicBezTo>
                <a:cubicBezTo>
                  <a:pt x="1851661" y="114434"/>
                  <a:pt x="1849399" y="112986"/>
                  <a:pt x="1847620" y="111106"/>
                </a:cubicBezTo>
                <a:cubicBezTo>
                  <a:pt x="1845840" y="109224"/>
                  <a:pt x="1844544" y="107088"/>
                  <a:pt x="1843731" y="104699"/>
                </a:cubicBezTo>
                <a:cubicBezTo>
                  <a:pt x="1842918" y="102310"/>
                  <a:pt x="1842512" y="99895"/>
                  <a:pt x="1842512" y="97455"/>
                </a:cubicBezTo>
                <a:cubicBezTo>
                  <a:pt x="1842512" y="94100"/>
                  <a:pt x="1843045" y="91203"/>
                  <a:pt x="1844113" y="88763"/>
                </a:cubicBezTo>
                <a:cubicBezTo>
                  <a:pt x="1845180" y="86322"/>
                  <a:pt x="1846705" y="84238"/>
                  <a:pt x="1848688" y="82510"/>
                </a:cubicBezTo>
                <a:cubicBezTo>
                  <a:pt x="1850671" y="80781"/>
                  <a:pt x="1853034" y="79332"/>
                  <a:pt x="1855779" y="78162"/>
                </a:cubicBezTo>
                <a:cubicBezTo>
                  <a:pt x="1858525" y="76993"/>
                  <a:pt x="1861626" y="76001"/>
                  <a:pt x="1865083" y="75188"/>
                </a:cubicBezTo>
                <a:cubicBezTo>
                  <a:pt x="1869354" y="74172"/>
                  <a:pt x="1872734" y="73283"/>
                  <a:pt x="1875224" y="72521"/>
                </a:cubicBezTo>
                <a:cubicBezTo>
                  <a:pt x="1877716" y="71758"/>
                  <a:pt x="1879572" y="70996"/>
                  <a:pt x="1880791" y="70234"/>
                </a:cubicBezTo>
                <a:cubicBezTo>
                  <a:pt x="1882012" y="69471"/>
                  <a:pt x="1882800" y="68631"/>
                  <a:pt x="1883155" y="67716"/>
                </a:cubicBezTo>
                <a:cubicBezTo>
                  <a:pt x="1883512" y="66800"/>
                  <a:pt x="1883691" y="65682"/>
                  <a:pt x="1883691" y="64360"/>
                </a:cubicBezTo>
                <a:cubicBezTo>
                  <a:pt x="1883691" y="60700"/>
                  <a:pt x="1882394" y="57574"/>
                  <a:pt x="1879800" y="54982"/>
                </a:cubicBezTo>
                <a:cubicBezTo>
                  <a:pt x="1877207" y="52388"/>
                  <a:pt x="1873623" y="51091"/>
                  <a:pt x="1869048" y="51091"/>
                </a:cubicBezTo>
                <a:cubicBezTo>
                  <a:pt x="1867320" y="51091"/>
                  <a:pt x="1865540" y="51319"/>
                  <a:pt x="1863710" y="51777"/>
                </a:cubicBezTo>
                <a:cubicBezTo>
                  <a:pt x="1861881" y="52235"/>
                  <a:pt x="1860127" y="52871"/>
                  <a:pt x="1858448" y="53685"/>
                </a:cubicBezTo>
                <a:cubicBezTo>
                  <a:pt x="1856771" y="54498"/>
                  <a:pt x="1855246" y="55388"/>
                  <a:pt x="1853873" y="56355"/>
                </a:cubicBezTo>
                <a:cubicBezTo>
                  <a:pt x="1852501" y="57320"/>
                  <a:pt x="1851459" y="58361"/>
                  <a:pt x="1850747" y="59480"/>
                </a:cubicBezTo>
                <a:lnTo>
                  <a:pt x="1849679" y="59480"/>
                </a:lnTo>
                <a:lnTo>
                  <a:pt x="1847696" y="50330"/>
                </a:lnTo>
                <a:close/>
                <a:moveTo>
                  <a:pt x="1925630" y="96235"/>
                </a:moveTo>
                <a:cubicBezTo>
                  <a:pt x="1926240" y="97863"/>
                  <a:pt x="1927027" y="99413"/>
                  <a:pt x="1927992" y="100887"/>
                </a:cubicBezTo>
                <a:cubicBezTo>
                  <a:pt x="1928959" y="102361"/>
                  <a:pt x="1930153" y="103683"/>
                  <a:pt x="1931576" y="104853"/>
                </a:cubicBezTo>
                <a:cubicBezTo>
                  <a:pt x="1933000" y="106023"/>
                  <a:pt x="1934704" y="106963"/>
                  <a:pt x="1936687" y="107676"/>
                </a:cubicBezTo>
                <a:cubicBezTo>
                  <a:pt x="1938669" y="108386"/>
                  <a:pt x="1940982" y="108741"/>
                  <a:pt x="1943626" y="108741"/>
                </a:cubicBezTo>
                <a:cubicBezTo>
                  <a:pt x="1947185" y="108741"/>
                  <a:pt x="1949930" y="107827"/>
                  <a:pt x="1951862" y="105998"/>
                </a:cubicBezTo>
                <a:cubicBezTo>
                  <a:pt x="1953794" y="104167"/>
                  <a:pt x="1954759" y="102184"/>
                  <a:pt x="1954759" y="100049"/>
                </a:cubicBezTo>
                <a:cubicBezTo>
                  <a:pt x="1954759" y="97710"/>
                  <a:pt x="1953895" y="95829"/>
                  <a:pt x="1952167" y="94406"/>
                </a:cubicBezTo>
                <a:cubicBezTo>
                  <a:pt x="1950439" y="92982"/>
                  <a:pt x="1948278" y="91686"/>
                  <a:pt x="1945686" y="90517"/>
                </a:cubicBezTo>
                <a:cubicBezTo>
                  <a:pt x="1943093" y="89348"/>
                  <a:pt x="1940272" y="88153"/>
                  <a:pt x="1937222" y="86934"/>
                </a:cubicBezTo>
                <a:cubicBezTo>
                  <a:pt x="1934172" y="85713"/>
                  <a:pt x="1931350" y="84162"/>
                  <a:pt x="1928756" y="82282"/>
                </a:cubicBezTo>
                <a:cubicBezTo>
                  <a:pt x="1926163" y="80400"/>
                  <a:pt x="1924003" y="78035"/>
                  <a:pt x="1922274" y="75188"/>
                </a:cubicBezTo>
                <a:cubicBezTo>
                  <a:pt x="1920546" y="72341"/>
                  <a:pt x="1919682" y="68682"/>
                  <a:pt x="1919682" y="64209"/>
                </a:cubicBezTo>
                <a:cubicBezTo>
                  <a:pt x="1919682" y="59938"/>
                  <a:pt x="1920470" y="56251"/>
                  <a:pt x="1922046" y="53150"/>
                </a:cubicBezTo>
                <a:cubicBezTo>
                  <a:pt x="1923623" y="50049"/>
                  <a:pt x="1925681" y="47507"/>
                  <a:pt x="1928223" y="45524"/>
                </a:cubicBezTo>
                <a:cubicBezTo>
                  <a:pt x="1930764" y="43541"/>
                  <a:pt x="1933636" y="42067"/>
                  <a:pt x="1936838" y="41102"/>
                </a:cubicBezTo>
                <a:cubicBezTo>
                  <a:pt x="1940042" y="40136"/>
                  <a:pt x="1943220" y="39653"/>
                  <a:pt x="1946372" y="39653"/>
                </a:cubicBezTo>
                <a:cubicBezTo>
                  <a:pt x="1950642" y="39653"/>
                  <a:pt x="1954429" y="40263"/>
                  <a:pt x="1957733" y="41484"/>
                </a:cubicBezTo>
                <a:cubicBezTo>
                  <a:pt x="1961038" y="42703"/>
                  <a:pt x="1964419" y="44482"/>
                  <a:pt x="1967875" y="46820"/>
                </a:cubicBezTo>
                <a:cubicBezTo>
                  <a:pt x="1966961" y="48854"/>
                  <a:pt x="1966199" y="51041"/>
                  <a:pt x="1965588" y="53381"/>
                </a:cubicBezTo>
                <a:cubicBezTo>
                  <a:pt x="1964978" y="55719"/>
                  <a:pt x="1964521" y="58006"/>
                  <a:pt x="1964217" y="60243"/>
                </a:cubicBezTo>
                <a:lnTo>
                  <a:pt x="1959947" y="60243"/>
                </a:lnTo>
                <a:cubicBezTo>
                  <a:pt x="1959641" y="59022"/>
                  <a:pt x="1959132" y="57675"/>
                  <a:pt x="1958420" y="56201"/>
                </a:cubicBezTo>
                <a:cubicBezTo>
                  <a:pt x="1957708" y="54727"/>
                  <a:pt x="1956742" y="53329"/>
                  <a:pt x="1955523" y="52007"/>
                </a:cubicBezTo>
                <a:cubicBezTo>
                  <a:pt x="1954303" y="50686"/>
                  <a:pt x="1952829" y="49593"/>
                  <a:pt x="1951099" y="48729"/>
                </a:cubicBezTo>
                <a:cubicBezTo>
                  <a:pt x="1949370" y="47864"/>
                  <a:pt x="1947287" y="47432"/>
                  <a:pt x="1944848" y="47432"/>
                </a:cubicBezTo>
                <a:cubicBezTo>
                  <a:pt x="1941796" y="47432"/>
                  <a:pt x="1939228" y="48246"/>
                  <a:pt x="1937143" y="49873"/>
                </a:cubicBezTo>
                <a:cubicBezTo>
                  <a:pt x="1935059" y="51499"/>
                  <a:pt x="1934017" y="53634"/>
                  <a:pt x="1934017" y="56278"/>
                </a:cubicBezTo>
                <a:cubicBezTo>
                  <a:pt x="1934017" y="58718"/>
                  <a:pt x="1934907" y="60675"/>
                  <a:pt x="1936687" y="62149"/>
                </a:cubicBezTo>
                <a:cubicBezTo>
                  <a:pt x="1938466" y="63623"/>
                  <a:pt x="1940678" y="64919"/>
                  <a:pt x="1943321" y="66038"/>
                </a:cubicBezTo>
                <a:cubicBezTo>
                  <a:pt x="1945965" y="67157"/>
                  <a:pt x="1948862" y="68275"/>
                  <a:pt x="1952013" y="69394"/>
                </a:cubicBezTo>
                <a:cubicBezTo>
                  <a:pt x="1955166" y="70512"/>
                  <a:pt x="1958064" y="71961"/>
                  <a:pt x="1960708" y="73741"/>
                </a:cubicBezTo>
                <a:cubicBezTo>
                  <a:pt x="1963351" y="75519"/>
                  <a:pt x="1965563" y="77831"/>
                  <a:pt x="1967342" y="80678"/>
                </a:cubicBezTo>
                <a:cubicBezTo>
                  <a:pt x="1969122" y="83525"/>
                  <a:pt x="1970012" y="87186"/>
                  <a:pt x="1970012" y="91660"/>
                </a:cubicBezTo>
                <a:cubicBezTo>
                  <a:pt x="1970012" y="96134"/>
                  <a:pt x="1969198" y="99973"/>
                  <a:pt x="1967570" y="103175"/>
                </a:cubicBezTo>
                <a:cubicBezTo>
                  <a:pt x="1965944" y="106377"/>
                  <a:pt x="1963758" y="109021"/>
                  <a:pt x="1961012" y="111106"/>
                </a:cubicBezTo>
                <a:cubicBezTo>
                  <a:pt x="1958268" y="113189"/>
                  <a:pt x="1955142" y="114689"/>
                  <a:pt x="1951634" y="115604"/>
                </a:cubicBezTo>
                <a:cubicBezTo>
                  <a:pt x="1948126" y="116520"/>
                  <a:pt x="1944441" y="116977"/>
                  <a:pt x="1940578" y="116977"/>
                </a:cubicBezTo>
                <a:cubicBezTo>
                  <a:pt x="1936001" y="116977"/>
                  <a:pt x="1931882" y="116316"/>
                  <a:pt x="1928223" y="114995"/>
                </a:cubicBezTo>
                <a:cubicBezTo>
                  <a:pt x="1924563" y="113673"/>
                  <a:pt x="1921665" y="112300"/>
                  <a:pt x="1919531" y="110878"/>
                </a:cubicBezTo>
                <a:cubicBezTo>
                  <a:pt x="1920750" y="105997"/>
                  <a:pt x="1921513" y="101116"/>
                  <a:pt x="1921818" y="96235"/>
                </a:cubicBezTo>
                <a:lnTo>
                  <a:pt x="1925630" y="96235"/>
                </a:lnTo>
                <a:close/>
                <a:moveTo>
                  <a:pt x="2029491" y="104013"/>
                </a:moveTo>
                <a:cubicBezTo>
                  <a:pt x="2026644" y="108284"/>
                  <a:pt x="2023314" y="111512"/>
                  <a:pt x="2019501" y="113698"/>
                </a:cubicBezTo>
                <a:cubicBezTo>
                  <a:pt x="2015689" y="115884"/>
                  <a:pt x="2011343" y="116977"/>
                  <a:pt x="2006464" y="116977"/>
                </a:cubicBezTo>
                <a:cubicBezTo>
                  <a:pt x="1998837" y="116977"/>
                  <a:pt x="1992965" y="114842"/>
                  <a:pt x="1988847" y="110573"/>
                </a:cubicBezTo>
                <a:cubicBezTo>
                  <a:pt x="1984730" y="106302"/>
                  <a:pt x="1982671" y="99235"/>
                  <a:pt x="1982671" y="89372"/>
                </a:cubicBezTo>
                <a:cubicBezTo>
                  <a:pt x="1982671" y="84188"/>
                  <a:pt x="1982772" y="79612"/>
                  <a:pt x="1982976" y="75647"/>
                </a:cubicBezTo>
                <a:cubicBezTo>
                  <a:pt x="1983179" y="71681"/>
                  <a:pt x="1983281" y="67716"/>
                  <a:pt x="1983281" y="63750"/>
                </a:cubicBezTo>
                <a:cubicBezTo>
                  <a:pt x="1983281" y="60497"/>
                  <a:pt x="1983204" y="56964"/>
                  <a:pt x="1983050" y="53152"/>
                </a:cubicBezTo>
                <a:cubicBezTo>
                  <a:pt x="1982898" y="49339"/>
                  <a:pt x="1982720" y="45500"/>
                  <a:pt x="1982517" y="41635"/>
                </a:cubicBezTo>
                <a:cubicBezTo>
                  <a:pt x="1983839" y="41839"/>
                  <a:pt x="1985517" y="42017"/>
                  <a:pt x="1987551" y="42171"/>
                </a:cubicBezTo>
                <a:cubicBezTo>
                  <a:pt x="1989585" y="42323"/>
                  <a:pt x="1991720" y="42399"/>
                  <a:pt x="1993958" y="42399"/>
                </a:cubicBezTo>
                <a:cubicBezTo>
                  <a:pt x="1996193" y="42399"/>
                  <a:pt x="1998328" y="42323"/>
                  <a:pt x="2000362" y="42171"/>
                </a:cubicBezTo>
                <a:cubicBezTo>
                  <a:pt x="2002396" y="42017"/>
                  <a:pt x="2004074" y="41839"/>
                  <a:pt x="2005396" y="41635"/>
                </a:cubicBezTo>
                <a:cubicBezTo>
                  <a:pt x="2004683" y="47126"/>
                  <a:pt x="2004226" y="53481"/>
                  <a:pt x="2004023" y="60699"/>
                </a:cubicBezTo>
                <a:cubicBezTo>
                  <a:pt x="2003819" y="67918"/>
                  <a:pt x="2003718" y="76154"/>
                  <a:pt x="2003718" y="85407"/>
                </a:cubicBezTo>
                <a:cubicBezTo>
                  <a:pt x="2003718" y="91813"/>
                  <a:pt x="2004811" y="96515"/>
                  <a:pt x="2006997" y="99514"/>
                </a:cubicBezTo>
                <a:cubicBezTo>
                  <a:pt x="2009183" y="102513"/>
                  <a:pt x="2012258" y="104013"/>
                  <a:pt x="2016224" y="104013"/>
                </a:cubicBezTo>
                <a:cubicBezTo>
                  <a:pt x="2020799" y="104013"/>
                  <a:pt x="2024154" y="102031"/>
                  <a:pt x="2026289" y="98067"/>
                </a:cubicBezTo>
                <a:cubicBezTo>
                  <a:pt x="2028424" y="94101"/>
                  <a:pt x="2029491" y="88611"/>
                  <a:pt x="2029491" y="81595"/>
                </a:cubicBezTo>
                <a:lnTo>
                  <a:pt x="2029491" y="75493"/>
                </a:lnTo>
                <a:cubicBezTo>
                  <a:pt x="2029491" y="69292"/>
                  <a:pt x="2029415" y="63472"/>
                  <a:pt x="2029263" y="58033"/>
                </a:cubicBezTo>
                <a:cubicBezTo>
                  <a:pt x="2029111" y="52592"/>
                  <a:pt x="2028781" y="47126"/>
                  <a:pt x="2028272" y="41635"/>
                </a:cubicBezTo>
                <a:cubicBezTo>
                  <a:pt x="2031119" y="42144"/>
                  <a:pt x="2034931" y="42399"/>
                  <a:pt x="2039710" y="42399"/>
                </a:cubicBezTo>
                <a:cubicBezTo>
                  <a:pt x="2042049" y="42399"/>
                  <a:pt x="2044185" y="42323"/>
                  <a:pt x="2046116" y="42171"/>
                </a:cubicBezTo>
                <a:cubicBezTo>
                  <a:pt x="2048048" y="42017"/>
                  <a:pt x="2049726" y="41839"/>
                  <a:pt x="2051150" y="41635"/>
                </a:cubicBezTo>
                <a:cubicBezTo>
                  <a:pt x="2050641" y="47126"/>
                  <a:pt x="2050310" y="52592"/>
                  <a:pt x="2050156" y="58033"/>
                </a:cubicBezTo>
                <a:cubicBezTo>
                  <a:pt x="2050004" y="63472"/>
                  <a:pt x="2049928" y="69292"/>
                  <a:pt x="2049928" y="75493"/>
                </a:cubicBezTo>
                <a:lnTo>
                  <a:pt x="2049928" y="81595"/>
                </a:lnTo>
                <a:cubicBezTo>
                  <a:pt x="2049928" y="87796"/>
                  <a:pt x="2050004" y="93642"/>
                  <a:pt x="2050156" y="99133"/>
                </a:cubicBezTo>
                <a:cubicBezTo>
                  <a:pt x="2050310" y="104623"/>
                  <a:pt x="2050641" y="109910"/>
                  <a:pt x="2051150" y="114995"/>
                </a:cubicBezTo>
                <a:cubicBezTo>
                  <a:pt x="2049319" y="114791"/>
                  <a:pt x="2047514" y="114690"/>
                  <a:pt x="2045735" y="114690"/>
                </a:cubicBezTo>
                <a:cubicBezTo>
                  <a:pt x="2043955" y="114690"/>
                  <a:pt x="2042151" y="114690"/>
                  <a:pt x="2040322" y="114690"/>
                </a:cubicBezTo>
                <a:cubicBezTo>
                  <a:pt x="2038491" y="114690"/>
                  <a:pt x="2036686" y="114690"/>
                  <a:pt x="2034906" y="114690"/>
                </a:cubicBezTo>
                <a:cubicBezTo>
                  <a:pt x="2033127" y="114690"/>
                  <a:pt x="2031220" y="114791"/>
                  <a:pt x="2029186" y="114995"/>
                </a:cubicBezTo>
                <a:lnTo>
                  <a:pt x="2029798" y="104013"/>
                </a:lnTo>
                <a:lnTo>
                  <a:pt x="2029491" y="104013"/>
                </a:lnTo>
                <a:close/>
                <a:moveTo>
                  <a:pt x="2089278" y="60548"/>
                </a:moveTo>
                <a:cubicBezTo>
                  <a:pt x="2091922" y="53533"/>
                  <a:pt x="2095124" y="48372"/>
                  <a:pt x="2098884" y="45068"/>
                </a:cubicBezTo>
                <a:cubicBezTo>
                  <a:pt x="2102647" y="41763"/>
                  <a:pt x="2107121" y="40111"/>
                  <a:pt x="2112308" y="40111"/>
                </a:cubicBezTo>
                <a:cubicBezTo>
                  <a:pt x="2112815" y="40111"/>
                  <a:pt x="2113246" y="40137"/>
                  <a:pt x="2113601" y="40188"/>
                </a:cubicBezTo>
                <a:cubicBezTo>
                  <a:pt x="2113958" y="40237"/>
                  <a:pt x="2114340" y="40262"/>
                  <a:pt x="2114746" y="40262"/>
                </a:cubicBezTo>
                <a:cubicBezTo>
                  <a:pt x="2114441" y="41787"/>
                  <a:pt x="2114212" y="43415"/>
                  <a:pt x="2114060" y="45145"/>
                </a:cubicBezTo>
                <a:cubicBezTo>
                  <a:pt x="2113908" y="46873"/>
                  <a:pt x="2113832" y="48906"/>
                  <a:pt x="2113832" y="51244"/>
                </a:cubicBezTo>
                <a:lnTo>
                  <a:pt x="2113832" y="56124"/>
                </a:lnTo>
                <a:cubicBezTo>
                  <a:pt x="2113832" y="56937"/>
                  <a:pt x="2113832" y="57801"/>
                  <a:pt x="2113832" y="58717"/>
                </a:cubicBezTo>
                <a:cubicBezTo>
                  <a:pt x="2113832" y="59632"/>
                  <a:pt x="2113882" y="60496"/>
                  <a:pt x="2113983" y="61309"/>
                </a:cubicBezTo>
                <a:lnTo>
                  <a:pt x="2112612" y="62531"/>
                </a:lnTo>
                <a:cubicBezTo>
                  <a:pt x="2111595" y="61920"/>
                  <a:pt x="2110450" y="61411"/>
                  <a:pt x="2109180" y="61004"/>
                </a:cubicBezTo>
                <a:cubicBezTo>
                  <a:pt x="2107909" y="60598"/>
                  <a:pt x="2106460" y="60395"/>
                  <a:pt x="2104833" y="60395"/>
                </a:cubicBezTo>
                <a:cubicBezTo>
                  <a:pt x="2100257" y="60395"/>
                  <a:pt x="2096648" y="61895"/>
                  <a:pt x="2094004" y="64895"/>
                </a:cubicBezTo>
                <a:cubicBezTo>
                  <a:pt x="2091361" y="67894"/>
                  <a:pt x="2090039" y="71427"/>
                  <a:pt x="2090039" y="75493"/>
                </a:cubicBezTo>
                <a:lnTo>
                  <a:pt x="2090039" y="81595"/>
                </a:lnTo>
                <a:cubicBezTo>
                  <a:pt x="2090039" y="87796"/>
                  <a:pt x="2090115" y="93642"/>
                  <a:pt x="2090267" y="99133"/>
                </a:cubicBezTo>
                <a:cubicBezTo>
                  <a:pt x="2090421" y="104623"/>
                  <a:pt x="2090752" y="109910"/>
                  <a:pt x="2091261" y="114995"/>
                </a:cubicBezTo>
                <a:cubicBezTo>
                  <a:pt x="2089939" y="114791"/>
                  <a:pt x="2088287" y="114690"/>
                  <a:pt x="2086304" y="114690"/>
                </a:cubicBezTo>
                <a:cubicBezTo>
                  <a:pt x="2084321" y="114690"/>
                  <a:pt x="2082160" y="114690"/>
                  <a:pt x="2079820" y="114690"/>
                </a:cubicBezTo>
                <a:cubicBezTo>
                  <a:pt x="2077482" y="114690"/>
                  <a:pt x="2075347" y="114690"/>
                  <a:pt x="2073416" y="114690"/>
                </a:cubicBezTo>
                <a:cubicBezTo>
                  <a:pt x="2071484" y="114690"/>
                  <a:pt x="2069807" y="114791"/>
                  <a:pt x="2068382" y="114995"/>
                </a:cubicBezTo>
                <a:cubicBezTo>
                  <a:pt x="2068891" y="109910"/>
                  <a:pt x="2069222" y="104623"/>
                  <a:pt x="2069374" y="99133"/>
                </a:cubicBezTo>
                <a:cubicBezTo>
                  <a:pt x="2069526" y="93642"/>
                  <a:pt x="2069602" y="87796"/>
                  <a:pt x="2069602" y="81595"/>
                </a:cubicBezTo>
                <a:lnTo>
                  <a:pt x="2069602" y="75493"/>
                </a:lnTo>
                <a:cubicBezTo>
                  <a:pt x="2069602" y="69292"/>
                  <a:pt x="2069526" y="63472"/>
                  <a:pt x="2069374" y="58033"/>
                </a:cubicBezTo>
                <a:cubicBezTo>
                  <a:pt x="2069222" y="52592"/>
                  <a:pt x="2068891" y="47126"/>
                  <a:pt x="2068382" y="41635"/>
                </a:cubicBezTo>
                <a:cubicBezTo>
                  <a:pt x="2070111" y="41839"/>
                  <a:pt x="2071865" y="42017"/>
                  <a:pt x="2073644" y="42171"/>
                </a:cubicBezTo>
                <a:cubicBezTo>
                  <a:pt x="2075424" y="42323"/>
                  <a:pt x="2077177" y="42399"/>
                  <a:pt x="2078906" y="42399"/>
                </a:cubicBezTo>
                <a:cubicBezTo>
                  <a:pt x="2080634" y="42399"/>
                  <a:pt x="2082388" y="42323"/>
                  <a:pt x="2084167" y="42171"/>
                </a:cubicBezTo>
                <a:cubicBezTo>
                  <a:pt x="2085947" y="42017"/>
                  <a:pt x="2087701" y="41839"/>
                  <a:pt x="2089429" y="41635"/>
                </a:cubicBezTo>
                <a:lnTo>
                  <a:pt x="2088973" y="60243"/>
                </a:lnTo>
                <a:lnTo>
                  <a:pt x="2089278" y="60548"/>
                </a:lnTo>
                <a:close/>
                <a:moveTo>
                  <a:pt x="2146164" y="78544"/>
                </a:moveTo>
                <a:cubicBezTo>
                  <a:pt x="2146164" y="82610"/>
                  <a:pt x="2146571" y="86423"/>
                  <a:pt x="2147384" y="89982"/>
                </a:cubicBezTo>
                <a:cubicBezTo>
                  <a:pt x="2148198" y="93541"/>
                  <a:pt x="2149444" y="96617"/>
                  <a:pt x="2151121" y="99209"/>
                </a:cubicBezTo>
                <a:cubicBezTo>
                  <a:pt x="2152798" y="101802"/>
                  <a:pt x="2154933" y="103836"/>
                  <a:pt x="2157526" y="105311"/>
                </a:cubicBezTo>
                <a:cubicBezTo>
                  <a:pt x="2160120" y="106785"/>
                  <a:pt x="2163145" y="107522"/>
                  <a:pt x="2166602" y="107522"/>
                </a:cubicBezTo>
                <a:cubicBezTo>
                  <a:pt x="2173617" y="107522"/>
                  <a:pt x="2179870" y="105234"/>
                  <a:pt x="2185361" y="100659"/>
                </a:cubicBezTo>
                <a:lnTo>
                  <a:pt x="2187190" y="102032"/>
                </a:lnTo>
                <a:lnTo>
                  <a:pt x="2183834" y="110573"/>
                </a:lnTo>
                <a:cubicBezTo>
                  <a:pt x="2181293" y="112504"/>
                  <a:pt x="2178243" y="114054"/>
                  <a:pt x="2174684" y="115223"/>
                </a:cubicBezTo>
                <a:cubicBezTo>
                  <a:pt x="2171125" y="116392"/>
                  <a:pt x="2166448" y="116977"/>
                  <a:pt x="2160653" y="116977"/>
                </a:cubicBezTo>
                <a:cubicBezTo>
                  <a:pt x="2155672" y="116977"/>
                  <a:pt x="2150944" y="116291"/>
                  <a:pt x="2146469" y="114918"/>
                </a:cubicBezTo>
                <a:cubicBezTo>
                  <a:pt x="2141996" y="113546"/>
                  <a:pt x="2138057" y="111284"/>
                  <a:pt x="2134650" y="108132"/>
                </a:cubicBezTo>
                <a:cubicBezTo>
                  <a:pt x="2131244" y="104979"/>
                  <a:pt x="2128550" y="100988"/>
                  <a:pt x="2126567" y="96158"/>
                </a:cubicBezTo>
                <a:cubicBezTo>
                  <a:pt x="2124585" y="91329"/>
                  <a:pt x="2123593" y="85559"/>
                  <a:pt x="2123593" y="78849"/>
                </a:cubicBezTo>
                <a:cubicBezTo>
                  <a:pt x="2123593" y="72240"/>
                  <a:pt x="2124482" y="66496"/>
                  <a:pt x="2126260" y="61616"/>
                </a:cubicBezTo>
                <a:cubicBezTo>
                  <a:pt x="2128040" y="56736"/>
                  <a:pt x="2130506" y="52668"/>
                  <a:pt x="2133658" y="49415"/>
                </a:cubicBezTo>
                <a:cubicBezTo>
                  <a:pt x="2136811" y="46160"/>
                  <a:pt x="2140547" y="43720"/>
                  <a:pt x="2144868" y="42094"/>
                </a:cubicBezTo>
                <a:cubicBezTo>
                  <a:pt x="2149189" y="40466"/>
                  <a:pt x="2153891" y="39653"/>
                  <a:pt x="2158975" y="39653"/>
                </a:cubicBezTo>
                <a:cubicBezTo>
                  <a:pt x="2169041" y="39653"/>
                  <a:pt x="2176743" y="42601"/>
                  <a:pt x="2182080" y="48498"/>
                </a:cubicBezTo>
                <a:cubicBezTo>
                  <a:pt x="2187418" y="54395"/>
                  <a:pt x="2190087" y="62733"/>
                  <a:pt x="2190087" y="73510"/>
                </a:cubicBezTo>
                <a:lnTo>
                  <a:pt x="2190087" y="76715"/>
                </a:lnTo>
                <a:cubicBezTo>
                  <a:pt x="2190087" y="77629"/>
                  <a:pt x="2190037" y="78239"/>
                  <a:pt x="2189936" y="78544"/>
                </a:cubicBezTo>
                <a:lnTo>
                  <a:pt x="2146164" y="78544"/>
                </a:lnTo>
                <a:moveTo>
                  <a:pt x="2169652" y="71681"/>
                </a:moveTo>
                <a:cubicBezTo>
                  <a:pt x="2169448" y="64056"/>
                  <a:pt x="2168507" y="57956"/>
                  <a:pt x="2166830" y="53381"/>
                </a:cubicBezTo>
                <a:cubicBezTo>
                  <a:pt x="2165153" y="48804"/>
                  <a:pt x="2162331" y="46515"/>
                  <a:pt x="2158366" y="46515"/>
                </a:cubicBezTo>
                <a:cubicBezTo>
                  <a:pt x="2156129" y="46515"/>
                  <a:pt x="2154247" y="47278"/>
                  <a:pt x="2152722" y="48803"/>
                </a:cubicBezTo>
                <a:cubicBezTo>
                  <a:pt x="2151197" y="50328"/>
                  <a:pt x="2149977" y="52286"/>
                  <a:pt x="2149062" y="54677"/>
                </a:cubicBezTo>
                <a:cubicBezTo>
                  <a:pt x="2148146" y="57066"/>
                  <a:pt x="2147460" y="59760"/>
                  <a:pt x="2147002" y="62759"/>
                </a:cubicBezTo>
                <a:cubicBezTo>
                  <a:pt x="2146546" y="65758"/>
                  <a:pt x="2146267" y="68732"/>
                  <a:pt x="2146164" y="71681"/>
                </a:cubicBezTo>
                <a:lnTo>
                  <a:pt x="2169652" y="71681"/>
                </a:lnTo>
                <a:close/>
                <a:moveTo>
                  <a:pt x="2205339" y="96235"/>
                </a:moveTo>
                <a:cubicBezTo>
                  <a:pt x="2205949" y="97863"/>
                  <a:pt x="2206736" y="99413"/>
                  <a:pt x="2207701" y="100887"/>
                </a:cubicBezTo>
                <a:cubicBezTo>
                  <a:pt x="2208668" y="102361"/>
                  <a:pt x="2209863" y="103683"/>
                  <a:pt x="2211285" y="104853"/>
                </a:cubicBezTo>
                <a:cubicBezTo>
                  <a:pt x="2212710" y="106023"/>
                  <a:pt x="2214413" y="106963"/>
                  <a:pt x="2216396" y="107676"/>
                </a:cubicBezTo>
                <a:cubicBezTo>
                  <a:pt x="2218379" y="108386"/>
                  <a:pt x="2220692" y="108741"/>
                  <a:pt x="2223335" y="108741"/>
                </a:cubicBezTo>
                <a:cubicBezTo>
                  <a:pt x="2226894" y="108741"/>
                  <a:pt x="2229640" y="107827"/>
                  <a:pt x="2231571" y="105998"/>
                </a:cubicBezTo>
                <a:cubicBezTo>
                  <a:pt x="2233503" y="104167"/>
                  <a:pt x="2234469" y="102184"/>
                  <a:pt x="2234469" y="100049"/>
                </a:cubicBezTo>
                <a:cubicBezTo>
                  <a:pt x="2234469" y="97710"/>
                  <a:pt x="2233604" y="95829"/>
                  <a:pt x="2231876" y="94406"/>
                </a:cubicBezTo>
                <a:cubicBezTo>
                  <a:pt x="2230148" y="92982"/>
                  <a:pt x="2227987" y="91686"/>
                  <a:pt x="2225395" y="90517"/>
                </a:cubicBezTo>
                <a:cubicBezTo>
                  <a:pt x="2222802" y="89348"/>
                  <a:pt x="2219981" y="88153"/>
                  <a:pt x="2216931" y="86934"/>
                </a:cubicBezTo>
                <a:cubicBezTo>
                  <a:pt x="2213881" y="85713"/>
                  <a:pt x="2211059" y="84162"/>
                  <a:pt x="2208465" y="82282"/>
                </a:cubicBezTo>
                <a:cubicBezTo>
                  <a:pt x="2205872" y="80400"/>
                  <a:pt x="2203712" y="78035"/>
                  <a:pt x="2201984" y="75188"/>
                </a:cubicBezTo>
                <a:cubicBezTo>
                  <a:pt x="2200255" y="72341"/>
                  <a:pt x="2199391" y="68682"/>
                  <a:pt x="2199391" y="64209"/>
                </a:cubicBezTo>
                <a:cubicBezTo>
                  <a:pt x="2199391" y="59938"/>
                  <a:pt x="2200179" y="56251"/>
                  <a:pt x="2201756" y="53150"/>
                </a:cubicBezTo>
                <a:cubicBezTo>
                  <a:pt x="2203332" y="50049"/>
                  <a:pt x="2205391" y="47507"/>
                  <a:pt x="2207932" y="45524"/>
                </a:cubicBezTo>
                <a:cubicBezTo>
                  <a:pt x="2210473" y="43541"/>
                  <a:pt x="2213345" y="42067"/>
                  <a:pt x="2216547" y="41102"/>
                </a:cubicBezTo>
                <a:cubicBezTo>
                  <a:pt x="2219751" y="40136"/>
                  <a:pt x="2222929" y="39653"/>
                  <a:pt x="2226081" y="39653"/>
                </a:cubicBezTo>
                <a:cubicBezTo>
                  <a:pt x="2230351" y="39653"/>
                  <a:pt x="2234138" y="40263"/>
                  <a:pt x="2237443" y="41484"/>
                </a:cubicBezTo>
                <a:cubicBezTo>
                  <a:pt x="2240747" y="42703"/>
                  <a:pt x="2244128" y="44482"/>
                  <a:pt x="2247584" y="46820"/>
                </a:cubicBezTo>
                <a:cubicBezTo>
                  <a:pt x="2246671" y="48854"/>
                  <a:pt x="2245908" y="51041"/>
                  <a:pt x="2245297" y="53381"/>
                </a:cubicBezTo>
                <a:cubicBezTo>
                  <a:pt x="2244687" y="55719"/>
                  <a:pt x="2244230" y="58006"/>
                  <a:pt x="2243926" y="60243"/>
                </a:cubicBezTo>
                <a:lnTo>
                  <a:pt x="2239656" y="60243"/>
                </a:lnTo>
                <a:cubicBezTo>
                  <a:pt x="2239350" y="59022"/>
                  <a:pt x="2238841" y="57675"/>
                  <a:pt x="2238129" y="56201"/>
                </a:cubicBezTo>
                <a:cubicBezTo>
                  <a:pt x="2237417" y="54727"/>
                  <a:pt x="2236451" y="53329"/>
                  <a:pt x="2235232" y="52007"/>
                </a:cubicBezTo>
                <a:cubicBezTo>
                  <a:pt x="2234012" y="50686"/>
                  <a:pt x="2232538" y="49593"/>
                  <a:pt x="2230808" y="48729"/>
                </a:cubicBezTo>
                <a:cubicBezTo>
                  <a:pt x="2229080" y="47864"/>
                  <a:pt x="2226996" y="47432"/>
                  <a:pt x="2224557" y="47432"/>
                </a:cubicBezTo>
                <a:cubicBezTo>
                  <a:pt x="2221505" y="47432"/>
                  <a:pt x="2218937" y="48246"/>
                  <a:pt x="2216852" y="49873"/>
                </a:cubicBezTo>
                <a:cubicBezTo>
                  <a:pt x="2214768" y="51499"/>
                  <a:pt x="2213727" y="53634"/>
                  <a:pt x="2213727" y="56278"/>
                </a:cubicBezTo>
                <a:cubicBezTo>
                  <a:pt x="2213727" y="58718"/>
                  <a:pt x="2214616" y="60675"/>
                  <a:pt x="2216396" y="62149"/>
                </a:cubicBezTo>
                <a:cubicBezTo>
                  <a:pt x="2218175" y="63623"/>
                  <a:pt x="2220387" y="64919"/>
                  <a:pt x="2223031" y="66038"/>
                </a:cubicBezTo>
                <a:cubicBezTo>
                  <a:pt x="2225674" y="67157"/>
                  <a:pt x="2228571" y="68275"/>
                  <a:pt x="2231722" y="69394"/>
                </a:cubicBezTo>
                <a:cubicBezTo>
                  <a:pt x="2234875" y="70512"/>
                  <a:pt x="2237773" y="71961"/>
                  <a:pt x="2240417" y="73741"/>
                </a:cubicBezTo>
                <a:cubicBezTo>
                  <a:pt x="2243060" y="75519"/>
                  <a:pt x="2245272" y="77831"/>
                  <a:pt x="2247052" y="80678"/>
                </a:cubicBezTo>
                <a:cubicBezTo>
                  <a:pt x="2248831" y="83525"/>
                  <a:pt x="2249721" y="87186"/>
                  <a:pt x="2249721" y="91660"/>
                </a:cubicBezTo>
                <a:cubicBezTo>
                  <a:pt x="2249721" y="96134"/>
                  <a:pt x="2248907" y="99973"/>
                  <a:pt x="2247280" y="103175"/>
                </a:cubicBezTo>
                <a:cubicBezTo>
                  <a:pt x="2245654" y="106377"/>
                  <a:pt x="2243468" y="109021"/>
                  <a:pt x="2240722" y="111106"/>
                </a:cubicBezTo>
                <a:cubicBezTo>
                  <a:pt x="2237977" y="113189"/>
                  <a:pt x="2234851" y="114689"/>
                  <a:pt x="2231343" y="115604"/>
                </a:cubicBezTo>
                <a:cubicBezTo>
                  <a:pt x="2227835" y="116520"/>
                  <a:pt x="2224150" y="116977"/>
                  <a:pt x="2220287" y="116977"/>
                </a:cubicBezTo>
                <a:cubicBezTo>
                  <a:pt x="2215710" y="116977"/>
                  <a:pt x="2211592" y="116316"/>
                  <a:pt x="2207932" y="114995"/>
                </a:cubicBezTo>
                <a:cubicBezTo>
                  <a:pt x="2204272" y="113673"/>
                  <a:pt x="2201375" y="112300"/>
                  <a:pt x="2199240" y="110878"/>
                </a:cubicBezTo>
                <a:cubicBezTo>
                  <a:pt x="2200459" y="105997"/>
                  <a:pt x="2201222" y="101116"/>
                  <a:pt x="2201528" y="96235"/>
                </a:cubicBezTo>
                <a:lnTo>
                  <a:pt x="2205339" y="9623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A694E-25C9-4279-A9ED-81777E61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30" y="3374375"/>
            <a:ext cx="2523867" cy="348955"/>
          </a:xfrm>
          <a:custGeom xmlns:a="http://schemas.openxmlformats.org/drawingml/2006/main">
            <a:pathLst>
              <a:path w="2523867" h="348955">
                <a:moveTo>
                  <a:pt x="53936" y="0"/>
                </a:moveTo>
                <a:lnTo>
                  <a:pt x="2469931" y="0"/>
                </a:lnTo>
                <a:cubicBezTo>
                  <a:pt x="2485758" y="0"/>
                  <a:pt x="2495255" y="0"/>
                  <a:pt x="2501587" y="2644"/>
                </a:cubicBezTo>
                <a:cubicBezTo>
                  <a:pt x="2510712" y="5964"/>
                  <a:pt x="2517903" y="13155"/>
                  <a:pt x="2521224" y="22281"/>
                </a:cubicBezTo>
                <a:cubicBezTo>
                  <a:pt x="2523867" y="28612"/>
                  <a:pt x="2523867" y="38110"/>
                  <a:pt x="2523867" y="53936"/>
                </a:cubicBezTo>
                <a:lnTo>
                  <a:pt x="2523867" y="295018"/>
                </a:lnTo>
                <a:cubicBezTo>
                  <a:pt x="2523867" y="310846"/>
                  <a:pt x="2523867" y="320343"/>
                  <a:pt x="2521224" y="326674"/>
                </a:cubicBezTo>
                <a:cubicBezTo>
                  <a:pt x="2517903" y="335801"/>
                  <a:pt x="2510712" y="342990"/>
                  <a:pt x="2501587" y="346312"/>
                </a:cubicBezTo>
                <a:cubicBezTo>
                  <a:pt x="2495255" y="348955"/>
                  <a:pt x="2485758" y="348955"/>
                  <a:pt x="2469931" y="348955"/>
                </a:cubicBezTo>
                <a:lnTo>
                  <a:pt x="53936" y="348955"/>
                </a:lnTo>
                <a:cubicBezTo>
                  <a:pt x="38110" y="348955"/>
                  <a:pt x="28612" y="348955"/>
                  <a:pt x="22281" y="346312"/>
                </a:cubicBezTo>
                <a:cubicBezTo>
                  <a:pt x="13155" y="342990"/>
                  <a:pt x="5964" y="335801"/>
                  <a:pt x="2644" y="326674"/>
                </a:cubicBezTo>
                <a:cubicBezTo>
                  <a:pt x="0" y="320343"/>
                  <a:pt x="0" y="310846"/>
                  <a:pt x="0" y="295018"/>
                </a:cubicBezTo>
                <a:lnTo>
                  <a:pt x="0" y="53936"/>
                </a:lnTo>
                <a:cubicBezTo>
                  <a:pt x="0" y="38110"/>
                  <a:pt x="0" y="28612"/>
                  <a:pt x="2644" y="22281"/>
                </a:cubicBezTo>
                <a:cubicBezTo>
                  <a:pt x="5964" y="13155"/>
                  <a:pt x="13155" y="5964"/>
                  <a:pt x="22281" y="2644"/>
                </a:cubicBezTo>
                <a:cubicBezTo>
                  <a:pt x="28612" y="0"/>
                  <a:pt x="38110" y="0"/>
                  <a:pt x="53936" y="0"/>
                </a:cubicBezTo>
                <a:close/>
                <a:moveTo>
                  <a:pt x="53936" y="0"/>
                </a:moveTo>
              </a:path>
            </a:pathLst>
          </a:custGeom>
          <a:solidFill xmlns:a="http://schemas.openxmlformats.org/drawingml/2006/main">
            <a:srgbClr val="F4D491">
              <a:alpha val="3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B18D0-9F9A-4144-85B0-2636E8F7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156" y="582550"/>
            <a:ext cx="2523867" cy="2636813"/>
          </a:xfrm>
          <a:custGeom xmlns:a="http://schemas.openxmlformats.org/drawingml/2006/main">
            <a:pathLst>
              <a:path w="2523867" h="2636813">
                <a:moveTo>
                  <a:pt x="52594" y="0"/>
                </a:moveTo>
                <a:lnTo>
                  <a:pt x="2471271" y="0"/>
                </a:lnTo>
                <a:cubicBezTo>
                  <a:pt x="2486705" y="0"/>
                  <a:pt x="2495967" y="0"/>
                  <a:pt x="2502139" y="2579"/>
                </a:cubicBezTo>
                <a:cubicBezTo>
                  <a:pt x="2511040" y="5816"/>
                  <a:pt x="2518051" y="12827"/>
                  <a:pt x="2521288" y="21728"/>
                </a:cubicBezTo>
                <a:cubicBezTo>
                  <a:pt x="2523867" y="27901"/>
                  <a:pt x="2523867" y="37162"/>
                  <a:pt x="2523867" y="52596"/>
                </a:cubicBezTo>
                <a:lnTo>
                  <a:pt x="2523867" y="2584219"/>
                </a:lnTo>
                <a:cubicBezTo>
                  <a:pt x="2523867" y="2599652"/>
                  <a:pt x="2523867" y="2608912"/>
                  <a:pt x="2521288" y="2615086"/>
                </a:cubicBezTo>
                <a:cubicBezTo>
                  <a:pt x="2518051" y="2623985"/>
                  <a:pt x="2511040" y="2630996"/>
                  <a:pt x="2502139" y="2634236"/>
                </a:cubicBezTo>
                <a:cubicBezTo>
                  <a:pt x="2495967" y="2636813"/>
                  <a:pt x="2486705" y="2636813"/>
                  <a:pt x="2471271" y="2636813"/>
                </a:cubicBezTo>
                <a:lnTo>
                  <a:pt x="52594" y="2636813"/>
                </a:lnTo>
                <a:cubicBezTo>
                  <a:pt x="37160" y="2636813"/>
                  <a:pt x="27898" y="2636813"/>
                  <a:pt x="21726" y="2634236"/>
                </a:cubicBezTo>
                <a:cubicBezTo>
                  <a:pt x="12827" y="2630996"/>
                  <a:pt x="5816" y="2623985"/>
                  <a:pt x="2577" y="2615086"/>
                </a:cubicBezTo>
                <a:cubicBezTo>
                  <a:pt x="0" y="2608912"/>
                  <a:pt x="0" y="2599652"/>
                  <a:pt x="0" y="2584219"/>
                </a:cubicBezTo>
                <a:lnTo>
                  <a:pt x="0" y="52596"/>
                </a:lnTo>
                <a:cubicBezTo>
                  <a:pt x="0" y="37162"/>
                  <a:pt x="0" y="27901"/>
                  <a:pt x="2577" y="21728"/>
                </a:cubicBezTo>
                <a:cubicBezTo>
                  <a:pt x="5816" y="12827"/>
                  <a:pt x="12827" y="5816"/>
                  <a:pt x="21726" y="2579"/>
                </a:cubicBezTo>
                <a:cubicBezTo>
                  <a:pt x="27898" y="0"/>
                  <a:pt x="37160" y="0"/>
                  <a:pt x="52594" y="0"/>
                </a:cubicBezTo>
                <a:close/>
                <a:moveTo>
                  <a:pt x="52594" y="0"/>
                </a:move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8D2A0-6E21-4241-827F-471C023F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297" y="2188565"/>
            <a:ext cx="1003668" cy="193789"/>
          </a:xfrm>
          <a:custGeom xmlns:a="http://schemas.openxmlformats.org/drawingml/2006/main">
            <a:pathLst>
              <a:path w="1003668" h="193789">
                <a:moveTo>
                  <a:pt x="0" y="0"/>
                </a:moveTo>
                <a:lnTo>
                  <a:pt x="1003668" y="0"/>
                </a:lnTo>
                <a:lnTo>
                  <a:pt x="1003668" y="193789"/>
                </a:lnTo>
                <a:lnTo>
                  <a:pt x="0" y="1937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B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E5D7C-73D8-4379-B36B-197E9D67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297" y="2382354"/>
            <a:ext cx="484553" cy="193786"/>
          </a:xfrm>
          <a:custGeom xmlns:a="http://schemas.openxmlformats.org/drawingml/2006/main">
            <a:pathLst>
              <a:path w="484553" h="193786">
                <a:moveTo>
                  <a:pt x="0" y="0"/>
                </a:moveTo>
                <a:lnTo>
                  <a:pt x="484553" y="0"/>
                </a:lnTo>
                <a:lnTo>
                  <a:pt x="484553" y="193786"/>
                </a:lnTo>
                <a:lnTo>
                  <a:pt x="0" y="193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B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5B4FF-8E15-4B69-8A89-836596C5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297" y="2576141"/>
            <a:ext cx="660037" cy="193786"/>
          </a:xfrm>
          <a:custGeom xmlns:a="http://schemas.openxmlformats.org/drawingml/2006/main">
            <a:pathLst>
              <a:path w="660037" h="193786">
                <a:moveTo>
                  <a:pt x="0" y="0"/>
                </a:moveTo>
                <a:lnTo>
                  <a:pt x="660037" y="0"/>
                </a:lnTo>
                <a:lnTo>
                  <a:pt x="660037" y="193786"/>
                </a:lnTo>
                <a:lnTo>
                  <a:pt x="0" y="193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>
              <a:alpha val="506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A2E5C-80C3-4BCE-85D9-65C60543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297" y="2769927"/>
            <a:ext cx="1179155" cy="158711"/>
          </a:xfrm>
          <a:custGeom xmlns:a="http://schemas.openxmlformats.org/drawingml/2006/main">
            <a:pathLst>
              <a:path w="1179155" h="158711">
                <a:moveTo>
                  <a:pt x="1179155" y="0"/>
                </a:moveTo>
                <a:lnTo>
                  <a:pt x="0" y="0"/>
                </a:lnTo>
                <a:lnTo>
                  <a:pt x="0" y="158711"/>
                </a:lnTo>
                <a:lnTo>
                  <a:pt x="1179155" y="158711"/>
                </a:lnTo>
                <a:lnTo>
                  <a:pt x="1179155" y="0"/>
                </a:lnTo>
                <a:close/>
              </a:path>
            </a:pathLst>
          </a:custGeom>
          <a:solidFill xmlns:a="http://schemas.openxmlformats.org/drawingml/2006/main">
            <a:srgbClr val="D2E5EF">
              <a:alpha val="506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SupposeyouarefromtheNigeria,in">
            <a:extLst xmlns:a="http://schemas.openxmlformats.org/drawingml/2006/main">
              <a:ext uri="{FF2B5EF4-FFF2-40B4-BE49-F238E27FC236}">
                <a16:creationId xmlns:a16="http://schemas.microsoft.com/office/drawing/2014/main" id="{8FF355B4-0E34-49EF-B24E-2629FE67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302" y="660459"/>
            <a:ext cx="2293438" cy="136520"/>
          </a:xfrm>
          <a:custGeom xmlns:a="http://schemas.openxmlformats.org/drawingml/2006/main">
            <a:pathLst>
              <a:path w="2293438" h="136520">
                <a:moveTo>
                  <a:pt x="4138" y="83672"/>
                </a:moveTo>
                <a:cubicBezTo>
                  <a:pt x="4849" y="85274"/>
                  <a:pt x="5805" y="86898"/>
                  <a:pt x="7005" y="88545"/>
                </a:cubicBezTo>
                <a:cubicBezTo>
                  <a:pt x="8206" y="90190"/>
                  <a:pt x="9674" y="91680"/>
                  <a:pt x="11409" y="93015"/>
                </a:cubicBezTo>
                <a:cubicBezTo>
                  <a:pt x="13144" y="94349"/>
                  <a:pt x="15168" y="95439"/>
                  <a:pt x="17481" y="96285"/>
                </a:cubicBezTo>
                <a:cubicBezTo>
                  <a:pt x="19795" y="97129"/>
                  <a:pt x="22375" y="97552"/>
                  <a:pt x="25221" y="97552"/>
                </a:cubicBezTo>
                <a:cubicBezTo>
                  <a:pt x="28158" y="97552"/>
                  <a:pt x="30805" y="97040"/>
                  <a:pt x="33163" y="96018"/>
                </a:cubicBezTo>
                <a:cubicBezTo>
                  <a:pt x="35521" y="94995"/>
                  <a:pt x="37522" y="93615"/>
                  <a:pt x="39168" y="91881"/>
                </a:cubicBezTo>
                <a:cubicBezTo>
                  <a:pt x="40813" y="90146"/>
                  <a:pt x="42080" y="88099"/>
                  <a:pt x="42969" y="85741"/>
                </a:cubicBezTo>
                <a:cubicBezTo>
                  <a:pt x="43860" y="83383"/>
                  <a:pt x="44305" y="80870"/>
                  <a:pt x="44305" y="78201"/>
                </a:cubicBezTo>
                <a:cubicBezTo>
                  <a:pt x="44305" y="74109"/>
                  <a:pt x="43260" y="70863"/>
                  <a:pt x="41169" y="68461"/>
                </a:cubicBezTo>
                <a:cubicBezTo>
                  <a:pt x="39079" y="66059"/>
                  <a:pt x="36476" y="64057"/>
                  <a:pt x="33362" y="62456"/>
                </a:cubicBezTo>
                <a:cubicBezTo>
                  <a:pt x="30248" y="60855"/>
                  <a:pt x="26890" y="59386"/>
                  <a:pt x="23287" y="58052"/>
                </a:cubicBezTo>
                <a:cubicBezTo>
                  <a:pt x="19684" y="56716"/>
                  <a:pt x="16325" y="55048"/>
                  <a:pt x="13211" y="53047"/>
                </a:cubicBezTo>
                <a:cubicBezTo>
                  <a:pt x="10097" y="51045"/>
                  <a:pt x="7495" y="48487"/>
                  <a:pt x="5404" y="45374"/>
                </a:cubicBezTo>
                <a:cubicBezTo>
                  <a:pt x="3314" y="42260"/>
                  <a:pt x="2268" y="38078"/>
                  <a:pt x="2268" y="32829"/>
                </a:cubicBezTo>
                <a:cubicBezTo>
                  <a:pt x="2268" y="29093"/>
                  <a:pt x="2936" y="25690"/>
                  <a:pt x="4270" y="22621"/>
                </a:cubicBezTo>
                <a:cubicBezTo>
                  <a:pt x="5604" y="19552"/>
                  <a:pt x="7540" y="16905"/>
                  <a:pt x="10075" y="14682"/>
                </a:cubicBezTo>
                <a:cubicBezTo>
                  <a:pt x="12611" y="12457"/>
                  <a:pt x="15658" y="10722"/>
                  <a:pt x="19216" y="9477"/>
                </a:cubicBezTo>
                <a:cubicBezTo>
                  <a:pt x="22776" y="8231"/>
                  <a:pt x="26780" y="7608"/>
                  <a:pt x="31228" y="7608"/>
                </a:cubicBezTo>
                <a:cubicBezTo>
                  <a:pt x="35498" y="7608"/>
                  <a:pt x="39189" y="8119"/>
                  <a:pt x="42303" y="9143"/>
                </a:cubicBezTo>
                <a:cubicBezTo>
                  <a:pt x="45418" y="10165"/>
                  <a:pt x="48309" y="11744"/>
                  <a:pt x="50978" y="13879"/>
                </a:cubicBezTo>
                <a:cubicBezTo>
                  <a:pt x="50177" y="15391"/>
                  <a:pt x="49510" y="16993"/>
                  <a:pt x="48976" y="18685"/>
                </a:cubicBezTo>
                <a:cubicBezTo>
                  <a:pt x="48443" y="20375"/>
                  <a:pt x="47909" y="22510"/>
                  <a:pt x="47374" y="25089"/>
                </a:cubicBezTo>
                <a:lnTo>
                  <a:pt x="45773" y="25089"/>
                </a:lnTo>
                <a:cubicBezTo>
                  <a:pt x="45328" y="23844"/>
                  <a:pt x="44727" y="22488"/>
                  <a:pt x="43971" y="21020"/>
                </a:cubicBezTo>
                <a:cubicBezTo>
                  <a:pt x="43215" y="19552"/>
                  <a:pt x="42192" y="18195"/>
                  <a:pt x="40903" y="16950"/>
                </a:cubicBezTo>
                <a:cubicBezTo>
                  <a:pt x="39613" y="15704"/>
                  <a:pt x="38078" y="14658"/>
                  <a:pt x="36299" y="13814"/>
                </a:cubicBezTo>
                <a:cubicBezTo>
                  <a:pt x="34519" y="12968"/>
                  <a:pt x="32383" y="12545"/>
                  <a:pt x="29892" y="12545"/>
                </a:cubicBezTo>
                <a:cubicBezTo>
                  <a:pt x="27401" y="12545"/>
                  <a:pt x="25111" y="12946"/>
                  <a:pt x="23020" y="13747"/>
                </a:cubicBezTo>
                <a:cubicBezTo>
                  <a:pt x="20929" y="14546"/>
                  <a:pt x="19106" y="15681"/>
                  <a:pt x="17549" y="17149"/>
                </a:cubicBezTo>
                <a:cubicBezTo>
                  <a:pt x="15992" y="18617"/>
                  <a:pt x="14790" y="20374"/>
                  <a:pt x="13944" y="22421"/>
                </a:cubicBezTo>
                <a:cubicBezTo>
                  <a:pt x="13100" y="24467"/>
                  <a:pt x="12678" y="26691"/>
                  <a:pt x="12678" y="29092"/>
                </a:cubicBezTo>
                <a:cubicBezTo>
                  <a:pt x="12678" y="33273"/>
                  <a:pt x="13723" y="36565"/>
                  <a:pt x="15814" y="38968"/>
                </a:cubicBezTo>
                <a:cubicBezTo>
                  <a:pt x="17904" y="41370"/>
                  <a:pt x="20507" y="43394"/>
                  <a:pt x="23621" y="45040"/>
                </a:cubicBezTo>
                <a:cubicBezTo>
                  <a:pt x="26735" y="46686"/>
                  <a:pt x="30093" y="48154"/>
                  <a:pt x="33696" y="49445"/>
                </a:cubicBezTo>
                <a:cubicBezTo>
                  <a:pt x="37299" y="50734"/>
                  <a:pt x="40658" y="52313"/>
                  <a:pt x="43772" y="54181"/>
                </a:cubicBezTo>
                <a:cubicBezTo>
                  <a:pt x="46886" y="56049"/>
                  <a:pt x="49488" y="58451"/>
                  <a:pt x="51579" y="61387"/>
                </a:cubicBezTo>
                <a:cubicBezTo>
                  <a:pt x="53669" y="64324"/>
                  <a:pt x="54715" y="68238"/>
                  <a:pt x="54715" y="73131"/>
                </a:cubicBezTo>
                <a:cubicBezTo>
                  <a:pt x="54715" y="77223"/>
                  <a:pt x="53980" y="81094"/>
                  <a:pt x="52511" y="84741"/>
                </a:cubicBezTo>
                <a:cubicBezTo>
                  <a:pt x="51044" y="88389"/>
                  <a:pt x="48908" y="91570"/>
                  <a:pt x="46105" y="94283"/>
                </a:cubicBezTo>
                <a:cubicBezTo>
                  <a:pt x="43303" y="96996"/>
                  <a:pt x="39878" y="99086"/>
                  <a:pt x="35830" y="100555"/>
                </a:cubicBezTo>
                <a:cubicBezTo>
                  <a:pt x="31783" y="102023"/>
                  <a:pt x="27180" y="102756"/>
                  <a:pt x="22020" y="102756"/>
                </a:cubicBezTo>
                <a:cubicBezTo>
                  <a:pt x="16503" y="102756"/>
                  <a:pt x="12032" y="102023"/>
                  <a:pt x="8607" y="100555"/>
                </a:cubicBezTo>
                <a:cubicBezTo>
                  <a:pt x="5182" y="99086"/>
                  <a:pt x="2313" y="97418"/>
                  <a:pt x="0" y="95550"/>
                </a:cubicBezTo>
                <a:cubicBezTo>
                  <a:pt x="801" y="93504"/>
                  <a:pt x="1357" y="91659"/>
                  <a:pt x="1668" y="90013"/>
                </a:cubicBezTo>
                <a:cubicBezTo>
                  <a:pt x="1980" y="88367"/>
                  <a:pt x="2269" y="86253"/>
                  <a:pt x="2535" y="83672"/>
                </a:cubicBezTo>
                <a:lnTo>
                  <a:pt x="4138" y="83672"/>
                </a:lnTo>
                <a:close/>
                <a:moveTo>
                  <a:pt x="70862" y="80870"/>
                </a:moveTo>
                <a:cubicBezTo>
                  <a:pt x="70862" y="76156"/>
                  <a:pt x="70929" y="72131"/>
                  <a:pt x="71062" y="68795"/>
                </a:cubicBezTo>
                <a:cubicBezTo>
                  <a:pt x="71195" y="65459"/>
                  <a:pt x="71261" y="62144"/>
                  <a:pt x="71261" y="58852"/>
                </a:cubicBezTo>
                <a:cubicBezTo>
                  <a:pt x="71261" y="55738"/>
                  <a:pt x="71239" y="52357"/>
                  <a:pt x="71194" y="48710"/>
                </a:cubicBezTo>
                <a:cubicBezTo>
                  <a:pt x="71151" y="45062"/>
                  <a:pt x="71084" y="41370"/>
                  <a:pt x="70995" y="37632"/>
                </a:cubicBezTo>
                <a:cubicBezTo>
                  <a:pt x="73220" y="38078"/>
                  <a:pt x="75088" y="38300"/>
                  <a:pt x="76601" y="38300"/>
                </a:cubicBezTo>
                <a:cubicBezTo>
                  <a:pt x="78023" y="38300"/>
                  <a:pt x="79847" y="38078"/>
                  <a:pt x="82072" y="37632"/>
                </a:cubicBezTo>
                <a:cubicBezTo>
                  <a:pt x="81627" y="42971"/>
                  <a:pt x="81293" y="48822"/>
                  <a:pt x="81070" y="55183"/>
                </a:cubicBezTo>
                <a:cubicBezTo>
                  <a:pt x="80848" y="61543"/>
                  <a:pt x="80736" y="68059"/>
                  <a:pt x="80736" y="74731"/>
                </a:cubicBezTo>
                <a:cubicBezTo>
                  <a:pt x="80736" y="79357"/>
                  <a:pt x="81137" y="82894"/>
                  <a:pt x="81938" y="85342"/>
                </a:cubicBezTo>
                <a:cubicBezTo>
                  <a:pt x="82739" y="87788"/>
                  <a:pt x="83717" y="89634"/>
                  <a:pt x="84874" y="90879"/>
                </a:cubicBezTo>
                <a:cubicBezTo>
                  <a:pt x="86120" y="92303"/>
                  <a:pt x="87700" y="93482"/>
                  <a:pt x="89612" y="94416"/>
                </a:cubicBezTo>
                <a:cubicBezTo>
                  <a:pt x="91525" y="95350"/>
                  <a:pt x="93771" y="95817"/>
                  <a:pt x="96350" y="95817"/>
                </a:cubicBezTo>
                <a:cubicBezTo>
                  <a:pt x="100088" y="95817"/>
                  <a:pt x="103202" y="94994"/>
                  <a:pt x="105693" y="93349"/>
                </a:cubicBezTo>
                <a:cubicBezTo>
                  <a:pt x="108184" y="91702"/>
                  <a:pt x="110008" y="89678"/>
                  <a:pt x="111164" y="87277"/>
                </a:cubicBezTo>
                <a:cubicBezTo>
                  <a:pt x="111786" y="85764"/>
                  <a:pt x="112275" y="84475"/>
                  <a:pt x="112630" y="83408"/>
                </a:cubicBezTo>
                <a:cubicBezTo>
                  <a:pt x="112987" y="82339"/>
                  <a:pt x="113276" y="80915"/>
                  <a:pt x="113498" y="79136"/>
                </a:cubicBezTo>
                <a:cubicBezTo>
                  <a:pt x="113720" y="77356"/>
                  <a:pt x="113854" y="74954"/>
                  <a:pt x="113899" y="71929"/>
                </a:cubicBezTo>
                <a:cubicBezTo>
                  <a:pt x="113944" y="68905"/>
                  <a:pt x="113966" y="64768"/>
                  <a:pt x="113966" y="59518"/>
                </a:cubicBezTo>
                <a:lnTo>
                  <a:pt x="113966" y="48308"/>
                </a:lnTo>
                <a:cubicBezTo>
                  <a:pt x="113966" y="46352"/>
                  <a:pt x="113944" y="44484"/>
                  <a:pt x="113899" y="42705"/>
                </a:cubicBezTo>
                <a:cubicBezTo>
                  <a:pt x="113854" y="40925"/>
                  <a:pt x="113788" y="39234"/>
                  <a:pt x="113699" y="37632"/>
                </a:cubicBezTo>
                <a:cubicBezTo>
                  <a:pt x="114678" y="37811"/>
                  <a:pt x="115612" y="37968"/>
                  <a:pt x="116501" y="38101"/>
                </a:cubicBezTo>
                <a:cubicBezTo>
                  <a:pt x="117390" y="38234"/>
                  <a:pt x="118324" y="38300"/>
                  <a:pt x="119303" y="38300"/>
                </a:cubicBezTo>
                <a:cubicBezTo>
                  <a:pt x="120282" y="38300"/>
                  <a:pt x="121216" y="38234"/>
                  <a:pt x="122105" y="38101"/>
                </a:cubicBezTo>
                <a:cubicBezTo>
                  <a:pt x="122996" y="37968"/>
                  <a:pt x="123885" y="37811"/>
                  <a:pt x="124775" y="37632"/>
                </a:cubicBezTo>
                <a:cubicBezTo>
                  <a:pt x="124331" y="44572"/>
                  <a:pt x="124064" y="51267"/>
                  <a:pt x="123974" y="57718"/>
                </a:cubicBezTo>
                <a:cubicBezTo>
                  <a:pt x="123886" y="64168"/>
                  <a:pt x="123842" y="70995"/>
                  <a:pt x="123842" y="78201"/>
                </a:cubicBezTo>
                <a:cubicBezTo>
                  <a:pt x="123842" y="82206"/>
                  <a:pt x="123886" y="86121"/>
                  <a:pt x="123974" y="89946"/>
                </a:cubicBezTo>
                <a:cubicBezTo>
                  <a:pt x="124064" y="93772"/>
                  <a:pt x="124198" y="97463"/>
                  <a:pt x="124375" y="101021"/>
                </a:cubicBezTo>
                <a:cubicBezTo>
                  <a:pt x="122596" y="100844"/>
                  <a:pt x="120861" y="100755"/>
                  <a:pt x="119171" y="100755"/>
                </a:cubicBezTo>
                <a:cubicBezTo>
                  <a:pt x="117481" y="100755"/>
                  <a:pt x="115746" y="100844"/>
                  <a:pt x="113966" y="101021"/>
                </a:cubicBezTo>
                <a:cubicBezTo>
                  <a:pt x="114054" y="100220"/>
                  <a:pt x="114121" y="99375"/>
                  <a:pt x="114166" y="98486"/>
                </a:cubicBezTo>
                <a:cubicBezTo>
                  <a:pt x="114210" y="97597"/>
                  <a:pt x="114233" y="96663"/>
                  <a:pt x="114233" y="95684"/>
                </a:cubicBezTo>
                <a:lnTo>
                  <a:pt x="114233" y="89946"/>
                </a:lnTo>
                <a:lnTo>
                  <a:pt x="113966" y="89946"/>
                </a:lnTo>
                <a:cubicBezTo>
                  <a:pt x="111653" y="94215"/>
                  <a:pt x="108672" y="97351"/>
                  <a:pt x="105025" y="99354"/>
                </a:cubicBezTo>
                <a:cubicBezTo>
                  <a:pt x="101377" y="101355"/>
                  <a:pt x="97418" y="102355"/>
                  <a:pt x="93147" y="102355"/>
                </a:cubicBezTo>
                <a:cubicBezTo>
                  <a:pt x="86208" y="102355"/>
                  <a:pt x="80759" y="100510"/>
                  <a:pt x="76800" y="96819"/>
                </a:cubicBezTo>
                <a:cubicBezTo>
                  <a:pt x="72842" y="93126"/>
                  <a:pt x="70862" y="87810"/>
                  <a:pt x="70862" y="80870"/>
                </a:cubicBezTo>
                <a:close/>
                <a:moveTo>
                  <a:pt x="143591" y="76466"/>
                </a:moveTo>
                <a:cubicBezTo>
                  <a:pt x="143591" y="73441"/>
                  <a:pt x="143569" y="70150"/>
                  <a:pt x="143524" y="66592"/>
                </a:cubicBezTo>
                <a:cubicBezTo>
                  <a:pt x="143479" y="63033"/>
                  <a:pt x="143412" y="59496"/>
                  <a:pt x="143323" y="55983"/>
                </a:cubicBezTo>
                <a:cubicBezTo>
                  <a:pt x="143234" y="52469"/>
                  <a:pt x="143124" y="49110"/>
                  <a:pt x="142991" y="45908"/>
                </a:cubicBezTo>
                <a:cubicBezTo>
                  <a:pt x="142858" y="42704"/>
                  <a:pt x="142702" y="39945"/>
                  <a:pt x="142524" y="37632"/>
                </a:cubicBezTo>
                <a:cubicBezTo>
                  <a:pt x="145015" y="38078"/>
                  <a:pt x="147017" y="38300"/>
                  <a:pt x="148529" y="38300"/>
                </a:cubicBezTo>
                <a:cubicBezTo>
                  <a:pt x="150042" y="38300"/>
                  <a:pt x="152043" y="38078"/>
                  <a:pt x="154534" y="37632"/>
                </a:cubicBezTo>
                <a:cubicBezTo>
                  <a:pt x="154179" y="39945"/>
                  <a:pt x="153912" y="42170"/>
                  <a:pt x="153734" y="44305"/>
                </a:cubicBezTo>
                <a:cubicBezTo>
                  <a:pt x="153556" y="46441"/>
                  <a:pt x="153467" y="48576"/>
                  <a:pt x="153467" y="50711"/>
                </a:cubicBezTo>
                <a:lnTo>
                  <a:pt x="153734" y="50711"/>
                </a:lnTo>
                <a:cubicBezTo>
                  <a:pt x="154356" y="49287"/>
                  <a:pt x="155245" y="47753"/>
                  <a:pt x="156402" y="46107"/>
                </a:cubicBezTo>
                <a:cubicBezTo>
                  <a:pt x="157558" y="44462"/>
                  <a:pt x="159048" y="42906"/>
                  <a:pt x="160871" y="41438"/>
                </a:cubicBezTo>
                <a:cubicBezTo>
                  <a:pt x="162696" y="39969"/>
                  <a:pt x="164898" y="38745"/>
                  <a:pt x="167477" y="37767"/>
                </a:cubicBezTo>
                <a:cubicBezTo>
                  <a:pt x="170058" y="36788"/>
                  <a:pt x="172994" y="36299"/>
                  <a:pt x="176286" y="36299"/>
                </a:cubicBezTo>
                <a:cubicBezTo>
                  <a:pt x="179667" y="36299"/>
                  <a:pt x="183003" y="36944"/>
                  <a:pt x="186294" y="38235"/>
                </a:cubicBezTo>
                <a:cubicBezTo>
                  <a:pt x="189586" y="39525"/>
                  <a:pt x="192500" y="41504"/>
                  <a:pt x="195036" y="44173"/>
                </a:cubicBezTo>
                <a:cubicBezTo>
                  <a:pt x="197572" y="46842"/>
                  <a:pt x="199618" y="50245"/>
                  <a:pt x="201175" y="54383"/>
                </a:cubicBezTo>
                <a:cubicBezTo>
                  <a:pt x="202732" y="58519"/>
                  <a:pt x="203511" y="63434"/>
                  <a:pt x="203511" y="69127"/>
                </a:cubicBezTo>
                <a:cubicBezTo>
                  <a:pt x="203511" y="74821"/>
                  <a:pt x="202665" y="79759"/>
                  <a:pt x="200974" y="83941"/>
                </a:cubicBezTo>
                <a:cubicBezTo>
                  <a:pt x="199283" y="88122"/>
                  <a:pt x="197082" y="91592"/>
                  <a:pt x="194368" y="94351"/>
                </a:cubicBezTo>
                <a:cubicBezTo>
                  <a:pt x="191654" y="97108"/>
                  <a:pt x="188562" y="99131"/>
                  <a:pt x="185093" y="100421"/>
                </a:cubicBezTo>
                <a:cubicBezTo>
                  <a:pt x="181624" y="101710"/>
                  <a:pt x="178155" y="102355"/>
                  <a:pt x="174685" y="102355"/>
                </a:cubicBezTo>
                <a:cubicBezTo>
                  <a:pt x="164899" y="102355"/>
                  <a:pt x="157915" y="98130"/>
                  <a:pt x="153734" y="89679"/>
                </a:cubicBezTo>
                <a:lnTo>
                  <a:pt x="153467" y="89679"/>
                </a:lnTo>
                <a:lnTo>
                  <a:pt x="153467" y="98085"/>
                </a:lnTo>
                <a:cubicBezTo>
                  <a:pt x="153467" y="100932"/>
                  <a:pt x="153489" y="104112"/>
                  <a:pt x="153533" y="107627"/>
                </a:cubicBezTo>
                <a:cubicBezTo>
                  <a:pt x="153577" y="111142"/>
                  <a:pt x="153644" y="114634"/>
                  <a:pt x="153732" y="118104"/>
                </a:cubicBezTo>
                <a:cubicBezTo>
                  <a:pt x="153822" y="121573"/>
                  <a:pt x="153933" y="124887"/>
                  <a:pt x="154066" y="128045"/>
                </a:cubicBezTo>
                <a:cubicBezTo>
                  <a:pt x="154200" y="131204"/>
                  <a:pt x="154357" y="133895"/>
                  <a:pt x="154534" y="136119"/>
                </a:cubicBezTo>
                <a:cubicBezTo>
                  <a:pt x="152043" y="135673"/>
                  <a:pt x="150042" y="135451"/>
                  <a:pt x="148529" y="135451"/>
                </a:cubicBezTo>
                <a:cubicBezTo>
                  <a:pt x="147017" y="135451"/>
                  <a:pt x="145015" y="135673"/>
                  <a:pt x="142524" y="136119"/>
                </a:cubicBezTo>
                <a:cubicBezTo>
                  <a:pt x="142702" y="133895"/>
                  <a:pt x="142858" y="131204"/>
                  <a:pt x="142991" y="128045"/>
                </a:cubicBezTo>
                <a:cubicBezTo>
                  <a:pt x="143124" y="124887"/>
                  <a:pt x="143234" y="121573"/>
                  <a:pt x="143323" y="118104"/>
                </a:cubicBezTo>
                <a:cubicBezTo>
                  <a:pt x="143412" y="114634"/>
                  <a:pt x="143479" y="111142"/>
                  <a:pt x="143524" y="107627"/>
                </a:cubicBezTo>
                <a:cubicBezTo>
                  <a:pt x="143569" y="104112"/>
                  <a:pt x="143591" y="100932"/>
                  <a:pt x="143591" y="98085"/>
                </a:cubicBezTo>
                <a:lnTo>
                  <a:pt x="143591" y="76466"/>
                </a:lnTo>
                <a:moveTo>
                  <a:pt x="191766" y="68993"/>
                </a:moveTo>
                <a:cubicBezTo>
                  <a:pt x="191766" y="63655"/>
                  <a:pt x="191210" y="59251"/>
                  <a:pt x="190098" y="55782"/>
                </a:cubicBezTo>
                <a:cubicBezTo>
                  <a:pt x="188986" y="52312"/>
                  <a:pt x="187563" y="49532"/>
                  <a:pt x="185828" y="47441"/>
                </a:cubicBezTo>
                <a:cubicBezTo>
                  <a:pt x="184093" y="45350"/>
                  <a:pt x="182113" y="43905"/>
                  <a:pt x="179888" y="43106"/>
                </a:cubicBezTo>
                <a:cubicBezTo>
                  <a:pt x="177664" y="42305"/>
                  <a:pt x="175485" y="41904"/>
                  <a:pt x="173349" y="41904"/>
                </a:cubicBezTo>
                <a:cubicBezTo>
                  <a:pt x="169791" y="41904"/>
                  <a:pt x="166745" y="42661"/>
                  <a:pt x="164209" y="44173"/>
                </a:cubicBezTo>
                <a:cubicBezTo>
                  <a:pt x="161673" y="45685"/>
                  <a:pt x="159604" y="47709"/>
                  <a:pt x="158002" y="50245"/>
                </a:cubicBezTo>
                <a:cubicBezTo>
                  <a:pt x="156402" y="52779"/>
                  <a:pt x="155246" y="55760"/>
                  <a:pt x="154534" y="59186"/>
                </a:cubicBezTo>
                <a:cubicBezTo>
                  <a:pt x="153823" y="62611"/>
                  <a:pt x="153467" y="66236"/>
                  <a:pt x="153467" y="70062"/>
                </a:cubicBezTo>
                <a:cubicBezTo>
                  <a:pt x="153467" y="88566"/>
                  <a:pt x="159962" y="97818"/>
                  <a:pt x="172950" y="97818"/>
                </a:cubicBezTo>
                <a:cubicBezTo>
                  <a:pt x="176153" y="97818"/>
                  <a:pt x="178932" y="97085"/>
                  <a:pt x="181289" y="95617"/>
                </a:cubicBezTo>
                <a:cubicBezTo>
                  <a:pt x="183647" y="94150"/>
                  <a:pt x="185604" y="92104"/>
                  <a:pt x="187162" y="89480"/>
                </a:cubicBezTo>
                <a:cubicBezTo>
                  <a:pt x="188719" y="86854"/>
                  <a:pt x="189875" y="83785"/>
                  <a:pt x="190631" y="80272"/>
                </a:cubicBezTo>
                <a:cubicBezTo>
                  <a:pt x="191387" y="76757"/>
                  <a:pt x="191766" y="72998"/>
                  <a:pt x="191766" y="68993"/>
                </a:cubicBezTo>
                <a:close/>
                <a:moveTo>
                  <a:pt x="217789" y="76466"/>
                </a:moveTo>
                <a:cubicBezTo>
                  <a:pt x="217789" y="73441"/>
                  <a:pt x="217767" y="70150"/>
                  <a:pt x="217722" y="66592"/>
                </a:cubicBezTo>
                <a:cubicBezTo>
                  <a:pt x="217677" y="63033"/>
                  <a:pt x="217610" y="59496"/>
                  <a:pt x="217520" y="55983"/>
                </a:cubicBezTo>
                <a:cubicBezTo>
                  <a:pt x="217432" y="52469"/>
                  <a:pt x="217321" y="49110"/>
                  <a:pt x="217188" y="45908"/>
                </a:cubicBezTo>
                <a:cubicBezTo>
                  <a:pt x="217055" y="42704"/>
                  <a:pt x="216900" y="39945"/>
                  <a:pt x="216722" y="37632"/>
                </a:cubicBezTo>
                <a:cubicBezTo>
                  <a:pt x="219213" y="38078"/>
                  <a:pt x="221215" y="38300"/>
                  <a:pt x="222727" y="38300"/>
                </a:cubicBezTo>
                <a:cubicBezTo>
                  <a:pt x="224239" y="38300"/>
                  <a:pt x="226241" y="38078"/>
                  <a:pt x="228732" y="37632"/>
                </a:cubicBezTo>
                <a:cubicBezTo>
                  <a:pt x="228376" y="39945"/>
                  <a:pt x="228109" y="42170"/>
                  <a:pt x="227932" y="44305"/>
                </a:cubicBezTo>
                <a:cubicBezTo>
                  <a:pt x="227754" y="46441"/>
                  <a:pt x="227665" y="48576"/>
                  <a:pt x="227665" y="50711"/>
                </a:cubicBezTo>
                <a:lnTo>
                  <a:pt x="227932" y="50711"/>
                </a:lnTo>
                <a:cubicBezTo>
                  <a:pt x="228553" y="49287"/>
                  <a:pt x="229443" y="47753"/>
                  <a:pt x="230599" y="46107"/>
                </a:cubicBezTo>
                <a:cubicBezTo>
                  <a:pt x="231756" y="44462"/>
                  <a:pt x="233246" y="42906"/>
                  <a:pt x="235069" y="41438"/>
                </a:cubicBezTo>
                <a:cubicBezTo>
                  <a:pt x="236893" y="39969"/>
                  <a:pt x="239095" y="38745"/>
                  <a:pt x="241674" y="37767"/>
                </a:cubicBezTo>
                <a:cubicBezTo>
                  <a:pt x="244255" y="36788"/>
                  <a:pt x="247191" y="36299"/>
                  <a:pt x="250483" y="36299"/>
                </a:cubicBezTo>
                <a:cubicBezTo>
                  <a:pt x="253865" y="36299"/>
                  <a:pt x="257201" y="36944"/>
                  <a:pt x="260492" y="38235"/>
                </a:cubicBezTo>
                <a:cubicBezTo>
                  <a:pt x="263784" y="39525"/>
                  <a:pt x="266697" y="41504"/>
                  <a:pt x="269233" y="44173"/>
                </a:cubicBezTo>
                <a:cubicBezTo>
                  <a:pt x="271769" y="46842"/>
                  <a:pt x="273816" y="50245"/>
                  <a:pt x="275373" y="54383"/>
                </a:cubicBezTo>
                <a:cubicBezTo>
                  <a:pt x="276930" y="58519"/>
                  <a:pt x="277708" y="63434"/>
                  <a:pt x="277708" y="69127"/>
                </a:cubicBezTo>
                <a:cubicBezTo>
                  <a:pt x="277708" y="74821"/>
                  <a:pt x="276863" y="79759"/>
                  <a:pt x="275171" y="83941"/>
                </a:cubicBezTo>
                <a:cubicBezTo>
                  <a:pt x="273481" y="88122"/>
                  <a:pt x="271279" y="91592"/>
                  <a:pt x="268565" y="94351"/>
                </a:cubicBezTo>
                <a:cubicBezTo>
                  <a:pt x="265852" y="97108"/>
                  <a:pt x="262760" y="99131"/>
                  <a:pt x="259290" y="100421"/>
                </a:cubicBezTo>
                <a:cubicBezTo>
                  <a:pt x="255822" y="101710"/>
                  <a:pt x="252353" y="102355"/>
                  <a:pt x="248883" y="102355"/>
                </a:cubicBezTo>
                <a:cubicBezTo>
                  <a:pt x="239097" y="102355"/>
                  <a:pt x="232113" y="98130"/>
                  <a:pt x="227932" y="89679"/>
                </a:cubicBezTo>
                <a:lnTo>
                  <a:pt x="227665" y="89679"/>
                </a:lnTo>
                <a:lnTo>
                  <a:pt x="227665" y="98085"/>
                </a:lnTo>
                <a:cubicBezTo>
                  <a:pt x="227665" y="100932"/>
                  <a:pt x="227687" y="104112"/>
                  <a:pt x="227730" y="107627"/>
                </a:cubicBezTo>
                <a:cubicBezTo>
                  <a:pt x="227775" y="111142"/>
                  <a:pt x="227841" y="114634"/>
                  <a:pt x="227930" y="118104"/>
                </a:cubicBezTo>
                <a:cubicBezTo>
                  <a:pt x="228019" y="121573"/>
                  <a:pt x="228131" y="124887"/>
                  <a:pt x="228264" y="128045"/>
                </a:cubicBezTo>
                <a:cubicBezTo>
                  <a:pt x="228398" y="131204"/>
                  <a:pt x="228554" y="133895"/>
                  <a:pt x="228732" y="136119"/>
                </a:cubicBezTo>
                <a:cubicBezTo>
                  <a:pt x="226241" y="135673"/>
                  <a:pt x="224239" y="135451"/>
                  <a:pt x="222727" y="135451"/>
                </a:cubicBezTo>
                <a:cubicBezTo>
                  <a:pt x="221215" y="135451"/>
                  <a:pt x="219213" y="135673"/>
                  <a:pt x="216722" y="136119"/>
                </a:cubicBezTo>
                <a:cubicBezTo>
                  <a:pt x="216900" y="133895"/>
                  <a:pt x="217055" y="131204"/>
                  <a:pt x="217188" y="128045"/>
                </a:cubicBezTo>
                <a:cubicBezTo>
                  <a:pt x="217321" y="124887"/>
                  <a:pt x="217432" y="121573"/>
                  <a:pt x="217520" y="118104"/>
                </a:cubicBezTo>
                <a:cubicBezTo>
                  <a:pt x="217610" y="114634"/>
                  <a:pt x="217677" y="111142"/>
                  <a:pt x="217722" y="107627"/>
                </a:cubicBezTo>
                <a:cubicBezTo>
                  <a:pt x="217767" y="104112"/>
                  <a:pt x="217789" y="100932"/>
                  <a:pt x="217789" y="98085"/>
                </a:cubicBezTo>
                <a:lnTo>
                  <a:pt x="217789" y="76466"/>
                </a:lnTo>
                <a:moveTo>
                  <a:pt x="265963" y="68993"/>
                </a:moveTo>
                <a:cubicBezTo>
                  <a:pt x="265963" y="63655"/>
                  <a:pt x="265407" y="59251"/>
                  <a:pt x="264295" y="55782"/>
                </a:cubicBezTo>
                <a:cubicBezTo>
                  <a:pt x="263184" y="52312"/>
                  <a:pt x="261760" y="49532"/>
                  <a:pt x="260025" y="47441"/>
                </a:cubicBezTo>
                <a:cubicBezTo>
                  <a:pt x="258290" y="45350"/>
                  <a:pt x="256310" y="43905"/>
                  <a:pt x="254086" y="43106"/>
                </a:cubicBezTo>
                <a:cubicBezTo>
                  <a:pt x="251862" y="42305"/>
                  <a:pt x="249682" y="41904"/>
                  <a:pt x="247547" y="41904"/>
                </a:cubicBezTo>
                <a:cubicBezTo>
                  <a:pt x="243989" y="41904"/>
                  <a:pt x="240942" y="42661"/>
                  <a:pt x="238406" y="44173"/>
                </a:cubicBezTo>
                <a:cubicBezTo>
                  <a:pt x="235870" y="45685"/>
                  <a:pt x="233802" y="47709"/>
                  <a:pt x="232200" y="50245"/>
                </a:cubicBezTo>
                <a:cubicBezTo>
                  <a:pt x="230599" y="52779"/>
                  <a:pt x="229443" y="55760"/>
                  <a:pt x="228732" y="59186"/>
                </a:cubicBezTo>
                <a:cubicBezTo>
                  <a:pt x="228021" y="62611"/>
                  <a:pt x="227665" y="66236"/>
                  <a:pt x="227665" y="70062"/>
                </a:cubicBezTo>
                <a:cubicBezTo>
                  <a:pt x="227665" y="88566"/>
                  <a:pt x="234159" y="97818"/>
                  <a:pt x="247148" y="97818"/>
                </a:cubicBezTo>
                <a:cubicBezTo>
                  <a:pt x="250350" y="97818"/>
                  <a:pt x="253130" y="97085"/>
                  <a:pt x="255486" y="95617"/>
                </a:cubicBezTo>
                <a:cubicBezTo>
                  <a:pt x="257844" y="94150"/>
                  <a:pt x="259802" y="92104"/>
                  <a:pt x="261359" y="89480"/>
                </a:cubicBezTo>
                <a:cubicBezTo>
                  <a:pt x="262916" y="86854"/>
                  <a:pt x="264073" y="83785"/>
                  <a:pt x="264829" y="80272"/>
                </a:cubicBezTo>
                <a:cubicBezTo>
                  <a:pt x="265585" y="76757"/>
                  <a:pt x="265963" y="72998"/>
                  <a:pt x="265963" y="68993"/>
                </a:cubicBezTo>
                <a:close/>
                <a:moveTo>
                  <a:pt x="299727" y="69528"/>
                </a:moveTo>
                <a:cubicBezTo>
                  <a:pt x="299727" y="73264"/>
                  <a:pt x="300060" y="76867"/>
                  <a:pt x="300727" y="80337"/>
                </a:cubicBezTo>
                <a:cubicBezTo>
                  <a:pt x="301395" y="83807"/>
                  <a:pt x="302529" y="86898"/>
                  <a:pt x="304129" y="89612"/>
                </a:cubicBezTo>
                <a:cubicBezTo>
                  <a:pt x="305731" y="92326"/>
                  <a:pt x="307867" y="94484"/>
                  <a:pt x="310536" y="96085"/>
                </a:cubicBezTo>
                <a:cubicBezTo>
                  <a:pt x="313204" y="97686"/>
                  <a:pt x="316496" y="98486"/>
                  <a:pt x="320411" y="98486"/>
                </a:cubicBezTo>
                <a:cubicBezTo>
                  <a:pt x="324326" y="98486"/>
                  <a:pt x="327618" y="97686"/>
                  <a:pt x="330287" y="96085"/>
                </a:cubicBezTo>
                <a:cubicBezTo>
                  <a:pt x="332956" y="94484"/>
                  <a:pt x="335091" y="92326"/>
                  <a:pt x="336691" y="89612"/>
                </a:cubicBezTo>
                <a:cubicBezTo>
                  <a:pt x="338293" y="86898"/>
                  <a:pt x="339427" y="83807"/>
                  <a:pt x="340094" y="80337"/>
                </a:cubicBezTo>
                <a:cubicBezTo>
                  <a:pt x="340762" y="76867"/>
                  <a:pt x="341096" y="73264"/>
                  <a:pt x="341096" y="69528"/>
                </a:cubicBezTo>
                <a:cubicBezTo>
                  <a:pt x="341096" y="65791"/>
                  <a:pt x="340762" y="62188"/>
                  <a:pt x="340094" y="58718"/>
                </a:cubicBezTo>
                <a:cubicBezTo>
                  <a:pt x="339427" y="55248"/>
                  <a:pt x="338293" y="52157"/>
                  <a:pt x="336691" y="49445"/>
                </a:cubicBezTo>
                <a:cubicBezTo>
                  <a:pt x="335091" y="46731"/>
                  <a:pt x="332956" y="44573"/>
                  <a:pt x="330287" y="42971"/>
                </a:cubicBezTo>
                <a:cubicBezTo>
                  <a:pt x="327618" y="41370"/>
                  <a:pt x="324326" y="40569"/>
                  <a:pt x="320411" y="40569"/>
                </a:cubicBezTo>
                <a:cubicBezTo>
                  <a:pt x="316496" y="40569"/>
                  <a:pt x="313204" y="41370"/>
                  <a:pt x="310536" y="42971"/>
                </a:cubicBezTo>
                <a:cubicBezTo>
                  <a:pt x="307867" y="44573"/>
                  <a:pt x="305731" y="46731"/>
                  <a:pt x="304129" y="49445"/>
                </a:cubicBezTo>
                <a:cubicBezTo>
                  <a:pt x="302529" y="52157"/>
                  <a:pt x="301395" y="55248"/>
                  <a:pt x="300727" y="58718"/>
                </a:cubicBezTo>
                <a:cubicBezTo>
                  <a:pt x="300060" y="62188"/>
                  <a:pt x="299727" y="65791"/>
                  <a:pt x="299727" y="69528"/>
                </a:cubicBezTo>
                <a:moveTo>
                  <a:pt x="287984" y="69528"/>
                </a:moveTo>
                <a:cubicBezTo>
                  <a:pt x="287984" y="63478"/>
                  <a:pt x="288940" y="58340"/>
                  <a:pt x="290853" y="54114"/>
                </a:cubicBezTo>
                <a:cubicBezTo>
                  <a:pt x="292766" y="49888"/>
                  <a:pt x="295278" y="46463"/>
                  <a:pt x="298391" y="43839"/>
                </a:cubicBezTo>
                <a:cubicBezTo>
                  <a:pt x="301505" y="41215"/>
                  <a:pt x="304998" y="39302"/>
                  <a:pt x="308868" y="38101"/>
                </a:cubicBezTo>
                <a:cubicBezTo>
                  <a:pt x="312738" y="36899"/>
                  <a:pt x="316586" y="36299"/>
                  <a:pt x="320411" y="36299"/>
                </a:cubicBezTo>
                <a:cubicBezTo>
                  <a:pt x="324326" y="36299"/>
                  <a:pt x="328197" y="36899"/>
                  <a:pt x="332022" y="38101"/>
                </a:cubicBezTo>
                <a:cubicBezTo>
                  <a:pt x="335848" y="39302"/>
                  <a:pt x="339317" y="41215"/>
                  <a:pt x="342430" y="43839"/>
                </a:cubicBezTo>
                <a:cubicBezTo>
                  <a:pt x="345544" y="46463"/>
                  <a:pt x="348057" y="49888"/>
                  <a:pt x="349970" y="54114"/>
                </a:cubicBezTo>
                <a:cubicBezTo>
                  <a:pt x="351883" y="58340"/>
                  <a:pt x="352839" y="63478"/>
                  <a:pt x="352839" y="69528"/>
                </a:cubicBezTo>
                <a:cubicBezTo>
                  <a:pt x="352839" y="75577"/>
                  <a:pt x="351883" y="80715"/>
                  <a:pt x="349970" y="84941"/>
                </a:cubicBezTo>
                <a:cubicBezTo>
                  <a:pt x="348057" y="89167"/>
                  <a:pt x="345544" y="92593"/>
                  <a:pt x="342430" y="95218"/>
                </a:cubicBezTo>
                <a:cubicBezTo>
                  <a:pt x="339317" y="97842"/>
                  <a:pt x="335848" y="99688"/>
                  <a:pt x="332022" y="100755"/>
                </a:cubicBezTo>
                <a:cubicBezTo>
                  <a:pt x="328197" y="101822"/>
                  <a:pt x="324326" y="102355"/>
                  <a:pt x="320411" y="102355"/>
                </a:cubicBezTo>
                <a:cubicBezTo>
                  <a:pt x="316586" y="102355"/>
                  <a:pt x="312738" y="101822"/>
                  <a:pt x="308868" y="100755"/>
                </a:cubicBezTo>
                <a:cubicBezTo>
                  <a:pt x="304998" y="99688"/>
                  <a:pt x="301505" y="97842"/>
                  <a:pt x="298391" y="95218"/>
                </a:cubicBezTo>
                <a:cubicBezTo>
                  <a:pt x="295278" y="92593"/>
                  <a:pt x="292766" y="89167"/>
                  <a:pt x="290853" y="84941"/>
                </a:cubicBezTo>
                <a:cubicBezTo>
                  <a:pt x="288940" y="80715"/>
                  <a:pt x="287984" y="75577"/>
                  <a:pt x="287984" y="69528"/>
                </a:cubicBezTo>
                <a:close/>
                <a:moveTo>
                  <a:pt x="366985" y="88610"/>
                </a:moveTo>
                <a:cubicBezTo>
                  <a:pt x="367430" y="89501"/>
                  <a:pt x="368120" y="90480"/>
                  <a:pt x="369054" y="91547"/>
                </a:cubicBezTo>
                <a:cubicBezTo>
                  <a:pt x="369987" y="92614"/>
                  <a:pt x="371099" y="93615"/>
                  <a:pt x="372389" y="94550"/>
                </a:cubicBezTo>
                <a:cubicBezTo>
                  <a:pt x="373680" y="95484"/>
                  <a:pt x="375148" y="96263"/>
                  <a:pt x="376793" y="96886"/>
                </a:cubicBezTo>
                <a:cubicBezTo>
                  <a:pt x="378439" y="97507"/>
                  <a:pt x="380196" y="97818"/>
                  <a:pt x="382065" y="97818"/>
                </a:cubicBezTo>
                <a:cubicBezTo>
                  <a:pt x="383755" y="97818"/>
                  <a:pt x="385379" y="97552"/>
                  <a:pt x="386936" y="97018"/>
                </a:cubicBezTo>
                <a:cubicBezTo>
                  <a:pt x="388493" y="96485"/>
                  <a:pt x="389872" y="95728"/>
                  <a:pt x="391072" y="94750"/>
                </a:cubicBezTo>
                <a:cubicBezTo>
                  <a:pt x="392273" y="93771"/>
                  <a:pt x="393229" y="92525"/>
                  <a:pt x="393941" y="91013"/>
                </a:cubicBezTo>
                <a:cubicBezTo>
                  <a:pt x="394653" y="89501"/>
                  <a:pt x="395010" y="87766"/>
                  <a:pt x="395010" y="85808"/>
                </a:cubicBezTo>
                <a:cubicBezTo>
                  <a:pt x="395010" y="83050"/>
                  <a:pt x="394231" y="80937"/>
                  <a:pt x="392674" y="79469"/>
                </a:cubicBezTo>
                <a:cubicBezTo>
                  <a:pt x="391117" y="78002"/>
                  <a:pt x="389182" y="76801"/>
                  <a:pt x="386869" y="75867"/>
                </a:cubicBezTo>
                <a:cubicBezTo>
                  <a:pt x="384556" y="74932"/>
                  <a:pt x="382020" y="74109"/>
                  <a:pt x="379261" y="73397"/>
                </a:cubicBezTo>
                <a:cubicBezTo>
                  <a:pt x="376504" y="72686"/>
                  <a:pt x="373969" y="71686"/>
                  <a:pt x="371656" y="70396"/>
                </a:cubicBezTo>
                <a:cubicBezTo>
                  <a:pt x="369343" y="69105"/>
                  <a:pt x="367408" y="67392"/>
                  <a:pt x="365850" y="65258"/>
                </a:cubicBezTo>
                <a:cubicBezTo>
                  <a:pt x="364293" y="63123"/>
                  <a:pt x="363515" y="60187"/>
                  <a:pt x="363515" y="56449"/>
                </a:cubicBezTo>
                <a:cubicBezTo>
                  <a:pt x="363515" y="53513"/>
                  <a:pt x="364004" y="50822"/>
                  <a:pt x="364983" y="48376"/>
                </a:cubicBezTo>
                <a:cubicBezTo>
                  <a:pt x="365962" y="45929"/>
                  <a:pt x="367385" y="43816"/>
                  <a:pt x="369253" y="42037"/>
                </a:cubicBezTo>
                <a:cubicBezTo>
                  <a:pt x="371121" y="40257"/>
                  <a:pt x="373434" y="38856"/>
                  <a:pt x="376193" y="37834"/>
                </a:cubicBezTo>
                <a:cubicBezTo>
                  <a:pt x="378951" y="36810"/>
                  <a:pt x="382109" y="36299"/>
                  <a:pt x="385667" y="36299"/>
                </a:cubicBezTo>
                <a:cubicBezTo>
                  <a:pt x="388959" y="36299"/>
                  <a:pt x="391740" y="36744"/>
                  <a:pt x="394008" y="37634"/>
                </a:cubicBezTo>
                <a:cubicBezTo>
                  <a:pt x="396276" y="38524"/>
                  <a:pt x="398434" y="39324"/>
                  <a:pt x="400481" y="40035"/>
                </a:cubicBezTo>
                <a:cubicBezTo>
                  <a:pt x="399769" y="41370"/>
                  <a:pt x="399101" y="43016"/>
                  <a:pt x="398478" y="44973"/>
                </a:cubicBezTo>
                <a:cubicBezTo>
                  <a:pt x="397856" y="46931"/>
                  <a:pt x="397456" y="48443"/>
                  <a:pt x="397278" y="49510"/>
                </a:cubicBezTo>
                <a:lnTo>
                  <a:pt x="395676" y="49510"/>
                </a:lnTo>
                <a:cubicBezTo>
                  <a:pt x="394964" y="47374"/>
                  <a:pt x="393585" y="45462"/>
                  <a:pt x="391538" y="43772"/>
                </a:cubicBezTo>
                <a:cubicBezTo>
                  <a:pt x="389492" y="42082"/>
                  <a:pt x="386957" y="41236"/>
                  <a:pt x="383933" y="41236"/>
                </a:cubicBezTo>
                <a:cubicBezTo>
                  <a:pt x="382598" y="41236"/>
                  <a:pt x="381264" y="41459"/>
                  <a:pt x="379929" y="41904"/>
                </a:cubicBezTo>
                <a:cubicBezTo>
                  <a:pt x="378595" y="42348"/>
                  <a:pt x="377393" y="43016"/>
                  <a:pt x="376325" y="43906"/>
                </a:cubicBezTo>
                <a:cubicBezTo>
                  <a:pt x="375258" y="44795"/>
                  <a:pt x="374369" y="45952"/>
                  <a:pt x="373658" y="47376"/>
                </a:cubicBezTo>
                <a:cubicBezTo>
                  <a:pt x="372946" y="48799"/>
                  <a:pt x="372591" y="50489"/>
                  <a:pt x="372591" y="52446"/>
                </a:cubicBezTo>
                <a:cubicBezTo>
                  <a:pt x="372591" y="55293"/>
                  <a:pt x="373368" y="57495"/>
                  <a:pt x="374924" y="59052"/>
                </a:cubicBezTo>
                <a:cubicBezTo>
                  <a:pt x="376481" y="60609"/>
                  <a:pt x="378416" y="61833"/>
                  <a:pt x="380729" y="62723"/>
                </a:cubicBezTo>
                <a:cubicBezTo>
                  <a:pt x="383043" y="63612"/>
                  <a:pt x="385578" y="64391"/>
                  <a:pt x="388335" y="65059"/>
                </a:cubicBezTo>
                <a:cubicBezTo>
                  <a:pt x="391093" y="65725"/>
                  <a:pt x="393629" y="66659"/>
                  <a:pt x="395942" y="67861"/>
                </a:cubicBezTo>
                <a:cubicBezTo>
                  <a:pt x="398256" y="69061"/>
                  <a:pt x="400191" y="70728"/>
                  <a:pt x="401748" y="72864"/>
                </a:cubicBezTo>
                <a:cubicBezTo>
                  <a:pt x="403305" y="74999"/>
                  <a:pt x="404083" y="77935"/>
                  <a:pt x="404083" y="81671"/>
                </a:cubicBezTo>
                <a:cubicBezTo>
                  <a:pt x="404083" y="84251"/>
                  <a:pt x="403528" y="86787"/>
                  <a:pt x="402416" y="89278"/>
                </a:cubicBezTo>
                <a:cubicBezTo>
                  <a:pt x="401304" y="91769"/>
                  <a:pt x="399702" y="94016"/>
                  <a:pt x="397610" y="96018"/>
                </a:cubicBezTo>
                <a:cubicBezTo>
                  <a:pt x="395520" y="98019"/>
                  <a:pt x="393006" y="99576"/>
                  <a:pt x="390070" y="100687"/>
                </a:cubicBezTo>
                <a:cubicBezTo>
                  <a:pt x="387135" y="101799"/>
                  <a:pt x="383800" y="102355"/>
                  <a:pt x="380064" y="102355"/>
                </a:cubicBezTo>
                <a:cubicBezTo>
                  <a:pt x="375971" y="102355"/>
                  <a:pt x="372545" y="101955"/>
                  <a:pt x="369787" y="101154"/>
                </a:cubicBezTo>
                <a:cubicBezTo>
                  <a:pt x="367029" y="100354"/>
                  <a:pt x="364716" y="99420"/>
                  <a:pt x="362847" y="98352"/>
                </a:cubicBezTo>
                <a:cubicBezTo>
                  <a:pt x="363382" y="97195"/>
                  <a:pt x="363938" y="95616"/>
                  <a:pt x="364517" y="93615"/>
                </a:cubicBezTo>
                <a:cubicBezTo>
                  <a:pt x="365095" y="91613"/>
                  <a:pt x="365384" y="89945"/>
                  <a:pt x="365384" y="88610"/>
                </a:cubicBezTo>
                <a:lnTo>
                  <a:pt x="366985" y="88610"/>
                </a:lnTo>
                <a:close/>
                <a:moveTo>
                  <a:pt x="444920" y="40569"/>
                </a:moveTo>
                <a:cubicBezTo>
                  <a:pt x="441628" y="40569"/>
                  <a:pt x="438847" y="41325"/>
                  <a:pt x="436577" y="42837"/>
                </a:cubicBezTo>
                <a:cubicBezTo>
                  <a:pt x="434309" y="44349"/>
                  <a:pt x="432441" y="46240"/>
                  <a:pt x="430973" y="48510"/>
                </a:cubicBezTo>
                <a:cubicBezTo>
                  <a:pt x="429506" y="50778"/>
                  <a:pt x="428394" y="53269"/>
                  <a:pt x="427638" y="55983"/>
                </a:cubicBezTo>
                <a:cubicBezTo>
                  <a:pt x="426882" y="58697"/>
                  <a:pt x="426415" y="61254"/>
                  <a:pt x="426237" y="63656"/>
                </a:cubicBezTo>
                <a:cubicBezTo>
                  <a:pt x="428994" y="63745"/>
                  <a:pt x="431863" y="63835"/>
                  <a:pt x="434842" y="63925"/>
                </a:cubicBezTo>
                <a:cubicBezTo>
                  <a:pt x="437823" y="64013"/>
                  <a:pt x="440737" y="64057"/>
                  <a:pt x="443584" y="64057"/>
                </a:cubicBezTo>
                <a:cubicBezTo>
                  <a:pt x="446520" y="64057"/>
                  <a:pt x="449501" y="64013"/>
                  <a:pt x="452525" y="63925"/>
                </a:cubicBezTo>
                <a:cubicBezTo>
                  <a:pt x="455550" y="63835"/>
                  <a:pt x="458486" y="63745"/>
                  <a:pt x="461334" y="63656"/>
                </a:cubicBezTo>
                <a:cubicBezTo>
                  <a:pt x="461334" y="61254"/>
                  <a:pt x="461134" y="58719"/>
                  <a:pt x="460733" y="56050"/>
                </a:cubicBezTo>
                <a:cubicBezTo>
                  <a:pt x="460333" y="53380"/>
                  <a:pt x="459532" y="50888"/>
                  <a:pt x="458331" y="48575"/>
                </a:cubicBezTo>
                <a:cubicBezTo>
                  <a:pt x="457129" y="46262"/>
                  <a:pt x="455461" y="44349"/>
                  <a:pt x="453326" y="42837"/>
                </a:cubicBezTo>
                <a:cubicBezTo>
                  <a:pt x="451190" y="41325"/>
                  <a:pt x="448388" y="40569"/>
                  <a:pt x="444920" y="40569"/>
                </a:cubicBezTo>
                <a:moveTo>
                  <a:pt x="414093" y="71396"/>
                </a:moveTo>
                <a:cubicBezTo>
                  <a:pt x="414093" y="60453"/>
                  <a:pt x="416694" y="51868"/>
                  <a:pt x="421898" y="45641"/>
                </a:cubicBezTo>
                <a:cubicBezTo>
                  <a:pt x="427102" y="39413"/>
                  <a:pt x="434688" y="36299"/>
                  <a:pt x="444653" y="36299"/>
                </a:cubicBezTo>
                <a:cubicBezTo>
                  <a:pt x="449368" y="36299"/>
                  <a:pt x="453438" y="37033"/>
                  <a:pt x="456863" y="38502"/>
                </a:cubicBezTo>
                <a:cubicBezTo>
                  <a:pt x="460288" y="39969"/>
                  <a:pt x="463157" y="41926"/>
                  <a:pt x="465470" y="44372"/>
                </a:cubicBezTo>
                <a:cubicBezTo>
                  <a:pt x="467783" y="46819"/>
                  <a:pt x="469496" y="49688"/>
                  <a:pt x="470607" y="52980"/>
                </a:cubicBezTo>
                <a:cubicBezTo>
                  <a:pt x="471719" y="56272"/>
                  <a:pt x="472275" y="59786"/>
                  <a:pt x="472275" y="63521"/>
                </a:cubicBezTo>
                <a:cubicBezTo>
                  <a:pt x="472275" y="64412"/>
                  <a:pt x="472253" y="65280"/>
                  <a:pt x="472208" y="66126"/>
                </a:cubicBezTo>
                <a:cubicBezTo>
                  <a:pt x="472164" y="66970"/>
                  <a:pt x="472098" y="67837"/>
                  <a:pt x="472008" y="68726"/>
                </a:cubicBezTo>
                <a:cubicBezTo>
                  <a:pt x="467204" y="68638"/>
                  <a:pt x="462445" y="68550"/>
                  <a:pt x="457730" y="68461"/>
                </a:cubicBezTo>
                <a:cubicBezTo>
                  <a:pt x="453015" y="68372"/>
                  <a:pt x="448256" y="68327"/>
                  <a:pt x="443452" y="68327"/>
                </a:cubicBezTo>
                <a:cubicBezTo>
                  <a:pt x="440515" y="68327"/>
                  <a:pt x="437601" y="68372"/>
                  <a:pt x="434710" y="68461"/>
                </a:cubicBezTo>
                <a:cubicBezTo>
                  <a:pt x="431818" y="68550"/>
                  <a:pt x="428905" y="68638"/>
                  <a:pt x="425968" y="68726"/>
                </a:cubicBezTo>
                <a:cubicBezTo>
                  <a:pt x="425880" y="69171"/>
                  <a:pt x="425836" y="69839"/>
                  <a:pt x="425836" y="70728"/>
                </a:cubicBezTo>
                <a:lnTo>
                  <a:pt x="425836" y="72463"/>
                </a:lnTo>
                <a:cubicBezTo>
                  <a:pt x="425836" y="75932"/>
                  <a:pt x="426347" y="79180"/>
                  <a:pt x="427369" y="82206"/>
                </a:cubicBezTo>
                <a:cubicBezTo>
                  <a:pt x="428393" y="85231"/>
                  <a:pt x="429883" y="87833"/>
                  <a:pt x="431841" y="90013"/>
                </a:cubicBezTo>
                <a:cubicBezTo>
                  <a:pt x="433798" y="92192"/>
                  <a:pt x="436201" y="93927"/>
                  <a:pt x="439047" y="95218"/>
                </a:cubicBezTo>
                <a:cubicBezTo>
                  <a:pt x="441894" y="96508"/>
                  <a:pt x="445186" y="97152"/>
                  <a:pt x="448923" y="97152"/>
                </a:cubicBezTo>
                <a:cubicBezTo>
                  <a:pt x="450701" y="97152"/>
                  <a:pt x="452525" y="96908"/>
                  <a:pt x="454393" y="96419"/>
                </a:cubicBezTo>
                <a:cubicBezTo>
                  <a:pt x="456262" y="95929"/>
                  <a:pt x="458086" y="95261"/>
                  <a:pt x="459864" y="94416"/>
                </a:cubicBezTo>
                <a:cubicBezTo>
                  <a:pt x="461644" y="93570"/>
                  <a:pt x="463312" y="92569"/>
                  <a:pt x="464869" y="91414"/>
                </a:cubicBezTo>
                <a:cubicBezTo>
                  <a:pt x="466426" y="90258"/>
                  <a:pt x="467783" y="89011"/>
                  <a:pt x="468940" y="87676"/>
                </a:cubicBezTo>
                <a:lnTo>
                  <a:pt x="469608" y="88077"/>
                </a:lnTo>
                <a:lnTo>
                  <a:pt x="468807" y="94615"/>
                </a:lnTo>
                <a:cubicBezTo>
                  <a:pt x="466137" y="96751"/>
                  <a:pt x="462823" y="98574"/>
                  <a:pt x="458864" y="100087"/>
                </a:cubicBezTo>
                <a:cubicBezTo>
                  <a:pt x="454906" y="101599"/>
                  <a:pt x="450791" y="102355"/>
                  <a:pt x="446520" y="102355"/>
                </a:cubicBezTo>
                <a:cubicBezTo>
                  <a:pt x="441716" y="102355"/>
                  <a:pt x="437334" y="101621"/>
                  <a:pt x="433374" y="100154"/>
                </a:cubicBezTo>
                <a:cubicBezTo>
                  <a:pt x="429416" y="98686"/>
                  <a:pt x="425991" y="96552"/>
                  <a:pt x="423099" y="93750"/>
                </a:cubicBezTo>
                <a:cubicBezTo>
                  <a:pt x="420209" y="90947"/>
                  <a:pt x="417985" y="87632"/>
                  <a:pt x="416428" y="83807"/>
                </a:cubicBezTo>
                <a:cubicBezTo>
                  <a:pt x="414871" y="79981"/>
                  <a:pt x="414093" y="75844"/>
                  <a:pt x="414093" y="71396"/>
                </a:cubicBezTo>
                <a:close/>
                <a:moveTo>
                  <a:pt x="574674" y="101156"/>
                </a:moveTo>
                <a:cubicBezTo>
                  <a:pt x="573695" y="98753"/>
                  <a:pt x="572427" y="95639"/>
                  <a:pt x="570870" y="91813"/>
                </a:cubicBezTo>
                <a:cubicBezTo>
                  <a:pt x="569313" y="87988"/>
                  <a:pt x="567644" y="83962"/>
                  <a:pt x="565865" y="79736"/>
                </a:cubicBezTo>
                <a:cubicBezTo>
                  <a:pt x="564086" y="75510"/>
                  <a:pt x="562263" y="71195"/>
                  <a:pt x="560393" y="66792"/>
                </a:cubicBezTo>
                <a:cubicBezTo>
                  <a:pt x="558525" y="62388"/>
                  <a:pt x="556769" y="58251"/>
                  <a:pt x="555123" y="54381"/>
                </a:cubicBezTo>
                <a:cubicBezTo>
                  <a:pt x="553478" y="50510"/>
                  <a:pt x="552032" y="47108"/>
                  <a:pt x="550786" y="44173"/>
                </a:cubicBezTo>
                <a:cubicBezTo>
                  <a:pt x="549541" y="41236"/>
                  <a:pt x="548607" y="39056"/>
                  <a:pt x="547984" y="37632"/>
                </a:cubicBezTo>
                <a:cubicBezTo>
                  <a:pt x="549141" y="37811"/>
                  <a:pt x="550208" y="37968"/>
                  <a:pt x="551187" y="38101"/>
                </a:cubicBezTo>
                <a:cubicBezTo>
                  <a:pt x="552166" y="38234"/>
                  <a:pt x="553144" y="38300"/>
                  <a:pt x="554122" y="38300"/>
                </a:cubicBezTo>
                <a:cubicBezTo>
                  <a:pt x="555100" y="38300"/>
                  <a:pt x="556079" y="38234"/>
                  <a:pt x="557058" y="38101"/>
                </a:cubicBezTo>
                <a:cubicBezTo>
                  <a:pt x="558037" y="37968"/>
                  <a:pt x="559104" y="37811"/>
                  <a:pt x="560261" y="37632"/>
                </a:cubicBezTo>
                <a:cubicBezTo>
                  <a:pt x="563019" y="46174"/>
                  <a:pt x="566089" y="54626"/>
                  <a:pt x="569469" y="62990"/>
                </a:cubicBezTo>
                <a:cubicBezTo>
                  <a:pt x="572849" y="71352"/>
                  <a:pt x="576408" y="79981"/>
                  <a:pt x="580145" y="88877"/>
                </a:cubicBezTo>
                <a:cubicBezTo>
                  <a:pt x="583881" y="81048"/>
                  <a:pt x="587461" y="72686"/>
                  <a:pt x="590886" y="63790"/>
                </a:cubicBezTo>
                <a:cubicBezTo>
                  <a:pt x="594313" y="54893"/>
                  <a:pt x="597360" y="46174"/>
                  <a:pt x="600029" y="37632"/>
                </a:cubicBezTo>
                <a:cubicBezTo>
                  <a:pt x="601809" y="38078"/>
                  <a:pt x="603277" y="38300"/>
                  <a:pt x="604434" y="38300"/>
                </a:cubicBezTo>
                <a:cubicBezTo>
                  <a:pt x="605589" y="38300"/>
                  <a:pt x="607056" y="38078"/>
                  <a:pt x="608836" y="37632"/>
                </a:cubicBezTo>
                <a:cubicBezTo>
                  <a:pt x="608213" y="38878"/>
                  <a:pt x="607212" y="40992"/>
                  <a:pt x="605833" y="43973"/>
                </a:cubicBezTo>
                <a:cubicBezTo>
                  <a:pt x="604455" y="46953"/>
                  <a:pt x="602809" y="50512"/>
                  <a:pt x="600897" y="54649"/>
                </a:cubicBezTo>
                <a:cubicBezTo>
                  <a:pt x="598984" y="58786"/>
                  <a:pt x="596893" y="63367"/>
                  <a:pt x="594623" y="68394"/>
                </a:cubicBezTo>
                <a:cubicBezTo>
                  <a:pt x="592355" y="73420"/>
                  <a:pt x="590041" y="78580"/>
                  <a:pt x="587683" y="83874"/>
                </a:cubicBezTo>
                <a:cubicBezTo>
                  <a:pt x="585327" y="89167"/>
                  <a:pt x="582992" y="94416"/>
                  <a:pt x="580679" y="99620"/>
                </a:cubicBezTo>
                <a:cubicBezTo>
                  <a:pt x="578365" y="104825"/>
                  <a:pt x="576230" y="109762"/>
                  <a:pt x="574272" y="114432"/>
                </a:cubicBezTo>
                <a:cubicBezTo>
                  <a:pt x="572316" y="119103"/>
                  <a:pt x="570604" y="123329"/>
                  <a:pt x="569135" y="127110"/>
                </a:cubicBezTo>
                <a:cubicBezTo>
                  <a:pt x="567667" y="130892"/>
                  <a:pt x="566578" y="133895"/>
                  <a:pt x="565867" y="136119"/>
                </a:cubicBezTo>
                <a:cubicBezTo>
                  <a:pt x="564087" y="135673"/>
                  <a:pt x="562574" y="135451"/>
                  <a:pt x="561328" y="135451"/>
                </a:cubicBezTo>
                <a:cubicBezTo>
                  <a:pt x="560083" y="135451"/>
                  <a:pt x="558571" y="135673"/>
                  <a:pt x="556791" y="136119"/>
                </a:cubicBezTo>
                <a:cubicBezTo>
                  <a:pt x="563820" y="124464"/>
                  <a:pt x="569781" y="112810"/>
                  <a:pt x="574674" y="101156"/>
                </a:cubicBezTo>
                <a:close/>
                <a:moveTo>
                  <a:pt x="625784" y="69528"/>
                </a:moveTo>
                <a:cubicBezTo>
                  <a:pt x="625784" y="73264"/>
                  <a:pt x="626117" y="76867"/>
                  <a:pt x="626784" y="80337"/>
                </a:cubicBezTo>
                <a:cubicBezTo>
                  <a:pt x="627452" y="83807"/>
                  <a:pt x="628586" y="86898"/>
                  <a:pt x="630186" y="89612"/>
                </a:cubicBezTo>
                <a:cubicBezTo>
                  <a:pt x="631788" y="92326"/>
                  <a:pt x="633924" y="94484"/>
                  <a:pt x="636593" y="96085"/>
                </a:cubicBezTo>
                <a:cubicBezTo>
                  <a:pt x="639261" y="97686"/>
                  <a:pt x="642553" y="98486"/>
                  <a:pt x="646468" y="98486"/>
                </a:cubicBezTo>
                <a:cubicBezTo>
                  <a:pt x="650384" y="98486"/>
                  <a:pt x="653675" y="97686"/>
                  <a:pt x="656344" y="96085"/>
                </a:cubicBezTo>
                <a:cubicBezTo>
                  <a:pt x="659013" y="94484"/>
                  <a:pt x="661148" y="92326"/>
                  <a:pt x="662748" y="89612"/>
                </a:cubicBezTo>
                <a:cubicBezTo>
                  <a:pt x="664350" y="86898"/>
                  <a:pt x="665484" y="83807"/>
                  <a:pt x="666151" y="80337"/>
                </a:cubicBezTo>
                <a:cubicBezTo>
                  <a:pt x="666819" y="76867"/>
                  <a:pt x="667153" y="73264"/>
                  <a:pt x="667153" y="69528"/>
                </a:cubicBezTo>
                <a:cubicBezTo>
                  <a:pt x="667153" y="65791"/>
                  <a:pt x="666819" y="62188"/>
                  <a:pt x="666151" y="58718"/>
                </a:cubicBezTo>
                <a:cubicBezTo>
                  <a:pt x="665484" y="55248"/>
                  <a:pt x="664350" y="52157"/>
                  <a:pt x="662748" y="49445"/>
                </a:cubicBezTo>
                <a:cubicBezTo>
                  <a:pt x="661148" y="46731"/>
                  <a:pt x="659013" y="44573"/>
                  <a:pt x="656344" y="42971"/>
                </a:cubicBezTo>
                <a:cubicBezTo>
                  <a:pt x="653675" y="41370"/>
                  <a:pt x="650384" y="40569"/>
                  <a:pt x="646468" y="40569"/>
                </a:cubicBezTo>
                <a:cubicBezTo>
                  <a:pt x="642553" y="40569"/>
                  <a:pt x="639261" y="41370"/>
                  <a:pt x="636593" y="42971"/>
                </a:cubicBezTo>
                <a:cubicBezTo>
                  <a:pt x="633924" y="44573"/>
                  <a:pt x="631788" y="46731"/>
                  <a:pt x="630186" y="49445"/>
                </a:cubicBezTo>
                <a:cubicBezTo>
                  <a:pt x="628586" y="52157"/>
                  <a:pt x="627452" y="55248"/>
                  <a:pt x="626784" y="58718"/>
                </a:cubicBezTo>
                <a:cubicBezTo>
                  <a:pt x="626117" y="62188"/>
                  <a:pt x="625784" y="65791"/>
                  <a:pt x="625784" y="69528"/>
                </a:cubicBezTo>
                <a:moveTo>
                  <a:pt x="614041" y="69528"/>
                </a:moveTo>
                <a:cubicBezTo>
                  <a:pt x="614041" y="63478"/>
                  <a:pt x="614997" y="58340"/>
                  <a:pt x="616910" y="54114"/>
                </a:cubicBezTo>
                <a:cubicBezTo>
                  <a:pt x="618823" y="49888"/>
                  <a:pt x="621335" y="46463"/>
                  <a:pt x="624448" y="43839"/>
                </a:cubicBezTo>
                <a:cubicBezTo>
                  <a:pt x="627562" y="41215"/>
                  <a:pt x="631055" y="39302"/>
                  <a:pt x="634925" y="38101"/>
                </a:cubicBezTo>
                <a:cubicBezTo>
                  <a:pt x="638795" y="36899"/>
                  <a:pt x="642643" y="36299"/>
                  <a:pt x="646468" y="36299"/>
                </a:cubicBezTo>
                <a:cubicBezTo>
                  <a:pt x="650384" y="36299"/>
                  <a:pt x="654254" y="36899"/>
                  <a:pt x="658079" y="38101"/>
                </a:cubicBezTo>
                <a:cubicBezTo>
                  <a:pt x="661905" y="39302"/>
                  <a:pt x="665374" y="41215"/>
                  <a:pt x="668487" y="43839"/>
                </a:cubicBezTo>
                <a:cubicBezTo>
                  <a:pt x="671601" y="46463"/>
                  <a:pt x="674114" y="49888"/>
                  <a:pt x="676027" y="54114"/>
                </a:cubicBezTo>
                <a:cubicBezTo>
                  <a:pt x="677940" y="58340"/>
                  <a:pt x="678896" y="63478"/>
                  <a:pt x="678896" y="69528"/>
                </a:cubicBezTo>
                <a:cubicBezTo>
                  <a:pt x="678896" y="75577"/>
                  <a:pt x="677940" y="80715"/>
                  <a:pt x="676027" y="84941"/>
                </a:cubicBezTo>
                <a:cubicBezTo>
                  <a:pt x="674114" y="89167"/>
                  <a:pt x="671601" y="92593"/>
                  <a:pt x="668487" y="95218"/>
                </a:cubicBezTo>
                <a:cubicBezTo>
                  <a:pt x="665374" y="97842"/>
                  <a:pt x="661905" y="99688"/>
                  <a:pt x="658079" y="100755"/>
                </a:cubicBezTo>
                <a:cubicBezTo>
                  <a:pt x="654254" y="101822"/>
                  <a:pt x="650384" y="102355"/>
                  <a:pt x="646468" y="102355"/>
                </a:cubicBezTo>
                <a:cubicBezTo>
                  <a:pt x="642643" y="102355"/>
                  <a:pt x="638795" y="101822"/>
                  <a:pt x="634925" y="100755"/>
                </a:cubicBezTo>
                <a:cubicBezTo>
                  <a:pt x="631055" y="99688"/>
                  <a:pt x="627562" y="97842"/>
                  <a:pt x="624448" y="95218"/>
                </a:cubicBezTo>
                <a:cubicBezTo>
                  <a:pt x="621335" y="92593"/>
                  <a:pt x="618823" y="89167"/>
                  <a:pt x="616910" y="84941"/>
                </a:cubicBezTo>
                <a:cubicBezTo>
                  <a:pt x="614997" y="80715"/>
                  <a:pt x="614041" y="75577"/>
                  <a:pt x="614041" y="69528"/>
                </a:cubicBezTo>
                <a:close/>
                <a:moveTo>
                  <a:pt x="693710" y="80870"/>
                </a:moveTo>
                <a:cubicBezTo>
                  <a:pt x="693710" y="76156"/>
                  <a:pt x="693777" y="72131"/>
                  <a:pt x="693910" y="68795"/>
                </a:cubicBezTo>
                <a:cubicBezTo>
                  <a:pt x="694043" y="65459"/>
                  <a:pt x="694110" y="62144"/>
                  <a:pt x="694110" y="58852"/>
                </a:cubicBezTo>
                <a:cubicBezTo>
                  <a:pt x="694110" y="55738"/>
                  <a:pt x="694087" y="52357"/>
                  <a:pt x="694042" y="48710"/>
                </a:cubicBezTo>
                <a:cubicBezTo>
                  <a:pt x="693999" y="45062"/>
                  <a:pt x="693932" y="41370"/>
                  <a:pt x="693843" y="37632"/>
                </a:cubicBezTo>
                <a:cubicBezTo>
                  <a:pt x="696068" y="38078"/>
                  <a:pt x="697936" y="38300"/>
                  <a:pt x="699449" y="38300"/>
                </a:cubicBezTo>
                <a:cubicBezTo>
                  <a:pt x="700871" y="38300"/>
                  <a:pt x="702695" y="38078"/>
                  <a:pt x="704920" y="37632"/>
                </a:cubicBezTo>
                <a:cubicBezTo>
                  <a:pt x="704475" y="42971"/>
                  <a:pt x="704141" y="48822"/>
                  <a:pt x="703918" y="55183"/>
                </a:cubicBezTo>
                <a:cubicBezTo>
                  <a:pt x="703696" y="61543"/>
                  <a:pt x="703584" y="68059"/>
                  <a:pt x="703584" y="74731"/>
                </a:cubicBezTo>
                <a:cubicBezTo>
                  <a:pt x="703584" y="79357"/>
                  <a:pt x="703985" y="82894"/>
                  <a:pt x="704786" y="85342"/>
                </a:cubicBezTo>
                <a:cubicBezTo>
                  <a:pt x="705587" y="87788"/>
                  <a:pt x="706565" y="89634"/>
                  <a:pt x="707722" y="90879"/>
                </a:cubicBezTo>
                <a:cubicBezTo>
                  <a:pt x="708968" y="92303"/>
                  <a:pt x="710548" y="93482"/>
                  <a:pt x="712460" y="94416"/>
                </a:cubicBezTo>
                <a:cubicBezTo>
                  <a:pt x="714373" y="95350"/>
                  <a:pt x="716619" y="95817"/>
                  <a:pt x="719198" y="95817"/>
                </a:cubicBezTo>
                <a:cubicBezTo>
                  <a:pt x="722936" y="95817"/>
                  <a:pt x="726050" y="94994"/>
                  <a:pt x="728541" y="93349"/>
                </a:cubicBezTo>
                <a:cubicBezTo>
                  <a:pt x="731032" y="91702"/>
                  <a:pt x="732856" y="89678"/>
                  <a:pt x="734012" y="87277"/>
                </a:cubicBezTo>
                <a:cubicBezTo>
                  <a:pt x="734634" y="85764"/>
                  <a:pt x="735123" y="84475"/>
                  <a:pt x="735478" y="83408"/>
                </a:cubicBezTo>
                <a:cubicBezTo>
                  <a:pt x="735835" y="82339"/>
                  <a:pt x="736125" y="80915"/>
                  <a:pt x="736346" y="79136"/>
                </a:cubicBezTo>
                <a:cubicBezTo>
                  <a:pt x="736568" y="77356"/>
                  <a:pt x="736702" y="74954"/>
                  <a:pt x="736747" y="71929"/>
                </a:cubicBezTo>
                <a:cubicBezTo>
                  <a:pt x="736792" y="68905"/>
                  <a:pt x="736814" y="64768"/>
                  <a:pt x="736814" y="59518"/>
                </a:cubicBezTo>
                <a:lnTo>
                  <a:pt x="736814" y="48308"/>
                </a:lnTo>
                <a:cubicBezTo>
                  <a:pt x="736814" y="46352"/>
                  <a:pt x="736792" y="44484"/>
                  <a:pt x="736747" y="42705"/>
                </a:cubicBezTo>
                <a:cubicBezTo>
                  <a:pt x="736702" y="40925"/>
                  <a:pt x="736636" y="39234"/>
                  <a:pt x="736547" y="37632"/>
                </a:cubicBezTo>
                <a:cubicBezTo>
                  <a:pt x="737526" y="37811"/>
                  <a:pt x="738460" y="37968"/>
                  <a:pt x="739349" y="38101"/>
                </a:cubicBezTo>
                <a:cubicBezTo>
                  <a:pt x="740239" y="38234"/>
                  <a:pt x="741173" y="38300"/>
                  <a:pt x="742151" y="38300"/>
                </a:cubicBezTo>
                <a:cubicBezTo>
                  <a:pt x="743130" y="38300"/>
                  <a:pt x="744064" y="38234"/>
                  <a:pt x="744953" y="38101"/>
                </a:cubicBezTo>
                <a:cubicBezTo>
                  <a:pt x="745844" y="37968"/>
                  <a:pt x="746734" y="37811"/>
                  <a:pt x="747623" y="37632"/>
                </a:cubicBezTo>
                <a:cubicBezTo>
                  <a:pt x="747179" y="44572"/>
                  <a:pt x="746912" y="51267"/>
                  <a:pt x="746822" y="57718"/>
                </a:cubicBezTo>
                <a:cubicBezTo>
                  <a:pt x="746734" y="64168"/>
                  <a:pt x="746690" y="70995"/>
                  <a:pt x="746690" y="78201"/>
                </a:cubicBezTo>
                <a:cubicBezTo>
                  <a:pt x="746690" y="82206"/>
                  <a:pt x="746734" y="86121"/>
                  <a:pt x="746822" y="89946"/>
                </a:cubicBezTo>
                <a:cubicBezTo>
                  <a:pt x="746912" y="93772"/>
                  <a:pt x="747046" y="97463"/>
                  <a:pt x="747224" y="101021"/>
                </a:cubicBezTo>
                <a:cubicBezTo>
                  <a:pt x="745444" y="100844"/>
                  <a:pt x="743709" y="100755"/>
                  <a:pt x="742019" y="100755"/>
                </a:cubicBezTo>
                <a:cubicBezTo>
                  <a:pt x="740329" y="100755"/>
                  <a:pt x="738594" y="100844"/>
                  <a:pt x="736814" y="101021"/>
                </a:cubicBezTo>
                <a:cubicBezTo>
                  <a:pt x="736902" y="100220"/>
                  <a:pt x="736969" y="99375"/>
                  <a:pt x="737014" y="98486"/>
                </a:cubicBezTo>
                <a:cubicBezTo>
                  <a:pt x="737059" y="97597"/>
                  <a:pt x="737081" y="96663"/>
                  <a:pt x="737081" y="95684"/>
                </a:cubicBezTo>
                <a:lnTo>
                  <a:pt x="737081" y="89946"/>
                </a:lnTo>
                <a:lnTo>
                  <a:pt x="736814" y="89946"/>
                </a:lnTo>
                <a:cubicBezTo>
                  <a:pt x="734501" y="94215"/>
                  <a:pt x="731521" y="97351"/>
                  <a:pt x="727873" y="99354"/>
                </a:cubicBezTo>
                <a:cubicBezTo>
                  <a:pt x="724225" y="101355"/>
                  <a:pt x="720266" y="102355"/>
                  <a:pt x="715995" y="102355"/>
                </a:cubicBezTo>
                <a:cubicBezTo>
                  <a:pt x="709056" y="102355"/>
                  <a:pt x="703607" y="100510"/>
                  <a:pt x="699648" y="96819"/>
                </a:cubicBezTo>
                <a:cubicBezTo>
                  <a:pt x="695690" y="93126"/>
                  <a:pt x="693710" y="87810"/>
                  <a:pt x="693710" y="80870"/>
                </a:cubicBezTo>
                <a:close/>
                <a:moveTo>
                  <a:pt x="871105" y="67794"/>
                </a:moveTo>
                <a:cubicBezTo>
                  <a:pt x="869592" y="68327"/>
                  <a:pt x="867835" y="68772"/>
                  <a:pt x="865833" y="69127"/>
                </a:cubicBezTo>
                <a:cubicBezTo>
                  <a:pt x="863832" y="69483"/>
                  <a:pt x="861808" y="69861"/>
                  <a:pt x="859763" y="70261"/>
                </a:cubicBezTo>
                <a:cubicBezTo>
                  <a:pt x="857717" y="70662"/>
                  <a:pt x="855693" y="71174"/>
                  <a:pt x="853690" y="71797"/>
                </a:cubicBezTo>
                <a:cubicBezTo>
                  <a:pt x="851688" y="72419"/>
                  <a:pt x="849908" y="73264"/>
                  <a:pt x="848351" y="74332"/>
                </a:cubicBezTo>
                <a:cubicBezTo>
                  <a:pt x="846796" y="75399"/>
                  <a:pt x="845550" y="76733"/>
                  <a:pt x="844615" y="78335"/>
                </a:cubicBezTo>
                <a:cubicBezTo>
                  <a:pt x="843681" y="79937"/>
                  <a:pt x="843214" y="81984"/>
                  <a:pt x="843214" y="84475"/>
                </a:cubicBezTo>
                <a:cubicBezTo>
                  <a:pt x="843214" y="88656"/>
                  <a:pt x="844415" y="91814"/>
                  <a:pt x="846816" y="93949"/>
                </a:cubicBezTo>
                <a:cubicBezTo>
                  <a:pt x="849219" y="96085"/>
                  <a:pt x="851888" y="97152"/>
                  <a:pt x="854825" y="97152"/>
                </a:cubicBezTo>
                <a:cubicBezTo>
                  <a:pt x="858205" y="97152"/>
                  <a:pt x="861296" y="96218"/>
                  <a:pt x="864098" y="94351"/>
                </a:cubicBezTo>
                <a:cubicBezTo>
                  <a:pt x="866901" y="92481"/>
                  <a:pt x="869059" y="90301"/>
                  <a:pt x="870571" y="87810"/>
                </a:cubicBezTo>
                <a:lnTo>
                  <a:pt x="871105" y="67794"/>
                </a:lnTo>
                <a:moveTo>
                  <a:pt x="838144" y="44038"/>
                </a:moveTo>
                <a:cubicBezTo>
                  <a:pt x="842147" y="41014"/>
                  <a:pt x="845839" y="38968"/>
                  <a:pt x="849219" y="37901"/>
                </a:cubicBezTo>
                <a:cubicBezTo>
                  <a:pt x="852600" y="36833"/>
                  <a:pt x="856070" y="36299"/>
                  <a:pt x="859628" y="36299"/>
                </a:cubicBezTo>
                <a:cubicBezTo>
                  <a:pt x="862832" y="36299"/>
                  <a:pt x="865768" y="36766"/>
                  <a:pt x="868437" y="37699"/>
                </a:cubicBezTo>
                <a:cubicBezTo>
                  <a:pt x="871106" y="38633"/>
                  <a:pt x="873374" y="39968"/>
                  <a:pt x="875242" y="41703"/>
                </a:cubicBezTo>
                <a:cubicBezTo>
                  <a:pt x="877110" y="43438"/>
                  <a:pt x="878578" y="45529"/>
                  <a:pt x="879645" y="47977"/>
                </a:cubicBezTo>
                <a:cubicBezTo>
                  <a:pt x="880713" y="50423"/>
                  <a:pt x="881247" y="53113"/>
                  <a:pt x="881247" y="56048"/>
                </a:cubicBezTo>
                <a:cubicBezTo>
                  <a:pt x="881247" y="61120"/>
                  <a:pt x="881158" y="66169"/>
                  <a:pt x="880981" y="71196"/>
                </a:cubicBezTo>
                <a:cubicBezTo>
                  <a:pt x="880803" y="76223"/>
                  <a:pt x="880714" y="81538"/>
                  <a:pt x="880714" y="87142"/>
                </a:cubicBezTo>
                <a:cubicBezTo>
                  <a:pt x="880714" y="88211"/>
                  <a:pt x="880736" y="89345"/>
                  <a:pt x="880781" y="90547"/>
                </a:cubicBezTo>
                <a:cubicBezTo>
                  <a:pt x="880826" y="91747"/>
                  <a:pt x="881026" y="92814"/>
                  <a:pt x="881382" y="93748"/>
                </a:cubicBezTo>
                <a:cubicBezTo>
                  <a:pt x="881737" y="94682"/>
                  <a:pt x="882248" y="95460"/>
                  <a:pt x="882915" y="96083"/>
                </a:cubicBezTo>
                <a:cubicBezTo>
                  <a:pt x="883583" y="96707"/>
                  <a:pt x="884584" y="97018"/>
                  <a:pt x="885918" y="97018"/>
                </a:cubicBezTo>
                <a:cubicBezTo>
                  <a:pt x="886364" y="97018"/>
                  <a:pt x="886831" y="96996"/>
                  <a:pt x="887319" y="96951"/>
                </a:cubicBezTo>
                <a:cubicBezTo>
                  <a:pt x="887809" y="96906"/>
                  <a:pt x="888276" y="96751"/>
                  <a:pt x="888720" y="96485"/>
                </a:cubicBezTo>
                <a:lnTo>
                  <a:pt x="888720" y="99421"/>
                </a:lnTo>
                <a:cubicBezTo>
                  <a:pt x="887742" y="99865"/>
                  <a:pt x="886518" y="100220"/>
                  <a:pt x="885051" y="100488"/>
                </a:cubicBezTo>
                <a:cubicBezTo>
                  <a:pt x="883584" y="100755"/>
                  <a:pt x="881960" y="100889"/>
                  <a:pt x="880180" y="100889"/>
                </a:cubicBezTo>
                <a:cubicBezTo>
                  <a:pt x="877334" y="100889"/>
                  <a:pt x="875154" y="100155"/>
                  <a:pt x="873642" y="98688"/>
                </a:cubicBezTo>
                <a:cubicBezTo>
                  <a:pt x="872130" y="97219"/>
                  <a:pt x="871240" y="95328"/>
                  <a:pt x="870972" y="93015"/>
                </a:cubicBezTo>
                <a:cubicBezTo>
                  <a:pt x="867770" y="96217"/>
                  <a:pt x="864612" y="98574"/>
                  <a:pt x="861498" y="100087"/>
                </a:cubicBezTo>
                <a:cubicBezTo>
                  <a:pt x="858383" y="101599"/>
                  <a:pt x="854558" y="102355"/>
                  <a:pt x="850021" y="102355"/>
                </a:cubicBezTo>
                <a:cubicBezTo>
                  <a:pt x="847796" y="102355"/>
                  <a:pt x="845616" y="102044"/>
                  <a:pt x="843481" y="101420"/>
                </a:cubicBezTo>
                <a:cubicBezTo>
                  <a:pt x="841347" y="100799"/>
                  <a:pt x="839456" y="99777"/>
                  <a:pt x="837810" y="98354"/>
                </a:cubicBezTo>
                <a:cubicBezTo>
                  <a:pt x="836164" y="96930"/>
                  <a:pt x="834830" y="95217"/>
                  <a:pt x="833806" y="93216"/>
                </a:cubicBezTo>
                <a:cubicBezTo>
                  <a:pt x="832784" y="91214"/>
                  <a:pt x="832273" y="88923"/>
                  <a:pt x="832273" y="86342"/>
                </a:cubicBezTo>
                <a:cubicBezTo>
                  <a:pt x="832273" y="81004"/>
                  <a:pt x="833941" y="76868"/>
                  <a:pt x="837276" y="73933"/>
                </a:cubicBezTo>
                <a:cubicBezTo>
                  <a:pt x="840613" y="70997"/>
                  <a:pt x="845217" y="69039"/>
                  <a:pt x="851088" y="68060"/>
                </a:cubicBezTo>
                <a:cubicBezTo>
                  <a:pt x="855892" y="67259"/>
                  <a:pt x="859651" y="66570"/>
                  <a:pt x="862365" y="65991"/>
                </a:cubicBezTo>
                <a:cubicBezTo>
                  <a:pt x="865079" y="65413"/>
                  <a:pt x="867080" y="64812"/>
                  <a:pt x="868370" y="64189"/>
                </a:cubicBezTo>
                <a:cubicBezTo>
                  <a:pt x="869660" y="63566"/>
                  <a:pt x="870437" y="62832"/>
                  <a:pt x="870703" y="61988"/>
                </a:cubicBezTo>
                <a:cubicBezTo>
                  <a:pt x="870971" y="61142"/>
                  <a:pt x="871105" y="60052"/>
                  <a:pt x="871105" y="58718"/>
                </a:cubicBezTo>
                <a:cubicBezTo>
                  <a:pt x="871105" y="56494"/>
                  <a:pt x="870838" y="54360"/>
                  <a:pt x="870304" y="52314"/>
                </a:cubicBezTo>
                <a:cubicBezTo>
                  <a:pt x="869771" y="50267"/>
                  <a:pt x="868926" y="48487"/>
                  <a:pt x="867769" y="46975"/>
                </a:cubicBezTo>
                <a:cubicBezTo>
                  <a:pt x="866613" y="45462"/>
                  <a:pt x="865100" y="44239"/>
                  <a:pt x="863232" y="43305"/>
                </a:cubicBezTo>
                <a:cubicBezTo>
                  <a:pt x="861364" y="42371"/>
                  <a:pt x="859096" y="41904"/>
                  <a:pt x="856427" y="41904"/>
                </a:cubicBezTo>
                <a:cubicBezTo>
                  <a:pt x="852868" y="41904"/>
                  <a:pt x="849553" y="42705"/>
                  <a:pt x="846484" y="44307"/>
                </a:cubicBezTo>
                <a:cubicBezTo>
                  <a:pt x="843415" y="45908"/>
                  <a:pt x="841124" y="48131"/>
                  <a:pt x="839612" y="50978"/>
                </a:cubicBezTo>
                <a:lnTo>
                  <a:pt x="838144" y="50978"/>
                </a:lnTo>
                <a:lnTo>
                  <a:pt x="838144" y="44038"/>
                </a:lnTo>
                <a:close/>
                <a:moveTo>
                  <a:pt x="934092" y="48575"/>
                </a:moveTo>
                <a:cubicBezTo>
                  <a:pt x="933648" y="48042"/>
                  <a:pt x="932780" y="47553"/>
                  <a:pt x="931489" y="47109"/>
                </a:cubicBezTo>
                <a:cubicBezTo>
                  <a:pt x="930200" y="46664"/>
                  <a:pt x="928888" y="46441"/>
                  <a:pt x="927553" y="46441"/>
                </a:cubicBezTo>
                <a:cubicBezTo>
                  <a:pt x="925418" y="46441"/>
                  <a:pt x="923505" y="46931"/>
                  <a:pt x="921815" y="47909"/>
                </a:cubicBezTo>
                <a:cubicBezTo>
                  <a:pt x="920125" y="48888"/>
                  <a:pt x="918702" y="50200"/>
                  <a:pt x="917545" y="51845"/>
                </a:cubicBezTo>
                <a:cubicBezTo>
                  <a:pt x="916389" y="53491"/>
                  <a:pt x="915499" y="55448"/>
                  <a:pt x="914876" y="57718"/>
                </a:cubicBezTo>
                <a:cubicBezTo>
                  <a:pt x="914254" y="59986"/>
                  <a:pt x="913943" y="62410"/>
                  <a:pt x="913943" y="64990"/>
                </a:cubicBezTo>
                <a:lnTo>
                  <a:pt x="913943" y="79669"/>
                </a:lnTo>
                <a:cubicBezTo>
                  <a:pt x="913943" y="85630"/>
                  <a:pt x="913965" y="90190"/>
                  <a:pt x="914008" y="93349"/>
                </a:cubicBezTo>
                <a:cubicBezTo>
                  <a:pt x="914053" y="96506"/>
                  <a:pt x="914209" y="99064"/>
                  <a:pt x="914476" y="101021"/>
                </a:cubicBezTo>
                <a:cubicBezTo>
                  <a:pt x="912697" y="100844"/>
                  <a:pt x="910917" y="100755"/>
                  <a:pt x="909137" y="100755"/>
                </a:cubicBezTo>
                <a:cubicBezTo>
                  <a:pt x="907180" y="100755"/>
                  <a:pt x="905312" y="100844"/>
                  <a:pt x="903534" y="101021"/>
                </a:cubicBezTo>
                <a:cubicBezTo>
                  <a:pt x="903800" y="97997"/>
                  <a:pt x="903955" y="93882"/>
                  <a:pt x="904000" y="88677"/>
                </a:cubicBezTo>
                <a:cubicBezTo>
                  <a:pt x="904045" y="83473"/>
                  <a:pt x="904067" y="77090"/>
                  <a:pt x="904067" y="69528"/>
                </a:cubicBezTo>
                <a:lnTo>
                  <a:pt x="904067" y="65256"/>
                </a:lnTo>
                <a:cubicBezTo>
                  <a:pt x="904067" y="61788"/>
                  <a:pt x="904045" y="57785"/>
                  <a:pt x="904000" y="53248"/>
                </a:cubicBezTo>
                <a:cubicBezTo>
                  <a:pt x="903955" y="48710"/>
                  <a:pt x="903800" y="43505"/>
                  <a:pt x="903534" y="37632"/>
                </a:cubicBezTo>
                <a:cubicBezTo>
                  <a:pt x="904512" y="37811"/>
                  <a:pt x="905446" y="37968"/>
                  <a:pt x="906335" y="38101"/>
                </a:cubicBezTo>
                <a:cubicBezTo>
                  <a:pt x="907225" y="38234"/>
                  <a:pt x="908159" y="38300"/>
                  <a:pt x="909137" y="38300"/>
                </a:cubicBezTo>
                <a:cubicBezTo>
                  <a:pt x="909938" y="38300"/>
                  <a:pt x="910783" y="38234"/>
                  <a:pt x="911673" y="38101"/>
                </a:cubicBezTo>
                <a:cubicBezTo>
                  <a:pt x="912563" y="37968"/>
                  <a:pt x="913498" y="37811"/>
                  <a:pt x="914476" y="37632"/>
                </a:cubicBezTo>
                <a:cubicBezTo>
                  <a:pt x="914121" y="40836"/>
                  <a:pt x="913921" y="43372"/>
                  <a:pt x="913876" y="45240"/>
                </a:cubicBezTo>
                <a:cubicBezTo>
                  <a:pt x="913831" y="47108"/>
                  <a:pt x="913809" y="48887"/>
                  <a:pt x="913809" y="50577"/>
                </a:cubicBezTo>
                <a:lnTo>
                  <a:pt x="914075" y="50711"/>
                </a:lnTo>
                <a:cubicBezTo>
                  <a:pt x="919325" y="41103"/>
                  <a:pt x="925197" y="36299"/>
                  <a:pt x="931691" y="36299"/>
                </a:cubicBezTo>
                <a:cubicBezTo>
                  <a:pt x="932492" y="36299"/>
                  <a:pt x="933182" y="36343"/>
                  <a:pt x="933760" y="36433"/>
                </a:cubicBezTo>
                <a:cubicBezTo>
                  <a:pt x="934338" y="36521"/>
                  <a:pt x="935072" y="36743"/>
                  <a:pt x="935961" y="37099"/>
                </a:cubicBezTo>
                <a:cubicBezTo>
                  <a:pt x="935516" y="38167"/>
                  <a:pt x="935248" y="39791"/>
                  <a:pt x="935159" y="41972"/>
                </a:cubicBezTo>
                <a:cubicBezTo>
                  <a:pt x="935071" y="44150"/>
                  <a:pt x="935026" y="46130"/>
                  <a:pt x="935026" y="47909"/>
                </a:cubicBezTo>
                <a:lnTo>
                  <a:pt x="934092" y="48575"/>
                </a:lnTo>
                <a:close/>
                <a:moveTo>
                  <a:pt x="973328" y="40569"/>
                </a:moveTo>
                <a:cubicBezTo>
                  <a:pt x="970036" y="40569"/>
                  <a:pt x="967255" y="41325"/>
                  <a:pt x="964986" y="42837"/>
                </a:cubicBezTo>
                <a:cubicBezTo>
                  <a:pt x="962717" y="44349"/>
                  <a:pt x="960849" y="46240"/>
                  <a:pt x="959382" y="48510"/>
                </a:cubicBezTo>
                <a:cubicBezTo>
                  <a:pt x="957914" y="50778"/>
                  <a:pt x="956802" y="53269"/>
                  <a:pt x="956046" y="55983"/>
                </a:cubicBezTo>
                <a:cubicBezTo>
                  <a:pt x="955290" y="58697"/>
                  <a:pt x="954823" y="61254"/>
                  <a:pt x="954645" y="63656"/>
                </a:cubicBezTo>
                <a:cubicBezTo>
                  <a:pt x="957402" y="63745"/>
                  <a:pt x="960271" y="63835"/>
                  <a:pt x="963251" y="63925"/>
                </a:cubicBezTo>
                <a:cubicBezTo>
                  <a:pt x="966232" y="64013"/>
                  <a:pt x="969146" y="64057"/>
                  <a:pt x="971992" y="64057"/>
                </a:cubicBezTo>
                <a:cubicBezTo>
                  <a:pt x="974929" y="64057"/>
                  <a:pt x="977909" y="64013"/>
                  <a:pt x="980934" y="63925"/>
                </a:cubicBezTo>
                <a:cubicBezTo>
                  <a:pt x="983958" y="63835"/>
                  <a:pt x="986894" y="63745"/>
                  <a:pt x="989743" y="63656"/>
                </a:cubicBezTo>
                <a:cubicBezTo>
                  <a:pt x="989743" y="61254"/>
                  <a:pt x="989542" y="58719"/>
                  <a:pt x="989142" y="56050"/>
                </a:cubicBezTo>
                <a:cubicBezTo>
                  <a:pt x="988741" y="53380"/>
                  <a:pt x="987940" y="50888"/>
                  <a:pt x="986739" y="48575"/>
                </a:cubicBezTo>
                <a:cubicBezTo>
                  <a:pt x="985538" y="46262"/>
                  <a:pt x="983869" y="44349"/>
                  <a:pt x="981734" y="42837"/>
                </a:cubicBezTo>
                <a:cubicBezTo>
                  <a:pt x="979599" y="41325"/>
                  <a:pt x="976797" y="40569"/>
                  <a:pt x="973328" y="40569"/>
                </a:cubicBezTo>
                <a:moveTo>
                  <a:pt x="942501" y="71396"/>
                </a:moveTo>
                <a:cubicBezTo>
                  <a:pt x="942501" y="60453"/>
                  <a:pt x="945103" y="51868"/>
                  <a:pt x="950306" y="45641"/>
                </a:cubicBezTo>
                <a:cubicBezTo>
                  <a:pt x="955511" y="39413"/>
                  <a:pt x="963096" y="36299"/>
                  <a:pt x="973061" y="36299"/>
                </a:cubicBezTo>
                <a:cubicBezTo>
                  <a:pt x="977776" y="36299"/>
                  <a:pt x="981846" y="37033"/>
                  <a:pt x="985271" y="38502"/>
                </a:cubicBezTo>
                <a:cubicBezTo>
                  <a:pt x="988696" y="39969"/>
                  <a:pt x="991565" y="41926"/>
                  <a:pt x="993878" y="44372"/>
                </a:cubicBezTo>
                <a:cubicBezTo>
                  <a:pt x="996191" y="46819"/>
                  <a:pt x="997904" y="49688"/>
                  <a:pt x="999016" y="52980"/>
                </a:cubicBezTo>
                <a:cubicBezTo>
                  <a:pt x="1000127" y="56272"/>
                  <a:pt x="1000683" y="59786"/>
                  <a:pt x="1000683" y="63521"/>
                </a:cubicBezTo>
                <a:cubicBezTo>
                  <a:pt x="1000683" y="64412"/>
                  <a:pt x="1000661" y="65280"/>
                  <a:pt x="1000616" y="66126"/>
                </a:cubicBezTo>
                <a:cubicBezTo>
                  <a:pt x="1000573" y="66970"/>
                  <a:pt x="1000506" y="67837"/>
                  <a:pt x="1000417" y="68726"/>
                </a:cubicBezTo>
                <a:cubicBezTo>
                  <a:pt x="995612" y="68638"/>
                  <a:pt x="990853" y="68550"/>
                  <a:pt x="986138" y="68461"/>
                </a:cubicBezTo>
                <a:cubicBezTo>
                  <a:pt x="981424" y="68372"/>
                  <a:pt x="976664" y="68327"/>
                  <a:pt x="971860" y="68327"/>
                </a:cubicBezTo>
                <a:cubicBezTo>
                  <a:pt x="968924" y="68327"/>
                  <a:pt x="966010" y="68372"/>
                  <a:pt x="963118" y="68461"/>
                </a:cubicBezTo>
                <a:cubicBezTo>
                  <a:pt x="960227" y="68550"/>
                  <a:pt x="957313" y="68638"/>
                  <a:pt x="954377" y="68726"/>
                </a:cubicBezTo>
                <a:cubicBezTo>
                  <a:pt x="954288" y="69171"/>
                  <a:pt x="954244" y="69839"/>
                  <a:pt x="954244" y="70728"/>
                </a:cubicBezTo>
                <a:lnTo>
                  <a:pt x="954244" y="72463"/>
                </a:lnTo>
                <a:cubicBezTo>
                  <a:pt x="954244" y="75932"/>
                  <a:pt x="954755" y="79180"/>
                  <a:pt x="955778" y="82206"/>
                </a:cubicBezTo>
                <a:cubicBezTo>
                  <a:pt x="956801" y="85231"/>
                  <a:pt x="958292" y="87833"/>
                  <a:pt x="960249" y="90013"/>
                </a:cubicBezTo>
                <a:cubicBezTo>
                  <a:pt x="962207" y="92192"/>
                  <a:pt x="964609" y="93927"/>
                  <a:pt x="967456" y="95218"/>
                </a:cubicBezTo>
                <a:cubicBezTo>
                  <a:pt x="970302" y="96508"/>
                  <a:pt x="973594" y="97152"/>
                  <a:pt x="977331" y="97152"/>
                </a:cubicBezTo>
                <a:cubicBezTo>
                  <a:pt x="979110" y="97152"/>
                  <a:pt x="980933" y="96908"/>
                  <a:pt x="982801" y="96419"/>
                </a:cubicBezTo>
                <a:cubicBezTo>
                  <a:pt x="984670" y="95929"/>
                  <a:pt x="986494" y="95261"/>
                  <a:pt x="988272" y="94416"/>
                </a:cubicBezTo>
                <a:cubicBezTo>
                  <a:pt x="990052" y="93570"/>
                  <a:pt x="991720" y="92569"/>
                  <a:pt x="993277" y="91414"/>
                </a:cubicBezTo>
                <a:cubicBezTo>
                  <a:pt x="994835" y="90258"/>
                  <a:pt x="996191" y="89011"/>
                  <a:pt x="997348" y="87676"/>
                </a:cubicBezTo>
                <a:lnTo>
                  <a:pt x="998016" y="88077"/>
                </a:lnTo>
                <a:lnTo>
                  <a:pt x="997216" y="94615"/>
                </a:lnTo>
                <a:cubicBezTo>
                  <a:pt x="994545" y="96751"/>
                  <a:pt x="991231" y="98574"/>
                  <a:pt x="987273" y="100087"/>
                </a:cubicBezTo>
                <a:cubicBezTo>
                  <a:pt x="983314" y="101599"/>
                  <a:pt x="979199" y="102355"/>
                  <a:pt x="974929" y="102355"/>
                </a:cubicBezTo>
                <a:cubicBezTo>
                  <a:pt x="970124" y="102355"/>
                  <a:pt x="965742" y="101621"/>
                  <a:pt x="961783" y="100154"/>
                </a:cubicBezTo>
                <a:cubicBezTo>
                  <a:pt x="957824" y="98686"/>
                  <a:pt x="954399" y="96552"/>
                  <a:pt x="951507" y="93750"/>
                </a:cubicBezTo>
                <a:cubicBezTo>
                  <a:pt x="948617" y="90947"/>
                  <a:pt x="946394" y="87632"/>
                  <a:pt x="944837" y="83807"/>
                </a:cubicBezTo>
                <a:cubicBezTo>
                  <a:pt x="943280" y="79981"/>
                  <a:pt x="942501" y="75844"/>
                  <a:pt x="942501" y="71396"/>
                </a:cubicBezTo>
                <a:close/>
                <a:moveTo>
                  <a:pt x="1111889" y="11476"/>
                </a:moveTo>
                <a:cubicBezTo>
                  <a:pt x="1109754" y="10142"/>
                  <a:pt x="1107308" y="9475"/>
                  <a:pt x="1104550" y="9475"/>
                </a:cubicBezTo>
                <a:cubicBezTo>
                  <a:pt x="1102592" y="9475"/>
                  <a:pt x="1100924" y="9853"/>
                  <a:pt x="1099545" y="10609"/>
                </a:cubicBezTo>
                <a:cubicBezTo>
                  <a:pt x="1098165" y="11365"/>
                  <a:pt x="1097031" y="12344"/>
                  <a:pt x="1096142" y="13545"/>
                </a:cubicBezTo>
                <a:cubicBezTo>
                  <a:pt x="1095253" y="14747"/>
                  <a:pt x="1094608" y="16148"/>
                  <a:pt x="1094208" y="17750"/>
                </a:cubicBezTo>
                <a:cubicBezTo>
                  <a:pt x="1093807" y="19351"/>
                  <a:pt x="1093607" y="21041"/>
                  <a:pt x="1093607" y="22820"/>
                </a:cubicBezTo>
                <a:cubicBezTo>
                  <a:pt x="1093607" y="24422"/>
                  <a:pt x="1093762" y="26736"/>
                  <a:pt x="1094073" y="29760"/>
                </a:cubicBezTo>
                <a:cubicBezTo>
                  <a:pt x="1094385" y="32785"/>
                  <a:pt x="1094763" y="35676"/>
                  <a:pt x="1095207" y="38435"/>
                </a:cubicBezTo>
                <a:cubicBezTo>
                  <a:pt x="1097521" y="38435"/>
                  <a:pt x="1099811" y="38412"/>
                  <a:pt x="1102080" y="38367"/>
                </a:cubicBezTo>
                <a:cubicBezTo>
                  <a:pt x="1104350" y="38323"/>
                  <a:pt x="1106641" y="38300"/>
                  <a:pt x="1108954" y="38300"/>
                </a:cubicBezTo>
                <a:cubicBezTo>
                  <a:pt x="1108865" y="38745"/>
                  <a:pt x="1108797" y="39191"/>
                  <a:pt x="1108753" y="39636"/>
                </a:cubicBezTo>
                <a:cubicBezTo>
                  <a:pt x="1108709" y="40080"/>
                  <a:pt x="1108687" y="40524"/>
                  <a:pt x="1108687" y="40970"/>
                </a:cubicBezTo>
                <a:cubicBezTo>
                  <a:pt x="1108687" y="41415"/>
                  <a:pt x="1108709" y="41860"/>
                  <a:pt x="1108753" y="42306"/>
                </a:cubicBezTo>
                <a:cubicBezTo>
                  <a:pt x="1108797" y="42749"/>
                  <a:pt x="1108865" y="43194"/>
                  <a:pt x="1108954" y="43639"/>
                </a:cubicBezTo>
                <a:cubicBezTo>
                  <a:pt x="1106641" y="43550"/>
                  <a:pt x="1104350" y="43461"/>
                  <a:pt x="1102080" y="43373"/>
                </a:cubicBezTo>
                <a:cubicBezTo>
                  <a:pt x="1099811" y="43283"/>
                  <a:pt x="1097521" y="43238"/>
                  <a:pt x="1095207" y="43238"/>
                </a:cubicBezTo>
                <a:cubicBezTo>
                  <a:pt x="1095207" y="52935"/>
                  <a:pt x="1095230" y="62566"/>
                  <a:pt x="1095275" y="72131"/>
                </a:cubicBezTo>
                <a:cubicBezTo>
                  <a:pt x="1095319" y="81694"/>
                  <a:pt x="1095475" y="91325"/>
                  <a:pt x="1095743" y="101021"/>
                </a:cubicBezTo>
                <a:cubicBezTo>
                  <a:pt x="1094764" y="100844"/>
                  <a:pt x="1093785" y="100755"/>
                  <a:pt x="1092807" y="100755"/>
                </a:cubicBezTo>
                <a:cubicBezTo>
                  <a:pt x="1091828" y="100755"/>
                  <a:pt x="1090893" y="100755"/>
                  <a:pt x="1090003" y="100755"/>
                </a:cubicBezTo>
                <a:cubicBezTo>
                  <a:pt x="1088135" y="100755"/>
                  <a:pt x="1086178" y="100844"/>
                  <a:pt x="1084132" y="101021"/>
                </a:cubicBezTo>
                <a:cubicBezTo>
                  <a:pt x="1084755" y="91325"/>
                  <a:pt x="1085111" y="81739"/>
                  <a:pt x="1085199" y="72263"/>
                </a:cubicBezTo>
                <a:cubicBezTo>
                  <a:pt x="1085289" y="62788"/>
                  <a:pt x="1085334" y="53113"/>
                  <a:pt x="1085334" y="43238"/>
                </a:cubicBezTo>
                <a:cubicBezTo>
                  <a:pt x="1083732" y="43238"/>
                  <a:pt x="1082130" y="43283"/>
                  <a:pt x="1080528" y="43373"/>
                </a:cubicBezTo>
                <a:cubicBezTo>
                  <a:pt x="1078927" y="43461"/>
                  <a:pt x="1077326" y="43550"/>
                  <a:pt x="1075724" y="43639"/>
                </a:cubicBezTo>
                <a:cubicBezTo>
                  <a:pt x="1075814" y="43194"/>
                  <a:pt x="1075880" y="42749"/>
                  <a:pt x="1075924" y="42306"/>
                </a:cubicBezTo>
                <a:cubicBezTo>
                  <a:pt x="1075969" y="41860"/>
                  <a:pt x="1075991" y="41415"/>
                  <a:pt x="1075991" y="40970"/>
                </a:cubicBezTo>
                <a:cubicBezTo>
                  <a:pt x="1075991" y="40524"/>
                  <a:pt x="1075969" y="40080"/>
                  <a:pt x="1075924" y="39636"/>
                </a:cubicBezTo>
                <a:cubicBezTo>
                  <a:pt x="1075880" y="39191"/>
                  <a:pt x="1075814" y="38745"/>
                  <a:pt x="1075724" y="38300"/>
                </a:cubicBezTo>
                <a:cubicBezTo>
                  <a:pt x="1077326" y="38300"/>
                  <a:pt x="1078950" y="38323"/>
                  <a:pt x="1080595" y="38367"/>
                </a:cubicBezTo>
                <a:cubicBezTo>
                  <a:pt x="1082242" y="38412"/>
                  <a:pt x="1083821" y="38435"/>
                  <a:pt x="1085334" y="38435"/>
                </a:cubicBezTo>
                <a:cubicBezTo>
                  <a:pt x="1085334" y="35854"/>
                  <a:pt x="1085600" y="33051"/>
                  <a:pt x="1086134" y="30027"/>
                </a:cubicBezTo>
                <a:cubicBezTo>
                  <a:pt x="1086667" y="27002"/>
                  <a:pt x="1087445" y="24022"/>
                  <a:pt x="1088467" y="21086"/>
                </a:cubicBezTo>
                <a:cubicBezTo>
                  <a:pt x="1089491" y="18149"/>
                  <a:pt x="1090715" y="15369"/>
                  <a:pt x="1092139" y="12745"/>
                </a:cubicBezTo>
                <a:cubicBezTo>
                  <a:pt x="1093563" y="10121"/>
                  <a:pt x="1095164" y="7919"/>
                  <a:pt x="1096942" y="6139"/>
                </a:cubicBezTo>
                <a:cubicBezTo>
                  <a:pt x="1098544" y="4537"/>
                  <a:pt x="1100568" y="3114"/>
                  <a:pt x="1103014" y="1869"/>
                </a:cubicBezTo>
                <a:cubicBezTo>
                  <a:pt x="1105461" y="623"/>
                  <a:pt x="1107974" y="0"/>
                  <a:pt x="1110555" y="0"/>
                </a:cubicBezTo>
                <a:cubicBezTo>
                  <a:pt x="1111534" y="0"/>
                  <a:pt x="1112423" y="134"/>
                  <a:pt x="1113224" y="401"/>
                </a:cubicBezTo>
                <a:cubicBezTo>
                  <a:pt x="1113135" y="2181"/>
                  <a:pt x="1113023" y="3961"/>
                  <a:pt x="1112890" y="5740"/>
                </a:cubicBezTo>
                <a:cubicBezTo>
                  <a:pt x="1112757" y="7519"/>
                  <a:pt x="1112691" y="9298"/>
                  <a:pt x="1112691" y="11077"/>
                </a:cubicBezTo>
                <a:lnTo>
                  <a:pt x="1111889" y="11476"/>
                </a:lnTo>
                <a:close/>
                <a:moveTo>
                  <a:pt x="1151256" y="48575"/>
                </a:moveTo>
                <a:cubicBezTo>
                  <a:pt x="1150812" y="48042"/>
                  <a:pt x="1149944" y="47553"/>
                  <a:pt x="1148653" y="47109"/>
                </a:cubicBezTo>
                <a:cubicBezTo>
                  <a:pt x="1147364" y="46664"/>
                  <a:pt x="1146052" y="46441"/>
                  <a:pt x="1144717" y="46441"/>
                </a:cubicBezTo>
                <a:cubicBezTo>
                  <a:pt x="1142582" y="46441"/>
                  <a:pt x="1140669" y="46931"/>
                  <a:pt x="1138979" y="47909"/>
                </a:cubicBezTo>
                <a:cubicBezTo>
                  <a:pt x="1137289" y="48888"/>
                  <a:pt x="1135866" y="50200"/>
                  <a:pt x="1134709" y="51845"/>
                </a:cubicBezTo>
                <a:cubicBezTo>
                  <a:pt x="1133553" y="53491"/>
                  <a:pt x="1132663" y="55448"/>
                  <a:pt x="1132040" y="57718"/>
                </a:cubicBezTo>
                <a:cubicBezTo>
                  <a:pt x="1131418" y="59986"/>
                  <a:pt x="1131107" y="62410"/>
                  <a:pt x="1131107" y="64990"/>
                </a:cubicBezTo>
                <a:lnTo>
                  <a:pt x="1131107" y="79669"/>
                </a:lnTo>
                <a:cubicBezTo>
                  <a:pt x="1131107" y="85630"/>
                  <a:pt x="1131129" y="90190"/>
                  <a:pt x="1131172" y="93349"/>
                </a:cubicBezTo>
                <a:cubicBezTo>
                  <a:pt x="1131217" y="96506"/>
                  <a:pt x="1131373" y="99064"/>
                  <a:pt x="1131640" y="101021"/>
                </a:cubicBezTo>
                <a:cubicBezTo>
                  <a:pt x="1129861" y="100844"/>
                  <a:pt x="1128081" y="100755"/>
                  <a:pt x="1126301" y="100755"/>
                </a:cubicBezTo>
                <a:cubicBezTo>
                  <a:pt x="1124344" y="100755"/>
                  <a:pt x="1122476" y="100844"/>
                  <a:pt x="1120698" y="101021"/>
                </a:cubicBezTo>
                <a:cubicBezTo>
                  <a:pt x="1120964" y="97997"/>
                  <a:pt x="1121119" y="93882"/>
                  <a:pt x="1121164" y="88677"/>
                </a:cubicBezTo>
                <a:cubicBezTo>
                  <a:pt x="1121209" y="83473"/>
                  <a:pt x="1121231" y="77090"/>
                  <a:pt x="1121231" y="69528"/>
                </a:cubicBezTo>
                <a:lnTo>
                  <a:pt x="1121231" y="65256"/>
                </a:lnTo>
                <a:cubicBezTo>
                  <a:pt x="1121231" y="61788"/>
                  <a:pt x="1121209" y="57785"/>
                  <a:pt x="1121164" y="53248"/>
                </a:cubicBezTo>
                <a:cubicBezTo>
                  <a:pt x="1121119" y="48710"/>
                  <a:pt x="1120964" y="43505"/>
                  <a:pt x="1120698" y="37632"/>
                </a:cubicBezTo>
                <a:cubicBezTo>
                  <a:pt x="1121676" y="37811"/>
                  <a:pt x="1122610" y="37968"/>
                  <a:pt x="1123499" y="38101"/>
                </a:cubicBezTo>
                <a:cubicBezTo>
                  <a:pt x="1124389" y="38234"/>
                  <a:pt x="1125323" y="38300"/>
                  <a:pt x="1126301" y="38300"/>
                </a:cubicBezTo>
                <a:cubicBezTo>
                  <a:pt x="1127102" y="38300"/>
                  <a:pt x="1127947" y="38234"/>
                  <a:pt x="1128837" y="38101"/>
                </a:cubicBezTo>
                <a:cubicBezTo>
                  <a:pt x="1129727" y="37968"/>
                  <a:pt x="1130662" y="37811"/>
                  <a:pt x="1131640" y="37632"/>
                </a:cubicBezTo>
                <a:cubicBezTo>
                  <a:pt x="1131285" y="40836"/>
                  <a:pt x="1131085" y="43372"/>
                  <a:pt x="1131040" y="45240"/>
                </a:cubicBezTo>
                <a:cubicBezTo>
                  <a:pt x="1130995" y="47108"/>
                  <a:pt x="1130973" y="48887"/>
                  <a:pt x="1130973" y="50577"/>
                </a:cubicBezTo>
                <a:lnTo>
                  <a:pt x="1131239" y="50711"/>
                </a:lnTo>
                <a:cubicBezTo>
                  <a:pt x="1136489" y="41103"/>
                  <a:pt x="1142361" y="36299"/>
                  <a:pt x="1148855" y="36299"/>
                </a:cubicBezTo>
                <a:cubicBezTo>
                  <a:pt x="1149656" y="36299"/>
                  <a:pt x="1150346" y="36343"/>
                  <a:pt x="1150924" y="36433"/>
                </a:cubicBezTo>
                <a:cubicBezTo>
                  <a:pt x="1151502" y="36521"/>
                  <a:pt x="1152236" y="36743"/>
                  <a:pt x="1153125" y="37099"/>
                </a:cubicBezTo>
                <a:cubicBezTo>
                  <a:pt x="1152680" y="38167"/>
                  <a:pt x="1152412" y="39791"/>
                  <a:pt x="1152323" y="41972"/>
                </a:cubicBezTo>
                <a:cubicBezTo>
                  <a:pt x="1152235" y="44150"/>
                  <a:pt x="1152190" y="46130"/>
                  <a:pt x="1152190" y="47909"/>
                </a:cubicBezTo>
                <a:lnTo>
                  <a:pt x="1151256" y="48575"/>
                </a:lnTo>
                <a:close/>
                <a:moveTo>
                  <a:pt x="1171408" y="69528"/>
                </a:moveTo>
                <a:cubicBezTo>
                  <a:pt x="1171408" y="73264"/>
                  <a:pt x="1171741" y="76867"/>
                  <a:pt x="1172408" y="80337"/>
                </a:cubicBezTo>
                <a:cubicBezTo>
                  <a:pt x="1173076" y="83807"/>
                  <a:pt x="1174210" y="86898"/>
                  <a:pt x="1175810" y="89612"/>
                </a:cubicBezTo>
                <a:cubicBezTo>
                  <a:pt x="1177412" y="92326"/>
                  <a:pt x="1179548" y="94484"/>
                  <a:pt x="1182216" y="96085"/>
                </a:cubicBezTo>
                <a:cubicBezTo>
                  <a:pt x="1184885" y="97686"/>
                  <a:pt x="1188177" y="98486"/>
                  <a:pt x="1192092" y="98486"/>
                </a:cubicBezTo>
                <a:cubicBezTo>
                  <a:pt x="1196007" y="98486"/>
                  <a:pt x="1199299" y="97686"/>
                  <a:pt x="1201968" y="96085"/>
                </a:cubicBezTo>
                <a:cubicBezTo>
                  <a:pt x="1204637" y="94484"/>
                  <a:pt x="1206772" y="92326"/>
                  <a:pt x="1208372" y="89612"/>
                </a:cubicBezTo>
                <a:cubicBezTo>
                  <a:pt x="1209974" y="86898"/>
                  <a:pt x="1211108" y="83807"/>
                  <a:pt x="1211775" y="80337"/>
                </a:cubicBezTo>
                <a:cubicBezTo>
                  <a:pt x="1212443" y="76867"/>
                  <a:pt x="1212777" y="73264"/>
                  <a:pt x="1212777" y="69528"/>
                </a:cubicBezTo>
                <a:cubicBezTo>
                  <a:pt x="1212777" y="65791"/>
                  <a:pt x="1212443" y="62188"/>
                  <a:pt x="1211775" y="58718"/>
                </a:cubicBezTo>
                <a:cubicBezTo>
                  <a:pt x="1211108" y="55248"/>
                  <a:pt x="1209974" y="52157"/>
                  <a:pt x="1208372" y="49445"/>
                </a:cubicBezTo>
                <a:cubicBezTo>
                  <a:pt x="1206772" y="46731"/>
                  <a:pt x="1204637" y="44573"/>
                  <a:pt x="1201968" y="42971"/>
                </a:cubicBezTo>
                <a:cubicBezTo>
                  <a:pt x="1199299" y="41370"/>
                  <a:pt x="1196007" y="40569"/>
                  <a:pt x="1192092" y="40569"/>
                </a:cubicBezTo>
                <a:cubicBezTo>
                  <a:pt x="1188177" y="40569"/>
                  <a:pt x="1184885" y="41370"/>
                  <a:pt x="1182216" y="42971"/>
                </a:cubicBezTo>
                <a:cubicBezTo>
                  <a:pt x="1179548" y="44573"/>
                  <a:pt x="1177412" y="46731"/>
                  <a:pt x="1175810" y="49445"/>
                </a:cubicBezTo>
                <a:cubicBezTo>
                  <a:pt x="1174210" y="52157"/>
                  <a:pt x="1173076" y="55248"/>
                  <a:pt x="1172408" y="58718"/>
                </a:cubicBezTo>
                <a:cubicBezTo>
                  <a:pt x="1171741" y="62188"/>
                  <a:pt x="1171408" y="65791"/>
                  <a:pt x="1171408" y="69528"/>
                </a:cubicBezTo>
                <a:moveTo>
                  <a:pt x="1159665" y="69528"/>
                </a:moveTo>
                <a:cubicBezTo>
                  <a:pt x="1159665" y="63478"/>
                  <a:pt x="1160621" y="58340"/>
                  <a:pt x="1162534" y="54114"/>
                </a:cubicBezTo>
                <a:cubicBezTo>
                  <a:pt x="1164447" y="49888"/>
                  <a:pt x="1166959" y="46463"/>
                  <a:pt x="1170072" y="43839"/>
                </a:cubicBezTo>
                <a:cubicBezTo>
                  <a:pt x="1173186" y="41215"/>
                  <a:pt x="1176678" y="39302"/>
                  <a:pt x="1180549" y="38101"/>
                </a:cubicBezTo>
                <a:cubicBezTo>
                  <a:pt x="1184419" y="36899"/>
                  <a:pt x="1188267" y="36299"/>
                  <a:pt x="1192092" y="36299"/>
                </a:cubicBezTo>
                <a:cubicBezTo>
                  <a:pt x="1196007" y="36299"/>
                  <a:pt x="1199878" y="36899"/>
                  <a:pt x="1203703" y="38101"/>
                </a:cubicBezTo>
                <a:cubicBezTo>
                  <a:pt x="1207529" y="39302"/>
                  <a:pt x="1210998" y="41215"/>
                  <a:pt x="1214111" y="43839"/>
                </a:cubicBezTo>
                <a:cubicBezTo>
                  <a:pt x="1217225" y="46463"/>
                  <a:pt x="1219738" y="49888"/>
                  <a:pt x="1221651" y="54114"/>
                </a:cubicBezTo>
                <a:cubicBezTo>
                  <a:pt x="1223564" y="58340"/>
                  <a:pt x="1224520" y="63478"/>
                  <a:pt x="1224520" y="69528"/>
                </a:cubicBezTo>
                <a:cubicBezTo>
                  <a:pt x="1224520" y="75577"/>
                  <a:pt x="1223564" y="80715"/>
                  <a:pt x="1221651" y="84941"/>
                </a:cubicBezTo>
                <a:cubicBezTo>
                  <a:pt x="1219738" y="89167"/>
                  <a:pt x="1217225" y="92593"/>
                  <a:pt x="1214111" y="95218"/>
                </a:cubicBezTo>
                <a:cubicBezTo>
                  <a:pt x="1210998" y="97842"/>
                  <a:pt x="1207529" y="99688"/>
                  <a:pt x="1203703" y="100755"/>
                </a:cubicBezTo>
                <a:cubicBezTo>
                  <a:pt x="1199878" y="101822"/>
                  <a:pt x="1196007" y="102355"/>
                  <a:pt x="1192092" y="102355"/>
                </a:cubicBezTo>
                <a:cubicBezTo>
                  <a:pt x="1188267" y="102355"/>
                  <a:pt x="1184419" y="101822"/>
                  <a:pt x="1180549" y="100755"/>
                </a:cubicBezTo>
                <a:cubicBezTo>
                  <a:pt x="1176678" y="99688"/>
                  <a:pt x="1173186" y="97842"/>
                  <a:pt x="1170072" y="95218"/>
                </a:cubicBezTo>
                <a:cubicBezTo>
                  <a:pt x="1166959" y="92593"/>
                  <a:pt x="1164447" y="89167"/>
                  <a:pt x="1162534" y="84941"/>
                </a:cubicBezTo>
                <a:cubicBezTo>
                  <a:pt x="1160621" y="80715"/>
                  <a:pt x="1159665" y="75577"/>
                  <a:pt x="1159665" y="69528"/>
                </a:cubicBezTo>
                <a:close/>
                <a:moveTo>
                  <a:pt x="1239600" y="62589"/>
                </a:moveTo>
                <a:cubicBezTo>
                  <a:pt x="1239600" y="58586"/>
                  <a:pt x="1239533" y="54382"/>
                  <a:pt x="1239399" y="49978"/>
                </a:cubicBezTo>
                <a:cubicBezTo>
                  <a:pt x="1239266" y="45574"/>
                  <a:pt x="1238977" y="41459"/>
                  <a:pt x="1238533" y="37632"/>
                </a:cubicBezTo>
                <a:cubicBezTo>
                  <a:pt x="1241024" y="38078"/>
                  <a:pt x="1243026" y="38300"/>
                  <a:pt x="1244538" y="38300"/>
                </a:cubicBezTo>
                <a:cubicBezTo>
                  <a:pt x="1245250" y="38300"/>
                  <a:pt x="1246027" y="38234"/>
                  <a:pt x="1246872" y="38101"/>
                </a:cubicBezTo>
                <a:cubicBezTo>
                  <a:pt x="1247718" y="37968"/>
                  <a:pt x="1248719" y="37811"/>
                  <a:pt x="1249875" y="37632"/>
                </a:cubicBezTo>
                <a:cubicBezTo>
                  <a:pt x="1249608" y="41192"/>
                  <a:pt x="1249474" y="44750"/>
                  <a:pt x="1249474" y="48308"/>
                </a:cubicBezTo>
                <a:lnTo>
                  <a:pt x="1249743" y="48308"/>
                </a:lnTo>
                <a:cubicBezTo>
                  <a:pt x="1254458" y="40302"/>
                  <a:pt x="1261085" y="36299"/>
                  <a:pt x="1269625" y="36299"/>
                </a:cubicBezTo>
                <a:cubicBezTo>
                  <a:pt x="1271850" y="36299"/>
                  <a:pt x="1274030" y="36632"/>
                  <a:pt x="1276166" y="37300"/>
                </a:cubicBezTo>
                <a:cubicBezTo>
                  <a:pt x="1278301" y="37967"/>
                  <a:pt x="1280235" y="38878"/>
                  <a:pt x="1281969" y="40035"/>
                </a:cubicBezTo>
                <a:cubicBezTo>
                  <a:pt x="1283704" y="41192"/>
                  <a:pt x="1285194" y="42593"/>
                  <a:pt x="1286439" y="44240"/>
                </a:cubicBezTo>
                <a:cubicBezTo>
                  <a:pt x="1287685" y="45885"/>
                  <a:pt x="1288530" y="47642"/>
                  <a:pt x="1288976" y="49510"/>
                </a:cubicBezTo>
                <a:lnTo>
                  <a:pt x="1289242" y="49510"/>
                </a:lnTo>
                <a:cubicBezTo>
                  <a:pt x="1291378" y="45239"/>
                  <a:pt x="1294292" y="41970"/>
                  <a:pt x="1297984" y="39701"/>
                </a:cubicBezTo>
                <a:cubicBezTo>
                  <a:pt x="1301677" y="37433"/>
                  <a:pt x="1305924" y="36299"/>
                  <a:pt x="1310727" y="36299"/>
                </a:cubicBezTo>
                <a:cubicBezTo>
                  <a:pt x="1313663" y="36299"/>
                  <a:pt x="1316377" y="36699"/>
                  <a:pt x="1318868" y="37500"/>
                </a:cubicBezTo>
                <a:cubicBezTo>
                  <a:pt x="1321359" y="38301"/>
                  <a:pt x="1323516" y="39546"/>
                  <a:pt x="1325339" y="41236"/>
                </a:cubicBezTo>
                <a:cubicBezTo>
                  <a:pt x="1327164" y="42927"/>
                  <a:pt x="1328588" y="45106"/>
                  <a:pt x="1329612" y="47775"/>
                </a:cubicBezTo>
                <a:cubicBezTo>
                  <a:pt x="1330635" y="50444"/>
                  <a:pt x="1331147" y="53647"/>
                  <a:pt x="1331147" y="57384"/>
                </a:cubicBezTo>
                <a:cubicBezTo>
                  <a:pt x="1331147" y="58896"/>
                  <a:pt x="1331102" y="60542"/>
                  <a:pt x="1331012" y="62322"/>
                </a:cubicBezTo>
                <a:cubicBezTo>
                  <a:pt x="1330923" y="64100"/>
                  <a:pt x="1330833" y="66169"/>
                  <a:pt x="1330744" y="68527"/>
                </a:cubicBezTo>
                <a:cubicBezTo>
                  <a:pt x="1330655" y="70885"/>
                  <a:pt x="1330567" y="73554"/>
                  <a:pt x="1330477" y="76535"/>
                </a:cubicBezTo>
                <a:cubicBezTo>
                  <a:pt x="1330389" y="79515"/>
                  <a:pt x="1330345" y="82962"/>
                  <a:pt x="1330345" y="86875"/>
                </a:cubicBezTo>
                <a:cubicBezTo>
                  <a:pt x="1330345" y="89278"/>
                  <a:pt x="1330367" y="91592"/>
                  <a:pt x="1330412" y="93817"/>
                </a:cubicBezTo>
                <a:cubicBezTo>
                  <a:pt x="1330457" y="96041"/>
                  <a:pt x="1330568" y="98442"/>
                  <a:pt x="1330746" y="101021"/>
                </a:cubicBezTo>
                <a:cubicBezTo>
                  <a:pt x="1329767" y="100844"/>
                  <a:pt x="1328788" y="100755"/>
                  <a:pt x="1327809" y="100755"/>
                </a:cubicBezTo>
                <a:cubicBezTo>
                  <a:pt x="1326831" y="100755"/>
                  <a:pt x="1325897" y="100755"/>
                  <a:pt x="1325008" y="100755"/>
                </a:cubicBezTo>
                <a:cubicBezTo>
                  <a:pt x="1324029" y="100755"/>
                  <a:pt x="1323050" y="100755"/>
                  <a:pt x="1322071" y="100755"/>
                </a:cubicBezTo>
                <a:cubicBezTo>
                  <a:pt x="1321092" y="100755"/>
                  <a:pt x="1320114" y="100844"/>
                  <a:pt x="1319135" y="101021"/>
                </a:cubicBezTo>
                <a:cubicBezTo>
                  <a:pt x="1319402" y="98798"/>
                  <a:pt x="1319691" y="94305"/>
                  <a:pt x="1320002" y="87543"/>
                </a:cubicBezTo>
                <a:cubicBezTo>
                  <a:pt x="1320315" y="80782"/>
                  <a:pt x="1320471" y="71351"/>
                  <a:pt x="1320471" y="59251"/>
                </a:cubicBezTo>
                <a:cubicBezTo>
                  <a:pt x="1320471" y="57028"/>
                  <a:pt x="1320226" y="54937"/>
                  <a:pt x="1319736" y="52980"/>
                </a:cubicBezTo>
                <a:cubicBezTo>
                  <a:pt x="1319247" y="51022"/>
                  <a:pt x="1318468" y="49332"/>
                  <a:pt x="1317400" y="47909"/>
                </a:cubicBezTo>
                <a:cubicBezTo>
                  <a:pt x="1316333" y="46485"/>
                  <a:pt x="1314910" y="45351"/>
                  <a:pt x="1313130" y="44507"/>
                </a:cubicBezTo>
                <a:cubicBezTo>
                  <a:pt x="1311350" y="43661"/>
                  <a:pt x="1309126" y="43238"/>
                  <a:pt x="1306457" y="43238"/>
                </a:cubicBezTo>
                <a:cubicBezTo>
                  <a:pt x="1303255" y="43238"/>
                  <a:pt x="1300541" y="43861"/>
                  <a:pt x="1298316" y="45107"/>
                </a:cubicBezTo>
                <a:cubicBezTo>
                  <a:pt x="1296092" y="46352"/>
                  <a:pt x="1294358" y="47820"/>
                  <a:pt x="1293113" y="49510"/>
                </a:cubicBezTo>
                <a:cubicBezTo>
                  <a:pt x="1292401" y="50489"/>
                  <a:pt x="1291844" y="51467"/>
                  <a:pt x="1291444" y="52446"/>
                </a:cubicBezTo>
                <a:cubicBezTo>
                  <a:pt x="1291045" y="53425"/>
                  <a:pt x="1290734" y="54915"/>
                  <a:pt x="1290511" y="56918"/>
                </a:cubicBezTo>
                <a:cubicBezTo>
                  <a:pt x="1290288" y="58919"/>
                  <a:pt x="1290132" y="61721"/>
                  <a:pt x="1290043" y="65324"/>
                </a:cubicBezTo>
                <a:cubicBezTo>
                  <a:pt x="1289954" y="68926"/>
                  <a:pt x="1289910" y="73886"/>
                  <a:pt x="1289910" y="80203"/>
                </a:cubicBezTo>
                <a:cubicBezTo>
                  <a:pt x="1289910" y="84029"/>
                  <a:pt x="1289977" y="87522"/>
                  <a:pt x="1290110" y="90681"/>
                </a:cubicBezTo>
                <a:cubicBezTo>
                  <a:pt x="1290243" y="93839"/>
                  <a:pt x="1290399" y="97285"/>
                  <a:pt x="1290578" y="101021"/>
                </a:cubicBezTo>
                <a:cubicBezTo>
                  <a:pt x="1288531" y="100844"/>
                  <a:pt x="1286574" y="100755"/>
                  <a:pt x="1284706" y="100755"/>
                </a:cubicBezTo>
                <a:cubicBezTo>
                  <a:pt x="1282838" y="100755"/>
                  <a:pt x="1280880" y="100844"/>
                  <a:pt x="1278833" y="101021"/>
                </a:cubicBezTo>
                <a:cubicBezTo>
                  <a:pt x="1279278" y="96129"/>
                  <a:pt x="1279590" y="91147"/>
                  <a:pt x="1279768" y="86075"/>
                </a:cubicBezTo>
                <a:cubicBezTo>
                  <a:pt x="1279946" y="81003"/>
                  <a:pt x="1280034" y="76021"/>
                  <a:pt x="1280034" y="71129"/>
                </a:cubicBezTo>
                <a:cubicBezTo>
                  <a:pt x="1280034" y="66948"/>
                  <a:pt x="1280012" y="63678"/>
                  <a:pt x="1279967" y="61320"/>
                </a:cubicBezTo>
                <a:cubicBezTo>
                  <a:pt x="1279924" y="58962"/>
                  <a:pt x="1279813" y="57094"/>
                  <a:pt x="1279635" y="55716"/>
                </a:cubicBezTo>
                <a:cubicBezTo>
                  <a:pt x="1279458" y="54337"/>
                  <a:pt x="1279212" y="53203"/>
                  <a:pt x="1278900" y="52314"/>
                </a:cubicBezTo>
                <a:cubicBezTo>
                  <a:pt x="1278589" y="51423"/>
                  <a:pt x="1278167" y="50445"/>
                  <a:pt x="1277634" y="49377"/>
                </a:cubicBezTo>
                <a:cubicBezTo>
                  <a:pt x="1276655" y="47686"/>
                  <a:pt x="1275120" y="46240"/>
                  <a:pt x="1273028" y="45040"/>
                </a:cubicBezTo>
                <a:cubicBezTo>
                  <a:pt x="1270937" y="43839"/>
                  <a:pt x="1268780" y="43238"/>
                  <a:pt x="1266556" y="43238"/>
                </a:cubicBezTo>
                <a:cubicBezTo>
                  <a:pt x="1260685" y="43238"/>
                  <a:pt x="1256370" y="45151"/>
                  <a:pt x="1253612" y="48976"/>
                </a:cubicBezTo>
                <a:cubicBezTo>
                  <a:pt x="1250853" y="52802"/>
                  <a:pt x="1249474" y="58184"/>
                  <a:pt x="1249474" y="65124"/>
                </a:cubicBezTo>
                <a:lnTo>
                  <a:pt x="1249474" y="76466"/>
                </a:lnTo>
                <a:cubicBezTo>
                  <a:pt x="1249474" y="80471"/>
                  <a:pt x="1249541" y="84675"/>
                  <a:pt x="1249674" y="89079"/>
                </a:cubicBezTo>
                <a:cubicBezTo>
                  <a:pt x="1249808" y="93482"/>
                  <a:pt x="1250098" y="97463"/>
                  <a:pt x="1250543" y="101021"/>
                </a:cubicBezTo>
                <a:cubicBezTo>
                  <a:pt x="1248496" y="100844"/>
                  <a:pt x="1246494" y="100755"/>
                  <a:pt x="1244538" y="100755"/>
                </a:cubicBezTo>
                <a:cubicBezTo>
                  <a:pt x="1242581" y="100755"/>
                  <a:pt x="1240579" y="100844"/>
                  <a:pt x="1238533" y="101021"/>
                </a:cubicBezTo>
                <a:cubicBezTo>
                  <a:pt x="1238977" y="97463"/>
                  <a:pt x="1239266" y="93482"/>
                  <a:pt x="1239399" y="89079"/>
                </a:cubicBezTo>
                <a:cubicBezTo>
                  <a:pt x="1239533" y="84675"/>
                  <a:pt x="1239600" y="80471"/>
                  <a:pt x="1239600" y="76466"/>
                </a:cubicBezTo>
                <a:lnTo>
                  <a:pt x="1239600" y="62589"/>
                </a:lnTo>
                <a:close/>
                <a:moveTo>
                  <a:pt x="1431542" y="19752"/>
                </a:moveTo>
                <a:cubicBezTo>
                  <a:pt x="1431275" y="23132"/>
                  <a:pt x="1431074" y="26446"/>
                  <a:pt x="1430940" y="29693"/>
                </a:cubicBezTo>
                <a:cubicBezTo>
                  <a:pt x="1430807" y="32940"/>
                  <a:pt x="1430651" y="36210"/>
                  <a:pt x="1430473" y="39502"/>
                </a:cubicBezTo>
                <a:cubicBezTo>
                  <a:pt x="1431452" y="39502"/>
                  <a:pt x="1433276" y="39479"/>
                  <a:pt x="1435945" y="39434"/>
                </a:cubicBezTo>
                <a:cubicBezTo>
                  <a:pt x="1438614" y="39390"/>
                  <a:pt x="1441505" y="39278"/>
                  <a:pt x="1444619" y="39100"/>
                </a:cubicBezTo>
                <a:cubicBezTo>
                  <a:pt x="1444531" y="39368"/>
                  <a:pt x="1444487" y="39857"/>
                  <a:pt x="1444487" y="40569"/>
                </a:cubicBezTo>
                <a:lnTo>
                  <a:pt x="1444487" y="41904"/>
                </a:lnTo>
                <a:lnTo>
                  <a:pt x="1444487" y="43373"/>
                </a:lnTo>
                <a:cubicBezTo>
                  <a:pt x="1444487" y="43994"/>
                  <a:pt x="1444531" y="44439"/>
                  <a:pt x="1444619" y="44706"/>
                </a:cubicBezTo>
                <a:cubicBezTo>
                  <a:pt x="1443463" y="44617"/>
                  <a:pt x="1442261" y="44550"/>
                  <a:pt x="1441015" y="44507"/>
                </a:cubicBezTo>
                <a:cubicBezTo>
                  <a:pt x="1439770" y="44462"/>
                  <a:pt x="1438436" y="44440"/>
                  <a:pt x="1437012" y="44440"/>
                </a:cubicBezTo>
                <a:lnTo>
                  <a:pt x="1430473" y="44440"/>
                </a:lnTo>
                <a:cubicBezTo>
                  <a:pt x="1430385" y="44795"/>
                  <a:pt x="1430274" y="46219"/>
                  <a:pt x="1430139" y="48710"/>
                </a:cubicBezTo>
                <a:cubicBezTo>
                  <a:pt x="1430006" y="51201"/>
                  <a:pt x="1429895" y="54159"/>
                  <a:pt x="1429805" y="57584"/>
                </a:cubicBezTo>
                <a:cubicBezTo>
                  <a:pt x="1429717" y="61009"/>
                  <a:pt x="1429651" y="64590"/>
                  <a:pt x="1429606" y="68327"/>
                </a:cubicBezTo>
                <a:cubicBezTo>
                  <a:pt x="1429561" y="72063"/>
                  <a:pt x="1429539" y="75399"/>
                  <a:pt x="1429539" y="78335"/>
                </a:cubicBezTo>
                <a:cubicBezTo>
                  <a:pt x="1429539" y="80826"/>
                  <a:pt x="1429605" y="83273"/>
                  <a:pt x="1429738" y="85676"/>
                </a:cubicBezTo>
                <a:cubicBezTo>
                  <a:pt x="1429873" y="88077"/>
                  <a:pt x="1430295" y="90235"/>
                  <a:pt x="1431007" y="92147"/>
                </a:cubicBezTo>
                <a:cubicBezTo>
                  <a:pt x="1431719" y="94060"/>
                  <a:pt x="1432787" y="95595"/>
                  <a:pt x="1434210" y="96751"/>
                </a:cubicBezTo>
                <a:cubicBezTo>
                  <a:pt x="1435634" y="97908"/>
                  <a:pt x="1437680" y="98486"/>
                  <a:pt x="1440349" y="98486"/>
                </a:cubicBezTo>
                <a:cubicBezTo>
                  <a:pt x="1441061" y="98486"/>
                  <a:pt x="1442017" y="98397"/>
                  <a:pt x="1443218" y="98219"/>
                </a:cubicBezTo>
                <a:cubicBezTo>
                  <a:pt x="1444420" y="98042"/>
                  <a:pt x="1445465" y="97819"/>
                  <a:pt x="1446354" y="97552"/>
                </a:cubicBezTo>
                <a:lnTo>
                  <a:pt x="1446354" y="100755"/>
                </a:lnTo>
                <a:cubicBezTo>
                  <a:pt x="1444842" y="101022"/>
                  <a:pt x="1443173" y="101355"/>
                  <a:pt x="1441349" y="101754"/>
                </a:cubicBezTo>
                <a:cubicBezTo>
                  <a:pt x="1439526" y="102155"/>
                  <a:pt x="1437769" y="102355"/>
                  <a:pt x="1436079" y="102355"/>
                </a:cubicBezTo>
                <a:cubicBezTo>
                  <a:pt x="1430474" y="102355"/>
                  <a:pt x="1426337" y="100977"/>
                  <a:pt x="1423668" y="98219"/>
                </a:cubicBezTo>
                <a:cubicBezTo>
                  <a:pt x="1420999" y="95461"/>
                  <a:pt x="1419665" y="91413"/>
                  <a:pt x="1419665" y="86075"/>
                </a:cubicBezTo>
                <a:cubicBezTo>
                  <a:pt x="1419665" y="83674"/>
                  <a:pt x="1419709" y="81072"/>
                  <a:pt x="1419797" y="78270"/>
                </a:cubicBezTo>
                <a:cubicBezTo>
                  <a:pt x="1419887" y="75467"/>
                  <a:pt x="1419998" y="72398"/>
                  <a:pt x="1420131" y="69062"/>
                </a:cubicBezTo>
                <a:cubicBezTo>
                  <a:pt x="1420264" y="65725"/>
                  <a:pt x="1420375" y="62033"/>
                  <a:pt x="1420465" y="57985"/>
                </a:cubicBezTo>
                <a:cubicBezTo>
                  <a:pt x="1420555" y="53937"/>
                  <a:pt x="1420599" y="49422"/>
                  <a:pt x="1420599" y="44440"/>
                </a:cubicBezTo>
                <a:lnTo>
                  <a:pt x="1416327" y="44440"/>
                </a:lnTo>
                <a:cubicBezTo>
                  <a:pt x="1415616" y="44440"/>
                  <a:pt x="1414860" y="44462"/>
                  <a:pt x="1414059" y="44507"/>
                </a:cubicBezTo>
                <a:cubicBezTo>
                  <a:pt x="1413258" y="44550"/>
                  <a:pt x="1412413" y="44617"/>
                  <a:pt x="1411524" y="44706"/>
                </a:cubicBezTo>
                <a:cubicBezTo>
                  <a:pt x="1411613" y="44173"/>
                  <a:pt x="1411680" y="43662"/>
                  <a:pt x="1411723" y="43173"/>
                </a:cubicBezTo>
                <a:cubicBezTo>
                  <a:pt x="1411768" y="42683"/>
                  <a:pt x="1411791" y="42171"/>
                  <a:pt x="1411791" y="41638"/>
                </a:cubicBezTo>
                <a:cubicBezTo>
                  <a:pt x="1411791" y="41192"/>
                  <a:pt x="1411768" y="40748"/>
                  <a:pt x="1411723" y="40304"/>
                </a:cubicBezTo>
                <a:cubicBezTo>
                  <a:pt x="1411680" y="39859"/>
                  <a:pt x="1411613" y="39413"/>
                  <a:pt x="1411524" y="38968"/>
                </a:cubicBezTo>
                <a:cubicBezTo>
                  <a:pt x="1415527" y="39234"/>
                  <a:pt x="1418463" y="39367"/>
                  <a:pt x="1420331" y="39367"/>
                </a:cubicBezTo>
                <a:cubicBezTo>
                  <a:pt x="1420242" y="37589"/>
                  <a:pt x="1420176" y="35365"/>
                  <a:pt x="1420131" y="32696"/>
                </a:cubicBezTo>
                <a:cubicBezTo>
                  <a:pt x="1420086" y="30028"/>
                  <a:pt x="1419975" y="27269"/>
                  <a:pt x="1419797" y="24421"/>
                </a:cubicBezTo>
                <a:lnTo>
                  <a:pt x="1430874" y="19752"/>
                </a:lnTo>
                <a:lnTo>
                  <a:pt x="1431542" y="19752"/>
                </a:lnTo>
                <a:close/>
                <a:moveTo>
                  <a:pt x="1457564" y="38834"/>
                </a:moveTo>
                <a:cubicBezTo>
                  <a:pt x="1457564" y="35809"/>
                  <a:pt x="1457542" y="32518"/>
                  <a:pt x="1457497" y="28960"/>
                </a:cubicBezTo>
                <a:cubicBezTo>
                  <a:pt x="1457452" y="25400"/>
                  <a:pt x="1457385" y="21886"/>
                  <a:pt x="1457295" y="18416"/>
                </a:cubicBezTo>
                <a:cubicBezTo>
                  <a:pt x="1457207" y="14946"/>
                  <a:pt x="1457096" y="11633"/>
                  <a:pt x="1456963" y="8475"/>
                </a:cubicBezTo>
                <a:cubicBezTo>
                  <a:pt x="1456830" y="5316"/>
                  <a:pt x="1456675" y="2625"/>
                  <a:pt x="1456497" y="401"/>
                </a:cubicBezTo>
                <a:cubicBezTo>
                  <a:pt x="1458988" y="846"/>
                  <a:pt x="1460990" y="1069"/>
                  <a:pt x="1462502" y="1069"/>
                </a:cubicBezTo>
                <a:cubicBezTo>
                  <a:pt x="1464014" y="1069"/>
                  <a:pt x="1466016" y="846"/>
                  <a:pt x="1468507" y="401"/>
                </a:cubicBezTo>
                <a:cubicBezTo>
                  <a:pt x="1468329" y="2625"/>
                  <a:pt x="1468173" y="5294"/>
                  <a:pt x="1468039" y="8408"/>
                </a:cubicBezTo>
                <a:cubicBezTo>
                  <a:pt x="1467905" y="11522"/>
                  <a:pt x="1467794" y="14791"/>
                  <a:pt x="1467705" y="18216"/>
                </a:cubicBezTo>
                <a:cubicBezTo>
                  <a:pt x="1467616" y="21641"/>
                  <a:pt x="1467550" y="25089"/>
                  <a:pt x="1467505" y="28559"/>
                </a:cubicBezTo>
                <a:cubicBezTo>
                  <a:pt x="1467462" y="32028"/>
                  <a:pt x="1467440" y="35232"/>
                  <a:pt x="1467440" y="38168"/>
                </a:cubicBezTo>
                <a:lnTo>
                  <a:pt x="1467440" y="48308"/>
                </a:lnTo>
                <a:lnTo>
                  <a:pt x="1467707" y="48308"/>
                </a:lnTo>
                <a:cubicBezTo>
                  <a:pt x="1470198" y="44483"/>
                  <a:pt x="1473178" y="41525"/>
                  <a:pt x="1476648" y="39434"/>
                </a:cubicBezTo>
                <a:cubicBezTo>
                  <a:pt x="1480118" y="37344"/>
                  <a:pt x="1484255" y="36299"/>
                  <a:pt x="1489059" y="36299"/>
                </a:cubicBezTo>
                <a:cubicBezTo>
                  <a:pt x="1491550" y="36299"/>
                  <a:pt x="1494063" y="36655"/>
                  <a:pt x="1496597" y="37368"/>
                </a:cubicBezTo>
                <a:cubicBezTo>
                  <a:pt x="1499133" y="38079"/>
                  <a:pt x="1501424" y="39302"/>
                  <a:pt x="1503470" y="41037"/>
                </a:cubicBezTo>
                <a:cubicBezTo>
                  <a:pt x="1505517" y="42772"/>
                  <a:pt x="1507185" y="45130"/>
                  <a:pt x="1508475" y="48111"/>
                </a:cubicBezTo>
                <a:cubicBezTo>
                  <a:pt x="1509764" y="51091"/>
                  <a:pt x="1510409" y="54893"/>
                  <a:pt x="1510409" y="59518"/>
                </a:cubicBezTo>
                <a:cubicBezTo>
                  <a:pt x="1510409" y="63344"/>
                  <a:pt x="1510320" y="67280"/>
                  <a:pt x="1510142" y="71328"/>
                </a:cubicBezTo>
                <a:cubicBezTo>
                  <a:pt x="1509965" y="75377"/>
                  <a:pt x="1509876" y="79670"/>
                  <a:pt x="1509876" y="84208"/>
                </a:cubicBezTo>
                <a:lnTo>
                  <a:pt x="1509876" y="92880"/>
                </a:lnTo>
                <a:cubicBezTo>
                  <a:pt x="1509876" y="94304"/>
                  <a:pt x="1509898" y="95706"/>
                  <a:pt x="1509943" y="97085"/>
                </a:cubicBezTo>
                <a:cubicBezTo>
                  <a:pt x="1509988" y="98464"/>
                  <a:pt x="1510054" y="99777"/>
                  <a:pt x="1510142" y="101021"/>
                </a:cubicBezTo>
                <a:cubicBezTo>
                  <a:pt x="1508363" y="100844"/>
                  <a:pt x="1506495" y="100755"/>
                  <a:pt x="1504539" y="100755"/>
                </a:cubicBezTo>
                <a:cubicBezTo>
                  <a:pt x="1502669" y="100755"/>
                  <a:pt x="1500846" y="100844"/>
                  <a:pt x="1499067" y="101021"/>
                </a:cubicBezTo>
                <a:cubicBezTo>
                  <a:pt x="1499245" y="96395"/>
                  <a:pt x="1499445" y="91636"/>
                  <a:pt x="1499666" y="86743"/>
                </a:cubicBezTo>
                <a:cubicBezTo>
                  <a:pt x="1499888" y="81849"/>
                  <a:pt x="1500000" y="76822"/>
                  <a:pt x="1500000" y="71662"/>
                </a:cubicBezTo>
                <a:lnTo>
                  <a:pt x="1500000" y="63521"/>
                </a:lnTo>
                <a:cubicBezTo>
                  <a:pt x="1500000" y="56849"/>
                  <a:pt x="1498709" y="51801"/>
                  <a:pt x="1496129" y="48376"/>
                </a:cubicBezTo>
                <a:cubicBezTo>
                  <a:pt x="1493550" y="44951"/>
                  <a:pt x="1489992" y="43238"/>
                  <a:pt x="1485455" y="43238"/>
                </a:cubicBezTo>
                <a:cubicBezTo>
                  <a:pt x="1479228" y="43238"/>
                  <a:pt x="1474669" y="45151"/>
                  <a:pt x="1471777" y="48976"/>
                </a:cubicBezTo>
                <a:cubicBezTo>
                  <a:pt x="1468886" y="52802"/>
                  <a:pt x="1467440" y="58184"/>
                  <a:pt x="1467440" y="65124"/>
                </a:cubicBezTo>
                <a:cubicBezTo>
                  <a:pt x="1467440" y="67615"/>
                  <a:pt x="1467462" y="70507"/>
                  <a:pt x="1467505" y="73798"/>
                </a:cubicBezTo>
                <a:cubicBezTo>
                  <a:pt x="1467550" y="77090"/>
                  <a:pt x="1467616" y="80405"/>
                  <a:pt x="1467705" y="83742"/>
                </a:cubicBezTo>
                <a:cubicBezTo>
                  <a:pt x="1467794" y="87077"/>
                  <a:pt x="1467905" y="90302"/>
                  <a:pt x="1468039" y="93416"/>
                </a:cubicBezTo>
                <a:cubicBezTo>
                  <a:pt x="1468173" y="96529"/>
                  <a:pt x="1468329" y="99064"/>
                  <a:pt x="1468507" y="101021"/>
                </a:cubicBezTo>
                <a:cubicBezTo>
                  <a:pt x="1466461" y="100844"/>
                  <a:pt x="1464459" y="100755"/>
                  <a:pt x="1462502" y="100755"/>
                </a:cubicBezTo>
                <a:cubicBezTo>
                  <a:pt x="1460544" y="100755"/>
                  <a:pt x="1458543" y="100844"/>
                  <a:pt x="1456497" y="101021"/>
                </a:cubicBezTo>
                <a:cubicBezTo>
                  <a:pt x="1456675" y="98976"/>
                  <a:pt x="1456830" y="96396"/>
                  <a:pt x="1456963" y="93282"/>
                </a:cubicBezTo>
                <a:cubicBezTo>
                  <a:pt x="1457096" y="90167"/>
                  <a:pt x="1457207" y="86875"/>
                  <a:pt x="1457295" y="83406"/>
                </a:cubicBezTo>
                <a:cubicBezTo>
                  <a:pt x="1457385" y="79936"/>
                  <a:pt x="1457452" y="76422"/>
                  <a:pt x="1457497" y="72864"/>
                </a:cubicBezTo>
                <a:cubicBezTo>
                  <a:pt x="1457542" y="69306"/>
                  <a:pt x="1457564" y="66014"/>
                  <a:pt x="1457564" y="62988"/>
                </a:cubicBezTo>
                <a:lnTo>
                  <a:pt x="1457564" y="38834"/>
                </a:lnTo>
                <a:close/>
                <a:moveTo>
                  <a:pt x="1556050" y="40569"/>
                </a:moveTo>
                <a:cubicBezTo>
                  <a:pt x="1552758" y="40569"/>
                  <a:pt x="1549977" y="41325"/>
                  <a:pt x="1547707" y="42837"/>
                </a:cubicBezTo>
                <a:cubicBezTo>
                  <a:pt x="1545439" y="44349"/>
                  <a:pt x="1543571" y="46240"/>
                  <a:pt x="1542103" y="48510"/>
                </a:cubicBezTo>
                <a:cubicBezTo>
                  <a:pt x="1540636" y="50778"/>
                  <a:pt x="1539524" y="53269"/>
                  <a:pt x="1538768" y="55983"/>
                </a:cubicBezTo>
                <a:cubicBezTo>
                  <a:pt x="1538012" y="58697"/>
                  <a:pt x="1537545" y="61254"/>
                  <a:pt x="1537367" y="63656"/>
                </a:cubicBezTo>
                <a:cubicBezTo>
                  <a:pt x="1540124" y="63745"/>
                  <a:pt x="1542993" y="63835"/>
                  <a:pt x="1545972" y="63925"/>
                </a:cubicBezTo>
                <a:cubicBezTo>
                  <a:pt x="1548953" y="64013"/>
                  <a:pt x="1551867" y="64057"/>
                  <a:pt x="1554714" y="64057"/>
                </a:cubicBezTo>
                <a:cubicBezTo>
                  <a:pt x="1557650" y="64057"/>
                  <a:pt x="1560631" y="64013"/>
                  <a:pt x="1563655" y="63925"/>
                </a:cubicBezTo>
                <a:cubicBezTo>
                  <a:pt x="1566680" y="63835"/>
                  <a:pt x="1569616" y="63745"/>
                  <a:pt x="1572464" y="63656"/>
                </a:cubicBezTo>
                <a:cubicBezTo>
                  <a:pt x="1572464" y="61254"/>
                  <a:pt x="1572264" y="58719"/>
                  <a:pt x="1571864" y="56050"/>
                </a:cubicBezTo>
                <a:cubicBezTo>
                  <a:pt x="1571463" y="53380"/>
                  <a:pt x="1570662" y="50888"/>
                  <a:pt x="1569461" y="48575"/>
                </a:cubicBezTo>
                <a:cubicBezTo>
                  <a:pt x="1568259" y="46262"/>
                  <a:pt x="1566591" y="44349"/>
                  <a:pt x="1564456" y="42837"/>
                </a:cubicBezTo>
                <a:cubicBezTo>
                  <a:pt x="1562320" y="41325"/>
                  <a:pt x="1559518" y="40569"/>
                  <a:pt x="1556050" y="40569"/>
                </a:cubicBezTo>
                <a:moveTo>
                  <a:pt x="1525223" y="71396"/>
                </a:moveTo>
                <a:cubicBezTo>
                  <a:pt x="1525223" y="60453"/>
                  <a:pt x="1527824" y="51868"/>
                  <a:pt x="1533028" y="45641"/>
                </a:cubicBezTo>
                <a:cubicBezTo>
                  <a:pt x="1538232" y="39413"/>
                  <a:pt x="1545818" y="36299"/>
                  <a:pt x="1555783" y="36299"/>
                </a:cubicBezTo>
                <a:cubicBezTo>
                  <a:pt x="1560498" y="36299"/>
                  <a:pt x="1564568" y="37033"/>
                  <a:pt x="1567993" y="38502"/>
                </a:cubicBezTo>
                <a:cubicBezTo>
                  <a:pt x="1571418" y="39969"/>
                  <a:pt x="1574287" y="41926"/>
                  <a:pt x="1576600" y="44372"/>
                </a:cubicBezTo>
                <a:cubicBezTo>
                  <a:pt x="1578913" y="46819"/>
                  <a:pt x="1580626" y="49688"/>
                  <a:pt x="1581737" y="52980"/>
                </a:cubicBezTo>
                <a:cubicBezTo>
                  <a:pt x="1582849" y="56272"/>
                  <a:pt x="1583405" y="59786"/>
                  <a:pt x="1583405" y="63521"/>
                </a:cubicBezTo>
                <a:cubicBezTo>
                  <a:pt x="1583405" y="64412"/>
                  <a:pt x="1583383" y="65280"/>
                  <a:pt x="1583338" y="66126"/>
                </a:cubicBezTo>
                <a:cubicBezTo>
                  <a:pt x="1583294" y="66970"/>
                  <a:pt x="1583228" y="67837"/>
                  <a:pt x="1583138" y="68726"/>
                </a:cubicBezTo>
                <a:cubicBezTo>
                  <a:pt x="1578334" y="68638"/>
                  <a:pt x="1573575" y="68550"/>
                  <a:pt x="1568860" y="68461"/>
                </a:cubicBezTo>
                <a:cubicBezTo>
                  <a:pt x="1564145" y="68372"/>
                  <a:pt x="1559386" y="68327"/>
                  <a:pt x="1554582" y="68327"/>
                </a:cubicBezTo>
                <a:cubicBezTo>
                  <a:pt x="1551645" y="68327"/>
                  <a:pt x="1548731" y="68372"/>
                  <a:pt x="1545840" y="68461"/>
                </a:cubicBezTo>
                <a:cubicBezTo>
                  <a:pt x="1542948" y="68550"/>
                  <a:pt x="1540035" y="68638"/>
                  <a:pt x="1537098" y="68726"/>
                </a:cubicBezTo>
                <a:cubicBezTo>
                  <a:pt x="1537010" y="69171"/>
                  <a:pt x="1536966" y="69839"/>
                  <a:pt x="1536966" y="70728"/>
                </a:cubicBezTo>
                <a:lnTo>
                  <a:pt x="1536966" y="72463"/>
                </a:lnTo>
                <a:cubicBezTo>
                  <a:pt x="1536966" y="75932"/>
                  <a:pt x="1537477" y="79180"/>
                  <a:pt x="1538499" y="82206"/>
                </a:cubicBezTo>
                <a:cubicBezTo>
                  <a:pt x="1539523" y="85231"/>
                  <a:pt x="1541013" y="87833"/>
                  <a:pt x="1542971" y="90013"/>
                </a:cubicBezTo>
                <a:cubicBezTo>
                  <a:pt x="1544928" y="92192"/>
                  <a:pt x="1547331" y="93927"/>
                  <a:pt x="1550177" y="95218"/>
                </a:cubicBezTo>
                <a:cubicBezTo>
                  <a:pt x="1553024" y="96508"/>
                  <a:pt x="1556316" y="97152"/>
                  <a:pt x="1560053" y="97152"/>
                </a:cubicBezTo>
                <a:cubicBezTo>
                  <a:pt x="1561831" y="97152"/>
                  <a:pt x="1563655" y="96908"/>
                  <a:pt x="1565523" y="96419"/>
                </a:cubicBezTo>
                <a:cubicBezTo>
                  <a:pt x="1567392" y="95929"/>
                  <a:pt x="1569216" y="95261"/>
                  <a:pt x="1570994" y="94416"/>
                </a:cubicBezTo>
                <a:cubicBezTo>
                  <a:pt x="1572774" y="93570"/>
                  <a:pt x="1574442" y="92569"/>
                  <a:pt x="1575999" y="91414"/>
                </a:cubicBezTo>
                <a:cubicBezTo>
                  <a:pt x="1577556" y="90258"/>
                  <a:pt x="1578913" y="89011"/>
                  <a:pt x="1580070" y="87676"/>
                </a:cubicBezTo>
                <a:lnTo>
                  <a:pt x="1580738" y="88077"/>
                </a:lnTo>
                <a:lnTo>
                  <a:pt x="1579937" y="94615"/>
                </a:lnTo>
                <a:cubicBezTo>
                  <a:pt x="1577267" y="96751"/>
                  <a:pt x="1573953" y="98574"/>
                  <a:pt x="1569994" y="100087"/>
                </a:cubicBezTo>
                <a:cubicBezTo>
                  <a:pt x="1566036" y="101599"/>
                  <a:pt x="1561921" y="102355"/>
                  <a:pt x="1557650" y="102355"/>
                </a:cubicBezTo>
                <a:cubicBezTo>
                  <a:pt x="1552846" y="102355"/>
                  <a:pt x="1548464" y="101621"/>
                  <a:pt x="1544504" y="100154"/>
                </a:cubicBezTo>
                <a:cubicBezTo>
                  <a:pt x="1540546" y="98686"/>
                  <a:pt x="1537121" y="96552"/>
                  <a:pt x="1534229" y="93750"/>
                </a:cubicBezTo>
                <a:cubicBezTo>
                  <a:pt x="1531339" y="90947"/>
                  <a:pt x="1529115" y="87632"/>
                  <a:pt x="1527558" y="83807"/>
                </a:cubicBezTo>
                <a:cubicBezTo>
                  <a:pt x="1526001" y="79981"/>
                  <a:pt x="1525223" y="75844"/>
                  <a:pt x="1525223" y="71396"/>
                </a:cubicBezTo>
                <a:close/>
                <a:moveTo>
                  <a:pt x="1669257" y="35899"/>
                </a:moveTo>
                <a:cubicBezTo>
                  <a:pt x="1669257" y="29761"/>
                  <a:pt x="1669167" y="24601"/>
                  <a:pt x="1668988" y="20420"/>
                </a:cubicBezTo>
                <a:cubicBezTo>
                  <a:pt x="1668810" y="16237"/>
                  <a:pt x="1668677" y="12545"/>
                  <a:pt x="1668589" y="9342"/>
                </a:cubicBezTo>
                <a:cubicBezTo>
                  <a:pt x="1671080" y="9788"/>
                  <a:pt x="1673081" y="10010"/>
                  <a:pt x="1674594" y="10010"/>
                </a:cubicBezTo>
                <a:cubicBezTo>
                  <a:pt x="1676106" y="10010"/>
                  <a:pt x="1678108" y="9788"/>
                  <a:pt x="1680599" y="9342"/>
                </a:cubicBezTo>
                <a:cubicBezTo>
                  <a:pt x="1690297" y="20107"/>
                  <a:pt x="1699883" y="30695"/>
                  <a:pt x="1709357" y="41104"/>
                </a:cubicBezTo>
                <a:cubicBezTo>
                  <a:pt x="1718832" y="51512"/>
                  <a:pt x="1728552" y="62099"/>
                  <a:pt x="1738516" y="72864"/>
                </a:cubicBezTo>
                <a:lnTo>
                  <a:pt x="1738516" y="61253"/>
                </a:lnTo>
                <a:lnTo>
                  <a:pt x="1738516" y="48308"/>
                </a:lnTo>
                <a:cubicBezTo>
                  <a:pt x="1738516" y="43949"/>
                  <a:pt x="1738494" y="39657"/>
                  <a:pt x="1738449" y="35431"/>
                </a:cubicBezTo>
                <a:cubicBezTo>
                  <a:pt x="1738404" y="31205"/>
                  <a:pt x="1738359" y="27313"/>
                  <a:pt x="1738315" y="23755"/>
                </a:cubicBezTo>
                <a:cubicBezTo>
                  <a:pt x="1738271" y="20196"/>
                  <a:pt x="1738182" y="17126"/>
                  <a:pt x="1738048" y="14547"/>
                </a:cubicBezTo>
                <a:cubicBezTo>
                  <a:pt x="1737915" y="11966"/>
                  <a:pt x="1737759" y="10232"/>
                  <a:pt x="1737582" y="9342"/>
                </a:cubicBezTo>
                <a:cubicBezTo>
                  <a:pt x="1740073" y="9788"/>
                  <a:pt x="1742074" y="10010"/>
                  <a:pt x="1743587" y="10010"/>
                </a:cubicBezTo>
                <a:cubicBezTo>
                  <a:pt x="1745099" y="10010"/>
                  <a:pt x="1747100" y="9788"/>
                  <a:pt x="1749592" y="9342"/>
                </a:cubicBezTo>
                <a:cubicBezTo>
                  <a:pt x="1749148" y="17439"/>
                  <a:pt x="1748792" y="24756"/>
                  <a:pt x="1748525" y="31295"/>
                </a:cubicBezTo>
                <a:cubicBezTo>
                  <a:pt x="1748257" y="37833"/>
                  <a:pt x="1748034" y="43994"/>
                  <a:pt x="1747857" y="49777"/>
                </a:cubicBezTo>
                <a:cubicBezTo>
                  <a:pt x="1747679" y="55560"/>
                  <a:pt x="1747567" y="61276"/>
                  <a:pt x="1747523" y="66926"/>
                </a:cubicBezTo>
                <a:cubicBezTo>
                  <a:pt x="1747479" y="72575"/>
                  <a:pt x="1747457" y="78602"/>
                  <a:pt x="1747457" y="85008"/>
                </a:cubicBezTo>
                <a:lnTo>
                  <a:pt x="1747457" y="101021"/>
                </a:lnTo>
                <a:cubicBezTo>
                  <a:pt x="1745678" y="100844"/>
                  <a:pt x="1743854" y="100755"/>
                  <a:pt x="1741986" y="100755"/>
                </a:cubicBezTo>
                <a:cubicBezTo>
                  <a:pt x="1740029" y="100755"/>
                  <a:pt x="1738294" y="100844"/>
                  <a:pt x="1736781" y="101021"/>
                </a:cubicBezTo>
                <a:cubicBezTo>
                  <a:pt x="1718454" y="79669"/>
                  <a:pt x="1699015" y="58184"/>
                  <a:pt x="1678465" y="36565"/>
                </a:cubicBezTo>
                <a:cubicBezTo>
                  <a:pt x="1678375" y="39146"/>
                  <a:pt x="1678308" y="41727"/>
                  <a:pt x="1678263" y="44307"/>
                </a:cubicBezTo>
                <a:cubicBezTo>
                  <a:pt x="1678218" y="46886"/>
                  <a:pt x="1678196" y="49511"/>
                  <a:pt x="1678196" y="52179"/>
                </a:cubicBezTo>
                <a:lnTo>
                  <a:pt x="1678196" y="67659"/>
                </a:lnTo>
                <a:cubicBezTo>
                  <a:pt x="1678196" y="72997"/>
                  <a:pt x="1678218" y="77534"/>
                  <a:pt x="1678263" y="81272"/>
                </a:cubicBezTo>
                <a:cubicBezTo>
                  <a:pt x="1678308" y="85007"/>
                  <a:pt x="1678374" y="88166"/>
                  <a:pt x="1678463" y="90746"/>
                </a:cubicBezTo>
                <a:cubicBezTo>
                  <a:pt x="1678552" y="93326"/>
                  <a:pt x="1678641" y="95439"/>
                  <a:pt x="1678729" y="97085"/>
                </a:cubicBezTo>
                <a:cubicBezTo>
                  <a:pt x="1678819" y="98731"/>
                  <a:pt x="1678909" y="100043"/>
                  <a:pt x="1678998" y="101021"/>
                </a:cubicBezTo>
                <a:cubicBezTo>
                  <a:pt x="1677930" y="100844"/>
                  <a:pt x="1676861" y="100755"/>
                  <a:pt x="1675793" y="100755"/>
                </a:cubicBezTo>
                <a:cubicBezTo>
                  <a:pt x="1674726" y="100755"/>
                  <a:pt x="1673703" y="100755"/>
                  <a:pt x="1672724" y="100755"/>
                </a:cubicBezTo>
                <a:cubicBezTo>
                  <a:pt x="1670679" y="100755"/>
                  <a:pt x="1668633" y="100844"/>
                  <a:pt x="1666587" y="101021"/>
                </a:cubicBezTo>
                <a:cubicBezTo>
                  <a:pt x="1666765" y="100310"/>
                  <a:pt x="1666987" y="97775"/>
                  <a:pt x="1667253" y="93416"/>
                </a:cubicBezTo>
                <a:cubicBezTo>
                  <a:pt x="1667520" y="89056"/>
                  <a:pt x="1667809" y="83740"/>
                  <a:pt x="1668120" y="77468"/>
                </a:cubicBezTo>
                <a:cubicBezTo>
                  <a:pt x="1668433" y="71196"/>
                  <a:pt x="1668700" y="64390"/>
                  <a:pt x="1668923" y="57050"/>
                </a:cubicBezTo>
                <a:cubicBezTo>
                  <a:pt x="1669145" y="49710"/>
                  <a:pt x="1669257" y="42660"/>
                  <a:pt x="1669257" y="35899"/>
                </a:cubicBezTo>
                <a:close/>
                <a:moveTo>
                  <a:pt x="1768008" y="11611"/>
                </a:moveTo>
                <a:cubicBezTo>
                  <a:pt x="1768008" y="8675"/>
                  <a:pt x="1769031" y="6183"/>
                  <a:pt x="1771076" y="4138"/>
                </a:cubicBezTo>
                <a:cubicBezTo>
                  <a:pt x="1773124" y="2092"/>
                  <a:pt x="1775615" y="1069"/>
                  <a:pt x="1778552" y="1069"/>
                </a:cubicBezTo>
                <a:cubicBezTo>
                  <a:pt x="1781487" y="1069"/>
                  <a:pt x="1783977" y="2092"/>
                  <a:pt x="1786023" y="4138"/>
                </a:cubicBezTo>
                <a:cubicBezTo>
                  <a:pt x="1788070" y="6183"/>
                  <a:pt x="1789093" y="8675"/>
                  <a:pt x="1789093" y="11611"/>
                </a:cubicBezTo>
                <a:cubicBezTo>
                  <a:pt x="1789093" y="14547"/>
                  <a:pt x="1788070" y="17038"/>
                  <a:pt x="1786023" y="19084"/>
                </a:cubicBezTo>
                <a:cubicBezTo>
                  <a:pt x="1783977" y="21130"/>
                  <a:pt x="1781487" y="22153"/>
                  <a:pt x="1778552" y="22153"/>
                </a:cubicBezTo>
                <a:cubicBezTo>
                  <a:pt x="1775615" y="22153"/>
                  <a:pt x="1773124" y="21130"/>
                  <a:pt x="1771076" y="19084"/>
                </a:cubicBezTo>
                <a:cubicBezTo>
                  <a:pt x="1769031" y="17038"/>
                  <a:pt x="1768008" y="14547"/>
                  <a:pt x="1768008" y="11611"/>
                </a:cubicBezTo>
                <a:moveTo>
                  <a:pt x="1769610" y="66458"/>
                </a:moveTo>
                <a:cubicBezTo>
                  <a:pt x="1769610" y="61032"/>
                  <a:pt x="1769543" y="55939"/>
                  <a:pt x="1769409" y="51180"/>
                </a:cubicBezTo>
                <a:cubicBezTo>
                  <a:pt x="1769276" y="46419"/>
                  <a:pt x="1768987" y="41636"/>
                  <a:pt x="1768541" y="36832"/>
                </a:cubicBezTo>
                <a:cubicBezTo>
                  <a:pt x="1769788" y="37010"/>
                  <a:pt x="1771256" y="37166"/>
                  <a:pt x="1772946" y="37300"/>
                </a:cubicBezTo>
                <a:cubicBezTo>
                  <a:pt x="1774636" y="37433"/>
                  <a:pt x="1776504" y="37500"/>
                  <a:pt x="1778552" y="37500"/>
                </a:cubicBezTo>
                <a:cubicBezTo>
                  <a:pt x="1782733" y="37500"/>
                  <a:pt x="1786069" y="37277"/>
                  <a:pt x="1788560" y="36832"/>
                </a:cubicBezTo>
                <a:cubicBezTo>
                  <a:pt x="1788115" y="41636"/>
                  <a:pt x="1787825" y="46419"/>
                  <a:pt x="1787690" y="51180"/>
                </a:cubicBezTo>
                <a:cubicBezTo>
                  <a:pt x="1787557" y="55939"/>
                  <a:pt x="1787491" y="61032"/>
                  <a:pt x="1787491" y="66458"/>
                </a:cubicBezTo>
                <a:lnTo>
                  <a:pt x="1787491" y="71797"/>
                </a:lnTo>
                <a:cubicBezTo>
                  <a:pt x="1787491" y="77223"/>
                  <a:pt x="1787557" y="82338"/>
                  <a:pt x="1787690" y="87142"/>
                </a:cubicBezTo>
                <a:cubicBezTo>
                  <a:pt x="1787825" y="91946"/>
                  <a:pt x="1788115" y="96573"/>
                  <a:pt x="1788560" y="101021"/>
                </a:cubicBezTo>
                <a:cubicBezTo>
                  <a:pt x="1787403" y="100844"/>
                  <a:pt x="1785958" y="100755"/>
                  <a:pt x="1784223" y="100755"/>
                </a:cubicBezTo>
                <a:cubicBezTo>
                  <a:pt x="1782488" y="100755"/>
                  <a:pt x="1780597" y="100755"/>
                  <a:pt x="1778552" y="100755"/>
                </a:cubicBezTo>
                <a:cubicBezTo>
                  <a:pt x="1776504" y="100755"/>
                  <a:pt x="1774636" y="100755"/>
                  <a:pt x="1772946" y="100755"/>
                </a:cubicBezTo>
                <a:cubicBezTo>
                  <a:pt x="1771256" y="100755"/>
                  <a:pt x="1769788" y="100844"/>
                  <a:pt x="1768541" y="101021"/>
                </a:cubicBezTo>
                <a:cubicBezTo>
                  <a:pt x="1768987" y="96573"/>
                  <a:pt x="1769276" y="91946"/>
                  <a:pt x="1769409" y="87142"/>
                </a:cubicBezTo>
                <a:cubicBezTo>
                  <a:pt x="1769543" y="82338"/>
                  <a:pt x="1769610" y="77223"/>
                  <a:pt x="1769610" y="71797"/>
                </a:cubicBezTo>
                <a:lnTo>
                  <a:pt x="1769610" y="66458"/>
                </a:lnTo>
                <a:close/>
                <a:moveTo>
                  <a:pt x="1829662" y="40569"/>
                </a:moveTo>
                <a:cubicBezTo>
                  <a:pt x="1823611" y="40569"/>
                  <a:pt x="1820586" y="46441"/>
                  <a:pt x="1820586" y="58184"/>
                </a:cubicBezTo>
                <a:cubicBezTo>
                  <a:pt x="1820586" y="61121"/>
                  <a:pt x="1820853" y="63590"/>
                  <a:pt x="1821386" y="65592"/>
                </a:cubicBezTo>
                <a:cubicBezTo>
                  <a:pt x="1821921" y="67593"/>
                  <a:pt x="1822611" y="69217"/>
                  <a:pt x="1823455" y="70463"/>
                </a:cubicBezTo>
                <a:cubicBezTo>
                  <a:pt x="1824301" y="71708"/>
                  <a:pt x="1825235" y="72597"/>
                  <a:pt x="1826257" y="73131"/>
                </a:cubicBezTo>
                <a:cubicBezTo>
                  <a:pt x="1827281" y="73664"/>
                  <a:pt x="1828327" y="73931"/>
                  <a:pt x="1829395" y="73931"/>
                </a:cubicBezTo>
                <a:cubicBezTo>
                  <a:pt x="1832330" y="73931"/>
                  <a:pt x="1834509" y="72641"/>
                  <a:pt x="1835934" y="70062"/>
                </a:cubicBezTo>
                <a:cubicBezTo>
                  <a:pt x="1837358" y="67481"/>
                  <a:pt x="1838070" y="63122"/>
                  <a:pt x="1838070" y="56983"/>
                </a:cubicBezTo>
                <a:cubicBezTo>
                  <a:pt x="1838070" y="50934"/>
                  <a:pt x="1837269" y="46686"/>
                  <a:pt x="1835667" y="44240"/>
                </a:cubicBezTo>
                <a:cubicBezTo>
                  <a:pt x="1834065" y="41792"/>
                  <a:pt x="1832063" y="40569"/>
                  <a:pt x="1829662" y="40569"/>
                </a:cubicBezTo>
                <a:moveTo>
                  <a:pt x="1849546" y="41904"/>
                </a:moveTo>
                <a:cubicBezTo>
                  <a:pt x="1851770" y="43505"/>
                  <a:pt x="1853526" y="45529"/>
                  <a:pt x="1854816" y="47977"/>
                </a:cubicBezTo>
                <a:cubicBezTo>
                  <a:pt x="1856107" y="50423"/>
                  <a:pt x="1856752" y="53336"/>
                  <a:pt x="1856752" y="56716"/>
                </a:cubicBezTo>
                <a:cubicBezTo>
                  <a:pt x="1856752" y="60008"/>
                  <a:pt x="1856129" y="63011"/>
                  <a:pt x="1854883" y="65725"/>
                </a:cubicBezTo>
                <a:cubicBezTo>
                  <a:pt x="1853638" y="68438"/>
                  <a:pt x="1851881" y="70774"/>
                  <a:pt x="1849611" y="72731"/>
                </a:cubicBezTo>
                <a:cubicBezTo>
                  <a:pt x="1847343" y="74688"/>
                  <a:pt x="1844629" y="76200"/>
                  <a:pt x="1841470" y="77268"/>
                </a:cubicBezTo>
                <a:cubicBezTo>
                  <a:pt x="1838313" y="78335"/>
                  <a:pt x="1834777" y="78869"/>
                  <a:pt x="1830863" y="78869"/>
                </a:cubicBezTo>
                <a:cubicBezTo>
                  <a:pt x="1829884" y="78869"/>
                  <a:pt x="1828927" y="78847"/>
                  <a:pt x="1827992" y="78804"/>
                </a:cubicBezTo>
                <a:cubicBezTo>
                  <a:pt x="1827058" y="78759"/>
                  <a:pt x="1826013" y="78736"/>
                  <a:pt x="1824856" y="78736"/>
                </a:cubicBezTo>
                <a:cubicBezTo>
                  <a:pt x="1823789" y="78736"/>
                  <a:pt x="1822878" y="79226"/>
                  <a:pt x="1822122" y="80205"/>
                </a:cubicBezTo>
                <a:cubicBezTo>
                  <a:pt x="1821365" y="81182"/>
                  <a:pt x="1820987" y="82294"/>
                  <a:pt x="1820987" y="83540"/>
                </a:cubicBezTo>
                <a:cubicBezTo>
                  <a:pt x="1820987" y="85675"/>
                  <a:pt x="1821810" y="87366"/>
                  <a:pt x="1823455" y="88612"/>
                </a:cubicBezTo>
                <a:cubicBezTo>
                  <a:pt x="1825102" y="89857"/>
                  <a:pt x="1827704" y="90524"/>
                  <a:pt x="1831262" y="90612"/>
                </a:cubicBezTo>
                <a:lnTo>
                  <a:pt x="1841138" y="90746"/>
                </a:lnTo>
                <a:cubicBezTo>
                  <a:pt x="1848611" y="90835"/>
                  <a:pt x="1854105" y="92236"/>
                  <a:pt x="1857618" y="94949"/>
                </a:cubicBezTo>
                <a:cubicBezTo>
                  <a:pt x="1861132" y="97663"/>
                  <a:pt x="1862890" y="102000"/>
                  <a:pt x="1862890" y="107961"/>
                </a:cubicBezTo>
                <a:cubicBezTo>
                  <a:pt x="1862890" y="113299"/>
                  <a:pt x="1861800" y="117769"/>
                  <a:pt x="1859619" y="121372"/>
                </a:cubicBezTo>
                <a:cubicBezTo>
                  <a:pt x="1857441" y="124976"/>
                  <a:pt x="1854639" y="127912"/>
                  <a:pt x="1851214" y="130181"/>
                </a:cubicBezTo>
                <a:cubicBezTo>
                  <a:pt x="1847789" y="132449"/>
                  <a:pt x="1843985" y="134073"/>
                  <a:pt x="1839802" y="135051"/>
                </a:cubicBezTo>
                <a:cubicBezTo>
                  <a:pt x="1835621" y="136030"/>
                  <a:pt x="1831574" y="136520"/>
                  <a:pt x="1827660" y="136520"/>
                </a:cubicBezTo>
                <a:cubicBezTo>
                  <a:pt x="1819297" y="136520"/>
                  <a:pt x="1812779" y="134896"/>
                  <a:pt x="1808108" y="131649"/>
                </a:cubicBezTo>
                <a:cubicBezTo>
                  <a:pt x="1803438" y="128402"/>
                  <a:pt x="1801103" y="124109"/>
                  <a:pt x="1801103" y="118769"/>
                </a:cubicBezTo>
                <a:cubicBezTo>
                  <a:pt x="1801103" y="114500"/>
                  <a:pt x="1802281" y="111053"/>
                  <a:pt x="1804638" y="108427"/>
                </a:cubicBezTo>
                <a:cubicBezTo>
                  <a:pt x="1806996" y="105803"/>
                  <a:pt x="1810177" y="103735"/>
                  <a:pt x="1814182" y="102223"/>
                </a:cubicBezTo>
                <a:lnTo>
                  <a:pt x="1814182" y="101956"/>
                </a:lnTo>
                <a:cubicBezTo>
                  <a:pt x="1811869" y="101155"/>
                  <a:pt x="1810023" y="99932"/>
                  <a:pt x="1808643" y="98287"/>
                </a:cubicBezTo>
                <a:cubicBezTo>
                  <a:pt x="1807264" y="96640"/>
                  <a:pt x="1806575" y="94571"/>
                  <a:pt x="1806575" y="92080"/>
                </a:cubicBezTo>
                <a:cubicBezTo>
                  <a:pt x="1806575" y="89144"/>
                  <a:pt x="1807709" y="86297"/>
                  <a:pt x="1809977" y="83540"/>
                </a:cubicBezTo>
                <a:cubicBezTo>
                  <a:pt x="1812246" y="80782"/>
                  <a:pt x="1815248" y="78913"/>
                  <a:pt x="1818986" y="77934"/>
                </a:cubicBezTo>
                <a:lnTo>
                  <a:pt x="1818986" y="77667"/>
                </a:lnTo>
                <a:cubicBezTo>
                  <a:pt x="1813558" y="76333"/>
                  <a:pt x="1809377" y="73931"/>
                  <a:pt x="1806442" y="70461"/>
                </a:cubicBezTo>
                <a:cubicBezTo>
                  <a:pt x="1803416" y="66903"/>
                  <a:pt x="1801903" y="62277"/>
                  <a:pt x="1801903" y="56584"/>
                </a:cubicBezTo>
                <a:cubicBezTo>
                  <a:pt x="1801903" y="53202"/>
                  <a:pt x="1802593" y="50177"/>
                  <a:pt x="1803972" y="47508"/>
                </a:cubicBezTo>
                <a:cubicBezTo>
                  <a:pt x="1805351" y="44839"/>
                  <a:pt x="1807287" y="42593"/>
                  <a:pt x="1809778" y="40770"/>
                </a:cubicBezTo>
                <a:cubicBezTo>
                  <a:pt x="1812269" y="38946"/>
                  <a:pt x="1815249" y="37544"/>
                  <a:pt x="1818719" y="36565"/>
                </a:cubicBezTo>
                <a:cubicBezTo>
                  <a:pt x="1822189" y="35587"/>
                  <a:pt x="1826014" y="35097"/>
                  <a:pt x="1830195" y="35097"/>
                </a:cubicBezTo>
                <a:cubicBezTo>
                  <a:pt x="1831797" y="35097"/>
                  <a:pt x="1833443" y="35164"/>
                  <a:pt x="1835133" y="35299"/>
                </a:cubicBezTo>
                <a:cubicBezTo>
                  <a:pt x="1836823" y="35432"/>
                  <a:pt x="1838469" y="35542"/>
                  <a:pt x="1840071" y="35631"/>
                </a:cubicBezTo>
                <a:cubicBezTo>
                  <a:pt x="1841228" y="35720"/>
                  <a:pt x="1842406" y="35787"/>
                  <a:pt x="1843606" y="35832"/>
                </a:cubicBezTo>
                <a:cubicBezTo>
                  <a:pt x="1844808" y="35877"/>
                  <a:pt x="1846120" y="35899"/>
                  <a:pt x="1847544" y="35899"/>
                </a:cubicBezTo>
                <a:cubicBezTo>
                  <a:pt x="1849768" y="35899"/>
                  <a:pt x="1852080" y="35877"/>
                  <a:pt x="1854482" y="35832"/>
                </a:cubicBezTo>
                <a:cubicBezTo>
                  <a:pt x="1856885" y="35787"/>
                  <a:pt x="1859287" y="35765"/>
                  <a:pt x="1861688" y="35765"/>
                </a:cubicBezTo>
                <a:cubicBezTo>
                  <a:pt x="1861600" y="36299"/>
                  <a:pt x="1861534" y="36833"/>
                  <a:pt x="1861489" y="37368"/>
                </a:cubicBezTo>
                <a:cubicBezTo>
                  <a:pt x="1861444" y="37901"/>
                  <a:pt x="1861422" y="38435"/>
                  <a:pt x="1861422" y="38968"/>
                </a:cubicBezTo>
                <a:cubicBezTo>
                  <a:pt x="1861422" y="39502"/>
                  <a:pt x="1861444" y="40035"/>
                  <a:pt x="1861489" y="40569"/>
                </a:cubicBezTo>
                <a:cubicBezTo>
                  <a:pt x="1861534" y="41102"/>
                  <a:pt x="1861600" y="41636"/>
                  <a:pt x="1861688" y="42171"/>
                </a:cubicBezTo>
                <a:lnTo>
                  <a:pt x="1849945" y="41638"/>
                </a:lnTo>
                <a:lnTo>
                  <a:pt x="1849546" y="41904"/>
                </a:lnTo>
                <a:moveTo>
                  <a:pt x="1847410" y="115167"/>
                </a:moveTo>
                <a:cubicBezTo>
                  <a:pt x="1847410" y="112587"/>
                  <a:pt x="1846965" y="110474"/>
                  <a:pt x="1846074" y="108828"/>
                </a:cubicBezTo>
                <a:cubicBezTo>
                  <a:pt x="1845185" y="107183"/>
                  <a:pt x="1843918" y="105915"/>
                  <a:pt x="1842272" y="105025"/>
                </a:cubicBezTo>
                <a:cubicBezTo>
                  <a:pt x="1840627" y="104135"/>
                  <a:pt x="1838603" y="103535"/>
                  <a:pt x="1836200" y="103223"/>
                </a:cubicBezTo>
                <a:cubicBezTo>
                  <a:pt x="1833799" y="102912"/>
                  <a:pt x="1831085" y="102756"/>
                  <a:pt x="1828059" y="102756"/>
                </a:cubicBezTo>
                <a:cubicBezTo>
                  <a:pt x="1823433" y="102756"/>
                  <a:pt x="1820230" y="103201"/>
                  <a:pt x="1818452" y="104090"/>
                </a:cubicBezTo>
                <a:cubicBezTo>
                  <a:pt x="1817384" y="104625"/>
                  <a:pt x="1816249" y="105915"/>
                  <a:pt x="1815048" y="107961"/>
                </a:cubicBezTo>
                <a:cubicBezTo>
                  <a:pt x="1813847" y="110007"/>
                  <a:pt x="1813247" y="112587"/>
                  <a:pt x="1813247" y="115701"/>
                </a:cubicBezTo>
                <a:cubicBezTo>
                  <a:pt x="1813247" y="118281"/>
                  <a:pt x="1813714" y="120528"/>
                  <a:pt x="1814648" y="122441"/>
                </a:cubicBezTo>
                <a:cubicBezTo>
                  <a:pt x="1815582" y="124354"/>
                  <a:pt x="1816850" y="125932"/>
                  <a:pt x="1818450" y="127177"/>
                </a:cubicBezTo>
                <a:cubicBezTo>
                  <a:pt x="1820052" y="128423"/>
                  <a:pt x="1821898" y="129380"/>
                  <a:pt x="1823989" y="130046"/>
                </a:cubicBezTo>
                <a:cubicBezTo>
                  <a:pt x="1826081" y="130714"/>
                  <a:pt x="1828327" y="131048"/>
                  <a:pt x="1830729" y="131048"/>
                </a:cubicBezTo>
                <a:cubicBezTo>
                  <a:pt x="1833309" y="131048"/>
                  <a:pt x="1835623" y="130625"/>
                  <a:pt x="1837668" y="129780"/>
                </a:cubicBezTo>
                <a:cubicBezTo>
                  <a:pt x="1839714" y="128934"/>
                  <a:pt x="1841471" y="127777"/>
                  <a:pt x="1842938" y="126310"/>
                </a:cubicBezTo>
                <a:cubicBezTo>
                  <a:pt x="1844407" y="124842"/>
                  <a:pt x="1845520" y="123152"/>
                  <a:pt x="1846276" y="121239"/>
                </a:cubicBezTo>
                <a:cubicBezTo>
                  <a:pt x="1847032" y="119327"/>
                  <a:pt x="1847410" y="117303"/>
                  <a:pt x="1847410" y="115167"/>
                </a:cubicBezTo>
                <a:close/>
                <a:moveTo>
                  <a:pt x="1887979" y="69127"/>
                </a:moveTo>
                <a:cubicBezTo>
                  <a:pt x="1887979" y="72685"/>
                  <a:pt x="1888334" y="76021"/>
                  <a:pt x="1889046" y="79136"/>
                </a:cubicBezTo>
                <a:cubicBezTo>
                  <a:pt x="1889758" y="82250"/>
                  <a:pt x="1890848" y="84941"/>
                  <a:pt x="1892316" y="87209"/>
                </a:cubicBezTo>
                <a:cubicBezTo>
                  <a:pt x="1893783" y="89478"/>
                  <a:pt x="1895651" y="91257"/>
                  <a:pt x="1897920" y="92548"/>
                </a:cubicBezTo>
                <a:cubicBezTo>
                  <a:pt x="1900190" y="93838"/>
                  <a:pt x="1902837" y="94483"/>
                  <a:pt x="1905861" y="94483"/>
                </a:cubicBezTo>
                <a:cubicBezTo>
                  <a:pt x="1912000" y="94483"/>
                  <a:pt x="1917471" y="92481"/>
                  <a:pt x="1922276" y="88478"/>
                </a:cubicBezTo>
                <a:lnTo>
                  <a:pt x="1923876" y="89679"/>
                </a:lnTo>
                <a:lnTo>
                  <a:pt x="1920940" y="97152"/>
                </a:lnTo>
                <a:cubicBezTo>
                  <a:pt x="1918716" y="98843"/>
                  <a:pt x="1916047" y="100199"/>
                  <a:pt x="1912933" y="101221"/>
                </a:cubicBezTo>
                <a:cubicBezTo>
                  <a:pt x="1909819" y="102244"/>
                  <a:pt x="1905727" y="102756"/>
                  <a:pt x="1900656" y="102756"/>
                </a:cubicBezTo>
                <a:cubicBezTo>
                  <a:pt x="1896298" y="102756"/>
                  <a:pt x="1892161" y="102156"/>
                  <a:pt x="1888245" y="100954"/>
                </a:cubicBezTo>
                <a:cubicBezTo>
                  <a:pt x="1884332" y="99754"/>
                  <a:pt x="1880884" y="97775"/>
                  <a:pt x="1877903" y="95016"/>
                </a:cubicBezTo>
                <a:cubicBezTo>
                  <a:pt x="1874923" y="92258"/>
                  <a:pt x="1872566" y="88766"/>
                  <a:pt x="1870831" y="84540"/>
                </a:cubicBezTo>
                <a:cubicBezTo>
                  <a:pt x="1869096" y="80314"/>
                  <a:pt x="1868229" y="75265"/>
                  <a:pt x="1868229" y="69394"/>
                </a:cubicBezTo>
                <a:cubicBezTo>
                  <a:pt x="1868229" y="63611"/>
                  <a:pt x="1869007" y="58585"/>
                  <a:pt x="1870562" y="54315"/>
                </a:cubicBezTo>
                <a:cubicBezTo>
                  <a:pt x="1872120" y="50045"/>
                  <a:pt x="1874277" y="46486"/>
                  <a:pt x="1877036" y="43639"/>
                </a:cubicBezTo>
                <a:cubicBezTo>
                  <a:pt x="1879794" y="40791"/>
                  <a:pt x="1883064" y="38656"/>
                  <a:pt x="1886844" y="37233"/>
                </a:cubicBezTo>
                <a:cubicBezTo>
                  <a:pt x="1890625" y="35809"/>
                  <a:pt x="1894740" y="35097"/>
                  <a:pt x="1899188" y="35097"/>
                </a:cubicBezTo>
                <a:cubicBezTo>
                  <a:pt x="1907996" y="35097"/>
                  <a:pt x="1914735" y="37677"/>
                  <a:pt x="1919404" y="42837"/>
                </a:cubicBezTo>
                <a:cubicBezTo>
                  <a:pt x="1924076" y="47997"/>
                  <a:pt x="1926411" y="55292"/>
                  <a:pt x="1926411" y="64723"/>
                </a:cubicBezTo>
                <a:lnTo>
                  <a:pt x="1926411" y="67527"/>
                </a:lnTo>
                <a:cubicBezTo>
                  <a:pt x="1926411" y="68326"/>
                  <a:pt x="1926367" y="68860"/>
                  <a:pt x="1926279" y="69127"/>
                </a:cubicBezTo>
                <a:lnTo>
                  <a:pt x="1887979" y="69127"/>
                </a:lnTo>
                <a:moveTo>
                  <a:pt x="1908531" y="63122"/>
                </a:moveTo>
                <a:cubicBezTo>
                  <a:pt x="1908352" y="56450"/>
                  <a:pt x="1907528" y="51112"/>
                  <a:pt x="1906061" y="47109"/>
                </a:cubicBezTo>
                <a:cubicBezTo>
                  <a:pt x="1904593" y="43104"/>
                  <a:pt x="1902125" y="41102"/>
                  <a:pt x="1898655" y="41102"/>
                </a:cubicBezTo>
                <a:cubicBezTo>
                  <a:pt x="1896697" y="41102"/>
                  <a:pt x="1895051" y="41769"/>
                  <a:pt x="1893717" y="43104"/>
                </a:cubicBezTo>
                <a:cubicBezTo>
                  <a:pt x="1892382" y="44438"/>
                  <a:pt x="1891315" y="46151"/>
                  <a:pt x="1890514" y="48243"/>
                </a:cubicBezTo>
                <a:cubicBezTo>
                  <a:pt x="1889713" y="50334"/>
                  <a:pt x="1889112" y="52691"/>
                  <a:pt x="1888712" y="55315"/>
                </a:cubicBezTo>
                <a:cubicBezTo>
                  <a:pt x="1888313" y="57939"/>
                  <a:pt x="1888068" y="60542"/>
                  <a:pt x="1887979" y="63122"/>
                </a:cubicBezTo>
                <a:lnTo>
                  <a:pt x="1908531" y="63122"/>
                </a:lnTo>
                <a:close/>
                <a:moveTo>
                  <a:pt x="1956839" y="53381"/>
                </a:moveTo>
                <a:cubicBezTo>
                  <a:pt x="1959153" y="47242"/>
                  <a:pt x="1961954" y="42727"/>
                  <a:pt x="1965245" y="39836"/>
                </a:cubicBezTo>
                <a:cubicBezTo>
                  <a:pt x="1968537" y="36944"/>
                  <a:pt x="1972452" y="35498"/>
                  <a:pt x="1976990" y="35498"/>
                </a:cubicBezTo>
                <a:cubicBezTo>
                  <a:pt x="1977434" y="35498"/>
                  <a:pt x="1977812" y="35521"/>
                  <a:pt x="1978122" y="35565"/>
                </a:cubicBezTo>
                <a:cubicBezTo>
                  <a:pt x="1978435" y="35609"/>
                  <a:pt x="1978769" y="35631"/>
                  <a:pt x="1979124" y="35631"/>
                </a:cubicBezTo>
                <a:cubicBezTo>
                  <a:pt x="1978857" y="36965"/>
                  <a:pt x="1978657" y="38389"/>
                  <a:pt x="1978524" y="39903"/>
                </a:cubicBezTo>
                <a:cubicBezTo>
                  <a:pt x="1978391" y="41415"/>
                  <a:pt x="1978324" y="43194"/>
                  <a:pt x="1978324" y="45240"/>
                </a:cubicBezTo>
                <a:lnTo>
                  <a:pt x="1978324" y="49510"/>
                </a:lnTo>
                <a:cubicBezTo>
                  <a:pt x="1978324" y="50221"/>
                  <a:pt x="1978324" y="50977"/>
                  <a:pt x="1978324" y="51778"/>
                </a:cubicBezTo>
                <a:cubicBezTo>
                  <a:pt x="1978324" y="52579"/>
                  <a:pt x="1978368" y="53335"/>
                  <a:pt x="1978456" y="54047"/>
                </a:cubicBezTo>
                <a:lnTo>
                  <a:pt x="1977257" y="55116"/>
                </a:lnTo>
                <a:cubicBezTo>
                  <a:pt x="1976366" y="54581"/>
                  <a:pt x="1975365" y="54136"/>
                  <a:pt x="1974254" y="53780"/>
                </a:cubicBezTo>
                <a:cubicBezTo>
                  <a:pt x="1973142" y="53424"/>
                  <a:pt x="1971874" y="53246"/>
                  <a:pt x="1970450" y="53246"/>
                </a:cubicBezTo>
                <a:cubicBezTo>
                  <a:pt x="1966446" y="53246"/>
                  <a:pt x="1963288" y="54559"/>
                  <a:pt x="1960975" y="57185"/>
                </a:cubicBezTo>
                <a:cubicBezTo>
                  <a:pt x="1958662" y="59809"/>
                  <a:pt x="1957505" y="62900"/>
                  <a:pt x="1957505" y="66458"/>
                </a:cubicBezTo>
                <a:lnTo>
                  <a:pt x="1957505" y="71797"/>
                </a:lnTo>
                <a:cubicBezTo>
                  <a:pt x="1957505" y="77223"/>
                  <a:pt x="1957572" y="82338"/>
                  <a:pt x="1957705" y="87142"/>
                </a:cubicBezTo>
                <a:cubicBezTo>
                  <a:pt x="1957839" y="91946"/>
                  <a:pt x="1958129" y="96573"/>
                  <a:pt x="1958574" y="101021"/>
                </a:cubicBezTo>
                <a:cubicBezTo>
                  <a:pt x="1957418" y="100844"/>
                  <a:pt x="1955972" y="100755"/>
                  <a:pt x="1954237" y="100755"/>
                </a:cubicBezTo>
                <a:cubicBezTo>
                  <a:pt x="1952502" y="100755"/>
                  <a:pt x="1950611" y="100755"/>
                  <a:pt x="1948564" y="100755"/>
                </a:cubicBezTo>
                <a:cubicBezTo>
                  <a:pt x="1946518" y="100755"/>
                  <a:pt x="1944650" y="100755"/>
                  <a:pt x="1942960" y="100755"/>
                </a:cubicBezTo>
                <a:cubicBezTo>
                  <a:pt x="1941270" y="100755"/>
                  <a:pt x="1939802" y="100844"/>
                  <a:pt x="1938556" y="101021"/>
                </a:cubicBezTo>
                <a:cubicBezTo>
                  <a:pt x="1939001" y="96573"/>
                  <a:pt x="1939290" y="91946"/>
                  <a:pt x="1939423" y="87142"/>
                </a:cubicBezTo>
                <a:cubicBezTo>
                  <a:pt x="1939556" y="82338"/>
                  <a:pt x="1939623" y="77223"/>
                  <a:pt x="1939623" y="71797"/>
                </a:cubicBezTo>
                <a:lnTo>
                  <a:pt x="1939623" y="66458"/>
                </a:lnTo>
                <a:cubicBezTo>
                  <a:pt x="1939623" y="61032"/>
                  <a:pt x="1939556" y="55939"/>
                  <a:pt x="1939423" y="51180"/>
                </a:cubicBezTo>
                <a:cubicBezTo>
                  <a:pt x="1939290" y="46419"/>
                  <a:pt x="1939001" y="41636"/>
                  <a:pt x="1938556" y="36832"/>
                </a:cubicBezTo>
                <a:cubicBezTo>
                  <a:pt x="1940068" y="37010"/>
                  <a:pt x="1941603" y="37166"/>
                  <a:pt x="1943160" y="37300"/>
                </a:cubicBezTo>
                <a:cubicBezTo>
                  <a:pt x="1944717" y="37433"/>
                  <a:pt x="1946251" y="37500"/>
                  <a:pt x="1947764" y="37500"/>
                </a:cubicBezTo>
                <a:cubicBezTo>
                  <a:pt x="1949276" y="37500"/>
                  <a:pt x="1950811" y="37433"/>
                  <a:pt x="1952368" y="37300"/>
                </a:cubicBezTo>
                <a:cubicBezTo>
                  <a:pt x="1953925" y="37166"/>
                  <a:pt x="1955459" y="37010"/>
                  <a:pt x="1956972" y="36832"/>
                </a:cubicBezTo>
                <a:lnTo>
                  <a:pt x="1956573" y="53114"/>
                </a:lnTo>
                <a:lnTo>
                  <a:pt x="1956839" y="53381"/>
                </a:lnTo>
                <a:close/>
                <a:moveTo>
                  <a:pt x="1990467" y="11611"/>
                </a:moveTo>
                <a:cubicBezTo>
                  <a:pt x="1990467" y="8675"/>
                  <a:pt x="1991490" y="6183"/>
                  <a:pt x="1993536" y="4138"/>
                </a:cubicBezTo>
                <a:cubicBezTo>
                  <a:pt x="1995583" y="2092"/>
                  <a:pt x="1998075" y="1069"/>
                  <a:pt x="2001011" y="1069"/>
                </a:cubicBezTo>
                <a:cubicBezTo>
                  <a:pt x="2003946" y="1069"/>
                  <a:pt x="2006436" y="2092"/>
                  <a:pt x="2008482" y="4138"/>
                </a:cubicBezTo>
                <a:cubicBezTo>
                  <a:pt x="2010529" y="6183"/>
                  <a:pt x="2011553" y="8675"/>
                  <a:pt x="2011553" y="11611"/>
                </a:cubicBezTo>
                <a:cubicBezTo>
                  <a:pt x="2011553" y="14547"/>
                  <a:pt x="2010529" y="17038"/>
                  <a:pt x="2008482" y="19084"/>
                </a:cubicBezTo>
                <a:cubicBezTo>
                  <a:pt x="2006436" y="21130"/>
                  <a:pt x="2003946" y="22153"/>
                  <a:pt x="2001011" y="22153"/>
                </a:cubicBezTo>
                <a:cubicBezTo>
                  <a:pt x="1998075" y="22153"/>
                  <a:pt x="1995583" y="21130"/>
                  <a:pt x="1993536" y="19084"/>
                </a:cubicBezTo>
                <a:cubicBezTo>
                  <a:pt x="1991490" y="17038"/>
                  <a:pt x="1990467" y="14547"/>
                  <a:pt x="1990467" y="11611"/>
                </a:cubicBezTo>
                <a:moveTo>
                  <a:pt x="1992070" y="66458"/>
                </a:moveTo>
                <a:cubicBezTo>
                  <a:pt x="1992070" y="61032"/>
                  <a:pt x="1992003" y="55939"/>
                  <a:pt x="1991868" y="51180"/>
                </a:cubicBezTo>
                <a:cubicBezTo>
                  <a:pt x="1991735" y="46419"/>
                  <a:pt x="1991446" y="41636"/>
                  <a:pt x="1991001" y="36832"/>
                </a:cubicBezTo>
                <a:cubicBezTo>
                  <a:pt x="1992247" y="37010"/>
                  <a:pt x="1993715" y="37166"/>
                  <a:pt x="1995405" y="37300"/>
                </a:cubicBezTo>
                <a:cubicBezTo>
                  <a:pt x="1997095" y="37433"/>
                  <a:pt x="1998964" y="37500"/>
                  <a:pt x="2001011" y="37500"/>
                </a:cubicBezTo>
                <a:cubicBezTo>
                  <a:pt x="2005192" y="37500"/>
                  <a:pt x="2008528" y="37277"/>
                  <a:pt x="2011019" y="36832"/>
                </a:cubicBezTo>
                <a:cubicBezTo>
                  <a:pt x="2010574" y="41636"/>
                  <a:pt x="2010284" y="46419"/>
                  <a:pt x="2010150" y="51180"/>
                </a:cubicBezTo>
                <a:cubicBezTo>
                  <a:pt x="2010017" y="55939"/>
                  <a:pt x="2009950" y="61032"/>
                  <a:pt x="2009950" y="66458"/>
                </a:cubicBezTo>
                <a:lnTo>
                  <a:pt x="2009950" y="71797"/>
                </a:lnTo>
                <a:cubicBezTo>
                  <a:pt x="2009950" y="77223"/>
                  <a:pt x="2010017" y="82338"/>
                  <a:pt x="2010150" y="87142"/>
                </a:cubicBezTo>
                <a:cubicBezTo>
                  <a:pt x="2010284" y="91946"/>
                  <a:pt x="2010574" y="96573"/>
                  <a:pt x="2011019" y="101021"/>
                </a:cubicBezTo>
                <a:cubicBezTo>
                  <a:pt x="2009863" y="100844"/>
                  <a:pt x="2008417" y="100755"/>
                  <a:pt x="2006682" y="100755"/>
                </a:cubicBezTo>
                <a:cubicBezTo>
                  <a:pt x="2004947" y="100755"/>
                  <a:pt x="2003057" y="100755"/>
                  <a:pt x="2001011" y="100755"/>
                </a:cubicBezTo>
                <a:cubicBezTo>
                  <a:pt x="1998964" y="100755"/>
                  <a:pt x="1997095" y="100755"/>
                  <a:pt x="1995405" y="100755"/>
                </a:cubicBezTo>
                <a:cubicBezTo>
                  <a:pt x="1993715" y="100755"/>
                  <a:pt x="1992247" y="100844"/>
                  <a:pt x="1991001" y="101021"/>
                </a:cubicBezTo>
                <a:cubicBezTo>
                  <a:pt x="1991446" y="96573"/>
                  <a:pt x="1991735" y="91946"/>
                  <a:pt x="1991868" y="87142"/>
                </a:cubicBezTo>
                <a:cubicBezTo>
                  <a:pt x="1992003" y="82338"/>
                  <a:pt x="1992070" y="77223"/>
                  <a:pt x="1992070" y="71797"/>
                </a:cubicBezTo>
                <a:lnTo>
                  <a:pt x="1992070" y="66458"/>
                </a:lnTo>
                <a:close/>
                <a:moveTo>
                  <a:pt x="2058927" y="80738"/>
                </a:moveTo>
                <a:cubicBezTo>
                  <a:pt x="2058927" y="76913"/>
                  <a:pt x="2058949" y="73999"/>
                  <a:pt x="2058994" y="71996"/>
                </a:cubicBezTo>
                <a:cubicBezTo>
                  <a:pt x="2059039" y="69994"/>
                  <a:pt x="2059061" y="68237"/>
                  <a:pt x="2059061" y="66724"/>
                </a:cubicBezTo>
                <a:cubicBezTo>
                  <a:pt x="2057192" y="67793"/>
                  <a:pt x="2055212" y="68661"/>
                  <a:pt x="2053121" y="69329"/>
                </a:cubicBezTo>
                <a:cubicBezTo>
                  <a:pt x="2051031" y="69995"/>
                  <a:pt x="2049118" y="70840"/>
                  <a:pt x="2047383" y="71864"/>
                </a:cubicBezTo>
                <a:cubicBezTo>
                  <a:pt x="2045648" y="72886"/>
                  <a:pt x="2044225" y="74287"/>
                  <a:pt x="2043113" y="76067"/>
                </a:cubicBezTo>
                <a:cubicBezTo>
                  <a:pt x="2042001" y="77847"/>
                  <a:pt x="2041445" y="80427"/>
                  <a:pt x="2041445" y="83807"/>
                </a:cubicBezTo>
                <a:cubicBezTo>
                  <a:pt x="2041445" y="87099"/>
                  <a:pt x="2042135" y="89612"/>
                  <a:pt x="2043514" y="91347"/>
                </a:cubicBezTo>
                <a:cubicBezTo>
                  <a:pt x="2044893" y="93082"/>
                  <a:pt x="2046739" y="93949"/>
                  <a:pt x="2049051" y="93949"/>
                </a:cubicBezTo>
                <a:cubicBezTo>
                  <a:pt x="2051987" y="93949"/>
                  <a:pt x="2054367" y="92838"/>
                  <a:pt x="2056190" y="90614"/>
                </a:cubicBezTo>
                <a:cubicBezTo>
                  <a:pt x="2058014" y="88389"/>
                  <a:pt x="2058927" y="85097"/>
                  <a:pt x="2058927" y="80738"/>
                </a:cubicBezTo>
                <a:moveTo>
                  <a:pt x="2027299" y="44440"/>
                </a:moveTo>
                <a:cubicBezTo>
                  <a:pt x="2031036" y="41415"/>
                  <a:pt x="2035062" y="39102"/>
                  <a:pt x="2039376" y="37500"/>
                </a:cubicBezTo>
                <a:cubicBezTo>
                  <a:pt x="2043692" y="35898"/>
                  <a:pt x="2047984" y="35097"/>
                  <a:pt x="2052254" y="35097"/>
                </a:cubicBezTo>
                <a:cubicBezTo>
                  <a:pt x="2055813" y="35097"/>
                  <a:pt x="2059083" y="35498"/>
                  <a:pt x="2062062" y="36299"/>
                </a:cubicBezTo>
                <a:cubicBezTo>
                  <a:pt x="2065043" y="37099"/>
                  <a:pt x="2067623" y="38367"/>
                  <a:pt x="2069802" y="40102"/>
                </a:cubicBezTo>
                <a:cubicBezTo>
                  <a:pt x="2071982" y="41837"/>
                  <a:pt x="2073673" y="44084"/>
                  <a:pt x="2074873" y="46842"/>
                </a:cubicBezTo>
                <a:cubicBezTo>
                  <a:pt x="2076074" y="49599"/>
                  <a:pt x="2076675" y="52936"/>
                  <a:pt x="2076675" y="56851"/>
                </a:cubicBezTo>
                <a:cubicBezTo>
                  <a:pt x="2076675" y="62544"/>
                  <a:pt x="2076608" y="67815"/>
                  <a:pt x="2076475" y="72664"/>
                </a:cubicBezTo>
                <a:cubicBezTo>
                  <a:pt x="2076342" y="77512"/>
                  <a:pt x="2076276" y="82338"/>
                  <a:pt x="2076276" y="87142"/>
                </a:cubicBezTo>
                <a:cubicBezTo>
                  <a:pt x="2076276" y="89278"/>
                  <a:pt x="2076431" y="90946"/>
                  <a:pt x="2076742" y="92147"/>
                </a:cubicBezTo>
                <a:cubicBezTo>
                  <a:pt x="2077054" y="93349"/>
                  <a:pt x="2077521" y="94261"/>
                  <a:pt x="2078143" y="94884"/>
                </a:cubicBezTo>
                <a:cubicBezTo>
                  <a:pt x="2078766" y="95506"/>
                  <a:pt x="2079589" y="95906"/>
                  <a:pt x="2080611" y="96083"/>
                </a:cubicBezTo>
                <a:cubicBezTo>
                  <a:pt x="2081634" y="96261"/>
                  <a:pt x="2082813" y="96350"/>
                  <a:pt x="2084148" y="96350"/>
                </a:cubicBezTo>
                <a:lnTo>
                  <a:pt x="2084148" y="99553"/>
                </a:lnTo>
                <a:cubicBezTo>
                  <a:pt x="2081569" y="100622"/>
                  <a:pt x="2079389" y="101423"/>
                  <a:pt x="2077609" y="101956"/>
                </a:cubicBezTo>
                <a:cubicBezTo>
                  <a:pt x="2075830" y="102490"/>
                  <a:pt x="2073917" y="102756"/>
                  <a:pt x="2071871" y="102756"/>
                </a:cubicBezTo>
                <a:cubicBezTo>
                  <a:pt x="2068579" y="102756"/>
                  <a:pt x="2065910" y="101956"/>
                  <a:pt x="2063864" y="100356"/>
                </a:cubicBezTo>
                <a:cubicBezTo>
                  <a:pt x="2061819" y="98754"/>
                  <a:pt x="2060262" y="96440"/>
                  <a:pt x="2059193" y="93416"/>
                </a:cubicBezTo>
                <a:cubicBezTo>
                  <a:pt x="2057148" y="96263"/>
                  <a:pt x="2054768" y="98531"/>
                  <a:pt x="2052054" y="100221"/>
                </a:cubicBezTo>
                <a:cubicBezTo>
                  <a:pt x="2049340" y="101911"/>
                  <a:pt x="2045938" y="102756"/>
                  <a:pt x="2041846" y="102756"/>
                </a:cubicBezTo>
                <a:cubicBezTo>
                  <a:pt x="2038465" y="102756"/>
                  <a:pt x="2035573" y="102311"/>
                  <a:pt x="2033170" y="101420"/>
                </a:cubicBezTo>
                <a:cubicBezTo>
                  <a:pt x="2030768" y="100531"/>
                  <a:pt x="2028789" y="99264"/>
                  <a:pt x="2027232" y="97619"/>
                </a:cubicBezTo>
                <a:cubicBezTo>
                  <a:pt x="2025675" y="95972"/>
                  <a:pt x="2024541" y="94103"/>
                  <a:pt x="2023829" y="92013"/>
                </a:cubicBezTo>
                <a:cubicBezTo>
                  <a:pt x="2023118" y="89922"/>
                  <a:pt x="2022762" y="87809"/>
                  <a:pt x="2022762" y="85674"/>
                </a:cubicBezTo>
                <a:cubicBezTo>
                  <a:pt x="2022762" y="82739"/>
                  <a:pt x="2023229" y="80204"/>
                  <a:pt x="2024163" y="78069"/>
                </a:cubicBezTo>
                <a:cubicBezTo>
                  <a:pt x="2025097" y="75933"/>
                  <a:pt x="2026432" y="74109"/>
                  <a:pt x="2028167" y="72597"/>
                </a:cubicBezTo>
                <a:cubicBezTo>
                  <a:pt x="2029902" y="71085"/>
                  <a:pt x="2031970" y="69817"/>
                  <a:pt x="2034371" y="68793"/>
                </a:cubicBezTo>
                <a:cubicBezTo>
                  <a:pt x="2036774" y="67770"/>
                  <a:pt x="2039488" y="66902"/>
                  <a:pt x="2042512" y="66191"/>
                </a:cubicBezTo>
                <a:cubicBezTo>
                  <a:pt x="2046249" y="65302"/>
                  <a:pt x="2049207" y="64524"/>
                  <a:pt x="2051386" y="63857"/>
                </a:cubicBezTo>
                <a:cubicBezTo>
                  <a:pt x="2053566" y="63190"/>
                  <a:pt x="2055190" y="62522"/>
                  <a:pt x="2056257" y="61856"/>
                </a:cubicBezTo>
                <a:cubicBezTo>
                  <a:pt x="2057325" y="61188"/>
                  <a:pt x="2058015" y="60453"/>
                  <a:pt x="2058326" y="59653"/>
                </a:cubicBezTo>
                <a:cubicBezTo>
                  <a:pt x="2058638" y="58852"/>
                  <a:pt x="2058794" y="57873"/>
                  <a:pt x="2058794" y="56716"/>
                </a:cubicBezTo>
                <a:cubicBezTo>
                  <a:pt x="2058794" y="53514"/>
                  <a:pt x="2057659" y="50778"/>
                  <a:pt x="2055390" y="48510"/>
                </a:cubicBezTo>
                <a:cubicBezTo>
                  <a:pt x="2053121" y="46240"/>
                  <a:pt x="2049985" y="45105"/>
                  <a:pt x="2045982" y="45105"/>
                </a:cubicBezTo>
                <a:cubicBezTo>
                  <a:pt x="2044470" y="45105"/>
                  <a:pt x="2042913" y="45306"/>
                  <a:pt x="2041311" y="45706"/>
                </a:cubicBezTo>
                <a:cubicBezTo>
                  <a:pt x="2039710" y="46107"/>
                  <a:pt x="2038176" y="46663"/>
                  <a:pt x="2036707" y="47376"/>
                </a:cubicBezTo>
                <a:cubicBezTo>
                  <a:pt x="2035239" y="48087"/>
                  <a:pt x="2033905" y="48866"/>
                  <a:pt x="2032703" y="49711"/>
                </a:cubicBezTo>
                <a:cubicBezTo>
                  <a:pt x="2031503" y="50556"/>
                  <a:pt x="2030592" y="51467"/>
                  <a:pt x="2029969" y="52446"/>
                </a:cubicBezTo>
                <a:lnTo>
                  <a:pt x="2029034" y="52446"/>
                </a:lnTo>
                <a:lnTo>
                  <a:pt x="2027299" y="44440"/>
                </a:lnTo>
                <a:close/>
                <a:moveTo>
                  <a:pt x="2100562" y="90746"/>
                </a:moveTo>
                <a:cubicBezTo>
                  <a:pt x="2100918" y="89590"/>
                  <a:pt x="2101540" y="88456"/>
                  <a:pt x="2102430" y="87344"/>
                </a:cubicBezTo>
                <a:cubicBezTo>
                  <a:pt x="2103320" y="86231"/>
                  <a:pt x="2104655" y="85674"/>
                  <a:pt x="2106435" y="85674"/>
                </a:cubicBezTo>
                <a:cubicBezTo>
                  <a:pt x="2107502" y="85674"/>
                  <a:pt x="2108591" y="86030"/>
                  <a:pt x="2109703" y="86743"/>
                </a:cubicBezTo>
                <a:cubicBezTo>
                  <a:pt x="2110816" y="87454"/>
                  <a:pt x="2111373" y="88611"/>
                  <a:pt x="2111373" y="90213"/>
                </a:cubicBezTo>
                <a:cubicBezTo>
                  <a:pt x="2111373" y="91280"/>
                  <a:pt x="2111150" y="92259"/>
                  <a:pt x="2110705" y="93149"/>
                </a:cubicBezTo>
                <a:cubicBezTo>
                  <a:pt x="2110260" y="94038"/>
                  <a:pt x="2109815" y="94927"/>
                  <a:pt x="2109371" y="95817"/>
                </a:cubicBezTo>
                <a:lnTo>
                  <a:pt x="2092690" y="123707"/>
                </a:lnTo>
                <a:lnTo>
                  <a:pt x="2090287" y="122773"/>
                </a:lnTo>
                <a:lnTo>
                  <a:pt x="2100562" y="90746"/>
                </a:lnTo>
                <a:close/>
                <a:moveTo>
                  <a:pt x="2204028" y="14413"/>
                </a:moveTo>
                <a:cubicBezTo>
                  <a:pt x="2204028" y="12545"/>
                  <a:pt x="2204695" y="10944"/>
                  <a:pt x="2206029" y="9609"/>
                </a:cubicBezTo>
                <a:cubicBezTo>
                  <a:pt x="2207364" y="8275"/>
                  <a:pt x="2208965" y="7608"/>
                  <a:pt x="2210835" y="7608"/>
                </a:cubicBezTo>
                <a:cubicBezTo>
                  <a:pt x="2212703" y="7608"/>
                  <a:pt x="2214304" y="8275"/>
                  <a:pt x="2215638" y="9609"/>
                </a:cubicBezTo>
                <a:cubicBezTo>
                  <a:pt x="2216973" y="10944"/>
                  <a:pt x="2217640" y="12545"/>
                  <a:pt x="2217640" y="14413"/>
                </a:cubicBezTo>
                <a:cubicBezTo>
                  <a:pt x="2217640" y="16281"/>
                  <a:pt x="2216973" y="17883"/>
                  <a:pt x="2215638" y="19218"/>
                </a:cubicBezTo>
                <a:cubicBezTo>
                  <a:pt x="2214304" y="20553"/>
                  <a:pt x="2212703" y="21220"/>
                  <a:pt x="2210835" y="21220"/>
                </a:cubicBezTo>
                <a:cubicBezTo>
                  <a:pt x="2208965" y="21220"/>
                  <a:pt x="2207364" y="20553"/>
                  <a:pt x="2206029" y="19218"/>
                </a:cubicBezTo>
                <a:cubicBezTo>
                  <a:pt x="2204695" y="17883"/>
                  <a:pt x="2204028" y="16281"/>
                  <a:pt x="2204028" y="14413"/>
                </a:cubicBezTo>
                <a:moveTo>
                  <a:pt x="2205897" y="62589"/>
                </a:moveTo>
                <a:cubicBezTo>
                  <a:pt x="2205897" y="58586"/>
                  <a:pt x="2205830" y="54382"/>
                  <a:pt x="2205695" y="49978"/>
                </a:cubicBezTo>
                <a:cubicBezTo>
                  <a:pt x="2205562" y="45574"/>
                  <a:pt x="2205273" y="41459"/>
                  <a:pt x="2204828" y="37632"/>
                </a:cubicBezTo>
                <a:cubicBezTo>
                  <a:pt x="2207319" y="38078"/>
                  <a:pt x="2209321" y="38300"/>
                  <a:pt x="2210835" y="38300"/>
                </a:cubicBezTo>
                <a:cubicBezTo>
                  <a:pt x="2212347" y="38300"/>
                  <a:pt x="2214349" y="38078"/>
                  <a:pt x="2216840" y="37632"/>
                </a:cubicBezTo>
                <a:cubicBezTo>
                  <a:pt x="2216394" y="41459"/>
                  <a:pt x="2216105" y="45574"/>
                  <a:pt x="2215970" y="49978"/>
                </a:cubicBezTo>
                <a:cubicBezTo>
                  <a:pt x="2215837" y="54382"/>
                  <a:pt x="2215771" y="58586"/>
                  <a:pt x="2215771" y="62589"/>
                </a:cubicBezTo>
                <a:lnTo>
                  <a:pt x="2215771" y="76466"/>
                </a:lnTo>
                <a:cubicBezTo>
                  <a:pt x="2215771" y="80471"/>
                  <a:pt x="2215837" y="84675"/>
                  <a:pt x="2215970" y="89079"/>
                </a:cubicBezTo>
                <a:cubicBezTo>
                  <a:pt x="2216105" y="93482"/>
                  <a:pt x="2216394" y="97463"/>
                  <a:pt x="2216840" y="101021"/>
                </a:cubicBezTo>
                <a:cubicBezTo>
                  <a:pt x="2214793" y="100844"/>
                  <a:pt x="2212791" y="100755"/>
                  <a:pt x="2210835" y="100755"/>
                </a:cubicBezTo>
                <a:cubicBezTo>
                  <a:pt x="2208877" y="100755"/>
                  <a:pt x="2206875" y="100844"/>
                  <a:pt x="2204828" y="101021"/>
                </a:cubicBezTo>
                <a:cubicBezTo>
                  <a:pt x="2205273" y="97463"/>
                  <a:pt x="2205562" y="93482"/>
                  <a:pt x="2205695" y="89079"/>
                </a:cubicBezTo>
                <a:cubicBezTo>
                  <a:pt x="2205830" y="84675"/>
                  <a:pt x="2205897" y="80471"/>
                  <a:pt x="2205897" y="76466"/>
                </a:cubicBezTo>
                <a:lnTo>
                  <a:pt x="2205897" y="62589"/>
                </a:lnTo>
                <a:close/>
                <a:moveTo>
                  <a:pt x="2283029" y="63521"/>
                </a:moveTo>
                <a:cubicBezTo>
                  <a:pt x="2283029" y="56849"/>
                  <a:pt x="2281738" y="51801"/>
                  <a:pt x="2279158" y="48376"/>
                </a:cubicBezTo>
                <a:cubicBezTo>
                  <a:pt x="2276578" y="44951"/>
                  <a:pt x="2273020" y="43238"/>
                  <a:pt x="2268483" y="43238"/>
                </a:cubicBezTo>
                <a:cubicBezTo>
                  <a:pt x="2262257" y="43238"/>
                  <a:pt x="2257697" y="45151"/>
                  <a:pt x="2254806" y="48976"/>
                </a:cubicBezTo>
                <a:cubicBezTo>
                  <a:pt x="2251914" y="52802"/>
                  <a:pt x="2250469" y="58184"/>
                  <a:pt x="2250469" y="65124"/>
                </a:cubicBezTo>
                <a:lnTo>
                  <a:pt x="2250469" y="76466"/>
                </a:lnTo>
                <a:cubicBezTo>
                  <a:pt x="2250469" y="80471"/>
                  <a:pt x="2250535" y="84675"/>
                  <a:pt x="2250668" y="89079"/>
                </a:cubicBezTo>
                <a:cubicBezTo>
                  <a:pt x="2250801" y="93482"/>
                  <a:pt x="2251090" y="97463"/>
                  <a:pt x="2251536" y="101021"/>
                </a:cubicBezTo>
                <a:cubicBezTo>
                  <a:pt x="2249490" y="100844"/>
                  <a:pt x="2247488" y="100755"/>
                  <a:pt x="2245531" y="100755"/>
                </a:cubicBezTo>
                <a:cubicBezTo>
                  <a:pt x="2243573" y="100755"/>
                  <a:pt x="2241571" y="100844"/>
                  <a:pt x="2239526" y="101021"/>
                </a:cubicBezTo>
                <a:cubicBezTo>
                  <a:pt x="2239970" y="97463"/>
                  <a:pt x="2240258" y="93482"/>
                  <a:pt x="2240391" y="89079"/>
                </a:cubicBezTo>
                <a:cubicBezTo>
                  <a:pt x="2240525" y="84675"/>
                  <a:pt x="2240593" y="80471"/>
                  <a:pt x="2240593" y="76466"/>
                </a:cubicBezTo>
                <a:lnTo>
                  <a:pt x="2240593" y="62589"/>
                </a:lnTo>
                <a:cubicBezTo>
                  <a:pt x="2240593" y="58586"/>
                  <a:pt x="2240525" y="54382"/>
                  <a:pt x="2240391" y="49978"/>
                </a:cubicBezTo>
                <a:cubicBezTo>
                  <a:pt x="2240258" y="45574"/>
                  <a:pt x="2239970" y="41459"/>
                  <a:pt x="2239526" y="37632"/>
                </a:cubicBezTo>
                <a:cubicBezTo>
                  <a:pt x="2242017" y="38078"/>
                  <a:pt x="2244018" y="38300"/>
                  <a:pt x="2245531" y="38300"/>
                </a:cubicBezTo>
                <a:cubicBezTo>
                  <a:pt x="2246242" y="38300"/>
                  <a:pt x="2247020" y="38234"/>
                  <a:pt x="2247864" y="38101"/>
                </a:cubicBezTo>
                <a:cubicBezTo>
                  <a:pt x="2248710" y="37968"/>
                  <a:pt x="2249711" y="37811"/>
                  <a:pt x="2250868" y="37632"/>
                </a:cubicBezTo>
                <a:cubicBezTo>
                  <a:pt x="2250602" y="41192"/>
                  <a:pt x="2250469" y="44750"/>
                  <a:pt x="2250469" y="48308"/>
                </a:cubicBezTo>
                <a:lnTo>
                  <a:pt x="2250735" y="48308"/>
                </a:lnTo>
                <a:cubicBezTo>
                  <a:pt x="2253226" y="44483"/>
                  <a:pt x="2256207" y="41525"/>
                  <a:pt x="2259677" y="39434"/>
                </a:cubicBezTo>
                <a:cubicBezTo>
                  <a:pt x="2263146" y="37344"/>
                  <a:pt x="2267283" y="36299"/>
                  <a:pt x="2272088" y="36299"/>
                </a:cubicBezTo>
                <a:cubicBezTo>
                  <a:pt x="2274579" y="36299"/>
                  <a:pt x="2277091" y="36655"/>
                  <a:pt x="2279626" y="37368"/>
                </a:cubicBezTo>
                <a:cubicBezTo>
                  <a:pt x="2282162" y="38079"/>
                  <a:pt x="2284453" y="39302"/>
                  <a:pt x="2286498" y="41037"/>
                </a:cubicBezTo>
                <a:cubicBezTo>
                  <a:pt x="2288545" y="42772"/>
                  <a:pt x="2290214" y="45130"/>
                  <a:pt x="2291503" y="48111"/>
                </a:cubicBezTo>
                <a:cubicBezTo>
                  <a:pt x="2292793" y="51091"/>
                  <a:pt x="2293438" y="54893"/>
                  <a:pt x="2293438" y="59518"/>
                </a:cubicBezTo>
                <a:cubicBezTo>
                  <a:pt x="2293438" y="63344"/>
                  <a:pt x="2293349" y="67280"/>
                  <a:pt x="2293171" y="71328"/>
                </a:cubicBezTo>
                <a:cubicBezTo>
                  <a:pt x="2292993" y="75377"/>
                  <a:pt x="2292904" y="79670"/>
                  <a:pt x="2292904" y="84208"/>
                </a:cubicBezTo>
                <a:lnTo>
                  <a:pt x="2292904" y="92880"/>
                </a:lnTo>
                <a:cubicBezTo>
                  <a:pt x="2292904" y="94304"/>
                  <a:pt x="2292927" y="95706"/>
                  <a:pt x="2292972" y="97085"/>
                </a:cubicBezTo>
                <a:cubicBezTo>
                  <a:pt x="2293016" y="98464"/>
                  <a:pt x="2293083" y="99777"/>
                  <a:pt x="2293171" y="101021"/>
                </a:cubicBezTo>
                <a:cubicBezTo>
                  <a:pt x="2291391" y="100844"/>
                  <a:pt x="2289524" y="100755"/>
                  <a:pt x="2287567" y="100755"/>
                </a:cubicBezTo>
                <a:cubicBezTo>
                  <a:pt x="2285698" y="100755"/>
                  <a:pt x="2283874" y="100844"/>
                  <a:pt x="2282096" y="101021"/>
                </a:cubicBezTo>
                <a:cubicBezTo>
                  <a:pt x="2282274" y="96395"/>
                  <a:pt x="2282473" y="91636"/>
                  <a:pt x="2282695" y="86743"/>
                </a:cubicBezTo>
                <a:cubicBezTo>
                  <a:pt x="2282917" y="81849"/>
                  <a:pt x="2283029" y="76822"/>
                  <a:pt x="2283029" y="71662"/>
                </a:cubicBezTo>
                <a:lnTo>
                  <a:pt x="2283029" y="63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thecontextofHealth,howstronglydo">
            <a:extLst xmlns:a="http://schemas.openxmlformats.org/drawingml/2006/main">
              <a:ext uri="{FF2B5EF4-FFF2-40B4-BE49-F238E27FC236}">
                <a16:creationId xmlns:a16="http://schemas.microsoft.com/office/drawing/2014/main" id="{1A037A90-FFC2-46E4-AA75-579AA18C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565" y="854246"/>
            <a:ext cx="2302646" cy="136520"/>
          </a:xfrm>
          <a:custGeom xmlns:a="http://schemas.openxmlformats.org/drawingml/2006/main">
            <a:pathLst>
              <a:path w="2302646" h="136520">
                <a:moveTo>
                  <a:pt x="20019" y="19752"/>
                </a:moveTo>
                <a:cubicBezTo>
                  <a:pt x="19751" y="23132"/>
                  <a:pt x="19550" y="26446"/>
                  <a:pt x="19416" y="29693"/>
                </a:cubicBezTo>
                <a:cubicBezTo>
                  <a:pt x="19283" y="32940"/>
                  <a:pt x="19127" y="36210"/>
                  <a:pt x="18950" y="39502"/>
                </a:cubicBezTo>
                <a:cubicBezTo>
                  <a:pt x="19928" y="39502"/>
                  <a:pt x="21752" y="39479"/>
                  <a:pt x="24421" y="39434"/>
                </a:cubicBezTo>
                <a:cubicBezTo>
                  <a:pt x="27090" y="39390"/>
                  <a:pt x="29981" y="39278"/>
                  <a:pt x="33095" y="39100"/>
                </a:cubicBezTo>
                <a:cubicBezTo>
                  <a:pt x="33007" y="39368"/>
                  <a:pt x="32963" y="39857"/>
                  <a:pt x="32963" y="40569"/>
                </a:cubicBezTo>
                <a:lnTo>
                  <a:pt x="32963" y="41904"/>
                </a:lnTo>
                <a:lnTo>
                  <a:pt x="32963" y="43373"/>
                </a:lnTo>
                <a:cubicBezTo>
                  <a:pt x="32963" y="43994"/>
                  <a:pt x="33007" y="44439"/>
                  <a:pt x="33095" y="44706"/>
                </a:cubicBezTo>
                <a:cubicBezTo>
                  <a:pt x="31939" y="44617"/>
                  <a:pt x="30737" y="44550"/>
                  <a:pt x="29491" y="44507"/>
                </a:cubicBezTo>
                <a:cubicBezTo>
                  <a:pt x="28246" y="44462"/>
                  <a:pt x="26912" y="44440"/>
                  <a:pt x="25488" y="44440"/>
                </a:cubicBezTo>
                <a:lnTo>
                  <a:pt x="18950" y="44440"/>
                </a:lnTo>
                <a:cubicBezTo>
                  <a:pt x="18861" y="44795"/>
                  <a:pt x="18750" y="46219"/>
                  <a:pt x="18616" y="48710"/>
                </a:cubicBezTo>
                <a:cubicBezTo>
                  <a:pt x="18483" y="51201"/>
                  <a:pt x="18371" y="54159"/>
                  <a:pt x="18282" y="57584"/>
                </a:cubicBezTo>
                <a:cubicBezTo>
                  <a:pt x="18193" y="61009"/>
                  <a:pt x="18127" y="64590"/>
                  <a:pt x="18082" y="68327"/>
                </a:cubicBezTo>
                <a:cubicBezTo>
                  <a:pt x="18037" y="72063"/>
                  <a:pt x="18015" y="75399"/>
                  <a:pt x="18015" y="78335"/>
                </a:cubicBezTo>
                <a:cubicBezTo>
                  <a:pt x="18015" y="80826"/>
                  <a:pt x="18081" y="83273"/>
                  <a:pt x="18214" y="85676"/>
                </a:cubicBezTo>
                <a:cubicBezTo>
                  <a:pt x="18349" y="88077"/>
                  <a:pt x="18772" y="90235"/>
                  <a:pt x="19483" y="92147"/>
                </a:cubicBezTo>
                <a:cubicBezTo>
                  <a:pt x="20196" y="94060"/>
                  <a:pt x="21263" y="95595"/>
                  <a:pt x="22686" y="96751"/>
                </a:cubicBezTo>
                <a:cubicBezTo>
                  <a:pt x="24110" y="97908"/>
                  <a:pt x="26157" y="98486"/>
                  <a:pt x="28825" y="98486"/>
                </a:cubicBezTo>
                <a:cubicBezTo>
                  <a:pt x="29537" y="98486"/>
                  <a:pt x="30493" y="98397"/>
                  <a:pt x="31695" y="98219"/>
                </a:cubicBezTo>
                <a:cubicBezTo>
                  <a:pt x="32896" y="98042"/>
                  <a:pt x="33941" y="97819"/>
                  <a:pt x="34830" y="97552"/>
                </a:cubicBezTo>
                <a:lnTo>
                  <a:pt x="34830" y="100755"/>
                </a:lnTo>
                <a:cubicBezTo>
                  <a:pt x="33318" y="101022"/>
                  <a:pt x="31650" y="101355"/>
                  <a:pt x="29825" y="101754"/>
                </a:cubicBezTo>
                <a:cubicBezTo>
                  <a:pt x="28002" y="102155"/>
                  <a:pt x="26245" y="102355"/>
                  <a:pt x="24555" y="102355"/>
                </a:cubicBezTo>
                <a:cubicBezTo>
                  <a:pt x="18950" y="102355"/>
                  <a:pt x="14813" y="100977"/>
                  <a:pt x="12144" y="98219"/>
                </a:cubicBezTo>
                <a:cubicBezTo>
                  <a:pt x="9475" y="95461"/>
                  <a:pt x="8141" y="91413"/>
                  <a:pt x="8141" y="86075"/>
                </a:cubicBezTo>
                <a:cubicBezTo>
                  <a:pt x="8141" y="83674"/>
                  <a:pt x="8185" y="81072"/>
                  <a:pt x="8273" y="78270"/>
                </a:cubicBezTo>
                <a:cubicBezTo>
                  <a:pt x="8363" y="75467"/>
                  <a:pt x="8474" y="72398"/>
                  <a:pt x="8607" y="69062"/>
                </a:cubicBezTo>
                <a:cubicBezTo>
                  <a:pt x="8740" y="65725"/>
                  <a:pt x="8852" y="62033"/>
                  <a:pt x="8941" y="57985"/>
                </a:cubicBezTo>
                <a:cubicBezTo>
                  <a:pt x="9031" y="53937"/>
                  <a:pt x="9076" y="49422"/>
                  <a:pt x="9076" y="44440"/>
                </a:cubicBezTo>
                <a:lnTo>
                  <a:pt x="4804" y="44440"/>
                </a:lnTo>
                <a:cubicBezTo>
                  <a:pt x="4092" y="44440"/>
                  <a:pt x="3336" y="44462"/>
                  <a:pt x="2535" y="44507"/>
                </a:cubicBezTo>
                <a:cubicBezTo>
                  <a:pt x="1734" y="44550"/>
                  <a:pt x="889" y="44617"/>
                  <a:pt x="0" y="44706"/>
                </a:cubicBezTo>
                <a:cubicBezTo>
                  <a:pt x="90" y="44173"/>
                  <a:pt x="156" y="43662"/>
                  <a:pt x="200" y="43173"/>
                </a:cubicBezTo>
                <a:cubicBezTo>
                  <a:pt x="244" y="42683"/>
                  <a:pt x="267" y="42171"/>
                  <a:pt x="267" y="41638"/>
                </a:cubicBezTo>
                <a:cubicBezTo>
                  <a:pt x="267" y="41192"/>
                  <a:pt x="244" y="40748"/>
                  <a:pt x="200" y="40304"/>
                </a:cubicBezTo>
                <a:cubicBezTo>
                  <a:pt x="156" y="39859"/>
                  <a:pt x="90" y="39413"/>
                  <a:pt x="0" y="38968"/>
                </a:cubicBezTo>
                <a:cubicBezTo>
                  <a:pt x="4003" y="39234"/>
                  <a:pt x="6939" y="39367"/>
                  <a:pt x="8807" y="39367"/>
                </a:cubicBezTo>
                <a:cubicBezTo>
                  <a:pt x="8719" y="37589"/>
                  <a:pt x="8652" y="35365"/>
                  <a:pt x="8607" y="32696"/>
                </a:cubicBezTo>
                <a:cubicBezTo>
                  <a:pt x="8563" y="30028"/>
                  <a:pt x="8451" y="27269"/>
                  <a:pt x="8273" y="24421"/>
                </a:cubicBezTo>
                <a:lnTo>
                  <a:pt x="19351" y="19752"/>
                </a:lnTo>
                <a:lnTo>
                  <a:pt x="20019" y="19752"/>
                </a:lnTo>
                <a:close/>
                <a:moveTo>
                  <a:pt x="46040" y="38834"/>
                </a:moveTo>
                <a:cubicBezTo>
                  <a:pt x="46040" y="35809"/>
                  <a:pt x="46017" y="32518"/>
                  <a:pt x="45973" y="28960"/>
                </a:cubicBezTo>
                <a:cubicBezTo>
                  <a:pt x="45928" y="25400"/>
                  <a:pt x="45861" y="21886"/>
                  <a:pt x="45771" y="18416"/>
                </a:cubicBezTo>
                <a:cubicBezTo>
                  <a:pt x="45683" y="14946"/>
                  <a:pt x="45572" y="11633"/>
                  <a:pt x="45439" y="8475"/>
                </a:cubicBezTo>
                <a:cubicBezTo>
                  <a:pt x="45306" y="5316"/>
                  <a:pt x="45151" y="2625"/>
                  <a:pt x="44973" y="401"/>
                </a:cubicBezTo>
                <a:cubicBezTo>
                  <a:pt x="47464" y="846"/>
                  <a:pt x="49466" y="1069"/>
                  <a:pt x="50978" y="1069"/>
                </a:cubicBezTo>
                <a:cubicBezTo>
                  <a:pt x="52490" y="1069"/>
                  <a:pt x="54492" y="846"/>
                  <a:pt x="56983" y="401"/>
                </a:cubicBezTo>
                <a:cubicBezTo>
                  <a:pt x="56805" y="2625"/>
                  <a:pt x="56649" y="5294"/>
                  <a:pt x="56514" y="8408"/>
                </a:cubicBezTo>
                <a:cubicBezTo>
                  <a:pt x="56381" y="11522"/>
                  <a:pt x="56270" y="14791"/>
                  <a:pt x="56181" y="18216"/>
                </a:cubicBezTo>
                <a:cubicBezTo>
                  <a:pt x="56092" y="21641"/>
                  <a:pt x="56026" y="25089"/>
                  <a:pt x="55981" y="28559"/>
                </a:cubicBezTo>
                <a:cubicBezTo>
                  <a:pt x="55938" y="32028"/>
                  <a:pt x="55916" y="35232"/>
                  <a:pt x="55916" y="38168"/>
                </a:cubicBezTo>
                <a:lnTo>
                  <a:pt x="55916" y="48308"/>
                </a:lnTo>
                <a:lnTo>
                  <a:pt x="56183" y="48308"/>
                </a:lnTo>
                <a:cubicBezTo>
                  <a:pt x="58674" y="44483"/>
                  <a:pt x="61654" y="41525"/>
                  <a:pt x="65124" y="39434"/>
                </a:cubicBezTo>
                <a:cubicBezTo>
                  <a:pt x="68594" y="37344"/>
                  <a:pt x="72731" y="36299"/>
                  <a:pt x="77535" y="36299"/>
                </a:cubicBezTo>
                <a:cubicBezTo>
                  <a:pt x="80026" y="36299"/>
                  <a:pt x="82539" y="36655"/>
                  <a:pt x="85073" y="37368"/>
                </a:cubicBezTo>
                <a:cubicBezTo>
                  <a:pt x="87609" y="38079"/>
                  <a:pt x="89900" y="39302"/>
                  <a:pt x="91946" y="41037"/>
                </a:cubicBezTo>
                <a:cubicBezTo>
                  <a:pt x="93993" y="42772"/>
                  <a:pt x="95661" y="45130"/>
                  <a:pt x="96951" y="48111"/>
                </a:cubicBezTo>
                <a:cubicBezTo>
                  <a:pt x="98240" y="51091"/>
                  <a:pt x="98885" y="54893"/>
                  <a:pt x="98885" y="59518"/>
                </a:cubicBezTo>
                <a:cubicBezTo>
                  <a:pt x="98885" y="63344"/>
                  <a:pt x="98796" y="67280"/>
                  <a:pt x="98618" y="71328"/>
                </a:cubicBezTo>
                <a:cubicBezTo>
                  <a:pt x="98441" y="75377"/>
                  <a:pt x="98352" y="79670"/>
                  <a:pt x="98352" y="84208"/>
                </a:cubicBezTo>
                <a:lnTo>
                  <a:pt x="98352" y="92880"/>
                </a:lnTo>
                <a:cubicBezTo>
                  <a:pt x="98352" y="94304"/>
                  <a:pt x="98374" y="95706"/>
                  <a:pt x="98419" y="97085"/>
                </a:cubicBezTo>
                <a:cubicBezTo>
                  <a:pt x="98464" y="98464"/>
                  <a:pt x="98530" y="99777"/>
                  <a:pt x="98618" y="101021"/>
                </a:cubicBezTo>
                <a:cubicBezTo>
                  <a:pt x="96839" y="100844"/>
                  <a:pt x="94971" y="100755"/>
                  <a:pt x="93015" y="100755"/>
                </a:cubicBezTo>
                <a:cubicBezTo>
                  <a:pt x="91145" y="100755"/>
                  <a:pt x="89321" y="100844"/>
                  <a:pt x="87543" y="101021"/>
                </a:cubicBezTo>
                <a:cubicBezTo>
                  <a:pt x="87721" y="96395"/>
                  <a:pt x="87921" y="91636"/>
                  <a:pt x="88142" y="86743"/>
                </a:cubicBezTo>
                <a:cubicBezTo>
                  <a:pt x="88364" y="81849"/>
                  <a:pt x="88476" y="76822"/>
                  <a:pt x="88476" y="71662"/>
                </a:cubicBezTo>
                <a:lnTo>
                  <a:pt x="88476" y="63521"/>
                </a:lnTo>
                <a:cubicBezTo>
                  <a:pt x="88476" y="56849"/>
                  <a:pt x="87185" y="51801"/>
                  <a:pt x="84605" y="48376"/>
                </a:cubicBezTo>
                <a:cubicBezTo>
                  <a:pt x="82026" y="44951"/>
                  <a:pt x="78467" y="43238"/>
                  <a:pt x="73931" y="43238"/>
                </a:cubicBezTo>
                <a:cubicBezTo>
                  <a:pt x="67704" y="43238"/>
                  <a:pt x="63145" y="45151"/>
                  <a:pt x="60253" y="48976"/>
                </a:cubicBezTo>
                <a:cubicBezTo>
                  <a:pt x="57362" y="52802"/>
                  <a:pt x="55916" y="58184"/>
                  <a:pt x="55916" y="65124"/>
                </a:cubicBezTo>
                <a:cubicBezTo>
                  <a:pt x="55916" y="67615"/>
                  <a:pt x="55938" y="70507"/>
                  <a:pt x="55981" y="73798"/>
                </a:cubicBezTo>
                <a:cubicBezTo>
                  <a:pt x="56026" y="77090"/>
                  <a:pt x="56092" y="80405"/>
                  <a:pt x="56181" y="83742"/>
                </a:cubicBezTo>
                <a:cubicBezTo>
                  <a:pt x="56270" y="87077"/>
                  <a:pt x="56381" y="90302"/>
                  <a:pt x="56514" y="93416"/>
                </a:cubicBezTo>
                <a:cubicBezTo>
                  <a:pt x="56649" y="96529"/>
                  <a:pt x="56805" y="99064"/>
                  <a:pt x="56983" y="101021"/>
                </a:cubicBezTo>
                <a:cubicBezTo>
                  <a:pt x="54937" y="100844"/>
                  <a:pt x="52935" y="100755"/>
                  <a:pt x="50978" y="100755"/>
                </a:cubicBezTo>
                <a:cubicBezTo>
                  <a:pt x="49020" y="100755"/>
                  <a:pt x="47019" y="100844"/>
                  <a:pt x="44973" y="101021"/>
                </a:cubicBezTo>
                <a:cubicBezTo>
                  <a:pt x="45151" y="98976"/>
                  <a:pt x="45306" y="96396"/>
                  <a:pt x="45439" y="93282"/>
                </a:cubicBezTo>
                <a:cubicBezTo>
                  <a:pt x="45572" y="90167"/>
                  <a:pt x="45683" y="86875"/>
                  <a:pt x="45771" y="83406"/>
                </a:cubicBezTo>
                <a:cubicBezTo>
                  <a:pt x="45861" y="79936"/>
                  <a:pt x="45928" y="76422"/>
                  <a:pt x="45973" y="72864"/>
                </a:cubicBezTo>
                <a:cubicBezTo>
                  <a:pt x="46017" y="69306"/>
                  <a:pt x="46040" y="66014"/>
                  <a:pt x="46040" y="62988"/>
                </a:cubicBezTo>
                <a:lnTo>
                  <a:pt x="46040" y="38834"/>
                </a:lnTo>
                <a:close/>
                <a:moveTo>
                  <a:pt x="144526" y="40569"/>
                </a:moveTo>
                <a:cubicBezTo>
                  <a:pt x="141234" y="40569"/>
                  <a:pt x="138453" y="41325"/>
                  <a:pt x="136183" y="42837"/>
                </a:cubicBezTo>
                <a:cubicBezTo>
                  <a:pt x="133915" y="44349"/>
                  <a:pt x="132047" y="46240"/>
                  <a:pt x="130580" y="48510"/>
                </a:cubicBezTo>
                <a:cubicBezTo>
                  <a:pt x="129112" y="50778"/>
                  <a:pt x="128000" y="53269"/>
                  <a:pt x="127244" y="55983"/>
                </a:cubicBezTo>
                <a:cubicBezTo>
                  <a:pt x="126488" y="58697"/>
                  <a:pt x="126021" y="61254"/>
                  <a:pt x="125843" y="63656"/>
                </a:cubicBezTo>
                <a:cubicBezTo>
                  <a:pt x="128600" y="63745"/>
                  <a:pt x="131469" y="63835"/>
                  <a:pt x="134449" y="63925"/>
                </a:cubicBezTo>
                <a:cubicBezTo>
                  <a:pt x="137430" y="64013"/>
                  <a:pt x="140344" y="64057"/>
                  <a:pt x="143190" y="64057"/>
                </a:cubicBezTo>
                <a:cubicBezTo>
                  <a:pt x="146127" y="64057"/>
                  <a:pt x="149107" y="64013"/>
                  <a:pt x="152132" y="63925"/>
                </a:cubicBezTo>
                <a:cubicBezTo>
                  <a:pt x="155156" y="63835"/>
                  <a:pt x="158092" y="63745"/>
                  <a:pt x="160940" y="63656"/>
                </a:cubicBezTo>
                <a:cubicBezTo>
                  <a:pt x="160940" y="61254"/>
                  <a:pt x="160740" y="58719"/>
                  <a:pt x="160340" y="56050"/>
                </a:cubicBezTo>
                <a:cubicBezTo>
                  <a:pt x="159939" y="53380"/>
                  <a:pt x="159138" y="50888"/>
                  <a:pt x="157937" y="48575"/>
                </a:cubicBezTo>
                <a:cubicBezTo>
                  <a:pt x="156736" y="46262"/>
                  <a:pt x="155067" y="44349"/>
                  <a:pt x="152932" y="42837"/>
                </a:cubicBezTo>
                <a:cubicBezTo>
                  <a:pt x="150796" y="41325"/>
                  <a:pt x="147995" y="40569"/>
                  <a:pt x="144526" y="40569"/>
                </a:cubicBezTo>
                <a:moveTo>
                  <a:pt x="113699" y="71396"/>
                </a:moveTo>
                <a:cubicBezTo>
                  <a:pt x="113699" y="60453"/>
                  <a:pt x="116301" y="51868"/>
                  <a:pt x="121504" y="45641"/>
                </a:cubicBezTo>
                <a:cubicBezTo>
                  <a:pt x="126709" y="39413"/>
                  <a:pt x="134294" y="36299"/>
                  <a:pt x="144259" y="36299"/>
                </a:cubicBezTo>
                <a:cubicBezTo>
                  <a:pt x="148974" y="36299"/>
                  <a:pt x="153044" y="37033"/>
                  <a:pt x="156469" y="38502"/>
                </a:cubicBezTo>
                <a:cubicBezTo>
                  <a:pt x="159894" y="39969"/>
                  <a:pt x="162763" y="41926"/>
                  <a:pt x="165076" y="44372"/>
                </a:cubicBezTo>
                <a:cubicBezTo>
                  <a:pt x="167389" y="46819"/>
                  <a:pt x="169102" y="49688"/>
                  <a:pt x="170214" y="52980"/>
                </a:cubicBezTo>
                <a:cubicBezTo>
                  <a:pt x="171325" y="56272"/>
                  <a:pt x="171881" y="59786"/>
                  <a:pt x="171881" y="63521"/>
                </a:cubicBezTo>
                <a:cubicBezTo>
                  <a:pt x="171881" y="64412"/>
                  <a:pt x="171859" y="65280"/>
                  <a:pt x="171814" y="66126"/>
                </a:cubicBezTo>
                <a:cubicBezTo>
                  <a:pt x="171771" y="66970"/>
                  <a:pt x="171704" y="67837"/>
                  <a:pt x="171615" y="68726"/>
                </a:cubicBezTo>
                <a:cubicBezTo>
                  <a:pt x="166810" y="68638"/>
                  <a:pt x="162051" y="68550"/>
                  <a:pt x="157336" y="68461"/>
                </a:cubicBezTo>
                <a:cubicBezTo>
                  <a:pt x="152622" y="68372"/>
                  <a:pt x="147862" y="68327"/>
                  <a:pt x="143058" y="68327"/>
                </a:cubicBezTo>
                <a:cubicBezTo>
                  <a:pt x="140122" y="68327"/>
                  <a:pt x="137208" y="68372"/>
                  <a:pt x="134316" y="68461"/>
                </a:cubicBezTo>
                <a:cubicBezTo>
                  <a:pt x="131425" y="68550"/>
                  <a:pt x="128511" y="68638"/>
                  <a:pt x="125575" y="68726"/>
                </a:cubicBezTo>
                <a:cubicBezTo>
                  <a:pt x="125486" y="69171"/>
                  <a:pt x="125442" y="69839"/>
                  <a:pt x="125442" y="70728"/>
                </a:cubicBezTo>
                <a:lnTo>
                  <a:pt x="125442" y="72463"/>
                </a:lnTo>
                <a:cubicBezTo>
                  <a:pt x="125442" y="75932"/>
                  <a:pt x="125953" y="79180"/>
                  <a:pt x="126975" y="82206"/>
                </a:cubicBezTo>
                <a:cubicBezTo>
                  <a:pt x="127999" y="85231"/>
                  <a:pt x="129490" y="87833"/>
                  <a:pt x="131447" y="90013"/>
                </a:cubicBezTo>
                <a:cubicBezTo>
                  <a:pt x="133405" y="92192"/>
                  <a:pt x="135807" y="93927"/>
                  <a:pt x="138653" y="95218"/>
                </a:cubicBezTo>
                <a:cubicBezTo>
                  <a:pt x="141500" y="96508"/>
                  <a:pt x="144792" y="97152"/>
                  <a:pt x="148529" y="97152"/>
                </a:cubicBezTo>
                <a:cubicBezTo>
                  <a:pt x="150308" y="97152"/>
                  <a:pt x="152131" y="96908"/>
                  <a:pt x="153999" y="96419"/>
                </a:cubicBezTo>
                <a:cubicBezTo>
                  <a:pt x="155868" y="95929"/>
                  <a:pt x="157692" y="95261"/>
                  <a:pt x="159470" y="94416"/>
                </a:cubicBezTo>
                <a:cubicBezTo>
                  <a:pt x="161250" y="93570"/>
                  <a:pt x="162918" y="92569"/>
                  <a:pt x="164475" y="91414"/>
                </a:cubicBezTo>
                <a:cubicBezTo>
                  <a:pt x="166032" y="90258"/>
                  <a:pt x="167389" y="89011"/>
                  <a:pt x="168546" y="87676"/>
                </a:cubicBezTo>
                <a:lnTo>
                  <a:pt x="169214" y="88077"/>
                </a:lnTo>
                <a:lnTo>
                  <a:pt x="168414" y="94615"/>
                </a:lnTo>
                <a:cubicBezTo>
                  <a:pt x="165743" y="96751"/>
                  <a:pt x="162429" y="98574"/>
                  <a:pt x="158470" y="100087"/>
                </a:cubicBezTo>
                <a:cubicBezTo>
                  <a:pt x="154512" y="101599"/>
                  <a:pt x="150397" y="102355"/>
                  <a:pt x="146127" y="102355"/>
                </a:cubicBezTo>
                <a:cubicBezTo>
                  <a:pt x="141322" y="102355"/>
                  <a:pt x="136940" y="101621"/>
                  <a:pt x="132980" y="100154"/>
                </a:cubicBezTo>
                <a:cubicBezTo>
                  <a:pt x="129022" y="98686"/>
                  <a:pt x="125597" y="96552"/>
                  <a:pt x="122705" y="93750"/>
                </a:cubicBezTo>
                <a:cubicBezTo>
                  <a:pt x="119815" y="90947"/>
                  <a:pt x="117592" y="87632"/>
                  <a:pt x="116035" y="83807"/>
                </a:cubicBezTo>
                <a:cubicBezTo>
                  <a:pt x="114478" y="79981"/>
                  <a:pt x="113699" y="75844"/>
                  <a:pt x="113699" y="71396"/>
                </a:cubicBezTo>
                <a:close/>
                <a:moveTo>
                  <a:pt x="234024" y="69528"/>
                </a:moveTo>
                <a:cubicBezTo>
                  <a:pt x="234024" y="63745"/>
                  <a:pt x="235002" y="58763"/>
                  <a:pt x="236958" y="54582"/>
                </a:cubicBezTo>
                <a:cubicBezTo>
                  <a:pt x="238916" y="50400"/>
                  <a:pt x="241473" y="46952"/>
                  <a:pt x="244631" y="44240"/>
                </a:cubicBezTo>
                <a:cubicBezTo>
                  <a:pt x="247790" y="41526"/>
                  <a:pt x="251415" y="39525"/>
                  <a:pt x="255506" y="38235"/>
                </a:cubicBezTo>
                <a:cubicBezTo>
                  <a:pt x="259599" y="36944"/>
                  <a:pt x="263781" y="36299"/>
                  <a:pt x="268052" y="36299"/>
                </a:cubicBezTo>
                <a:cubicBezTo>
                  <a:pt x="272946" y="36299"/>
                  <a:pt x="277327" y="36899"/>
                  <a:pt x="281196" y="38101"/>
                </a:cubicBezTo>
                <a:cubicBezTo>
                  <a:pt x="285066" y="39302"/>
                  <a:pt x="287846" y="40659"/>
                  <a:pt x="289536" y="42171"/>
                </a:cubicBezTo>
                <a:cubicBezTo>
                  <a:pt x="288915" y="43506"/>
                  <a:pt x="288359" y="44907"/>
                  <a:pt x="287869" y="46374"/>
                </a:cubicBezTo>
                <a:cubicBezTo>
                  <a:pt x="287380" y="47841"/>
                  <a:pt x="286958" y="49376"/>
                  <a:pt x="286602" y="50978"/>
                </a:cubicBezTo>
                <a:lnTo>
                  <a:pt x="285533" y="50978"/>
                </a:lnTo>
                <a:cubicBezTo>
                  <a:pt x="284911" y="49821"/>
                  <a:pt x="284066" y="48643"/>
                  <a:pt x="282998" y="47443"/>
                </a:cubicBezTo>
                <a:cubicBezTo>
                  <a:pt x="281931" y="46242"/>
                  <a:pt x="280663" y="45129"/>
                  <a:pt x="279194" y="44106"/>
                </a:cubicBezTo>
                <a:cubicBezTo>
                  <a:pt x="277727" y="43082"/>
                  <a:pt x="276103" y="42237"/>
                  <a:pt x="274324" y="41570"/>
                </a:cubicBezTo>
                <a:cubicBezTo>
                  <a:pt x="272545" y="40903"/>
                  <a:pt x="270588" y="40569"/>
                  <a:pt x="268453" y="40569"/>
                </a:cubicBezTo>
                <a:cubicBezTo>
                  <a:pt x="264450" y="40569"/>
                  <a:pt x="261002" y="41303"/>
                  <a:pt x="258111" y="42772"/>
                </a:cubicBezTo>
                <a:cubicBezTo>
                  <a:pt x="255219" y="44239"/>
                  <a:pt x="252861" y="46263"/>
                  <a:pt x="251037" y="48844"/>
                </a:cubicBezTo>
                <a:cubicBezTo>
                  <a:pt x="249214" y="51423"/>
                  <a:pt x="247879" y="54470"/>
                  <a:pt x="247033" y="57985"/>
                </a:cubicBezTo>
                <a:cubicBezTo>
                  <a:pt x="246189" y="61498"/>
                  <a:pt x="245767" y="65301"/>
                  <a:pt x="245767" y="69394"/>
                </a:cubicBezTo>
                <a:cubicBezTo>
                  <a:pt x="245767" y="78557"/>
                  <a:pt x="247724" y="85474"/>
                  <a:pt x="251637" y="90146"/>
                </a:cubicBezTo>
                <a:cubicBezTo>
                  <a:pt x="255553" y="94817"/>
                  <a:pt x="261291" y="97152"/>
                  <a:pt x="268852" y="97152"/>
                </a:cubicBezTo>
                <a:cubicBezTo>
                  <a:pt x="270632" y="97152"/>
                  <a:pt x="272456" y="96908"/>
                  <a:pt x="274324" y="96419"/>
                </a:cubicBezTo>
                <a:cubicBezTo>
                  <a:pt x="276193" y="95929"/>
                  <a:pt x="278017" y="95261"/>
                  <a:pt x="279795" y="94416"/>
                </a:cubicBezTo>
                <a:cubicBezTo>
                  <a:pt x="281575" y="93570"/>
                  <a:pt x="283243" y="92569"/>
                  <a:pt x="284800" y="91414"/>
                </a:cubicBezTo>
                <a:cubicBezTo>
                  <a:pt x="286357" y="90258"/>
                  <a:pt x="287714" y="89011"/>
                  <a:pt x="288871" y="87676"/>
                </a:cubicBezTo>
                <a:lnTo>
                  <a:pt x="289536" y="88077"/>
                </a:lnTo>
                <a:cubicBezTo>
                  <a:pt x="289093" y="90212"/>
                  <a:pt x="288826" y="92392"/>
                  <a:pt x="288736" y="94615"/>
                </a:cubicBezTo>
                <a:cubicBezTo>
                  <a:pt x="286067" y="96751"/>
                  <a:pt x="282753" y="98574"/>
                  <a:pt x="278793" y="100087"/>
                </a:cubicBezTo>
                <a:cubicBezTo>
                  <a:pt x="274835" y="101599"/>
                  <a:pt x="270721" y="102355"/>
                  <a:pt x="266451" y="102355"/>
                </a:cubicBezTo>
                <a:cubicBezTo>
                  <a:pt x="262626" y="102355"/>
                  <a:pt x="258778" y="101799"/>
                  <a:pt x="254908" y="100687"/>
                </a:cubicBezTo>
                <a:cubicBezTo>
                  <a:pt x="251037" y="99576"/>
                  <a:pt x="247545" y="97708"/>
                  <a:pt x="244431" y="95084"/>
                </a:cubicBezTo>
                <a:cubicBezTo>
                  <a:pt x="241318" y="92458"/>
                  <a:pt x="238806" y="89055"/>
                  <a:pt x="236893" y="84874"/>
                </a:cubicBezTo>
                <a:cubicBezTo>
                  <a:pt x="234980" y="80693"/>
                  <a:pt x="234024" y="75577"/>
                  <a:pt x="234024" y="69528"/>
                </a:cubicBezTo>
                <a:close/>
                <a:moveTo>
                  <a:pt x="311556" y="69528"/>
                </a:moveTo>
                <a:cubicBezTo>
                  <a:pt x="311556" y="73264"/>
                  <a:pt x="311890" y="76867"/>
                  <a:pt x="312556" y="80337"/>
                </a:cubicBezTo>
                <a:cubicBezTo>
                  <a:pt x="313224" y="83807"/>
                  <a:pt x="314358" y="86898"/>
                  <a:pt x="315959" y="89612"/>
                </a:cubicBezTo>
                <a:cubicBezTo>
                  <a:pt x="317561" y="92326"/>
                  <a:pt x="319696" y="94484"/>
                  <a:pt x="322365" y="96085"/>
                </a:cubicBezTo>
                <a:cubicBezTo>
                  <a:pt x="325034" y="97686"/>
                  <a:pt x="328326" y="98486"/>
                  <a:pt x="332241" y="98486"/>
                </a:cubicBezTo>
                <a:cubicBezTo>
                  <a:pt x="336156" y="98486"/>
                  <a:pt x="339448" y="97686"/>
                  <a:pt x="342117" y="96085"/>
                </a:cubicBezTo>
                <a:cubicBezTo>
                  <a:pt x="344785" y="94484"/>
                  <a:pt x="346920" y="92326"/>
                  <a:pt x="348521" y="89612"/>
                </a:cubicBezTo>
                <a:cubicBezTo>
                  <a:pt x="350123" y="86898"/>
                  <a:pt x="351257" y="83807"/>
                  <a:pt x="351923" y="80337"/>
                </a:cubicBezTo>
                <a:cubicBezTo>
                  <a:pt x="352591" y="76867"/>
                  <a:pt x="352925" y="73264"/>
                  <a:pt x="352925" y="69528"/>
                </a:cubicBezTo>
                <a:cubicBezTo>
                  <a:pt x="352925" y="65791"/>
                  <a:pt x="352591" y="62188"/>
                  <a:pt x="351923" y="58718"/>
                </a:cubicBezTo>
                <a:cubicBezTo>
                  <a:pt x="351257" y="55248"/>
                  <a:pt x="350123" y="52157"/>
                  <a:pt x="348521" y="49445"/>
                </a:cubicBezTo>
                <a:cubicBezTo>
                  <a:pt x="346920" y="46731"/>
                  <a:pt x="344785" y="44573"/>
                  <a:pt x="342117" y="42971"/>
                </a:cubicBezTo>
                <a:cubicBezTo>
                  <a:pt x="339448" y="41370"/>
                  <a:pt x="336156" y="40569"/>
                  <a:pt x="332241" y="40569"/>
                </a:cubicBezTo>
                <a:cubicBezTo>
                  <a:pt x="328326" y="40569"/>
                  <a:pt x="325034" y="41370"/>
                  <a:pt x="322365" y="42971"/>
                </a:cubicBezTo>
                <a:cubicBezTo>
                  <a:pt x="319696" y="44573"/>
                  <a:pt x="317561" y="46731"/>
                  <a:pt x="315959" y="49445"/>
                </a:cubicBezTo>
                <a:cubicBezTo>
                  <a:pt x="314358" y="52157"/>
                  <a:pt x="313224" y="55248"/>
                  <a:pt x="312556" y="58718"/>
                </a:cubicBezTo>
                <a:cubicBezTo>
                  <a:pt x="311890" y="62188"/>
                  <a:pt x="311556" y="65791"/>
                  <a:pt x="311556" y="69528"/>
                </a:cubicBezTo>
                <a:moveTo>
                  <a:pt x="299813" y="69528"/>
                </a:moveTo>
                <a:cubicBezTo>
                  <a:pt x="299813" y="63478"/>
                  <a:pt x="300769" y="58340"/>
                  <a:pt x="302682" y="54114"/>
                </a:cubicBezTo>
                <a:cubicBezTo>
                  <a:pt x="304595" y="49888"/>
                  <a:pt x="307108" y="46463"/>
                  <a:pt x="310220" y="43839"/>
                </a:cubicBezTo>
                <a:cubicBezTo>
                  <a:pt x="313335" y="41215"/>
                  <a:pt x="316827" y="39302"/>
                  <a:pt x="320697" y="38101"/>
                </a:cubicBezTo>
                <a:cubicBezTo>
                  <a:pt x="324567" y="36899"/>
                  <a:pt x="328415" y="36299"/>
                  <a:pt x="332241" y="36299"/>
                </a:cubicBezTo>
                <a:cubicBezTo>
                  <a:pt x="336156" y="36299"/>
                  <a:pt x="340026" y="36899"/>
                  <a:pt x="343852" y="38101"/>
                </a:cubicBezTo>
                <a:cubicBezTo>
                  <a:pt x="347677" y="39302"/>
                  <a:pt x="351146" y="41215"/>
                  <a:pt x="354259" y="43839"/>
                </a:cubicBezTo>
                <a:cubicBezTo>
                  <a:pt x="357373" y="46463"/>
                  <a:pt x="359886" y="49888"/>
                  <a:pt x="361799" y="54114"/>
                </a:cubicBezTo>
                <a:cubicBezTo>
                  <a:pt x="363712" y="58340"/>
                  <a:pt x="364668" y="63478"/>
                  <a:pt x="364668" y="69528"/>
                </a:cubicBezTo>
                <a:cubicBezTo>
                  <a:pt x="364668" y="75577"/>
                  <a:pt x="363712" y="80715"/>
                  <a:pt x="361799" y="84941"/>
                </a:cubicBezTo>
                <a:cubicBezTo>
                  <a:pt x="359886" y="89167"/>
                  <a:pt x="357373" y="92593"/>
                  <a:pt x="354259" y="95218"/>
                </a:cubicBezTo>
                <a:cubicBezTo>
                  <a:pt x="351146" y="97842"/>
                  <a:pt x="347677" y="99688"/>
                  <a:pt x="343852" y="100755"/>
                </a:cubicBezTo>
                <a:cubicBezTo>
                  <a:pt x="340026" y="101822"/>
                  <a:pt x="336156" y="102355"/>
                  <a:pt x="332241" y="102355"/>
                </a:cubicBezTo>
                <a:cubicBezTo>
                  <a:pt x="328415" y="102355"/>
                  <a:pt x="324567" y="101822"/>
                  <a:pt x="320697" y="100755"/>
                </a:cubicBezTo>
                <a:cubicBezTo>
                  <a:pt x="316827" y="99688"/>
                  <a:pt x="313335" y="97842"/>
                  <a:pt x="310220" y="95218"/>
                </a:cubicBezTo>
                <a:cubicBezTo>
                  <a:pt x="307108" y="92593"/>
                  <a:pt x="304595" y="89167"/>
                  <a:pt x="302682" y="84941"/>
                </a:cubicBezTo>
                <a:cubicBezTo>
                  <a:pt x="300769" y="80715"/>
                  <a:pt x="299813" y="75577"/>
                  <a:pt x="299813" y="69528"/>
                </a:cubicBezTo>
                <a:close/>
                <a:moveTo>
                  <a:pt x="422986" y="63521"/>
                </a:moveTo>
                <a:cubicBezTo>
                  <a:pt x="422986" y="56849"/>
                  <a:pt x="421695" y="51801"/>
                  <a:pt x="419115" y="48376"/>
                </a:cubicBezTo>
                <a:cubicBezTo>
                  <a:pt x="416535" y="44951"/>
                  <a:pt x="412977" y="43238"/>
                  <a:pt x="408440" y="43238"/>
                </a:cubicBezTo>
                <a:cubicBezTo>
                  <a:pt x="402214" y="43238"/>
                  <a:pt x="397654" y="45151"/>
                  <a:pt x="394763" y="48976"/>
                </a:cubicBezTo>
                <a:cubicBezTo>
                  <a:pt x="391871" y="52802"/>
                  <a:pt x="390426" y="58184"/>
                  <a:pt x="390426" y="65124"/>
                </a:cubicBezTo>
                <a:lnTo>
                  <a:pt x="390426" y="76466"/>
                </a:lnTo>
                <a:cubicBezTo>
                  <a:pt x="390426" y="80471"/>
                  <a:pt x="390492" y="84675"/>
                  <a:pt x="390625" y="89079"/>
                </a:cubicBezTo>
                <a:cubicBezTo>
                  <a:pt x="390758" y="93482"/>
                  <a:pt x="391047" y="97463"/>
                  <a:pt x="391493" y="101021"/>
                </a:cubicBezTo>
                <a:cubicBezTo>
                  <a:pt x="389447" y="100844"/>
                  <a:pt x="387445" y="100755"/>
                  <a:pt x="385488" y="100755"/>
                </a:cubicBezTo>
                <a:cubicBezTo>
                  <a:pt x="383530" y="100755"/>
                  <a:pt x="381528" y="100844"/>
                  <a:pt x="379483" y="101021"/>
                </a:cubicBezTo>
                <a:cubicBezTo>
                  <a:pt x="379927" y="97463"/>
                  <a:pt x="380215" y="93482"/>
                  <a:pt x="380348" y="89079"/>
                </a:cubicBezTo>
                <a:cubicBezTo>
                  <a:pt x="380483" y="84675"/>
                  <a:pt x="380550" y="80471"/>
                  <a:pt x="380550" y="76466"/>
                </a:cubicBezTo>
                <a:lnTo>
                  <a:pt x="380550" y="62589"/>
                </a:lnTo>
                <a:cubicBezTo>
                  <a:pt x="380550" y="58586"/>
                  <a:pt x="380483" y="54382"/>
                  <a:pt x="380348" y="49978"/>
                </a:cubicBezTo>
                <a:cubicBezTo>
                  <a:pt x="380215" y="45574"/>
                  <a:pt x="379927" y="41459"/>
                  <a:pt x="379483" y="37632"/>
                </a:cubicBezTo>
                <a:cubicBezTo>
                  <a:pt x="381974" y="38078"/>
                  <a:pt x="383975" y="38300"/>
                  <a:pt x="385488" y="38300"/>
                </a:cubicBezTo>
                <a:cubicBezTo>
                  <a:pt x="386199" y="38300"/>
                  <a:pt x="386977" y="38234"/>
                  <a:pt x="387821" y="38101"/>
                </a:cubicBezTo>
                <a:cubicBezTo>
                  <a:pt x="388667" y="37968"/>
                  <a:pt x="389668" y="37811"/>
                  <a:pt x="390825" y="37632"/>
                </a:cubicBezTo>
                <a:cubicBezTo>
                  <a:pt x="390559" y="41192"/>
                  <a:pt x="390426" y="44750"/>
                  <a:pt x="390426" y="48308"/>
                </a:cubicBezTo>
                <a:lnTo>
                  <a:pt x="390692" y="48308"/>
                </a:lnTo>
                <a:cubicBezTo>
                  <a:pt x="393183" y="44483"/>
                  <a:pt x="396164" y="41525"/>
                  <a:pt x="399634" y="39434"/>
                </a:cubicBezTo>
                <a:cubicBezTo>
                  <a:pt x="403103" y="37344"/>
                  <a:pt x="407240" y="36299"/>
                  <a:pt x="412045" y="36299"/>
                </a:cubicBezTo>
                <a:cubicBezTo>
                  <a:pt x="414536" y="36299"/>
                  <a:pt x="417048" y="36655"/>
                  <a:pt x="419583" y="37368"/>
                </a:cubicBezTo>
                <a:cubicBezTo>
                  <a:pt x="422119" y="38079"/>
                  <a:pt x="424410" y="39302"/>
                  <a:pt x="426455" y="41037"/>
                </a:cubicBezTo>
                <a:cubicBezTo>
                  <a:pt x="428502" y="42772"/>
                  <a:pt x="430171" y="45130"/>
                  <a:pt x="431461" y="48111"/>
                </a:cubicBezTo>
                <a:cubicBezTo>
                  <a:pt x="432750" y="51091"/>
                  <a:pt x="433395" y="54893"/>
                  <a:pt x="433395" y="59518"/>
                </a:cubicBezTo>
                <a:cubicBezTo>
                  <a:pt x="433395" y="63344"/>
                  <a:pt x="433306" y="67280"/>
                  <a:pt x="433128" y="71328"/>
                </a:cubicBezTo>
                <a:cubicBezTo>
                  <a:pt x="432950" y="75377"/>
                  <a:pt x="432861" y="79670"/>
                  <a:pt x="432861" y="84208"/>
                </a:cubicBezTo>
                <a:lnTo>
                  <a:pt x="432861" y="92880"/>
                </a:lnTo>
                <a:cubicBezTo>
                  <a:pt x="432861" y="94304"/>
                  <a:pt x="432884" y="95706"/>
                  <a:pt x="432929" y="97085"/>
                </a:cubicBezTo>
                <a:cubicBezTo>
                  <a:pt x="432973" y="98464"/>
                  <a:pt x="433040" y="99777"/>
                  <a:pt x="433128" y="101021"/>
                </a:cubicBezTo>
                <a:cubicBezTo>
                  <a:pt x="431349" y="100844"/>
                  <a:pt x="429481" y="100755"/>
                  <a:pt x="427524" y="100755"/>
                </a:cubicBezTo>
                <a:cubicBezTo>
                  <a:pt x="425655" y="100755"/>
                  <a:pt x="423831" y="100844"/>
                  <a:pt x="422053" y="101021"/>
                </a:cubicBezTo>
                <a:cubicBezTo>
                  <a:pt x="422231" y="96395"/>
                  <a:pt x="422430" y="91636"/>
                  <a:pt x="422652" y="86743"/>
                </a:cubicBezTo>
                <a:cubicBezTo>
                  <a:pt x="422874" y="81849"/>
                  <a:pt x="422986" y="76822"/>
                  <a:pt x="422986" y="71662"/>
                </a:cubicBezTo>
                <a:lnTo>
                  <a:pt x="422986" y="63521"/>
                </a:lnTo>
                <a:close/>
                <a:moveTo>
                  <a:pt x="465825" y="19752"/>
                </a:moveTo>
                <a:cubicBezTo>
                  <a:pt x="465557" y="23132"/>
                  <a:pt x="465356" y="26446"/>
                  <a:pt x="465222" y="29693"/>
                </a:cubicBezTo>
                <a:cubicBezTo>
                  <a:pt x="465089" y="32940"/>
                  <a:pt x="464933" y="36210"/>
                  <a:pt x="464756" y="39502"/>
                </a:cubicBezTo>
                <a:cubicBezTo>
                  <a:pt x="465734" y="39502"/>
                  <a:pt x="467558" y="39479"/>
                  <a:pt x="470227" y="39434"/>
                </a:cubicBezTo>
                <a:cubicBezTo>
                  <a:pt x="472896" y="39390"/>
                  <a:pt x="475787" y="39278"/>
                  <a:pt x="478901" y="39100"/>
                </a:cubicBezTo>
                <a:cubicBezTo>
                  <a:pt x="478813" y="39368"/>
                  <a:pt x="478769" y="39857"/>
                  <a:pt x="478769" y="40569"/>
                </a:cubicBezTo>
                <a:lnTo>
                  <a:pt x="478769" y="41904"/>
                </a:lnTo>
                <a:lnTo>
                  <a:pt x="478769" y="43373"/>
                </a:lnTo>
                <a:cubicBezTo>
                  <a:pt x="478769" y="43994"/>
                  <a:pt x="478813" y="44439"/>
                  <a:pt x="478901" y="44706"/>
                </a:cubicBezTo>
                <a:cubicBezTo>
                  <a:pt x="477745" y="44617"/>
                  <a:pt x="476543" y="44550"/>
                  <a:pt x="475297" y="44507"/>
                </a:cubicBezTo>
                <a:cubicBezTo>
                  <a:pt x="474052" y="44462"/>
                  <a:pt x="472718" y="44440"/>
                  <a:pt x="471294" y="44440"/>
                </a:cubicBezTo>
                <a:lnTo>
                  <a:pt x="464756" y="44440"/>
                </a:lnTo>
                <a:cubicBezTo>
                  <a:pt x="464667" y="44795"/>
                  <a:pt x="464556" y="46219"/>
                  <a:pt x="464422" y="48710"/>
                </a:cubicBezTo>
                <a:cubicBezTo>
                  <a:pt x="464289" y="51201"/>
                  <a:pt x="464177" y="54159"/>
                  <a:pt x="464088" y="57584"/>
                </a:cubicBezTo>
                <a:cubicBezTo>
                  <a:pt x="463999" y="61009"/>
                  <a:pt x="463933" y="64590"/>
                  <a:pt x="463888" y="68327"/>
                </a:cubicBezTo>
                <a:cubicBezTo>
                  <a:pt x="463843" y="72063"/>
                  <a:pt x="463821" y="75399"/>
                  <a:pt x="463821" y="78335"/>
                </a:cubicBezTo>
                <a:cubicBezTo>
                  <a:pt x="463821" y="80826"/>
                  <a:pt x="463887" y="83273"/>
                  <a:pt x="464020" y="85676"/>
                </a:cubicBezTo>
                <a:cubicBezTo>
                  <a:pt x="464155" y="88077"/>
                  <a:pt x="464578" y="90235"/>
                  <a:pt x="465289" y="92147"/>
                </a:cubicBezTo>
                <a:cubicBezTo>
                  <a:pt x="466002" y="94060"/>
                  <a:pt x="467069" y="95595"/>
                  <a:pt x="468492" y="96751"/>
                </a:cubicBezTo>
                <a:cubicBezTo>
                  <a:pt x="469916" y="97908"/>
                  <a:pt x="471963" y="98486"/>
                  <a:pt x="474631" y="98486"/>
                </a:cubicBezTo>
                <a:cubicBezTo>
                  <a:pt x="475343" y="98486"/>
                  <a:pt x="476299" y="98397"/>
                  <a:pt x="477501" y="98219"/>
                </a:cubicBezTo>
                <a:cubicBezTo>
                  <a:pt x="478702" y="98042"/>
                  <a:pt x="479747" y="97819"/>
                  <a:pt x="480636" y="97552"/>
                </a:cubicBezTo>
                <a:lnTo>
                  <a:pt x="480636" y="100755"/>
                </a:lnTo>
                <a:cubicBezTo>
                  <a:pt x="479124" y="101022"/>
                  <a:pt x="477456" y="101355"/>
                  <a:pt x="475631" y="101754"/>
                </a:cubicBezTo>
                <a:cubicBezTo>
                  <a:pt x="473808" y="102155"/>
                  <a:pt x="472051" y="102355"/>
                  <a:pt x="470361" y="102355"/>
                </a:cubicBezTo>
                <a:cubicBezTo>
                  <a:pt x="464756" y="102355"/>
                  <a:pt x="460619" y="100977"/>
                  <a:pt x="457950" y="98219"/>
                </a:cubicBezTo>
                <a:cubicBezTo>
                  <a:pt x="455281" y="95461"/>
                  <a:pt x="453947" y="91413"/>
                  <a:pt x="453947" y="86075"/>
                </a:cubicBezTo>
                <a:cubicBezTo>
                  <a:pt x="453947" y="83674"/>
                  <a:pt x="453991" y="81072"/>
                  <a:pt x="454079" y="78270"/>
                </a:cubicBezTo>
                <a:cubicBezTo>
                  <a:pt x="454169" y="75467"/>
                  <a:pt x="454280" y="72398"/>
                  <a:pt x="454413" y="69062"/>
                </a:cubicBezTo>
                <a:cubicBezTo>
                  <a:pt x="454546" y="65725"/>
                  <a:pt x="454658" y="62033"/>
                  <a:pt x="454747" y="57985"/>
                </a:cubicBezTo>
                <a:cubicBezTo>
                  <a:pt x="454837" y="53937"/>
                  <a:pt x="454882" y="49422"/>
                  <a:pt x="454882" y="44440"/>
                </a:cubicBezTo>
                <a:lnTo>
                  <a:pt x="450610" y="44440"/>
                </a:lnTo>
                <a:cubicBezTo>
                  <a:pt x="449898" y="44440"/>
                  <a:pt x="449142" y="44462"/>
                  <a:pt x="448341" y="44507"/>
                </a:cubicBezTo>
                <a:cubicBezTo>
                  <a:pt x="447540" y="44550"/>
                  <a:pt x="446695" y="44617"/>
                  <a:pt x="445806" y="44706"/>
                </a:cubicBezTo>
                <a:cubicBezTo>
                  <a:pt x="445896" y="44173"/>
                  <a:pt x="445962" y="43662"/>
                  <a:pt x="446006" y="43173"/>
                </a:cubicBezTo>
                <a:cubicBezTo>
                  <a:pt x="446050" y="42683"/>
                  <a:pt x="446073" y="42171"/>
                  <a:pt x="446073" y="41638"/>
                </a:cubicBezTo>
                <a:cubicBezTo>
                  <a:pt x="446073" y="41192"/>
                  <a:pt x="446050" y="40748"/>
                  <a:pt x="446006" y="40304"/>
                </a:cubicBezTo>
                <a:cubicBezTo>
                  <a:pt x="445962" y="39859"/>
                  <a:pt x="445896" y="39413"/>
                  <a:pt x="445806" y="38968"/>
                </a:cubicBezTo>
                <a:cubicBezTo>
                  <a:pt x="449809" y="39234"/>
                  <a:pt x="452745" y="39367"/>
                  <a:pt x="454613" y="39367"/>
                </a:cubicBezTo>
                <a:cubicBezTo>
                  <a:pt x="454525" y="37589"/>
                  <a:pt x="454458" y="35365"/>
                  <a:pt x="454413" y="32696"/>
                </a:cubicBezTo>
                <a:cubicBezTo>
                  <a:pt x="454369" y="30028"/>
                  <a:pt x="454257" y="27269"/>
                  <a:pt x="454079" y="24421"/>
                </a:cubicBezTo>
                <a:lnTo>
                  <a:pt x="465157" y="19752"/>
                </a:lnTo>
                <a:lnTo>
                  <a:pt x="465825" y="19752"/>
                </a:lnTo>
                <a:close/>
                <a:moveTo>
                  <a:pt x="516135" y="40569"/>
                </a:moveTo>
                <a:cubicBezTo>
                  <a:pt x="512843" y="40569"/>
                  <a:pt x="510062" y="41325"/>
                  <a:pt x="507792" y="42837"/>
                </a:cubicBezTo>
                <a:cubicBezTo>
                  <a:pt x="505524" y="44349"/>
                  <a:pt x="503656" y="46240"/>
                  <a:pt x="502188" y="48510"/>
                </a:cubicBezTo>
                <a:cubicBezTo>
                  <a:pt x="500721" y="50778"/>
                  <a:pt x="499609" y="53269"/>
                  <a:pt x="498853" y="55983"/>
                </a:cubicBezTo>
                <a:cubicBezTo>
                  <a:pt x="498097" y="58697"/>
                  <a:pt x="497630" y="61254"/>
                  <a:pt x="497452" y="63656"/>
                </a:cubicBezTo>
                <a:cubicBezTo>
                  <a:pt x="500209" y="63745"/>
                  <a:pt x="503077" y="63835"/>
                  <a:pt x="506057" y="63925"/>
                </a:cubicBezTo>
                <a:cubicBezTo>
                  <a:pt x="509038" y="64013"/>
                  <a:pt x="511952" y="64057"/>
                  <a:pt x="514799" y="64057"/>
                </a:cubicBezTo>
                <a:cubicBezTo>
                  <a:pt x="517735" y="64057"/>
                  <a:pt x="520715" y="64013"/>
                  <a:pt x="523740" y="63925"/>
                </a:cubicBezTo>
                <a:cubicBezTo>
                  <a:pt x="526765" y="63835"/>
                  <a:pt x="529701" y="63745"/>
                  <a:pt x="532549" y="63656"/>
                </a:cubicBezTo>
                <a:cubicBezTo>
                  <a:pt x="532549" y="61254"/>
                  <a:pt x="532349" y="58719"/>
                  <a:pt x="531948" y="56050"/>
                </a:cubicBezTo>
                <a:cubicBezTo>
                  <a:pt x="531548" y="53380"/>
                  <a:pt x="530747" y="50888"/>
                  <a:pt x="529545" y="48575"/>
                </a:cubicBezTo>
                <a:cubicBezTo>
                  <a:pt x="528344" y="46262"/>
                  <a:pt x="526676" y="44349"/>
                  <a:pt x="524540" y="42837"/>
                </a:cubicBezTo>
                <a:cubicBezTo>
                  <a:pt x="522405" y="41325"/>
                  <a:pt x="519603" y="40569"/>
                  <a:pt x="516135" y="40569"/>
                </a:cubicBezTo>
                <a:moveTo>
                  <a:pt x="485307" y="71396"/>
                </a:moveTo>
                <a:cubicBezTo>
                  <a:pt x="485307" y="60453"/>
                  <a:pt x="487909" y="51868"/>
                  <a:pt x="493112" y="45641"/>
                </a:cubicBezTo>
                <a:cubicBezTo>
                  <a:pt x="498317" y="39413"/>
                  <a:pt x="505902" y="36299"/>
                  <a:pt x="515868" y="36299"/>
                </a:cubicBezTo>
                <a:cubicBezTo>
                  <a:pt x="520582" y="36299"/>
                  <a:pt x="524652" y="37033"/>
                  <a:pt x="528077" y="38502"/>
                </a:cubicBezTo>
                <a:cubicBezTo>
                  <a:pt x="531502" y="39969"/>
                  <a:pt x="534371" y="41926"/>
                  <a:pt x="536685" y="44372"/>
                </a:cubicBezTo>
                <a:cubicBezTo>
                  <a:pt x="538998" y="46819"/>
                  <a:pt x="540710" y="49688"/>
                  <a:pt x="541822" y="52980"/>
                </a:cubicBezTo>
                <a:cubicBezTo>
                  <a:pt x="542934" y="56272"/>
                  <a:pt x="543490" y="59786"/>
                  <a:pt x="543490" y="63521"/>
                </a:cubicBezTo>
                <a:cubicBezTo>
                  <a:pt x="543490" y="64412"/>
                  <a:pt x="543467" y="65280"/>
                  <a:pt x="543423" y="66126"/>
                </a:cubicBezTo>
                <a:cubicBezTo>
                  <a:pt x="543379" y="66970"/>
                  <a:pt x="543313" y="67837"/>
                  <a:pt x="543223" y="68726"/>
                </a:cubicBezTo>
                <a:cubicBezTo>
                  <a:pt x="538419" y="68638"/>
                  <a:pt x="533659" y="68550"/>
                  <a:pt x="528945" y="68461"/>
                </a:cubicBezTo>
                <a:cubicBezTo>
                  <a:pt x="524230" y="68372"/>
                  <a:pt x="519471" y="68327"/>
                  <a:pt x="514666" y="68327"/>
                </a:cubicBezTo>
                <a:cubicBezTo>
                  <a:pt x="511730" y="68327"/>
                  <a:pt x="508816" y="68372"/>
                  <a:pt x="505925" y="68461"/>
                </a:cubicBezTo>
                <a:cubicBezTo>
                  <a:pt x="503033" y="68550"/>
                  <a:pt x="500119" y="68638"/>
                  <a:pt x="497183" y="68726"/>
                </a:cubicBezTo>
                <a:cubicBezTo>
                  <a:pt x="497095" y="69171"/>
                  <a:pt x="497051" y="69839"/>
                  <a:pt x="497051" y="70728"/>
                </a:cubicBezTo>
                <a:lnTo>
                  <a:pt x="497051" y="72463"/>
                </a:lnTo>
                <a:cubicBezTo>
                  <a:pt x="497051" y="75932"/>
                  <a:pt x="497562" y="79180"/>
                  <a:pt x="498584" y="82206"/>
                </a:cubicBezTo>
                <a:cubicBezTo>
                  <a:pt x="499607" y="85231"/>
                  <a:pt x="501098" y="87833"/>
                  <a:pt x="503056" y="90013"/>
                </a:cubicBezTo>
                <a:cubicBezTo>
                  <a:pt x="505013" y="92192"/>
                  <a:pt x="507415" y="93927"/>
                  <a:pt x="510262" y="95218"/>
                </a:cubicBezTo>
                <a:cubicBezTo>
                  <a:pt x="513109" y="96508"/>
                  <a:pt x="516401" y="97152"/>
                  <a:pt x="520138" y="97152"/>
                </a:cubicBezTo>
                <a:cubicBezTo>
                  <a:pt x="521916" y="97152"/>
                  <a:pt x="523739" y="96908"/>
                  <a:pt x="525607" y="96419"/>
                </a:cubicBezTo>
                <a:cubicBezTo>
                  <a:pt x="527477" y="95929"/>
                  <a:pt x="529300" y="95261"/>
                  <a:pt x="531079" y="94416"/>
                </a:cubicBezTo>
                <a:cubicBezTo>
                  <a:pt x="532858" y="93570"/>
                  <a:pt x="534527" y="92569"/>
                  <a:pt x="536084" y="91414"/>
                </a:cubicBezTo>
                <a:cubicBezTo>
                  <a:pt x="537641" y="90258"/>
                  <a:pt x="538998" y="89011"/>
                  <a:pt x="540154" y="87676"/>
                </a:cubicBezTo>
                <a:lnTo>
                  <a:pt x="540822" y="88077"/>
                </a:lnTo>
                <a:lnTo>
                  <a:pt x="540022" y="94615"/>
                </a:lnTo>
                <a:cubicBezTo>
                  <a:pt x="537352" y="96751"/>
                  <a:pt x="534037" y="98574"/>
                  <a:pt x="530079" y="100087"/>
                </a:cubicBezTo>
                <a:cubicBezTo>
                  <a:pt x="526120" y="101599"/>
                  <a:pt x="522006" y="102355"/>
                  <a:pt x="517735" y="102355"/>
                </a:cubicBezTo>
                <a:cubicBezTo>
                  <a:pt x="512931" y="102355"/>
                  <a:pt x="508549" y="101621"/>
                  <a:pt x="504589" y="100154"/>
                </a:cubicBezTo>
                <a:cubicBezTo>
                  <a:pt x="500630" y="98686"/>
                  <a:pt x="497205" y="96552"/>
                  <a:pt x="494314" y="93750"/>
                </a:cubicBezTo>
                <a:cubicBezTo>
                  <a:pt x="491424" y="90947"/>
                  <a:pt x="489200" y="87632"/>
                  <a:pt x="487643" y="83807"/>
                </a:cubicBezTo>
                <a:cubicBezTo>
                  <a:pt x="486086" y="79981"/>
                  <a:pt x="485307" y="75844"/>
                  <a:pt x="485307" y="71396"/>
                </a:cubicBezTo>
                <a:close/>
                <a:moveTo>
                  <a:pt x="581925" y="62589"/>
                </a:moveTo>
                <a:cubicBezTo>
                  <a:pt x="585127" y="58318"/>
                  <a:pt x="588263" y="54159"/>
                  <a:pt x="591332" y="50111"/>
                </a:cubicBezTo>
                <a:cubicBezTo>
                  <a:pt x="594401" y="46062"/>
                  <a:pt x="597404" y="41903"/>
                  <a:pt x="600341" y="37632"/>
                </a:cubicBezTo>
                <a:cubicBezTo>
                  <a:pt x="601141" y="37811"/>
                  <a:pt x="601920" y="37968"/>
                  <a:pt x="602676" y="38101"/>
                </a:cubicBezTo>
                <a:cubicBezTo>
                  <a:pt x="603432" y="38234"/>
                  <a:pt x="604211" y="38300"/>
                  <a:pt x="605012" y="38300"/>
                </a:cubicBezTo>
                <a:cubicBezTo>
                  <a:pt x="606079" y="38300"/>
                  <a:pt x="607591" y="38078"/>
                  <a:pt x="609549" y="37632"/>
                </a:cubicBezTo>
                <a:cubicBezTo>
                  <a:pt x="605278" y="42526"/>
                  <a:pt x="601118" y="47353"/>
                  <a:pt x="597070" y="52112"/>
                </a:cubicBezTo>
                <a:cubicBezTo>
                  <a:pt x="593022" y="56872"/>
                  <a:pt x="588996" y="61653"/>
                  <a:pt x="584993" y="66458"/>
                </a:cubicBezTo>
                <a:cubicBezTo>
                  <a:pt x="588996" y="72330"/>
                  <a:pt x="593155" y="78136"/>
                  <a:pt x="597469" y="83874"/>
                </a:cubicBezTo>
                <a:cubicBezTo>
                  <a:pt x="601785" y="89612"/>
                  <a:pt x="606212" y="95328"/>
                  <a:pt x="610750" y="101021"/>
                </a:cubicBezTo>
                <a:cubicBezTo>
                  <a:pt x="609504" y="100844"/>
                  <a:pt x="608302" y="100755"/>
                  <a:pt x="607146" y="100755"/>
                </a:cubicBezTo>
                <a:cubicBezTo>
                  <a:pt x="605989" y="100755"/>
                  <a:pt x="604921" y="100755"/>
                  <a:pt x="603943" y="100755"/>
                </a:cubicBezTo>
                <a:cubicBezTo>
                  <a:pt x="602964" y="100755"/>
                  <a:pt x="601896" y="100755"/>
                  <a:pt x="600740" y="100755"/>
                </a:cubicBezTo>
                <a:cubicBezTo>
                  <a:pt x="599583" y="100755"/>
                  <a:pt x="598382" y="100844"/>
                  <a:pt x="597137" y="101021"/>
                </a:cubicBezTo>
                <a:cubicBezTo>
                  <a:pt x="594201" y="96662"/>
                  <a:pt x="591176" y="92237"/>
                  <a:pt x="588062" y="87745"/>
                </a:cubicBezTo>
                <a:cubicBezTo>
                  <a:pt x="584949" y="83252"/>
                  <a:pt x="581791" y="78736"/>
                  <a:pt x="578587" y="74198"/>
                </a:cubicBezTo>
                <a:cubicBezTo>
                  <a:pt x="575296" y="78736"/>
                  <a:pt x="572072" y="83252"/>
                  <a:pt x="568913" y="87745"/>
                </a:cubicBezTo>
                <a:cubicBezTo>
                  <a:pt x="565755" y="92237"/>
                  <a:pt x="562663" y="96662"/>
                  <a:pt x="559638" y="101021"/>
                </a:cubicBezTo>
                <a:cubicBezTo>
                  <a:pt x="558215" y="100844"/>
                  <a:pt x="556747" y="100755"/>
                  <a:pt x="555235" y="100755"/>
                </a:cubicBezTo>
                <a:cubicBezTo>
                  <a:pt x="553633" y="100755"/>
                  <a:pt x="552120" y="100844"/>
                  <a:pt x="550696" y="101021"/>
                </a:cubicBezTo>
                <a:cubicBezTo>
                  <a:pt x="554967" y="96039"/>
                  <a:pt x="559148" y="90991"/>
                  <a:pt x="563240" y="85876"/>
                </a:cubicBezTo>
                <a:cubicBezTo>
                  <a:pt x="567333" y="80759"/>
                  <a:pt x="571381" y="75532"/>
                  <a:pt x="575386" y="70194"/>
                </a:cubicBezTo>
                <a:cubicBezTo>
                  <a:pt x="571381" y="64768"/>
                  <a:pt x="567355" y="59386"/>
                  <a:pt x="563307" y="54049"/>
                </a:cubicBezTo>
                <a:cubicBezTo>
                  <a:pt x="559260" y="48710"/>
                  <a:pt x="555101" y="43237"/>
                  <a:pt x="550831" y="37632"/>
                </a:cubicBezTo>
                <a:cubicBezTo>
                  <a:pt x="552076" y="37811"/>
                  <a:pt x="553254" y="37968"/>
                  <a:pt x="554366" y="38101"/>
                </a:cubicBezTo>
                <a:cubicBezTo>
                  <a:pt x="555479" y="38234"/>
                  <a:pt x="556658" y="38300"/>
                  <a:pt x="557903" y="38300"/>
                </a:cubicBezTo>
                <a:cubicBezTo>
                  <a:pt x="559149" y="38300"/>
                  <a:pt x="560328" y="38234"/>
                  <a:pt x="561440" y="38101"/>
                </a:cubicBezTo>
                <a:cubicBezTo>
                  <a:pt x="562551" y="37968"/>
                  <a:pt x="563730" y="37811"/>
                  <a:pt x="564977" y="37632"/>
                </a:cubicBezTo>
                <a:cubicBezTo>
                  <a:pt x="567556" y="41903"/>
                  <a:pt x="570246" y="46062"/>
                  <a:pt x="573048" y="50111"/>
                </a:cubicBezTo>
                <a:cubicBezTo>
                  <a:pt x="575852" y="54159"/>
                  <a:pt x="578810" y="58318"/>
                  <a:pt x="581925" y="62589"/>
                </a:cubicBezTo>
                <a:close/>
                <a:moveTo>
                  <a:pt x="636372" y="19752"/>
                </a:moveTo>
                <a:cubicBezTo>
                  <a:pt x="636105" y="23132"/>
                  <a:pt x="635904" y="26446"/>
                  <a:pt x="635770" y="29693"/>
                </a:cubicBezTo>
                <a:cubicBezTo>
                  <a:pt x="635637" y="32940"/>
                  <a:pt x="635481" y="36210"/>
                  <a:pt x="635303" y="39502"/>
                </a:cubicBezTo>
                <a:cubicBezTo>
                  <a:pt x="636282" y="39502"/>
                  <a:pt x="638106" y="39479"/>
                  <a:pt x="640775" y="39434"/>
                </a:cubicBezTo>
                <a:cubicBezTo>
                  <a:pt x="643444" y="39390"/>
                  <a:pt x="646335" y="39278"/>
                  <a:pt x="649449" y="39100"/>
                </a:cubicBezTo>
                <a:cubicBezTo>
                  <a:pt x="649361" y="39368"/>
                  <a:pt x="649317" y="39857"/>
                  <a:pt x="649317" y="40569"/>
                </a:cubicBezTo>
                <a:lnTo>
                  <a:pt x="649317" y="41904"/>
                </a:lnTo>
                <a:lnTo>
                  <a:pt x="649317" y="43373"/>
                </a:lnTo>
                <a:cubicBezTo>
                  <a:pt x="649317" y="43994"/>
                  <a:pt x="649361" y="44439"/>
                  <a:pt x="649449" y="44706"/>
                </a:cubicBezTo>
                <a:cubicBezTo>
                  <a:pt x="648293" y="44617"/>
                  <a:pt x="647091" y="44550"/>
                  <a:pt x="645845" y="44507"/>
                </a:cubicBezTo>
                <a:cubicBezTo>
                  <a:pt x="644600" y="44462"/>
                  <a:pt x="643266" y="44440"/>
                  <a:pt x="641842" y="44440"/>
                </a:cubicBezTo>
                <a:lnTo>
                  <a:pt x="635303" y="44440"/>
                </a:lnTo>
                <a:cubicBezTo>
                  <a:pt x="635215" y="44795"/>
                  <a:pt x="635104" y="46219"/>
                  <a:pt x="634969" y="48710"/>
                </a:cubicBezTo>
                <a:cubicBezTo>
                  <a:pt x="634836" y="51201"/>
                  <a:pt x="634725" y="54159"/>
                  <a:pt x="634636" y="57584"/>
                </a:cubicBezTo>
                <a:cubicBezTo>
                  <a:pt x="634547" y="61009"/>
                  <a:pt x="634481" y="64590"/>
                  <a:pt x="634436" y="68327"/>
                </a:cubicBezTo>
                <a:cubicBezTo>
                  <a:pt x="634391" y="72063"/>
                  <a:pt x="634369" y="75399"/>
                  <a:pt x="634369" y="78335"/>
                </a:cubicBezTo>
                <a:cubicBezTo>
                  <a:pt x="634369" y="80826"/>
                  <a:pt x="634435" y="83273"/>
                  <a:pt x="634568" y="85676"/>
                </a:cubicBezTo>
                <a:cubicBezTo>
                  <a:pt x="634703" y="88077"/>
                  <a:pt x="635126" y="90235"/>
                  <a:pt x="635837" y="92147"/>
                </a:cubicBezTo>
                <a:cubicBezTo>
                  <a:pt x="636550" y="94060"/>
                  <a:pt x="637617" y="95595"/>
                  <a:pt x="639040" y="96751"/>
                </a:cubicBezTo>
                <a:cubicBezTo>
                  <a:pt x="640464" y="97908"/>
                  <a:pt x="642510" y="98486"/>
                  <a:pt x="645179" y="98486"/>
                </a:cubicBezTo>
                <a:cubicBezTo>
                  <a:pt x="645891" y="98486"/>
                  <a:pt x="646847" y="98397"/>
                  <a:pt x="648048" y="98219"/>
                </a:cubicBezTo>
                <a:cubicBezTo>
                  <a:pt x="649250" y="98042"/>
                  <a:pt x="650295" y="97819"/>
                  <a:pt x="651184" y="97552"/>
                </a:cubicBezTo>
                <a:lnTo>
                  <a:pt x="651184" y="100755"/>
                </a:lnTo>
                <a:cubicBezTo>
                  <a:pt x="649672" y="101022"/>
                  <a:pt x="648004" y="101355"/>
                  <a:pt x="646179" y="101754"/>
                </a:cubicBezTo>
                <a:cubicBezTo>
                  <a:pt x="644356" y="102155"/>
                  <a:pt x="642599" y="102355"/>
                  <a:pt x="640909" y="102355"/>
                </a:cubicBezTo>
                <a:cubicBezTo>
                  <a:pt x="635304" y="102355"/>
                  <a:pt x="631167" y="100977"/>
                  <a:pt x="628498" y="98219"/>
                </a:cubicBezTo>
                <a:cubicBezTo>
                  <a:pt x="625829" y="95461"/>
                  <a:pt x="624495" y="91413"/>
                  <a:pt x="624495" y="86075"/>
                </a:cubicBezTo>
                <a:cubicBezTo>
                  <a:pt x="624495" y="83674"/>
                  <a:pt x="624539" y="81072"/>
                  <a:pt x="624627" y="78270"/>
                </a:cubicBezTo>
                <a:cubicBezTo>
                  <a:pt x="624717" y="75467"/>
                  <a:pt x="624828" y="72398"/>
                  <a:pt x="624961" y="69062"/>
                </a:cubicBezTo>
                <a:cubicBezTo>
                  <a:pt x="625094" y="65725"/>
                  <a:pt x="625206" y="62033"/>
                  <a:pt x="625295" y="57985"/>
                </a:cubicBezTo>
                <a:cubicBezTo>
                  <a:pt x="625385" y="53937"/>
                  <a:pt x="625430" y="49422"/>
                  <a:pt x="625430" y="44440"/>
                </a:cubicBezTo>
                <a:lnTo>
                  <a:pt x="621157" y="44440"/>
                </a:lnTo>
                <a:cubicBezTo>
                  <a:pt x="620446" y="44440"/>
                  <a:pt x="619690" y="44462"/>
                  <a:pt x="618889" y="44507"/>
                </a:cubicBezTo>
                <a:cubicBezTo>
                  <a:pt x="618088" y="44550"/>
                  <a:pt x="617243" y="44617"/>
                  <a:pt x="616354" y="44706"/>
                </a:cubicBezTo>
                <a:cubicBezTo>
                  <a:pt x="616443" y="44173"/>
                  <a:pt x="616510" y="43662"/>
                  <a:pt x="616553" y="43173"/>
                </a:cubicBezTo>
                <a:cubicBezTo>
                  <a:pt x="616598" y="42683"/>
                  <a:pt x="616621" y="42171"/>
                  <a:pt x="616621" y="41638"/>
                </a:cubicBezTo>
                <a:cubicBezTo>
                  <a:pt x="616621" y="41192"/>
                  <a:pt x="616598" y="40748"/>
                  <a:pt x="616553" y="40304"/>
                </a:cubicBezTo>
                <a:cubicBezTo>
                  <a:pt x="616510" y="39859"/>
                  <a:pt x="616443" y="39413"/>
                  <a:pt x="616354" y="38968"/>
                </a:cubicBezTo>
                <a:cubicBezTo>
                  <a:pt x="620357" y="39234"/>
                  <a:pt x="623293" y="39367"/>
                  <a:pt x="625161" y="39367"/>
                </a:cubicBezTo>
                <a:cubicBezTo>
                  <a:pt x="625073" y="37589"/>
                  <a:pt x="625006" y="35365"/>
                  <a:pt x="624961" y="32696"/>
                </a:cubicBezTo>
                <a:cubicBezTo>
                  <a:pt x="624916" y="30028"/>
                  <a:pt x="624805" y="27269"/>
                  <a:pt x="624627" y="24421"/>
                </a:cubicBezTo>
                <a:lnTo>
                  <a:pt x="635705" y="19752"/>
                </a:lnTo>
                <a:lnTo>
                  <a:pt x="636372" y="19752"/>
                </a:lnTo>
                <a:close/>
                <a:moveTo>
                  <a:pt x="720263" y="69528"/>
                </a:moveTo>
                <a:cubicBezTo>
                  <a:pt x="720263" y="73264"/>
                  <a:pt x="720597" y="76867"/>
                  <a:pt x="721263" y="80337"/>
                </a:cubicBezTo>
                <a:cubicBezTo>
                  <a:pt x="721931" y="83807"/>
                  <a:pt x="723065" y="86898"/>
                  <a:pt x="724666" y="89612"/>
                </a:cubicBezTo>
                <a:cubicBezTo>
                  <a:pt x="726268" y="92326"/>
                  <a:pt x="728403" y="94484"/>
                  <a:pt x="731072" y="96085"/>
                </a:cubicBezTo>
                <a:cubicBezTo>
                  <a:pt x="733741" y="97686"/>
                  <a:pt x="737033" y="98486"/>
                  <a:pt x="740948" y="98486"/>
                </a:cubicBezTo>
                <a:cubicBezTo>
                  <a:pt x="744863" y="98486"/>
                  <a:pt x="748155" y="97686"/>
                  <a:pt x="750824" y="96085"/>
                </a:cubicBezTo>
                <a:cubicBezTo>
                  <a:pt x="753493" y="94484"/>
                  <a:pt x="755627" y="92326"/>
                  <a:pt x="757228" y="89612"/>
                </a:cubicBezTo>
                <a:cubicBezTo>
                  <a:pt x="758830" y="86898"/>
                  <a:pt x="759964" y="83807"/>
                  <a:pt x="760630" y="80337"/>
                </a:cubicBezTo>
                <a:cubicBezTo>
                  <a:pt x="761298" y="76867"/>
                  <a:pt x="761632" y="73264"/>
                  <a:pt x="761632" y="69528"/>
                </a:cubicBezTo>
                <a:cubicBezTo>
                  <a:pt x="761632" y="65791"/>
                  <a:pt x="761298" y="62188"/>
                  <a:pt x="760630" y="58718"/>
                </a:cubicBezTo>
                <a:cubicBezTo>
                  <a:pt x="759964" y="55248"/>
                  <a:pt x="758830" y="52157"/>
                  <a:pt x="757228" y="49445"/>
                </a:cubicBezTo>
                <a:cubicBezTo>
                  <a:pt x="755627" y="46731"/>
                  <a:pt x="753493" y="44573"/>
                  <a:pt x="750824" y="42971"/>
                </a:cubicBezTo>
                <a:cubicBezTo>
                  <a:pt x="748155" y="41370"/>
                  <a:pt x="744863" y="40569"/>
                  <a:pt x="740948" y="40569"/>
                </a:cubicBezTo>
                <a:cubicBezTo>
                  <a:pt x="737033" y="40569"/>
                  <a:pt x="733741" y="41370"/>
                  <a:pt x="731072" y="42971"/>
                </a:cubicBezTo>
                <a:cubicBezTo>
                  <a:pt x="728403" y="44573"/>
                  <a:pt x="726268" y="46731"/>
                  <a:pt x="724666" y="49445"/>
                </a:cubicBezTo>
                <a:cubicBezTo>
                  <a:pt x="723065" y="52157"/>
                  <a:pt x="721931" y="55248"/>
                  <a:pt x="721263" y="58718"/>
                </a:cubicBezTo>
                <a:cubicBezTo>
                  <a:pt x="720597" y="62188"/>
                  <a:pt x="720263" y="65791"/>
                  <a:pt x="720263" y="69528"/>
                </a:cubicBezTo>
                <a:moveTo>
                  <a:pt x="708520" y="69528"/>
                </a:moveTo>
                <a:cubicBezTo>
                  <a:pt x="708520" y="63478"/>
                  <a:pt x="709477" y="58340"/>
                  <a:pt x="711389" y="54114"/>
                </a:cubicBezTo>
                <a:cubicBezTo>
                  <a:pt x="713302" y="49888"/>
                  <a:pt x="715815" y="46463"/>
                  <a:pt x="718928" y="43839"/>
                </a:cubicBezTo>
                <a:cubicBezTo>
                  <a:pt x="722042" y="41215"/>
                  <a:pt x="725534" y="39302"/>
                  <a:pt x="729404" y="38101"/>
                </a:cubicBezTo>
                <a:cubicBezTo>
                  <a:pt x="733274" y="36899"/>
                  <a:pt x="737122" y="36299"/>
                  <a:pt x="740948" y="36299"/>
                </a:cubicBezTo>
                <a:cubicBezTo>
                  <a:pt x="744863" y="36299"/>
                  <a:pt x="748733" y="36899"/>
                  <a:pt x="752559" y="38101"/>
                </a:cubicBezTo>
                <a:cubicBezTo>
                  <a:pt x="756384" y="39302"/>
                  <a:pt x="759853" y="41215"/>
                  <a:pt x="762966" y="43839"/>
                </a:cubicBezTo>
                <a:cubicBezTo>
                  <a:pt x="766080" y="46463"/>
                  <a:pt x="768594" y="49888"/>
                  <a:pt x="770506" y="54114"/>
                </a:cubicBezTo>
                <a:cubicBezTo>
                  <a:pt x="772419" y="58340"/>
                  <a:pt x="773375" y="63478"/>
                  <a:pt x="773375" y="69528"/>
                </a:cubicBezTo>
                <a:cubicBezTo>
                  <a:pt x="773375" y="75577"/>
                  <a:pt x="772419" y="80715"/>
                  <a:pt x="770506" y="84941"/>
                </a:cubicBezTo>
                <a:cubicBezTo>
                  <a:pt x="768594" y="89167"/>
                  <a:pt x="766080" y="92593"/>
                  <a:pt x="762966" y="95218"/>
                </a:cubicBezTo>
                <a:cubicBezTo>
                  <a:pt x="759853" y="97842"/>
                  <a:pt x="756384" y="99688"/>
                  <a:pt x="752559" y="100755"/>
                </a:cubicBezTo>
                <a:cubicBezTo>
                  <a:pt x="748733" y="101822"/>
                  <a:pt x="744863" y="102355"/>
                  <a:pt x="740948" y="102355"/>
                </a:cubicBezTo>
                <a:cubicBezTo>
                  <a:pt x="737122" y="102355"/>
                  <a:pt x="733274" y="101822"/>
                  <a:pt x="729404" y="100755"/>
                </a:cubicBezTo>
                <a:cubicBezTo>
                  <a:pt x="725534" y="99688"/>
                  <a:pt x="722042" y="97842"/>
                  <a:pt x="718928" y="95218"/>
                </a:cubicBezTo>
                <a:cubicBezTo>
                  <a:pt x="715815" y="92593"/>
                  <a:pt x="713302" y="89167"/>
                  <a:pt x="711389" y="84941"/>
                </a:cubicBezTo>
                <a:cubicBezTo>
                  <a:pt x="709477" y="80715"/>
                  <a:pt x="708520" y="75577"/>
                  <a:pt x="708520" y="69528"/>
                </a:cubicBezTo>
                <a:close/>
                <a:moveTo>
                  <a:pt x="816480" y="11476"/>
                </a:moveTo>
                <a:cubicBezTo>
                  <a:pt x="814346" y="10142"/>
                  <a:pt x="811899" y="9475"/>
                  <a:pt x="809141" y="9475"/>
                </a:cubicBezTo>
                <a:cubicBezTo>
                  <a:pt x="807183" y="9475"/>
                  <a:pt x="805515" y="9853"/>
                  <a:pt x="804136" y="10609"/>
                </a:cubicBezTo>
                <a:cubicBezTo>
                  <a:pt x="802757" y="11365"/>
                  <a:pt x="801622" y="12344"/>
                  <a:pt x="800733" y="13545"/>
                </a:cubicBezTo>
                <a:cubicBezTo>
                  <a:pt x="799844" y="14747"/>
                  <a:pt x="799199" y="16148"/>
                  <a:pt x="798799" y="17750"/>
                </a:cubicBezTo>
                <a:cubicBezTo>
                  <a:pt x="798398" y="19351"/>
                  <a:pt x="798198" y="21041"/>
                  <a:pt x="798198" y="22820"/>
                </a:cubicBezTo>
                <a:cubicBezTo>
                  <a:pt x="798198" y="24422"/>
                  <a:pt x="798353" y="26736"/>
                  <a:pt x="798664" y="29760"/>
                </a:cubicBezTo>
                <a:cubicBezTo>
                  <a:pt x="798977" y="32785"/>
                  <a:pt x="799355" y="35676"/>
                  <a:pt x="799799" y="38435"/>
                </a:cubicBezTo>
                <a:cubicBezTo>
                  <a:pt x="802112" y="38435"/>
                  <a:pt x="804403" y="38412"/>
                  <a:pt x="806671" y="38367"/>
                </a:cubicBezTo>
                <a:cubicBezTo>
                  <a:pt x="808941" y="38323"/>
                  <a:pt x="811232" y="38300"/>
                  <a:pt x="813545" y="38300"/>
                </a:cubicBezTo>
                <a:cubicBezTo>
                  <a:pt x="813456" y="38745"/>
                  <a:pt x="813389" y="39191"/>
                  <a:pt x="813344" y="39636"/>
                </a:cubicBezTo>
                <a:cubicBezTo>
                  <a:pt x="813300" y="40080"/>
                  <a:pt x="813279" y="40524"/>
                  <a:pt x="813279" y="40970"/>
                </a:cubicBezTo>
                <a:cubicBezTo>
                  <a:pt x="813279" y="41415"/>
                  <a:pt x="813300" y="41860"/>
                  <a:pt x="813344" y="42306"/>
                </a:cubicBezTo>
                <a:cubicBezTo>
                  <a:pt x="813389" y="42749"/>
                  <a:pt x="813456" y="43194"/>
                  <a:pt x="813545" y="43639"/>
                </a:cubicBezTo>
                <a:cubicBezTo>
                  <a:pt x="811232" y="43550"/>
                  <a:pt x="808941" y="43461"/>
                  <a:pt x="806671" y="43373"/>
                </a:cubicBezTo>
                <a:cubicBezTo>
                  <a:pt x="804403" y="43283"/>
                  <a:pt x="802112" y="43238"/>
                  <a:pt x="799799" y="43238"/>
                </a:cubicBezTo>
                <a:cubicBezTo>
                  <a:pt x="799799" y="52935"/>
                  <a:pt x="799821" y="62566"/>
                  <a:pt x="799866" y="72131"/>
                </a:cubicBezTo>
                <a:cubicBezTo>
                  <a:pt x="799911" y="81694"/>
                  <a:pt x="800067" y="91325"/>
                  <a:pt x="800334" y="101021"/>
                </a:cubicBezTo>
                <a:cubicBezTo>
                  <a:pt x="799355" y="100844"/>
                  <a:pt x="798377" y="100755"/>
                  <a:pt x="797398" y="100755"/>
                </a:cubicBezTo>
                <a:cubicBezTo>
                  <a:pt x="796419" y="100755"/>
                  <a:pt x="795484" y="100755"/>
                  <a:pt x="794594" y="100755"/>
                </a:cubicBezTo>
                <a:cubicBezTo>
                  <a:pt x="792726" y="100755"/>
                  <a:pt x="790769" y="100844"/>
                  <a:pt x="788723" y="101021"/>
                </a:cubicBezTo>
                <a:cubicBezTo>
                  <a:pt x="789346" y="91325"/>
                  <a:pt x="789702" y="81739"/>
                  <a:pt x="789790" y="72263"/>
                </a:cubicBezTo>
                <a:cubicBezTo>
                  <a:pt x="789880" y="62788"/>
                  <a:pt x="789925" y="53113"/>
                  <a:pt x="789925" y="43238"/>
                </a:cubicBezTo>
                <a:cubicBezTo>
                  <a:pt x="788323" y="43238"/>
                  <a:pt x="786721" y="43283"/>
                  <a:pt x="785119" y="43373"/>
                </a:cubicBezTo>
                <a:cubicBezTo>
                  <a:pt x="783519" y="43461"/>
                  <a:pt x="781917" y="43550"/>
                  <a:pt x="780316" y="43639"/>
                </a:cubicBezTo>
                <a:cubicBezTo>
                  <a:pt x="780405" y="43194"/>
                  <a:pt x="780472" y="42749"/>
                  <a:pt x="780515" y="42306"/>
                </a:cubicBezTo>
                <a:cubicBezTo>
                  <a:pt x="780560" y="41860"/>
                  <a:pt x="780582" y="41415"/>
                  <a:pt x="780582" y="40970"/>
                </a:cubicBezTo>
                <a:cubicBezTo>
                  <a:pt x="780582" y="40524"/>
                  <a:pt x="780560" y="40080"/>
                  <a:pt x="780515" y="39636"/>
                </a:cubicBezTo>
                <a:cubicBezTo>
                  <a:pt x="780472" y="39191"/>
                  <a:pt x="780405" y="38745"/>
                  <a:pt x="780316" y="38300"/>
                </a:cubicBezTo>
                <a:cubicBezTo>
                  <a:pt x="781917" y="38300"/>
                  <a:pt x="783541" y="38323"/>
                  <a:pt x="785186" y="38367"/>
                </a:cubicBezTo>
                <a:cubicBezTo>
                  <a:pt x="786833" y="38412"/>
                  <a:pt x="788412" y="38435"/>
                  <a:pt x="789925" y="38435"/>
                </a:cubicBezTo>
                <a:cubicBezTo>
                  <a:pt x="789925" y="35854"/>
                  <a:pt x="790191" y="33051"/>
                  <a:pt x="790725" y="30027"/>
                </a:cubicBezTo>
                <a:cubicBezTo>
                  <a:pt x="791258" y="27002"/>
                  <a:pt x="792036" y="24022"/>
                  <a:pt x="793059" y="21086"/>
                </a:cubicBezTo>
                <a:cubicBezTo>
                  <a:pt x="794082" y="18149"/>
                  <a:pt x="795306" y="15369"/>
                  <a:pt x="796730" y="12745"/>
                </a:cubicBezTo>
                <a:cubicBezTo>
                  <a:pt x="798154" y="10121"/>
                  <a:pt x="799755" y="7919"/>
                  <a:pt x="801533" y="6139"/>
                </a:cubicBezTo>
                <a:cubicBezTo>
                  <a:pt x="803135" y="4537"/>
                  <a:pt x="805159" y="3114"/>
                  <a:pt x="807606" y="1869"/>
                </a:cubicBezTo>
                <a:cubicBezTo>
                  <a:pt x="810052" y="623"/>
                  <a:pt x="812565" y="0"/>
                  <a:pt x="815146" y="0"/>
                </a:cubicBezTo>
                <a:cubicBezTo>
                  <a:pt x="816125" y="0"/>
                  <a:pt x="817015" y="134"/>
                  <a:pt x="817815" y="401"/>
                </a:cubicBezTo>
                <a:cubicBezTo>
                  <a:pt x="817726" y="2181"/>
                  <a:pt x="817615" y="3961"/>
                  <a:pt x="817482" y="5740"/>
                </a:cubicBezTo>
                <a:cubicBezTo>
                  <a:pt x="817348" y="7519"/>
                  <a:pt x="817282" y="9298"/>
                  <a:pt x="817282" y="11077"/>
                </a:cubicBezTo>
                <a:lnTo>
                  <a:pt x="816480" y="11476"/>
                </a:lnTo>
                <a:close/>
                <a:moveTo>
                  <a:pt x="940007" y="56851"/>
                </a:moveTo>
                <a:cubicBezTo>
                  <a:pt x="936627" y="56761"/>
                  <a:pt x="933246" y="56650"/>
                  <a:pt x="929864" y="56517"/>
                </a:cubicBezTo>
                <a:cubicBezTo>
                  <a:pt x="926484" y="56384"/>
                  <a:pt x="923104" y="56317"/>
                  <a:pt x="919724" y="56317"/>
                </a:cubicBezTo>
                <a:cubicBezTo>
                  <a:pt x="916342" y="56317"/>
                  <a:pt x="912960" y="56362"/>
                  <a:pt x="909579" y="56451"/>
                </a:cubicBezTo>
                <a:cubicBezTo>
                  <a:pt x="906199" y="56540"/>
                  <a:pt x="902818" y="56673"/>
                  <a:pt x="899438" y="56851"/>
                </a:cubicBezTo>
                <a:lnTo>
                  <a:pt x="899438" y="64456"/>
                </a:lnTo>
                <a:cubicBezTo>
                  <a:pt x="899438" y="71841"/>
                  <a:pt x="899527" y="78402"/>
                  <a:pt x="899705" y="84141"/>
                </a:cubicBezTo>
                <a:cubicBezTo>
                  <a:pt x="899883" y="89879"/>
                  <a:pt x="900150" y="95506"/>
                  <a:pt x="900505" y="101021"/>
                </a:cubicBezTo>
                <a:cubicBezTo>
                  <a:pt x="898993" y="100844"/>
                  <a:pt x="897347" y="100755"/>
                  <a:pt x="895567" y="100755"/>
                </a:cubicBezTo>
                <a:cubicBezTo>
                  <a:pt x="893789" y="100755"/>
                  <a:pt x="891787" y="100755"/>
                  <a:pt x="889562" y="100755"/>
                </a:cubicBezTo>
                <a:cubicBezTo>
                  <a:pt x="887339" y="100755"/>
                  <a:pt x="885337" y="100755"/>
                  <a:pt x="883557" y="100755"/>
                </a:cubicBezTo>
                <a:cubicBezTo>
                  <a:pt x="881779" y="100755"/>
                  <a:pt x="880133" y="100844"/>
                  <a:pt x="878619" y="101021"/>
                </a:cubicBezTo>
                <a:cubicBezTo>
                  <a:pt x="878976" y="95506"/>
                  <a:pt x="879244" y="89879"/>
                  <a:pt x="879422" y="84141"/>
                </a:cubicBezTo>
                <a:cubicBezTo>
                  <a:pt x="879600" y="78402"/>
                  <a:pt x="879688" y="71841"/>
                  <a:pt x="879688" y="64456"/>
                </a:cubicBezTo>
                <a:lnTo>
                  <a:pt x="879688" y="46307"/>
                </a:lnTo>
                <a:cubicBezTo>
                  <a:pt x="879688" y="38923"/>
                  <a:pt x="879600" y="32362"/>
                  <a:pt x="879422" y="26624"/>
                </a:cubicBezTo>
                <a:cubicBezTo>
                  <a:pt x="879244" y="20886"/>
                  <a:pt x="878976" y="15125"/>
                  <a:pt x="878619" y="9342"/>
                </a:cubicBezTo>
                <a:cubicBezTo>
                  <a:pt x="880133" y="9520"/>
                  <a:pt x="881779" y="9676"/>
                  <a:pt x="883557" y="9811"/>
                </a:cubicBezTo>
                <a:cubicBezTo>
                  <a:pt x="885337" y="9944"/>
                  <a:pt x="887339" y="10010"/>
                  <a:pt x="889562" y="10010"/>
                </a:cubicBezTo>
                <a:cubicBezTo>
                  <a:pt x="891787" y="10010"/>
                  <a:pt x="893789" y="9944"/>
                  <a:pt x="895567" y="9811"/>
                </a:cubicBezTo>
                <a:cubicBezTo>
                  <a:pt x="897347" y="9676"/>
                  <a:pt x="898993" y="9520"/>
                  <a:pt x="900505" y="9342"/>
                </a:cubicBezTo>
                <a:cubicBezTo>
                  <a:pt x="900061" y="15125"/>
                  <a:pt x="899772" y="20842"/>
                  <a:pt x="899638" y="26492"/>
                </a:cubicBezTo>
                <a:cubicBezTo>
                  <a:pt x="899505" y="32140"/>
                  <a:pt x="899438" y="38657"/>
                  <a:pt x="899438" y="46040"/>
                </a:cubicBezTo>
                <a:cubicBezTo>
                  <a:pt x="901751" y="46130"/>
                  <a:pt x="904532" y="46197"/>
                  <a:pt x="907779" y="46242"/>
                </a:cubicBezTo>
                <a:cubicBezTo>
                  <a:pt x="911026" y="46285"/>
                  <a:pt x="915052" y="46307"/>
                  <a:pt x="919856" y="46307"/>
                </a:cubicBezTo>
                <a:cubicBezTo>
                  <a:pt x="924660" y="46307"/>
                  <a:pt x="928575" y="46285"/>
                  <a:pt x="931599" y="46242"/>
                </a:cubicBezTo>
                <a:cubicBezTo>
                  <a:pt x="934624" y="46197"/>
                  <a:pt x="937426" y="46130"/>
                  <a:pt x="940007" y="46040"/>
                </a:cubicBezTo>
                <a:cubicBezTo>
                  <a:pt x="940007" y="38657"/>
                  <a:pt x="939918" y="32140"/>
                  <a:pt x="939740" y="26492"/>
                </a:cubicBezTo>
                <a:cubicBezTo>
                  <a:pt x="939562" y="20842"/>
                  <a:pt x="939296" y="15125"/>
                  <a:pt x="938940" y="9342"/>
                </a:cubicBezTo>
                <a:cubicBezTo>
                  <a:pt x="940452" y="9520"/>
                  <a:pt x="942097" y="9676"/>
                  <a:pt x="943876" y="9811"/>
                </a:cubicBezTo>
                <a:cubicBezTo>
                  <a:pt x="945655" y="9944"/>
                  <a:pt x="947658" y="10010"/>
                  <a:pt x="949883" y="10010"/>
                </a:cubicBezTo>
                <a:cubicBezTo>
                  <a:pt x="952106" y="10010"/>
                  <a:pt x="954107" y="9944"/>
                  <a:pt x="955886" y="9811"/>
                </a:cubicBezTo>
                <a:cubicBezTo>
                  <a:pt x="957665" y="9676"/>
                  <a:pt x="959312" y="9520"/>
                  <a:pt x="960826" y="9342"/>
                </a:cubicBezTo>
                <a:cubicBezTo>
                  <a:pt x="960469" y="15125"/>
                  <a:pt x="960201" y="20886"/>
                  <a:pt x="960023" y="26624"/>
                </a:cubicBezTo>
                <a:cubicBezTo>
                  <a:pt x="959846" y="32362"/>
                  <a:pt x="959757" y="38923"/>
                  <a:pt x="959757" y="46307"/>
                </a:cubicBezTo>
                <a:lnTo>
                  <a:pt x="959757" y="64456"/>
                </a:lnTo>
                <a:cubicBezTo>
                  <a:pt x="959757" y="71841"/>
                  <a:pt x="959846" y="78402"/>
                  <a:pt x="960023" y="84141"/>
                </a:cubicBezTo>
                <a:cubicBezTo>
                  <a:pt x="960201" y="89879"/>
                  <a:pt x="960469" y="95506"/>
                  <a:pt x="960826" y="101021"/>
                </a:cubicBezTo>
                <a:cubicBezTo>
                  <a:pt x="959312" y="100844"/>
                  <a:pt x="957665" y="100755"/>
                  <a:pt x="955886" y="100755"/>
                </a:cubicBezTo>
                <a:cubicBezTo>
                  <a:pt x="954107" y="100755"/>
                  <a:pt x="952106" y="100755"/>
                  <a:pt x="949883" y="100755"/>
                </a:cubicBezTo>
                <a:cubicBezTo>
                  <a:pt x="947658" y="100755"/>
                  <a:pt x="945655" y="100755"/>
                  <a:pt x="943876" y="100755"/>
                </a:cubicBezTo>
                <a:cubicBezTo>
                  <a:pt x="942097" y="100755"/>
                  <a:pt x="940452" y="100844"/>
                  <a:pt x="938940" y="101021"/>
                </a:cubicBezTo>
                <a:cubicBezTo>
                  <a:pt x="939296" y="95506"/>
                  <a:pt x="939562" y="89879"/>
                  <a:pt x="939740" y="84141"/>
                </a:cubicBezTo>
                <a:cubicBezTo>
                  <a:pt x="939918" y="78402"/>
                  <a:pt x="940007" y="71841"/>
                  <a:pt x="940007" y="64456"/>
                </a:cubicBezTo>
                <a:lnTo>
                  <a:pt x="940007" y="56851"/>
                </a:lnTo>
                <a:close/>
                <a:moveTo>
                  <a:pt x="995788" y="69127"/>
                </a:moveTo>
                <a:cubicBezTo>
                  <a:pt x="995788" y="72685"/>
                  <a:pt x="996144" y="76021"/>
                  <a:pt x="996855" y="79136"/>
                </a:cubicBezTo>
                <a:cubicBezTo>
                  <a:pt x="997568" y="82250"/>
                  <a:pt x="998658" y="84941"/>
                  <a:pt x="1000126" y="87209"/>
                </a:cubicBezTo>
                <a:cubicBezTo>
                  <a:pt x="1001593" y="89478"/>
                  <a:pt x="1003461" y="91257"/>
                  <a:pt x="1005729" y="92548"/>
                </a:cubicBezTo>
                <a:cubicBezTo>
                  <a:pt x="1007999" y="93838"/>
                  <a:pt x="1010646" y="94483"/>
                  <a:pt x="1013671" y="94483"/>
                </a:cubicBezTo>
                <a:cubicBezTo>
                  <a:pt x="1019810" y="94483"/>
                  <a:pt x="1025281" y="92481"/>
                  <a:pt x="1030085" y="88478"/>
                </a:cubicBezTo>
                <a:lnTo>
                  <a:pt x="1031686" y="89679"/>
                </a:lnTo>
                <a:lnTo>
                  <a:pt x="1028749" y="97152"/>
                </a:lnTo>
                <a:cubicBezTo>
                  <a:pt x="1026526" y="98843"/>
                  <a:pt x="1023857" y="100199"/>
                  <a:pt x="1020743" y="101221"/>
                </a:cubicBezTo>
                <a:cubicBezTo>
                  <a:pt x="1017629" y="102244"/>
                  <a:pt x="1013537" y="102756"/>
                  <a:pt x="1008466" y="102756"/>
                </a:cubicBezTo>
                <a:cubicBezTo>
                  <a:pt x="1004107" y="102756"/>
                  <a:pt x="999970" y="102156"/>
                  <a:pt x="996055" y="100954"/>
                </a:cubicBezTo>
                <a:cubicBezTo>
                  <a:pt x="992141" y="99754"/>
                  <a:pt x="988694" y="97775"/>
                  <a:pt x="985713" y="95016"/>
                </a:cubicBezTo>
                <a:cubicBezTo>
                  <a:pt x="982733" y="92258"/>
                  <a:pt x="980376" y="88766"/>
                  <a:pt x="978641" y="84540"/>
                </a:cubicBezTo>
                <a:cubicBezTo>
                  <a:pt x="976906" y="80314"/>
                  <a:pt x="976039" y="75265"/>
                  <a:pt x="976039" y="69394"/>
                </a:cubicBezTo>
                <a:cubicBezTo>
                  <a:pt x="976039" y="63611"/>
                  <a:pt x="976816" y="58585"/>
                  <a:pt x="978372" y="54315"/>
                </a:cubicBezTo>
                <a:cubicBezTo>
                  <a:pt x="979929" y="50045"/>
                  <a:pt x="982087" y="46486"/>
                  <a:pt x="984845" y="43639"/>
                </a:cubicBezTo>
                <a:cubicBezTo>
                  <a:pt x="987604" y="40791"/>
                  <a:pt x="990874" y="38656"/>
                  <a:pt x="994654" y="37233"/>
                </a:cubicBezTo>
                <a:cubicBezTo>
                  <a:pt x="998435" y="35809"/>
                  <a:pt x="1002549" y="35097"/>
                  <a:pt x="1006998" y="35097"/>
                </a:cubicBezTo>
                <a:cubicBezTo>
                  <a:pt x="1015806" y="35097"/>
                  <a:pt x="1022544" y="37677"/>
                  <a:pt x="1027214" y="42837"/>
                </a:cubicBezTo>
                <a:cubicBezTo>
                  <a:pt x="1031885" y="47997"/>
                  <a:pt x="1034221" y="55292"/>
                  <a:pt x="1034221" y="64723"/>
                </a:cubicBezTo>
                <a:lnTo>
                  <a:pt x="1034221" y="67527"/>
                </a:lnTo>
                <a:cubicBezTo>
                  <a:pt x="1034221" y="68326"/>
                  <a:pt x="1034177" y="68860"/>
                  <a:pt x="1034089" y="69127"/>
                </a:cubicBezTo>
                <a:lnTo>
                  <a:pt x="995788" y="69127"/>
                </a:lnTo>
                <a:moveTo>
                  <a:pt x="1016340" y="63122"/>
                </a:moveTo>
                <a:cubicBezTo>
                  <a:pt x="1016161" y="56450"/>
                  <a:pt x="1015338" y="51112"/>
                  <a:pt x="1013870" y="47109"/>
                </a:cubicBezTo>
                <a:cubicBezTo>
                  <a:pt x="1012403" y="43104"/>
                  <a:pt x="1009934" y="41102"/>
                  <a:pt x="1006465" y="41102"/>
                </a:cubicBezTo>
                <a:cubicBezTo>
                  <a:pt x="1004507" y="41102"/>
                  <a:pt x="1002861" y="41769"/>
                  <a:pt x="1001527" y="43104"/>
                </a:cubicBezTo>
                <a:cubicBezTo>
                  <a:pt x="1000192" y="44438"/>
                  <a:pt x="999124" y="46151"/>
                  <a:pt x="998324" y="48243"/>
                </a:cubicBezTo>
                <a:cubicBezTo>
                  <a:pt x="997523" y="50334"/>
                  <a:pt x="996922" y="52691"/>
                  <a:pt x="996521" y="55315"/>
                </a:cubicBezTo>
                <a:cubicBezTo>
                  <a:pt x="996122" y="57939"/>
                  <a:pt x="995878" y="60542"/>
                  <a:pt x="995788" y="63122"/>
                </a:cubicBezTo>
                <a:lnTo>
                  <a:pt x="1016340" y="63122"/>
                </a:lnTo>
                <a:close/>
                <a:moveTo>
                  <a:pt x="1077726" y="80738"/>
                </a:moveTo>
                <a:cubicBezTo>
                  <a:pt x="1077726" y="76913"/>
                  <a:pt x="1077748" y="73999"/>
                  <a:pt x="1077793" y="71996"/>
                </a:cubicBezTo>
                <a:cubicBezTo>
                  <a:pt x="1077838" y="69994"/>
                  <a:pt x="1077860" y="68237"/>
                  <a:pt x="1077860" y="66724"/>
                </a:cubicBezTo>
                <a:cubicBezTo>
                  <a:pt x="1075991" y="67793"/>
                  <a:pt x="1074011" y="68661"/>
                  <a:pt x="1071921" y="69329"/>
                </a:cubicBezTo>
                <a:cubicBezTo>
                  <a:pt x="1069830" y="69995"/>
                  <a:pt x="1067917" y="70840"/>
                  <a:pt x="1066182" y="71864"/>
                </a:cubicBezTo>
                <a:cubicBezTo>
                  <a:pt x="1064447" y="72886"/>
                  <a:pt x="1063024" y="74287"/>
                  <a:pt x="1061912" y="76067"/>
                </a:cubicBezTo>
                <a:cubicBezTo>
                  <a:pt x="1060801" y="77847"/>
                  <a:pt x="1060245" y="80427"/>
                  <a:pt x="1060245" y="83807"/>
                </a:cubicBezTo>
                <a:cubicBezTo>
                  <a:pt x="1060245" y="87099"/>
                  <a:pt x="1060934" y="89612"/>
                  <a:pt x="1062313" y="91347"/>
                </a:cubicBezTo>
                <a:cubicBezTo>
                  <a:pt x="1063693" y="93082"/>
                  <a:pt x="1065538" y="93949"/>
                  <a:pt x="1067850" y="93949"/>
                </a:cubicBezTo>
                <a:cubicBezTo>
                  <a:pt x="1070786" y="93949"/>
                  <a:pt x="1073166" y="92838"/>
                  <a:pt x="1074989" y="90614"/>
                </a:cubicBezTo>
                <a:cubicBezTo>
                  <a:pt x="1076814" y="88389"/>
                  <a:pt x="1077726" y="85097"/>
                  <a:pt x="1077726" y="80738"/>
                </a:cubicBezTo>
                <a:moveTo>
                  <a:pt x="1046099" y="44440"/>
                </a:moveTo>
                <a:cubicBezTo>
                  <a:pt x="1049836" y="41415"/>
                  <a:pt x="1053862" y="39102"/>
                  <a:pt x="1058176" y="37500"/>
                </a:cubicBezTo>
                <a:cubicBezTo>
                  <a:pt x="1062491" y="35898"/>
                  <a:pt x="1066784" y="35097"/>
                  <a:pt x="1071053" y="35097"/>
                </a:cubicBezTo>
                <a:cubicBezTo>
                  <a:pt x="1074613" y="35097"/>
                  <a:pt x="1077882" y="35498"/>
                  <a:pt x="1080862" y="36299"/>
                </a:cubicBezTo>
                <a:cubicBezTo>
                  <a:pt x="1083843" y="37099"/>
                  <a:pt x="1086423" y="38367"/>
                  <a:pt x="1088602" y="40102"/>
                </a:cubicBezTo>
                <a:cubicBezTo>
                  <a:pt x="1090782" y="41837"/>
                  <a:pt x="1092472" y="44084"/>
                  <a:pt x="1093672" y="46842"/>
                </a:cubicBezTo>
                <a:cubicBezTo>
                  <a:pt x="1094873" y="49599"/>
                  <a:pt x="1095474" y="52936"/>
                  <a:pt x="1095474" y="56851"/>
                </a:cubicBezTo>
                <a:cubicBezTo>
                  <a:pt x="1095474" y="62544"/>
                  <a:pt x="1095408" y="67815"/>
                  <a:pt x="1095275" y="72664"/>
                </a:cubicBezTo>
                <a:cubicBezTo>
                  <a:pt x="1095142" y="77512"/>
                  <a:pt x="1095075" y="82338"/>
                  <a:pt x="1095075" y="87142"/>
                </a:cubicBezTo>
                <a:cubicBezTo>
                  <a:pt x="1095075" y="89278"/>
                  <a:pt x="1095230" y="90946"/>
                  <a:pt x="1095541" y="92147"/>
                </a:cubicBezTo>
                <a:cubicBezTo>
                  <a:pt x="1095854" y="93349"/>
                  <a:pt x="1096321" y="94261"/>
                  <a:pt x="1096942" y="94884"/>
                </a:cubicBezTo>
                <a:cubicBezTo>
                  <a:pt x="1097565" y="95506"/>
                  <a:pt x="1098388" y="95906"/>
                  <a:pt x="1099410" y="96083"/>
                </a:cubicBezTo>
                <a:cubicBezTo>
                  <a:pt x="1100434" y="96261"/>
                  <a:pt x="1101613" y="96350"/>
                  <a:pt x="1102947" y="96350"/>
                </a:cubicBezTo>
                <a:lnTo>
                  <a:pt x="1102947" y="99553"/>
                </a:lnTo>
                <a:cubicBezTo>
                  <a:pt x="1100368" y="100622"/>
                  <a:pt x="1098188" y="101423"/>
                  <a:pt x="1096409" y="101956"/>
                </a:cubicBezTo>
                <a:cubicBezTo>
                  <a:pt x="1094629" y="102490"/>
                  <a:pt x="1092716" y="102756"/>
                  <a:pt x="1090671" y="102756"/>
                </a:cubicBezTo>
                <a:cubicBezTo>
                  <a:pt x="1087379" y="102756"/>
                  <a:pt x="1084710" y="101956"/>
                  <a:pt x="1082664" y="100356"/>
                </a:cubicBezTo>
                <a:cubicBezTo>
                  <a:pt x="1080618" y="98754"/>
                  <a:pt x="1079061" y="96440"/>
                  <a:pt x="1077993" y="93416"/>
                </a:cubicBezTo>
                <a:cubicBezTo>
                  <a:pt x="1075947" y="96263"/>
                  <a:pt x="1073567" y="98531"/>
                  <a:pt x="1070854" y="100221"/>
                </a:cubicBezTo>
                <a:cubicBezTo>
                  <a:pt x="1068140" y="101911"/>
                  <a:pt x="1064737" y="102756"/>
                  <a:pt x="1060646" y="102756"/>
                </a:cubicBezTo>
                <a:cubicBezTo>
                  <a:pt x="1057264" y="102756"/>
                  <a:pt x="1054372" y="102311"/>
                  <a:pt x="1051969" y="101420"/>
                </a:cubicBezTo>
                <a:cubicBezTo>
                  <a:pt x="1049568" y="100531"/>
                  <a:pt x="1047589" y="99264"/>
                  <a:pt x="1046031" y="97619"/>
                </a:cubicBezTo>
                <a:cubicBezTo>
                  <a:pt x="1044474" y="95972"/>
                  <a:pt x="1043340" y="94103"/>
                  <a:pt x="1042629" y="92013"/>
                </a:cubicBezTo>
                <a:cubicBezTo>
                  <a:pt x="1041918" y="89922"/>
                  <a:pt x="1041562" y="87809"/>
                  <a:pt x="1041562" y="85674"/>
                </a:cubicBezTo>
                <a:cubicBezTo>
                  <a:pt x="1041562" y="82739"/>
                  <a:pt x="1042029" y="80204"/>
                  <a:pt x="1042963" y="78069"/>
                </a:cubicBezTo>
                <a:cubicBezTo>
                  <a:pt x="1043897" y="75933"/>
                  <a:pt x="1045231" y="74109"/>
                  <a:pt x="1046966" y="72597"/>
                </a:cubicBezTo>
                <a:cubicBezTo>
                  <a:pt x="1048701" y="71085"/>
                  <a:pt x="1050769" y="69817"/>
                  <a:pt x="1053171" y="68793"/>
                </a:cubicBezTo>
                <a:cubicBezTo>
                  <a:pt x="1055573" y="67770"/>
                  <a:pt x="1058287" y="66902"/>
                  <a:pt x="1061312" y="66191"/>
                </a:cubicBezTo>
                <a:cubicBezTo>
                  <a:pt x="1065049" y="65302"/>
                  <a:pt x="1068007" y="64524"/>
                  <a:pt x="1070186" y="63857"/>
                </a:cubicBezTo>
                <a:cubicBezTo>
                  <a:pt x="1072366" y="63190"/>
                  <a:pt x="1073989" y="62522"/>
                  <a:pt x="1075056" y="61856"/>
                </a:cubicBezTo>
                <a:cubicBezTo>
                  <a:pt x="1076125" y="61188"/>
                  <a:pt x="1076814" y="60453"/>
                  <a:pt x="1077125" y="59653"/>
                </a:cubicBezTo>
                <a:cubicBezTo>
                  <a:pt x="1077438" y="58852"/>
                  <a:pt x="1077594" y="57873"/>
                  <a:pt x="1077594" y="56716"/>
                </a:cubicBezTo>
                <a:cubicBezTo>
                  <a:pt x="1077594" y="53514"/>
                  <a:pt x="1076459" y="50778"/>
                  <a:pt x="1074189" y="48510"/>
                </a:cubicBezTo>
                <a:cubicBezTo>
                  <a:pt x="1071921" y="46240"/>
                  <a:pt x="1068785" y="45105"/>
                  <a:pt x="1064781" y="45105"/>
                </a:cubicBezTo>
                <a:cubicBezTo>
                  <a:pt x="1063269" y="45105"/>
                  <a:pt x="1061712" y="45306"/>
                  <a:pt x="1060110" y="45706"/>
                </a:cubicBezTo>
                <a:cubicBezTo>
                  <a:pt x="1058510" y="46107"/>
                  <a:pt x="1056975" y="46663"/>
                  <a:pt x="1055506" y="47376"/>
                </a:cubicBezTo>
                <a:cubicBezTo>
                  <a:pt x="1054039" y="48087"/>
                  <a:pt x="1052704" y="48866"/>
                  <a:pt x="1051503" y="49711"/>
                </a:cubicBezTo>
                <a:cubicBezTo>
                  <a:pt x="1050303" y="50556"/>
                  <a:pt x="1049391" y="51467"/>
                  <a:pt x="1048768" y="52446"/>
                </a:cubicBezTo>
                <a:lnTo>
                  <a:pt x="1047834" y="52446"/>
                </a:lnTo>
                <a:lnTo>
                  <a:pt x="1046099" y="44440"/>
                </a:lnTo>
                <a:close/>
                <a:moveTo>
                  <a:pt x="1114692" y="46574"/>
                </a:moveTo>
                <a:cubicBezTo>
                  <a:pt x="1114692" y="37856"/>
                  <a:pt x="1114603" y="29849"/>
                  <a:pt x="1114424" y="22554"/>
                </a:cubicBezTo>
                <a:cubicBezTo>
                  <a:pt x="1114246" y="15258"/>
                  <a:pt x="1113979" y="7874"/>
                  <a:pt x="1113623" y="401"/>
                </a:cubicBezTo>
                <a:cubicBezTo>
                  <a:pt x="1114780" y="579"/>
                  <a:pt x="1116248" y="735"/>
                  <a:pt x="1118028" y="869"/>
                </a:cubicBezTo>
                <a:cubicBezTo>
                  <a:pt x="1119807" y="1003"/>
                  <a:pt x="1121676" y="1069"/>
                  <a:pt x="1123634" y="1069"/>
                </a:cubicBezTo>
                <a:cubicBezTo>
                  <a:pt x="1125590" y="1069"/>
                  <a:pt x="1127458" y="1003"/>
                  <a:pt x="1129237" y="869"/>
                </a:cubicBezTo>
                <a:cubicBezTo>
                  <a:pt x="1131017" y="735"/>
                  <a:pt x="1132485" y="579"/>
                  <a:pt x="1133642" y="401"/>
                </a:cubicBezTo>
                <a:cubicBezTo>
                  <a:pt x="1133286" y="7874"/>
                  <a:pt x="1133019" y="15258"/>
                  <a:pt x="1132840" y="22554"/>
                </a:cubicBezTo>
                <a:cubicBezTo>
                  <a:pt x="1132662" y="29849"/>
                  <a:pt x="1132573" y="37856"/>
                  <a:pt x="1132573" y="46574"/>
                </a:cubicBezTo>
                <a:lnTo>
                  <a:pt x="1132573" y="55248"/>
                </a:lnTo>
                <a:cubicBezTo>
                  <a:pt x="1132573" y="63967"/>
                  <a:pt x="1132662" y="71975"/>
                  <a:pt x="1132840" y="79270"/>
                </a:cubicBezTo>
                <a:cubicBezTo>
                  <a:pt x="1133019" y="86565"/>
                  <a:pt x="1133286" y="93816"/>
                  <a:pt x="1133642" y="101021"/>
                </a:cubicBezTo>
                <a:cubicBezTo>
                  <a:pt x="1132485" y="100844"/>
                  <a:pt x="1131017" y="100755"/>
                  <a:pt x="1129237" y="100755"/>
                </a:cubicBezTo>
                <a:cubicBezTo>
                  <a:pt x="1127458" y="100755"/>
                  <a:pt x="1125590" y="100755"/>
                  <a:pt x="1123634" y="100755"/>
                </a:cubicBezTo>
                <a:cubicBezTo>
                  <a:pt x="1121676" y="100755"/>
                  <a:pt x="1119807" y="100755"/>
                  <a:pt x="1118028" y="100755"/>
                </a:cubicBezTo>
                <a:cubicBezTo>
                  <a:pt x="1116248" y="100755"/>
                  <a:pt x="1114780" y="100844"/>
                  <a:pt x="1113623" y="101021"/>
                </a:cubicBezTo>
                <a:cubicBezTo>
                  <a:pt x="1113979" y="93816"/>
                  <a:pt x="1114246" y="86565"/>
                  <a:pt x="1114424" y="79270"/>
                </a:cubicBezTo>
                <a:cubicBezTo>
                  <a:pt x="1114603" y="71975"/>
                  <a:pt x="1114692" y="63967"/>
                  <a:pt x="1114692" y="55248"/>
                </a:cubicBezTo>
                <a:lnTo>
                  <a:pt x="1114692" y="46574"/>
                </a:lnTo>
                <a:close/>
                <a:moveTo>
                  <a:pt x="1184351" y="37500"/>
                </a:moveTo>
                <a:cubicBezTo>
                  <a:pt x="1184085" y="38834"/>
                  <a:pt x="1183952" y="40035"/>
                  <a:pt x="1183952" y="41102"/>
                </a:cubicBezTo>
                <a:cubicBezTo>
                  <a:pt x="1183952" y="42259"/>
                  <a:pt x="1184085" y="43371"/>
                  <a:pt x="1184351" y="44440"/>
                </a:cubicBezTo>
                <a:lnTo>
                  <a:pt x="1172608" y="44173"/>
                </a:lnTo>
                <a:cubicBezTo>
                  <a:pt x="1172430" y="46219"/>
                  <a:pt x="1172275" y="48576"/>
                  <a:pt x="1172142" y="51245"/>
                </a:cubicBezTo>
                <a:cubicBezTo>
                  <a:pt x="1172009" y="53914"/>
                  <a:pt x="1171920" y="56627"/>
                  <a:pt x="1171875" y="59386"/>
                </a:cubicBezTo>
                <a:cubicBezTo>
                  <a:pt x="1171830" y="62143"/>
                  <a:pt x="1171785" y="64812"/>
                  <a:pt x="1171741" y="67392"/>
                </a:cubicBezTo>
                <a:cubicBezTo>
                  <a:pt x="1171696" y="69973"/>
                  <a:pt x="1171673" y="72152"/>
                  <a:pt x="1171673" y="73931"/>
                </a:cubicBezTo>
                <a:cubicBezTo>
                  <a:pt x="1171673" y="78557"/>
                  <a:pt x="1171785" y="82294"/>
                  <a:pt x="1172007" y="85140"/>
                </a:cubicBezTo>
                <a:cubicBezTo>
                  <a:pt x="1172230" y="87987"/>
                  <a:pt x="1172608" y="90167"/>
                  <a:pt x="1173142" y="91681"/>
                </a:cubicBezTo>
                <a:cubicBezTo>
                  <a:pt x="1173676" y="93193"/>
                  <a:pt x="1174432" y="94216"/>
                  <a:pt x="1175410" y="94750"/>
                </a:cubicBezTo>
                <a:cubicBezTo>
                  <a:pt x="1176389" y="95283"/>
                  <a:pt x="1177634" y="95550"/>
                  <a:pt x="1179146" y="95550"/>
                </a:cubicBezTo>
                <a:cubicBezTo>
                  <a:pt x="1180838" y="95550"/>
                  <a:pt x="1182083" y="95439"/>
                  <a:pt x="1182883" y="95216"/>
                </a:cubicBezTo>
                <a:cubicBezTo>
                  <a:pt x="1183684" y="94993"/>
                  <a:pt x="1184485" y="94660"/>
                  <a:pt x="1185286" y="94216"/>
                </a:cubicBezTo>
                <a:lnTo>
                  <a:pt x="1185286" y="99688"/>
                </a:lnTo>
                <a:cubicBezTo>
                  <a:pt x="1183506" y="100489"/>
                  <a:pt x="1181282" y="101200"/>
                  <a:pt x="1178613" y="101822"/>
                </a:cubicBezTo>
                <a:cubicBezTo>
                  <a:pt x="1175944" y="102445"/>
                  <a:pt x="1173320" y="102756"/>
                  <a:pt x="1170741" y="102756"/>
                </a:cubicBezTo>
                <a:cubicBezTo>
                  <a:pt x="1159442" y="102756"/>
                  <a:pt x="1153793" y="95995"/>
                  <a:pt x="1153793" y="82473"/>
                </a:cubicBezTo>
                <a:cubicBezTo>
                  <a:pt x="1153793" y="79892"/>
                  <a:pt x="1153837" y="76978"/>
                  <a:pt x="1153925" y="73731"/>
                </a:cubicBezTo>
                <a:cubicBezTo>
                  <a:pt x="1154015" y="70484"/>
                  <a:pt x="1154126" y="67148"/>
                  <a:pt x="1154259" y="63723"/>
                </a:cubicBezTo>
                <a:cubicBezTo>
                  <a:pt x="1154392" y="60298"/>
                  <a:pt x="1154503" y="56917"/>
                  <a:pt x="1154591" y="53580"/>
                </a:cubicBezTo>
                <a:cubicBezTo>
                  <a:pt x="1154681" y="50244"/>
                  <a:pt x="1154725" y="47152"/>
                  <a:pt x="1154725" y="44305"/>
                </a:cubicBezTo>
                <a:lnTo>
                  <a:pt x="1145385" y="44440"/>
                </a:lnTo>
                <a:cubicBezTo>
                  <a:pt x="1145651" y="43371"/>
                  <a:pt x="1145784" y="42259"/>
                  <a:pt x="1145784" y="41102"/>
                </a:cubicBezTo>
                <a:cubicBezTo>
                  <a:pt x="1145784" y="40035"/>
                  <a:pt x="1145651" y="38834"/>
                  <a:pt x="1145385" y="37500"/>
                </a:cubicBezTo>
                <a:lnTo>
                  <a:pt x="1154725" y="37901"/>
                </a:lnTo>
                <a:cubicBezTo>
                  <a:pt x="1154725" y="35143"/>
                  <a:pt x="1154681" y="32563"/>
                  <a:pt x="1154591" y="30161"/>
                </a:cubicBezTo>
                <a:cubicBezTo>
                  <a:pt x="1154503" y="27758"/>
                  <a:pt x="1154370" y="24867"/>
                  <a:pt x="1154192" y="21487"/>
                </a:cubicBezTo>
                <a:cubicBezTo>
                  <a:pt x="1157306" y="20241"/>
                  <a:pt x="1160375" y="18928"/>
                  <a:pt x="1163400" y="17549"/>
                </a:cubicBezTo>
                <a:cubicBezTo>
                  <a:pt x="1166425" y="16169"/>
                  <a:pt x="1169450" y="14724"/>
                  <a:pt x="1172476" y="13211"/>
                </a:cubicBezTo>
                <a:lnTo>
                  <a:pt x="1173809" y="14146"/>
                </a:lnTo>
                <a:cubicBezTo>
                  <a:pt x="1173632" y="15570"/>
                  <a:pt x="1173475" y="17238"/>
                  <a:pt x="1173341" y="19151"/>
                </a:cubicBezTo>
                <a:cubicBezTo>
                  <a:pt x="1173208" y="21064"/>
                  <a:pt x="1173075" y="23066"/>
                  <a:pt x="1172942" y="25156"/>
                </a:cubicBezTo>
                <a:cubicBezTo>
                  <a:pt x="1172809" y="27247"/>
                  <a:pt x="1172720" y="29382"/>
                  <a:pt x="1172675" y="31562"/>
                </a:cubicBezTo>
                <a:cubicBezTo>
                  <a:pt x="1172630" y="33741"/>
                  <a:pt x="1172608" y="35809"/>
                  <a:pt x="1172608" y="37767"/>
                </a:cubicBezTo>
                <a:lnTo>
                  <a:pt x="1184351" y="37500"/>
                </a:lnTo>
                <a:close/>
                <a:moveTo>
                  <a:pt x="1194761" y="46574"/>
                </a:moveTo>
                <a:cubicBezTo>
                  <a:pt x="1194761" y="37856"/>
                  <a:pt x="1194673" y="29849"/>
                  <a:pt x="1194495" y="22554"/>
                </a:cubicBezTo>
                <a:cubicBezTo>
                  <a:pt x="1194317" y="15258"/>
                  <a:pt x="1194049" y="7874"/>
                  <a:pt x="1193692" y="401"/>
                </a:cubicBezTo>
                <a:cubicBezTo>
                  <a:pt x="1194849" y="579"/>
                  <a:pt x="1196317" y="735"/>
                  <a:pt x="1198097" y="869"/>
                </a:cubicBezTo>
                <a:cubicBezTo>
                  <a:pt x="1199877" y="1003"/>
                  <a:pt x="1201745" y="1069"/>
                  <a:pt x="1203703" y="1069"/>
                </a:cubicBezTo>
                <a:cubicBezTo>
                  <a:pt x="1205659" y="1069"/>
                  <a:pt x="1207527" y="1003"/>
                  <a:pt x="1209307" y="869"/>
                </a:cubicBezTo>
                <a:cubicBezTo>
                  <a:pt x="1211086" y="735"/>
                  <a:pt x="1212554" y="579"/>
                  <a:pt x="1213711" y="401"/>
                </a:cubicBezTo>
                <a:cubicBezTo>
                  <a:pt x="1213355" y="7874"/>
                  <a:pt x="1213089" y="15258"/>
                  <a:pt x="1212911" y="22554"/>
                </a:cubicBezTo>
                <a:cubicBezTo>
                  <a:pt x="1212733" y="29849"/>
                  <a:pt x="1212644" y="37856"/>
                  <a:pt x="1212644" y="46574"/>
                </a:cubicBezTo>
                <a:lnTo>
                  <a:pt x="1212911" y="46840"/>
                </a:lnTo>
                <a:cubicBezTo>
                  <a:pt x="1215224" y="43104"/>
                  <a:pt x="1218048" y="40214"/>
                  <a:pt x="1221384" y="38168"/>
                </a:cubicBezTo>
                <a:cubicBezTo>
                  <a:pt x="1224720" y="36121"/>
                  <a:pt x="1228524" y="35097"/>
                  <a:pt x="1232793" y="35097"/>
                </a:cubicBezTo>
                <a:cubicBezTo>
                  <a:pt x="1239466" y="35097"/>
                  <a:pt x="1244605" y="37032"/>
                  <a:pt x="1248207" y="40903"/>
                </a:cubicBezTo>
                <a:cubicBezTo>
                  <a:pt x="1251810" y="44773"/>
                  <a:pt x="1253612" y="51023"/>
                  <a:pt x="1253612" y="59653"/>
                </a:cubicBezTo>
                <a:cubicBezTo>
                  <a:pt x="1253612" y="64189"/>
                  <a:pt x="1253523" y="68193"/>
                  <a:pt x="1253345" y="71662"/>
                </a:cubicBezTo>
                <a:cubicBezTo>
                  <a:pt x="1253167" y="75132"/>
                  <a:pt x="1253078" y="78602"/>
                  <a:pt x="1253078" y="82072"/>
                </a:cubicBezTo>
                <a:cubicBezTo>
                  <a:pt x="1253078" y="84919"/>
                  <a:pt x="1253145" y="88010"/>
                  <a:pt x="1253278" y="91347"/>
                </a:cubicBezTo>
                <a:cubicBezTo>
                  <a:pt x="1253412" y="94682"/>
                  <a:pt x="1253568" y="97907"/>
                  <a:pt x="1253746" y="101021"/>
                </a:cubicBezTo>
                <a:cubicBezTo>
                  <a:pt x="1252589" y="100844"/>
                  <a:pt x="1251121" y="100755"/>
                  <a:pt x="1249342" y="100755"/>
                </a:cubicBezTo>
                <a:cubicBezTo>
                  <a:pt x="1247562" y="100755"/>
                  <a:pt x="1245693" y="100755"/>
                  <a:pt x="1243736" y="100755"/>
                </a:cubicBezTo>
                <a:cubicBezTo>
                  <a:pt x="1241780" y="100755"/>
                  <a:pt x="1239912" y="100755"/>
                  <a:pt x="1238132" y="100755"/>
                </a:cubicBezTo>
                <a:cubicBezTo>
                  <a:pt x="1236352" y="100755"/>
                  <a:pt x="1234884" y="100844"/>
                  <a:pt x="1233728" y="101021"/>
                </a:cubicBezTo>
                <a:cubicBezTo>
                  <a:pt x="1234351" y="96395"/>
                  <a:pt x="1234751" y="90946"/>
                  <a:pt x="1234929" y="84674"/>
                </a:cubicBezTo>
                <a:cubicBezTo>
                  <a:pt x="1235107" y="78402"/>
                  <a:pt x="1235196" y="71219"/>
                  <a:pt x="1235196" y="63122"/>
                </a:cubicBezTo>
                <a:cubicBezTo>
                  <a:pt x="1235196" y="57517"/>
                  <a:pt x="1234239" y="53403"/>
                  <a:pt x="1232327" y="50778"/>
                </a:cubicBezTo>
                <a:cubicBezTo>
                  <a:pt x="1230414" y="48153"/>
                  <a:pt x="1227723" y="46840"/>
                  <a:pt x="1224253" y="46840"/>
                </a:cubicBezTo>
                <a:cubicBezTo>
                  <a:pt x="1220249" y="46840"/>
                  <a:pt x="1217314" y="48575"/>
                  <a:pt x="1215446" y="52045"/>
                </a:cubicBezTo>
                <a:cubicBezTo>
                  <a:pt x="1213578" y="55515"/>
                  <a:pt x="1212644" y="60319"/>
                  <a:pt x="1212644" y="66458"/>
                </a:cubicBezTo>
                <a:lnTo>
                  <a:pt x="1212644" y="71797"/>
                </a:lnTo>
                <a:cubicBezTo>
                  <a:pt x="1212644" y="73042"/>
                  <a:pt x="1212666" y="74843"/>
                  <a:pt x="1212709" y="77201"/>
                </a:cubicBezTo>
                <a:cubicBezTo>
                  <a:pt x="1212754" y="79559"/>
                  <a:pt x="1212820" y="82139"/>
                  <a:pt x="1212909" y="84941"/>
                </a:cubicBezTo>
                <a:cubicBezTo>
                  <a:pt x="1212998" y="87743"/>
                  <a:pt x="1213110" y="90590"/>
                  <a:pt x="1213243" y="93481"/>
                </a:cubicBezTo>
                <a:cubicBezTo>
                  <a:pt x="1213377" y="96373"/>
                  <a:pt x="1213533" y="98886"/>
                  <a:pt x="1213711" y="101021"/>
                </a:cubicBezTo>
                <a:cubicBezTo>
                  <a:pt x="1212554" y="100844"/>
                  <a:pt x="1211086" y="100755"/>
                  <a:pt x="1209307" y="100755"/>
                </a:cubicBezTo>
                <a:cubicBezTo>
                  <a:pt x="1207527" y="100755"/>
                  <a:pt x="1205659" y="100755"/>
                  <a:pt x="1203703" y="100755"/>
                </a:cubicBezTo>
                <a:cubicBezTo>
                  <a:pt x="1201745" y="100755"/>
                  <a:pt x="1199877" y="100755"/>
                  <a:pt x="1198097" y="100755"/>
                </a:cubicBezTo>
                <a:cubicBezTo>
                  <a:pt x="1196317" y="100755"/>
                  <a:pt x="1194849" y="100844"/>
                  <a:pt x="1193692" y="101021"/>
                </a:cubicBezTo>
                <a:cubicBezTo>
                  <a:pt x="1194049" y="93816"/>
                  <a:pt x="1194317" y="86565"/>
                  <a:pt x="1194495" y="79270"/>
                </a:cubicBezTo>
                <a:cubicBezTo>
                  <a:pt x="1194673" y="71975"/>
                  <a:pt x="1194761" y="63967"/>
                  <a:pt x="1194761" y="55248"/>
                </a:cubicBezTo>
                <a:lnTo>
                  <a:pt x="1194761" y="46574"/>
                </a:lnTo>
                <a:close/>
                <a:moveTo>
                  <a:pt x="1275096" y="90746"/>
                </a:moveTo>
                <a:cubicBezTo>
                  <a:pt x="1275452" y="89590"/>
                  <a:pt x="1276074" y="88456"/>
                  <a:pt x="1276964" y="87344"/>
                </a:cubicBezTo>
                <a:cubicBezTo>
                  <a:pt x="1277854" y="86231"/>
                  <a:pt x="1279189" y="85674"/>
                  <a:pt x="1280969" y="85674"/>
                </a:cubicBezTo>
                <a:cubicBezTo>
                  <a:pt x="1282036" y="85674"/>
                  <a:pt x="1283125" y="86030"/>
                  <a:pt x="1284237" y="86743"/>
                </a:cubicBezTo>
                <a:cubicBezTo>
                  <a:pt x="1285350" y="87454"/>
                  <a:pt x="1285907" y="88611"/>
                  <a:pt x="1285907" y="90213"/>
                </a:cubicBezTo>
                <a:cubicBezTo>
                  <a:pt x="1285907" y="91280"/>
                  <a:pt x="1285684" y="92259"/>
                  <a:pt x="1285239" y="93149"/>
                </a:cubicBezTo>
                <a:cubicBezTo>
                  <a:pt x="1284794" y="94038"/>
                  <a:pt x="1284349" y="94927"/>
                  <a:pt x="1283905" y="95817"/>
                </a:cubicBezTo>
                <a:lnTo>
                  <a:pt x="1267224" y="123707"/>
                </a:lnTo>
                <a:lnTo>
                  <a:pt x="1264821" y="122773"/>
                </a:lnTo>
                <a:lnTo>
                  <a:pt x="1275096" y="90746"/>
                </a:lnTo>
                <a:close/>
                <a:moveTo>
                  <a:pt x="1361792" y="38834"/>
                </a:moveTo>
                <a:cubicBezTo>
                  <a:pt x="1361792" y="35809"/>
                  <a:pt x="1361770" y="32518"/>
                  <a:pt x="1361725" y="28960"/>
                </a:cubicBezTo>
                <a:cubicBezTo>
                  <a:pt x="1361680" y="25400"/>
                  <a:pt x="1361613" y="21886"/>
                  <a:pt x="1361524" y="18416"/>
                </a:cubicBezTo>
                <a:cubicBezTo>
                  <a:pt x="1361435" y="14946"/>
                  <a:pt x="1361325" y="11633"/>
                  <a:pt x="1361192" y="8475"/>
                </a:cubicBezTo>
                <a:cubicBezTo>
                  <a:pt x="1361059" y="5316"/>
                  <a:pt x="1360903" y="2625"/>
                  <a:pt x="1360725" y="401"/>
                </a:cubicBezTo>
                <a:cubicBezTo>
                  <a:pt x="1363216" y="846"/>
                  <a:pt x="1365218" y="1069"/>
                  <a:pt x="1366730" y="1069"/>
                </a:cubicBezTo>
                <a:cubicBezTo>
                  <a:pt x="1368243" y="1069"/>
                  <a:pt x="1370244" y="846"/>
                  <a:pt x="1372735" y="401"/>
                </a:cubicBezTo>
                <a:cubicBezTo>
                  <a:pt x="1372557" y="2625"/>
                  <a:pt x="1372401" y="5294"/>
                  <a:pt x="1372267" y="8408"/>
                </a:cubicBezTo>
                <a:cubicBezTo>
                  <a:pt x="1372134" y="11522"/>
                  <a:pt x="1372023" y="14791"/>
                  <a:pt x="1371933" y="18216"/>
                </a:cubicBezTo>
                <a:cubicBezTo>
                  <a:pt x="1371845" y="21641"/>
                  <a:pt x="1371778" y="25089"/>
                  <a:pt x="1371733" y="28559"/>
                </a:cubicBezTo>
                <a:cubicBezTo>
                  <a:pt x="1371690" y="32028"/>
                  <a:pt x="1371668" y="35232"/>
                  <a:pt x="1371668" y="38168"/>
                </a:cubicBezTo>
                <a:lnTo>
                  <a:pt x="1371668" y="48308"/>
                </a:lnTo>
                <a:lnTo>
                  <a:pt x="1371935" y="48308"/>
                </a:lnTo>
                <a:cubicBezTo>
                  <a:pt x="1374426" y="44483"/>
                  <a:pt x="1377406" y="41525"/>
                  <a:pt x="1380876" y="39434"/>
                </a:cubicBezTo>
                <a:cubicBezTo>
                  <a:pt x="1384346" y="37344"/>
                  <a:pt x="1388483" y="36299"/>
                  <a:pt x="1393287" y="36299"/>
                </a:cubicBezTo>
                <a:cubicBezTo>
                  <a:pt x="1395778" y="36299"/>
                  <a:pt x="1398291" y="36655"/>
                  <a:pt x="1400826" y="37368"/>
                </a:cubicBezTo>
                <a:cubicBezTo>
                  <a:pt x="1403361" y="38079"/>
                  <a:pt x="1405652" y="39302"/>
                  <a:pt x="1407698" y="41037"/>
                </a:cubicBezTo>
                <a:cubicBezTo>
                  <a:pt x="1409745" y="42772"/>
                  <a:pt x="1411414" y="45130"/>
                  <a:pt x="1412703" y="48111"/>
                </a:cubicBezTo>
                <a:cubicBezTo>
                  <a:pt x="1413993" y="51091"/>
                  <a:pt x="1414638" y="54893"/>
                  <a:pt x="1414638" y="59518"/>
                </a:cubicBezTo>
                <a:cubicBezTo>
                  <a:pt x="1414638" y="63344"/>
                  <a:pt x="1414549" y="67280"/>
                  <a:pt x="1414371" y="71328"/>
                </a:cubicBezTo>
                <a:cubicBezTo>
                  <a:pt x="1414193" y="75377"/>
                  <a:pt x="1414104" y="79670"/>
                  <a:pt x="1414104" y="84208"/>
                </a:cubicBezTo>
                <a:lnTo>
                  <a:pt x="1414104" y="92880"/>
                </a:lnTo>
                <a:cubicBezTo>
                  <a:pt x="1414104" y="94304"/>
                  <a:pt x="1414127" y="95706"/>
                  <a:pt x="1414171" y="97085"/>
                </a:cubicBezTo>
                <a:cubicBezTo>
                  <a:pt x="1414216" y="98464"/>
                  <a:pt x="1414283" y="99777"/>
                  <a:pt x="1414371" y="101021"/>
                </a:cubicBezTo>
                <a:cubicBezTo>
                  <a:pt x="1412591" y="100844"/>
                  <a:pt x="1410723" y="100755"/>
                  <a:pt x="1408767" y="100755"/>
                </a:cubicBezTo>
                <a:cubicBezTo>
                  <a:pt x="1406898" y="100755"/>
                  <a:pt x="1405074" y="100844"/>
                  <a:pt x="1403296" y="101021"/>
                </a:cubicBezTo>
                <a:cubicBezTo>
                  <a:pt x="1403473" y="96395"/>
                  <a:pt x="1403673" y="91636"/>
                  <a:pt x="1403894" y="86743"/>
                </a:cubicBezTo>
                <a:cubicBezTo>
                  <a:pt x="1404117" y="81849"/>
                  <a:pt x="1404228" y="76822"/>
                  <a:pt x="1404228" y="71662"/>
                </a:cubicBezTo>
                <a:lnTo>
                  <a:pt x="1404228" y="63521"/>
                </a:lnTo>
                <a:cubicBezTo>
                  <a:pt x="1404228" y="56849"/>
                  <a:pt x="1402938" y="51801"/>
                  <a:pt x="1400357" y="48376"/>
                </a:cubicBezTo>
                <a:cubicBezTo>
                  <a:pt x="1397778" y="44951"/>
                  <a:pt x="1394220" y="43238"/>
                  <a:pt x="1389683" y="43238"/>
                </a:cubicBezTo>
                <a:cubicBezTo>
                  <a:pt x="1383456" y="43238"/>
                  <a:pt x="1378897" y="45151"/>
                  <a:pt x="1376006" y="48976"/>
                </a:cubicBezTo>
                <a:cubicBezTo>
                  <a:pt x="1373114" y="52802"/>
                  <a:pt x="1371668" y="58184"/>
                  <a:pt x="1371668" y="65124"/>
                </a:cubicBezTo>
                <a:cubicBezTo>
                  <a:pt x="1371668" y="67615"/>
                  <a:pt x="1371690" y="70507"/>
                  <a:pt x="1371733" y="73798"/>
                </a:cubicBezTo>
                <a:cubicBezTo>
                  <a:pt x="1371778" y="77090"/>
                  <a:pt x="1371845" y="80405"/>
                  <a:pt x="1371933" y="83742"/>
                </a:cubicBezTo>
                <a:cubicBezTo>
                  <a:pt x="1372023" y="87077"/>
                  <a:pt x="1372134" y="90302"/>
                  <a:pt x="1372267" y="93416"/>
                </a:cubicBezTo>
                <a:cubicBezTo>
                  <a:pt x="1372401" y="96529"/>
                  <a:pt x="1372557" y="99064"/>
                  <a:pt x="1372735" y="101021"/>
                </a:cubicBezTo>
                <a:cubicBezTo>
                  <a:pt x="1370689" y="100844"/>
                  <a:pt x="1368688" y="100755"/>
                  <a:pt x="1366730" y="100755"/>
                </a:cubicBezTo>
                <a:cubicBezTo>
                  <a:pt x="1364773" y="100755"/>
                  <a:pt x="1362771" y="100844"/>
                  <a:pt x="1360725" y="101021"/>
                </a:cubicBezTo>
                <a:cubicBezTo>
                  <a:pt x="1360903" y="98976"/>
                  <a:pt x="1361059" y="96396"/>
                  <a:pt x="1361192" y="93282"/>
                </a:cubicBezTo>
                <a:cubicBezTo>
                  <a:pt x="1361325" y="90167"/>
                  <a:pt x="1361435" y="86875"/>
                  <a:pt x="1361524" y="83406"/>
                </a:cubicBezTo>
                <a:cubicBezTo>
                  <a:pt x="1361613" y="79936"/>
                  <a:pt x="1361680" y="76422"/>
                  <a:pt x="1361725" y="72864"/>
                </a:cubicBezTo>
                <a:cubicBezTo>
                  <a:pt x="1361770" y="69306"/>
                  <a:pt x="1361792" y="66014"/>
                  <a:pt x="1361792" y="62988"/>
                </a:cubicBezTo>
                <a:lnTo>
                  <a:pt x="1361792" y="38834"/>
                </a:lnTo>
                <a:close/>
                <a:moveTo>
                  <a:pt x="1441195" y="69528"/>
                </a:moveTo>
                <a:cubicBezTo>
                  <a:pt x="1441195" y="73264"/>
                  <a:pt x="1441528" y="76867"/>
                  <a:pt x="1442194" y="80337"/>
                </a:cubicBezTo>
                <a:cubicBezTo>
                  <a:pt x="1442862" y="83807"/>
                  <a:pt x="1443997" y="86898"/>
                  <a:pt x="1445597" y="89612"/>
                </a:cubicBezTo>
                <a:cubicBezTo>
                  <a:pt x="1447199" y="92326"/>
                  <a:pt x="1449334" y="94484"/>
                  <a:pt x="1452003" y="96085"/>
                </a:cubicBezTo>
                <a:cubicBezTo>
                  <a:pt x="1454672" y="97686"/>
                  <a:pt x="1457964" y="98486"/>
                  <a:pt x="1461879" y="98486"/>
                </a:cubicBezTo>
                <a:cubicBezTo>
                  <a:pt x="1465794" y="98486"/>
                  <a:pt x="1469086" y="97686"/>
                  <a:pt x="1471755" y="96085"/>
                </a:cubicBezTo>
                <a:cubicBezTo>
                  <a:pt x="1474424" y="94484"/>
                  <a:pt x="1476558" y="92326"/>
                  <a:pt x="1478159" y="89612"/>
                </a:cubicBezTo>
                <a:cubicBezTo>
                  <a:pt x="1479761" y="86898"/>
                  <a:pt x="1480895" y="83807"/>
                  <a:pt x="1481562" y="80337"/>
                </a:cubicBezTo>
                <a:cubicBezTo>
                  <a:pt x="1482230" y="76867"/>
                  <a:pt x="1482563" y="73264"/>
                  <a:pt x="1482563" y="69528"/>
                </a:cubicBezTo>
                <a:cubicBezTo>
                  <a:pt x="1482563" y="65791"/>
                  <a:pt x="1482230" y="62188"/>
                  <a:pt x="1481562" y="58718"/>
                </a:cubicBezTo>
                <a:cubicBezTo>
                  <a:pt x="1480895" y="55248"/>
                  <a:pt x="1479761" y="52157"/>
                  <a:pt x="1478159" y="49445"/>
                </a:cubicBezTo>
                <a:cubicBezTo>
                  <a:pt x="1476558" y="46731"/>
                  <a:pt x="1474424" y="44573"/>
                  <a:pt x="1471755" y="42971"/>
                </a:cubicBezTo>
                <a:cubicBezTo>
                  <a:pt x="1469086" y="41370"/>
                  <a:pt x="1465794" y="40569"/>
                  <a:pt x="1461879" y="40569"/>
                </a:cubicBezTo>
                <a:cubicBezTo>
                  <a:pt x="1457964" y="40569"/>
                  <a:pt x="1454672" y="41370"/>
                  <a:pt x="1452003" y="42971"/>
                </a:cubicBezTo>
                <a:cubicBezTo>
                  <a:pt x="1449334" y="44573"/>
                  <a:pt x="1447199" y="46731"/>
                  <a:pt x="1445597" y="49445"/>
                </a:cubicBezTo>
                <a:cubicBezTo>
                  <a:pt x="1443997" y="52157"/>
                  <a:pt x="1442862" y="55248"/>
                  <a:pt x="1442194" y="58718"/>
                </a:cubicBezTo>
                <a:cubicBezTo>
                  <a:pt x="1441528" y="62188"/>
                  <a:pt x="1441195" y="65791"/>
                  <a:pt x="1441195" y="69528"/>
                </a:cubicBezTo>
                <a:moveTo>
                  <a:pt x="1429451" y="69528"/>
                </a:moveTo>
                <a:cubicBezTo>
                  <a:pt x="1429451" y="63478"/>
                  <a:pt x="1430408" y="58340"/>
                  <a:pt x="1432321" y="54114"/>
                </a:cubicBezTo>
                <a:cubicBezTo>
                  <a:pt x="1434233" y="49888"/>
                  <a:pt x="1436746" y="46463"/>
                  <a:pt x="1439859" y="43839"/>
                </a:cubicBezTo>
                <a:cubicBezTo>
                  <a:pt x="1442973" y="41215"/>
                  <a:pt x="1446465" y="39302"/>
                  <a:pt x="1450335" y="38101"/>
                </a:cubicBezTo>
                <a:cubicBezTo>
                  <a:pt x="1454206" y="36899"/>
                  <a:pt x="1458054" y="36299"/>
                  <a:pt x="1461879" y="36299"/>
                </a:cubicBezTo>
                <a:cubicBezTo>
                  <a:pt x="1465794" y="36299"/>
                  <a:pt x="1469664" y="36899"/>
                  <a:pt x="1473490" y="38101"/>
                </a:cubicBezTo>
                <a:cubicBezTo>
                  <a:pt x="1477315" y="39302"/>
                  <a:pt x="1480784" y="41215"/>
                  <a:pt x="1483897" y="43839"/>
                </a:cubicBezTo>
                <a:cubicBezTo>
                  <a:pt x="1487011" y="46463"/>
                  <a:pt x="1489525" y="49888"/>
                  <a:pt x="1491438" y="54114"/>
                </a:cubicBezTo>
                <a:cubicBezTo>
                  <a:pt x="1493350" y="58340"/>
                  <a:pt x="1494307" y="63478"/>
                  <a:pt x="1494307" y="69528"/>
                </a:cubicBezTo>
                <a:cubicBezTo>
                  <a:pt x="1494307" y="75577"/>
                  <a:pt x="1493350" y="80715"/>
                  <a:pt x="1491438" y="84941"/>
                </a:cubicBezTo>
                <a:cubicBezTo>
                  <a:pt x="1489525" y="89167"/>
                  <a:pt x="1487011" y="92593"/>
                  <a:pt x="1483897" y="95218"/>
                </a:cubicBezTo>
                <a:cubicBezTo>
                  <a:pt x="1480784" y="97842"/>
                  <a:pt x="1477315" y="99688"/>
                  <a:pt x="1473490" y="100755"/>
                </a:cubicBezTo>
                <a:cubicBezTo>
                  <a:pt x="1469664" y="101822"/>
                  <a:pt x="1465794" y="102355"/>
                  <a:pt x="1461879" y="102355"/>
                </a:cubicBezTo>
                <a:cubicBezTo>
                  <a:pt x="1458054" y="102355"/>
                  <a:pt x="1454206" y="101822"/>
                  <a:pt x="1450335" y="100755"/>
                </a:cubicBezTo>
                <a:cubicBezTo>
                  <a:pt x="1446465" y="99688"/>
                  <a:pt x="1442973" y="97842"/>
                  <a:pt x="1439859" y="95218"/>
                </a:cubicBezTo>
                <a:cubicBezTo>
                  <a:pt x="1436746" y="92593"/>
                  <a:pt x="1434233" y="89167"/>
                  <a:pt x="1432321" y="84941"/>
                </a:cubicBezTo>
                <a:cubicBezTo>
                  <a:pt x="1430408" y="80715"/>
                  <a:pt x="1429451" y="75577"/>
                  <a:pt x="1429451" y="69528"/>
                </a:cubicBezTo>
                <a:close/>
                <a:moveTo>
                  <a:pt x="1523131" y="101021"/>
                </a:moveTo>
                <a:cubicBezTo>
                  <a:pt x="1522064" y="97729"/>
                  <a:pt x="1520641" y="93548"/>
                  <a:pt x="1518861" y="88478"/>
                </a:cubicBezTo>
                <a:cubicBezTo>
                  <a:pt x="1517083" y="83406"/>
                  <a:pt x="1515147" y="78001"/>
                  <a:pt x="1513055" y="72263"/>
                </a:cubicBezTo>
                <a:cubicBezTo>
                  <a:pt x="1510965" y="66525"/>
                  <a:pt x="1508785" y="60654"/>
                  <a:pt x="1506517" y="54649"/>
                </a:cubicBezTo>
                <a:cubicBezTo>
                  <a:pt x="1504249" y="48644"/>
                  <a:pt x="1502003" y="42971"/>
                  <a:pt x="1499779" y="37632"/>
                </a:cubicBezTo>
                <a:cubicBezTo>
                  <a:pt x="1500846" y="37811"/>
                  <a:pt x="1501891" y="37968"/>
                  <a:pt x="1502913" y="38101"/>
                </a:cubicBezTo>
                <a:cubicBezTo>
                  <a:pt x="1503936" y="38234"/>
                  <a:pt x="1504982" y="38300"/>
                  <a:pt x="1506051" y="38300"/>
                </a:cubicBezTo>
                <a:cubicBezTo>
                  <a:pt x="1507029" y="38300"/>
                  <a:pt x="1508008" y="38234"/>
                  <a:pt x="1508987" y="38101"/>
                </a:cubicBezTo>
                <a:cubicBezTo>
                  <a:pt x="1509966" y="37968"/>
                  <a:pt x="1511033" y="37811"/>
                  <a:pt x="1512188" y="37632"/>
                </a:cubicBezTo>
                <a:cubicBezTo>
                  <a:pt x="1514501" y="45996"/>
                  <a:pt x="1517059" y="54381"/>
                  <a:pt x="1519861" y="62788"/>
                </a:cubicBezTo>
                <a:cubicBezTo>
                  <a:pt x="1522664" y="71195"/>
                  <a:pt x="1525800" y="79848"/>
                  <a:pt x="1529270" y="88745"/>
                </a:cubicBezTo>
                <a:cubicBezTo>
                  <a:pt x="1530339" y="86254"/>
                  <a:pt x="1531629" y="82962"/>
                  <a:pt x="1533141" y="78869"/>
                </a:cubicBezTo>
                <a:cubicBezTo>
                  <a:pt x="1534653" y="74776"/>
                  <a:pt x="1536210" y="70372"/>
                  <a:pt x="1537810" y="65657"/>
                </a:cubicBezTo>
                <a:cubicBezTo>
                  <a:pt x="1539412" y="60943"/>
                  <a:pt x="1541013" y="56139"/>
                  <a:pt x="1542614" y="51247"/>
                </a:cubicBezTo>
                <a:cubicBezTo>
                  <a:pt x="1544216" y="46353"/>
                  <a:pt x="1545640" y="41815"/>
                  <a:pt x="1546886" y="37632"/>
                </a:cubicBezTo>
                <a:cubicBezTo>
                  <a:pt x="1548488" y="38078"/>
                  <a:pt x="1549822" y="38300"/>
                  <a:pt x="1550889" y="38300"/>
                </a:cubicBezTo>
                <a:cubicBezTo>
                  <a:pt x="1551601" y="38300"/>
                  <a:pt x="1552223" y="38234"/>
                  <a:pt x="1552757" y="38101"/>
                </a:cubicBezTo>
                <a:cubicBezTo>
                  <a:pt x="1553291" y="37968"/>
                  <a:pt x="1553915" y="37811"/>
                  <a:pt x="1554626" y="37632"/>
                </a:cubicBezTo>
                <a:cubicBezTo>
                  <a:pt x="1556849" y="46174"/>
                  <a:pt x="1559429" y="54604"/>
                  <a:pt x="1562366" y="62923"/>
                </a:cubicBezTo>
                <a:cubicBezTo>
                  <a:pt x="1565302" y="71240"/>
                  <a:pt x="1568371" y="79848"/>
                  <a:pt x="1571574" y="88745"/>
                </a:cubicBezTo>
                <a:cubicBezTo>
                  <a:pt x="1572730" y="85898"/>
                  <a:pt x="1574087" y="82406"/>
                  <a:pt x="1575644" y="78270"/>
                </a:cubicBezTo>
                <a:cubicBezTo>
                  <a:pt x="1577201" y="74132"/>
                  <a:pt x="1578825" y="69773"/>
                  <a:pt x="1580515" y="65191"/>
                </a:cubicBezTo>
                <a:cubicBezTo>
                  <a:pt x="1582205" y="60610"/>
                  <a:pt x="1583918" y="55917"/>
                  <a:pt x="1585653" y="51112"/>
                </a:cubicBezTo>
                <a:cubicBezTo>
                  <a:pt x="1587387" y="46308"/>
                  <a:pt x="1589011" y="41815"/>
                  <a:pt x="1590523" y="37632"/>
                </a:cubicBezTo>
                <a:cubicBezTo>
                  <a:pt x="1592303" y="38078"/>
                  <a:pt x="1593726" y="38300"/>
                  <a:pt x="1594793" y="38300"/>
                </a:cubicBezTo>
                <a:cubicBezTo>
                  <a:pt x="1595950" y="38300"/>
                  <a:pt x="1597284" y="38078"/>
                  <a:pt x="1598797" y="37632"/>
                </a:cubicBezTo>
                <a:cubicBezTo>
                  <a:pt x="1593726" y="48397"/>
                  <a:pt x="1588989" y="59029"/>
                  <a:pt x="1584586" y="69528"/>
                </a:cubicBezTo>
                <a:cubicBezTo>
                  <a:pt x="1580182" y="80026"/>
                  <a:pt x="1576067" y="90524"/>
                  <a:pt x="1572242" y="101021"/>
                </a:cubicBezTo>
                <a:cubicBezTo>
                  <a:pt x="1571263" y="100844"/>
                  <a:pt x="1570106" y="100755"/>
                  <a:pt x="1568772" y="100755"/>
                </a:cubicBezTo>
                <a:cubicBezTo>
                  <a:pt x="1568149" y="100755"/>
                  <a:pt x="1567526" y="100755"/>
                  <a:pt x="1566903" y="100755"/>
                </a:cubicBezTo>
                <a:cubicBezTo>
                  <a:pt x="1566281" y="100755"/>
                  <a:pt x="1565747" y="100844"/>
                  <a:pt x="1565302" y="101021"/>
                </a:cubicBezTo>
                <a:cubicBezTo>
                  <a:pt x="1562989" y="93103"/>
                  <a:pt x="1560453" y="85140"/>
                  <a:pt x="1557695" y="77134"/>
                </a:cubicBezTo>
                <a:cubicBezTo>
                  <a:pt x="1554937" y="69127"/>
                  <a:pt x="1551779" y="60720"/>
                  <a:pt x="1548220" y="51913"/>
                </a:cubicBezTo>
                <a:cubicBezTo>
                  <a:pt x="1547153" y="54582"/>
                  <a:pt x="1545863" y="57896"/>
                  <a:pt x="1544351" y="61856"/>
                </a:cubicBezTo>
                <a:cubicBezTo>
                  <a:pt x="1542839" y="65814"/>
                  <a:pt x="1541282" y="70062"/>
                  <a:pt x="1539680" y="74599"/>
                </a:cubicBezTo>
                <a:cubicBezTo>
                  <a:pt x="1538078" y="79136"/>
                  <a:pt x="1536476" y="83740"/>
                  <a:pt x="1534874" y="88411"/>
                </a:cubicBezTo>
                <a:cubicBezTo>
                  <a:pt x="1533274" y="93082"/>
                  <a:pt x="1531850" y="97285"/>
                  <a:pt x="1530604" y="101021"/>
                </a:cubicBezTo>
                <a:cubicBezTo>
                  <a:pt x="1529537" y="100844"/>
                  <a:pt x="1528291" y="100755"/>
                  <a:pt x="1526867" y="100755"/>
                </a:cubicBezTo>
                <a:cubicBezTo>
                  <a:pt x="1525445" y="100755"/>
                  <a:pt x="1524199" y="100844"/>
                  <a:pt x="1523131" y="101021"/>
                </a:cubicBezTo>
                <a:close/>
                <a:moveTo>
                  <a:pt x="1663339" y="88610"/>
                </a:moveTo>
                <a:cubicBezTo>
                  <a:pt x="1663785" y="89501"/>
                  <a:pt x="1664474" y="90480"/>
                  <a:pt x="1665408" y="91547"/>
                </a:cubicBezTo>
                <a:cubicBezTo>
                  <a:pt x="1666342" y="92614"/>
                  <a:pt x="1667454" y="93615"/>
                  <a:pt x="1668744" y="94550"/>
                </a:cubicBezTo>
                <a:cubicBezTo>
                  <a:pt x="1670035" y="95484"/>
                  <a:pt x="1671503" y="96263"/>
                  <a:pt x="1673148" y="96886"/>
                </a:cubicBezTo>
                <a:cubicBezTo>
                  <a:pt x="1674793" y="97507"/>
                  <a:pt x="1676551" y="97818"/>
                  <a:pt x="1678420" y="97818"/>
                </a:cubicBezTo>
                <a:cubicBezTo>
                  <a:pt x="1680110" y="97818"/>
                  <a:pt x="1681734" y="97552"/>
                  <a:pt x="1683291" y="97018"/>
                </a:cubicBezTo>
                <a:cubicBezTo>
                  <a:pt x="1684848" y="96485"/>
                  <a:pt x="1686226" y="95728"/>
                  <a:pt x="1687426" y="94750"/>
                </a:cubicBezTo>
                <a:cubicBezTo>
                  <a:pt x="1688628" y="93771"/>
                  <a:pt x="1689584" y="92525"/>
                  <a:pt x="1690295" y="91013"/>
                </a:cubicBezTo>
                <a:cubicBezTo>
                  <a:pt x="1691008" y="89501"/>
                  <a:pt x="1691365" y="87766"/>
                  <a:pt x="1691365" y="85808"/>
                </a:cubicBezTo>
                <a:cubicBezTo>
                  <a:pt x="1691365" y="83050"/>
                  <a:pt x="1690586" y="80937"/>
                  <a:pt x="1689029" y="79469"/>
                </a:cubicBezTo>
                <a:cubicBezTo>
                  <a:pt x="1687472" y="78002"/>
                  <a:pt x="1685537" y="76801"/>
                  <a:pt x="1683224" y="75867"/>
                </a:cubicBezTo>
                <a:cubicBezTo>
                  <a:pt x="1680910" y="74932"/>
                  <a:pt x="1678374" y="74109"/>
                  <a:pt x="1675616" y="73397"/>
                </a:cubicBezTo>
                <a:cubicBezTo>
                  <a:pt x="1672859" y="72686"/>
                  <a:pt x="1670324" y="71686"/>
                  <a:pt x="1668011" y="70396"/>
                </a:cubicBezTo>
                <a:cubicBezTo>
                  <a:pt x="1665697" y="69105"/>
                  <a:pt x="1663762" y="67392"/>
                  <a:pt x="1662205" y="65258"/>
                </a:cubicBezTo>
                <a:cubicBezTo>
                  <a:pt x="1660648" y="63123"/>
                  <a:pt x="1659870" y="60187"/>
                  <a:pt x="1659870" y="56449"/>
                </a:cubicBezTo>
                <a:cubicBezTo>
                  <a:pt x="1659870" y="53513"/>
                  <a:pt x="1660359" y="50822"/>
                  <a:pt x="1661338" y="48376"/>
                </a:cubicBezTo>
                <a:cubicBezTo>
                  <a:pt x="1662316" y="45929"/>
                  <a:pt x="1663740" y="43816"/>
                  <a:pt x="1665608" y="42037"/>
                </a:cubicBezTo>
                <a:cubicBezTo>
                  <a:pt x="1667476" y="40257"/>
                  <a:pt x="1669789" y="38856"/>
                  <a:pt x="1672547" y="37834"/>
                </a:cubicBezTo>
                <a:cubicBezTo>
                  <a:pt x="1675306" y="36810"/>
                  <a:pt x="1678464" y="36299"/>
                  <a:pt x="1682022" y="36299"/>
                </a:cubicBezTo>
                <a:cubicBezTo>
                  <a:pt x="1685314" y="36299"/>
                  <a:pt x="1688094" y="36744"/>
                  <a:pt x="1690363" y="37634"/>
                </a:cubicBezTo>
                <a:cubicBezTo>
                  <a:pt x="1692631" y="38524"/>
                  <a:pt x="1694789" y="39324"/>
                  <a:pt x="1696836" y="40035"/>
                </a:cubicBezTo>
                <a:cubicBezTo>
                  <a:pt x="1696123" y="41370"/>
                  <a:pt x="1695455" y="43016"/>
                  <a:pt x="1694832" y="44973"/>
                </a:cubicBezTo>
                <a:cubicBezTo>
                  <a:pt x="1694211" y="46931"/>
                  <a:pt x="1693811" y="48443"/>
                  <a:pt x="1693633" y="49510"/>
                </a:cubicBezTo>
                <a:lnTo>
                  <a:pt x="1692030" y="49510"/>
                </a:lnTo>
                <a:cubicBezTo>
                  <a:pt x="1691319" y="47374"/>
                  <a:pt x="1689940" y="45462"/>
                  <a:pt x="1687893" y="43772"/>
                </a:cubicBezTo>
                <a:cubicBezTo>
                  <a:pt x="1685847" y="42082"/>
                  <a:pt x="1683312" y="41236"/>
                  <a:pt x="1680287" y="41236"/>
                </a:cubicBezTo>
                <a:cubicBezTo>
                  <a:pt x="1678953" y="41236"/>
                  <a:pt x="1677618" y="41459"/>
                  <a:pt x="1676284" y="41904"/>
                </a:cubicBezTo>
                <a:cubicBezTo>
                  <a:pt x="1674949" y="42348"/>
                  <a:pt x="1673748" y="43016"/>
                  <a:pt x="1672680" y="43906"/>
                </a:cubicBezTo>
                <a:cubicBezTo>
                  <a:pt x="1671613" y="44795"/>
                  <a:pt x="1670724" y="45952"/>
                  <a:pt x="1670012" y="47376"/>
                </a:cubicBezTo>
                <a:cubicBezTo>
                  <a:pt x="1669301" y="48799"/>
                  <a:pt x="1668945" y="50489"/>
                  <a:pt x="1668945" y="52446"/>
                </a:cubicBezTo>
                <a:cubicBezTo>
                  <a:pt x="1668945" y="55293"/>
                  <a:pt x="1669723" y="57495"/>
                  <a:pt x="1671279" y="59052"/>
                </a:cubicBezTo>
                <a:cubicBezTo>
                  <a:pt x="1672836" y="60609"/>
                  <a:pt x="1674771" y="61833"/>
                  <a:pt x="1677084" y="62723"/>
                </a:cubicBezTo>
                <a:cubicBezTo>
                  <a:pt x="1679397" y="63612"/>
                  <a:pt x="1681933" y="64391"/>
                  <a:pt x="1684690" y="65059"/>
                </a:cubicBezTo>
                <a:cubicBezTo>
                  <a:pt x="1687448" y="65725"/>
                  <a:pt x="1689984" y="66659"/>
                  <a:pt x="1692297" y="67861"/>
                </a:cubicBezTo>
                <a:cubicBezTo>
                  <a:pt x="1694610" y="69061"/>
                  <a:pt x="1696545" y="70728"/>
                  <a:pt x="1698103" y="72864"/>
                </a:cubicBezTo>
                <a:cubicBezTo>
                  <a:pt x="1699660" y="74999"/>
                  <a:pt x="1700438" y="77935"/>
                  <a:pt x="1700438" y="81671"/>
                </a:cubicBezTo>
                <a:cubicBezTo>
                  <a:pt x="1700438" y="84251"/>
                  <a:pt x="1699882" y="86787"/>
                  <a:pt x="1698770" y="89278"/>
                </a:cubicBezTo>
                <a:cubicBezTo>
                  <a:pt x="1697659" y="91769"/>
                  <a:pt x="1696057" y="94016"/>
                  <a:pt x="1693965" y="96018"/>
                </a:cubicBezTo>
                <a:cubicBezTo>
                  <a:pt x="1691874" y="98019"/>
                  <a:pt x="1689361" y="99576"/>
                  <a:pt x="1686425" y="100687"/>
                </a:cubicBezTo>
                <a:cubicBezTo>
                  <a:pt x="1683490" y="101799"/>
                  <a:pt x="1680154" y="102355"/>
                  <a:pt x="1676418" y="102355"/>
                </a:cubicBezTo>
                <a:cubicBezTo>
                  <a:pt x="1672325" y="102355"/>
                  <a:pt x="1668900" y="101955"/>
                  <a:pt x="1666141" y="101154"/>
                </a:cubicBezTo>
                <a:cubicBezTo>
                  <a:pt x="1663384" y="100354"/>
                  <a:pt x="1661071" y="99420"/>
                  <a:pt x="1659202" y="98352"/>
                </a:cubicBezTo>
                <a:cubicBezTo>
                  <a:pt x="1659737" y="97195"/>
                  <a:pt x="1660293" y="95616"/>
                  <a:pt x="1660871" y="93615"/>
                </a:cubicBezTo>
                <a:cubicBezTo>
                  <a:pt x="1661450" y="91613"/>
                  <a:pt x="1661739" y="89945"/>
                  <a:pt x="1661739" y="88610"/>
                </a:cubicBezTo>
                <a:lnTo>
                  <a:pt x="1663339" y="88610"/>
                </a:lnTo>
                <a:close/>
                <a:moveTo>
                  <a:pt x="1728063" y="19752"/>
                </a:moveTo>
                <a:cubicBezTo>
                  <a:pt x="1727796" y="23132"/>
                  <a:pt x="1727595" y="26446"/>
                  <a:pt x="1727460" y="29693"/>
                </a:cubicBezTo>
                <a:cubicBezTo>
                  <a:pt x="1727327" y="32940"/>
                  <a:pt x="1727172" y="36210"/>
                  <a:pt x="1726994" y="39502"/>
                </a:cubicBezTo>
                <a:cubicBezTo>
                  <a:pt x="1727973" y="39502"/>
                  <a:pt x="1729797" y="39479"/>
                  <a:pt x="1732466" y="39434"/>
                </a:cubicBezTo>
                <a:cubicBezTo>
                  <a:pt x="1735134" y="39390"/>
                  <a:pt x="1738026" y="39278"/>
                  <a:pt x="1741140" y="39100"/>
                </a:cubicBezTo>
                <a:cubicBezTo>
                  <a:pt x="1741052" y="39368"/>
                  <a:pt x="1741008" y="39857"/>
                  <a:pt x="1741008" y="40569"/>
                </a:cubicBezTo>
                <a:lnTo>
                  <a:pt x="1741008" y="41904"/>
                </a:lnTo>
                <a:lnTo>
                  <a:pt x="1741008" y="43373"/>
                </a:lnTo>
                <a:cubicBezTo>
                  <a:pt x="1741008" y="43994"/>
                  <a:pt x="1741052" y="44439"/>
                  <a:pt x="1741140" y="44706"/>
                </a:cubicBezTo>
                <a:cubicBezTo>
                  <a:pt x="1739984" y="44617"/>
                  <a:pt x="1738782" y="44550"/>
                  <a:pt x="1737536" y="44507"/>
                </a:cubicBezTo>
                <a:cubicBezTo>
                  <a:pt x="1736291" y="44462"/>
                  <a:pt x="1734957" y="44440"/>
                  <a:pt x="1733533" y="44440"/>
                </a:cubicBezTo>
                <a:lnTo>
                  <a:pt x="1726994" y="44440"/>
                </a:lnTo>
                <a:cubicBezTo>
                  <a:pt x="1726906" y="44795"/>
                  <a:pt x="1726795" y="46219"/>
                  <a:pt x="1726660" y="48710"/>
                </a:cubicBezTo>
                <a:cubicBezTo>
                  <a:pt x="1726527" y="51201"/>
                  <a:pt x="1726416" y="54159"/>
                  <a:pt x="1726326" y="57584"/>
                </a:cubicBezTo>
                <a:cubicBezTo>
                  <a:pt x="1726238" y="61009"/>
                  <a:pt x="1726171" y="64590"/>
                  <a:pt x="1726127" y="68327"/>
                </a:cubicBezTo>
                <a:cubicBezTo>
                  <a:pt x="1726082" y="72063"/>
                  <a:pt x="1726059" y="75399"/>
                  <a:pt x="1726059" y="78335"/>
                </a:cubicBezTo>
                <a:cubicBezTo>
                  <a:pt x="1726059" y="80826"/>
                  <a:pt x="1726126" y="83273"/>
                  <a:pt x="1726259" y="85676"/>
                </a:cubicBezTo>
                <a:cubicBezTo>
                  <a:pt x="1726393" y="88077"/>
                  <a:pt x="1726816" y="90235"/>
                  <a:pt x="1727528" y="92147"/>
                </a:cubicBezTo>
                <a:cubicBezTo>
                  <a:pt x="1728240" y="94060"/>
                  <a:pt x="1729308" y="95595"/>
                  <a:pt x="1730731" y="96751"/>
                </a:cubicBezTo>
                <a:cubicBezTo>
                  <a:pt x="1732155" y="97908"/>
                  <a:pt x="1734201" y="98486"/>
                  <a:pt x="1736870" y="98486"/>
                </a:cubicBezTo>
                <a:cubicBezTo>
                  <a:pt x="1737581" y="98486"/>
                  <a:pt x="1738538" y="98397"/>
                  <a:pt x="1739739" y="98219"/>
                </a:cubicBezTo>
                <a:cubicBezTo>
                  <a:pt x="1740941" y="98042"/>
                  <a:pt x="1741986" y="97819"/>
                  <a:pt x="1742875" y="97552"/>
                </a:cubicBezTo>
                <a:lnTo>
                  <a:pt x="1742875" y="100755"/>
                </a:lnTo>
                <a:cubicBezTo>
                  <a:pt x="1741363" y="101022"/>
                  <a:pt x="1739694" y="101355"/>
                  <a:pt x="1737870" y="101754"/>
                </a:cubicBezTo>
                <a:cubicBezTo>
                  <a:pt x="1736047" y="102155"/>
                  <a:pt x="1734290" y="102355"/>
                  <a:pt x="1732600" y="102355"/>
                </a:cubicBezTo>
                <a:cubicBezTo>
                  <a:pt x="1726995" y="102355"/>
                  <a:pt x="1722858" y="100977"/>
                  <a:pt x="1720189" y="98219"/>
                </a:cubicBezTo>
                <a:cubicBezTo>
                  <a:pt x="1717520" y="95461"/>
                  <a:pt x="1716186" y="91413"/>
                  <a:pt x="1716186" y="86075"/>
                </a:cubicBezTo>
                <a:cubicBezTo>
                  <a:pt x="1716186" y="83674"/>
                  <a:pt x="1716230" y="81072"/>
                  <a:pt x="1716318" y="78270"/>
                </a:cubicBezTo>
                <a:cubicBezTo>
                  <a:pt x="1716408" y="75467"/>
                  <a:pt x="1716519" y="72398"/>
                  <a:pt x="1716652" y="69062"/>
                </a:cubicBezTo>
                <a:cubicBezTo>
                  <a:pt x="1716785" y="65725"/>
                  <a:pt x="1716896" y="62033"/>
                  <a:pt x="1716986" y="57985"/>
                </a:cubicBezTo>
                <a:cubicBezTo>
                  <a:pt x="1717075" y="53937"/>
                  <a:pt x="1717120" y="49422"/>
                  <a:pt x="1717120" y="44440"/>
                </a:cubicBezTo>
                <a:lnTo>
                  <a:pt x="1712848" y="44440"/>
                </a:lnTo>
                <a:cubicBezTo>
                  <a:pt x="1712137" y="44440"/>
                  <a:pt x="1711381" y="44462"/>
                  <a:pt x="1710580" y="44507"/>
                </a:cubicBezTo>
                <a:cubicBezTo>
                  <a:pt x="1709779" y="44550"/>
                  <a:pt x="1708934" y="44617"/>
                  <a:pt x="1708045" y="44706"/>
                </a:cubicBezTo>
                <a:cubicBezTo>
                  <a:pt x="1708134" y="44173"/>
                  <a:pt x="1708201" y="43662"/>
                  <a:pt x="1708244" y="43173"/>
                </a:cubicBezTo>
                <a:cubicBezTo>
                  <a:pt x="1708289" y="42683"/>
                  <a:pt x="1708311" y="42171"/>
                  <a:pt x="1708311" y="41638"/>
                </a:cubicBezTo>
                <a:cubicBezTo>
                  <a:pt x="1708311" y="41192"/>
                  <a:pt x="1708289" y="40748"/>
                  <a:pt x="1708244" y="40304"/>
                </a:cubicBezTo>
                <a:cubicBezTo>
                  <a:pt x="1708201" y="39859"/>
                  <a:pt x="1708134" y="39413"/>
                  <a:pt x="1708045" y="38968"/>
                </a:cubicBezTo>
                <a:cubicBezTo>
                  <a:pt x="1712048" y="39234"/>
                  <a:pt x="1714984" y="39367"/>
                  <a:pt x="1716851" y="39367"/>
                </a:cubicBezTo>
                <a:cubicBezTo>
                  <a:pt x="1716763" y="37589"/>
                  <a:pt x="1716697" y="35365"/>
                  <a:pt x="1716652" y="32696"/>
                </a:cubicBezTo>
                <a:cubicBezTo>
                  <a:pt x="1716607" y="30028"/>
                  <a:pt x="1716496" y="27269"/>
                  <a:pt x="1716318" y="24421"/>
                </a:cubicBezTo>
                <a:lnTo>
                  <a:pt x="1727395" y="19752"/>
                </a:lnTo>
                <a:lnTo>
                  <a:pt x="1728063" y="19752"/>
                </a:lnTo>
                <a:close/>
                <a:moveTo>
                  <a:pt x="1783576" y="48575"/>
                </a:moveTo>
                <a:cubicBezTo>
                  <a:pt x="1783132" y="48042"/>
                  <a:pt x="1782265" y="47553"/>
                  <a:pt x="1780974" y="47109"/>
                </a:cubicBezTo>
                <a:cubicBezTo>
                  <a:pt x="1779684" y="46664"/>
                  <a:pt x="1778372" y="46441"/>
                  <a:pt x="1777038" y="46441"/>
                </a:cubicBezTo>
                <a:cubicBezTo>
                  <a:pt x="1774902" y="46441"/>
                  <a:pt x="1772990" y="46931"/>
                  <a:pt x="1771299" y="47909"/>
                </a:cubicBezTo>
                <a:cubicBezTo>
                  <a:pt x="1769609" y="48888"/>
                  <a:pt x="1768186" y="50200"/>
                  <a:pt x="1767029" y="51845"/>
                </a:cubicBezTo>
                <a:cubicBezTo>
                  <a:pt x="1765873" y="53491"/>
                  <a:pt x="1764983" y="55448"/>
                  <a:pt x="1764360" y="57718"/>
                </a:cubicBezTo>
                <a:cubicBezTo>
                  <a:pt x="1763738" y="59986"/>
                  <a:pt x="1763427" y="62410"/>
                  <a:pt x="1763427" y="64990"/>
                </a:cubicBezTo>
                <a:lnTo>
                  <a:pt x="1763427" y="79669"/>
                </a:lnTo>
                <a:cubicBezTo>
                  <a:pt x="1763427" y="85630"/>
                  <a:pt x="1763449" y="90190"/>
                  <a:pt x="1763492" y="93349"/>
                </a:cubicBezTo>
                <a:cubicBezTo>
                  <a:pt x="1763537" y="96506"/>
                  <a:pt x="1763693" y="99064"/>
                  <a:pt x="1763961" y="101021"/>
                </a:cubicBezTo>
                <a:cubicBezTo>
                  <a:pt x="1762181" y="100844"/>
                  <a:pt x="1760401" y="100755"/>
                  <a:pt x="1758622" y="100755"/>
                </a:cubicBezTo>
                <a:cubicBezTo>
                  <a:pt x="1756664" y="100755"/>
                  <a:pt x="1754796" y="100844"/>
                  <a:pt x="1753018" y="101021"/>
                </a:cubicBezTo>
                <a:cubicBezTo>
                  <a:pt x="1753284" y="97997"/>
                  <a:pt x="1753439" y="93882"/>
                  <a:pt x="1753484" y="88677"/>
                </a:cubicBezTo>
                <a:cubicBezTo>
                  <a:pt x="1753529" y="83473"/>
                  <a:pt x="1753551" y="77090"/>
                  <a:pt x="1753551" y="69528"/>
                </a:cubicBezTo>
                <a:lnTo>
                  <a:pt x="1753551" y="65256"/>
                </a:lnTo>
                <a:cubicBezTo>
                  <a:pt x="1753551" y="61788"/>
                  <a:pt x="1753529" y="57785"/>
                  <a:pt x="1753484" y="53248"/>
                </a:cubicBezTo>
                <a:cubicBezTo>
                  <a:pt x="1753439" y="48710"/>
                  <a:pt x="1753284" y="43505"/>
                  <a:pt x="1753018" y="37632"/>
                </a:cubicBezTo>
                <a:cubicBezTo>
                  <a:pt x="1753997" y="37811"/>
                  <a:pt x="1754931" y="37968"/>
                  <a:pt x="1755820" y="38101"/>
                </a:cubicBezTo>
                <a:cubicBezTo>
                  <a:pt x="1756709" y="38234"/>
                  <a:pt x="1757643" y="38300"/>
                  <a:pt x="1758622" y="38300"/>
                </a:cubicBezTo>
                <a:cubicBezTo>
                  <a:pt x="1759423" y="38300"/>
                  <a:pt x="1760268" y="38234"/>
                  <a:pt x="1761157" y="38101"/>
                </a:cubicBezTo>
                <a:cubicBezTo>
                  <a:pt x="1762047" y="37968"/>
                  <a:pt x="1762982" y="37811"/>
                  <a:pt x="1763961" y="37632"/>
                </a:cubicBezTo>
                <a:cubicBezTo>
                  <a:pt x="1763605" y="40836"/>
                  <a:pt x="1763405" y="43372"/>
                  <a:pt x="1763360" y="45240"/>
                </a:cubicBezTo>
                <a:cubicBezTo>
                  <a:pt x="1763315" y="47108"/>
                  <a:pt x="1763293" y="48887"/>
                  <a:pt x="1763293" y="50577"/>
                </a:cubicBezTo>
                <a:lnTo>
                  <a:pt x="1763560" y="50711"/>
                </a:lnTo>
                <a:cubicBezTo>
                  <a:pt x="1768809" y="41103"/>
                  <a:pt x="1774681" y="36299"/>
                  <a:pt x="1781175" y="36299"/>
                </a:cubicBezTo>
                <a:cubicBezTo>
                  <a:pt x="1781976" y="36299"/>
                  <a:pt x="1782666" y="36343"/>
                  <a:pt x="1783244" y="36433"/>
                </a:cubicBezTo>
                <a:cubicBezTo>
                  <a:pt x="1783822" y="36521"/>
                  <a:pt x="1784556" y="36743"/>
                  <a:pt x="1785445" y="37099"/>
                </a:cubicBezTo>
                <a:cubicBezTo>
                  <a:pt x="1785000" y="38167"/>
                  <a:pt x="1784733" y="39791"/>
                  <a:pt x="1784643" y="41972"/>
                </a:cubicBezTo>
                <a:cubicBezTo>
                  <a:pt x="1784555" y="44150"/>
                  <a:pt x="1784511" y="46130"/>
                  <a:pt x="1784511" y="47909"/>
                </a:cubicBezTo>
                <a:lnTo>
                  <a:pt x="1783576" y="48575"/>
                </a:lnTo>
                <a:close/>
                <a:moveTo>
                  <a:pt x="1803728" y="69528"/>
                </a:moveTo>
                <a:cubicBezTo>
                  <a:pt x="1803728" y="73264"/>
                  <a:pt x="1804061" y="76867"/>
                  <a:pt x="1804727" y="80337"/>
                </a:cubicBezTo>
                <a:cubicBezTo>
                  <a:pt x="1805395" y="83807"/>
                  <a:pt x="1806530" y="86898"/>
                  <a:pt x="1808130" y="89612"/>
                </a:cubicBezTo>
                <a:cubicBezTo>
                  <a:pt x="1809732" y="92326"/>
                  <a:pt x="1811867" y="94484"/>
                  <a:pt x="1814536" y="96085"/>
                </a:cubicBezTo>
                <a:cubicBezTo>
                  <a:pt x="1817205" y="97686"/>
                  <a:pt x="1820497" y="98486"/>
                  <a:pt x="1824412" y="98486"/>
                </a:cubicBezTo>
                <a:cubicBezTo>
                  <a:pt x="1828327" y="98486"/>
                  <a:pt x="1831619" y="97686"/>
                  <a:pt x="1834288" y="96085"/>
                </a:cubicBezTo>
                <a:cubicBezTo>
                  <a:pt x="1836957" y="94484"/>
                  <a:pt x="1839092" y="92326"/>
                  <a:pt x="1840692" y="89612"/>
                </a:cubicBezTo>
                <a:cubicBezTo>
                  <a:pt x="1842294" y="86898"/>
                  <a:pt x="1843428" y="83807"/>
                  <a:pt x="1844095" y="80337"/>
                </a:cubicBezTo>
                <a:cubicBezTo>
                  <a:pt x="1844763" y="76867"/>
                  <a:pt x="1845096" y="73264"/>
                  <a:pt x="1845096" y="69528"/>
                </a:cubicBezTo>
                <a:cubicBezTo>
                  <a:pt x="1845096" y="65791"/>
                  <a:pt x="1844763" y="62188"/>
                  <a:pt x="1844095" y="58718"/>
                </a:cubicBezTo>
                <a:cubicBezTo>
                  <a:pt x="1843428" y="55248"/>
                  <a:pt x="1842294" y="52157"/>
                  <a:pt x="1840692" y="49445"/>
                </a:cubicBezTo>
                <a:cubicBezTo>
                  <a:pt x="1839092" y="46731"/>
                  <a:pt x="1836957" y="44573"/>
                  <a:pt x="1834288" y="42971"/>
                </a:cubicBezTo>
                <a:cubicBezTo>
                  <a:pt x="1831619" y="41370"/>
                  <a:pt x="1828327" y="40569"/>
                  <a:pt x="1824412" y="40569"/>
                </a:cubicBezTo>
                <a:cubicBezTo>
                  <a:pt x="1820497" y="40569"/>
                  <a:pt x="1817205" y="41370"/>
                  <a:pt x="1814536" y="42971"/>
                </a:cubicBezTo>
                <a:cubicBezTo>
                  <a:pt x="1811867" y="44573"/>
                  <a:pt x="1809732" y="46731"/>
                  <a:pt x="1808130" y="49445"/>
                </a:cubicBezTo>
                <a:cubicBezTo>
                  <a:pt x="1806530" y="52157"/>
                  <a:pt x="1805395" y="55248"/>
                  <a:pt x="1804727" y="58718"/>
                </a:cubicBezTo>
                <a:cubicBezTo>
                  <a:pt x="1804061" y="62188"/>
                  <a:pt x="1803728" y="65791"/>
                  <a:pt x="1803728" y="69528"/>
                </a:cubicBezTo>
                <a:moveTo>
                  <a:pt x="1791984" y="69528"/>
                </a:moveTo>
                <a:cubicBezTo>
                  <a:pt x="1791984" y="63478"/>
                  <a:pt x="1792941" y="58340"/>
                  <a:pt x="1794854" y="54114"/>
                </a:cubicBezTo>
                <a:cubicBezTo>
                  <a:pt x="1796766" y="49888"/>
                  <a:pt x="1799279" y="46463"/>
                  <a:pt x="1802392" y="43839"/>
                </a:cubicBezTo>
                <a:cubicBezTo>
                  <a:pt x="1805506" y="41215"/>
                  <a:pt x="1808998" y="39302"/>
                  <a:pt x="1812868" y="38101"/>
                </a:cubicBezTo>
                <a:cubicBezTo>
                  <a:pt x="1816739" y="36899"/>
                  <a:pt x="1820587" y="36299"/>
                  <a:pt x="1824412" y="36299"/>
                </a:cubicBezTo>
                <a:cubicBezTo>
                  <a:pt x="1828327" y="36299"/>
                  <a:pt x="1832197" y="36899"/>
                  <a:pt x="1836023" y="38101"/>
                </a:cubicBezTo>
                <a:cubicBezTo>
                  <a:pt x="1839848" y="39302"/>
                  <a:pt x="1843317" y="41215"/>
                  <a:pt x="1846430" y="43839"/>
                </a:cubicBezTo>
                <a:cubicBezTo>
                  <a:pt x="1849544" y="46463"/>
                  <a:pt x="1852058" y="49888"/>
                  <a:pt x="1853971" y="54114"/>
                </a:cubicBezTo>
                <a:cubicBezTo>
                  <a:pt x="1855883" y="58340"/>
                  <a:pt x="1856840" y="63478"/>
                  <a:pt x="1856840" y="69528"/>
                </a:cubicBezTo>
                <a:cubicBezTo>
                  <a:pt x="1856840" y="75577"/>
                  <a:pt x="1855883" y="80715"/>
                  <a:pt x="1853971" y="84941"/>
                </a:cubicBezTo>
                <a:cubicBezTo>
                  <a:pt x="1852058" y="89167"/>
                  <a:pt x="1849544" y="92593"/>
                  <a:pt x="1846430" y="95218"/>
                </a:cubicBezTo>
                <a:cubicBezTo>
                  <a:pt x="1843317" y="97842"/>
                  <a:pt x="1839848" y="99688"/>
                  <a:pt x="1836023" y="100755"/>
                </a:cubicBezTo>
                <a:cubicBezTo>
                  <a:pt x="1832197" y="101822"/>
                  <a:pt x="1828327" y="102355"/>
                  <a:pt x="1824412" y="102355"/>
                </a:cubicBezTo>
                <a:cubicBezTo>
                  <a:pt x="1820587" y="102355"/>
                  <a:pt x="1816739" y="101822"/>
                  <a:pt x="1812868" y="100755"/>
                </a:cubicBezTo>
                <a:cubicBezTo>
                  <a:pt x="1808998" y="99688"/>
                  <a:pt x="1805506" y="97842"/>
                  <a:pt x="1802392" y="95218"/>
                </a:cubicBezTo>
                <a:cubicBezTo>
                  <a:pt x="1799279" y="92593"/>
                  <a:pt x="1796766" y="89167"/>
                  <a:pt x="1794854" y="84941"/>
                </a:cubicBezTo>
                <a:cubicBezTo>
                  <a:pt x="1792941" y="80715"/>
                  <a:pt x="1791984" y="75577"/>
                  <a:pt x="1791984" y="69528"/>
                </a:cubicBezTo>
                <a:close/>
                <a:moveTo>
                  <a:pt x="1915157" y="63521"/>
                </a:moveTo>
                <a:cubicBezTo>
                  <a:pt x="1915157" y="56849"/>
                  <a:pt x="1913866" y="51801"/>
                  <a:pt x="1911286" y="48376"/>
                </a:cubicBezTo>
                <a:cubicBezTo>
                  <a:pt x="1908706" y="44951"/>
                  <a:pt x="1905148" y="43238"/>
                  <a:pt x="1900612" y="43238"/>
                </a:cubicBezTo>
                <a:cubicBezTo>
                  <a:pt x="1894385" y="43238"/>
                  <a:pt x="1889825" y="45151"/>
                  <a:pt x="1886934" y="48976"/>
                </a:cubicBezTo>
                <a:cubicBezTo>
                  <a:pt x="1884042" y="52802"/>
                  <a:pt x="1882597" y="58184"/>
                  <a:pt x="1882597" y="65124"/>
                </a:cubicBezTo>
                <a:lnTo>
                  <a:pt x="1882597" y="76466"/>
                </a:lnTo>
                <a:cubicBezTo>
                  <a:pt x="1882597" y="80471"/>
                  <a:pt x="1882663" y="84675"/>
                  <a:pt x="1882796" y="89079"/>
                </a:cubicBezTo>
                <a:cubicBezTo>
                  <a:pt x="1882929" y="93482"/>
                  <a:pt x="1883218" y="97463"/>
                  <a:pt x="1883664" y="101021"/>
                </a:cubicBezTo>
                <a:cubicBezTo>
                  <a:pt x="1881618" y="100844"/>
                  <a:pt x="1879616" y="100755"/>
                  <a:pt x="1877659" y="100755"/>
                </a:cubicBezTo>
                <a:cubicBezTo>
                  <a:pt x="1875701" y="100755"/>
                  <a:pt x="1873700" y="100844"/>
                  <a:pt x="1871654" y="101021"/>
                </a:cubicBezTo>
                <a:cubicBezTo>
                  <a:pt x="1872098" y="97463"/>
                  <a:pt x="1872386" y="93482"/>
                  <a:pt x="1872519" y="89079"/>
                </a:cubicBezTo>
                <a:cubicBezTo>
                  <a:pt x="1872654" y="84675"/>
                  <a:pt x="1872721" y="80471"/>
                  <a:pt x="1872721" y="76466"/>
                </a:cubicBezTo>
                <a:lnTo>
                  <a:pt x="1872721" y="62589"/>
                </a:lnTo>
                <a:cubicBezTo>
                  <a:pt x="1872721" y="58586"/>
                  <a:pt x="1872654" y="54382"/>
                  <a:pt x="1872519" y="49978"/>
                </a:cubicBezTo>
                <a:cubicBezTo>
                  <a:pt x="1872386" y="45574"/>
                  <a:pt x="1872098" y="41459"/>
                  <a:pt x="1871654" y="37632"/>
                </a:cubicBezTo>
                <a:cubicBezTo>
                  <a:pt x="1874145" y="38078"/>
                  <a:pt x="1876146" y="38300"/>
                  <a:pt x="1877659" y="38300"/>
                </a:cubicBezTo>
                <a:cubicBezTo>
                  <a:pt x="1878370" y="38300"/>
                  <a:pt x="1879148" y="38234"/>
                  <a:pt x="1879992" y="38101"/>
                </a:cubicBezTo>
                <a:cubicBezTo>
                  <a:pt x="1880838" y="37968"/>
                  <a:pt x="1881839" y="37811"/>
                  <a:pt x="1882996" y="37632"/>
                </a:cubicBezTo>
                <a:cubicBezTo>
                  <a:pt x="1882730" y="41192"/>
                  <a:pt x="1882597" y="44750"/>
                  <a:pt x="1882597" y="48308"/>
                </a:cubicBezTo>
                <a:lnTo>
                  <a:pt x="1882863" y="48308"/>
                </a:lnTo>
                <a:cubicBezTo>
                  <a:pt x="1885354" y="44483"/>
                  <a:pt x="1888335" y="41525"/>
                  <a:pt x="1891805" y="39434"/>
                </a:cubicBezTo>
                <a:cubicBezTo>
                  <a:pt x="1895274" y="37344"/>
                  <a:pt x="1899412" y="36299"/>
                  <a:pt x="1904216" y="36299"/>
                </a:cubicBezTo>
                <a:cubicBezTo>
                  <a:pt x="1906707" y="36299"/>
                  <a:pt x="1909220" y="36655"/>
                  <a:pt x="1911754" y="37368"/>
                </a:cubicBezTo>
                <a:cubicBezTo>
                  <a:pt x="1914290" y="38079"/>
                  <a:pt x="1916581" y="39302"/>
                  <a:pt x="1918626" y="41037"/>
                </a:cubicBezTo>
                <a:cubicBezTo>
                  <a:pt x="1920674" y="42772"/>
                  <a:pt x="1922342" y="45130"/>
                  <a:pt x="1923632" y="48111"/>
                </a:cubicBezTo>
                <a:cubicBezTo>
                  <a:pt x="1924921" y="51091"/>
                  <a:pt x="1925566" y="54893"/>
                  <a:pt x="1925566" y="59518"/>
                </a:cubicBezTo>
                <a:cubicBezTo>
                  <a:pt x="1925566" y="63344"/>
                  <a:pt x="1925477" y="67280"/>
                  <a:pt x="1925299" y="71328"/>
                </a:cubicBezTo>
                <a:cubicBezTo>
                  <a:pt x="1925121" y="75377"/>
                  <a:pt x="1925033" y="79670"/>
                  <a:pt x="1925033" y="84208"/>
                </a:cubicBezTo>
                <a:lnTo>
                  <a:pt x="1925033" y="92880"/>
                </a:lnTo>
                <a:cubicBezTo>
                  <a:pt x="1925033" y="94304"/>
                  <a:pt x="1925055" y="95706"/>
                  <a:pt x="1925100" y="97085"/>
                </a:cubicBezTo>
                <a:cubicBezTo>
                  <a:pt x="1925145" y="98464"/>
                  <a:pt x="1925211" y="99777"/>
                  <a:pt x="1925299" y="101021"/>
                </a:cubicBezTo>
                <a:cubicBezTo>
                  <a:pt x="1923520" y="100844"/>
                  <a:pt x="1921652" y="100755"/>
                  <a:pt x="1919695" y="100755"/>
                </a:cubicBezTo>
                <a:cubicBezTo>
                  <a:pt x="1917826" y="100755"/>
                  <a:pt x="1916002" y="100844"/>
                  <a:pt x="1914224" y="101021"/>
                </a:cubicBezTo>
                <a:cubicBezTo>
                  <a:pt x="1914402" y="96395"/>
                  <a:pt x="1914601" y="91636"/>
                  <a:pt x="1914823" y="86743"/>
                </a:cubicBezTo>
                <a:cubicBezTo>
                  <a:pt x="1915045" y="81849"/>
                  <a:pt x="1915157" y="76822"/>
                  <a:pt x="1915157" y="71662"/>
                </a:cubicBezTo>
                <a:lnTo>
                  <a:pt x="1915157" y="63521"/>
                </a:lnTo>
                <a:close/>
                <a:moveTo>
                  <a:pt x="1989755" y="115167"/>
                </a:moveTo>
                <a:cubicBezTo>
                  <a:pt x="1989755" y="109830"/>
                  <a:pt x="1988198" y="106093"/>
                  <a:pt x="1985084" y="103958"/>
                </a:cubicBezTo>
                <a:cubicBezTo>
                  <a:pt x="1981971" y="101822"/>
                  <a:pt x="1976811" y="100755"/>
                  <a:pt x="1969604" y="100755"/>
                </a:cubicBezTo>
                <a:cubicBezTo>
                  <a:pt x="1962932" y="100755"/>
                  <a:pt x="1957772" y="101844"/>
                  <a:pt x="1954125" y="104023"/>
                </a:cubicBezTo>
                <a:cubicBezTo>
                  <a:pt x="1950477" y="106203"/>
                  <a:pt x="1948653" y="110140"/>
                  <a:pt x="1948653" y="115835"/>
                </a:cubicBezTo>
                <a:cubicBezTo>
                  <a:pt x="1948653" y="118860"/>
                  <a:pt x="1949164" y="121440"/>
                  <a:pt x="1950187" y="123575"/>
                </a:cubicBezTo>
                <a:cubicBezTo>
                  <a:pt x="1951210" y="125710"/>
                  <a:pt x="1952589" y="127445"/>
                  <a:pt x="1954324" y="128780"/>
                </a:cubicBezTo>
                <a:cubicBezTo>
                  <a:pt x="1956059" y="130114"/>
                  <a:pt x="1958127" y="131092"/>
                  <a:pt x="1960529" y="131714"/>
                </a:cubicBezTo>
                <a:cubicBezTo>
                  <a:pt x="1962932" y="132337"/>
                  <a:pt x="1965512" y="132649"/>
                  <a:pt x="1968271" y="132649"/>
                </a:cubicBezTo>
                <a:cubicBezTo>
                  <a:pt x="1970940" y="132649"/>
                  <a:pt x="1973564" y="132293"/>
                  <a:pt x="1976143" y="131582"/>
                </a:cubicBezTo>
                <a:cubicBezTo>
                  <a:pt x="1978724" y="130870"/>
                  <a:pt x="1981014" y="129803"/>
                  <a:pt x="1983015" y="128379"/>
                </a:cubicBezTo>
                <a:cubicBezTo>
                  <a:pt x="1985018" y="126955"/>
                  <a:pt x="1986641" y="125153"/>
                  <a:pt x="1987886" y="122972"/>
                </a:cubicBezTo>
                <a:cubicBezTo>
                  <a:pt x="1989132" y="120794"/>
                  <a:pt x="1989755" y="118192"/>
                  <a:pt x="1989755" y="115167"/>
                </a:cubicBezTo>
                <a:moveTo>
                  <a:pt x="1982549" y="57384"/>
                </a:moveTo>
                <a:cubicBezTo>
                  <a:pt x="1982549" y="51779"/>
                  <a:pt x="1981215" y="47509"/>
                  <a:pt x="1978546" y="44574"/>
                </a:cubicBezTo>
                <a:cubicBezTo>
                  <a:pt x="1975877" y="41638"/>
                  <a:pt x="1972363" y="40169"/>
                  <a:pt x="1968004" y="40169"/>
                </a:cubicBezTo>
                <a:cubicBezTo>
                  <a:pt x="1963200" y="40169"/>
                  <a:pt x="1959463" y="41793"/>
                  <a:pt x="1956794" y="45040"/>
                </a:cubicBezTo>
                <a:cubicBezTo>
                  <a:pt x="1954125" y="48287"/>
                  <a:pt x="1952791" y="52624"/>
                  <a:pt x="1952791" y="58050"/>
                </a:cubicBezTo>
                <a:cubicBezTo>
                  <a:pt x="1952791" y="63655"/>
                  <a:pt x="1954014" y="68081"/>
                  <a:pt x="1956460" y="71328"/>
                </a:cubicBezTo>
                <a:cubicBezTo>
                  <a:pt x="1958907" y="74576"/>
                  <a:pt x="1962710" y="76199"/>
                  <a:pt x="1967870" y="76199"/>
                </a:cubicBezTo>
                <a:cubicBezTo>
                  <a:pt x="1970450" y="76199"/>
                  <a:pt x="1972652" y="75688"/>
                  <a:pt x="1974475" y="74666"/>
                </a:cubicBezTo>
                <a:cubicBezTo>
                  <a:pt x="1976300" y="73642"/>
                  <a:pt x="1977812" y="72263"/>
                  <a:pt x="1979012" y="70528"/>
                </a:cubicBezTo>
                <a:cubicBezTo>
                  <a:pt x="1980213" y="68793"/>
                  <a:pt x="1981103" y="66792"/>
                  <a:pt x="1981682" y="64523"/>
                </a:cubicBezTo>
                <a:cubicBezTo>
                  <a:pt x="1982260" y="62255"/>
                  <a:pt x="1982549" y="59875"/>
                  <a:pt x="1982549" y="57384"/>
                </a:cubicBezTo>
                <a:moveTo>
                  <a:pt x="1942382" y="58050"/>
                </a:moveTo>
                <a:cubicBezTo>
                  <a:pt x="1942382" y="54314"/>
                  <a:pt x="1943049" y="51089"/>
                  <a:pt x="1944383" y="48376"/>
                </a:cubicBezTo>
                <a:cubicBezTo>
                  <a:pt x="1945718" y="45662"/>
                  <a:pt x="1947563" y="43416"/>
                  <a:pt x="1949920" y="41638"/>
                </a:cubicBezTo>
                <a:cubicBezTo>
                  <a:pt x="1952278" y="39858"/>
                  <a:pt x="1954991" y="38524"/>
                  <a:pt x="1958061" y="37634"/>
                </a:cubicBezTo>
                <a:cubicBezTo>
                  <a:pt x="1961130" y="36744"/>
                  <a:pt x="1964400" y="36299"/>
                  <a:pt x="1967870" y="36299"/>
                </a:cubicBezTo>
                <a:cubicBezTo>
                  <a:pt x="1969560" y="36299"/>
                  <a:pt x="1971183" y="36343"/>
                  <a:pt x="1972740" y="36433"/>
                </a:cubicBezTo>
                <a:cubicBezTo>
                  <a:pt x="1974297" y="36521"/>
                  <a:pt x="1976277" y="36654"/>
                  <a:pt x="1978680" y="36832"/>
                </a:cubicBezTo>
                <a:cubicBezTo>
                  <a:pt x="1980726" y="37010"/>
                  <a:pt x="1982549" y="37144"/>
                  <a:pt x="1984149" y="37233"/>
                </a:cubicBezTo>
                <a:cubicBezTo>
                  <a:pt x="1985751" y="37321"/>
                  <a:pt x="1987042" y="37366"/>
                  <a:pt x="1988020" y="37366"/>
                </a:cubicBezTo>
                <a:cubicBezTo>
                  <a:pt x="1993003" y="37366"/>
                  <a:pt x="1996606" y="37144"/>
                  <a:pt x="1998831" y="36700"/>
                </a:cubicBezTo>
                <a:cubicBezTo>
                  <a:pt x="1998741" y="37144"/>
                  <a:pt x="1998674" y="37611"/>
                  <a:pt x="1998629" y="38101"/>
                </a:cubicBezTo>
                <a:cubicBezTo>
                  <a:pt x="1998585" y="38589"/>
                  <a:pt x="1998562" y="39056"/>
                  <a:pt x="1998562" y="39502"/>
                </a:cubicBezTo>
                <a:cubicBezTo>
                  <a:pt x="1998562" y="39947"/>
                  <a:pt x="1998585" y="40415"/>
                  <a:pt x="1998629" y="40905"/>
                </a:cubicBezTo>
                <a:cubicBezTo>
                  <a:pt x="1998674" y="41393"/>
                  <a:pt x="1998741" y="41860"/>
                  <a:pt x="1998831" y="42303"/>
                </a:cubicBezTo>
                <a:cubicBezTo>
                  <a:pt x="1996250" y="42126"/>
                  <a:pt x="1993737" y="41925"/>
                  <a:pt x="1991291" y="41703"/>
                </a:cubicBezTo>
                <a:cubicBezTo>
                  <a:pt x="1988844" y="41480"/>
                  <a:pt x="1986420" y="41325"/>
                  <a:pt x="1984017" y="41236"/>
                </a:cubicBezTo>
                <a:lnTo>
                  <a:pt x="1983750" y="41503"/>
                </a:lnTo>
                <a:cubicBezTo>
                  <a:pt x="1986509" y="43016"/>
                  <a:pt x="1988733" y="45351"/>
                  <a:pt x="1990423" y="48510"/>
                </a:cubicBezTo>
                <a:cubicBezTo>
                  <a:pt x="1992113" y="51668"/>
                  <a:pt x="1992958" y="54937"/>
                  <a:pt x="1992958" y="58319"/>
                </a:cubicBezTo>
                <a:cubicBezTo>
                  <a:pt x="1992958" y="64991"/>
                  <a:pt x="1990712" y="70217"/>
                  <a:pt x="1986218" y="73998"/>
                </a:cubicBezTo>
                <a:cubicBezTo>
                  <a:pt x="1981726" y="77779"/>
                  <a:pt x="1975699" y="79669"/>
                  <a:pt x="1968136" y="79669"/>
                </a:cubicBezTo>
                <a:cubicBezTo>
                  <a:pt x="1966891" y="79669"/>
                  <a:pt x="1965668" y="79625"/>
                  <a:pt x="1964467" y="79537"/>
                </a:cubicBezTo>
                <a:cubicBezTo>
                  <a:pt x="1963266" y="79447"/>
                  <a:pt x="1962042" y="79402"/>
                  <a:pt x="1960798" y="79402"/>
                </a:cubicBezTo>
                <a:cubicBezTo>
                  <a:pt x="1959196" y="79402"/>
                  <a:pt x="1957705" y="79981"/>
                  <a:pt x="1956326" y="81137"/>
                </a:cubicBezTo>
                <a:cubicBezTo>
                  <a:pt x="1954948" y="82294"/>
                  <a:pt x="1954259" y="83762"/>
                  <a:pt x="1954259" y="85542"/>
                </a:cubicBezTo>
                <a:cubicBezTo>
                  <a:pt x="1954259" y="87855"/>
                  <a:pt x="1954815" y="89546"/>
                  <a:pt x="1955927" y="90614"/>
                </a:cubicBezTo>
                <a:cubicBezTo>
                  <a:pt x="1957039" y="91681"/>
                  <a:pt x="1959107" y="92259"/>
                  <a:pt x="1962131" y="92347"/>
                </a:cubicBezTo>
                <a:cubicBezTo>
                  <a:pt x="1964622" y="92436"/>
                  <a:pt x="1967069" y="92504"/>
                  <a:pt x="1969470" y="92548"/>
                </a:cubicBezTo>
                <a:cubicBezTo>
                  <a:pt x="1971873" y="92592"/>
                  <a:pt x="1974320" y="92658"/>
                  <a:pt x="1976811" y="92748"/>
                </a:cubicBezTo>
                <a:cubicBezTo>
                  <a:pt x="1980904" y="92836"/>
                  <a:pt x="1984396" y="93326"/>
                  <a:pt x="1987287" y="94216"/>
                </a:cubicBezTo>
                <a:cubicBezTo>
                  <a:pt x="1990179" y="95105"/>
                  <a:pt x="1992536" y="96306"/>
                  <a:pt x="1994359" y="97818"/>
                </a:cubicBezTo>
                <a:cubicBezTo>
                  <a:pt x="1996184" y="99331"/>
                  <a:pt x="1997518" y="101065"/>
                  <a:pt x="1998363" y="103023"/>
                </a:cubicBezTo>
                <a:cubicBezTo>
                  <a:pt x="1999208" y="104981"/>
                  <a:pt x="1999631" y="107116"/>
                  <a:pt x="1999631" y="109429"/>
                </a:cubicBezTo>
                <a:cubicBezTo>
                  <a:pt x="1999631" y="112543"/>
                  <a:pt x="1999031" y="115702"/>
                  <a:pt x="1997829" y="118904"/>
                </a:cubicBezTo>
                <a:cubicBezTo>
                  <a:pt x="1996628" y="122106"/>
                  <a:pt x="1994759" y="124997"/>
                  <a:pt x="1992223" y="127576"/>
                </a:cubicBezTo>
                <a:cubicBezTo>
                  <a:pt x="1989689" y="130157"/>
                  <a:pt x="1986419" y="132292"/>
                  <a:pt x="1982415" y="133982"/>
                </a:cubicBezTo>
                <a:cubicBezTo>
                  <a:pt x="1978411" y="135674"/>
                  <a:pt x="1973608" y="136520"/>
                  <a:pt x="1968004" y="136520"/>
                </a:cubicBezTo>
                <a:cubicBezTo>
                  <a:pt x="1959374" y="136520"/>
                  <a:pt x="1952568" y="134806"/>
                  <a:pt x="1947586" y="131380"/>
                </a:cubicBezTo>
                <a:cubicBezTo>
                  <a:pt x="1942604" y="127955"/>
                  <a:pt x="1940113" y="123262"/>
                  <a:pt x="1940113" y="117301"/>
                </a:cubicBezTo>
                <a:cubicBezTo>
                  <a:pt x="1940113" y="114989"/>
                  <a:pt x="1940535" y="112855"/>
                  <a:pt x="1941380" y="110897"/>
                </a:cubicBezTo>
                <a:cubicBezTo>
                  <a:pt x="1942225" y="108940"/>
                  <a:pt x="1943315" y="107205"/>
                  <a:pt x="1944650" y="105693"/>
                </a:cubicBezTo>
                <a:cubicBezTo>
                  <a:pt x="1945984" y="104180"/>
                  <a:pt x="1947497" y="102979"/>
                  <a:pt x="1949187" y="102088"/>
                </a:cubicBezTo>
                <a:cubicBezTo>
                  <a:pt x="1950877" y="101199"/>
                  <a:pt x="1952612" y="100532"/>
                  <a:pt x="1954391" y="100087"/>
                </a:cubicBezTo>
                <a:lnTo>
                  <a:pt x="1954391" y="99820"/>
                </a:lnTo>
                <a:cubicBezTo>
                  <a:pt x="1951633" y="99019"/>
                  <a:pt x="1949542" y="97685"/>
                  <a:pt x="1948118" y="95817"/>
                </a:cubicBezTo>
                <a:cubicBezTo>
                  <a:pt x="1946695" y="93949"/>
                  <a:pt x="1945984" y="91724"/>
                  <a:pt x="1945984" y="89144"/>
                </a:cubicBezTo>
                <a:cubicBezTo>
                  <a:pt x="1945984" y="87632"/>
                  <a:pt x="1946273" y="86253"/>
                  <a:pt x="1946851" y="85008"/>
                </a:cubicBezTo>
                <a:cubicBezTo>
                  <a:pt x="1947429" y="83762"/>
                  <a:pt x="1948163" y="82649"/>
                  <a:pt x="1949052" y="81671"/>
                </a:cubicBezTo>
                <a:cubicBezTo>
                  <a:pt x="1949943" y="80692"/>
                  <a:pt x="1950966" y="79892"/>
                  <a:pt x="1952123" y="79270"/>
                </a:cubicBezTo>
                <a:cubicBezTo>
                  <a:pt x="1953280" y="78647"/>
                  <a:pt x="1954391" y="78246"/>
                  <a:pt x="1955458" y="78069"/>
                </a:cubicBezTo>
                <a:lnTo>
                  <a:pt x="1955458" y="77802"/>
                </a:lnTo>
                <a:cubicBezTo>
                  <a:pt x="1951367" y="76022"/>
                  <a:pt x="1948165" y="73509"/>
                  <a:pt x="1945851" y="70261"/>
                </a:cubicBezTo>
                <a:cubicBezTo>
                  <a:pt x="1943538" y="67014"/>
                  <a:pt x="1942382" y="62944"/>
                  <a:pt x="1942382" y="58050"/>
                </a:cubicBezTo>
                <a:close/>
                <a:moveTo>
                  <a:pt x="2016045" y="38834"/>
                </a:moveTo>
                <a:cubicBezTo>
                  <a:pt x="2016045" y="35809"/>
                  <a:pt x="2016023" y="32518"/>
                  <a:pt x="2015978" y="28960"/>
                </a:cubicBezTo>
                <a:cubicBezTo>
                  <a:pt x="2015933" y="25400"/>
                  <a:pt x="2015866" y="21886"/>
                  <a:pt x="2015777" y="18416"/>
                </a:cubicBezTo>
                <a:cubicBezTo>
                  <a:pt x="2015688" y="14946"/>
                  <a:pt x="2015577" y="11633"/>
                  <a:pt x="2015443" y="8475"/>
                </a:cubicBezTo>
                <a:cubicBezTo>
                  <a:pt x="2015310" y="5316"/>
                  <a:pt x="2015154" y="2625"/>
                  <a:pt x="2014976" y="401"/>
                </a:cubicBezTo>
                <a:cubicBezTo>
                  <a:pt x="2017467" y="846"/>
                  <a:pt x="2019470" y="1069"/>
                  <a:pt x="2020983" y="1069"/>
                </a:cubicBezTo>
                <a:cubicBezTo>
                  <a:pt x="2022496" y="1069"/>
                  <a:pt x="2024497" y="846"/>
                  <a:pt x="2026988" y="401"/>
                </a:cubicBezTo>
                <a:cubicBezTo>
                  <a:pt x="2026811" y="2625"/>
                  <a:pt x="2026654" y="5316"/>
                  <a:pt x="2026520" y="8475"/>
                </a:cubicBezTo>
                <a:cubicBezTo>
                  <a:pt x="2026387" y="11633"/>
                  <a:pt x="2026276" y="14946"/>
                  <a:pt x="2026186" y="18416"/>
                </a:cubicBezTo>
                <a:cubicBezTo>
                  <a:pt x="2026098" y="21886"/>
                  <a:pt x="2026031" y="25400"/>
                  <a:pt x="2025987" y="28960"/>
                </a:cubicBezTo>
                <a:cubicBezTo>
                  <a:pt x="2025942" y="32518"/>
                  <a:pt x="2025919" y="35809"/>
                  <a:pt x="2025919" y="38834"/>
                </a:cubicBezTo>
                <a:lnTo>
                  <a:pt x="2025919" y="62988"/>
                </a:lnTo>
                <a:cubicBezTo>
                  <a:pt x="2025919" y="66014"/>
                  <a:pt x="2025942" y="69306"/>
                  <a:pt x="2025987" y="72864"/>
                </a:cubicBezTo>
                <a:cubicBezTo>
                  <a:pt x="2026031" y="76422"/>
                  <a:pt x="2026098" y="79936"/>
                  <a:pt x="2026186" y="83406"/>
                </a:cubicBezTo>
                <a:cubicBezTo>
                  <a:pt x="2026276" y="86875"/>
                  <a:pt x="2026387" y="90167"/>
                  <a:pt x="2026520" y="93282"/>
                </a:cubicBezTo>
                <a:cubicBezTo>
                  <a:pt x="2026654" y="96396"/>
                  <a:pt x="2026811" y="98976"/>
                  <a:pt x="2026988" y="101021"/>
                </a:cubicBezTo>
                <a:cubicBezTo>
                  <a:pt x="2024941" y="100844"/>
                  <a:pt x="2022940" y="100755"/>
                  <a:pt x="2020983" y="100755"/>
                </a:cubicBezTo>
                <a:cubicBezTo>
                  <a:pt x="2019026" y="100755"/>
                  <a:pt x="2017024" y="100844"/>
                  <a:pt x="2014976" y="101021"/>
                </a:cubicBezTo>
                <a:cubicBezTo>
                  <a:pt x="2015154" y="98976"/>
                  <a:pt x="2015310" y="96396"/>
                  <a:pt x="2015443" y="93282"/>
                </a:cubicBezTo>
                <a:cubicBezTo>
                  <a:pt x="2015577" y="90167"/>
                  <a:pt x="2015688" y="86875"/>
                  <a:pt x="2015777" y="83406"/>
                </a:cubicBezTo>
                <a:cubicBezTo>
                  <a:pt x="2015866" y="79936"/>
                  <a:pt x="2015933" y="76422"/>
                  <a:pt x="2015978" y="72864"/>
                </a:cubicBezTo>
                <a:cubicBezTo>
                  <a:pt x="2016023" y="69306"/>
                  <a:pt x="2016045" y="66014"/>
                  <a:pt x="2016045" y="62988"/>
                </a:cubicBezTo>
                <a:lnTo>
                  <a:pt x="2016045" y="38834"/>
                </a:lnTo>
                <a:close/>
                <a:moveTo>
                  <a:pt x="2069158" y="101156"/>
                </a:moveTo>
                <a:cubicBezTo>
                  <a:pt x="2068179" y="98753"/>
                  <a:pt x="2066911" y="95639"/>
                  <a:pt x="2065354" y="91813"/>
                </a:cubicBezTo>
                <a:cubicBezTo>
                  <a:pt x="2063797" y="87988"/>
                  <a:pt x="2062128" y="83962"/>
                  <a:pt x="2060349" y="79736"/>
                </a:cubicBezTo>
                <a:cubicBezTo>
                  <a:pt x="2058570" y="75510"/>
                  <a:pt x="2056747" y="71195"/>
                  <a:pt x="2054877" y="66792"/>
                </a:cubicBezTo>
                <a:cubicBezTo>
                  <a:pt x="2053009" y="62388"/>
                  <a:pt x="2051253" y="58251"/>
                  <a:pt x="2049607" y="54381"/>
                </a:cubicBezTo>
                <a:cubicBezTo>
                  <a:pt x="2047962" y="50510"/>
                  <a:pt x="2046516" y="47108"/>
                  <a:pt x="2045270" y="44173"/>
                </a:cubicBezTo>
                <a:cubicBezTo>
                  <a:pt x="2044025" y="41236"/>
                  <a:pt x="2043091" y="39056"/>
                  <a:pt x="2042468" y="37632"/>
                </a:cubicBezTo>
                <a:cubicBezTo>
                  <a:pt x="2043625" y="37811"/>
                  <a:pt x="2044693" y="37968"/>
                  <a:pt x="2045671" y="38101"/>
                </a:cubicBezTo>
                <a:cubicBezTo>
                  <a:pt x="2046650" y="38234"/>
                  <a:pt x="2047628" y="38300"/>
                  <a:pt x="2048606" y="38300"/>
                </a:cubicBezTo>
                <a:cubicBezTo>
                  <a:pt x="2049584" y="38300"/>
                  <a:pt x="2050563" y="38234"/>
                  <a:pt x="2051542" y="38101"/>
                </a:cubicBezTo>
                <a:cubicBezTo>
                  <a:pt x="2052521" y="37968"/>
                  <a:pt x="2053588" y="37811"/>
                  <a:pt x="2054745" y="37632"/>
                </a:cubicBezTo>
                <a:cubicBezTo>
                  <a:pt x="2057503" y="46174"/>
                  <a:pt x="2060573" y="54626"/>
                  <a:pt x="2063953" y="62990"/>
                </a:cubicBezTo>
                <a:cubicBezTo>
                  <a:pt x="2067333" y="71352"/>
                  <a:pt x="2070892" y="79981"/>
                  <a:pt x="2074629" y="88877"/>
                </a:cubicBezTo>
                <a:cubicBezTo>
                  <a:pt x="2078365" y="81048"/>
                  <a:pt x="2081945" y="72686"/>
                  <a:pt x="2085370" y="63790"/>
                </a:cubicBezTo>
                <a:cubicBezTo>
                  <a:pt x="2088797" y="54893"/>
                  <a:pt x="2091844" y="46174"/>
                  <a:pt x="2094513" y="37632"/>
                </a:cubicBezTo>
                <a:cubicBezTo>
                  <a:pt x="2096293" y="38078"/>
                  <a:pt x="2097761" y="38300"/>
                  <a:pt x="2098918" y="38300"/>
                </a:cubicBezTo>
                <a:cubicBezTo>
                  <a:pt x="2100073" y="38300"/>
                  <a:pt x="2101540" y="38078"/>
                  <a:pt x="2103320" y="37632"/>
                </a:cubicBezTo>
                <a:cubicBezTo>
                  <a:pt x="2102697" y="38878"/>
                  <a:pt x="2101696" y="40992"/>
                  <a:pt x="2100317" y="43973"/>
                </a:cubicBezTo>
                <a:cubicBezTo>
                  <a:pt x="2098939" y="46953"/>
                  <a:pt x="2097293" y="50512"/>
                  <a:pt x="2095381" y="54649"/>
                </a:cubicBezTo>
                <a:cubicBezTo>
                  <a:pt x="2093468" y="58786"/>
                  <a:pt x="2091377" y="63367"/>
                  <a:pt x="2089107" y="68394"/>
                </a:cubicBezTo>
                <a:cubicBezTo>
                  <a:pt x="2086839" y="73420"/>
                  <a:pt x="2084525" y="78580"/>
                  <a:pt x="2082167" y="83874"/>
                </a:cubicBezTo>
                <a:cubicBezTo>
                  <a:pt x="2079811" y="89167"/>
                  <a:pt x="2077476" y="94416"/>
                  <a:pt x="2075163" y="99620"/>
                </a:cubicBezTo>
                <a:cubicBezTo>
                  <a:pt x="2072849" y="104825"/>
                  <a:pt x="2070714" y="109762"/>
                  <a:pt x="2068756" y="114432"/>
                </a:cubicBezTo>
                <a:cubicBezTo>
                  <a:pt x="2066800" y="119103"/>
                  <a:pt x="2065088" y="123329"/>
                  <a:pt x="2063619" y="127110"/>
                </a:cubicBezTo>
                <a:cubicBezTo>
                  <a:pt x="2062151" y="130892"/>
                  <a:pt x="2061062" y="133895"/>
                  <a:pt x="2060351" y="136119"/>
                </a:cubicBezTo>
                <a:cubicBezTo>
                  <a:pt x="2058571" y="135673"/>
                  <a:pt x="2057058" y="135451"/>
                  <a:pt x="2055812" y="135451"/>
                </a:cubicBezTo>
                <a:cubicBezTo>
                  <a:pt x="2054567" y="135451"/>
                  <a:pt x="2053055" y="135673"/>
                  <a:pt x="2051275" y="136119"/>
                </a:cubicBezTo>
                <a:cubicBezTo>
                  <a:pt x="2058304" y="124464"/>
                  <a:pt x="2064265" y="112810"/>
                  <a:pt x="2069158" y="101156"/>
                </a:cubicBezTo>
                <a:close/>
                <a:moveTo>
                  <a:pt x="2176271" y="70728"/>
                </a:moveTo>
                <a:cubicBezTo>
                  <a:pt x="2176271" y="76067"/>
                  <a:pt x="2176827" y="80471"/>
                  <a:pt x="2177939" y="83941"/>
                </a:cubicBezTo>
                <a:cubicBezTo>
                  <a:pt x="2179051" y="87410"/>
                  <a:pt x="2180474" y="90190"/>
                  <a:pt x="2182209" y="92282"/>
                </a:cubicBezTo>
                <a:cubicBezTo>
                  <a:pt x="2183944" y="94372"/>
                  <a:pt x="2185923" y="95818"/>
                  <a:pt x="2188147" y="96619"/>
                </a:cubicBezTo>
                <a:cubicBezTo>
                  <a:pt x="2190372" y="97419"/>
                  <a:pt x="2192552" y="97818"/>
                  <a:pt x="2194687" y="97818"/>
                </a:cubicBezTo>
                <a:cubicBezTo>
                  <a:pt x="2198157" y="97818"/>
                  <a:pt x="2201138" y="96951"/>
                  <a:pt x="2203629" y="95216"/>
                </a:cubicBezTo>
                <a:cubicBezTo>
                  <a:pt x="2206120" y="93481"/>
                  <a:pt x="2208188" y="91213"/>
                  <a:pt x="2209833" y="88411"/>
                </a:cubicBezTo>
                <a:cubicBezTo>
                  <a:pt x="2211478" y="85609"/>
                  <a:pt x="2212679" y="82429"/>
                  <a:pt x="2213435" y="78871"/>
                </a:cubicBezTo>
                <a:cubicBezTo>
                  <a:pt x="2214193" y="75311"/>
                  <a:pt x="2214571" y="71752"/>
                  <a:pt x="2214571" y="68193"/>
                </a:cubicBezTo>
                <a:cubicBezTo>
                  <a:pt x="2214571" y="59653"/>
                  <a:pt x="2212926" y="53136"/>
                  <a:pt x="2209634" y="48644"/>
                </a:cubicBezTo>
                <a:cubicBezTo>
                  <a:pt x="2206342" y="44151"/>
                  <a:pt x="2201493" y="41904"/>
                  <a:pt x="2195086" y="41904"/>
                </a:cubicBezTo>
                <a:cubicBezTo>
                  <a:pt x="2191884" y="41904"/>
                  <a:pt x="2189104" y="42638"/>
                  <a:pt x="2186746" y="44106"/>
                </a:cubicBezTo>
                <a:cubicBezTo>
                  <a:pt x="2184389" y="45573"/>
                  <a:pt x="2182432" y="47620"/>
                  <a:pt x="2180875" y="50245"/>
                </a:cubicBezTo>
                <a:cubicBezTo>
                  <a:pt x="2179318" y="52869"/>
                  <a:pt x="2178162" y="55938"/>
                  <a:pt x="2177405" y="59453"/>
                </a:cubicBezTo>
                <a:cubicBezTo>
                  <a:pt x="2176649" y="62966"/>
                  <a:pt x="2176271" y="66724"/>
                  <a:pt x="2176271" y="70728"/>
                </a:cubicBezTo>
                <a:moveTo>
                  <a:pt x="2214170" y="88344"/>
                </a:moveTo>
                <a:cubicBezTo>
                  <a:pt x="2213459" y="89768"/>
                  <a:pt x="2212503" y="91303"/>
                  <a:pt x="2211301" y="92950"/>
                </a:cubicBezTo>
                <a:cubicBezTo>
                  <a:pt x="2210100" y="94595"/>
                  <a:pt x="2208587" y="96130"/>
                  <a:pt x="2206762" y="97554"/>
                </a:cubicBezTo>
                <a:cubicBezTo>
                  <a:pt x="2204939" y="98976"/>
                  <a:pt x="2202782" y="100132"/>
                  <a:pt x="2200291" y="101021"/>
                </a:cubicBezTo>
                <a:cubicBezTo>
                  <a:pt x="2197800" y="101911"/>
                  <a:pt x="2194909" y="102355"/>
                  <a:pt x="2191617" y="102355"/>
                </a:cubicBezTo>
                <a:cubicBezTo>
                  <a:pt x="2188236" y="102355"/>
                  <a:pt x="2184923" y="101777"/>
                  <a:pt x="2181676" y="100620"/>
                </a:cubicBezTo>
                <a:cubicBezTo>
                  <a:pt x="2178428" y="99464"/>
                  <a:pt x="2175537" y="97573"/>
                  <a:pt x="2173001" y="94949"/>
                </a:cubicBezTo>
                <a:cubicBezTo>
                  <a:pt x="2170465" y="92325"/>
                  <a:pt x="2168419" y="88945"/>
                  <a:pt x="2166862" y="84809"/>
                </a:cubicBezTo>
                <a:cubicBezTo>
                  <a:pt x="2165306" y="80671"/>
                  <a:pt x="2164528" y="75711"/>
                  <a:pt x="2164528" y="69928"/>
                </a:cubicBezTo>
                <a:cubicBezTo>
                  <a:pt x="2164528" y="64234"/>
                  <a:pt x="2165373" y="59297"/>
                  <a:pt x="2167063" y="55116"/>
                </a:cubicBezTo>
                <a:cubicBezTo>
                  <a:pt x="2168753" y="50933"/>
                  <a:pt x="2170955" y="47441"/>
                  <a:pt x="2173669" y="44639"/>
                </a:cubicBezTo>
                <a:cubicBezTo>
                  <a:pt x="2176383" y="41837"/>
                  <a:pt x="2179452" y="39747"/>
                  <a:pt x="2182877" y="38367"/>
                </a:cubicBezTo>
                <a:cubicBezTo>
                  <a:pt x="2186302" y="36988"/>
                  <a:pt x="2189749" y="36299"/>
                  <a:pt x="2193219" y="36299"/>
                </a:cubicBezTo>
                <a:cubicBezTo>
                  <a:pt x="2203094" y="36299"/>
                  <a:pt x="2209944" y="40747"/>
                  <a:pt x="2213769" y="49644"/>
                </a:cubicBezTo>
                <a:lnTo>
                  <a:pt x="2214036" y="49644"/>
                </a:lnTo>
                <a:lnTo>
                  <a:pt x="2214036" y="36565"/>
                </a:lnTo>
                <a:cubicBezTo>
                  <a:pt x="2214036" y="33185"/>
                  <a:pt x="2214014" y="29782"/>
                  <a:pt x="2213969" y="26357"/>
                </a:cubicBezTo>
                <a:cubicBezTo>
                  <a:pt x="2213925" y="22932"/>
                  <a:pt x="2213881" y="19663"/>
                  <a:pt x="2213836" y="16549"/>
                </a:cubicBezTo>
                <a:cubicBezTo>
                  <a:pt x="2213792" y="13435"/>
                  <a:pt x="2213747" y="10499"/>
                  <a:pt x="2213702" y="7742"/>
                </a:cubicBezTo>
                <a:cubicBezTo>
                  <a:pt x="2213659" y="4983"/>
                  <a:pt x="2213592" y="2537"/>
                  <a:pt x="2213502" y="401"/>
                </a:cubicBezTo>
                <a:cubicBezTo>
                  <a:pt x="2214571" y="579"/>
                  <a:pt x="2215594" y="735"/>
                  <a:pt x="2216571" y="869"/>
                </a:cubicBezTo>
                <a:cubicBezTo>
                  <a:pt x="2217550" y="1003"/>
                  <a:pt x="2218529" y="1069"/>
                  <a:pt x="2219507" y="1069"/>
                </a:cubicBezTo>
                <a:cubicBezTo>
                  <a:pt x="2220486" y="1069"/>
                  <a:pt x="2221443" y="1003"/>
                  <a:pt x="2222377" y="869"/>
                </a:cubicBezTo>
                <a:cubicBezTo>
                  <a:pt x="2223310" y="735"/>
                  <a:pt x="2224356" y="579"/>
                  <a:pt x="2225512" y="401"/>
                </a:cubicBezTo>
                <a:cubicBezTo>
                  <a:pt x="2225246" y="3248"/>
                  <a:pt x="2225024" y="7362"/>
                  <a:pt x="2224847" y="12745"/>
                </a:cubicBezTo>
                <a:cubicBezTo>
                  <a:pt x="2224669" y="18128"/>
                  <a:pt x="2224513" y="24066"/>
                  <a:pt x="2224378" y="30560"/>
                </a:cubicBezTo>
                <a:cubicBezTo>
                  <a:pt x="2224245" y="37055"/>
                  <a:pt x="2224134" y="43728"/>
                  <a:pt x="2224044" y="50579"/>
                </a:cubicBezTo>
                <a:cubicBezTo>
                  <a:pt x="2223956" y="57429"/>
                  <a:pt x="2223912" y="63701"/>
                  <a:pt x="2223912" y="69394"/>
                </a:cubicBezTo>
                <a:cubicBezTo>
                  <a:pt x="2223912" y="75533"/>
                  <a:pt x="2223956" y="81049"/>
                  <a:pt x="2224044" y="85943"/>
                </a:cubicBezTo>
                <a:cubicBezTo>
                  <a:pt x="2224134" y="90835"/>
                  <a:pt x="2224223" y="95861"/>
                  <a:pt x="2224313" y="101021"/>
                </a:cubicBezTo>
                <a:cubicBezTo>
                  <a:pt x="2222533" y="100844"/>
                  <a:pt x="2220798" y="100755"/>
                  <a:pt x="2219108" y="100755"/>
                </a:cubicBezTo>
                <a:cubicBezTo>
                  <a:pt x="2217506" y="100755"/>
                  <a:pt x="2215816" y="100844"/>
                  <a:pt x="2214036" y="101021"/>
                </a:cubicBezTo>
                <a:lnTo>
                  <a:pt x="2214437" y="88344"/>
                </a:lnTo>
                <a:lnTo>
                  <a:pt x="2214170" y="88344"/>
                </a:lnTo>
                <a:close/>
                <a:moveTo>
                  <a:pt x="2249534" y="69528"/>
                </a:moveTo>
                <a:cubicBezTo>
                  <a:pt x="2249534" y="73264"/>
                  <a:pt x="2249867" y="76867"/>
                  <a:pt x="2250534" y="80337"/>
                </a:cubicBezTo>
                <a:cubicBezTo>
                  <a:pt x="2251202" y="83807"/>
                  <a:pt x="2252336" y="86898"/>
                  <a:pt x="2253936" y="89612"/>
                </a:cubicBezTo>
                <a:cubicBezTo>
                  <a:pt x="2255538" y="92326"/>
                  <a:pt x="2257674" y="94484"/>
                  <a:pt x="2260342" y="96085"/>
                </a:cubicBezTo>
                <a:cubicBezTo>
                  <a:pt x="2263011" y="97686"/>
                  <a:pt x="2266303" y="98486"/>
                  <a:pt x="2270218" y="98486"/>
                </a:cubicBezTo>
                <a:cubicBezTo>
                  <a:pt x="2274133" y="98486"/>
                  <a:pt x="2277425" y="97686"/>
                  <a:pt x="2280094" y="96085"/>
                </a:cubicBezTo>
                <a:cubicBezTo>
                  <a:pt x="2282763" y="94484"/>
                  <a:pt x="2284898" y="92326"/>
                  <a:pt x="2286498" y="89612"/>
                </a:cubicBezTo>
                <a:cubicBezTo>
                  <a:pt x="2288100" y="86898"/>
                  <a:pt x="2289234" y="83807"/>
                  <a:pt x="2289901" y="80337"/>
                </a:cubicBezTo>
                <a:cubicBezTo>
                  <a:pt x="2290569" y="76867"/>
                  <a:pt x="2290903" y="73264"/>
                  <a:pt x="2290903" y="69528"/>
                </a:cubicBezTo>
                <a:cubicBezTo>
                  <a:pt x="2290903" y="65791"/>
                  <a:pt x="2290569" y="62188"/>
                  <a:pt x="2289901" y="58718"/>
                </a:cubicBezTo>
                <a:cubicBezTo>
                  <a:pt x="2289234" y="55248"/>
                  <a:pt x="2288100" y="52157"/>
                  <a:pt x="2286498" y="49445"/>
                </a:cubicBezTo>
                <a:cubicBezTo>
                  <a:pt x="2284898" y="46731"/>
                  <a:pt x="2282763" y="44573"/>
                  <a:pt x="2280094" y="42971"/>
                </a:cubicBezTo>
                <a:cubicBezTo>
                  <a:pt x="2277425" y="41370"/>
                  <a:pt x="2274133" y="40569"/>
                  <a:pt x="2270218" y="40569"/>
                </a:cubicBezTo>
                <a:cubicBezTo>
                  <a:pt x="2266303" y="40569"/>
                  <a:pt x="2263011" y="41370"/>
                  <a:pt x="2260342" y="42971"/>
                </a:cubicBezTo>
                <a:cubicBezTo>
                  <a:pt x="2257674" y="44573"/>
                  <a:pt x="2255538" y="46731"/>
                  <a:pt x="2253936" y="49445"/>
                </a:cubicBezTo>
                <a:cubicBezTo>
                  <a:pt x="2252336" y="52157"/>
                  <a:pt x="2251202" y="55248"/>
                  <a:pt x="2250534" y="58718"/>
                </a:cubicBezTo>
                <a:cubicBezTo>
                  <a:pt x="2249867" y="62188"/>
                  <a:pt x="2249534" y="65791"/>
                  <a:pt x="2249534" y="69528"/>
                </a:cubicBezTo>
                <a:moveTo>
                  <a:pt x="2237791" y="69528"/>
                </a:moveTo>
                <a:cubicBezTo>
                  <a:pt x="2237791" y="63478"/>
                  <a:pt x="2238747" y="58340"/>
                  <a:pt x="2240660" y="54114"/>
                </a:cubicBezTo>
                <a:cubicBezTo>
                  <a:pt x="2242573" y="49888"/>
                  <a:pt x="2245085" y="46463"/>
                  <a:pt x="2248198" y="43839"/>
                </a:cubicBezTo>
                <a:cubicBezTo>
                  <a:pt x="2251312" y="41215"/>
                  <a:pt x="2254804" y="39302"/>
                  <a:pt x="2258675" y="38101"/>
                </a:cubicBezTo>
                <a:cubicBezTo>
                  <a:pt x="2262545" y="36899"/>
                  <a:pt x="2266393" y="36299"/>
                  <a:pt x="2270218" y="36299"/>
                </a:cubicBezTo>
                <a:cubicBezTo>
                  <a:pt x="2274133" y="36299"/>
                  <a:pt x="2278004" y="36899"/>
                  <a:pt x="2281829" y="38101"/>
                </a:cubicBezTo>
                <a:cubicBezTo>
                  <a:pt x="2285655" y="39302"/>
                  <a:pt x="2289124" y="41215"/>
                  <a:pt x="2292237" y="43839"/>
                </a:cubicBezTo>
                <a:cubicBezTo>
                  <a:pt x="2295351" y="46463"/>
                  <a:pt x="2297864" y="49888"/>
                  <a:pt x="2299777" y="54114"/>
                </a:cubicBezTo>
                <a:cubicBezTo>
                  <a:pt x="2301690" y="58340"/>
                  <a:pt x="2302646" y="63478"/>
                  <a:pt x="2302646" y="69528"/>
                </a:cubicBezTo>
                <a:cubicBezTo>
                  <a:pt x="2302646" y="75577"/>
                  <a:pt x="2301690" y="80715"/>
                  <a:pt x="2299777" y="84941"/>
                </a:cubicBezTo>
                <a:cubicBezTo>
                  <a:pt x="2297864" y="89167"/>
                  <a:pt x="2295351" y="92593"/>
                  <a:pt x="2292237" y="95218"/>
                </a:cubicBezTo>
                <a:cubicBezTo>
                  <a:pt x="2289124" y="97842"/>
                  <a:pt x="2285655" y="99688"/>
                  <a:pt x="2281829" y="100755"/>
                </a:cubicBezTo>
                <a:cubicBezTo>
                  <a:pt x="2278004" y="101822"/>
                  <a:pt x="2274133" y="102355"/>
                  <a:pt x="2270218" y="102355"/>
                </a:cubicBezTo>
                <a:cubicBezTo>
                  <a:pt x="2266393" y="102355"/>
                  <a:pt x="2262545" y="101822"/>
                  <a:pt x="2258675" y="100755"/>
                </a:cubicBezTo>
                <a:cubicBezTo>
                  <a:pt x="2254804" y="99688"/>
                  <a:pt x="2251312" y="97842"/>
                  <a:pt x="2248198" y="95218"/>
                </a:cubicBezTo>
                <a:cubicBezTo>
                  <a:pt x="2245085" y="92593"/>
                  <a:pt x="2242573" y="89167"/>
                  <a:pt x="2240660" y="84941"/>
                </a:cubicBezTo>
                <a:cubicBezTo>
                  <a:pt x="2238747" y="80715"/>
                  <a:pt x="2237791" y="75577"/>
                  <a:pt x="2237791" y="69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youagreeordisagreewiththevalue?">
            <a:extLst xmlns:a="http://schemas.openxmlformats.org/drawingml/2006/main">
              <a:ext uri="{FF2B5EF4-FFF2-40B4-BE49-F238E27FC236}">
                <a16:creationId xmlns:a16="http://schemas.microsoft.com/office/drawing/2014/main" id="{00737BA3-CBC8-423B-9235-527D00F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233" y="1048436"/>
            <a:ext cx="2119568" cy="136119"/>
          </a:xfrm>
          <a:custGeom xmlns:a="http://schemas.openxmlformats.org/drawingml/2006/main">
            <a:pathLst>
              <a:path w="2119568" h="136119">
                <a:moveTo>
                  <a:pt x="26689" y="100755"/>
                </a:moveTo>
                <a:cubicBezTo>
                  <a:pt x="25711" y="98352"/>
                  <a:pt x="24443" y="95238"/>
                  <a:pt x="22886" y="91412"/>
                </a:cubicBezTo>
                <a:cubicBezTo>
                  <a:pt x="21329" y="87587"/>
                  <a:pt x="19660" y="83561"/>
                  <a:pt x="17880" y="79335"/>
                </a:cubicBezTo>
                <a:cubicBezTo>
                  <a:pt x="16102" y="75109"/>
                  <a:pt x="14278" y="70794"/>
                  <a:pt x="12409" y="66391"/>
                </a:cubicBezTo>
                <a:cubicBezTo>
                  <a:pt x="10541" y="61987"/>
                  <a:pt x="8784" y="57850"/>
                  <a:pt x="7139" y="53979"/>
                </a:cubicBezTo>
                <a:cubicBezTo>
                  <a:pt x="5494" y="50109"/>
                  <a:pt x="4048" y="46707"/>
                  <a:pt x="2802" y="43772"/>
                </a:cubicBezTo>
                <a:cubicBezTo>
                  <a:pt x="1557" y="40835"/>
                  <a:pt x="623" y="38655"/>
                  <a:pt x="0" y="37231"/>
                </a:cubicBezTo>
                <a:cubicBezTo>
                  <a:pt x="1157" y="37410"/>
                  <a:pt x="2224" y="37566"/>
                  <a:pt x="3203" y="37699"/>
                </a:cubicBezTo>
                <a:cubicBezTo>
                  <a:pt x="4182" y="37833"/>
                  <a:pt x="5160" y="37899"/>
                  <a:pt x="6137" y="37899"/>
                </a:cubicBezTo>
                <a:cubicBezTo>
                  <a:pt x="7116" y="37899"/>
                  <a:pt x="8095" y="37833"/>
                  <a:pt x="9074" y="37699"/>
                </a:cubicBezTo>
                <a:cubicBezTo>
                  <a:pt x="10052" y="37566"/>
                  <a:pt x="11120" y="37410"/>
                  <a:pt x="12277" y="37231"/>
                </a:cubicBezTo>
                <a:cubicBezTo>
                  <a:pt x="15035" y="45773"/>
                  <a:pt x="18104" y="54225"/>
                  <a:pt x="21485" y="62589"/>
                </a:cubicBezTo>
                <a:cubicBezTo>
                  <a:pt x="24865" y="70951"/>
                  <a:pt x="28424" y="79580"/>
                  <a:pt x="32161" y="88476"/>
                </a:cubicBezTo>
                <a:cubicBezTo>
                  <a:pt x="35897" y="80647"/>
                  <a:pt x="39477" y="72285"/>
                  <a:pt x="42902" y="63389"/>
                </a:cubicBezTo>
                <a:cubicBezTo>
                  <a:pt x="46329" y="54492"/>
                  <a:pt x="49376" y="45773"/>
                  <a:pt x="52045" y="37231"/>
                </a:cubicBezTo>
                <a:cubicBezTo>
                  <a:pt x="53825" y="37676"/>
                  <a:pt x="55293" y="37899"/>
                  <a:pt x="56449" y="37899"/>
                </a:cubicBezTo>
                <a:cubicBezTo>
                  <a:pt x="57605" y="37899"/>
                  <a:pt x="59072" y="37676"/>
                  <a:pt x="60852" y="37231"/>
                </a:cubicBezTo>
                <a:cubicBezTo>
                  <a:pt x="60229" y="38477"/>
                  <a:pt x="59228" y="40591"/>
                  <a:pt x="57848" y="43572"/>
                </a:cubicBezTo>
                <a:cubicBezTo>
                  <a:pt x="56471" y="46552"/>
                  <a:pt x="54825" y="50111"/>
                  <a:pt x="52912" y="54248"/>
                </a:cubicBezTo>
                <a:cubicBezTo>
                  <a:pt x="51000" y="58385"/>
                  <a:pt x="48908" y="62966"/>
                  <a:pt x="46639" y="67993"/>
                </a:cubicBezTo>
                <a:cubicBezTo>
                  <a:pt x="44370" y="73019"/>
                  <a:pt x="42057" y="78178"/>
                  <a:pt x="39699" y="83473"/>
                </a:cubicBezTo>
                <a:cubicBezTo>
                  <a:pt x="37342" y="88766"/>
                  <a:pt x="35008" y="94015"/>
                  <a:pt x="32694" y="99219"/>
                </a:cubicBezTo>
                <a:cubicBezTo>
                  <a:pt x="30381" y="104424"/>
                  <a:pt x="28246" y="109361"/>
                  <a:pt x="26288" y="114031"/>
                </a:cubicBezTo>
                <a:cubicBezTo>
                  <a:pt x="24332" y="118702"/>
                  <a:pt x="22620" y="122928"/>
                  <a:pt x="21151" y="126709"/>
                </a:cubicBezTo>
                <a:cubicBezTo>
                  <a:pt x="19683" y="130491"/>
                  <a:pt x="18594" y="133494"/>
                  <a:pt x="17883" y="135717"/>
                </a:cubicBezTo>
                <a:cubicBezTo>
                  <a:pt x="16103" y="135272"/>
                  <a:pt x="14590" y="135049"/>
                  <a:pt x="13344" y="135049"/>
                </a:cubicBezTo>
                <a:cubicBezTo>
                  <a:pt x="12099" y="135049"/>
                  <a:pt x="10587" y="135272"/>
                  <a:pt x="8807" y="135717"/>
                </a:cubicBezTo>
                <a:cubicBezTo>
                  <a:pt x="15836" y="124063"/>
                  <a:pt x="21797" y="112409"/>
                  <a:pt x="26689" y="100755"/>
                </a:cubicBezTo>
                <a:close/>
                <a:moveTo>
                  <a:pt x="77801" y="69127"/>
                </a:moveTo>
                <a:cubicBezTo>
                  <a:pt x="77801" y="72863"/>
                  <a:pt x="78134" y="76466"/>
                  <a:pt x="78800" y="79936"/>
                </a:cubicBezTo>
                <a:cubicBezTo>
                  <a:pt x="79468" y="83406"/>
                  <a:pt x="80603" y="86497"/>
                  <a:pt x="82203" y="89211"/>
                </a:cubicBezTo>
                <a:cubicBezTo>
                  <a:pt x="83805" y="91925"/>
                  <a:pt x="85940" y="94082"/>
                  <a:pt x="88609" y="95684"/>
                </a:cubicBezTo>
                <a:cubicBezTo>
                  <a:pt x="91278" y="97285"/>
                  <a:pt x="94570" y="98085"/>
                  <a:pt x="98485" y="98085"/>
                </a:cubicBezTo>
                <a:cubicBezTo>
                  <a:pt x="102400" y="98085"/>
                  <a:pt x="105692" y="97285"/>
                  <a:pt x="108361" y="95684"/>
                </a:cubicBezTo>
                <a:cubicBezTo>
                  <a:pt x="111030" y="94082"/>
                  <a:pt x="113165" y="91925"/>
                  <a:pt x="114765" y="89211"/>
                </a:cubicBezTo>
                <a:cubicBezTo>
                  <a:pt x="116367" y="86497"/>
                  <a:pt x="117501" y="83406"/>
                  <a:pt x="118168" y="79936"/>
                </a:cubicBezTo>
                <a:cubicBezTo>
                  <a:pt x="118836" y="76466"/>
                  <a:pt x="119170" y="72863"/>
                  <a:pt x="119170" y="69127"/>
                </a:cubicBezTo>
                <a:cubicBezTo>
                  <a:pt x="119170" y="65390"/>
                  <a:pt x="118836" y="61787"/>
                  <a:pt x="118168" y="58317"/>
                </a:cubicBezTo>
                <a:cubicBezTo>
                  <a:pt x="117501" y="54847"/>
                  <a:pt x="116367" y="51756"/>
                  <a:pt x="114765" y="49044"/>
                </a:cubicBezTo>
                <a:cubicBezTo>
                  <a:pt x="113165" y="46330"/>
                  <a:pt x="111030" y="44172"/>
                  <a:pt x="108361" y="42570"/>
                </a:cubicBezTo>
                <a:cubicBezTo>
                  <a:pt x="105692" y="40968"/>
                  <a:pt x="102400" y="40167"/>
                  <a:pt x="98485" y="40167"/>
                </a:cubicBezTo>
                <a:cubicBezTo>
                  <a:pt x="94570" y="40167"/>
                  <a:pt x="91278" y="40968"/>
                  <a:pt x="88609" y="42570"/>
                </a:cubicBezTo>
                <a:cubicBezTo>
                  <a:pt x="85940" y="44172"/>
                  <a:pt x="83805" y="46330"/>
                  <a:pt x="82203" y="49044"/>
                </a:cubicBezTo>
                <a:cubicBezTo>
                  <a:pt x="80603" y="51756"/>
                  <a:pt x="79468" y="54847"/>
                  <a:pt x="78800" y="58317"/>
                </a:cubicBezTo>
                <a:cubicBezTo>
                  <a:pt x="78134" y="61787"/>
                  <a:pt x="77801" y="65390"/>
                  <a:pt x="77801" y="69127"/>
                </a:cubicBezTo>
                <a:moveTo>
                  <a:pt x="66058" y="69127"/>
                </a:moveTo>
                <a:cubicBezTo>
                  <a:pt x="66058" y="63077"/>
                  <a:pt x="67014" y="57939"/>
                  <a:pt x="68927" y="53713"/>
                </a:cubicBezTo>
                <a:cubicBezTo>
                  <a:pt x="70839" y="49487"/>
                  <a:pt x="73352" y="46062"/>
                  <a:pt x="76465" y="43438"/>
                </a:cubicBezTo>
                <a:cubicBezTo>
                  <a:pt x="79579" y="40814"/>
                  <a:pt x="83071" y="38901"/>
                  <a:pt x="86941" y="37699"/>
                </a:cubicBezTo>
                <a:cubicBezTo>
                  <a:pt x="90812" y="36498"/>
                  <a:pt x="94660" y="35897"/>
                  <a:pt x="98485" y="35897"/>
                </a:cubicBezTo>
                <a:cubicBezTo>
                  <a:pt x="102400" y="35897"/>
                  <a:pt x="106270" y="36498"/>
                  <a:pt x="110096" y="37699"/>
                </a:cubicBezTo>
                <a:cubicBezTo>
                  <a:pt x="113921" y="38901"/>
                  <a:pt x="117391" y="40814"/>
                  <a:pt x="120503" y="43438"/>
                </a:cubicBezTo>
                <a:cubicBezTo>
                  <a:pt x="123617" y="46062"/>
                  <a:pt x="126131" y="49487"/>
                  <a:pt x="128044" y="53713"/>
                </a:cubicBezTo>
                <a:cubicBezTo>
                  <a:pt x="129956" y="57939"/>
                  <a:pt x="130913" y="63077"/>
                  <a:pt x="130913" y="69127"/>
                </a:cubicBezTo>
                <a:cubicBezTo>
                  <a:pt x="130913" y="75176"/>
                  <a:pt x="129956" y="80314"/>
                  <a:pt x="128044" y="84540"/>
                </a:cubicBezTo>
                <a:cubicBezTo>
                  <a:pt x="126131" y="88766"/>
                  <a:pt x="123617" y="92191"/>
                  <a:pt x="120503" y="94817"/>
                </a:cubicBezTo>
                <a:cubicBezTo>
                  <a:pt x="117391" y="97441"/>
                  <a:pt x="113921" y="99286"/>
                  <a:pt x="110096" y="100353"/>
                </a:cubicBezTo>
                <a:cubicBezTo>
                  <a:pt x="106270" y="101420"/>
                  <a:pt x="102400" y="101954"/>
                  <a:pt x="98485" y="101954"/>
                </a:cubicBezTo>
                <a:cubicBezTo>
                  <a:pt x="94660" y="101954"/>
                  <a:pt x="90812" y="101420"/>
                  <a:pt x="86941" y="100353"/>
                </a:cubicBezTo>
                <a:cubicBezTo>
                  <a:pt x="83071" y="99286"/>
                  <a:pt x="79579" y="97441"/>
                  <a:pt x="76465" y="94817"/>
                </a:cubicBezTo>
                <a:cubicBezTo>
                  <a:pt x="73352" y="92191"/>
                  <a:pt x="70839" y="88766"/>
                  <a:pt x="68927" y="84540"/>
                </a:cubicBezTo>
                <a:cubicBezTo>
                  <a:pt x="67014" y="80314"/>
                  <a:pt x="66058" y="75176"/>
                  <a:pt x="66058" y="69127"/>
                </a:cubicBezTo>
                <a:close/>
                <a:moveTo>
                  <a:pt x="145726" y="80469"/>
                </a:moveTo>
                <a:cubicBezTo>
                  <a:pt x="145726" y="75755"/>
                  <a:pt x="145793" y="71730"/>
                  <a:pt x="145926" y="68394"/>
                </a:cubicBezTo>
                <a:cubicBezTo>
                  <a:pt x="146059" y="65057"/>
                  <a:pt x="146125" y="61743"/>
                  <a:pt x="146125" y="58451"/>
                </a:cubicBezTo>
                <a:cubicBezTo>
                  <a:pt x="146125" y="55337"/>
                  <a:pt x="146103" y="51956"/>
                  <a:pt x="146058" y="48308"/>
                </a:cubicBezTo>
                <a:cubicBezTo>
                  <a:pt x="146015" y="44661"/>
                  <a:pt x="145948" y="40968"/>
                  <a:pt x="145859" y="37231"/>
                </a:cubicBezTo>
                <a:cubicBezTo>
                  <a:pt x="148084" y="37676"/>
                  <a:pt x="149952" y="37899"/>
                  <a:pt x="151464" y="37899"/>
                </a:cubicBezTo>
                <a:cubicBezTo>
                  <a:pt x="152887" y="37899"/>
                  <a:pt x="154711" y="37676"/>
                  <a:pt x="156936" y="37231"/>
                </a:cubicBezTo>
                <a:cubicBezTo>
                  <a:pt x="156491" y="42570"/>
                  <a:pt x="156157" y="48420"/>
                  <a:pt x="155934" y="54782"/>
                </a:cubicBezTo>
                <a:cubicBezTo>
                  <a:pt x="155711" y="61142"/>
                  <a:pt x="155600" y="67658"/>
                  <a:pt x="155600" y="74330"/>
                </a:cubicBezTo>
                <a:cubicBezTo>
                  <a:pt x="155600" y="78956"/>
                  <a:pt x="156001" y="82493"/>
                  <a:pt x="156802" y="84941"/>
                </a:cubicBezTo>
                <a:cubicBezTo>
                  <a:pt x="157602" y="87387"/>
                  <a:pt x="158581" y="89233"/>
                  <a:pt x="159738" y="90478"/>
                </a:cubicBezTo>
                <a:cubicBezTo>
                  <a:pt x="160984" y="91902"/>
                  <a:pt x="162563" y="93081"/>
                  <a:pt x="164476" y="94015"/>
                </a:cubicBezTo>
                <a:cubicBezTo>
                  <a:pt x="166389" y="94949"/>
                  <a:pt x="168635" y="95416"/>
                  <a:pt x="171214" y="95416"/>
                </a:cubicBezTo>
                <a:cubicBezTo>
                  <a:pt x="174951" y="95416"/>
                  <a:pt x="178066" y="94593"/>
                  <a:pt x="180557" y="92948"/>
                </a:cubicBezTo>
                <a:cubicBezTo>
                  <a:pt x="183048" y="91301"/>
                  <a:pt x="184871" y="89277"/>
                  <a:pt x="186028" y="86875"/>
                </a:cubicBezTo>
                <a:cubicBezTo>
                  <a:pt x="186650" y="85363"/>
                  <a:pt x="187139" y="84073"/>
                  <a:pt x="187494" y="83006"/>
                </a:cubicBezTo>
                <a:cubicBezTo>
                  <a:pt x="187851" y="81938"/>
                  <a:pt x="188140" y="80514"/>
                  <a:pt x="188362" y="78734"/>
                </a:cubicBezTo>
                <a:cubicBezTo>
                  <a:pt x="188584" y="76955"/>
                  <a:pt x="188718" y="74553"/>
                  <a:pt x="188763" y="71528"/>
                </a:cubicBezTo>
                <a:cubicBezTo>
                  <a:pt x="188808" y="68503"/>
                  <a:pt x="188830" y="64366"/>
                  <a:pt x="188830" y="59117"/>
                </a:cubicBezTo>
                <a:lnTo>
                  <a:pt x="188830" y="47907"/>
                </a:lnTo>
                <a:cubicBezTo>
                  <a:pt x="188830" y="45951"/>
                  <a:pt x="188808" y="44083"/>
                  <a:pt x="188763" y="42303"/>
                </a:cubicBezTo>
                <a:cubicBezTo>
                  <a:pt x="188718" y="40524"/>
                  <a:pt x="188651" y="38833"/>
                  <a:pt x="188563" y="37231"/>
                </a:cubicBezTo>
                <a:cubicBezTo>
                  <a:pt x="189542" y="37410"/>
                  <a:pt x="190476" y="37566"/>
                  <a:pt x="191365" y="37699"/>
                </a:cubicBezTo>
                <a:cubicBezTo>
                  <a:pt x="192254" y="37833"/>
                  <a:pt x="193188" y="37899"/>
                  <a:pt x="194167" y="37899"/>
                </a:cubicBezTo>
                <a:cubicBezTo>
                  <a:pt x="195146" y="37899"/>
                  <a:pt x="196080" y="37833"/>
                  <a:pt x="196969" y="37699"/>
                </a:cubicBezTo>
                <a:cubicBezTo>
                  <a:pt x="197859" y="37566"/>
                  <a:pt x="198749" y="37410"/>
                  <a:pt x="199639" y="37231"/>
                </a:cubicBezTo>
                <a:cubicBezTo>
                  <a:pt x="199195" y="44171"/>
                  <a:pt x="198928" y="50866"/>
                  <a:pt x="198838" y="57317"/>
                </a:cubicBezTo>
                <a:cubicBezTo>
                  <a:pt x="198750" y="63766"/>
                  <a:pt x="198706" y="70594"/>
                  <a:pt x="198706" y="77800"/>
                </a:cubicBezTo>
                <a:cubicBezTo>
                  <a:pt x="198706" y="81804"/>
                  <a:pt x="198750" y="85719"/>
                  <a:pt x="198838" y="89545"/>
                </a:cubicBezTo>
                <a:cubicBezTo>
                  <a:pt x="198928" y="93370"/>
                  <a:pt x="199062" y="97062"/>
                  <a:pt x="199239" y="100620"/>
                </a:cubicBezTo>
                <a:cubicBezTo>
                  <a:pt x="197460" y="100442"/>
                  <a:pt x="195725" y="100353"/>
                  <a:pt x="194035" y="100353"/>
                </a:cubicBezTo>
                <a:cubicBezTo>
                  <a:pt x="192345" y="100353"/>
                  <a:pt x="190610" y="100442"/>
                  <a:pt x="188830" y="100620"/>
                </a:cubicBezTo>
                <a:cubicBezTo>
                  <a:pt x="188918" y="99819"/>
                  <a:pt x="188985" y="98974"/>
                  <a:pt x="189030" y="98085"/>
                </a:cubicBezTo>
                <a:cubicBezTo>
                  <a:pt x="189074" y="97196"/>
                  <a:pt x="189097" y="96262"/>
                  <a:pt x="189097" y="95283"/>
                </a:cubicBezTo>
                <a:lnTo>
                  <a:pt x="189097" y="89545"/>
                </a:lnTo>
                <a:lnTo>
                  <a:pt x="188830" y="89545"/>
                </a:lnTo>
                <a:cubicBezTo>
                  <a:pt x="186517" y="93814"/>
                  <a:pt x="183536" y="96950"/>
                  <a:pt x="179889" y="98953"/>
                </a:cubicBezTo>
                <a:cubicBezTo>
                  <a:pt x="176241" y="100953"/>
                  <a:pt x="172282" y="101954"/>
                  <a:pt x="168011" y="101954"/>
                </a:cubicBezTo>
                <a:cubicBezTo>
                  <a:pt x="161072" y="101954"/>
                  <a:pt x="155623" y="100108"/>
                  <a:pt x="151664" y="96417"/>
                </a:cubicBezTo>
                <a:cubicBezTo>
                  <a:pt x="147705" y="92725"/>
                  <a:pt x="145726" y="87409"/>
                  <a:pt x="145726" y="80469"/>
                </a:cubicBezTo>
                <a:close/>
                <a:moveTo>
                  <a:pt x="291318" y="67392"/>
                </a:moveTo>
                <a:cubicBezTo>
                  <a:pt x="289805" y="67926"/>
                  <a:pt x="288048" y="68370"/>
                  <a:pt x="286046" y="68726"/>
                </a:cubicBezTo>
                <a:cubicBezTo>
                  <a:pt x="284045" y="69082"/>
                  <a:pt x="282021" y="69460"/>
                  <a:pt x="279976" y="69860"/>
                </a:cubicBezTo>
                <a:cubicBezTo>
                  <a:pt x="277930" y="70261"/>
                  <a:pt x="275906" y="70773"/>
                  <a:pt x="273903" y="71396"/>
                </a:cubicBezTo>
                <a:cubicBezTo>
                  <a:pt x="271901" y="72017"/>
                  <a:pt x="270121" y="72862"/>
                  <a:pt x="268564" y="73931"/>
                </a:cubicBezTo>
                <a:cubicBezTo>
                  <a:pt x="267009" y="74998"/>
                  <a:pt x="265763" y="76332"/>
                  <a:pt x="264828" y="77934"/>
                </a:cubicBezTo>
                <a:cubicBezTo>
                  <a:pt x="263894" y="79536"/>
                  <a:pt x="263427" y="81582"/>
                  <a:pt x="263427" y="84073"/>
                </a:cubicBezTo>
                <a:cubicBezTo>
                  <a:pt x="263427" y="88255"/>
                  <a:pt x="264628" y="91413"/>
                  <a:pt x="267029" y="93548"/>
                </a:cubicBezTo>
                <a:cubicBezTo>
                  <a:pt x="269432" y="95684"/>
                  <a:pt x="272101" y="96751"/>
                  <a:pt x="275038" y="96751"/>
                </a:cubicBezTo>
                <a:cubicBezTo>
                  <a:pt x="278418" y="96751"/>
                  <a:pt x="281509" y="95817"/>
                  <a:pt x="284311" y="93949"/>
                </a:cubicBezTo>
                <a:cubicBezTo>
                  <a:pt x="287114" y="92080"/>
                  <a:pt x="289272" y="89900"/>
                  <a:pt x="290784" y="87409"/>
                </a:cubicBezTo>
                <a:lnTo>
                  <a:pt x="291318" y="67392"/>
                </a:lnTo>
                <a:moveTo>
                  <a:pt x="258356" y="43637"/>
                </a:moveTo>
                <a:cubicBezTo>
                  <a:pt x="262360" y="40613"/>
                  <a:pt x="266052" y="38567"/>
                  <a:pt x="269432" y="37500"/>
                </a:cubicBezTo>
                <a:cubicBezTo>
                  <a:pt x="272813" y="36432"/>
                  <a:pt x="276283" y="35897"/>
                  <a:pt x="279841" y="35897"/>
                </a:cubicBezTo>
                <a:cubicBezTo>
                  <a:pt x="283045" y="35897"/>
                  <a:pt x="285981" y="36364"/>
                  <a:pt x="288650" y="37298"/>
                </a:cubicBezTo>
                <a:cubicBezTo>
                  <a:pt x="291319" y="38232"/>
                  <a:pt x="293587" y="39567"/>
                  <a:pt x="295455" y="41302"/>
                </a:cubicBezTo>
                <a:cubicBezTo>
                  <a:pt x="297323" y="43037"/>
                  <a:pt x="298791" y="45128"/>
                  <a:pt x="299858" y="47575"/>
                </a:cubicBezTo>
                <a:cubicBezTo>
                  <a:pt x="300926" y="50022"/>
                  <a:pt x="301460" y="52712"/>
                  <a:pt x="301460" y="55647"/>
                </a:cubicBezTo>
                <a:cubicBezTo>
                  <a:pt x="301460" y="60719"/>
                  <a:pt x="301371" y="65768"/>
                  <a:pt x="301193" y="70795"/>
                </a:cubicBezTo>
                <a:cubicBezTo>
                  <a:pt x="301016" y="75822"/>
                  <a:pt x="300927" y="81137"/>
                  <a:pt x="300927" y="86741"/>
                </a:cubicBezTo>
                <a:cubicBezTo>
                  <a:pt x="300927" y="87809"/>
                  <a:pt x="300949" y="88944"/>
                  <a:pt x="300994" y="90146"/>
                </a:cubicBezTo>
                <a:cubicBezTo>
                  <a:pt x="301039" y="91346"/>
                  <a:pt x="301239" y="92413"/>
                  <a:pt x="301595" y="93347"/>
                </a:cubicBezTo>
                <a:cubicBezTo>
                  <a:pt x="301950" y="94281"/>
                  <a:pt x="302461" y="95059"/>
                  <a:pt x="303128" y="95682"/>
                </a:cubicBezTo>
                <a:cubicBezTo>
                  <a:pt x="303796" y="96305"/>
                  <a:pt x="304797" y="96617"/>
                  <a:pt x="306131" y="96617"/>
                </a:cubicBezTo>
                <a:cubicBezTo>
                  <a:pt x="306577" y="96617"/>
                  <a:pt x="307044" y="96595"/>
                  <a:pt x="307532" y="96550"/>
                </a:cubicBezTo>
                <a:cubicBezTo>
                  <a:pt x="308022" y="96505"/>
                  <a:pt x="308489" y="96349"/>
                  <a:pt x="308933" y="96083"/>
                </a:cubicBezTo>
                <a:lnTo>
                  <a:pt x="308933" y="99020"/>
                </a:lnTo>
                <a:cubicBezTo>
                  <a:pt x="307955" y="99464"/>
                  <a:pt x="306731" y="99819"/>
                  <a:pt x="305264" y="100087"/>
                </a:cubicBezTo>
                <a:cubicBezTo>
                  <a:pt x="303797" y="100354"/>
                  <a:pt x="302173" y="100488"/>
                  <a:pt x="300393" y="100488"/>
                </a:cubicBezTo>
                <a:cubicBezTo>
                  <a:pt x="297547" y="100488"/>
                  <a:pt x="295367" y="99754"/>
                  <a:pt x="293855" y="98287"/>
                </a:cubicBezTo>
                <a:cubicBezTo>
                  <a:pt x="292342" y="96818"/>
                  <a:pt x="291453" y="94927"/>
                  <a:pt x="291185" y="92614"/>
                </a:cubicBezTo>
                <a:cubicBezTo>
                  <a:pt x="287983" y="95816"/>
                  <a:pt x="284825" y="98173"/>
                  <a:pt x="281710" y="99686"/>
                </a:cubicBezTo>
                <a:cubicBezTo>
                  <a:pt x="278596" y="101198"/>
                  <a:pt x="274771" y="101954"/>
                  <a:pt x="270234" y="101954"/>
                </a:cubicBezTo>
                <a:cubicBezTo>
                  <a:pt x="268009" y="101954"/>
                  <a:pt x="265829" y="101642"/>
                  <a:pt x="263694" y="101019"/>
                </a:cubicBezTo>
                <a:cubicBezTo>
                  <a:pt x="261560" y="100398"/>
                  <a:pt x="259669" y="99375"/>
                  <a:pt x="258023" y="97953"/>
                </a:cubicBezTo>
                <a:cubicBezTo>
                  <a:pt x="256377" y="96529"/>
                  <a:pt x="255043" y="94816"/>
                  <a:pt x="254019" y="92815"/>
                </a:cubicBezTo>
                <a:cubicBezTo>
                  <a:pt x="252997" y="90813"/>
                  <a:pt x="252486" y="88521"/>
                  <a:pt x="252486" y="85941"/>
                </a:cubicBezTo>
                <a:cubicBezTo>
                  <a:pt x="252486" y="80603"/>
                  <a:pt x="254154" y="76467"/>
                  <a:pt x="257489" y="73532"/>
                </a:cubicBezTo>
                <a:cubicBezTo>
                  <a:pt x="260826" y="70595"/>
                  <a:pt x="265430" y="68638"/>
                  <a:pt x="271301" y="67659"/>
                </a:cubicBezTo>
                <a:cubicBezTo>
                  <a:pt x="276105" y="66858"/>
                  <a:pt x="279864" y="66169"/>
                  <a:pt x="282578" y="65590"/>
                </a:cubicBezTo>
                <a:cubicBezTo>
                  <a:pt x="285292" y="65012"/>
                  <a:pt x="287293" y="64411"/>
                  <a:pt x="288583" y="63788"/>
                </a:cubicBezTo>
                <a:cubicBezTo>
                  <a:pt x="289872" y="63165"/>
                  <a:pt x="290650" y="62431"/>
                  <a:pt x="290916" y="61587"/>
                </a:cubicBezTo>
                <a:cubicBezTo>
                  <a:pt x="291184" y="60741"/>
                  <a:pt x="291318" y="59651"/>
                  <a:pt x="291318" y="58317"/>
                </a:cubicBezTo>
                <a:cubicBezTo>
                  <a:pt x="291318" y="56093"/>
                  <a:pt x="291051" y="53958"/>
                  <a:pt x="290517" y="51913"/>
                </a:cubicBezTo>
                <a:cubicBezTo>
                  <a:pt x="289984" y="49866"/>
                  <a:pt x="289139" y="48086"/>
                  <a:pt x="287982" y="46574"/>
                </a:cubicBezTo>
                <a:cubicBezTo>
                  <a:pt x="286826" y="45061"/>
                  <a:pt x="285313" y="43838"/>
                  <a:pt x="283445" y="42904"/>
                </a:cubicBezTo>
                <a:cubicBezTo>
                  <a:pt x="281577" y="41970"/>
                  <a:pt x="279309" y="41503"/>
                  <a:pt x="276640" y="41503"/>
                </a:cubicBezTo>
                <a:cubicBezTo>
                  <a:pt x="273081" y="41503"/>
                  <a:pt x="269766" y="42304"/>
                  <a:pt x="266697" y="43906"/>
                </a:cubicBezTo>
                <a:cubicBezTo>
                  <a:pt x="263628" y="45507"/>
                  <a:pt x="261337" y="47730"/>
                  <a:pt x="259825" y="50577"/>
                </a:cubicBezTo>
                <a:lnTo>
                  <a:pt x="258356" y="50577"/>
                </a:lnTo>
                <a:lnTo>
                  <a:pt x="258356" y="43637"/>
                </a:lnTo>
                <a:close/>
                <a:moveTo>
                  <a:pt x="367651" y="114766"/>
                </a:moveTo>
                <a:cubicBezTo>
                  <a:pt x="367651" y="109428"/>
                  <a:pt x="366094" y="105692"/>
                  <a:pt x="362980" y="103557"/>
                </a:cubicBezTo>
                <a:cubicBezTo>
                  <a:pt x="359867" y="101421"/>
                  <a:pt x="354707" y="100353"/>
                  <a:pt x="347500" y="100353"/>
                </a:cubicBezTo>
                <a:cubicBezTo>
                  <a:pt x="340828" y="100353"/>
                  <a:pt x="335668" y="101443"/>
                  <a:pt x="332020" y="103622"/>
                </a:cubicBezTo>
                <a:cubicBezTo>
                  <a:pt x="328373" y="105802"/>
                  <a:pt x="326549" y="109739"/>
                  <a:pt x="326549" y="115434"/>
                </a:cubicBezTo>
                <a:cubicBezTo>
                  <a:pt x="326549" y="118459"/>
                  <a:pt x="327060" y="121039"/>
                  <a:pt x="328082" y="123174"/>
                </a:cubicBezTo>
                <a:cubicBezTo>
                  <a:pt x="329106" y="125309"/>
                  <a:pt x="330485" y="127044"/>
                  <a:pt x="332220" y="128379"/>
                </a:cubicBezTo>
                <a:cubicBezTo>
                  <a:pt x="333955" y="129713"/>
                  <a:pt x="336023" y="130691"/>
                  <a:pt x="338424" y="131313"/>
                </a:cubicBezTo>
                <a:cubicBezTo>
                  <a:pt x="340827" y="131936"/>
                  <a:pt x="343408" y="132248"/>
                  <a:pt x="346166" y="132248"/>
                </a:cubicBezTo>
                <a:cubicBezTo>
                  <a:pt x="348835" y="132248"/>
                  <a:pt x="351459" y="131892"/>
                  <a:pt x="354039" y="131181"/>
                </a:cubicBezTo>
                <a:cubicBezTo>
                  <a:pt x="356619" y="130469"/>
                  <a:pt x="358910" y="129402"/>
                  <a:pt x="360911" y="127977"/>
                </a:cubicBezTo>
                <a:cubicBezTo>
                  <a:pt x="362913" y="126553"/>
                  <a:pt x="364537" y="124751"/>
                  <a:pt x="365782" y="122571"/>
                </a:cubicBezTo>
                <a:cubicBezTo>
                  <a:pt x="367028" y="120392"/>
                  <a:pt x="367651" y="117791"/>
                  <a:pt x="367651" y="114766"/>
                </a:cubicBezTo>
                <a:moveTo>
                  <a:pt x="360445" y="56983"/>
                </a:moveTo>
                <a:cubicBezTo>
                  <a:pt x="360445" y="51378"/>
                  <a:pt x="359110" y="47108"/>
                  <a:pt x="356441" y="44173"/>
                </a:cubicBezTo>
                <a:cubicBezTo>
                  <a:pt x="353773" y="41236"/>
                  <a:pt x="350259" y="39768"/>
                  <a:pt x="345900" y="39768"/>
                </a:cubicBezTo>
                <a:cubicBezTo>
                  <a:pt x="341095" y="39768"/>
                  <a:pt x="337359" y="41392"/>
                  <a:pt x="334690" y="44639"/>
                </a:cubicBezTo>
                <a:cubicBezTo>
                  <a:pt x="332021" y="47886"/>
                  <a:pt x="330687" y="52223"/>
                  <a:pt x="330687" y="57649"/>
                </a:cubicBezTo>
                <a:cubicBezTo>
                  <a:pt x="330687" y="63254"/>
                  <a:pt x="331910" y="67680"/>
                  <a:pt x="334356" y="70927"/>
                </a:cubicBezTo>
                <a:cubicBezTo>
                  <a:pt x="336802" y="74175"/>
                  <a:pt x="340605" y="75798"/>
                  <a:pt x="345765" y="75798"/>
                </a:cubicBezTo>
                <a:cubicBezTo>
                  <a:pt x="348346" y="75798"/>
                  <a:pt x="350548" y="75287"/>
                  <a:pt x="352371" y="74265"/>
                </a:cubicBezTo>
                <a:cubicBezTo>
                  <a:pt x="354195" y="73241"/>
                  <a:pt x="355708" y="71862"/>
                  <a:pt x="356908" y="70127"/>
                </a:cubicBezTo>
                <a:cubicBezTo>
                  <a:pt x="358109" y="68392"/>
                  <a:pt x="358999" y="66391"/>
                  <a:pt x="359577" y="64122"/>
                </a:cubicBezTo>
                <a:cubicBezTo>
                  <a:pt x="360156" y="61854"/>
                  <a:pt x="360445" y="59474"/>
                  <a:pt x="360445" y="56983"/>
                </a:cubicBezTo>
                <a:moveTo>
                  <a:pt x="320277" y="57649"/>
                </a:moveTo>
                <a:cubicBezTo>
                  <a:pt x="320277" y="53913"/>
                  <a:pt x="320944" y="50688"/>
                  <a:pt x="322279" y="47975"/>
                </a:cubicBezTo>
                <a:cubicBezTo>
                  <a:pt x="323613" y="45261"/>
                  <a:pt x="325459" y="43015"/>
                  <a:pt x="327816" y="41236"/>
                </a:cubicBezTo>
                <a:cubicBezTo>
                  <a:pt x="330174" y="39457"/>
                  <a:pt x="332887" y="38122"/>
                  <a:pt x="335957" y="37233"/>
                </a:cubicBezTo>
                <a:cubicBezTo>
                  <a:pt x="339026" y="36343"/>
                  <a:pt x="342295" y="35897"/>
                  <a:pt x="345765" y="35897"/>
                </a:cubicBezTo>
                <a:cubicBezTo>
                  <a:pt x="347455" y="35897"/>
                  <a:pt x="349079" y="35942"/>
                  <a:pt x="350636" y="36032"/>
                </a:cubicBezTo>
                <a:cubicBezTo>
                  <a:pt x="352193" y="36120"/>
                  <a:pt x="354173" y="36253"/>
                  <a:pt x="356576" y="36431"/>
                </a:cubicBezTo>
                <a:cubicBezTo>
                  <a:pt x="358622" y="36609"/>
                  <a:pt x="360445" y="36742"/>
                  <a:pt x="362045" y="36832"/>
                </a:cubicBezTo>
                <a:cubicBezTo>
                  <a:pt x="363647" y="36920"/>
                  <a:pt x="364937" y="36964"/>
                  <a:pt x="365916" y="36964"/>
                </a:cubicBezTo>
                <a:cubicBezTo>
                  <a:pt x="370898" y="36964"/>
                  <a:pt x="374502" y="36742"/>
                  <a:pt x="376727" y="36299"/>
                </a:cubicBezTo>
                <a:cubicBezTo>
                  <a:pt x="376637" y="36742"/>
                  <a:pt x="376570" y="37209"/>
                  <a:pt x="376525" y="37699"/>
                </a:cubicBezTo>
                <a:cubicBezTo>
                  <a:pt x="376480" y="38188"/>
                  <a:pt x="376458" y="38655"/>
                  <a:pt x="376458" y="39100"/>
                </a:cubicBezTo>
                <a:cubicBezTo>
                  <a:pt x="376458" y="39546"/>
                  <a:pt x="376480" y="40013"/>
                  <a:pt x="376525" y="40503"/>
                </a:cubicBezTo>
                <a:cubicBezTo>
                  <a:pt x="376570" y="40992"/>
                  <a:pt x="376637" y="41458"/>
                  <a:pt x="376727" y="41902"/>
                </a:cubicBezTo>
                <a:cubicBezTo>
                  <a:pt x="374146" y="41725"/>
                  <a:pt x="371633" y="41524"/>
                  <a:pt x="369186" y="41302"/>
                </a:cubicBezTo>
                <a:cubicBezTo>
                  <a:pt x="366740" y="41079"/>
                  <a:pt x="364316" y="40924"/>
                  <a:pt x="361913" y="40835"/>
                </a:cubicBezTo>
                <a:lnTo>
                  <a:pt x="361646" y="41102"/>
                </a:lnTo>
                <a:cubicBezTo>
                  <a:pt x="364405" y="42614"/>
                  <a:pt x="366629" y="44950"/>
                  <a:pt x="368319" y="48109"/>
                </a:cubicBezTo>
                <a:cubicBezTo>
                  <a:pt x="370009" y="51266"/>
                  <a:pt x="370854" y="54536"/>
                  <a:pt x="370854" y="57918"/>
                </a:cubicBezTo>
                <a:cubicBezTo>
                  <a:pt x="370854" y="64590"/>
                  <a:pt x="368607" y="69816"/>
                  <a:pt x="364114" y="73597"/>
                </a:cubicBezTo>
                <a:cubicBezTo>
                  <a:pt x="359622" y="77378"/>
                  <a:pt x="353595" y="79268"/>
                  <a:pt x="346032" y="79268"/>
                </a:cubicBezTo>
                <a:cubicBezTo>
                  <a:pt x="344787" y="79268"/>
                  <a:pt x="343564" y="79224"/>
                  <a:pt x="342363" y="79136"/>
                </a:cubicBezTo>
                <a:cubicBezTo>
                  <a:pt x="341161" y="79046"/>
                  <a:pt x="339938" y="79001"/>
                  <a:pt x="338693" y="79001"/>
                </a:cubicBezTo>
                <a:cubicBezTo>
                  <a:pt x="337091" y="79001"/>
                  <a:pt x="335601" y="79579"/>
                  <a:pt x="334222" y="80736"/>
                </a:cubicBezTo>
                <a:cubicBezTo>
                  <a:pt x="332844" y="81893"/>
                  <a:pt x="332155" y="83361"/>
                  <a:pt x="332155" y="85140"/>
                </a:cubicBezTo>
                <a:cubicBezTo>
                  <a:pt x="332155" y="87454"/>
                  <a:pt x="332711" y="89144"/>
                  <a:pt x="333823" y="90213"/>
                </a:cubicBezTo>
                <a:cubicBezTo>
                  <a:pt x="334934" y="91280"/>
                  <a:pt x="337002" y="91857"/>
                  <a:pt x="340027" y="91946"/>
                </a:cubicBezTo>
                <a:cubicBezTo>
                  <a:pt x="342518" y="92035"/>
                  <a:pt x="344964" y="92103"/>
                  <a:pt x="347366" y="92147"/>
                </a:cubicBezTo>
                <a:cubicBezTo>
                  <a:pt x="349769" y="92191"/>
                  <a:pt x="352215" y="92257"/>
                  <a:pt x="354707" y="92347"/>
                </a:cubicBezTo>
                <a:cubicBezTo>
                  <a:pt x="358799" y="92435"/>
                  <a:pt x="362292" y="92924"/>
                  <a:pt x="365183" y="93815"/>
                </a:cubicBezTo>
                <a:cubicBezTo>
                  <a:pt x="368075" y="94704"/>
                  <a:pt x="370432" y="95905"/>
                  <a:pt x="372255" y="97417"/>
                </a:cubicBezTo>
                <a:cubicBezTo>
                  <a:pt x="374080" y="98929"/>
                  <a:pt x="375414" y="100664"/>
                  <a:pt x="376258" y="102622"/>
                </a:cubicBezTo>
                <a:cubicBezTo>
                  <a:pt x="377104" y="104579"/>
                  <a:pt x="377527" y="106715"/>
                  <a:pt x="377527" y="109028"/>
                </a:cubicBezTo>
                <a:cubicBezTo>
                  <a:pt x="377527" y="112142"/>
                  <a:pt x="376926" y="115300"/>
                  <a:pt x="375725" y="118503"/>
                </a:cubicBezTo>
                <a:cubicBezTo>
                  <a:pt x="374523" y="121705"/>
                  <a:pt x="372655" y="124596"/>
                  <a:pt x="370119" y="127175"/>
                </a:cubicBezTo>
                <a:cubicBezTo>
                  <a:pt x="367585" y="129756"/>
                  <a:pt x="364315" y="131891"/>
                  <a:pt x="360310" y="133581"/>
                </a:cubicBezTo>
                <a:cubicBezTo>
                  <a:pt x="356307" y="135273"/>
                  <a:pt x="351503" y="136119"/>
                  <a:pt x="345900" y="136119"/>
                </a:cubicBezTo>
                <a:cubicBezTo>
                  <a:pt x="337270" y="136119"/>
                  <a:pt x="330464" y="134405"/>
                  <a:pt x="325482" y="130979"/>
                </a:cubicBezTo>
                <a:cubicBezTo>
                  <a:pt x="320500" y="127554"/>
                  <a:pt x="318009" y="122861"/>
                  <a:pt x="318009" y="116900"/>
                </a:cubicBezTo>
                <a:cubicBezTo>
                  <a:pt x="318009" y="114588"/>
                  <a:pt x="318431" y="112454"/>
                  <a:pt x="319275" y="110496"/>
                </a:cubicBezTo>
                <a:cubicBezTo>
                  <a:pt x="320121" y="108539"/>
                  <a:pt x="321211" y="106804"/>
                  <a:pt x="322546" y="105291"/>
                </a:cubicBezTo>
                <a:cubicBezTo>
                  <a:pt x="323880" y="103779"/>
                  <a:pt x="325392" y="102578"/>
                  <a:pt x="327082" y="101687"/>
                </a:cubicBezTo>
                <a:cubicBezTo>
                  <a:pt x="328773" y="100798"/>
                  <a:pt x="330507" y="100131"/>
                  <a:pt x="332287" y="99686"/>
                </a:cubicBezTo>
                <a:lnTo>
                  <a:pt x="332287" y="99419"/>
                </a:lnTo>
                <a:cubicBezTo>
                  <a:pt x="329529" y="98618"/>
                  <a:pt x="327437" y="97283"/>
                  <a:pt x="326013" y="95416"/>
                </a:cubicBezTo>
                <a:cubicBezTo>
                  <a:pt x="324591" y="93548"/>
                  <a:pt x="323879" y="91323"/>
                  <a:pt x="323879" y="88743"/>
                </a:cubicBezTo>
                <a:cubicBezTo>
                  <a:pt x="323879" y="87230"/>
                  <a:pt x="324169" y="85852"/>
                  <a:pt x="324747" y="84607"/>
                </a:cubicBezTo>
                <a:cubicBezTo>
                  <a:pt x="325325" y="83361"/>
                  <a:pt x="326059" y="82248"/>
                  <a:pt x="326948" y="81270"/>
                </a:cubicBezTo>
                <a:cubicBezTo>
                  <a:pt x="327839" y="80291"/>
                  <a:pt x="328862" y="79491"/>
                  <a:pt x="330019" y="78869"/>
                </a:cubicBezTo>
                <a:cubicBezTo>
                  <a:pt x="331175" y="78246"/>
                  <a:pt x="332287" y="77845"/>
                  <a:pt x="333354" y="77667"/>
                </a:cubicBezTo>
                <a:lnTo>
                  <a:pt x="333354" y="77401"/>
                </a:lnTo>
                <a:cubicBezTo>
                  <a:pt x="329263" y="75621"/>
                  <a:pt x="326060" y="73108"/>
                  <a:pt x="323747" y="69860"/>
                </a:cubicBezTo>
                <a:cubicBezTo>
                  <a:pt x="321434" y="66613"/>
                  <a:pt x="320277" y="62543"/>
                  <a:pt x="320277" y="57649"/>
                </a:cubicBezTo>
                <a:close/>
                <a:moveTo>
                  <a:pt x="421030" y="48174"/>
                </a:moveTo>
                <a:cubicBezTo>
                  <a:pt x="420586" y="47641"/>
                  <a:pt x="419719" y="47152"/>
                  <a:pt x="418428" y="46708"/>
                </a:cubicBezTo>
                <a:cubicBezTo>
                  <a:pt x="417138" y="46263"/>
                  <a:pt x="415826" y="46040"/>
                  <a:pt x="414492" y="46040"/>
                </a:cubicBezTo>
                <a:cubicBezTo>
                  <a:pt x="412356" y="46040"/>
                  <a:pt x="410443" y="46529"/>
                  <a:pt x="408753" y="47508"/>
                </a:cubicBezTo>
                <a:cubicBezTo>
                  <a:pt x="407063" y="48487"/>
                  <a:pt x="405640" y="49799"/>
                  <a:pt x="404483" y="51444"/>
                </a:cubicBezTo>
                <a:cubicBezTo>
                  <a:pt x="403327" y="53090"/>
                  <a:pt x="402437" y="55047"/>
                  <a:pt x="401814" y="57317"/>
                </a:cubicBezTo>
                <a:cubicBezTo>
                  <a:pt x="401192" y="59585"/>
                  <a:pt x="400881" y="62009"/>
                  <a:pt x="400881" y="64588"/>
                </a:cubicBezTo>
                <a:lnTo>
                  <a:pt x="400881" y="79268"/>
                </a:lnTo>
                <a:cubicBezTo>
                  <a:pt x="400881" y="85229"/>
                  <a:pt x="400903" y="89789"/>
                  <a:pt x="400946" y="92948"/>
                </a:cubicBezTo>
                <a:cubicBezTo>
                  <a:pt x="400991" y="96105"/>
                  <a:pt x="401147" y="98663"/>
                  <a:pt x="401415" y="100620"/>
                </a:cubicBezTo>
                <a:cubicBezTo>
                  <a:pt x="399635" y="100442"/>
                  <a:pt x="397855" y="100353"/>
                  <a:pt x="396076" y="100353"/>
                </a:cubicBezTo>
                <a:cubicBezTo>
                  <a:pt x="394118" y="100353"/>
                  <a:pt x="392250" y="100442"/>
                  <a:pt x="390472" y="100620"/>
                </a:cubicBezTo>
                <a:cubicBezTo>
                  <a:pt x="390738" y="97596"/>
                  <a:pt x="390893" y="93481"/>
                  <a:pt x="390938" y="88276"/>
                </a:cubicBezTo>
                <a:cubicBezTo>
                  <a:pt x="390983" y="83072"/>
                  <a:pt x="391005" y="76689"/>
                  <a:pt x="391005" y="69127"/>
                </a:cubicBezTo>
                <a:lnTo>
                  <a:pt x="391005" y="64855"/>
                </a:lnTo>
                <a:cubicBezTo>
                  <a:pt x="391005" y="61387"/>
                  <a:pt x="390983" y="57384"/>
                  <a:pt x="390938" y="52847"/>
                </a:cubicBezTo>
                <a:cubicBezTo>
                  <a:pt x="390893" y="48309"/>
                  <a:pt x="390738" y="43104"/>
                  <a:pt x="390472" y="37231"/>
                </a:cubicBezTo>
                <a:cubicBezTo>
                  <a:pt x="391450" y="37410"/>
                  <a:pt x="392384" y="37566"/>
                  <a:pt x="393274" y="37699"/>
                </a:cubicBezTo>
                <a:cubicBezTo>
                  <a:pt x="394163" y="37833"/>
                  <a:pt x="395097" y="37899"/>
                  <a:pt x="396076" y="37899"/>
                </a:cubicBezTo>
                <a:cubicBezTo>
                  <a:pt x="396876" y="37899"/>
                  <a:pt x="397721" y="37833"/>
                  <a:pt x="398611" y="37699"/>
                </a:cubicBezTo>
                <a:cubicBezTo>
                  <a:pt x="399501" y="37566"/>
                  <a:pt x="400436" y="37410"/>
                  <a:pt x="401415" y="37231"/>
                </a:cubicBezTo>
                <a:cubicBezTo>
                  <a:pt x="401059" y="40435"/>
                  <a:pt x="400859" y="42971"/>
                  <a:pt x="400814" y="44839"/>
                </a:cubicBezTo>
                <a:cubicBezTo>
                  <a:pt x="400769" y="46707"/>
                  <a:pt x="400747" y="48486"/>
                  <a:pt x="400747" y="50176"/>
                </a:cubicBezTo>
                <a:lnTo>
                  <a:pt x="401013" y="50310"/>
                </a:lnTo>
                <a:cubicBezTo>
                  <a:pt x="406263" y="40702"/>
                  <a:pt x="412135" y="35897"/>
                  <a:pt x="418629" y="35897"/>
                </a:cubicBezTo>
                <a:cubicBezTo>
                  <a:pt x="419430" y="35897"/>
                  <a:pt x="420120" y="35942"/>
                  <a:pt x="420698" y="36032"/>
                </a:cubicBezTo>
                <a:cubicBezTo>
                  <a:pt x="421276" y="36120"/>
                  <a:pt x="422010" y="36342"/>
                  <a:pt x="422899" y="36698"/>
                </a:cubicBezTo>
                <a:cubicBezTo>
                  <a:pt x="422454" y="37766"/>
                  <a:pt x="422187" y="39390"/>
                  <a:pt x="422097" y="41570"/>
                </a:cubicBezTo>
                <a:cubicBezTo>
                  <a:pt x="422009" y="43749"/>
                  <a:pt x="421965" y="45728"/>
                  <a:pt x="421965" y="47508"/>
                </a:cubicBezTo>
                <a:lnTo>
                  <a:pt x="421030" y="48174"/>
                </a:lnTo>
                <a:close/>
                <a:moveTo>
                  <a:pt x="460266" y="40167"/>
                </a:moveTo>
                <a:cubicBezTo>
                  <a:pt x="456974" y="40167"/>
                  <a:pt x="454193" y="40924"/>
                  <a:pt x="451923" y="42436"/>
                </a:cubicBezTo>
                <a:cubicBezTo>
                  <a:pt x="449655" y="43948"/>
                  <a:pt x="447787" y="45839"/>
                  <a:pt x="446319" y="48109"/>
                </a:cubicBezTo>
                <a:cubicBezTo>
                  <a:pt x="444852" y="50377"/>
                  <a:pt x="443740" y="52868"/>
                  <a:pt x="442984" y="55582"/>
                </a:cubicBezTo>
                <a:cubicBezTo>
                  <a:pt x="442228" y="58296"/>
                  <a:pt x="441761" y="60853"/>
                  <a:pt x="441583" y="63255"/>
                </a:cubicBezTo>
                <a:cubicBezTo>
                  <a:pt x="444340" y="63344"/>
                  <a:pt x="447208" y="63434"/>
                  <a:pt x="450188" y="63523"/>
                </a:cubicBezTo>
                <a:cubicBezTo>
                  <a:pt x="453169" y="63612"/>
                  <a:pt x="456083" y="63656"/>
                  <a:pt x="458930" y="63656"/>
                </a:cubicBezTo>
                <a:cubicBezTo>
                  <a:pt x="461866" y="63656"/>
                  <a:pt x="464847" y="63612"/>
                  <a:pt x="467871" y="63523"/>
                </a:cubicBezTo>
                <a:cubicBezTo>
                  <a:pt x="470896" y="63434"/>
                  <a:pt x="473832" y="63344"/>
                  <a:pt x="476680" y="63255"/>
                </a:cubicBezTo>
                <a:cubicBezTo>
                  <a:pt x="476680" y="60853"/>
                  <a:pt x="476480" y="58318"/>
                  <a:pt x="476079" y="55649"/>
                </a:cubicBezTo>
                <a:cubicBezTo>
                  <a:pt x="475679" y="52979"/>
                  <a:pt x="474878" y="50487"/>
                  <a:pt x="473677" y="48174"/>
                </a:cubicBezTo>
                <a:cubicBezTo>
                  <a:pt x="472475" y="45861"/>
                  <a:pt x="470807" y="43948"/>
                  <a:pt x="468671" y="42436"/>
                </a:cubicBezTo>
                <a:cubicBezTo>
                  <a:pt x="466536" y="40924"/>
                  <a:pt x="463734" y="40167"/>
                  <a:pt x="460266" y="40167"/>
                </a:cubicBezTo>
                <a:moveTo>
                  <a:pt x="429439" y="70995"/>
                </a:moveTo>
                <a:cubicBezTo>
                  <a:pt x="429439" y="60052"/>
                  <a:pt x="432040" y="51467"/>
                  <a:pt x="437244" y="45240"/>
                </a:cubicBezTo>
                <a:cubicBezTo>
                  <a:pt x="442448" y="39012"/>
                  <a:pt x="450033" y="35897"/>
                  <a:pt x="459999" y="35897"/>
                </a:cubicBezTo>
                <a:cubicBezTo>
                  <a:pt x="464714" y="35897"/>
                  <a:pt x="468783" y="36632"/>
                  <a:pt x="472208" y="38101"/>
                </a:cubicBezTo>
                <a:cubicBezTo>
                  <a:pt x="475633" y="39568"/>
                  <a:pt x="478503" y="41525"/>
                  <a:pt x="480816" y="43971"/>
                </a:cubicBezTo>
                <a:cubicBezTo>
                  <a:pt x="483129" y="46417"/>
                  <a:pt x="484841" y="49287"/>
                  <a:pt x="485953" y="52579"/>
                </a:cubicBezTo>
                <a:cubicBezTo>
                  <a:pt x="487065" y="55870"/>
                  <a:pt x="487621" y="59384"/>
                  <a:pt x="487621" y="63120"/>
                </a:cubicBezTo>
                <a:cubicBezTo>
                  <a:pt x="487621" y="64011"/>
                  <a:pt x="487599" y="64879"/>
                  <a:pt x="487554" y="65725"/>
                </a:cubicBezTo>
                <a:cubicBezTo>
                  <a:pt x="487510" y="66569"/>
                  <a:pt x="487444" y="67436"/>
                  <a:pt x="487354" y="68325"/>
                </a:cubicBezTo>
                <a:cubicBezTo>
                  <a:pt x="482550" y="68237"/>
                  <a:pt x="477791" y="68149"/>
                  <a:pt x="473076" y="68060"/>
                </a:cubicBezTo>
                <a:cubicBezTo>
                  <a:pt x="468361" y="67971"/>
                  <a:pt x="463602" y="67926"/>
                  <a:pt x="458798" y="67926"/>
                </a:cubicBezTo>
                <a:cubicBezTo>
                  <a:pt x="455861" y="67926"/>
                  <a:pt x="452947" y="67971"/>
                  <a:pt x="450056" y="68060"/>
                </a:cubicBezTo>
                <a:cubicBezTo>
                  <a:pt x="447164" y="68149"/>
                  <a:pt x="444250" y="68237"/>
                  <a:pt x="441314" y="68325"/>
                </a:cubicBezTo>
                <a:cubicBezTo>
                  <a:pt x="441226" y="68770"/>
                  <a:pt x="441182" y="69437"/>
                  <a:pt x="441182" y="70327"/>
                </a:cubicBezTo>
                <a:lnTo>
                  <a:pt x="441182" y="72062"/>
                </a:lnTo>
                <a:cubicBezTo>
                  <a:pt x="441182" y="75531"/>
                  <a:pt x="441693" y="78779"/>
                  <a:pt x="442715" y="81805"/>
                </a:cubicBezTo>
                <a:cubicBezTo>
                  <a:pt x="443739" y="84830"/>
                  <a:pt x="445229" y="87432"/>
                  <a:pt x="447187" y="89612"/>
                </a:cubicBezTo>
                <a:cubicBezTo>
                  <a:pt x="449144" y="91791"/>
                  <a:pt x="451546" y="93526"/>
                  <a:pt x="454393" y="94817"/>
                </a:cubicBezTo>
                <a:cubicBezTo>
                  <a:pt x="457240" y="96106"/>
                  <a:pt x="460532" y="96751"/>
                  <a:pt x="464269" y="96751"/>
                </a:cubicBezTo>
                <a:cubicBezTo>
                  <a:pt x="466047" y="96751"/>
                  <a:pt x="467871" y="96507"/>
                  <a:pt x="469738" y="96018"/>
                </a:cubicBezTo>
                <a:cubicBezTo>
                  <a:pt x="471608" y="95528"/>
                  <a:pt x="473432" y="94860"/>
                  <a:pt x="475210" y="94015"/>
                </a:cubicBezTo>
                <a:cubicBezTo>
                  <a:pt x="476990" y="93169"/>
                  <a:pt x="478658" y="92168"/>
                  <a:pt x="480215" y="91013"/>
                </a:cubicBezTo>
                <a:cubicBezTo>
                  <a:pt x="481772" y="89856"/>
                  <a:pt x="483129" y="88610"/>
                  <a:pt x="484286" y="87275"/>
                </a:cubicBezTo>
                <a:lnTo>
                  <a:pt x="484953" y="87676"/>
                </a:lnTo>
                <a:lnTo>
                  <a:pt x="484153" y="94214"/>
                </a:lnTo>
                <a:cubicBezTo>
                  <a:pt x="481483" y="96349"/>
                  <a:pt x="478169" y="98173"/>
                  <a:pt x="474210" y="99686"/>
                </a:cubicBezTo>
                <a:cubicBezTo>
                  <a:pt x="470252" y="101198"/>
                  <a:pt x="466137" y="101954"/>
                  <a:pt x="461866" y="101954"/>
                </a:cubicBezTo>
                <a:cubicBezTo>
                  <a:pt x="457062" y="101954"/>
                  <a:pt x="452680" y="101220"/>
                  <a:pt x="448720" y="99753"/>
                </a:cubicBezTo>
                <a:cubicBezTo>
                  <a:pt x="444762" y="98285"/>
                  <a:pt x="441337" y="96151"/>
                  <a:pt x="438445" y="93349"/>
                </a:cubicBezTo>
                <a:cubicBezTo>
                  <a:pt x="435555" y="90545"/>
                  <a:pt x="433331" y="87231"/>
                  <a:pt x="431774" y="83406"/>
                </a:cubicBezTo>
                <a:cubicBezTo>
                  <a:pt x="430217" y="79580"/>
                  <a:pt x="429439" y="75443"/>
                  <a:pt x="429439" y="70995"/>
                </a:cubicBezTo>
                <a:close/>
                <a:moveTo>
                  <a:pt x="526990" y="40167"/>
                </a:moveTo>
                <a:cubicBezTo>
                  <a:pt x="523698" y="40167"/>
                  <a:pt x="520917" y="40924"/>
                  <a:pt x="518647" y="42436"/>
                </a:cubicBezTo>
                <a:cubicBezTo>
                  <a:pt x="516379" y="43948"/>
                  <a:pt x="514511" y="45839"/>
                  <a:pt x="513044" y="48109"/>
                </a:cubicBezTo>
                <a:cubicBezTo>
                  <a:pt x="511576" y="50377"/>
                  <a:pt x="510464" y="52868"/>
                  <a:pt x="509708" y="55582"/>
                </a:cubicBezTo>
                <a:cubicBezTo>
                  <a:pt x="508952" y="58296"/>
                  <a:pt x="508485" y="60853"/>
                  <a:pt x="508307" y="63255"/>
                </a:cubicBezTo>
                <a:cubicBezTo>
                  <a:pt x="511064" y="63344"/>
                  <a:pt x="513933" y="63434"/>
                  <a:pt x="516913" y="63523"/>
                </a:cubicBezTo>
                <a:cubicBezTo>
                  <a:pt x="519894" y="63612"/>
                  <a:pt x="522808" y="63656"/>
                  <a:pt x="525654" y="63656"/>
                </a:cubicBezTo>
                <a:cubicBezTo>
                  <a:pt x="528591" y="63656"/>
                  <a:pt x="531571" y="63612"/>
                  <a:pt x="534596" y="63523"/>
                </a:cubicBezTo>
                <a:cubicBezTo>
                  <a:pt x="537620" y="63434"/>
                  <a:pt x="540556" y="63344"/>
                  <a:pt x="543404" y="63255"/>
                </a:cubicBezTo>
                <a:cubicBezTo>
                  <a:pt x="543404" y="60853"/>
                  <a:pt x="543204" y="58318"/>
                  <a:pt x="542804" y="55649"/>
                </a:cubicBezTo>
                <a:cubicBezTo>
                  <a:pt x="542403" y="52979"/>
                  <a:pt x="541602" y="50487"/>
                  <a:pt x="540401" y="48174"/>
                </a:cubicBezTo>
                <a:cubicBezTo>
                  <a:pt x="539200" y="45861"/>
                  <a:pt x="537531" y="43948"/>
                  <a:pt x="535396" y="42436"/>
                </a:cubicBezTo>
                <a:cubicBezTo>
                  <a:pt x="533260" y="40924"/>
                  <a:pt x="530459" y="40167"/>
                  <a:pt x="526990" y="40167"/>
                </a:cubicBezTo>
                <a:moveTo>
                  <a:pt x="496163" y="70995"/>
                </a:moveTo>
                <a:cubicBezTo>
                  <a:pt x="496163" y="60052"/>
                  <a:pt x="498765" y="51467"/>
                  <a:pt x="503968" y="45240"/>
                </a:cubicBezTo>
                <a:cubicBezTo>
                  <a:pt x="509173" y="39012"/>
                  <a:pt x="516758" y="35897"/>
                  <a:pt x="526723" y="35897"/>
                </a:cubicBezTo>
                <a:cubicBezTo>
                  <a:pt x="531438" y="35897"/>
                  <a:pt x="535508" y="36632"/>
                  <a:pt x="538933" y="38101"/>
                </a:cubicBezTo>
                <a:cubicBezTo>
                  <a:pt x="542358" y="39568"/>
                  <a:pt x="545227" y="41525"/>
                  <a:pt x="547540" y="43971"/>
                </a:cubicBezTo>
                <a:cubicBezTo>
                  <a:pt x="549853" y="46417"/>
                  <a:pt x="551566" y="49287"/>
                  <a:pt x="552678" y="52579"/>
                </a:cubicBezTo>
                <a:cubicBezTo>
                  <a:pt x="553789" y="55870"/>
                  <a:pt x="554345" y="59384"/>
                  <a:pt x="554345" y="63120"/>
                </a:cubicBezTo>
                <a:cubicBezTo>
                  <a:pt x="554345" y="64011"/>
                  <a:pt x="554323" y="64879"/>
                  <a:pt x="554278" y="65725"/>
                </a:cubicBezTo>
                <a:cubicBezTo>
                  <a:pt x="554235" y="66569"/>
                  <a:pt x="554168" y="67436"/>
                  <a:pt x="554079" y="68325"/>
                </a:cubicBezTo>
                <a:cubicBezTo>
                  <a:pt x="549274" y="68237"/>
                  <a:pt x="544515" y="68149"/>
                  <a:pt x="539800" y="68060"/>
                </a:cubicBezTo>
                <a:cubicBezTo>
                  <a:pt x="535086" y="67971"/>
                  <a:pt x="530326" y="67926"/>
                  <a:pt x="525522" y="67926"/>
                </a:cubicBezTo>
                <a:cubicBezTo>
                  <a:pt x="522586" y="67926"/>
                  <a:pt x="519672" y="67971"/>
                  <a:pt x="516780" y="68060"/>
                </a:cubicBezTo>
                <a:cubicBezTo>
                  <a:pt x="513889" y="68149"/>
                  <a:pt x="510975" y="68237"/>
                  <a:pt x="508039" y="68325"/>
                </a:cubicBezTo>
                <a:cubicBezTo>
                  <a:pt x="507950" y="68770"/>
                  <a:pt x="507906" y="69437"/>
                  <a:pt x="507906" y="70327"/>
                </a:cubicBezTo>
                <a:lnTo>
                  <a:pt x="507906" y="72062"/>
                </a:lnTo>
                <a:cubicBezTo>
                  <a:pt x="507906" y="75531"/>
                  <a:pt x="508417" y="78779"/>
                  <a:pt x="509439" y="81805"/>
                </a:cubicBezTo>
                <a:cubicBezTo>
                  <a:pt x="510463" y="84830"/>
                  <a:pt x="511954" y="87432"/>
                  <a:pt x="513911" y="89612"/>
                </a:cubicBezTo>
                <a:cubicBezTo>
                  <a:pt x="515869" y="91791"/>
                  <a:pt x="518271" y="93526"/>
                  <a:pt x="521117" y="94817"/>
                </a:cubicBezTo>
                <a:cubicBezTo>
                  <a:pt x="523964" y="96106"/>
                  <a:pt x="527256" y="96751"/>
                  <a:pt x="530993" y="96751"/>
                </a:cubicBezTo>
                <a:cubicBezTo>
                  <a:pt x="532772" y="96751"/>
                  <a:pt x="534595" y="96507"/>
                  <a:pt x="536463" y="96018"/>
                </a:cubicBezTo>
                <a:cubicBezTo>
                  <a:pt x="538332" y="95528"/>
                  <a:pt x="540156" y="94860"/>
                  <a:pt x="541934" y="94015"/>
                </a:cubicBezTo>
                <a:cubicBezTo>
                  <a:pt x="543714" y="93169"/>
                  <a:pt x="545382" y="92168"/>
                  <a:pt x="546939" y="91013"/>
                </a:cubicBezTo>
                <a:cubicBezTo>
                  <a:pt x="548496" y="89856"/>
                  <a:pt x="549853" y="88610"/>
                  <a:pt x="551010" y="87275"/>
                </a:cubicBezTo>
                <a:lnTo>
                  <a:pt x="551678" y="87676"/>
                </a:lnTo>
                <a:lnTo>
                  <a:pt x="550878" y="94214"/>
                </a:lnTo>
                <a:cubicBezTo>
                  <a:pt x="548207" y="96349"/>
                  <a:pt x="544893" y="98173"/>
                  <a:pt x="540934" y="99686"/>
                </a:cubicBezTo>
                <a:cubicBezTo>
                  <a:pt x="536976" y="101198"/>
                  <a:pt x="532861" y="101954"/>
                  <a:pt x="528591" y="101954"/>
                </a:cubicBezTo>
                <a:cubicBezTo>
                  <a:pt x="523786" y="101954"/>
                  <a:pt x="519404" y="101220"/>
                  <a:pt x="515444" y="99753"/>
                </a:cubicBezTo>
                <a:cubicBezTo>
                  <a:pt x="511486" y="98285"/>
                  <a:pt x="508061" y="96151"/>
                  <a:pt x="505169" y="93349"/>
                </a:cubicBezTo>
                <a:cubicBezTo>
                  <a:pt x="502279" y="90545"/>
                  <a:pt x="500056" y="87231"/>
                  <a:pt x="498499" y="83406"/>
                </a:cubicBezTo>
                <a:cubicBezTo>
                  <a:pt x="496942" y="79580"/>
                  <a:pt x="496163" y="75443"/>
                  <a:pt x="496163" y="70995"/>
                </a:cubicBezTo>
                <a:close/>
                <a:moveTo>
                  <a:pt x="611730" y="69127"/>
                </a:moveTo>
                <a:cubicBezTo>
                  <a:pt x="611730" y="72863"/>
                  <a:pt x="612063" y="76466"/>
                  <a:pt x="612730" y="79936"/>
                </a:cubicBezTo>
                <a:cubicBezTo>
                  <a:pt x="613397" y="83406"/>
                  <a:pt x="614532" y="86497"/>
                  <a:pt x="616132" y="89211"/>
                </a:cubicBezTo>
                <a:cubicBezTo>
                  <a:pt x="617734" y="91925"/>
                  <a:pt x="619869" y="94082"/>
                  <a:pt x="622538" y="95684"/>
                </a:cubicBezTo>
                <a:cubicBezTo>
                  <a:pt x="625207" y="97285"/>
                  <a:pt x="628499" y="98085"/>
                  <a:pt x="632414" y="98085"/>
                </a:cubicBezTo>
                <a:cubicBezTo>
                  <a:pt x="636329" y="98085"/>
                  <a:pt x="639621" y="97285"/>
                  <a:pt x="642290" y="95684"/>
                </a:cubicBezTo>
                <a:cubicBezTo>
                  <a:pt x="644959" y="94082"/>
                  <a:pt x="647094" y="91925"/>
                  <a:pt x="648694" y="89211"/>
                </a:cubicBezTo>
                <a:cubicBezTo>
                  <a:pt x="650296" y="86497"/>
                  <a:pt x="651430" y="83406"/>
                  <a:pt x="652097" y="79936"/>
                </a:cubicBezTo>
                <a:cubicBezTo>
                  <a:pt x="652765" y="76466"/>
                  <a:pt x="653099" y="72863"/>
                  <a:pt x="653099" y="69127"/>
                </a:cubicBezTo>
                <a:cubicBezTo>
                  <a:pt x="653099" y="65390"/>
                  <a:pt x="652765" y="61787"/>
                  <a:pt x="652097" y="58317"/>
                </a:cubicBezTo>
                <a:cubicBezTo>
                  <a:pt x="651430" y="54847"/>
                  <a:pt x="650296" y="51756"/>
                  <a:pt x="648694" y="49044"/>
                </a:cubicBezTo>
                <a:cubicBezTo>
                  <a:pt x="647094" y="46330"/>
                  <a:pt x="644959" y="44172"/>
                  <a:pt x="642290" y="42570"/>
                </a:cubicBezTo>
                <a:cubicBezTo>
                  <a:pt x="639621" y="40968"/>
                  <a:pt x="636329" y="40167"/>
                  <a:pt x="632414" y="40167"/>
                </a:cubicBezTo>
                <a:cubicBezTo>
                  <a:pt x="628499" y="40167"/>
                  <a:pt x="625207" y="40968"/>
                  <a:pt x="622538" y="42570"/>
                </a:cubicBezTo>
                <a:cubicBezTo>
                  <a:pt x="619869" y="44172"/>
                  <a:pt x="617734" y="46330"/>
                  <a:pt x="616132" y="49044"/>
                </a:cubicBezTo>
                <a:cubicBezTo>
                  <a:pt x="614532" y="51756"/>
                  <a:pt x="613397" y="54847"/>
                  <a:pt x="612730" y="58317"/>
                </a:cubicBezTo>
                <a:cubicBezTo>
                  <a:pt x="612063" y="61787"/>
                  <a:pt x="611730" y="65390"/>
                  <a:pt x="611730" y="69127"/>
                </a:cubicBezTo>
                <a:moveTo>
                  <a:pt x="599987" y="69127"/>
                </a:moveTo>
                <a:cubicBezTo>
                  <a:pt x="599987" y="63077"/>
                  <a:pt x="600943" y="57939"/>
                  <a:pt x="602856" y="53713"/>
                </a:cubicBezTo>
                <a:cubicBezTo>
                  <a:pt x="604768" y="49487"/>
                  <a:pt x="607281" y="46062"/>
                  <a:pt x="610394" y="43438"/>
                </a:cubicBezTo>
                <a:cubicBezTo>
                  <a:pt x="613508" y="40814"/>
                  <a:pt x="617000" y="38901"/>
                  <a:pt x="620871" y="37699"/>
                </a:cubicBezTo>
                <a:cubicBezTo>
                  <a:pt x="624741" y="36498"/>
                  <a:pt x="628589" y="35897"/>
                  <a:pt x="632414" y="35897"/>
                </a:cubicBezTo>
                <a:cubicBezTo>
                  <a:pt x="636329" y="35897"/>
                  <a:pt x="640199" y="36498"/>
                  <a:pt x="644025" y="37699"/>
                </a:cubicBezTo>
                <a:cubicBezTo>
                  <a:pt x="647850" y="38901"/>
                  <a:pt x="651320" y="40814"/>
                  <a:pt x="654432" y="43438"/>
                </a:cubicBezTo>
                <a:cubicBezTo>
                  <a:pt x="657546" y="46062"/>
                  <a:pt x="660060" y="49487"/>
                  <a:pt x="661973" y="53713"/>
                </a:cubicBezTo>
                <a:cubicBezTo>
                  <a:pt x="663885" y="57939"/>
                  <a:pt x="664842" y="63077"/>
                  <a:pt x="664842" y="69127"/>
                </a:cubicBezTo>
                <a:cubicBezTo>
                  <a:pt x="664842" y="75176"/>
                  <a:pt x="663885" y="80314"/>
                  <a:pt x="661973" y="84540"/>
                </a:cubicBezTo>
                <a:cubicBezTo>
                  <a:pt x="660060" y="88766"/>
                  <a:pt x="657546" y="92191"/>
                  <a:pt x="654432" y="94817"/>
                </a:cubicBezTo>
                <a:cubicBezTo>
                  <a:pt x="651320" y="97441"/>
                  <a:pt x="647850" y="99286"/>
                  <a:pt x="644025" y="100353"/>
                </a:cubicBezTo>
                <a:cubicBezTo>
                  <a:pt x="640199" y="101420"/>
                  <a:pt x="636329" y="101954"/>
                  <a:pt x="632414" y="101954"/>
                </a:cubicBezTo>
                <a:cubicBezTo>
                  <a:pt x="628589" y="101954"/>
                  <a:pt x="624741" y="101420"/>
                  <a:pt x="620871" y="100353"/>
                </a:cubicBezTo>
                <a:cubicBezTo>
                  <a:pt x="617000" y="99286"/>
                  <a:pt x="613508" y="97441"/>
                  <a:pt x="610394" y="94817"/>
                </a:cubicBezTo>
                <a:cubicBezTo>
                  <a:pt x="607281" y="92191"/>
                  <a:pt x="604768" y="88766"/>
                  <a:pt x="602856" y="84540"/>
                </a:cubicBezTo>
                <a:cubicBezTo>
                  <a:pt x="600943" y="80314"/>
                  <a:pt x="599987" y="75176"/>
                  <a:pt x="599987" y="69127"/>
                </a:cubicBezTo>
                <a:close/>
                <a:moveTo>
                  <a:pt x="710214" y="48174"/>
                </a:moveTo>
                <a:cubicBezTo>
                  <a:pt x="709770" y="47641"/>
                  <a:pt x="708903" y="47152"/>
                  <a:pt x="707612" y="46708"/>
                </a:cubicBezTo>
                <a:cubicBezTo>
                  <a:pt x="706322" y="46263"/>
                  <a:pt x="705010" y="46040"/>
                  <a:pt x="703676" y="46040"/>
                </a:cubicBezTo>
                <a:cubicBezTo>
                  <a:pt x="701540" y="46040"/>
                  <a:pt x="699628" y="46529"/>
                  <a:pt x="697937" y="47508"/>
                </a:cubicBezTo>
                <a:cubicBezTo>
                  <a:pt x="696247" y="48487"/>
                  <a:pt x="694824" y="49799"/>
                  <a:pt x="693667" y="51444"/>
                </a:cubicBezTo>
                <a:cubicBezTo>
                  <a:pt x="692511" y="53090"/>
                  <a:pt x="691621" y="55047"/>
                  <a:pt x="690998" y="57317"/>
                </a:cubicBezTo>
                <a:cubicBezTo>
                  <a:pt x="690376" y="59585"/>
                  <a:pt x="690065" y="62009"/>
                  <a:pt x="690065" y="64588"/>
                </a:cubicBezTo>
                <a:lnTo>
                  <a:pt x="690065" y="79268"/>
                </a:lnTo>
                <a:cubicBezTo>
                  <a:pt x="690065" y="85229"/>
                  <a:pt x="690087" y="89789"/>
                  <a:pt x="690130" y="92948"/>
                </a:cubicBezTo>
                <a:cubicBezTo>
                  <a:pt x="690175" y="96105"/>
                  <a:pt x="690331" y="98663"/>
                  <a:pt x="690599" y="100620"/>
                </a:cubicBezTo>
                <a:cubicBezTo>
                  <a:pt x="688819" y="100442"/>
                  <a:pt x="687039" y="100353"/>
                  <a:pt x="685260" y="100353"/>
                </a:cubicBezTo>
                <a:cubicBezTo>
                  <a:pt x="683302" y="100353"/>
                  <a:pt x="681434" y="100442"/>
                  <a:pt x="679656" y="100620"/>
                </a:cubicBezTo>
                <a:cubicBezTo>
                  <a:pt x="679922" y="97596"/>
                  <a:pt x="680077" y="93481"/>
                  <a:pt x="680122" y="88276"/>
                </a:cubicBezTo>
                <a:cubicBezTo>
                  <a:pt x="680167" y="83072"/>
                  <a:pt x="680189" y="76689"/>
                  <a:pt x="680189" y="69127"/>
                </a:cubicBezTo>
                <a:lnTo>
                  <a:pt x="680189" y="64855"/>
                </a:lnTo>
                <a:cubicBezTo>
                  <a:pt x="680189" y="61387"/>
                  <a:pt x="680167" y="57384"/>
                  <a:pt x="680122" y="52847"/>
                </a:cubicBezTo>
                <a:cubicBezTo>
                  <a:pt x="680077" y="48309"/>
                  <a:pt x="679922" y="43104"/>
                  <a:pt x="679656" y="37231"/>
                </a:cubicBezTo>
                <a:cubicBezTo>
                  <a:pt x="680635" y="37410"/>
                  <a:pt x="681569" y="37566"/>
                  <a:pt x="682458" y="37699"/>
                </a:cubicBezTo>
                <a:cubicBezTo>
                  <a:pt x="683347" y="37833"/>
                  <a:pt x="684281" y="37899"/>
                  <a:pt x="685260" y="37899"/>
                </a:cubicBezTo>
                <a:cubicBezTo>
                  <a:pt x="686061" y="37899"/>
                  <a:pt x="686906" y="37833"/>
                  <a:pt x="687795" y="37699"/>
                </a:cubicBezTo>
                <a:cubicBezTo>
                  <a:pt x="688685" y="37566"/>
                  <a:pt x="689620" y="37410"/>
                  <a:pt x="690599" y="37231"/>
                </a:cubicBezTo>
                <a:cubicBezTo>
                  <a:pt x="690243" y="40435"/>
                  <a:pt x="690043" y="42971"/>
                  <a:pt x="689998" y="44839"/>
                </a:cubicBezTo>
                <a:cubicBezTo>
                  <a:pt x="689953" y="46707"/>
                  <a:pt x="689931" y="48486"/>
                  <a:pt x="689931" y="50176"/>
                </a:cubicBezTo>
                <a:lnTo>
                  <a:pt x="690198" y="50310"/>
                </a:lnTo>
                <a:cubicBezTo>
                  <a:pt x="695447" y="40702"/>
                  <a:pt x="701319" y="35897"/>
                  <a:pt x="707813" y="35897"/>
                </a:cubicBezTo>
                <a:cubicBezTo>
                  <a:pt x="708614" y="35897"/>
                  <a:pt x="709304" y="35942"/>
                  <a:pt x="709882" y="36032"/>
                </a:cubicBezTo>
                <a:cubicBezTo>
                  <a:pt x="710461" y="36120"/>
                  <a:pt x="711194" y="36342"/>
                  <a:pt x="712083" y="36698"/>
                </a:cubicBezTo>
                <a:cubicBezTo>
                  <a:pt x="711638" y="37766"/>
                  <a:pt x="711371" y="39390"/>
                  <a:pt x="711281" y="41570"/>
                </a:cubicBezTo>
                <a:cubicBezTo>
                  <a:pt x="711193" y="43749"/>
                  <a:pt x="711149" y="45728"/>
                  <a:pt x="711149" y="47508"/>
                </a:cubicBezTo>
                <a:lnTo>
                  <a:pt x="710214" y="48174"/>
                </a:lnTo>
                <a:close/>
                <a:moveTo>
                  <a:pt x="768399" y="70327"/>
                </a:moveTo>
                <a:cubicBezTo>
                  <a:pt x="768399" y="75666"/>
                  <a:pt x="768955" y="80070"/>
                  <a:pt x="770067" y="83540"/>
                </a:cubicBezTo>
                <a:cubicBezTo>
                  <a:pt x="771178" y="87008"/>
                  <a:pt x="772602" y="89789"/>
                  <a:pt x="774337" y="91881"/>
                </a:cubicBezTo>
                <a:cubicBezTo>
                  <a:pt x="776072" y="93971"/>
                  <a:pt x="778051" y="95417"/>
                  <a:pt x="780274" y="96218"/>
                </a:cubicBezTo>
                <a:cubicBezTo>
                  <a:pt x="782499" y="97017"/>
                  <a:pt x="784680" y="97417"/>
                  <a:pt x="786815" y="97417"/>
                </a:cubicBezTo>
                <a:cubicBezTo>
                  <a:pt x="790285" y="97417"/>
                  <a:pt x="793265" y="96550"/>
                  <a:pt x="795756" y="94815"/>
                </a:cubicBezTo>
                <a:cubicBezTo>
                  <a:pt x="798247" y="93080"/>
                  <a:pt x="800315" y="90812"/>
                  <a:pt x="801961" y="88010"/>
                </a:cubicBezTo>
                <a:cubicBezTo>
                  <a:pt x="803606" y="85208"/>
                  <a:pt x="804807" y="82028"/>
                  <a:pt x="805563" y="78470"/>
                </a:cubicBezTo>
                <a:cubicBezTo>
                  <a:pt x="806320" y="74910"/>
                  <a:pt x="806699" y="71351"/>
                  <a:pt x="806699" y="67791"/>
                </a:cubicBezTo>
                <a:cubicBezTo>
                  <a:pt x="806699" y="59251"/>
                  <a:pt x="805053" y="52735"/>
                  <a:pt x="801761" y="48243"/>
                </a:cubicBezTo>
                <a:cubicBezTo>
                  <a:pt x="798469" y="43750"/>
                  <a:pt x="793620" y="41503"/>
                  <a:pt x="787214" y="41503"/>
                </a:cubicBezTo>
                <a:cubicBezTo>
                  <a:pt x="784012" y="41503"/>
                  <a:pt x="781232" y="42237"/>
                  <a:pt x="778874" y="43704"/>
                </a:cubicBezTo>
                <a:cubicBezTo>
                  <a:pt x="776517" y="45172"/>
                  <a:pt x="774560" y="47218"/>
                  <a:pt x="773003" y="49844"/>
                </a:cubicBezTo>
                <a:cubicBezTo>
                  <a:pt x="771446" y="52468"/>
                  <a:pt x="770289" y="55537"/>
                  <a:pt x="769533" y="59052"/>
                </a:cubicBezTo>
                <a:cubicBezTo>
                  <a:pt x="768777" y="62565"/>
                  <a:pt x="768399" y="66323"/>
                  <a:pt x="768399" y="70327"/>
                </a:cubicBezTo>
                <a:moveTo>
                  <a:pt x="806298" y="87942"/>
                </a:moveTo>
                <a:cubicBezTo>
                  <a:pt x="805587" y="89366"/>
                  <a:pt x="804630" y="90902"/>
                  <a:pt x="803429" y="92548"/>
                </a:cubicBezTo>
                <a:cubicBezTo>
                  <a:pt x="802227" y="94194"/>
                  <a:pt x="800715" y="95728"/>
                  <a:pt x="798890" y="97152"/>
                </a:cubicBezTo>
                <a:cubicBezTo>
                  <a:pt x="797067" y="98575"/>
                  <a:pt x="794910" y="99731"/>
                  <a:pt x="792419" y="100620"/>
                </a:cubicBezTo>
                <a:cubicBezTo>
                  <a:pt x="789928" y="101509"/>
                  <a:pt x="787036" y="101954"/>
                  <a:pt x="783744" y="101954"/>
                </a:cubicBezTo>
                <a:cubicBezTo>
                  <a:pt x="780364" y="101954"/>
                  <a:pt x="777050" y="101376"/>
                  <a:pt x="773803" y="100219"/>
                </a:cubicBezTo>
                <a:cubicBezTo>
                  <a:pt x="770556" y="99062"/>
                  <a:pt x="767665" y="97172"/>
                  <a:pt x="765129" y="94548"/>
                </a:cubicBezTo>
                <a:cubicBezTo>
                  <a:pt x="762593" y="91924"/>
                  <a:pt x="760546" y="88544"/>
                  <a:pt x="758989" y="84407"/>
                </a:cubicBezTo>
                <a:cubicBezTo>
                  <a:pt x="757434" y="80270"/>
                  <a:pt x="756656" y="75309"/>
                  <a:pt x="756656" y="69526"/>
                </a:cubicBezTo>
                <a:cubicBezTo>
                  <a:pt x="756656" y="63833"/>
                  <a:pt x="757501" y="58896"/>
                  <a:pt x="759191" y="54715"/>
                </a:cubicBezTo>
                <a:cubicBezTo>
                  <a:pt x="760881" y="50532"/>
                  <a:pt x="763083" y="47040"/>
                  <a:pt x="765797" y="44238"/>
                </a:cubicBezTo>
                <a:cubicBezTo>
                  <a:pt x="768510" y="41436"/>
                  <a:pt x="771580" y="39345"/>
                  <a:pt x="775005" y="37966"/>
                </a:cubicBezTo>
                <a:cubicBezTo>
                  <a:pt x="778430" y="36587"/>
                  <a:pt x="781877" y="35897"/>
                  <a:pt x="785347" y="35897"/>
                </a:cubicBezTo>
                <a:cubicBezTo>
                  <a:pt x="795221" y="35897"/>
                  <a:pt x="802071" y="40346"/>
                  <a:pt x="805897" y="49243"/>
                </a:cubicBezTo>
                <a:lnTo>
                  <a:pt x="806164" y="49243"/>
                </a:lnTo>
                <a:lnTo>
                  <a:pt x="806164" y="36164"/>
                </a:lnTo>
                <a:cubicBezTo>
                  <a:pt x="806164" y="32784"/>
                  <a:pt x="806141" y="29381"/>
                  <a:pt x="806096" y="25956"/>
                </a:cubicBezTo>
                <a:cubicBezTo>
                  <a:pt x="806053" y="22531"/>
                  <a:pt x="806009" y="19262"/>
                  <a:pt x="805964" y="16148"/>
                </a:cubicBezTo>
                <a:cubicBezTo>
                  <a:pt x="805919" y="13033"/>
                  <a:pt x="805874" y="10098"/>
                  <a:pt x="805830" y="7341"/>
                </a:cubicBezTo>
                <a:cubicBezTo>
                  <a:pt x="805786" y="4582"/>
                  <a:pt x="805720" y="2135"/>
                  <a:pt x="805630" y="0"/>
                </a:cubicBezTo>
                <a:cubicBezTo>
                  <a:pt x="806698" y="178"/>
                  <a:pt x="807721" y="334"/>
                  <a:pt x="808699" y="468"/>
                </a:cubicBezTo>
                <a:cubicBezTo>
                  <a:pt x="809678" y="601"/>
                  <a:pt x="810656" y="668"/>
                  <a:pt x="811635" y="668"/>
                </a:cubicBezTo>
                <a:cubicBezTo>
                  <a:pt x="812614" y="668"/>
                  <a:pt x="813570" y="601"/>
                  <a:pt x="814504" y="468"/>
                </a:cubicBezTo>
                <a:cubicBezTo>
                  <a:pt x="815438" y="334"/>
                  <a:pt x="816483" y="178"/>
                  <a:pt x="817640" y="0"/>
                </a:cubicBezTo>
                <a:cubicBezTo>
                  <a:pt x="817374" y="2847"/>
                  <a:pt x="817152" y="6961"/>
                  <a:pt x="816974" y="12344"/>
                </a:cubicBezTo>
                <a:cubicBezTo>
                  <a:pt x="816796" y="17726"/>
                  <a:pt x="816640" y="23665"/>
                  <a:pt x="816506" y="30159"/>
                </a:cubicBezTo>
                <a:cubicBezTo>
                  <a:pt x="816373" y="36654"/>
                  <a:pt x="816261" y="43326"/>
                  <a:pt x="816172" y="50178"/>
                </a:cubicBezTo>
                <a:cubicBezTo>
                  <a:pt x="816084" y="57028"/>
                  <a:pt x="816040" y="63299"/>
                  <a:pt x="816040" y="68993"/>
                </a:cubicBezTo>
                <a:cubicBezTo>
                  <a:pt x="816040" y="75132"/>
                  <a:pt x="816084" y="80648"/>
                  <a:pt x="816172" y="85542"/>
                </a:cubicBezTo>
                <a:cubicBezTo>
                  <a:pt x="816261" y="90434"/>
                  <a:pt x="816351" y="95460"/>
                  <a:pt x="816441" y="100620"/>
                </a:cubicBezTo>
                <a:cubicBezTo>
                  <a:pt x="814661" y="100442"/>
                  <a:pt x="812926" y="100353"/>
                  <a:pt x="811236" y="100353"/>
                </a:cubicBezTo>
                <a:cubicBezTo>
                  <a:pt x="809634" y="100353"/>
                  <a:pt x="807943" y="100442"/>
                  <a:pt x="806164" y="100620"/>
                </a:cubicBezTo>
                <a:lnTo>
                  <a:pt x="806565" y="87942"/>
                </a:lnTo>
                <a:lnTo>
                  <a:pt x="806298" y="87942"/>
                </a:lnTo>
                <a:close/>
                <a:moveTo>
                  <a:pt x="836991" y="14012"/>
                </a:moveTo>
                <a:cubicBezTo>
                  <a:pt x="836991" y="12144"/>
                  <a:pt x="837658" y="10542"/>
                  <a:pt x="838993" y="9208"/>
                </a:cubicBezTo>
                <a:cubicBezTo>
                  <a:pt x="840327" y="7874"/>
                  <a:pt x="841929" y="7206"/>
                  <a:pt x="843798" y="7206"/>
                </a:cubicBezTo>
                <a:cubicBezTo>
                  <a:pt x="845666" y="7206"/>
                  <a:pt x="847267" y="7874"/>
                  <a:pt x="848602" y="9208"/>
                </a:cubicBezTo>
                <a:cubicBezTo>
                  <a:pt x="849936" y="10542"/>
                  <a:pt x="850603" y="12144"/>
                  <a:pt x="850603" y="14012"/>
                </a:cubicBezTo>
                <a:cubicBezTo>
                  <a:pt x="850603" y="15880"/>
                  <a:pt x="849936" y="17481"/>
                  <a:pt x="848602" y="18817"/>
                </a:cubicBezTo>
                <a:cubicBezTo>
                  <a:pt x="847267" y="20152"/>
                  <a:pt x="845666" y="20819"/>
                  <a:pt x="843798" y="20819"/>
                </a:cubicBezTo>
                <a:cubicBezTo>
                  <a:pt x="841929" y="20819"/>
                  <a:pt x="840327" y="20152"/>
                  <a:pt x="838993" y="18817"/>
                </a:cubicBezTo>
                <a:cubicBezTo>
                  <a:pt x="837658" y="17481"/>
                  <a:pt x="836991" y="15880"/>
                  <a:pt x="836991" y="14012"/>
                </a:cubicBezTo>
                <a:moveTo>
                  <a:pt x="838860" y="62188"/>
                </a:moveTo>
                <a:cubicBezTo>
                  <a:pt x="838860" y="58184"/>
                  <a:pt x="838793" y="53981"/>
                  <a:pt x="838659" y="49577"/>
                </a:cubicBezTo>
                <a:cubicBezTo>
                  <a:pt x="838526" y="45173"/>
                  <a:pt x="838236" y="41058"/>
                  <a:pt x="837791" y="37231"/>
                </a:cubicBezTo>
                <a:cubicBezTo>
                  <a:pt x="840282" y="37676"/>
                  <a:pt x="842285" y="37899"/>
                  <a:pt x="843798" y="37899"/>
                </a:cubicBezTo>
                <a:cubicBezTo>
                  <a:pt x="845310" y="37899"/>
                  <a:pt x="847312" y="37676"/>
                  <a:pt x="849803" y="37231"/>
                </a:cubicBezTo>
                <a:cubicBezTo>
                  <a:pt x="849358" y="41058"/>
                  <a:pt x="849068" y="45173"/>
                  <a:pt x="848934" y="49577"/>
                </a:cubicBezTo>
                <a:cubicBezTo>
                  <a:pt x="848801" y="53981"/>
                  <a:pt x="848734" y="58184"/>
                  <a:pt x="848734" y="62188"/>
                </a:cubicBezTo>
                <a:lnTo>
                  <a:pt x="848734" y="76065"/>
                </a:lnTo>
                <a:cubicBezTo>
                  <a:pt x="848734" y="80070"/>
                  <a:pt x="848801" y="84274"/>
                  <a:pt x="848934" y="88677"/>
                </a:cubicBezTo>
                <a:cubicBezTo>
                  <a:pt x="849068" y="93081"/>
                  <a:pt x="849358" y="97062"/>
                  <a:pt x="849803" y="100620"/>
                </a:cubicBezTo>
                <a:cubicBezTo>
                  <a:pt x="847756" y="100442"/>
                  <a:pt x="845754" y="100353"/>
                  <a:pt x="843798" y="100353"/>
                </a:cubicBezTo>
                <a:cubicBezTo>
                  <a:pt x="841841" y="100353"/>
                  <a:pt x="839838" y="100442"/>
                  <a:pt x="837791" y="100620"/>
                </a:cubicBezTo>
                <a:cubicBezTo>
                  <a:pt x="838236" y="97062"/>
                  <a:pt x="838526" y="93081"/>
                  <a:pt x="838659" y="88677"/>
                </a:cubicBezTo>
                <a:cubicBezTo>
                  <a:pt x="838793" y="84274"/>
                  <a:pt x="838860" y="80070"/>
                  <a:pt x="838860" y="76065"/>
                </a:cubicBezTo>
                <a:lnTo>
                  <a:pt x="838860" y="62188"/>
                </a:lnTo>
                <a:close/>
                <a:moveTo>
                  <a:pt x="871821" y="88209"/>
                </a:moveTo>
                <a:cubicBezTo>
                  <a:pt x="872266" y="89100"/>
                  <a:pt x="872956" y="90078"/>
                  <a:pt x="873890" y="91145"/>
                </a:cubicBezTo>
                <a:cubicBezTo>
                  <a:pt x="874824" y="92212"/>
                  <a:pt x="875936" y="93214"/>
                  <a:pt x="877225" y="94149"/>
                </a:cubicBezTo>
                <a:cubicBezTo>
                  <a:pt x="878516" y="95083"/>
                  <a:pt x="879985" y="95861"/>
                  <a:pt x="881630" y="96485"/>
                </a:cubicBezTo>
                <a:cubicBezTo>
                  <a:pt x="883275" y="97106"/>
                  <a:pt x="885032" y="97417"/>
                  <a:pt x="886902" y="97417"/>
                </a:cubicBezTo>
                <a:cubicBezTo>
                  <a:pt x="888592" y="97417"/>
                  <a:pt x="890215" y="97150"/>
                  <a:pt x="891773" y="96617"/>
                </a:cubicBezTo>
                <a:cubicBezTo>
                  <a:pt x="893330" y="96083"/>
                  <a:pt x="894708" y="95327"/>
                  <a:pt x="895908" y="94349"/>
                </a:cubicBezTo>
                <a:cubicBezTo>
                  <a:pt x="897110" y="93370"/>
                  <a:pt x="898066" y="92124"/>
                  <a:pt x="898777" y="90612"/>
                </a:cubicBezTo>
                <a:cubicBezTo>
                  <a:pt x="899490" y="89100"/>
                  <a:pt x="899846" y="87365"/>
                  <a:pt x="899846" y="85407"/>
                </a:cubicBezTo>
                <a:cubicBezTo>
                  <a:pt x="899846" y="82649"/>
                  <a:pt x="899068" y="80536"/>
                  <a:pt x="897511" y="79068"/>
                </a:cubicBezTo>
                <a:cubicBezTo>
                  <a:pt x="895954" y="77601"/>
                  <a:pt x="894019" y="76400"/>
                  <a:pt x="891705" y="75466"/>
                </a:cubicBezTo>
                <a:cubicBezTo>
                  <a:pt x="889392" y="74531"/>
                  <a:pt x="886856" y="73708"/>
                  <a:pt x="884098" y="72996"/>
                </a:cubicBezTo>
                <a:cubicBezTo>
                  <a:pt x="881341" y="72285"/>
                  <a:pt x="878806" y="71284"/>
                  <a:pt x="876492" y="69995"/>
                </a:cubicBezTo>
                <a:cubicBezTo>
                  <a:pt x="874179" y="68704"/>
                  <a:pt x="872244" y="66991"/>
                  <a:pt x="870687" y="64857"/>
                </a:cubicBezTo>
                <a:cubicBezTo>
                  <a:pt x="869130" y="62722"/>
                  <a:pt x="868351" y="59786"/>
                  <a:pt x="868351" y="56048"/>
                </a:cubicBezTo>
                <a:cubicBezTo>
                  <a:pt x="868351" y="53112"/>
                  <a:pt x="868841" y="50421"/>
                  <a:pt x="869820" y="47975"/>
                </a:cubicBezTo>
                <a:cubicBezTo>
                  <a:pt x="870798" y="45528"/>
                  <a:pt x="872222" y="43415"/>
                  <a:pt x="874090" y="41636"/>
                </a:cubicBezTo>
                <a:cubicBezTo>
                  <a:pt x="875958" y="39856"/>
                  <a:pt x="878271" y="38455"/>
                  <a:pt x="881029" y="37433"/>
                </a:cubicBezTo>
                <a:cubicBezTo>
                  <a:pt x="883788" y="36409"/>
                  <a:pt x="886946" y="35897"/>
                  <a:pt x="890504" y="35897"/>
                </a:cubicBezTo>
                <a:cubicBezTo>
                  <a:pt x="893796" y="35897"/>
                  <a:pt x="896576" y="36343"/>
                  <a:pt x="898845" y="37233"/>
                </a:cubicBezTo>
                <a:cubicBezTo>
                  <a:pt x="901113" y="38122"/>
                  <a:pt x="903271" y="38923"/>
                  <a:pt x="905318" y="39634"/>
                </a:cubicBezTo>
                <a:cubicBezTo>
                  <a:pt x="904605" y="40968"/>
                  <a:pt x="903937" y="42614"/>
                  <a:pt x="903314" y="44572"/>
                </a:cubicBezTo>
                <a:cubicBezTo>
                  <a:pt x="902692" y="46529"/>
                  <a:pt x="902293" y="48042"/>
                  <a:pt x="902115" y="49109"/>
                </a:cubicBezTo>
                <a:lnTo>
                  <a:pt x="900512" y="49109"/>
                </a:lnTo>
                <a:cubicBezTo>
                  <a:pt x="899801" y="46973"/>
                  <a:pt x="898422" y="45061"/>
                  <a:pt x="896375" y="43371"/>
                </a:cubicBezTo>
                <a:cubicBezTo>
                  <a:pt x="894329" y="41680"/>
                  <a:pt x="891794" y="40835"/>
                  <a:pt x="888769" y="40835"/>
                </a:cubicBezTo>
                <a:cubicBezTo>
                  <a:pt x="887435" y="40835"/>
                  <a:pt x="886100" y="41058"/>
                  <a:pt x="884766" y="41503"/>
                </a:cubicBezTo>
                <a:cubicBezTo>
                  <a:pt x="883431" y="41947"/>
                  <a:pt x="882230" y="42614"/>
                  <a:pt x="881162" y="43505"/>
                </a:cubicBezTo>
                <a:cubicBezTo>
                  <a:pt x="880095" y="44394"/>
                  <a:pt x="879205" y="45551"/>
                  <a:pt x="878494" y="46975"/>
                </a:cubicBezTo>
                <a:cubicBezTo>
                  <a:pt x="877783" y="48397"/>
                  <a:pt x="877427" y="50087"/>
                  <a:pt x="877427" y="52045"/>
                </a:cubicBezTo>
                <a:cubicBezTo>
                  <a:pt x="877427" y="54892"/>
                  <a:pt x="878205" y="57094"/>
                  <a:pt x="879761" y="58651"/>
                </a:cubicBezTo>
                <a:cubicBezTo>
                  <a:pt x="881318" y="60208"/>
                  <a:pt x="883253" y="61432"/>
                  <a:pt x="885566" y="62322"/>
                </a:cubicBezTo>
                <a:cubicBezTo>
                  <a:pt x="887879" y="63211"/>
                  <a:pt x="890414" y="63990"/>
                  <a:pt x="893171" y="64658"/>
                </a:cubicBezTo>
                <a:cubicBezTo>
                  <a:pt x="895930" y="65324"/>
                  <a:pt x="898466" y="66258"/>
                  <a:pt x="900779" y="67460"/>
                </a:cubicBezTo>
                <a:cubicBezTo>
                  <a:pt x="903092" y="68660"/>
                  <a:pt x="905027" y="70327"/>
                  <a:pt x="906584" y="72463"/>
                </a:cubicBezTo>
                <a:cubicBezTo>
                  <a:pt x="908141" y="74598"/>
                  <a:pt x="908920" y="77534"/>
                  <a:pt x="908920" y="81270"/>
                </a:cubicBezTo>
                <a:cubicBezTo>
                  <a:pt x="908920" y="83850"/>
                  <a:pt x="908364" y="86386"/>
                  <a:pt x="907252" y="88877"/>
                </a:cubicBezTo>
                <a:cubicBezTo>
                  <a:pt x="906140" y="91368"/>
                  <a:pt x="904539" y="93615"/>
                  <a:pt x="902447" y="95617"/>
                </a:cubicBezTo>
                <a:cubicBezTo>
                  <a:pt x="900356" y="97618"/>
                  <a:pt x="897843" y="99174"/>
                  <a:pt x="894906" y="100286"/>
                </a:cubicBezTo>
                <a:cubicBezTo>
                  <a:pt x="891971" y="101398"/>
                  <a:pt x="888636" y="101954"/>
                  <a:pt x="884900" y="101954"/>
                </a:cubicBezTo>
                <a:cubicBezTo>
                  <a:pt x="880807" y="101954"/>
                  <a:pt x="877382" y="101554"/>
                  <a:pt x="874623" y="100753"/>
                </a:cubicBezTo>
                <a:cubicBezTo>
                  <a:pt x="871866" y="99953"/>
                  <a:pt x="869553" y="99019"/>
                  <a:pt x="867683" y="97951"/>
                </a:cubicBezTo>
                <a:cubicBezTo>
                  <a:pt x="868218" y="96794"/>
                  <a:pt x="868775" y="95215"/>
                  <a:pt x="869353" y="93214"/>
                </a:cubicBezTo>
                <a:cubicBezTo>
                  <a:pt x="869932" y="91212"/>
                  <a:pt x="870221" y="89544"/>
                  <a:pt x="870221" y="88209"/>
                </a:cubicBezTo>
                <a:lnTo>
                  <a:pt x="871821" y="88209"/>
                </a:lnTo>
                <a:close/>
                <a:moveTo>
                  <a:pt x="958696" y="67392"/>
                </a:moveTo>
                <a:cubicBezTo>
                  <a:pt x="957183" y="67926"/>
                  <a:pt x="955426" y="68370"/>
                  <a:pt x="953424" y="68726"/>
                </a:cubicBezTo>
                <a:cubicBezTo>
                  <a:pt x="951423" y="69082"/>
                  <a:pt x="949399" y="69460"/>
                  <a:pt x="947354" y="69860"/>
                </a:cubicBezTo>
                <a:cubicBezTo>
                  <a:pt x="945308" y="70261"/>
                  <a:pt x="943284" y="70773"/>
                  <a:pt x="941281" y="71396"/>
                </a:cubicBezTo>
                <a:cubicBezTo>
                  <a:pt x="939279" y="72017"/>
                  <a:pt x="937499" y="72862"/>
                  <a:pt x="935942" y="73931"/>
                </a:cubicBezTo>
                <a:cubicBezTo>
                  <a:pt x="934387" y="74998"/>
                  <a:pt x="933141" y="76332"/>
                  <a:pt x="932206" y="77934"/>
                </a:cubicBezTo>
                <a:cubicBezTo>
                  <a:pt x="931272" y="79536"/>
                  <a:pt x="930805" y="81582"/>
                  <a:pt x="930805" y="84073"/>
                </a:cubicBezTo>
                <a:cubicBezTo>
                  <a:pt x="930805" y="88255"/>
                  <a:pt x="932005" y="91413"/>
                  <a:pt x="934407" y="93548"/>
                </a:cubicBezTo>
                <a:cubicBezTo>
                  <a:pt x="936810" y="95684"/>
                  <a:pt x="939479" y="96751"/>
                  <a:pt x="942416" y="96751"/>
                </a:cubicBezTo>
                <a:cubicBezTo>
                  <a:pt x="945796" y="96751"/>
                  <a:pt x="948887" y="95817"/>
                  <a:pt x="951689" y="93949"/>
                </a:cubicBezTo>
                <a:cubicBezTo>
                  <a:pt x="954492" y="92080"/>
                  <a:pt x="956650" y="89900"/>
                  <a:pt x="958162" y="87409"/>
                </a:cubicBezTo>
                <a:lnTo>
                  <a:pt x="958696" y="67392"/>
                </a:lnTo>
                <a:moveTo>
                  <a:pt x="925734" y="43637"/>
                </a:moveTo>
                <a:cubicBezTo>
                  <a:pt x="929738" y="40613"/>
                  <a:pt x="933430" y="38567"/>
                  <a:pt x="936810" y="37500"/>
                </a:cubicBezTo>
                <a:cubicBezTo>
                  <a:pt x="940191" y="36432"/>
                  <a:pt x="943661" y="35897"/>
                  <a:pt x="947219" y="35897"/>
                </a:cubicBezTo>
                <a:cubicBezTo>
                  <a:pt x="950423" y="35897"/>
                  <a:pt x="953359" y="36364"/>
                  <a:pt x="956028" y="37298"/>
                </a:cubicBezTo>
                <a:cubicBezTo>
                  <a:pt x="958697" y="38232"/>
                  <a:pt x="960965" y="39567"/>
                  <a:pt x="962833" y="41302"/>
                </a:cubicBezTo>
                <a:cubicBezTo>
                  <a:pt x="964701" y="43037"/>
                  <a:pt x="966169" y="45128"/>
                  <a:pt x="967236" y="47575"/>
                </a:cubicBezTo>
                <a:cubicBezTo>
                  <a:pt x="968304" y="50022"/>
                  <a:pt x="968838" y="52712"/>
                  <a:pt x="968838" y="55647"/>
                </a:cubicBezTo>
                <a:cubicBezTo>
                  <a:pt x="968838" y="60719"/>
                  <a:pt x="968749" y="65768"/>
                  <a:pt x="968571" y="70795"/>
                </a:cubicBezTo>
                <a:cubicBezTo>
                  <a:pt x="968394" y="75822"/>
                  <a:pt x="968305" y="81137"/>
                  <a:pt x="968305" y="86741"/>
                </a:cubicBezTo>
                <a:cubicBezTo>
                  <a:pt x="968305" y="87809"/>
                  <a:pt x="968327" y="88944"/>
                  <a:pt x="968372" y="90146"/>
                </a:cubicBezTo>
                <a:cubicBezTo>
                  <a:pt x="968417" y="91346"/>
                  <a:pt x="968617" y="92413"/>
                  <a:pt x="968973" y="93347"/>
                </a:cubicBezTo>
                <a:cubicBezTo>
                  <a:pt x="969328" y="94281"/>
                  <a:pt x="969839" y="95059"/>
                  <a:pt x="970506" y="95682"/>
                </a:cubicBezTo>
                <a:cubicBezTo>
                  <a:pt x="971174" y="96305"/>
                  <a:pt x="972175" y="96617"/>
                  <a:pt x="973509" y="96617"/>
                </a:cubicBezTo>
                <a:cubicBezTo>
                  <a:pt x="973955" y="96617"/>
                  <a:pt x="974422" y="96595"/>
                  <a:pt x="974910" y="96550"/>
                </a:cubicBezTo>
                <a:cubicBezTo>
                  <a:pt x="975400" y="96505"/>
                  <a:pt x="975867" y="96349"/>
                  <a:pt x="976311" y="96083"/>
                </a:cubicBezTo>
                <a:lnTo>
                  <a:pt x="976311" y="99020"/>
                </a:lnTo>
                <a:cubicBezTo>
                  <a:pt x="975333" y="99464"/>
                  <a:pt x="974109" y="99819"/>
                  <a:pt x="972642" y="100087"/>
                </a:cubicBezTo>
                <a:cubicBezTo>
                  <a:pt x="971174" y="100354"/>
                  <a:pt x="969551" y="100488"/>
                  <a:pt x="967771" y="100488"/>
                </a:cubicBezTo>
                <a:cubicBezTo>
                  <a:pt x="964925" y="100488"/>
                  <a:pt x="962745" y="99754"/>
                  <a:pt x="961233" y="98287"/>
                </a:cubicBezTo>
                <a:cubicBezTo>
                  <a:pt x="959720" y="96818"/>
                  <a:pt x="958831" y="94927"/>
                  <a:pt x="958563" y="92614"/>
                </a:cubicBezTo>
                <a:cubicBezTo>
                  <a:pt x="955361" y="95816"/>
                  <a:pt x="952203" y="98173"/>
                  <a:pt x="949088" y="99686"/>
                </a:cubicBezTo>
                <a:cubicBezTo>
                  <a:pt x="945974" y="101198"/>
                  <a:pt x="942149" y="101954"/>
                  <a:pt x="937612" y="101954"/>
                </a:cubicBezTo>
                <a:cubicBezTo>
                  <a:pt x="935387" y="101954"/>
                  <a:pt x="933207" y="101642"/>
                  <a:pt x="931072" y="101019"/>
                </a:cubicBezTo>
                <a:cubicBezTo>
                  <a:pt x="928938" y="100398"/>
                  <a:pt x="927047" y="99375"/>
                  <a:pt x="925401" y="97953"/>
                </a:cubicBezTo>
                <a:cubicBezTo>
                  <a:pt x="923755" y="96529"/>
                  <a:pt x="922421" y="94816"/>
                  <a:pt x="921397" y="92815"/>
                </a:cubicBezTo>
                <a:cubicBezTo>
                  <a:pt x="920375" y="90813"/>
                  <a:pt x="919864" y="88521"/>
                  <a:pt x="919864" y="85941"/>
                </a:cubicBezTo>
                <a:cubicBezTo>
                  <a:pt x="919864" y="80603"/>
                  <a:pt x="921532" y="76467"/>
                  <a:pt x="924867" y="73532"/>
                </a:cubicBezTo>
                <a:cubicBezTo>
                  <a:pt x="928204" y="70595"/>
                  <a:pt x="932808" y="68638"/>
                  <a:pt x="938679" y="67659"/>
                </a:cubicBezTo>
                <a:cubicBezTo>
                  <a:pt x="943483" y="66858"/>
                  <a:pt x="947242" y="66169"/>
                  <a:pt x="949956" y="65590"/>
                </a:cubicBezTo>
                <a:cubicBezTo>
                  <a:pt x="952670" y="65012"/>
                  <a:pt x="954671" y="64411"/>
                  <a:pt x="955961" y="63788"/>
                </a:cubicBezTo>
                <a:cubicBezTo>
                  <a:pt x="957250" y="63165"/>
                  <a:pt x="958028" y="62431"/>
                  <a:pt x="958294" y="61587"/>
                </a:cubicBezTo>
                <a:cubicBezTo>
                  <a:pt x="958562" y="60741"/>
                  <a:pt x="958696" y="59651"/>
                  <a:pt x="958696" y="58317"/>
                </a:cubicBezTo>
                <a:cubicBezTo>
                  <a:pt x="958696" y="56093"/>
                  <a:pt x="958429" y="53958"/>
                  <a:pt x="957895" y="51913"/>
                </a:cubicBezTo>
                <a:cubicBezTo>
                  <a:pt x="957362" y="49866"/>
                  <a:pt x="956517" y="48086"/>
                  <a:pt x="955360" y="46574"/>
                </a:cubicBezTo>
                <a:cubicBezTo>
                  <a:pt x="954204" y="45061"/>
                  <a:pt x="952691" y="43838"/>
                  <a:pt x="950823" y="42904"/>
                </a:cubicBezTo>
                <a:cubicBezTo>
                  <a:pt x="948955" y="41970"/>
                  <a:pt x="946687" y="41503"/>
                  <a:pt x="944018" y="41503"/>
                </a:cubicBezTo>
                <a:cubicBezTo>
                  <a:pt x="940459" y="41503"/>
                  <a:pt x="937144" y="42304"/>
                  <a:pt x="934075" y="43906"/>
                </a:cubicBezTo>
                <a:cubicBezTo>
                  <a:pt x="931006" y="45507"/>
                  <a:pt x="928715" y="47730"/>
                  <a:pt x="927203" y="50577"/>
                </a:cubicBezTo>
                <a:lnTo>
                  <a:pt x="925734" y="50577"/>
                </a:lnTo>
                <a:lnTo>
                  <a:pt x="925734" y="43637"/>
                </a:lnTo>
                <a:close/>
                <a:moveTo>
                  <a:pt x="1035029" y="114766"/>
                </a:moveTo>
                <a:cubicBezTo>
                  <a:pt x="1035029" y="109428"/>
                  <a:pt x="1033472" y="105692"/>
                  <a:pt x="1030358" y="103557"/>
                </a:cubicBezTo>
                <a:cubicBezTo>
                  <a:pt x="1027245" y="101421"/>
                  <a:pt x="1022085" y="100353"/>
                  <a:pt x="1014878" y="100353"/>
                </a:cubicBezTo>
                <a:cubicBezTo>
                  <a:pt x="1008206" y="100353"/>
                  <a:pt x="1003046" y="101443"/>
                  <a:pt x="999399" y="103622"/>
                </a:cubicBezTo>
                <a:cubicBezTo>
                  <a:pt x="995751" y="105802"/>
                  <a:pt x="993927" y="109739"/>
                  <a:pt x="993927" y="115434"/>
                </a:cubicBezTo>
                <a:cubicBezTo>
                  <a:pt x="993927" y="118459"/>
                  <a:pt x="994438" y="121039"/>
                  <a:pt x="995461" y="123174"/>
                </a:cubicBezTo>
                <a:cubicBezTo>
                  <a:pt x="996484" y="125309"/>
                  <a:pt x="997863" y="127044"/>
                  <a:pt x="999598" y="128379"/>
                </a:cubicBezTo>
                <a:cubicBezTo>
                  <a:pt x="1001333" y="129713"/>
                  <a:pt x="1003401" y="130691"/>
                  <a:pt x="1005803" y="131313"/>
                </a:cubicBezTo>
                <a:cubicBezTo>
                  <a:pt x="1008206" y="131936"/>
                  <a:pt x="1010786" y="132248"/>
                  <a:pt x="1013545" y="132248"/>
                </a:cubicBezTo>
                <a:cubicBezTo>
                  <a:pt x="1016214" y="132248"/>
                  <a:pt x="1018838" y="131892"/>
                  <a:pt x="1021417" y="131181"/>
                </a:cubicBezTo>
                <a:cubicBezTo>
                  <a:pt x="1023998" y="130469"/>
                  <a:pt x="1026288" y="129402"/>
                  <a:pt x="1028289" y="127977"/>
                </a:cubicBezTo>
                <a:cubicBezTo>
                  <a:pt x="1030292" y="126553"/>
                  <a:pt x="1031915" y="124751"/>
                  <a:pt x="1033160" y="122571"/>
                </a:cubicBezTo>
                <a:cubicBezTo>
                  <a:pt x="1034406" y="120392"/>
                  <a:pt x="1035029" y="117791"/>
                  <a:pt x="1035029" y="114766"/>
                </a:cubicBezTo>
                <a:moveTo>
                  <a:pt x="1027823" y="56983"/>
                </a:moveTo>
                <a:cubicBezTo>
                  <a:pt x="1027823" y="51378"/>
                  <a:pt x="1026489" y="47108"/>
                  <a:pt x="1023820" y="44173"/>
                </a:cubicBezTo>
                <a:cubicBezTo>
                  <a:pt x="1021151" y="41236"/>
                  <a:pt x="1017637" y="39768"/>
                  <a:pt x="1013278" y="39768"/>
                </a:cubicBezTo>
                <a:cubicBezTo>
                  <a:pt x="1008474" y="39768"/>
                  <a:pt x="1004737" y="41392"/>
                  <a:pt x="1002068" y="44639"/>
                </a:cubicBezTo>
                <a:cubicBezTo>
                  <a:pt x="999399" y="47886"/>
                  <a:pt x="998065" y="52223"/>
                  <a:pt x="998065" y="57649"/>
                </a:cubicBezTo>
                <a:cubicBezTo>
                  <a:pt x="998065" y="63254"/>
                  <a:pt x="999288" y="67680"/>
                  <a:pt x="1001734" y="70927"/>
                </a:cubicBezTo>
                <a:cubicBezTo>
                  <a:pt x="1004181" y="74175"/>
                  <a:pt x="1007984" y="75798"/>
                  <a:pt x="1013144" y="75798"/>
                </a:cubicBezTo>
                <a:cubicBezTo>
                  <a:pt x="1015724" y="75798"/>
                  <a:pt x="1017926" y="75287"/>
                  <a:pt x="1019749" y="74265"/>
                </a:cubicBezTo>
                <a:cubicBezTo>
                  <a:pt x="1021574" y="73241"/>
                  <a:pt x="1023086" y="71862"/>
                  <a:pt x="1024286" y="70127"/>
                </a:cubicBezTo>
                <a:cubicBezTo>
                  <a:pt x="1025487" y="68392"/>
                  <a:pt x="1026377" y="66391"/>
                  <a:pt x="1026956" y="64122"/>
                </a:cubicBezTo>
                <a:cubicBezTo>
                  <a:pt x="1027534" y="61854"/>
                  <a:pt x="1027823" y="59474"/>
                  <a:pt x="1027823" y="56983"/>
                </a:cubicBezTo>
                <a:moveTo>
                  <a:pt x="987656" y="57649"/>
                </a:moveTo>
                <a:cubicBezTo>
                  <a:pt x="987656" y="53913"/>
                  <a:pt x="988323" y="50688"/>
                  <a:pt x="989657" y="47975"/>
                </a:cubicBezTo>
                <a:cubicBezTo>
                  <a:pt x="990992" y="45261"/>
                  <a:pt x="992837" y="43015"/>
                  <a:pt x="995194" y="41236"/>
                </a:cubicBezTo>
                <a:cubicBezTo>
                  <a:pt x="997552" y="39457"/>
                  <a:pt x="1000265" y="38122"/>
                  <a:pt x="1003335" y="37233"/>
                </a:cubicBezTo>
                <a:cubicBezTo>
                  <a:pt x="1006404" y="36343"/>
                  <a:pt x="1009674" y="35897"/>
                  <a:pt x="1013144" y="35897"/>
                </a:cubicBezTo>
                <a:cubicBezTo>
                  <a:pt x="1014834" y="35897"/>
                  <a:pt x="1016457" y="35942"/>
                  <a:pt x="1018014" y="36032"/>
                </a:cubicBezTo>
                <a:cubicBezTo>
                  <a:pt x="1019571" y="36120"/>
                  <a:pt x="1021551" y="36253"/>
                  <a:pt x="1023954" y="36431"/>
                </a:cubicBezTo>
                <a:cubicBezTo>
                  <a:pt x="1026000" y="36609"/>
                  <a:pt x="1027823" y="36742"/>
                  <a:pt x="1029423" y="36832"/>
                </a:cubicBezTo>
                <a:cubicBezTo>
                  <a:pt x="1031025" y="36920"/>
                  <a:pt x="1032316" y="36964"/>
                  <a:pt x="1033294" y="36964"/>
                </a:cubicBezTo>
                <a:cubicBezTo>
                  <a:pt x="1038277" y="36964"/>
                  <a:pt x="1041880" y="36742"/>
                  <a:pt x="1044105" y="36299"/>
                </a:cubicBezTo>
                <a:cubicBezTo>
                  <a:pt x="1044015" y="36742"/>
                  <a:pt x="1043948" y="37209"/>
                  <a:pt x="1043903" y="37699"/>
                </a:cubicBezTo>
                <a:cubicBezTo>
                  <a:pt x="1043859" y="38188"/>
                  <a:pt x="1043836" y="38655"/>
                  <a:pt x="1043836" y="39100"/>
                </a:cubicBezTo>
                <a:cubicBezTo>
                  <a:pt x="1043836" y="39546"/>
                  <a:pt x="1043859" y="40013"/>
                  <a:pt x="1043903" y="40503"/>
                </a:cubicBezTo>
                <a:cubicBezTo>
                  <a:pt x="1043948" y="40992"/>
                  <a:pt x="1044015" y="41458"/>
                  <a:pt x="1044105" y="41902"/>
                </a:cubicBezTo>
                <a:cubicBezTo>
                  <a:pt x="1041524" y="41725"/>
                  <a:pt x="1039011" y="41524"/>
                  <a:pt x="1036565" y="41302"/>
                </a:cubicBezTo>
                <a:cubicBezTo>
                  <a:pt x="1034118" y="41079"/>
                  <a:pt x="1031694" y="40924"/>
                  <a:pt x="1029291" y="40835"/>
                </a:cubicBezTo>
                <a:lnTo>
                  <a:pt x="1029024" y="41102"/>
                </a:lnTo>
                <a:cubicBezTo>
                  <a:pt x="1031783" y="42614"/>
                  <a:pt x="1034007" y="44950"/>
                  <a:pt x="1035697" y="48109"/>
                </a:cubicBezTo>
                <a:cubicBezTo>
                  <a:pt x="1037387" y="51266"/>
                  <a:pt x="1038232" y="54536"/>
                  <a:pt x="1038232" y="57918"/>
                </a:cubicBezTo>
                <a:cubicBezTo>
                  <a:pt x="1038232" y="64590"/>
                  <a:pt x="1035986" y="69816"/>
                  <a:pt x="1031492" y="73597"/>
                </a:cubicBezTo>
                <a:cubicBezTo>
                  <a:pt x="1027000" y="77378"/>
                  <a:pt x="1020973" y="79268"/>
                  <a:pt x="1013410" y="79268"/>
                </a:cubicBezTo>
                <a:cubicBezTo>
                  <a:pt x="1012165" y="79268"/>
                  <a:pt x="1010942" y="79224"/>
                  <a:pt x="1009741" y="79136"/>
                </a:cubicBezTo>
                <a:cubicBezTo>
                  <a:pt x="1008540" y="79046"/>
                  <a:pt x="1007316" y="79001"/>
                  <a:pt x="1006072" y="79001"/>
                </a:cubicBezTo>
                <a:cubicBezTo>
                  <a:pt x="1004470" y="79001"/>
                  <a:pt x="1002979" y="79579"/>
                  <a:pt x="1001600" y="80736"/>
                </a:cubicBezTo>
                <a:cubicBezTo>
                  <a:pt x="1000222" y="81893"/>
                  <a:pt x="999533" y="83361"/>
                  <a:pt x="999533" y="85140"/>
                </a:cubicBezTo>
                <a:cubicBezTo>
                  <a:pt x="999533" y="87454"/>
                  <a:pt x="1000089" y="89144"/>
                  <a:pt x="1001201" y="90213"/>
                </a:cubicBezTo>
                <a:cubicBezTo>
                  <a:pt x="1002313" y="91280"/>
                  <a:pt x="1004381" y="91857"/>
                  <a:pt x="1007405" y="91946"/>
                </a:cubicBezTo>
                <a:cubicBezTo>
                  <a:pt x="1009896" y="92035"/>
                  <a:pt x="1012343" y="92103"/>
                  <a:pt x="1014744" y="92147"/>
                </a:cubicBezTo>
                <a:cubicBezTo>
                  <a:pt x="1017147" y="92191"/>
                  <a:pt x="1019594" y="92257"/>
                  <a:pt x="1022085" y="92347"/>
                </a:cubicBezTo>
                <a:cubicBezTo>
                  <a:pt x="1026178" y="92435"/>
                  <a:pt x="1029670" y="92924"/>
                  <a:pt x="1032561" y="93815"/>
                </a:cubicBezTo>
                <a:cubicBezTo>
                  <a:pt x="1035453" y="94704"/>
                  <a:pt x="1037810" y="95905"/>
                  <a:pt x="1039633" y="97417"/>
                </a:cubicBezTo>
                <a:cubicBezTo>
                  <a:pt x="1041458" y="98929"/>
                  <a:pt x="1042792" y="100664"/>
                  <a:pt x="1043637" y="102622"/>
                </a:cubicBezTo>
                <a:cubicBezTo>
                  <a:pt x="1044482" y="104579"/>
                  <a:pt x="1044905" y="106715"/>
                  <a:pt x="1044905" y="109028"/>
                </a:cubicBezTo>
                <a:cubicBezTo>
                  <a:pt x="1044905" y="112142"/>
                  <a:pt x="1044305" y="115300"/>
                  <a:pt x="1043103" y="118503"/>
                </a:cubicBezTo>
                <a:cubicBezTo>
                  <a:pt x="1041902" y="121705"/>
                  <a:pt x="1040033" y="124596"/>
                  <a:pt x="1037497" y="127175"/>
                </a:cubicBezTo>
                <a:cubicBezTo>
                  <a:pt x="1034963" y="129756"/>
                  <a:pt x="1031693" y="131891"/>
                  <a:pt x="1027689" y="133581"/>
                </a:cubicBezTo>
                <a:cubicBezTo>
                  <a:pt x="1023685" y="135273"/>
                  <a:pt x="1018882" y="136119"/>
                  <a:pt x="1013278" y="136119"/>
                </a:cubicBezTo>
                <a:cubicBezTo>
                  <a:pt x="1004648" y="136119"/>
                  <a:pt x="997842" y="134405"/>
                  <a:pt x="992860" y="130979"/>
                </a:cubicBezTo>
                <a:cubicBezTo>
                  <a:pt x="987878" y="127554"/>
                  <a:pt x="985387" y="122861"/>
                  <a:pt x="985387" y="116900"/>
                </a:cubicBezTo>
                <a:cubicBezTo>
                  <a:pt x="985387" y="114588"/>
                  <a:pt x="985809" y="112454"/>
                  <a:pt x="986654" y="110496"/>
                </a:cubicBezTo>
                <a:cubicBezTo>
                  <a:pt x="987499" y="108539"/>
                  <a:pt x="988589" y="106804"/>
                  <a:pt x="989924" y="105291"/>
                </a:cubicBezTo>
                <a:cubicBezTo>
                  <a:pt x="991258" y="103779"/>
                  <a:pt x="992771" y="102578"/>
                  <a:pt x="994461" y="101687"/>
                </a:cubicBezTo>
                <a:cubicBezTo>
                  <a:pt x="996151" y="100798"/>
                  <a:pt x="997886" y="100131"/>
                  <a:pt x="999665" y="99686"/>
                </a:cubicBezTo>
                <a:lnTo>
                  <a:pt x="999665" y="99419"/>
                </a:lnTo>
                <a:cubicBezTo>
                  <a:pt x="996907" y="98618"/>
                  <a:pt x="994816" y="97283"/>
                  <a:pt x="993392" y="95416"/>
                </a:cubicBezTo>
                <a:cubicBezTo>
                  <a:pt x="991969" y="93548"/>
                  <a:pt x="991258" y="91323"/>
                  <a:pt x="991258" y="88743"/>
                </a:cubicBezTo>
                <a:cubicBezTo>
                  <a:pt x="991258" y="87230"/>
                  <a:pt x="991547" y="85852"/>
                  <a:pt x="992125" y="84607"/>
                </a:cubicBezTo>
                <a:cubicBezTo>
                  <a:pt x="992703" y="83361"/>
                  <a:pt x="993437" y="82248"/>
                  <a:pt x="994326" y="81270"/>
                </a:cubicBezTo>
                <a:cubicBezTo>
                  <a:pt x="995217" y="80291"/>
                  <a:pt x="996240" y="79491"/>
                  <a:pt x="997397" y="78869"/>
                </a:cubicBezTo>
                <a:cubicBezTo>
                  <a:pt x="998554" y="78246"/>
                  <a:pt x="999665" y="77845"/>
                  <a:pt x="1000732" y="77667"/>
                </a:cubicBezTo>
                <a:lnTo>
                  <a:pt x="1000732" y="77401"/>
                </a:lnTo>
                <a:cubicBezTo>
                  <a:pt x="996641" y="75621"/>
                  <a:pt x="993439" y="73108"/>
                  <a:pt x="991125" y="69860"/>
                </a:cubicBezTo>
                <a:cubicBezTo>
                  <a:pt x="988812" y="66613"/>
                  <a:pt x="987656" y="62543"/>
                  <a:pt x="987656" y="57649"/>
                </a:cubicBezTo>
                <a:close/>
                <a:moveTo>
                  <a:pt x="1088408" y="48174"/>
                </a:moveTo>
                <a:cubicBezTo>
                  <a:pt x="1087964" y="47641"/>
                  <a:pt x="1087097" y="47152"/>
                  <a:pt x="1085806" y="46708"/>
                </a:cubicBezTo>
                <a:cubicBezTo>
                  <a:pt x="1084516" y="46263"/>
                  <a:pt x="1083204" y="46040"/>
                  <a:pt x="1081870" y="46040"/>
                </a:cubicBezTo>
                <a:cubicBezTo>
                  <a:pt x="1079734" y="46040"/>
                  <a:pt x="1077821" y="46529"/>
                  <a:pt x="1076131" y="47508"/>
                </a:cubicBezTo>
                <a:cubicBezTo>
                  <a:pt x="1074441" y="48487"/>
                  <a:pt x="1073018" y="49799"/>
                  <a:pt x="1071861" y="51444"/>
                </a:cubicBezTo>
                <a:cubicBezTo>
                  <a:pt x="1070705" y="53090"/>
                  <a:pt x="1069815" y="55047"/>
                  <a:pt x="1069192" y="57317"/>
                </a:cubicBezTo>
                <a:cubicBezTo>
                  <a:pt x="1068570" y="59585"/>
                  <a:pt x="1068259" y="62009"/>
                  <a:pt x="1068259" y="64588"/>
                </a:cubicBezTo>
                <a:lnTo>
                  <a:pt x="1068259" y="79268"/>
                </a:lnTo>
                <a:cubicBezTo>
                  <a:pt x="1068259" y="85229"/>
                  <a:pt x="1068281" y="89789"/>
                  <a:pt x="1068324" y="92948"/>
                </a:cubicBezTo>
                <a:cubicBezTo>
                  <a:pt x="1068369" y="96105"/>
                  <a:pt x="1068525" y="98663"/>
                  <a:pt x="1068793" y="100620"/>
                </a:cubicBezTo>
                <a:cubicBezTo>
                  <a:pt x="1067013" y="100442"/>
                  <a:pt x="1065233" y="100353"/>
                  <a:pt x="1063453" y="100353"/>
                </a:cubicBezTo>
                <a:cubicBezTo>
                  <a:pt x="1061496" y="100353"/>
                  <a:pt x="1059628" y="100442"/>
                  <a:pt x="1057850" y="100620"/>
                </a:cubicBezTo>
                <a:cubicBezTo>
                  <a:pt x="1058116" y="97596"/>
                  <a:pt x="1058271" y="93481"/>
                  <a:pt x="1058316" y="88276"/>
                </a:cubicBezTo>
                <a:cubicBezTo>
                  <a:pt x="1058361" y="83072"/>
                  <a:pt x="1058383" y="76689"/>
                  <a:pt x="1058383" y="69127"/>
                </a:cubicBezTo>
                <a:lnTo>
                  <a:pt x="1058383" y="64855"/>
                </a:lnTo>
                <a:cubicBezTo>
                  <a:pt x="1058383" y="61387"/>
                  <a:pt x="1058361" y="57384"/>
                  <a:pt x="1058316" y="52847"/>
                </a:cubicBezTo>
                <a:cubicBezTo>
                  <a:pt x="1058271" y="48309"/>
                  <a:pt x="1058116" y="43104"/>
                  <a:pt x="1057850" y="37231"/>
                </a:cubicBezTo>
                <a:cubicBezTo>
                  <a:pt x="1058828" y="37410"/>
                  <a:pt x="1059762" y="37566"/>
                  <a:pt x="1060652" y="37699"/>
                </a:cubicBezTo>
                <a:cubicBezTo>
                  <a:pt x="1061541" y="37833"/>
                  <a:pt x="1062475" y="37899"/>
                  <a:pt x="1063453" y="37899"/>
                </a:cubicBezTo>
                <a:cubicBezTo>
                  <a:pt x="1064254" y="37899"/>
                  <a:pt x="1065099" y="37833"/>
                  <a:pt x="1065989" y="37699"/>
                </a:cubicBezTo>
                <a:cubicBezTo>
                  <a:pt x="1066879" y="37566"/>
                  <a:pt x="1067814" y="37410"/>
                  <a:pt x="1068793" y="37231"/>
                </a:cubicBezTo>
                <a:cubicBezTo>
                  <a:pt x="1068437" y="40435"/>
                  <a:pt x="1068237" y="42971"/>
                  <a:pt x="1068192" y="44839"/>
                </a:cubicBezTo>
                <a:cubicBezTo>
                  <a:pt x="1068147" y="46707"/>
                  <a:pt x="1068125" y="48486"/>
                  <a:pt x="1068125" y="50176"/>
                </a:cubicBezTo>
                <a:lnTo>
                  <a:pt x="1068391" y="50310"/>
                </a:lnTo>
                <a:cubicBezTo>
                  <a:pt x="1073641" y="40702"/>
                  <a:pt x="1079513" y="35897"/>
                  <a:pt x="1086007" y="35897"/>
                </a:cubicBezTo>
                <a:cubicBezTo>
                  <a:pt x="1086808" y="35897"/>
                  <a:pt x="1087498" y="35942"/>
                  <a:pt x="1088076" y="36032"/>
                </a:cubicBezTo>
                <a:cubicBezTo>
                  <a:pt x="1088654" y="36120"/>
                  <a:pt x="1089388" y="36342"/>
                  <a:pt x="1090277" y="36698"/>
                </a:cubicBezTo>
                <a:cubicBezTo>
                  <a:pt x="1089832" y="37766"/>
                  <a:pt x="1089565" y="39390"/>
                  <a:pt x="1089475" y="41570"/>
                </a:cubicBezTo>
                <a:cubicBezTo>
                  <a:pt x="1089387" y="43749"/>
                  <a:pt x="1089343" y="45728"/>
                  <a:pt x="1089343" y="47508"/>
                </a:cubicBezTo>
                <a:lnTo>
                  <a:pt x="1088408" y="48174"/>
                </a:lnTo>
                <a:close/>
                <a:moveTo>
                  <a:pt x="1127644" y="40167"/>
                </a:moveTo>
                <a:cubicBezTo>
                  <a:pt x="1124352" y="40167"/>
                  <a:pt x="1121571" y="40924"/>
                  <a:pt x="1119301" y="42436"/>
                </a:cubicBezTo>
                <a:cubicBezTo>
                  <a:pt x="1117033" y="43948"/>
                  <a:pt x="1115165" y="45839"/>
                  <a:pt x="1113697" y="48109"/>
                </a:cubicBezTo>
                <a:cubicBezTo>
                  <a:pt x="1112230" y="50377"/>
                  <a:pt x="1111118" y="52868"/>
                  <a:pt x="1110362" y="55582"/>
                </a:cubicBezTo>
                <a:cubicBezTo>
                  <a:pt x="1109606" y="58296"/>
                  <a:pt x="1109139" y="60853"/>
                  <a:pt x="1108961" y="63255"/>
                </a:cubicBezTo>
                <a:cubicBezTo>
                  <a:pt x="1111718" y="63344"/>
                  <a:pt x="1114586" y="63434"/>
                  <a:pt x="1117566" y="63523"/>
                </a:cubicBezTo>
                <a:cubicBezTo>
                  <a:pt x="1120547" y="63612"/>
                  <a:pt x="1123461" y="63656"/>
                  <a:pt x="1126308" y="63656"/>
                </a:cubicBezTo>
                <a:cubicBezTo>
                  <a:pt x="1129244" y="63656"/>
                  <a:pt x="1132225" y="63612"/>
                  <a:pt x="1135249" y="63523"/>
                </a:cubicBezTo>
                <a:cubicBezTo>
                  <a:pt x="1138274" y="63434"/>
                  <a:pt x="1141210" y="63344"/>
                  <a:pt x="1144058" y="63255"/>
                </a:cubicBezTo>
                <a:cubicBezTo>
                  <a:pt x="1144058" y="60853"/>
                  <a:pt x="1143858" y="58318"/>
                  <a:pt x="1143457" y="55649"/>
                </a:cubicBezTo>
                <a:cubicBezTo>
                  <a:pt x="1143057" y="52979"/>
                  <a:pt x="1142256" y="50487"/>
                  <a:pt x="1141055" y="48174"/>
                </a:cubicBezTo>
                <a:cubicBezTo>
                  <a:pt x="1139853" y="45861"/>
                  <a:pt x="1138185" y="43948"/>
                  <a:pt x="1136049" y="42436"/>
                </a:cubicBezTo>
                <a:cubicBezTo>
                  <a:pt x="1133914" y="40924"/>
                  <a:pt x="1131112" y="40167"/>
                  <a:pt x="1127644" y="40167"/>
                </a:cubicBezTo>
                <a:moveTo>
                  <a:pt x="1096817" y="70995"/>
                </a:moveTo>
                <a:cubicBezTo>
                  <a:pt x="1096817" y="60052"/>
                  <a:pt x="1099418" y="51467"/>
                  <a:pt x="1104622" y="45240"/>
                </a:cubicBezTo>
                <a:cubicBezTo>
                  <a:pt x="1109826" y="39012"/>
                  <a:pt x="1117411" y="35897"/>
                  <a:pt x="1127377" y="35897"/>
                </a:cubicBezTo>
                <a:cubicBezTo>
                  <a:pt x="1132092" y="35897"/>
                  <a:pt x="1136161" y="36632"/>
                  <a:pt x="1139586" y="38101"/>
                </a:cubicBezTo>
                <a:cubicBezTo>
                  <a:pt x="1143011" y="39568"/>
                  <a:pt x="1145881" y="41525"/>
                  <a:pt x="1148194" y="43971"/>
                </a:cubicBezTo>
                <a:cubicBezTo>
                  <a:pt x="1150507" y="46417"/>
                  <a:pt x="1152219" y="49287"/>
                  <a:pt x="1153331" y="52579"/>
                </a:cubicBezTo>
                <a:cubicBezTo>
                  <a:pt x="1154443" y="55870"/>
                  <a:pt x="1154999" y="59384"/>
                  <a:pt x="1154999" y="63120"/>
                </a:cubicBezTo>
                <a:cubicBezTo>
                  <a:pt x="1154999" y="64011"/>
                  <a:pt x="1154977" y="64879"/>
                  <a:pt x="1154932" y="65725"/>
                </a:cubicBezTo>
                <a:cubicBezTo>
                  <a:pt x="1154888" y="66569"/>
                  <a:pt x="1154822" y="67436"/>
                  <a:pt x="1154732" y="68325"/>
                </a:cubicBezTo>
                <a:cubicBezTo>
                  <a:pt x="1149928" y="68237"/>
                  <a:pt x="1145169" y="68149"/>
                  <a:pt x="1140454" y="68060"/>
                </a:cubicBezTo>
                <a:cubicBezTo>
                  <a:pt x="1135739" y="67971"/>
                  <a:pt x="1130980" y="67926"/>
                  <a:pt x="1126176" y="67926"/>
                </a:cubicBezTo>
                <a:cubicBezTo>
                  <a:pt x="1123239" y="67926"/>
                  <a:pt x="1120325" y="67971"/>
                  <a:pt x="1117434" y="68060"/>
                </a:cubicBezTo>
                <a:cubicBezTo>
                  <a:pt x="1114542" y="68149"/>
                  <a:pt x="1111628" y="68237"/>
                  <a:pt x="1108692" y="68325"/>
                </a:cubicBezTo>
                <a:cubicBezTo>
                  <a:pt x="1108604" y="68770"/>
                  <a:pt x="1108560" y="69437"/>
                  <a:pt x="1108560" y="70327"/>
                </a:cubicBezTo>
                <a:lnTo>
                  <a:pt x="1108560" y="72062"/>
                </a:lnTo>
                <a:cubicBezTo>
                  <a:pt x="1108560" y="75531"/>
                  <a:pt x="1109071" y="78779"/>
                  <a:pt x="1110093" y="81805"/>
                </a:cubicBezTo>
                <a:cubicBezTo>
                  <a:pt x="1111117" y="84830"/>
                  <a:pt x="1112607" y="87432"/>
                  <a:pt x="1114565" y="89612"/>
                </a:cubicBezTo>
                <a:cubicBezTo>
                  <a:pt x="1116522" y="91791"/>
                  <a:pt x="1118924" y="93526"/>
                  <a:pt x="1121771" y="94817"/>
                </a:cubicBezTo>
                <a:cubicBezTo>
                  <a:pt x="1124618" y="96106"/>
                  <a:pt x="1127910" y="96751"/>
                  <a:pt x="1131647" y="96751"/>
                </a:cubicBezTo>
                <a:cubicBezTo>
                  <a:pt x="1133425" y="96751"/>
                  <a:pt x="1135248" y="96507"/>
                  <a:pt x="1137116" y="96018"/>
                </a:cubicBezTo>
                <a:cubicBezTo>
                  <a:pt x="1138986" y="95528"/>
                  <a:pt x="1140810" y="94860"/>
                  <a:pt x="1142588" y="94015"/>
                </a:cubicBezTo>
                <a:cubicBezTo>
                  <a:pt x="1144368" y="93169"/>
                  <a:pt x="1146036" y="92168"/>
                  <a:pt x="1147593" y="91013"/>
                </a:cubicBezTo>
                <a:cubicBezTo>
                  <a:pt x="1149150" y="89856"/>
                  <a:pt x="1150507" y="88610"/>
                  <a:pt x="1151664" y="87275"/>
                </a:cubicBezTo>
                <a:lnTo>
                  <a:pt x="1152331" y="87676"/>
                </a:lnTo>
                <a:lnTo>
                  <a:pt x="1151531" y="94214"/>
                </a:lnTo>
                <a:cubicBezTo>
                  <a:pt x="1148861" y="96349"/>
                  <a:pt x="1145547" y="98173"/>
                  <a:pt x="1141588" y="99686"/>
                </a:cubicBezTo>
                <a:cubicBezTo>
                  <a:pt x="1137630" y="101198"/>
                  <a:pt x="1133515" y="101954"/>
                  <a:pt x="1129244" y="101954"/>
                </a:cubicBezTo>
                <a:cubicBezTo>
                  <a:pt x="1124440" y="101954"/>
                  <a:pt x="1120058" y="101220"/>
                  <a:pt x="1116098" y="99753"/>
                </a:cubicBezTo>
                <a:cubicBezTo>
                  <a:pt x="1112140" y="98285"/>
                  <a:pt x="1108715" y="96151"/>
                  <a:pt x="1105823" y="93349"/>
                </a:cubicBezTo>
                <a:cubicBezTo>
                  <a:pt x="1102933" y="90545"/>
                  <a:pt x="1100709" y="87231"/>
                  <a:pt x="1099152" y="83406"/>
                </a:cubicBezTo>
                <a:cubicBezTo>
                  <a:pt x="1097595" y="79580"/>
                  <a:pt x="1096817" y="75443"/>
                  <a:pt x="1096817" y="70995"/>
                </a:cubicBezTo>
                <a:close/>
                <a:moveTo>
                  <a:pt x="1194368" y="40167"/>
                </a:moveTo>
                <a:cubicBezTo>
                  <a:pt x="1191076" y="40167"/>
                  <a:pt x="1188296" y="40924"/>
                  <a:pt x="1186026" y="42436"/>
                </a:cubicBezTo>
                <a:cubicBezTo>
                  <a:pt x="1183757" y="43948"/>
                  <a:pt x="1181889" y="45839"/>
                  <a:pt x="1180422" y="48109"/>
                </a:cubicBezTo>
                <a:cubicBezTo>
                  <a:pt x="1178954" y="50377"/>
                  <a:pt x="1177843" y="52868"/>
                  <a:pt x="1177087" y="55582"/>
                </a:cubicBezTo>
                <a:cubicBezTo>
                  <a:pt x="1176330" y="58296"/>
                  <a:pt x="1175863" y="60853"/>
                  <a:pt x="1175686" y="63255"/>
                </a:cubicBezTo>
                <a:cubicBezTo>
                  <a:pt x="1178443" y="63344"/>
                  <a:pt x="1181311" y="63434"/>
                  <a:pt x="1184291" y="63523"/>
                </a:cubicBezTo>
                <a:cubicBezTo>
                  <a:pt x="1187272" y="63612"/>
                  <a:pt x="1190186" y="63656"/>
                  <a:pt x="1193033" y="63656"/>
                </a:cubicBezTo>
                <a:cubicBezTo>
                  <a:pt x="1195969" y="63656"/>
                  <a:pt x="1198949" y="63612"/>
                  <a:pt x="1201974" y="63523"/>
                </a:cubicBezTo>
                <a:cubicBezTo>
                  <a:pt x="1204998" y="63434"/>
                  <a:pt x="1207935" y="63344"/>
                  <a:pt x="1210783" y="63255"/>
                </a:cubicBezTo>
                <a:cubicBezTo>
                  <a:pt x="1210783" y="60853"/>
                  <a:pt x="1210582" y="58318"/>
                  <a:pt x="1210182" y="55649"/>
                </a:cubicBezTo>
                <a:cubicBezTo>
                  <a:pt x="1209782" y="52979"/>
                  <a:pt x="1208981" y="50487"/>
                  <a:pt x="1207779" y="48174"/>
                </a:cubicBezTo>
                <a:cubicBezTo>
                  <a:pt x="1206578" y="45861"/>
                  <a:pt x="1204909" y="43948"/>
                  <a:pt x="1202774" y="42436"/>
                </a:cubicBezTo>
                <a:cubicBezTo>
                  <a:pt x="1200639" y="40924"/>
                  <a:pt x="1197837" y="40167"/>
                  <a:pt x="1194368" y="40167"/>
                </a:cubicBezTo>
                <a:moveTo>
                  <a:pt x="1163541" y="70995"/>
                </a:moveTo>
                <a:cubicBezTo>
                  <a:pt x="1163541" y="60052"/>
                  <a:pt x="1166143" y="51467"/>
                  <a:pt x="1171346" y="45240"/>
                </a:cubicBezTo>
                <a:cubicBezTo>
                  <a:pt x="1176551" y="39012"/>
                  <a:pt x="1184136" y="35897"/>
                  <a:pt x="1194102" y="35897"/>
                </a:cubicBezTo>
                <a:cubicBezTo>
                  <a:pt x="1198816" y="35897"/>
                  <a:pt x="1202886" y="36632"/>
                  <a:pt x="1206311" y="38101"/>
                </a:cubicBezTo>
                <a:cubicBezTo>
                  <a:pt x="1209736" y="39568"/>
                  <a:pt x="1212605" y="41525"/>
                  <a:pt x="1214918" y="43971"/>
                </a:cubicBezTo>
                <a:cubicBezTo>
                  <a:pt x="1217232" y="46417"/>
                  <a:pt x="1218944" y="49287"/>
                  <a:pt x="1220056" y="52579"/>
                </a:cubicBezTo>
                <a:cubicBezTo>
                  <a:pt x="1221168" y="55870"/>
                  <a:pt x="1221724" y="59384"/>
                  <a:pt x="1221724" y="63120"/>
                </a:cubicBezTo>
                <a:cubicBezTo>
                  <a:pt x="1221724" y="64011"/>
                  <a:pt x="1221701" y="64879"/>
                  <a:pt x="1221656" y="65725"/>
                </a:cubicBezTo>
                <a:cubicBezTo>
                  <a:pt x="1221613" y="66569"/>
                  <a:pt x="1221546" y="67436"/>
                  <a:pt x="1221457" y="68325"/>
                </a:cubicBezTo>
                <a:cubicBezTo>
                  <a:pt x="1216653" y="68237"/>
                  <a:pt x="1211893" y="68149"/>
                  <a:pt x="1207179" y="68060"/>
                </a:cubicBezTo>
                <a:cubicBezTo>
                  <a:pt x="1202464" y="67971"/>
                  <a:pt x="1197704" y="67926"/>
                  <a:pt x="1192900" y="67926"/>
                </a:cubicBezTo>
                <a:cubicBezTo>
                  <a:pt x="1189964" y="67926"/>
                  <a:pt x="1187050" y="67971"/>
                  <a:pt x="1184158" y="68060"/>
                </a:cubicBezTo>
                <a:cubicBezTo>
                  <a:pt x="1181267" y="68149"/>
                  <a:pt x="1178353" y="68237"/>
                  <a:pt x="1175417" y="68325"/>
                </a:cubicBezTo>
                <a:cubicBezTo>
                  <a:pt x="1175329" y="68770"/>
                  <a:pt x="1175284" y="69437"/>
                  <a:pt x="1175284" y="70327"/>
                </a:cubicBezTo>
                <a:lnTo>
                  <a:pt x="1175284" y="72062"/>
                </a:lnTo>
                <a:cubicBezTo>
                  <a:pt x="1175284" y="75531"/>
                  <a:pt x="1175796" y="78779"/>
                  <a:pt x="1176818" y="81805"/>
                </a:cubicBezTo>
                <a:cubicBezTo>
                  <a:pt x="1177841" y="84830"/>
                  <a:pt x="1179332" y="87432"/>
                  <a:pt x="1181289" y="89612"/>
                </a:cubicBezTo>
                <a:cubicBezTo>
                  <a:pt x="1183247" y="91791"/>
                  <a:pt x="1185649" y="93526"/>
                  <a:pt x="1188496" y="94817"/>
                </a:cubicBezTo>
                <a:cubicBezTo>
                  <a:pt x="1191342" y="96106"/>
                  <a:pt x="1194634" y="96751"/>
                  <a:pt x="1198372" y="96751"/>
                </a:cubicBezTo>
                <a:cubicBezTo>
                  <a:pt x="1200150" y="96751"/>
                  <a:pt x="1201973" y="96507"/>
                  <a:pt x="1203841" y="96018"/>
                </a:cubicBezTo>
                <a:cubicBezTo>
                  <a:pt x="1205710" y="95528"/>
                  <a:pt x="1207534" y="94860"/>
                  <a:pt x="1209313" y="94015"/>
                </a:cubicBezTo>
                <a:cubicBezTo>
                  <a:pt x="1211092" y="93169"/>
                  <a:pt x="1212761" y="92168"/>
                  <a:pt x="1214318" y="91013"/>
                </a:cubicBezTo>
                <a:cubicBezTo>
                  <a:pt x="1215875" y="89856"/>
                  <a:pt x="1217232" y="88610"/>
                  <a:pt x="1218388" y="87275"/>
                </a:cubicBezTo>
                <a:lnTo>
                  <a:pt x="1219056" y="87676"/>
                </a:lnTo>
                <a:lnTo>
                  <a:pt x="1218256" y="94214"/>
                </a:lnTo>
                <a:cubicBezTo>
                  <a:pt x="1215586" y="96349"/>
                  <a:pt x="1212271" y="98173"/>
                  <a:pt x="1208313" y="99686"/>
                </a:cubicBezTo>
                <a:cubicBezTo>
                  <a:pt x="1204354" y="101198"/>
                  <a:pt x="1200240" y="101954"/>
                  <a:pt x="1195969" y="101954"/>
                </a:cubicBezTo>
                <a:cubicBezTo>
                  <a:pt x="1191165" y="101954"/>
                  <a:pt x="1186783" y="101220"/>
                  <a:pt x="1182823" y="99753"/>
                </a:cubicBezTo>
                <a:cubicBezTo>
                  <a:pt x="1178864" y="98285"/>
                  <a:pt x="1175439" y="96151"/>
                  <a:pt x="1172548" y="93349"/>
                </a:cubicBezTo>
                <a:cubicBezTo>
                  <a:pt x="1169658" y="90545"/>
                  <a:pt x="1167434" y="87231"/>
                  <a:pt x="1165877" y="83406"/>
                </a:cubicBezTo>
                <a:cubicBezTo>
                  <a:pt x="1164320" y="79580"/>
                  <a:pt x="1163541" y="75443"/>
                  <a:pt x="1163541" y="70995"/>
                </a:cubicBezTo>
                <a:close/>
                <a:moveTo>
                  <a:pt x="1288448" y="100620"/>
                </a:moveTo>
                <a:cubicBezTo>
                  <a:pt x="1287381" y="97328"/>
                  <a:pt x="1285958" y="93147"/>
                  <a:pt x="1284178" y="88077"/>
                </a:cubicBezTo>
                <a:cubicBezTo>
                  <a:pt x="1282400" y="83005"/>
                  <a:pt x="1280465" y="77600"/>
                  <a:pt x="1278373" y="71862"/>
                </a:cubicBezTo>
                <a:cubicBezTo>
                  <a:pt x="1276282" y="66124"/>
                  <a:pt x="1274103" y="60253"/>
                  <a:pt x="1271834" y="54248"/>
                </a:cubicBezTo>
                <a:cubicBezTo>
                  <a:pt x="1269566" y="48243"/>
                  <a:pt x="1267320" y="42570"/>
                  <a:pt x="1265096" y="37231"/>
                </a:cubicBezTo>
                <a:cubicBezTo>
                  <a:pt x="1266163" y="37410"/>
                  <a:pt x="1267208" y="37566"/>
                  <a:pt x="1268230" y="37699"/>
                </a:cubicBezTo>
                <a:cubicBezTo>
                  <a:pt x="1269253" y="37833"/>
                  <a:pt x="1270299" y="37899"/>
                  <a:pt x="1271368" y="37899"/>
                </a:cubicBezTo>
                <a:cubicBezTo>
                  <a:pt x="1272347" y="37899"/>
                  <a:pt x="1273325" y="37833"/>
                  <a:pt x="1274304" y="37699"/>
                </a:cubicBezTo>
                <a:cubicBezTo>
                  <a:pt x="1275283" y="37566"/>
                  <a:pt x="1276350" y="37410"/>
                  <a:pt x="1277505" y="37231"/>
                </a:cubicBezTo>
                <a:cubicBezTo>
                  <a:pt x="1279818" y="45595"/>
                  <a:pt x="1282376" y="53980"/>
                  <a:pt x="1285178" y="62387"/>
                </a:cubicBezTo>
                <a:cubicBezTo>
                  <a:pt x="1287981" y="70794"/>
                  <a:pt x="1291118" y="79446"/>
                  <a:pt x="1294587" y="88344"/>
                </a:cubicBezTo>
                <a:cubicBezTo>
                  <a:pt x="1295656" y="85853"/>
                  <a:pt x="1296946" y="82561"/>
                  <a:pt x="1298458" y="78468"/>
                </a:cubicBezTo>
                <a:cubicBezTo>
                  <a:pt x="1299971" y="74375"/>
                  <a:pt x="1301527" y="69971"/>
                  <a:pt x="1303128" y="65256"/>
                </a:cubicBezTo>
                <a:cubicBezTo>
                  <a:pt x="1304729" y="60542"/>
                  <a:pt x="1306331" y="55738"/>
                  <a:pt x="1307931" y="50846"/>
                </a:cubicBezTo>
                <a:cubicBezTo>
                  <a:pt x="1309533" y="45952"/>
                  <a:pt x="1310957" y="41414"/>
                  <a:pt x="1312203" y="37231"/>
                </a:cubicBezTo>
                <a:cubicBezTo>
                  <a:pt x="1313805" y="37676"/>
                  <a:pt x="1315139" y="37899"/>
                  <a:pt x="1316206" y="37899"/>
                </a:cubicBezTo>
                <a:cubicBezTo>
                  <a:pt x="1316918" y="37899"/>
                  <a:pt x="1317540" y="37833"/>
                  <a:pt x="1318074" y="37699"/>
                </a:cubicBezTo>
                <a:cubicBezTo>
                  <a:pt x="1318609" y="37566"/>
                  <a:pt x="1319232" y="37410"/>
                  <a:pt x="1319943" y="37231"/>
                </a:cubicBezTo>
                <a:cubicBezTo>
                  <a:pt x="1322167" y="45773"/>
                  <a:pt x="1324747" y="54203"/>
                  <a:pt x="1327683" y="62522"/>
                </a:cubicBezTo>
                <a:cubicBezTo>
                  <a:pt x="1330619" y="70839"/>
                  <a:pt x="1333689" y="79446"/>
                  <a:pt x="1336891" y="88344"/>
                </a:cubicBezTo>
                <a:cubicBezTo>
                  <a:pt x="1338047" y="85497"/>
                  <a:pt x="1339404" y="82005"/>
                  <a:pt x="1340961" y="77869"/>
                </a:cubicBezTo>
                <a:cubicBezTo>
                  <a:pt x="1342518" y="73731"/>
                  <a:pt x="1344142" y="69372"/>
                  <a:pt x="1345832" y="64790"/>
                </a:cubicBezTo>
                <a:cubicBezTo>
                  <a:pt x="1347522" y="60208"/>
                  <a:pt x="1349235" y="55515"/>
                  <a:pt x="1350970" y="50711"/>
                </a:cubicBezTo>
                <a:cubicBezTo>
                  <a:pt x="1352705" y="45907"/>
                  <a:pt x="1354328" y="41414"/>
                  <a:pt x="1355840" y="37231"/>
                </a:cubicBezTo>
                <a:cubicBezTo>
                  <a:pt x="1357620" y="37676"/>
                  <a:pt x="1359043" y="37899"/>
                  <a:pt x="1360110" y="37899"/>
                </a:cubicBezTo>
                <a:cubicBezTo>
                  <a:pt x="1361267" y="37899"/>
                  <a:pt x="1362602" y="37676"/>
                  <a:pt x="1364114" y="37231"/>
                </a:cubicBezTo>
                <a:cubicBezTo>
                  <a:pt x="1359043" y="47996"/>
                  <a:pt x="1354306" y="58628"/>
                  <a:pt x="1349903" y="69127"/>
                </a:cubicBezTo>
                <a:cubicBezTo>
                  <a:pt x="1345499" y="79625"/>
                  <a:pt x="1341384" y="90123"/>
                  <a:pt x="1337559" y="100620"/>
                </a:cubicBezTo>
                <a:cubicBezTo>
                  <a:pt x="1336580" y="100442"/>
                  <a:pt x="1335423" y="100353"/>
                  <a:pt x="1334089" y="100353"/>
                </a:cubicBezTo>
                <a:cubicBezTo>
                  <a:pt x="1333466" y="100353"/>
                  <a:pt x="1332843" y="100353"/>
                  <a:pt x="1332220" y="100353"/>
                </a:cubicBezTo>
                <a:cubicBezTo>
                  <a:pt x="1331598" y="100353"/>
                  <a:pt x="1331064" y="100442"/>
                  <a:pt x="1330619" y="100620"/>
                </a:cubicBezTo>
                <a:cubicBezTo>
                  <a:pt x="1328306" y="92702"/>
                  <a:pt x="1325770" y="84739"/>
                  <a:pt x="1323012" y="76733"/>
                </a:cubicBezTo>
                <a:cubicBezTo>
                  <a:pt x="1320255" y="68726"/>
                  <a:pt x="1317096" y="60319"/>
                  <a:pt x="1313537" y="51512"/>
                </a:cubicBezTo>
                <a:cubicBezTo>
                  <a:pt x="1312470" y="54180"/>
                  <a:pt x="1311180" y="57495"/>
                  <a:pt x="1309668" y="61455"/>
                </a:cubicBezTo>
                <a:cubicBezTo>
                  <a:pt x="1308156" y="65413"/>
                  <a:pt x="1306599" y="69661"/>
                  <a:pt x="1304997" y="74198"/>
                </a:cubicBezTo>
                <a:cubicBezTo>
                  <a:pt x="1303395" y="78734"/>
                  <a:pt x="1301793" y="83338"/>
                  <a:pt x="1300191" y="88010"/>
                </a:cubicBezTo>
                <a:cubicBezTo>
                  <a:pt x="1298591" y="92681"/>
                  <a:pt x="1297167" y="96884"/>
                  <a:pt x="1295921" y="100620"/>
                </a:cubicBezTo>
                <a:cubicBezTo>
                  <a:pt x="1294854" y="100442"/>
                  <a:pt x="1293609" y="100353"/>
                  <a:pt x="1292185" y="100353"/>
                </a:cubicBezTo>
                <a:cubicBezTo>
                  <a:pt x="1290762" y="100353"/>
                  <a:pt x="1289516" y="100442"/>
                  <a:pt x="1288448" y="100620"/>
                </a:cubicBezTo>
                <a:close/>
                <a:moveTo>
                  <a:pt x="1378260" y="14012"/>
                </a:moveTo>
                <a:cubicBezTo>
                  <a:pt x="1378260" y="12144"/>
                  <a:pt x="1378927" y="10542"/>
                  <a:pt x="1380261" y="9208"/>
                </a:cubicBezTo>
                <a:cubicBezTo>
                  <a:pt x="1381596" y="7874"/>
                  <a:pt x="1383198" y="7206"/>
                  <a:pt x="1385067" y="7206"/>
                </a:cubicBezTo>
                <a:cubicBezTo>
                  <a:pt x="1386935" y="7206"/>
                  <a:pt x="1388536" y="7874"/>
                  <a:pt x="1389871" y="9208"/>
                </a:cubicBezTo>
                <a:cubicBezTo>
                  <a:pt x="1391205" y="10542"/>
                  <a:pt x="1391872" y="12144"/>
                  <a:pt x="1391872" y="14012"/>
                </a:cubicBezTo>
                <a:cubicBezTo>
                  <a:pt x="1391872" y="15880"/>
                  <a:pt x="1391205" y="17481"/>
                  <a:pt x="1389871" y="18817"/>
                </a:cubicBezTo>
                <a:cubicBezTo>
                  <a:pt x="1388536" y="20152"/>
                  <a:pt x="1386935" y="20819"/>
                  <a:pt x="1385067" y="20819"/>
                </a:cubicBezTo>
                <a:cubicBezTo>
                  <a:pt x="1383198" y="20819"/>
                  <a:pt x="1381596" y="20152"/>
                  <a:pt x="1380261" y="18817"/>
                </a:cubicBezTo>
                <a:cubicBezTo>
                  <a:pt x="1378927" y="17481"/>
                  <a:pt x="1378260" y="15880"/>
                  <a:pt x="1378260" y="14012"/>
                </a:cubicBezTo>
                <a:moveTo>
                  <a:pt x="1380129" y="62188"/>
                </a:moveTo>
                <a:cubicBezTo>
                  <a:pt x="1380129" y="58184"/>
                  <a:pt x="1380062" y="53981"/>
                  <a:pt x="1379927" y="49577"/>
                </a:cubicBezTo>
                <a:cubicBezTo>
                  <a:pt x="1379794" y="45173"/>
                  <a:pt x="1379505" y="41058"/>
                  <a:pt x="1379060" y="37231"/>
                </a:cubicBezTo>
                <a:cubicBezTo>
                  <a:pt x="1381551" y="37676"/>
                  <a:pt x="1383553" y="37899"/>
                  <a:pt x="1385067" y="37899"/>
                </a:cubicBezTo>
                <a:cubicBezTo>
                  <a:pt x="1386579" y="37899"/>
                  <a:pt x="1388581" y="37676"/>
                  <a:pt x="1391072" y="37231"/>
                </a:cubicBezTo>
                <a:cubicBezTo>
                  <a:pt x="1390627" y="41058"/>
                  <a:pt x="1390337" y="45173"/>
                  <a:pt x="1390202" y="49577"/>
                </a:cubicBezTo>
                <a:cubicBezTo>
                  <a:pt x="1390069" y="53981"/>
                  <a:pt x="1390003" y="58184"/>
                  <a:pt x="1390003" y="62188"/>
                </a:cubicBezTo>
                <a:lnTo>
                  <a:pt x="1390003" y="76065"/>
                </a:lnTo>
                <a:cubicBezTo>
                  <a:pt x="1390003" y="80070"/>
                  <a:pt x="1390069" y="84274"/>
                  <a:pt x="1390202" y="88677"/>
                </a:cubicBezTo>
                <a:cubicBezTo>
                  <a:pt x="1390337" y="93081"/>
                  <a:pt x="1390627" y="97062"/>
                  <a:pt x="1391072" y="100620"/>
                </a:cubicBezTo>
                <a:cubicBezTo>
                  <a:pt x="1389025" y="100442"/>
                  <a:pt x="1387023" y="100353"/>
                  <a:pt x="1385067" y="100353"/>
                </a:cubicBezTo>
                <a:cubicBezTo>
                  <a:pt x="1383109" y="100353"/>
                  <a:pt x="1381107" y="100442"/>
                  <a:pt x="1379060" y="100620"/>
                </a:cubicBezTo>
                <a:cubicBezTo>
                  <a:pt x="1379505" y="97062"/>
                  <a:pt x="1379794" y="93081"/>
                  <a:pt x="1379927" y="88677"/>
                </a:cubicBezTo>
                <a:cubicBezTo>
                  <a:pt x="1380062" y="84274"/>
                  <a:pt x="1380129" y="80070"/>
                  <a:pt x="1380129" y="76065"/>
                </a:cubicBezTo>
                <a:lnTo>
                  <a:pt x="1380129" y="62188"/>
                </a:lnTo>
                <a:close/>
                <a:moveTo>
                  <a:pt x="1425902" y="19351"/>
                </a:moveTo>
                <a:cubicBezTo>
                  <a:pt x="1425635" y="22731"/>
                  <a:pt x="1425434" y="26045"/>
                  <a:pt x="1425300" y="29292"/>
                </a:cubicBezTo>
                <a:cubicBezTo>
                  <a:pt x="1425167" y="32539"/>
                  <a:pt x="1425011" y="35808"/>
                  <a:pt x="1424833" y="39100"/>
                </a:cubicBezTo>
                <a:cubicBezTo>
                  <a:pt x="1425812" y="39100"/>
                  <a:pt x="1427636" y="39078"/>
                  <a:pt x="1430305" y="39033"/>
                </a:cubicBezTo>
                <a:cubicBezTo>
                  <a:pt x="1432974" y="38988"/>
                  <a:pt x="1435865" y="38877"/>
                  <a:pt x="1438979" y="38699"/>
                </a:cubicBezTo>
                <a:cubicBezTo>
                  <a:pt x="1438891" y="38967"/>
                  <a:pt x="1438847" y="39456"/>
                  <a:pt x="1438847" y="40167"/>
                </a:cubicBezTo>
                <a:lnTo>
                  <a:pt x="1438847" y="41503"/>
                </a:lnTo>
                <a:lnTo>
                  <a:pt x="1438847" y="42971"/>
                </a:lnTo>
                <a:cubicBezTo>
                  <a:pt x="1438847" y="43593"/>
                  <a:pt x="1438891" y="44038"/>
                  <a:pt x="1438979" y="44305"/>
                </a:cubicBezTo>
                <a:cubicBezTo>
                  <a:pt x="1437823" y="44216"/>
                  <a:pt x="1436621" y="44149"/>
                  <a:pt x="1435375" y="44106"/>
                </a:cubicBezTo>
                <a:cubicBezTo>
                  <a:pt x="1434130" y="44061"/>
                  <a:pt x="1432796" y="44038"/>
                  <a:pt x="1431372" y="44038"/>
                </a:cubicBezTo>
                <a:lnTo>
                  <a:pt x="1424833" y="44038"/>
                </a:lnTo>
                <a:cubicBezTo>
                  <a:pt x="1424745" y="44394"/>
                  <a:pt x="1424634" y="45817"/>
                  <a:pt x="1424499" y="48308"/>
                </a:cubicBezTo>
                <a:cubicBezTo>
                  <a:pt x="1424366" y="50799"/>
                  <a:pt x="1424255" y="53758"/>
                  <a:pt x="1424166" y="57183"/>
                </a:cubicBezTo>
                <a:cubicBezTo>
                  <a:pt x="1424077" y="60608"/>
                  <a:pt x="1424011" y="64189"/>
                  <a:pt x="1423966" y="67926"/>
                </a:cubicBezTo>
                <a:cubicBezTo>
                  <a:pt x="1423921" y="71662"/>
                  <a:pt x="1423899" y="74998"/>
                  <a:pt x="1423899" y="77934"/>
                </a:cubicBezTo>
                <a:cubicBezTo>
                  <a:pt x="1423899" y="80425"/>
                  <a:pt x="1423965" y="82872"/>
                  <a:pt x="1424098" y="85275"/>
                </a:cubicBezTo>
                <a:cubicBezTo>
                  <a:pt x="1424233" y="87676"/>
                  <a:pt x="1424656" y="89833"/>
                  <a:pt x="1425367" y="91746"/>
                </a:cubicBezTo>
                <a:cubicBezTo>
                  <a:pt x="1426080" y="93659"/>
                  <a:pt x="1427147" y="95194"/>
                  <a:pt x="1428570" y="96350"/>
                </a:cubicBezTo>
                <a:cubicBezTo>
                  <a:pt x="1429994" y="97507"/>
                  <a:pt x="1432040" y="98085"/>
                  <a:pt x="1434709" y="98085"/>
                </a:cubicBezTo>
                <a:cubicBezTo>
                  <a:pt x="1435421" y="98085"/>
                  <a:pt x="1436377" y="97996"/>
                  <a:pt x="1437578" y="97818"/>
                </a:cubicBezTo>
                <a:cubicBezTo>
                  <a:pt x="1438780" y="97640"/>
                  <a:pt x="1439825" y="97418"/>
                  <a:pt x="1440714" y="97150"/>
                </a:cubicBezTo>
                <a:lnTo>
                  <a:pt x="1440714" y="100353"/>
                </a:lnTo>
                <a:cubicBezTo>
                  <a:pt x="1439202" y="100621"/>
                  <a:pt x="1437534" y="100954"/>
                  <a:pt x="1435709" y="101353"/>
                </a:cubicBezTo>
                <a:cubicBezTo>
                  <a:pt x="1433886" y="101754"/>
                  <a:pt x="1432129" y="101954"/>
                  <a:pt x="1430439" y="101954"/>
                </a:cubicBezTo>
                <a:cubicBezTo>
                  <a:pt x="1424834" y="101954"/>
                  <a:pt x="1420697" y="100575"/>
                  <a:pt x="1418028" y="97818"/>
                </a:cubicBezTo>
                <a:cubicBezTo>
                  <a:pt x="1415359" y="95060"/>
                  <a:pt x="1414025" y="91012"/>
                  <a:pt x="1414025" y="85674"/>
                </a:cubicBezTo>
                <a:cubicBezTo>
                  <a:pt x="1414025" y="83273"/>
                  <a:pt x="1414069" y="80671"/>
                  <a:pt x="1414157" y="77869"/>
                </a:cubicBezTo>
                <a:cubicBezTo>
                  <a:pt x="1414247" y="75066"/>
                  <a:pt x="1414358" y="71996"/>
                  <a:pt x="1414491" y="68661"/>
                </a:cubicBezTo>
                <a:cubicBezTo>
                  <a:pt x="1414624" y="65324"/>
                  <a:pt x="1414736" y="61632"/>
                  <a:pt x="1414825" y="57584"/>
                </a:cubicBezTo>
                <a:cubicBezTo>
                  <a:pt x="1414915" y="53536"/>
                  <a:pt x="1414960" y="49020"/>
                  <a:pt x="1414960" y="44038"/>
                </a:cubicBezTo>
                <a:lnTo>
                  <a:pt x="1410687" y="44038"/>
                </a:lnTo>
                <a:cubicBezTo>
                  <a:pt x="1409976" y="44038"/>
                  <a:pt x="1409220" y="44061"/>
                  <a:pt x="1408419" y="44106"/>
                </a:cubicBezTo>
                <a:cubicBezTo>
                  <a:pt x="1407618" y="44149"/>
                  <a:pt x="1406773" y="44216"/>
                  <a:pt x="1405884" y="44305"/>
                </a:cubicBezTo>
                <a:cubicBezTo>
                  <a:pt x="1405973" y="43772"/>
                  <a:pt x="1406040" y="43261"/>
                  <a:pt x="1406083" y="42772"/>
                </a:cubicBezTo>
                <a:cubicBezTo>
                  <a:pt x="1406128" y="42282"/>
                  <a:pt x="1406151" y="41770"/>
                  <a:pt x="1406151" y="41236"/>
                </a:cubicBezTo>
                <a:cubicBezTo>
                  <a:pt x="1406151" y="40791"/>
                  <a:pt x="1406128" y="40347"/>
                  <a:pt x="1406083" y="39903"/>
                </a:cubicBezTo>
                <a:cubicBezTo>
                  <a:pt x="1406040" y="39457"/>
                  <a:pt x="1405973" y="39012"/>
                  <a:pt x="1405884" y="38567"/>
                </a:cubicBezTo>
                <a:cubicBezTo>
                  <a:pt x="1409887" y="38833"/>
                  <a:pt x="1412823" y="38966"/>
                  <a:pt x="1414691" y="38966"/>
                </a:cubicBezTo>
                <a:cubicBezTo>
                  <a:pt x="1414603" y="37188"/>
                  <a:pt x="1414536" y="34964"/>
                  <a:pt x="1414491" y="32295"/>
                </a:cubicBezTo>
                <a:cubicBezTo>
                  <a:pt x="1414446" y="29626"/>
                  <a:pt x="1414335" y="26868"/>
                  <a:pt x="1414157" y="24020"/>
                </a:cubicBezTo>
                <a:lnTo>
                  <a:pt x="1425235" y="19351"/>
                </a:lnTo>
                <a:lnTo>
                  <a:pt x="1425902" y="19351"/>
                </a:lnTo>
                <a:close/>
                <a:moveTo>
                  <a:pt x="1451924" y="38433"/>
                </a:moveTo>
                <a:cubicBezTo>
                  <a:pt x="1451924" y="35408"/>
                  <a:pt x="1451901" y="32117"/>
                  <a:pt x="1451857" y="28559"/>
                </a:cubicBezTo>
                <a:cubicBezTo>
                  <a:pt x="1451812" y="24999"/>
                  <a:pt x="1451745" y="21485"/>
                  <a:pt x="1451655" y="18015"/>
                </a:cubicBezTo>
                <a:cubicBezTo>
                  <a:pt x="1451567" y="14545"/>
                  <a:pt x="1451456" y="11231"/>
                  <a:pt x="1451323" y="8074"/>
                </a:cubicBezTo>
                <a:cubicBezTo>
                  <a:pt x="1451190" y="4915"/>
                  <a:pt x="1451035" y="2224"/>
                  <a:pt x="1450857" y="0"/>
                </a:cubicBezTo>
                <a:cubicBezTo>
                  <a:pt x="1453348" y="445"/>
                  <a:pt x="1455349" y="668"/>
                  <a:pt x="1456862" y="668"/>
                </a:cubicBezTo>
                <a:cubicBezTo>
                  <a:pt x="1458374" y="668"/>
                  <a:pt x="1460376" y="445"/>
                  <a:pt x="1462867" y="0"/>
                </a:cubicBezTo>
                <a:cubicBezTo>
                  <a:pt x="1462689" y="2224"/>
                  <a:pt x="1462533" y="4892"/>
                  <a:pt x="1462398" y="8007"/>
                </a:cubicBezTo>
                <a:cubicBezTo>
                  <a:pt x="1462265" y="11121"/>
                  <a:pt x="1462154" y="14390"/>
                  <a:pt x="1462064" y="17815"/>
                </a:cubicBezTo>
                <a:cubicBezTo>
                  <a:pt x="1461976" y="21240"/>
                  <a:pt x="1461910" y="24688"/>
                  <a:pt x="1461865" y="28158"/>
                </a:cubicBezTo>
                <a:cubicBezTo>
                  <a:pt x="1461821" y="31627"/>
                  <a:pt x="1461800" y="34830"/>
                  <a:pt x="1461800" y="37767"/>
                </a:cubicBezTo>
                <a:lnTo>
                  <a:pt x="1461800" y="47907"/>
                </a:lnTo>
                <a:lnTo>
                  <a:pt x="1462066" y="47907"/>
                </a:lnTo>
                <a:cubicBezTo>
                  <a:pt x="1464557" y="44082"/>
                  <a:pt x="1467538" y="41124"/>
                  <a:pt x="1471008" y="39033"/>
                </a:cubicBezTo>
                <a:cubicBezTo>
                  <a:pt x="1474478" y="36943"/>
                  <a:pt x="1478615" y="35897"/>
                  <a:pt x="1483419" y="35897"/>
                </a:cubicBezTo>
                <a:cubicBezTo>
                  <a:pt x="1485910" y="35897"/>
                  <a:pt x="1488423" y="36254"/>
                  <a:pt x="1490957" y="36966"/>
                </a:cubicBezTo>
                <a:cubicBezTo>
                  <a:pt x="1493493" y="37678"/>
                  <a:pt x="1495784" y="38901"/>
                  <a:pt x="1497829" y="40636"/>
                </a:cubicBezTo>
                <a:cubicBezTo>
                  <a:pt x="1499877" y="42371"/>
                  <a:pt x="1501545" y="44729"/>
                  <a:pt x="1502835" y="47710"/>
                </a:cubicBezTo>
                <a:cubicBezTo>
                  <a:pt x="1504124" y="50690"/>
                  <a:pt x="1504769" y="54492"/>
                  <a:pt x="1504769" y="59117"/>
                </a:cubicBezTo>
                <a:cubicBezTo>
                  <a:pt x="1504769" y="62942"/>
                  <a:pt x="1504680" y="66879"/>
                  <a:pt x="1504502" y="70927"/>
                </a:cubicBezTo>
                <a:cubicBezTo>
                  <a:pt x="1504324" y="74975"/>
                  <a:pt x="1504236" y="79269"/>
                  <a:pt x="1504236" y="83807"/>
                </a:cubicBezTo>
                <a:lnTo>
                  <a:pt x="1504236" y="92479"/>
                </a:lnTo>
                <a:cubicBezTo>
                  <a:pt x="1504236" y="93903"/>
                  <a:pt x="1504258" y="95305"/>
                  <a:pt x="1504303" y="96684"/>
                </a:cubicBezTo>
                <a:cubicBezTo>
                  <a:pt x="1504348" y="98063"/>
                  <a:pt x="1504414" y="99375"/>
                  <a:pt x="1504502" y="100620"/>
                </a:cubicBezTo>
                <a:cubicBezTo>
                  <a:pt x="1502723" y="100442"/>
                  <a:pt x="1500855" y="100353"/>
                  <a:pt x="1498898" y="100353"/>
                </a:cubicBezTo>
                <a:cubicBezTo>
                  <a:pt x="1497029" y="100353"/>
                  <a:pt x="1495205" y="100442"/>
                  <a:pt x="1493427" y="100620"/>
                </a:cubicBezTo>
                <a:cubicBezTo>
                  <a:pt x="1493605" y="95994"/>
                  <a:pt x="1493804" y="91234"/>
                  <a:pt x="1494026" y="86342"/>
                </a:cubicBezTo>
                <a:cubicBezTo>
                  <a:pt x="1494248" y="81448"/>
                  <a:pt x="1494360" y="76421"/>
                  <a:pt x="1494360" y="71261"/>
                </a:cubicBezTo>
                <a:lnTo>
                  <a:pt x="1494360" y="63120"/>
                </a:lnTo>
                <a:cubicBezTo>
                  <a:pt x="1494360" y="56448"/>
                  <a:pt x="1493069" y="51400"/>
                  <a:pt x="1490489" y="47975"/>
                </a:cubicBezTo>
                <a:cubicBezTo>
                  <a:pt x="1487909" y="44550"/>
                  <a:pt x="1484351" y="42837"/>
                  <a:pt x="1479815" y="42837"/>
                </a:cubicBezTo>
                <a:cubicBezTo>
                  <a:pt x="1473588" y="42837"/>
                  <a:pt x="1469028" y="44750"/>
                  <a:pt x="1466137" y="48575"/>
                </a:cubicBezTo>
                <a:cubicBezTo>
                  <a:pt x="1463245" y="52401"/>
                  <a:pt x="1461800" y="57783"/>
                  <a:pt x="1461800" y="64723"/>
                </a:cubicBezTo>
                <a:cubicBezTo>
                  <a:pt x="1461800" y="67214"/>
                  <a:pt x="1461821" y="70105"/>
                  <a:pt x="1461865" y="73397"/>
                </a:cubicBezTo>
                <a:cubicBezTo>
                  <a:pt x="1461910" y="76689"/>
                  <a:pt x="1461976" y="80004"/>
                  <a:pt x="1462064" y="83340"/>
                </a:cubicBezTo>
                <a:cubicBezTo>
                  <a:pt x="1462154" y="86676"/>
                  <a:pt x="1462265" y="89901"/>
                  <a:pt x="1462398" y="93015"/>
                </a:cubicBezTo>
                <a:cubicBezTo>
                  <a:pt x="1462533" y="96128"/>
                  <a:pt x="1462689" y="98663"/>
                  <a:pt x="1462867" y="100620"/>
                </a:cubicBezTo>
                <a:cubicBezTo>
                  <a:pt x="1460821" y="100442"/>
                  <a:pt x="1458819" y="100353"/>
                  <a:pt x="1456862" y="100353"/>
                </a:cubicBezTo>
                <a:cubicBezTo>
                  <a:pt x="1454904" y="100353"/>
                  <a:pt x="1452903" y="100442"/>
                  <a:pt x="1450857" y="100620"/>
                </a:cubicBezTo>
                <a:cubicBezTo>
                  <a:pt x="1451035" y="98574"/>
                  <a:pt x="1451190" y="95994"/>
                  <a:pt x="1451323" y="92880"/>
                </a:cubicBezTo>
                <a:cubicBezTo>
                  <a:pt x="1451456" y="89766"/>
                  <a:pt x="1451567" y="86474"/>
                  <a:pt x="1451655" y="83004"/>
                </a:cubicBezTo>
                <a:cubicBezTo>
                  <a:pt x="1451745" y="79535"/>
                  <a:pt x="1451812" y="76021"/>
                  <a:pt x="1451857" y="72463"/>
                </a:cubicBezTo>
                <a:cubicBezTo>
                  <a:pt x="1451901" y="68905"/>
                  <a:pt x="1451924" y="65613"/>
                  <a:pt x="1451924" y="62587"/>
                </a:cubicBezTo>
                <a:lnTo>
                  <a:pt x="1451924" y="38433"/>
                </a:lnTo>
                <a:close/>
                <a:moveTo>
                  <a:pt x="1574298" y="19351"/>
                </a:moveTo>
                <a:cubicBezTo>
                  <a:pt x="1574030" y="22731"/>
                  <a:pt x="1573830" y="26045"/>
                  <a:pt x="1573695" y="29292"/>
                </a:cubicBezTo>
                <a:cubicBezTo>
                  <a:pt x="1573562" y="32539"/>
                  <a:pt x="1573407" y="35808"/>
                  <a:pt x="1573229" y="39100"/>
                </a:cubicBezTo>
                <a:cubicBezTo>
                  <a:pt x="1574208" y="39100"/>
                  <a:pt x="1576031" y="39078"/>
                  <a:pt x="1578700" y="39033"/>
                </a:cubicBezTo>
                <a:cubicBezTo>
                  <a:pt x="1581369" y="38988"/>
                  <a:pt x="1584261" y="38877"/>
                  <a:pt x="1587375" y="38699"/>
                </a:cubicBezTo>
                <a:cubicBezTo>
                  <a:pt x="1587287" y="38967"/>
                  <a:pt x="1587242" y="39456"/>
                  <a:pt x="1587242" y="40167"/>
                </a:cubicBezTo>
                <a:lnTo>
                  <a:pt x="1587242" y="41503"/>
                </a:lnTo>
                <a:lnTo>
                  <a:pt x="1587242" y="42971"/>
                </a:lnTo>
                <a:cubicBezTo>
                  <a:pt x="1587242" y="43593"/>
                  <a:pt x="1587287" y="44038"/>
                  <a:pt x="1587375" y="44305"/>
                </a:cubicBezTo>
                <a:cubicBezTo>
                  <a:pt x="1586218" y="44216"/>
                  <a:pt x="1585017" y="44149"/>
                  <a:pt x="1583771" y="44106"/>
                </a:cubicBezTo>
                <a:cubicBezTo>
                  <a:pt x="1582526" y="44061"/>
                  <a:pt x="1581191" y="44038"/>
                  <a:pt x="1579767" y="44038"/>
                </a:cubicBezTo>
                <a:lnTo>
                  <a:pt x="1573229" y="44038"/>
                </a:lnTo>
                <a:cubicBezTo>
                  <a:pt x="1573141" y="44394"/>
                  <a:pt x="1573029" y="45817"/>
                  <a:pt x="1572895" y="48308"/>
                </a:cubicBezTo>
                <a:cubicBezTo>
                  <a:pt x="1572762" y="50799"/>
                  <a:pt x="1572651" y="53758"/>
                  <a:pt x="1572561" y="57183"/>
                </a:cubicBezTo>
                <a:cubicBezTo>
                  <a:pt x="1572473" y="60608"/>
                  <a:pt x="1572406" y="64189"/>
                  <a:pt x="1572361" y="67926"/>
                </a:cubicBezTo>
                <a:cubicBezTo>
                  <a:pt x="1572317" y="71662"/>
                  <a:pt x="1572294" y="74998"/>
                  <a:pt x="1572294" y="77934"/>
                </a:cubicBezTo>
                <a:cubicBezTo>
                  <a:pt x="1572294" y="80425"/>
                  <a:pt x="1572361" y="82872"/>
                  <a:pt x="1572494" y="85275"/>
                </a:cubicBezTo>
                <a:cubicBezTo>
                  <a:pt x="1572628" y="87676"/>
                  <a:pt x="1573051" y="89833"/>
                  <a:pt x="1573762" y="91746"/>
                </a:cubicBezTo>
                <a:cubicBezTo>
                  <a:pt x="1574475" y="93659"/>
                  <a:pt x="1575543" y="95194"/>
                  <a:pt x="1576965" y="96350"/>
                </a:cubicBezTo>
                <a:cubicBezTo>
                  <a:pt x="1578389" y="97507"/>
                  <a:pt x="1580436" y="98085"/>
                  <a:pt x="1583105" y="98085"/>
                </a:cubicBezTo>
                <a:cubicBezTo>
                  <a:pt x="1583816" y="98085"/>
                  <a:pt x="1584772" y="97996"/>
                  <a:pt x="1585974" y="97818"/>
                </a:cubicBezTo>
                <a:cubicBezTo>
                  <a:pt x="1587175" y="97640"/>
                  <a:pt x="1588221" y="97418"/>
                  <a:pt x="1589110" y="97150"/>
                </a:cubicBezTo>
                <a:lnTo>
                  <a:pt x="1589110" y="100353"/>
                </a:lnTo>
                <a:cubicBezTo>
                  <a:pt x="1587597" y="100621"/>
                  <a:pt x="1585929" y="100954"/>
                  <a:pt x="1584105" y="101353"/>
                </a:cubicBezTo>
                <a:cubicBezTo>
                  <a:pt x="1582281" y="101754"/>
                  <a:pt x="1580525" y="101954"/>
                  <a:pt x="1578835" y="101954"/>
                </a:cubicBezTo>
                <a:cubicBezTo>
                  <a:pt x="1573230" y="101954"/>
                  <a:pt x="1569092" y="100575"/>
                  <a:pt x="1566424" y="97818"/>
                </a:cubicBezTo>
                <a:cubicBezTo>
                  <a:pt x="1563755" y="95060"/>
                  <a:pt x="1562420" y="91012"/>
                  <a:pt x="1562420" y="85674"/>
                </a:cubicBezTo>
                <a:cubicBezTo>
                  <a:pt x="1562420" y="83273"/>
                  <a:pt x="1562464" y="80671"/>
                  <a:pt x="1562553" y="77869"/>
                </a:cubicBezTo>
                <a:cubicBezTo>
                  <a:pt x="1562642" y="75066"/>
                  <a:pt x="1562754" y="71996"/>
                  <a:pt x="1562887" y="68661"/>
                </a:cubicBezTo>
                <a:cubicBezTo>
                  <a:pt x="1563020" y="65324"/>
                  <a:pt x="1563131" y="61632"/>
                  <a:pt x="1563221" y="57584"/>
                </a:cubicBezTo>
                <a:cubicBezTo>
                  <a:pt x="1563310" y="53536"/>
                  <a:pt x="1563355" y="49020"/>
                  <a:pt x="1563355" y="44038"/>
                </a:cubicBezTo>
                <a:lnTo>
                  <a:pt x="1559083" y="44038"/>
                </a:lnTo>
                <a:cubicBezTo>
                  <a:pt x="1558372" y="44038"/>
                  <a:pt x="1557615" y="44061"/>
                  <a:pt x="1556814" y="44106"/>
                </a:cubicBezTo>
                <a:cubicBezTo>
                  <a:pt x="1556014" y="44149"/>
                  <a:pt x="1555168" y="44216"/>
                  <a:pt x="1554279" y="44305"/>
                </a:cubicBezTo>
                <a:cubicBezTo>
                  <a:pt x="1554369" y="43772"/>
                  <a:pt x="1554435" y="43261"/>
                  <a:pt x="1554479" y="42772"/>
                </a:cubicBezTo>
                <a:cubicBezTo>
                  <a:pt x="1554524" y="42282"/>
                  <a:pt x="1554546" y="41770"/>
                  <a:pt x="1554546" y="41236"/>
                </a:cubicBezTo>
                <a:cubicBezTo>
                  <a:pt x="1554546" y="40791"/>
                  <a:pt x="1554524" y="40347"/>
                  <a:pt x="1554479" y="39903"/>
                </a:cubicBezTo>
                <a:cubicBezTo>
                  <a:pt x="1554435" y="39457"/>
                  <a:pt x="1554369" y="39012"/>
                  <a:pt x="1554279" y="38567"/>
                </a:cubicBezTo>
                <a:cubicBezTo>
                  <a:pt x="1558283" y="38833"/>
                  <a:pt x="1561218" y="38966"/>
                  <a:pt x="1563086" y="38966"/>
                </a:cubicBezTo>
                <a:cubicBezTo>
                  <a:pt x="1562998" y="37188"/>
                  <a:pt x="1562931" y="34964"/>
                  <a:pt x="1562887" y="32295"/>
                </a:cubicBezTo>
                <a:cubicBezTo>
                  <a:pt x="1562842" y="29626"/>
                  <a:pt x="1562731" y="26868"/>
                  <a:pt x="1562553" y="24020"/>
                </a:cubicBezTo>
                <a:lnTo>
                  <a:pt x="1573630" y="19351"/>
                </a:lnTo>
                <a:lnTo>
                  <a:pt x="1574298" y="19351"/>
                </a:lnTo>
                <a:close/>
                <a:moveTo>
                  <a:pt x="1600319" y="38433"/>
                </a:moveTo>
                <a:cubicBezTo>
                  <a:pt x="1600319" y="35408"/>
                  <a:pt x="1600297" y="32117"/>
                  <a:pt x="1600252" y="28559"/>
                </a:cubicBezTo>
                <a:cubicBezTo>
                  <a:pt x="1600207" y="24999"/>
                  <a:pt x="1600140" y="21485"/>
                  <a:pt x="1600050" y="18015"/>
                </a:cubicBezTo>
                <a:cubicBezTo>
                  <a:pt x="1599962" y="14545"/>
                  <a:pt x="1599852" y="11231"/>
                  <a:pt x="1599719" y="8074"/>
                </a:cubicBezTo>
                <a:cubicBezTo>
                  <a:pt x="1599585" y="4915"/>
                  <a:pt x="1599430" y="2224"/>
                  <a:pt x="1599252" y="0"/>
                </a:cubicBezTo>
                <a:cubicBezTo>
                  <a:pt x="1601743" y="445"/>
                  <a:pt x="1603745" y="668"/>
                  <a:pt x="1605257" y="668"/>
                </a:cubicBezTo>
                <a:cubicBezTo>
                  <a:pt x="1606769" y="668"/>
                  <a:pt x="1608771" y="445"/>
                  <a:pt x="1611262" y="0"/>
                </a:cubicBezTo>
                <a:cubicBezTo>
                  <a:pt x="1611084" y="2224"/>
                  <a:pt x="1610928" y="4892"/>
                  <a:pt x="1610794" y="8007"/>
                </a:cubicBezTo>
                <a:cubicBezTo>
                  <a:pt x="1610661" y="11121"/>
                  <a:pt x="1610549" y="14390"/>
                  <a:pt x="1610460" y="17815"/>
                </a:cubicBezTo>
                <a:cubicBezTo>
                  <a:pt x="1610372" y="21240"/>
                  <a:pt x="1610305" y="24688"/>
                  <a:pt x="1610260" y="28158"/>
                </a:cubicBezTo>
                <a:cubicBezTo>
                  <a:pt x="1610217" y="31627"/>
                  <a:pt x="1610195" y="34830"/>
                  <a:pt x="1610195" y="37767"/>
                </a:cubicBezTo>
                <a:lnTo>
                  <a:pt x="1610195" y="47907"/>
                </a:lnTo>
                <a:lnTo>
                  <a:pt x="1610462" y="47907"/>
                </a:lnTo>
                <a:cubicBezTo>
                  <a:pt x="1612953" y="44082"/>
                  <a:pt x="1615933" y="41124"/>
                  <a:pt x="1619403" y="39033"/>
                </a:cubicBezTo>
                <a:cubicBezTo>
                  <a:pt x="1622873" y="36943"/>
                  <a:pt x="1627010" y="35897"/>
                  <a:pt x="1631814" y="35897"/>
                </a:cubicBezTo>
                <a:cubicBezTo>
                  <a:pt x="1634305" y="35897"/>
                  <a:pt x="1636818" y="36254"/>
                  <a:pt x="1639352" y="36966"/>
                </a:cubicBezTo>
                <a:cubicBezTo>
                  <a:pt x="1641888" y="37678"/>
                  <a:pt x="1644179" y="38901"/>
                  <a:pt x="1646225" y="40636"/>
                </a:cubicBezTo>
                <a:cubicBezTo>
                  <a:pt x="1648272" y="42371"/>
                  <a:pt x="1649940" y="44729"/>
                  <a:pt x="1651230" y="47710"/>
                </a:cubicBezTo>
                <a:cubicBezTo>
                  <a:pt x="1652520" y="50690"/>
                  <a:pt x="1653164" y="54492"/>
                  <a:pt x="1653164" y="59117"/>
                </a:cubicBezTo>
                <a:cubicBezTo>
                  <a:pt x="1653164" y="62942"/>
                  <a:pt x="1653076" y="66879"/>
                  <a:pt x="1652898" y="70927"/>
                </a:cubicBezTo>
                <a:cubicBezTo>
                  <a:pt x="1652720" y="74975"/>
                  <a:pt x="1652631" y="79269"/>
                  <a:pt x="1652631" y="83807"/>
                </a:cubicBezTo>
                <a:lnTo>
                  <a:pt x="1652631" y="92479"/>
                </a:lnTo>
                <a:cubicBezTo>
                  <a:pt x="1652631" y="93903"/>
                  <a:pt x="1652653" y="95305"/>
                  <a:pt x="1652698" y="96684"/>
                </a:cubicBezTo>
                <a:cubicBezTo>
                  <a:pt x="1652743" y="98063"/>
                  <a:pt x="1652809" y="99375"/>
                  <a:pt x="1652898" y="100620"/>
                </a:cubicBezTo>
                <a:cubicBezTo>
                  <a:pt x="1651118" y="100442"/>
                  <a:pt x="1649250" y="100353"/>
                  <a:pt x="1647294" y="100353"/>
                </a:cubicBezTo>
                <a:cubicBezTo>
                  <a:pt x="1645425" y="100353"/>
                  <a:pt x="1643601" y="100442"/>
                  <a:pt x="1641822" y="100620"/>
                </a:cubicBezTo>
                <a:cubicBezTo>
                  <a:pt x="1642000" y="95994"/>
                  <a:pt x="1642200" y="91234"/>
                  <a:pt x="1642421" y="86342"/>
                </a:cubicBezTo>
                <a:cubicBezTo>
                  <a:pt x="1642644" y="81448"/>
                  <a:pt x="1642755" y="76421"/>
                  <a:pt x="1642755" y="71261"/>
                </a:cubicBezTo>
                <a:lnTo>
                  <a:pt x="1642755" y="63120"/>
                </a:lnTo>
                <a:cubicBezTo>
                  <a:pt x="1642755" y="56448"/>
                  <a:pt x="1641465" y="51400"/>
                  <a:pt x="1638884" y="47975"/>
                </a:cubicBezTo>
                <a:cubicBezTo>
                  <a:pt x="1636305" y="44550"/>
                  <a:pt x="1632747" y="42837"/>
                  <a:pt x="1628210" y="42837"/>
                </a:cubicBezTo>
                <a:cubicBezTo>
                  <a:pt x="1621983" y="42837"/>
                  <a:pt x="1617424" y="44750"/>
                  <a:pt x="1614532" y="48575"/>
                </a:cubicBezTo>
                <a:cubicBezTo>
                  <a:pt x="1611641" y="52401"/>
                  <a:pt x="1610195" y="57783"/>
                  <a:pt x="1610195" y="64723"/>
                </a:cubicBezTo>
                <a:cubicBezTo>
                  <a:pt x="1610195" y="67214"/>
                  <a:pt x="1610217" y="70105"/>
                  <a:pt x="1610260" y="73397"/>
                </a:cubicBezTo>
                <a:cubicBezTo>
                  <a:pt x="1610305" y="76689"/>
                  <a:pt x="1610372" y="80004"/>
                  <a:pt x="1610460" y="83340"/>
                </a:cubicBezTo>
                <a:cubicBezTo>
                  <a:pt x="1610549" y="86676"/>
                  <a:pt x="1610661" y="89901"/>
                  <a:pt x="1610794" y="93015"/>
                </a:cubicBezTo>
                <a:cubicBezTo>
                  <a:pt x="1610928" y="96128"/>
                  <a:pt x="1611084" y="98663"/>
                  <a:pt x="1611262" y="100620"/>
                </a:cubicBezTo>
                <a:cubicBezTo>
                  <a:pt x="1609216" y="100442"/>
                  <a:pt x="1607215" y="100353"/>
                  <a:pt x="1605257" y="100353"/>
                </a:cubicBezTo>
                <a:cubicBezTo>
                  <a:pt x="1603300" y="100353"/>
                  <a:pt x="1601298" y="100442"/>
                  <a:pt x="1599252" y="100620"/>
                </a:cubicBezTo>
                <a:cubicBezTo>
                  <a:pt x="1599430" y="98574"/>
                  <a:pt x="1599585" y="95994"/>
                  <a:pt x="1599719" y="92880"/>
                </a:cubicBezTo>
                <a:cubicBezTo>
                  <a:pt x="1599852" y="89766"/>
                  <a:pt x="1599962" y="86474"/>
                  <a:pt x="1600050" y="83004"/>
                </a:cubicBezTo>
                <a:cubicBezTo>
                  <a:pt x="1600140" y="79535"/>
                  <a:pt x="1600207" y="76021"/>
                  <a:pt x="1600252" y="72463"/>
                </a:cubicBezTo>
                <a:cubicBezTo>
                  <a:pt x="1600297" y="68905"/>
                  <a:pt x="1600319" y="65613"/>
                  <a:pt x="1600319" y="62587"/>
                </a:cubicBezTo>
                <a:lnTo>
                  <a:pt x="1600319" y="38433"/>
                </a:lnTo>
                <a:close/>
                <a:moveTo>
                  <a:pt x="1698805" y="40167"/>
                </a:moveTo>
                <a:cubicBezTo>
                  <a:pt x="1695513" y="40167"/>
                  <a:pt x="1692733" y="40924"/>
                  <a:pt x="1690463" y="42436"/>
                </a:cubicBezTo>
                <a:cubicBezTo>
                  <a:pt x="1688194" y="43948"/>
                  <a:pt x="1686326" y="45839"/>
                  <a:pt x="1684859" y="48109"/>
                </a:cubicBezTo>
                <a:cubicBezTo>
                  <a:pt x="1683392" y="50377"/>
                  <a:pt x="1682280" y="52868"/>
                  <a:pt x="1681524" y="55582"/>
                </a:cubicBezTo>
                <a:cubicBezTo>
                  <a:pt x="1680767" y="58296"/>
                  <a:pt x="1680300" y="60853"/>
                  <a:pt x="1680123" y="63255"/>
                </a:cubicBezTo>
                <a:cubicBezTo>
                  <a:pt x="1682880" y="63344"/>
                  <a:pt x="1685748" y="63434"/>
                  <a:pt x="1688728" y="63523"/>
                </a:cubicBezTo>
                <a:cubicBezTo>
                  <a:pt x="1691709" y="63612"/>
                  <a:pt x="1694623" y="63656"/>
                  <a:pt x="1697470" y="63656"/>
                </a:cubicBezTo>
                <a:cubicBezTo>
                  <a:pt x="1700406" y="63656"/>
                  <a:pt x="1703386" y="63612"/>
                  <a:pt x="1706411" y="63523"/>
                </a:cubicBezTo>
                <a:cubicBezTo>
                  <a:pt x="1709435" y="63434"/>
                  <a:pt x="1712372" y="63344"/>
                  <a:pt x="1715220" y="63255"/>
                </a:cubicBezTo>
                <a:cubicBezTo>
                  <a:pt x="1715220" y="60853"/>
                  <a:pt x="1715020" y="58318"/>
                  <a:pt x="1714619" y="55649"/>
                </a:cubicBezTo>
                <a:cubicBezTo>
                  <a:pt x="1714219" y="52979"/>
                  <a:pt x="1713418" y="50487"/>
                  <a:pt x="1712216" y="48174"/>
                </a:cubicBezTo>
                <a:cubicBezTo>
                  <a:pt x="1711015" y="45861"/>
                  <a:pt x="1709346" y="43948"/>
                  <a:pt x="1707211" y="42436"/>
                </a:cubicBezTo>
                <a:cubicBezTo>
                  <a:pt x="1705076" y="40924"/>
                  <a:pt x="1702274" y="40167"/>
                  <a:pt x="1698805" y="40167"/>
                </a:cubicBezTo>
                <a:moveTo>
                  <a:pt x="1667978" y="70995"/>
                </a:moveTo>
                <a:cubicBezTo>
                  <a:pt x="1667978" y="60052"/>
                  <a:pt x="1670580" y="51467"/>
                  <a:pt x="1675783" y="45240"/>
                </a:cubicBezTo>
                <a:cubicBezTo>
                  <a:pt x="1680988" y="39012"/>
                  <a:pt x="1688573" y="35897"/>
                  <a:pt x="1698539" y="35897"/>
                </a:cubicBezTo>
                <a:cubicBezTo>
                  <a:pt x="1703253" y="35897"/>
                  <a:pt x="1707323" y="36632"/>
                  <a:pt x="1710748" y="38101"/>
                </a:cubicBezTo>
                <a:cubicBezTo>
                  <a:pt x="1714173" y="39568"/>
                  <a:pt x="1717042" y="41525"/>
                  <a:pt x="1719355" y="43971"/>
                </a:cubicBezTo>
                <a:cubicBezTo>
                  <a:pt x="1721669" y="46417"/>
                  <a:pt x="1723381" y="49287"/>
                  <a:pt x="1724493" y="52579"/>
                </a:cubicBezTo>
                <a:cubicBezTo>
                  <a:pt x="1725605" y="55870"/>
                  <a:pt x="1726161" y="59384"/>
                  <a:pt x="1726161" y="63120"/>
                </a:cubicBezTo>
                <a:cubicBezTo>
                  <a:pt x="1726161" y="64011"/>
                  <a:pt x="1726138" y="64879"/>
                  <a:pt x="1726093" y="65725"/>
                </a:cubicBezTo>
                <a:cubicBezTo>
                  <a:pt x="1726050" y="66569"/>
                  <a:pt x="1725983" y="67436"/>
                  <a:pt x="1725894" y="68325"/>
                </a:cubicBezTo>
                <a:cubicBezTo>
                  <a:pt x="1721090" y="68237"/>
                  <a:pt x="1716330" y="68149"/>
                  <a:pt x="1711616" y="68060"/>
                </a:cubicBezTo>
                <a:cubicBezTo>
                  <a:pt x="1706901" y="67971"/>
                  <a:pt x="1702141" y="67926"/>
                  <a:pt x="1697337" y="67926"/>
                </a:cubicBezTo>
                <a:cubicBezTo>
                  <a:pt x="1694401" y="67926"/>
                  <a:pt x="1691487" y="67971"/>
                  <a:pt x="1688596" y="68060"/>
                </a:cubicBezTo>
                <a:cubicBezTo>
                  <a:pt x="1685704" y="68149"/>
                  <a:pt x="1682790" y="68237"/>
                  <a:pt x="1679854" y="68325"/>
                </a:cubicBezTo>
                <a:cubicBezTo>
                  <a:pt x="1679766" y="68770"/>
                  <a:pt x="1679721" y="69437"/>
                  <a:pt x="1679721" y="70327"/>
                </a:cubicBezTo>
                <a:lnTo>
                  <a:pt x="1679721" y="72062"/>
                </a:lnTo>
                <a:cubicBezTo>
                  <a:pt x="1679721" y="75531"/>
                  <a:pt x="1680233" y="78779"/>
                  <a:pt x="1681255" y="81805"/>
                </a:cubicBezTo>
                <a:cubicBezTo>
                  <a:pt x="1682278" y="84830"/>
                  <a:pt x="1683769" y="87432"/>
                  <a:pt x="1685726" y="89612"/>
                </a:cubicBezTo>
                <a:cubicBezTo>
                  <a:pt x="1687684" y="91791"/>
                  <a:pt x="1690086" y="93526"/>
                  <a:pt x="1692933" y="94817"/>
                </a:cubicBezTo>
                <a:cubicBezTo>
                  <a:pt x="1695779" y="96106"/>
                  <a:pt x="1699071" y="96751"/>
                  <a:pt x="1702809" y="96751"/>
                </a:cubicBezTo>
                <a:cubicBezTo>
                  <a:pt x="1704587" y="96751"/>
                  <a:pt x="1706410" y="96507"/>
                  <a:pt x="1708278" y="96018"/>
                </a:cubicBezTo>
                <a:cubicBezTo>
                  <a:pt x="1710147" y="95528"/>
                  <a:pt x="1711971" y="94860"/>
                  <a:pt x="1713750" y="94015"/>
                </a:cubicBezTo>
                <a:cubicBezTo>
                  <a:pt x="1715529" y="93169"/>
                  <a:pt x="1717198" y="92168"/>
                  <a:pt x="1718755" y="91013"/>
                </a:cubicBezTo>
                <a:cubicBezTo>
                  <a:pt x="1720312" y="89856"/>
                  <a:pt x="1721669" y="88610"/>
                  <a:pt x="1722825" y="87275"/>
                </a:cubicBezTo>
                <a:lnTo>
                  <a:pt x="1723493" y="87676"/>
                </a:lnTo>
                <a:lnTo>
                  <a:pt x="1722693" y="94214"/>
                </a:lnTo>
                <a:cubicBezTo>
                  <a:pt x="1720023" y="96349"/>
                  <a:pt x="1716708" y="98173"/>
                  <a:pt x="1712750" y="99686"/>
                </a:cubicBezTo>
                <a:cubicBezTo>
                  <a:pt x="1708791" y="101198"/>
                  <a:pt x="1704677" y="101954"/>
                  <a:pt x="1700406" y="101954"/>
                </a:cubicBezTo>
                <a:cubicBezTo>
                  <a:pt x="1695602" y="101954"/>
                  <a:pt x="1691220" y="101220"/>
                  <a:pt x="1687260" y="99753"/>
                </a:cubicBezTo>
                <a:cubicBezTo>
                  <a:pt x="1683301" y="98285"/>
                  <a:pt x="1679876" y="96151"/>
                  <a:pt x="1676985" y="93349"/>
                </a:cubicBezTo>
                <a:cubicBezTo>
                  <a:pt x="1674095" y="90545"/>
                  <a:pt x="1671871" y="87231"/>
                  <a:pt x="1670314" y="83406"/>
                </a:cubicBezTo>
                <a:cubicBezTo>
                  <a:pt x="1668757" y="79580"/>
                  <a:pt x="1667978" y="75443"/>
                  <a:pt x="1667978" y="70995"/>
                </a:cubicBezTo>
                <a:close/>
                <a:moveTo>
                  <a:pt x="1795821" y="100620"/>
                </a:moveTo>
                <a:cubicBezTo>
                  <a:pt x="1791730" y="90123"/>
                  <a:pt x="1787615" y="79625"/>
                  <a:pt x="1783478" y="69127"/>
                </a:cubicBezTo>
                <a:cubicBezTo>
                  <a:pt x="1779341" y="58628"/>
                  <a:pt x="1774826" y="47996"/>
                  <a:pt x="1769932" y="37231"/>
                </a:cubicBezTo>
                <a:cubicBezTo>
                  <a:pt x="1771089" y="37410"/>
                  <a:pt x="1772201" y="37566"/>
                  <a:pt x="1773268" y="37699"/>
                </a:cubicBezTo>
                <a:cubicBezTo>
                  <a:pt x="1774336" y="37833"/>
                  <a:pt x="1775449" y="37899"/>
                  <a:pt x="1776605" y="37899"/>
                </a:cubicBezTo>
                <a:cubicBezTo>
                  <a:pt x="1777584" y="37899"/>
                  <a:pt x="1778563" y="37833"/>
                  <a:pt x="1779541" y="37699"/>
                </a:cubicBezTo>
                <a:cubicBezTo>
                  <a:pt x="1780520" y="37566"/>
                  <a:pt x="1781499" y="37410"/>
                  <a:pt x="1782478" y="37231"/>
                </a:cubicBezTo>
                <a:cubicBezTo>
                  <a:pt x="1785235" y="46040"/>
                  <a:pt x="1788237" y="54693"/>
                  <a:pt x="1791484" y="63190"/>
                </a:cubicBezTo>
                <a:cubicBezTo>
                  <a:pt x="1794731" y="71685"/>
                  <a:pt x="1798357" y="80381"/>
                  <a:pt x="1802362" y="89278"/>
                </a:cubicBezTo>
                <a:cubicBezTo>
                  <a:pt x="1804140" y="85631"/>
                  <a:pt x="1805897" y="81694"/>
                  <a:pt x="1807632" y="77468"/>
                </a:cubicBezTo>
                <a:cubicBezTo>
                  <a:pt x="1809367" y="73242"/>
                  <a:pt x="1811102" y="68861"/>
                  <a:pt x="1812836" y="64324"/>
                </a:cubicBezTo>
                <a:cubicBezTo>
                  <a:pt x="1814571" y="59786"/>
                  <a:pt x="1816261" y="55226"/>
                  <a:pt x="1817907" y="50644"/>
                </a:cubicBezTo>
                <a:cubicBezTo>
                  <a:pt x="1819553" y="46062"/>
                  <a:pt x="1821178" y="41591"/>
                  <a:pt x="1822780" y="37231"/>
                </a:cubicBezTo>
                <a:cubicBezTo>
                  <a:pt x="1824380" y="37676"/>
                  <a:pt x="1825759" y="37899"/>
                  <a:pt x="1826915" y="37899"/>
                </a:cubicBezTo>
                <a:cubicBezTo>
                  <a:pt x="1828072" y="37899"/>
                  <a:pt x="1829451" y="37676"/>
                  <a:pt x="1831053" y="37231"/>
                </a:cubicBezTo>
                <a:cubicBezTo>
                  <a:pt x="1826249" y="47996"/>
                  <a:pt x="1821533" y="58628"/>
                  <a:pt x="1816907" y="69127"/>
                </a:cubicBezTo>
                <a:cubicBezTo>
                  <a:pt x="1812281" y="79625"/>
                  <a:pt x="1808055" y="90123"/>
                  <a:pt x="1804229" y="100620"/>
                </a:cubicBezTo>
                <a:cubicBezTo>
                  <a:pt x="1802895" y="100442"/>
                  <a:pt x="1801515" y="100353"/>
                  <a:pt x="1800091" y="100353"/>
                </a:cubicBezTo>
                <a:cubicBezTo>
                  <a:pt x="1798669" y="100353"/>
                  <a:pt x="1797245" y="100442"/>
                  <a:pt x="1795821" y="100620"/>
                </a:cubicBezTo>
                <a:close/>
                <a:moveTo>
                  <a:pt x="1875090" y="67392"/>
                </a:moveTo>
                <a:cubicBezTo>
                  <a:pt x="1873578" y="67926"/>
                  <a:pt x="1871821" y="68370"/>
                  <a:pt x="1869818" y="68726"/>
                </a:cubicBezTo>
                <a:cubicBezTo>
                  <a:pt x="1867817" y="69082"/>
                  <a:pt x="1865794" y="69460"/>
                  <a:pt x="1863748" y="69860"/>
                </a:cubicBezTo>
                <a:cubicBezTo>
                  <a:pt x="1861702" y="70261"/>
                  <a:pt x="1859678" y="70773"/>
                  <a:pt x="1857676" y="71396"/>
                </a:cubicBezTo>
                <a:cubicBezTo>
                  <a:pt x="1855674" y="72017"/>
                  <a:pt x="1853894" y="72862"/>
                  <a:pt x="1852337" y="73931"/>
                </a:cubicBezTo>
                <a:cubicBezTo>
                  <a:pt x="1850781" y="74998"/>
                  <a:pt x="1849536" y="76332"/>
                  <a:pt x="1848600" y="77934"/>
                </a:cubicBezTo>
                <a:cubicBezTo>
                  <a:pt x="1847666" y="79536"/>
                  <a:pt x="1847199" y="81582"/>
                  <a:pt x="1847199" y="84073"/>
                </a:cubicBezTo>
                <a:cubicBezTo>
                  <a:pt x="1847199" y="88255"/>
                  <a:pt x="1848400" y="91413"/>
                  <a:pt x="1850801" y="93548"/>
                </a:cubicBezTo>
                <a:cubicBezTo>
                  <a:pt x="1853204" y="95684"/>
                  <a:pt x="1855874" y="96751"/>
                  <a:pt x="1858810" y="96751"/>
                </a:cubicBezTo>
                <a:cubicBezTo>
                  <a:pt x="1862190" y="96751"/>
                  <a:pt x="1865281" y="95817"/>
                  <a:pt x="1868083" y="93949"/>
                </a:cubicBezTo>
                <a:cubicBezTo>
                  <a:pt x="1870887" y="92080"/>
                  <a:pt x="1873044" y="89900"/>
                  <a:pt x="1874557" y="87409"/>
                </a:cubicBezTo>
                <a:lnTo>
                  <a:pt x="1875090" y="67392"/>
                </a:lnTo>
                <a:moveTo>
                  <a:pt x="1842129" y="43637"/>
                </a:moveTo>
                <a:cubicBezTo>
                  <a:pt x="1846132" y="40613"/>
                  <a:pt x="1849824" y="38567"/>
                  <a:pt x="1853204" y="37500"/>
                </a:cubicBezTo>
                <a:cubicBezTo>
                  <a:pt x="1856586" y="36432"/>
                  <a:pt x="1860056" y="35897"/>
                  <a:pt x="1863614" y="35897"/>
                </a:cubicBezTo>
                <a:cubicBezTo>
                  <a:pt x="1866817" y="35897"/>
                  <a:pt x="1869754" y="36364"/>
                  <a:pt x="1872423" y="37298"/>
                </a:cubicBezTo>
                <a:cubicBezTo>
                  <a:pt x="1875091" y="38232"/>
                  <a:pt x="1877360" y="39567"/>
                  <a:pt x="1879228" y="41302"/>
                </a:cubicBezTo>
                <a:cubicBezTo>
                  <a:pt x="1881096" y="43037"/>
                  <a:pt x="1882563" y="45128"/>
                  <a:pt x="1883630" y="47575"/>
                </a:cubicBezTo>
                <a:cubicBezTo>
                  <a:pt x="1884699" y="50022"/>
                  <a:pt x="1885233" y="52712"/>
                  <a:pt x="1885233" y="55647"/>
                </a:cubicBezTo>
                <a:cubicBezTo>
                  <a:pt x="1885233" y="60719"/>
                  <a:pt x="1885144" y="65768"/>
                  <a:pt x="1884966" y="70795"/>
                </a:cubicBezTo>
                <a:cubicBezTo>
                  <a:pt x="1884788" y="75822"/>
                  <a:pt x="1884699" y="81137"/>
                  <a:pt x="1884699" y="86741"/>
                </a:cubicBezTo>
                <a:cubicBezTo>
                  <a:pt x="1884699" y="87809"/>
                  <a:pt x="1884722" y="88944"/>
                  <a:pt x="1884766" y="90146"/>
                </a:cubicBezTo>
                <a:cubicBezTo>
                  <a:pt x="1884811" y="91346"/>
                  <a:pt x="1885011" y="92413"/>
                  <a:pt x="1885367" y="93347"/>
                </a:cubicBezTo>
                <a:cubicBezTo>
                  <a:pt x="1885723" y="94281"/>
                  <a:pt x="1886234" y="95059"/>
                  <a:pt x="1886900" y="95682"/>
                </a:cubicBezTo>
                <a:cubicBezTo>
                  <a:pt x="1887568" y="96305"/>
                  <a:pt x="1888570" y="96617"/>
                  <a:pt x="1889904" y="96617"/>
                </a:cubicBezTo>
                <a:cubicBezTo>
                  <a:pt x="1890349" y="96617"/>
                  <a:pt x="1890816" y="96595"/>
                  <a:pt x="1891305" y="96550"/>
                </a:cubicBezTo>
                <a:cubicBezTo>
                  <a:pt x="1891795" y="96505"/>
                  <a:pt x="1892262" y="96349"/>
                  <a:pt x="1892706" y="96083"/>
                </a:cubicBezTo>
                <a:lnTo>
                  <a:pt x="1892706" y="99020"/>
                </a:lnTo>
                <a:cubicBezTo>
                  <a:pt x="1891727" y="99464"/>
                  <a:pt x="1890504" y="99819"/>
                  <a:pt x="1889036" y="100087"/>
                </a:cubicBezTo>
                <a:cubicBezTo>
                  <a:pt x="1887569" y="100354"/>
                  <a:pt x="1885945" y="100488"/>
                  <a:pt x="1884166" y="100488"/>
                </a:cubicBezTo>
                <a:cubicBezTo>
                  <a:pt x="1881319" y="100488"/>
                  <a:pt x="1879140" y="99754"/>
                  <a:pt x="1877627" y="98287"/>
                </a:cubicBezTo>
                <a:cubicBezTo>
                  <a:pt x="1876115" y="96818"/>
                  <a:pt x="1875225" y="94927"/>
                  <a:pt x="1874958" y="92614"/>
                </a:cubicBezTo>
                <a:cubicBezTo>
                  <a:pt x="1871755" y="95816"/>
                  <a:pt x="1868597" y="98173"/>
                  <a:pt x="1865483" y="99686"/>
                </a:cubicBezTo>
                <a:cubicBezTo>
                  <a:pt x="1862369" y="101198"/>
                  <a:pt x="1858543" y="101954"/>
                  <a:pt x="1854007" y="101954"/>
                </a:cubicBezTo>
                <a:cubicBezTo>
                  <a:pt x="1851782" y="101954"/>
                  <a:pt x="1849601" y="101642"/>
                  <a:pt x="1847466" y="101019"/>
                </a:cubicBezTo>
                <a:cubicBezTo>
                  <a:pt x="1845332" y="100398"/>
                  <a:pt x="1843442" y="99375"/>
                  <a:pt x="1841795" y="97953"/>
                </a:cubicBezTo>
                <a:cubicBezTo>
                  <a:pt x="1840150" y="96529"/>
                  <a:pt x="1838815" y="94816"/>
                  <a:pt x="1837792" y="92815"/>
                </a:cubicBezTo>
                <a:cubicBezTo>
                  <a:pt x="1836770" y="90813"/>
                  <a:pt x="1836258" y="88521"/>
                  <a:pt x="1836258" y="85941"/>
                </a:cubicBezTo>
                <a:cubicBezTo>
                  <a:pt x="1836258" y="80603"/>
                  <a:pt x="1837926" y="76467"/>
                  <a:pt x="1841262" y="73532"/>
                </a:cubicBezTo>
                <a:cubicBezTo>
                  <a:pt x="1844598" y="70595"/>
                  <a:pt x="1849202" y="68638"/>
                  <a:pt x="1855074" y="67659"/>
                </a:cubicBezTo>
                <a:cubicBezTo>
                  <a:pt x="1859878" y="66858"/>
                  <a:pt x="1863637" y="66169"/>
                  <a:pt x="1866350" y="65590"/>
                </a:cubicBezTo>
                <a:cubicBezTo>
                  <a:pt x="1869064" y="65012"/>
                  <a:pt x="1871066" y="64411"/>
                  <a:pt x="1872355" y="63788"/>
                </a:cubicBezTo>
                <a:cubicBezTo>
                  <a:pt x="1873645" y="63165"/>
                  <a:pt x="1874423" y="62431"/>
                  <a:pt x="1874689" y="61587"/>
                </a:cubicBezTo>
                <a:cubicBezTo>
                  <a:pt x="1874956" y="60741"/>
                  <a:pt x="1875090" y="59651"/>
                  <a:pt x="1875090" y="58317"/>
                </a:cubicBezTo>
                <a:cubicBezTo>
                  <a:pt x="1875090" y="56093"/>
                  <a:pt x="1874823" y="53958"/>
                  <a:pt x="1874290" y="51913"/>
                </a:cubicBezTo>
                <a:cubicBezTo>
                  <a:pt x="1873756" y="49866"/>
                  <a:pt x="1872911" y="48086"/>
                  <a:pt x="1871755" y="46574"/>
                </a:cubicBezTo>
                <a:cubicBezTo>
                  <a:pt x="1870598" y="45061"/>
                  <a:pt x="1869086" y="43838"/>
                  <a:pt x="1867218" y="42904"/>
                </a:cubicBezTo>
                <a:cubicBezTo>
                  <a:pt x="1865350" y="41970"/>
                  <a:pt x="1863082" y="41503"/>
                  <a:pt x="1860413" y="41503"/>
                </a:cubicBezTo>
                <a:cubicBezTo>
                  <a:pt x="1856853" y="41503"/>
                  <a:pt x="1853539" y="42304"/>
                  <a:pt x="1850470" y="43906"/>
                </a:cubicBezTo>
                <a:cubicBezTo>
                  <a:pt x="1847400" y="45507"/>
                  <a:pt x="1845109" y="47730"/>
                  <a:pt x="1843597" y="50577"/>
                </a:cubicBezTo>
                <a:lnTo>
                  <a:pt x="1842129" y="50577"/>
                </a:lnTo>
                <a:lnTo>
                  <a:pt x="1842129" y="43637"/>
                </a:lnTo>
                <a:close/>
                <a:moveTo>
                  <a:pt x="1910989" y="38433"/>
                </a:moveTo>
                <a:cubicBezTo>
                  <a:pt x="1910989" y="35408"/>
                  <a:pt x="1910967" y="32117"/>
                  <a:pt x="1910922" y="28559"/>
                </a:cubicBezTo>
                <a:cubicBezTo>
                  <a:pt x="1910877" y="24999"/>
                  <a:pt x="1910810" y="21485"/>
                  <a:pt x="1910720" y="18015"/>
                </a:cubicBezTo>
                <a:cubicBezTo>
                  <a:pt x="1910632" y="14545"/>
                  <a:pt x="1910521" y="11231"/>
                  <a:pt x="1910386" y="8074"/>
                </a:cubicBezTo>
                <a:cubicBezTo>
                  <a:pt x="1910253" y="4915"/>
                  <a:pt x="1910098" y="2224"/>
                  <a:pt x="1909920" y="0"/>
                </a:cubicBezTo>
                <a:cubicBezTo>
                  <a:pt x="1912411" y="445"/>
                  <a:pt x="1914413" y="668"/>
                  <a:pt x="1915927" y="668"/>
                </a:cubicBezTo>
                <a:cubicBezTo>
                  <a:pt x="1917439" y="668"/>
                  <a:pt x="1919441" y="445"/>
                  <a:pt x="1921932" y="0"/>
                </a:cubicBezTo>
                <a:cubicBezTo>
                  <a:pt x="1921754" y="2224"/>
                  <a:pt x="1921598" y="4915"/>
                  <a:pt x="1921464" y="8074"/>
                </a:cubicBezTo>
                <a:cubicBezTo>
                  <a:pt x="1921331" y="11231"/>
                  <a:pt x="1921219" y="14545"/>
                  <a:pt x="1921130" y="18015"/>
                </a:cubicBezTo>
                <a:cubicBezTo>
                  <a:pt x="1921041" y="21485"/>
                  <a:pt x="1920975" y="24999"/>
                  <a:pt x="1920930" y="28559"/>
                </a:cubicBezTo>
                <a:cubicBezTo>
                  <a:pt x="1920885" y="32117"/>
                  <a:pt x="1920863" y="35408"/>
                  <a:pt x="1920863" y="38433"/>
                </a:cubicBezTo>
                <a:lnTo>
                  <a:pt x="1920863" y="62587"/>
                </a:lnTo>
                <a:cubicBezTo>
                  <a:pt x="1920863" y="65613"/>
                  <a:pt x="1920885" y="68905"/>
                  <a:pt x="1920930" y="72463"/>
                </a:cubicBezTo>
                <a:cubicBezTo>
                  <a:pt x="1920975" y="76021"/>
                  <a:pt x="1921041" y="79535"/>
                  <a:pt x="1921130" y="83004"/>
                </a:cubicBezTo>
                <a:cubicBezTo>
                  <a:pt x="1921219" y="86474"/>
                  <a:pt x="1921331" y="89766"/>
                  <a:pt x="1921464" y="92880"/>
                </a:cubicBezTo>
                <a:cubicBezTo>
                  <a:pt x="1921598" y="95994"/>
                  <a:pt x="1921754" y="98574"/>
                  <a:pt x="1921932" y="100620"/>
                </a:cubicBezTo>
                <a:cubicBezTo>
                  <a:pt x="1919885" y="100442"/>
                  <a:pt x="1917883" y="100353"/>
                  <a:pt x="1915927" y="100353"/>
                </a:cubicBezTo>
                <a:cubicBezTo>
                  <a:pt x="1913970" y="100353"/>
                  <a:pt x="1911967" y="100442"/>
                  <a:pt x="1909920" y="100620"/>
                </a:cubicBezTo>
                <a:cubicBezTo>
                  <a:pt x="1910098" y="98574"/>
                  <a:pt x="1910253" y="95994"/>
                  <a:pt x="1910386" y="92880"/>
                </a:cubicBezTo>
                <a:cubicBezTo>
                  <a:pt x="1910521" y="89766"/>
                  <a:pt x="1910632" y="86474"/>
                  <a:pt x="1910720" y="83004"/>
                </a:cubicBezTo>
                <a:cubicBezTo>
                  <a:pt x="1910810" y="79535"/>
                  <a:pt x="1910877" y="76021"/>
                  <a:pt x="1910922" y="72463"/>
                </a:cubicBezTo>
                <a:cubicBezTo>
                  <a:pt x="1910967" y="68905"/>
                  <a:pt x="1910989" y="65613"/>
                  <a:pt x="1910989" y="62587"/>
                </a:cubicBezTo>
                <a:lnTo>
                  <a:pt x="1910989" y="38433"/>
                </a:lnTo>
                <a:close/>
                <a:moveTo>
                  <a:pt x="1944619" y="80469"/>
                </a:moveTo>
                <a:cubicBezTo>
                  <a:pt x="1944619" y="75755"/>
                  <a:pt x="1944685" y="71730"/>
                  <a:pt x="1944818" y="68394"/>
                </a:cubicBezTo>
                <a:cubicBezTo>
                  <a:pt x="1944951" y="65057"/>
                  <a:pt x="1945018" y="61743"/>
                  <a:pt x="1945018" y="58451"/>
                </a:cubicBezTo>
                <a:cubicBezTo>
                  <a:pt x="1945018" y="55337"/>
                  <a:pt x="1944995" y="51956"/>
                  <a:pt x="1944950" y="48308"/>
                </a:cubicBezTo>
                <a:cubicBezTo>
                  <a:pt x="1944907" y="44661"/>
                  <a:pt x="1944840" y="40968"/>
                  <a:pt x="1944751" y="37231"/>
                </a:cubicBezTo>
                <a:cubicBezTo>
                  <a:pt x="1946976" y="37676"/>
                  <a:pt x="1948844" y="37899"/>
                  <a:pt x="1950357" y="37899"/>
                </a:cubicBezTo>
                <a:cubicBezTo>
                  <a:pt x="1951779" y="37899"/>
                  <a:pt x="1953603" y="37676"/>
                  <a:pt x="1955828" y="37231"/>
                </a:cubicBezTo>
                <a:cubicBezTo>
                  <a:pt x="1955383" y="42570"/>
                  <a:pt x="1955049" y="48420"/>
                  <a:pt x="1954826" y="54782"/>
                </a:cubicBezTo>
                <a:cubicBezTo>
                  <a:pt x="1954604" y="61142"/>
                  <a:pt x="1954492" y="67658"/>
                  <a:pt x="1954492" y="74330"/>
                </a:cubicBezTo>
                <a:cubicBezTo>
                  <a:pt x="1954492" y="78956"/>
                  <a:pt x="1954893" y="82493"/>
                  <a:pt x="1955694" y="84941"/>
                </a:cubicBezTo>
                <a:cubicBezTo>
                  <a:pt x="1956495" y="87387"/>
                  <a:pt x="1957473" y="89233"/>
                  <a:pt x="1958630" y="90478"/>
                </a:cubicBezTo>
                <a:cubicBezTo>
                  <a:pt x="1959876" y="91902"/>
                  <a:pt x="1961456" y="93081"/>
                  <a:pt x="1963368" y="94015"/>
                </a:cubicBezTo>
                <a:cubicBezTo>
                  <a:pt x="1965281" y="94949"/>
                  <a:pt x="1967527" y="95416"/>
                  <a:pt x="1970106" y="95416"/>
                </a:cubicBezTo>
                <a:cubicBezTo>
                  <a:pt x="1973844" y="95416"/>
                  <a:pt x="1976958" y="94593"/>
                  <a:pt x="1979449" y="92948"/>
                </a:cubicBezTo>
                <a:cubicBezTo>
                  <a:pt x="1981940" y="91301"/>
                  <a:pt x="1983764" y="89277"/>
                  <a:pt x="1984920" y="86875"/>
                </a:cubicBezTo>
                <a:cubicBezTo>
                  <a:pt x="1985542" y="85363"/>
                  <a:pt x="1986031" y="84073"/>
                  <a:pt x="1986386" y="83006"/>
                </a:cubicBezTo>
                <a:cubicBezTo>
                  <a:pt x="1986743" y="81938"/>
                  <a:pt x="1987033" y="80514"/>
                  <a:pt x="1987254" y="78734"/>
                </a:cubicBezTo>
                <a:cubicBezTo>
                  <a:pt x="1987477" y="76955"/>
                  <a:pt x="1987610" y="74553"/>
                  <a:pt x="1987655" y="71528"/>
                </a:cubicBezTo>
                <a:cubicBezTo>
                  <a:pt x="1987700" y="68503"/>
                  <a:pt x="1987722" y="64366"/>
                  <a:pt x="1987722" y="59117"/>
                </a:cubicBezTo>
                <a:lnTo>
                  <a:pt x="1987722" y="47907"/>
                </a:lnTo>
                <a:cubicBezTo>
                  <a:pt x="1987722" y="45951"/>
                  <a:pt x="1987700" y="44083"/>
                  <a:pt x="1987655" y="42303"/>
                </a:cubicBezTo>
                <a:cubicBezTo>
                  <a:pt x="1987610" y="40524"/>
                  <a:pt x="1987544" y="38833"/>
                  <a:pt x="1987456" y="37231"/>
                </a:cubicBezTo>
                <a:cubicBezTo>
                  <a:pt x="1988434" y="37410"/>
                  <a:pt x="1989368" y="37566"/>
                  <a:pt x="1990257" y="37699"/>
                </a:cubicBezTo>
                <a:cubicBezTo>
                  <a:pt x="1991147" y="37833"/>
                  <a:pt x="1992081" y="37899"/>
                  <a:pt x="1993059" y="37899"/>
                </a:cubicBezTo>
                <a:cubicBezTo>
                  <a:pt x="1994038" y="37899"/>
                  <a:pt x="1994972" y="37833"/>
                  <a:pt x="1995861" y="37699"/>
                </a:cubicBezTo>
                <a:cubicBezTo>
                  <a:pt x="1996752" y="37566"/>
                  <a:pt x="1997642" y="37410"/>
                  <a:pt x="1998531" y="37231"/>
                </a:cubicBezTo>
                <a:cubicBezTo>
                  <a:pt x="1998087" y="44171"/>
                  <a:pt x="1997820" y="50866"/>
                  <a:pt x="1997731" y="57317"/>
                </a:cubicBezTo>
                <a:cubicBezTo>
                  <a:pt x="1997642" y="63766"/>
                  <a:pt x="1997598" y="70594"/>
                  <a:pt x="1997598" y="77800"/>
                </a:cubicBezTo>
                <a:cubicBezTo>
                  <a:pt x="1997598" y="81804"/>
                  <a:pt x="1997642" y="85719"/>
                  <a:pt x="1997731" y="89545"/>
                </a:cubicBezTo>
                <a:cubicBezTo>
                  <a:pt x="1997820" y="93370"/>
                  <a:pt x="1997954" y="97062"/>
                  <a:pt x="1998132" y="100620"/>
                </a:cubicBezTo>
                <a:cubicBezTo>
                  <a:pt x="1996352" y="100442"/>
                  <a:pt x="1994617" y="100353"/>
                  <a:pt x="1992927" y="100353"/>
                </a:cubicBezTo>
                <a:cubicBezTo>
                  <a:pt x="1991237" y="100353"/>
                  <a:pt x="1989502" y="100442"/>
                  <a:pt x="1987722" y="100620"/>
                </a:cubicBezTo>
                <a:cubicBezTo>
                  <a:pt x="1987810" y="99819"/>
                  <a:pt x="1987877" y="98974"/>
                  <a:pt x="1987922" y="98085"/>
                </a:cubicBezTo>
                <a:cubicBezTo>
                  <a:pt x="1987967" y="97196"/>
                  <a:pt x="1987989" y="96262"/>
                  <a:pt x="1987989" y="95283"/>
                </a:cubicBezTo>
                <a:lnTo>
                  <a:pt x="1987989" y="89545"/>
                </a:lnTo>
                <a:lnTo>
                  <a:pt x="1987722" y="89545"/>
                </a:lnTo>
                <a:cubicBezTo>
                  <a:pt x="1985409" y="93814"/>
                  <a:pt x="1982429" y="96950"/>
                  <a:pt x="1978781" y="98953"/>
                </a:cubicBezTo>
                <a:cubicBezTo>
                  <a:pt x="1975133" y="100953"/>
                  <a:pt x="1971174" y="101954"/>
                  <a:pt x="1966903" y="101954"/>
                </a:cubicBezTo>
                <a:cubicBezTo>
                  <a:pt x="1959964" y="101954"/>
                  <a:pt x="1954515" y="100108"/>
                  <a:pt x="1950556" y="96417"/>
                </a:cubicBezTo>
                <a:cubicBezTo>
                  <a:pt x="1946598" y="92725"/>
                  <a:pt x="1944619" y="87409"/>
                  <a:pt x="1944619" y="80469"/>
                </a:cubicBezTo>
                <a:close/>
                <a:moveTo>
                  <a:pt x="2044172" y="40167"/>
                </a:moveTo>
                <a:cubicBezTo>
                  <a:pt x="2040880" y="40167"/>
                  <a:pt x="2038099" y="40924"/>
                  <a:pt x="2035829" y="42436"/>
                </a:cubicBezTo>
                <a:cubicBezTo>
                  <a:pt x="2033561" y="43948"/>
                  <a:pt x="2031693" y="45839"/>
                  <a:pt x="2030225" y="48109"/>
                </a:cubicBezTo>
                <a:cubicBezTo>
                  <a:pt x="2028758" y="50377"/>
                  <a:pt x="2027646" y="52868"/>
                  <a:pt x="2026890" y="55582"/>
                </a:cubicBezTo>
                <a:cubicBezTo>
                  <a:pt x="2026134" y="58296"/>
                  <a:pt x="2025667" y="60853"/>
                  <a:pt x="2025489" y="63255"/>
                </a:cubicBezTo>
                <a:cubicBezTo>
                  <a:pt x="2028246" y="63344"/>
                  <a:pt x="2031114" y="63434"/>
                  <a:pt x="2034094" y="63523"/>
                </a:cubicBezTo>
                <a:cubicBezTo>
                  <a:pt x="2037075" y="63612"/>
                  <a:pt x="2039989" y="63656"/>
                  <a:pt x="2042836" y="63656"/>
                </a:cubicBezTo>
                <a:cubicBezTo>
                  <a:pt x="2045772" y="63656"/>
                  <a:pt x="2048753" y="63612"/>
                  <a:pt x="2051777" y="63523"/>
                </a:cubicBezTo>
                <a:cubicBezTo>
                  <a:pt x="2054802" y="63434"/>
                  <a:pt x="2057738" y="63344"/>
                  <a:pt x="2060586" y="63255"/>
                </a:cubicBezTo>
                <a:cubicBezTo>
                  <a:pt x="2060586" y="60853"/>
                  <a:pt x="2060386" y="58318"/>
                  <a:pt x="2059985" y="55649"/>
                </a:cubicBezTo>
                <a:cubicBezTo>
                  <a:pt x="2059585" y="52979"/>
                  <a:pt x="2058784" y="50487"/>
                  <a:pt x="2057583" y="48174"/>
                </a:cubicBezTo>
                <a:cubicBezTo>
                  <a:pt x="2056381" y="45861"/>
                  <a:pt x="2054713" y="43948"/>
                  <a:pt x="2052577" y="42436"/>
                </a:cubicBezTo>
                <a:cubicBezTo>
                  <a:pt x="2050442" y="40924"/>
                  <a:pt x="2047640" y="40167"/>
                  <a:pt x="2044172" y="40167"/>
                </a:cubicBezTo>
                <a:moveTo>
                  <a:pt x="2013345" y="70995"/>
                </a:moveTo>
                <a:cubicBezTo>
                  <a:pt x="2013345" y="60052"/>
                  <a:pt x="2015946" y="51467"/>
                  <a:pt x="2021150" y="45240"/>
                </a:cubicBezTo>
                <a:cubicBezTo>
                  <a:pt x="2026354" y="39012"/>
                  <a:pt x="2033939" y="35897"/>
                  <a:pt x="2043905" y="35897"/>
                </a:cubicBezTo>
                <a:cubicBezTo>
                  <a:pt x="2048620" y="35897"/>
                  <a:pt x="2052689" y="36632"/>
                  <a:pt x="2056114" y="38101"/>
                </a:cubicBezTo>
                <a:cubicBezTo>
                  <a:pt x="2059539" y="39568"/>
                  <a:pt x="2062409" y="41525"/>
                  <a:pt x="2064722" y="43971"/>
                </a:cubicBezTo>
                <a:cubicBezTo>
                  <a:pt x="2067035" y="46417"/>
                  <a:pt x="2068747" y="49287"/>
                  <a:pt x="2069859" y="52579"/>
                </a:cubicBezTo>
                <a:cubicBezTo>
                  <a:pt x="2070971" y="55870"/>
                  <a:pt x="2071527" y="59384"/>
                  <a:pt x="2071527" y="63120"/>
                </a:cubicBezTo>
                <a:cubicBezTo>
                  <a:pt x="2071527" y="64011"/>
                  <a:pt x="2071505" y="64879"/>
                  <a:pt x="2071460" y="65725"/>
                </a:cubicBezTo>
                <a:cubicBezTo>
                  <a:pt x="2071416" y="66569"/>
                  <a:pt x="2071350" y="67436"/>
                  <a:pt x="2071260" y="68325"/>
                </a:cubicBezTo>
                <a:cubicBezTo>
                  <a:pt x="2066456" y="68237"/>
                  <a:pt x="2061697" y="68149"/>
                  <a:pt x="2056982" y="68060"/>
                </a:cubicBezTo>
                <a:cubicBezTo>
                  <a:pt x="2052267" y="67971"/>
                  <a:pt x="2047508" y="67926"/>
                  <a:pt x="2042704" y="67926"/>
                </a:cubicBezTo>
                <a:cubicBezTo>
                  <a:pt x="2039767" y="67926"/>
                  <a:pt x="2036853" y="67971"/>
                  <a:pt x="2033962" y="68060"/>
                </a:cubicBezTo>
                <a:cubicBezTo>
                  <a:pt x="2031070" y="68149"/>
                  <a:pt x="2028156" y="68237"/>
                  <a:pt x="2025220" y="68325"/>
                </a:cubicBezTo>
                <a:cubicBezTo>
                  <a:pt x="2025132" y="68770"/>
                  <a:pt x="2025088" y="69437"/>
                  <a:pt x="2025088" y="70327"/>
                </a:cubicBezTo>
                <a:lnTo>
                  <a:pt x="2025088" y="72062"/>
                </a:lnTo>
                <a:cubicBezTo>
                  <a:pt x="2025088" y="75531"/>
                  <a:pt x="2025599" y="78779"/>
                  <a:pt x="2026621" y="81805"/>
                </a:cubicBezTo>
                <a:cubicBezTo>
                  <a:pt x="2027645" y="84830"/>
                  <a:pt x="2029135" y="87432"/>
                  <a:pt x="2031093" y="89612"/>
                </a:cubicBezTo>
                <a:cubicBezTo>
                  <a:pt x="2033050" y="91791"/>
                  <a:pt x="2035452" y="93526"/>
                  <a:pt x="2038299" y="94817"/>
                </a:cubicBezTo>
                <a:cubicBezTo>
                  <a:pt x="2041146" y="96106"/>
                  <a:pt x="2044438" y="96751"/>
                  <a:pt x="2048175" y="96751"/>
                </a:cubicBezTo>
                <a:cubicBezTo>
                  <a:pt x="2049953" y="96751"/>
                  <a:pt x="2051776" y="96507"/>
                  <a:pt x="2053644" y="96018"/>
                </a:cubicBezTo>
                <a:cubicBezTo>
                  <a:pt x="2055514" y="95528"/>
                  <a:pt x="2057338" y="94860"/>
                  <a:pt x="2059116" y="94015"/>
                </a:cubicBezTo>
                <a:cubicBezTo>
                  <a:pt x="2060896" y="93169"/>
                  <a:pt x="2062564" y="92168"/>
                  <a:pt x="2064121" y="91013"/>
                </a:cubicBezTo>
                <a:cubicBezTo>
                  <a:pt x="2065678" y="89856"/>
                  <a:pt x="2067035" y="88610"/>
                  <a:pt x="2068192" y="87275"/>
                </a:cubicBezTo>
                <a:lnTo>
                  <a:pt x="2068859" y="87676"/>
                </a:lnTo>
                <a:lnTo>
                  <a:pt x="2068059" y="94214"/>
                </a:lnTo>
                <a:cubicBezTo>
                  <a:pt x="2065389" y="96349"/>
                  <a:pt x="2062075" y="98173"/>
                  <a:pt x="2058116" y="99686"/>
                </a:cubicBezTo>
                <a:cubicBezTo>
                  <a:pt x="2054158" y="101198"/>
                  <a:pt x="2050043" y="101954"/>
                  <a:pt x="2045772" y="101954"/>
                </a:cubicBezTo>
                <a:cubicBezTo>
                  <a:pt x="2040968" y="101954"/>
                  <a:pt x="2036586" y="101220"/>
                  <a:pt x="2032626" y="99753"/>
                </a:cubicBezTo>
                <a:cubicBezTo>
                  <a:pt x="2028668" y="98285"/>
                  <a:pt x="2025243" y="96151"/>
                  <a:pt x="2022351" y="93349"/>
                </a:cubicBezTo>
                <a:cubicBezTo>
                  <a:pt x="2019461" y="90545"/>
                  <a:pt x="2017237" y="87231"/>
                  <a:pt x="2015680" y="83406"/>
                </a:cubicBezTo>
                <a:cubicBezTo>
                  <a:pt x="2014123" y="79580"/>
                  <a:pt x="2013345" y="75443"/>
                  <a:pt x="2013345" y="70995"/>
                </a:cubicBezTo>
                <a:close/>
                <a:moveTo>
                  <a:pt x="2092079" y="94349"/>
                </a:moveTo>
                <a:cubicBezTo>
                  <a:pt x="2092079" y="92303"/>
                  <a:pt x="2092835" y="90524"/>
                  <a:pt x="2094347" y="89011"/>
                </a:cubicBezTo>
                <a:cubicBezTo>
                  <a:pt x="2095859" y="87498"/>
                  <a:pt x="2097639" y="86741"/>
                  <a:pt x="2099686" y="86741"/>
                </a:cubicBezTo>
                <a:cubicBezTo>
                  <a:pt x="2101732" y="86741"/>
                  <a:pt x="2103511" y="87498"/>
                  <a:pt x="2105023" y="89011"/>
                </a:cubicBezTo>
                <a:cubicBezTo>
                  <a:pt x="2106535" y="90524"/>
                  <a:pt x="2107292" y="92303"/>
                  <a:pt x="2107292" y="94349"/>
                </a:cubicBezTo>
                <a:cubicBezTo>
                  <a:pt x="2107292" y="96394"/>
                  <a:pt x="2106535" y="98107"/>
                  <a:pt x="2105023" y="99486"/>
                </a:cubicBezTo>
                <a:cubicBezTo>
                  <a:pt x="2103511" y="100865"/>
                  <a:pt x="2101732" y="101555"/>
                  <a:pt x="2099686" y="101555"/>
                </a:cubicBezTo>
                <a:cubicBezTo>
                  <a:pt x="2097639" y="101555"/>
                  <a:pt x="2095859" y="100865"/>
                  <a:pt x="2094347" y="99486"/>
                </a:cubicBezTo>
                <a:cubicBezTo>
                  <a:pt x="2092835" y="98107"/>
                  <a:pt x="2092079" y="96394"/>
                  <a:pt x="2092079" y="94349"/>
                </a:cubicBezTo>
                <a:moveTo>
                  <a:pt x="2086074" y="11611"/>
                </a:moveTo>
                <a:cubicBezTo>
                  <a:pt x="2087853" y="10542"/>
                  <a:pt x="2089810" y="9541"/>
                  <a:pt x="2091944" y="8607"/>
                </a:cubicBezTo>
                <a:cubicBezTo>
                  <a:pt x="2094080" y="7673"/>
                  <a:pt x="2096704" y="7206"/>
                  <a:pt x="2099818" y="7206"/>
                </a:cubicBezTo>
                <a:cubicBezTo>
                  <a:pt x="2103021" y="7206"/>
                  <a:pt x="2105845" y="7673"/>
                  <a:pt x="2108291" y="8607"/>
                </a:cubicBezTo>
                <a:cubicBezTo>
                  <a:pt x="2110739" y="9541"/>
                  <a:pt x="2112808" y="10809"/>
                  <a:pt x="2114498" y="12411"/>
                </a:cubicBezTo>
                <a:cubicBezTo>
                  <a:pt x="2116188" y="14012"/>
                  <a:pt x="2117455" y="15880"/>
                  <a:pt x="2118300" y="18015"/>
                </a:cubicBezTo>
                <a:cubicBezTo>
                  <a:pt x="2119145" y="20150"/>
                  <a:pt x="2119568" y="22419"/>
                  <a:pt x="2119568" y="24822"/>
                </a:cubicBezTo>
                <a:cubicBezTo>
                  <a:pt x="2119568" y="27935"/>
                  <a:pt x="2118990" y="30804"/>
                  <a:pt x="2117833" y="33429"/>
                </a:cubicBezTo>
                <a:cubicBezTo>
                  <a:pt x="2116677" y="36054"/>
                  <a:pt x="2115209" y="38478"/>
                  <a:pt x="2113429" y="40703"/>
                </a:cubicBezTo>
                <a:cubicBezTo>
                  <a:pt x="2111651" y="42927"/>
                  <a:pt x="2109738" y="45040"/>
                  <a:pt x="2107691" y="47042"/>
                </a:cubicBezTo>
                <a:cubicBezTo>
                  <a:pt x="2105645" y="49043"/>
                  <a:pt x="2103732" y="51022"/>
                  <a:pt x="2101952" y="52980"/>
                </a:cubicBezTo>
                <a:cubicBezTo>
                  <a:pt x="2100174" y="54937"/>
                  <a:pt x="2098707" y="56939"/>
                  <a:pt x="2097550" y="58985"/>
                </a:cubicBezTo>
                <a:cubicBezTo>
                  <a:pt x="2096393" y="61030"/>
                  <a:pt x="2095815" y="63210"/>
                  <a:pt x="2095815" y="65523"/>
                </a:cubicBezTo>
                <a:cubicBezTo>
                  <a:pt x="2095815" y="67303"/>
                  <a:pt x="2096393" y="69060"/>
                  <a:pt x="2097550" y="70795"/>
                </a:cubicBezTo>
                <a:cubicBezTo>
                  <a:pt x="2098707" y="72530"/>
                  <a:pt x="2100442" y="73397"/>
                  <a:pt x="2102755" y="73397"/>
                </a:cubicBezTo>
                <a:cubicBezTo>
                  <a:pt x="2103822" y="73397"/>
                  <a:pt x="2104756" y="73242"/>
                  <a:pt x="2105557" y="72931"/>
                </a:cubicBezTo>
                <a:cubicBezTo>
                  <a:pt x="2106358" y="72619"/>
                  <a:pt x="2106936" y="72374"/>
                  <a:pt x="2107292" y="72196"/>
                </a:cubicBezTo>
                <a:lnTo>
                  <a:pt x="2108092" y="72729"/>
                </a:lnTo>
                <a:cubicBezTo>
                  <a:pt x="2107736" y="73175"/>
                  <a:pt x="2107402" y="73753"/>
                  <a:pt x="2107090" y="74464"/>
                </a:cubicBezTo>
                <a:cubicBezTo>
                  <a:pt x="2106779" y="75176"/>
                  <a:pt x="2106580" y="75843"/>
                  <a:pt x="2106491" y="76466"/>
                </a:cubicBezTo>
                <a:cubicBezTo>
                  <a:pt x="2105157" y="76911"/>
                  <a:pt x="2103600" y="77134"/>
                  <a:pt x="2101820" y="77134"/>
                </a:cubicBezTo>
                <a:cubicBezTo>
                  <a:pt x="2100753" y="77134"/>
                  <a:pt x="2099396" y="76867"/>
                  <a:pt x="2097750" y="76334"/>
                </a:cubicBezTo>
                <a:cubicBezTo>
                  <a:pt x="2096104" y="75799"/>
                  <a:pt x="2094525" y="74953"/>
                  <a:pt x="2093013" y="73796"/>
                </a:cubicBezTo>
                <a:cubicBezTo>
                  <a:pt x="2091501" y="72640"/>
                  <a:pt x="2090211" y="71128"/>
                  <a:pt x="2089142" y="69260"/>
                </a:cubicBezTo>
                <a:cubicBezTo>
                  <a:pt x="2088075" y="67392"/>
                  <a:pt x="2087542" y="65078"/>
                  <a:pt x="2087542" y="62320"/>
                </a:cubicBezTo>
                <a:cubicBezTo>
                  <a:pt x="2087542" y="59385"/>
                  <a:pt x="2088098" y="56694"/>
                  <a:pt x="2089209" y="54248"/>
                </a:cubicBezTo>
                <a:cubicBezTo>
                  <a:pt x="2090321" y="51801"/>
                  <a:pt x="2091745" y="49532"/>
                  <a:pt x="2093480" y="47441"/>
                </a:cubicBezTo>
                <a:cubicBezTo>
                  <a:pt x="2095214" y="45350"/>
                  <a:pt x="2097061" y="43371"/>
                  <a:pt x="2099018" y="41503"/>
                </a:cubicBezTo>
                <a:cubicBezTo>
                  <a:pt x="2100976" y="39634"/>
                  <a:pt x="2102822" y="37743"/>
                  <a:pt x="2104557" y="35830"/>
                </a:cubicBezTo>
                <a:cubicBezTo>
                  <a:pt x="2106292" y="33917"/>
                  <a:pt x="2107715" y="31916"/>
                  <a:pt x="2108827" y="29825"/>
                </a:cubicBezTo>
                <a:cubicBezTo>
                  <a:pt x="2109939" y="27735"/>
                  <a:pt x="2110495" y="25489"/>
                  <a:pt x="2110495" y="23087"/>
                </a:cubicBezTo>
                <a:cubicBezTo>
                  <a:pt x="2110495" y="21308"/>
                  <a:pt x="2110161" y="19750"/>
                  <a:pt x="2109493" y="18416"/>
                </a:cubicBezTo>
                <a:cubicBezTo>
                  <a:pt x="2108826" y="17082"/>
                  <a:pt x="2107959" y="15947"/>
                  <a:pt x="2106890" y="15013"/>
                </a:cubicBezTo>
                <a:cubicBezTo>
                  <a:pt x="2105823" y="14079"/>
                  <a:pt x="2104600" y="13368"/>
                  <a:pt x="2103221" y="12879"/>
                </a:cubicBezTo>
                <a:cubicBezTo>
                  <a:pt x="2101842" y="12389"/>
                  <a:pt x="2100441" y="12144"/>
                  <a:pt x="2099018" y="12144"/>
                </a:cubicBezTo>
                <a:cubicBezTo>
                  <a:pt x="2096615" y="12144"/>
                  <a:pt x="2094369" y="12723"/>
                  <a:pt x="2092278" y="13879"/>
                </a:cubicBezTo>
                <a:cubicBezTo>
                  <a:pt x="2090188" y="15036"/>
                  <a:pt x="2088386" y="16503"/>
                  <a:pt x="2086874" y="18282"/>
                </a:cubicBezTo>
                <a:lnTo>
                  <a:pt x="2086074" y="116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SocialPower:controloverothers,">
            <a:extLst xmlns:a="http://schemas.openxmlformats.org/drawingml/2006/main">
              <a:ext uri="{FF2B5EF4-FFF2-40B4-BE49-F238E27FC236}">
                <a16:creationId xmlns:a16="http://schemas.microsoft.com/office/drawing/2014/main" id="{F99D94A9-884B-479F-8DC6-8AB6B316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235" y="1436008"/>
            <a:ext cx="2297879" cy="125976"/>
          </a:xfrm>
          <a:custGeom xmlns:a="http://schemas.openxmlformats.org/drawingml/2006/main">
            <a:pathLst>
              <a:path w="2297879" h="125976">
                <a:moveTo>
                  <a:pt x="46307" y="26956"/>
                </a:moveTo>
                <a:cubicBezTo>
                  <a:pt x="43460" y="19305"/>
                  <a:pt x="38078" y="15480"/>
                  <a:pt x="30159" y="15480"/>
                </a:cubicBezTo>
                <a:cubicBezTo>
                  <a:pt x="26066" y="15480"/>
                  <a:pt x="22730" y="16681"/>
                  <a:pt x="20149" y="19084"/>
                </a:cubicBezTo>
                <a:cubicBezTo>
                  <a:pt x="17570" y="21485"/>
                  <a:pt x="16280" y="24287"/>
                  <a:pt x="16280" y="27490"/>
                </a:cubicBezTo>
                <a:cubicBezTo>
                  <a:pt x="16280" y="30782"/>
                  <a:pt x="17280" y="33473"/>
                  <a:pt x="19281" y="35563"/>
                </a:cubicBezTo>
                <a:cubicBezTo>
                  <a:pt x="21284" y="37654"/>
                  <a:pt x="23797" y="39545"/>
                  <a:pt x="26822" y="41236"/>
                </a:cubicBezTo>
                <a:cubicBezTo>
                  <a:pt x="29848" y="42927"/>
                  <a:pt x="33095" y="44550"/>
                  <a:pt x="36565" y="46107"/>
                </a:cubicBezTo>
                <a:cubicBezTo>
                  <a:pt x="40035" y="47663"/>
                  <a:pt x="43282" y="49576"/>
                  <a:pt x="46307" y="51845"/>
                </a:cubicBezTo>
                <a:cubicBezTo>
                  <a:pt x="49331" y="54114"/>
                  <a:pt x="51844" y="56872"/>
                  <a:pt x="53845" y="60119"/>
                </a:cubicBezTo>
                <a:cubicBezTo>
                  <a:pt x="55847" y="63366"/>
                  <a:pt x="56849" y="67525"/>
                  <a:pt x="56849" y="72597"/>
                </a:cubicBezTo>
                <a:cubicBezTo>
                  <a:pt x="56849" y="77044"/>
                  <a:pt x="56004" y="81114"/>
                  <a:pt x="54313" y="84807"/>
                </a:cubicBezTo>
                <a:cubicBezTo>
                  <a:pt x="52623" y="88499"/>
                  <a:pt x="50221" y="91657"/>
                  <a:pt x="47107" y="94281"/>
                </a:cubicBezTo>
                <a:cubicBezTo>
                  <a:pt x="43993" y="96905"/>
                  <a:pt x="40278" y="98907"/>
                  <a:pt x="35963" y="100286"/>
                </a:cubicBezTo>
                <a:cubicBezTo>
                  <a:pt x="31648" y="101666"/>
                  <a:pt x="26822" y="102355"/>
                  <a:pt x="21485" y="102355"/>
                </a:cubicBezTo>
                <a:cubicBezTo>
                  <a:pt x="16680" y="102355"/>
                  <a:pt x="12388" y="101843"/>
                  <a:pt x="8607" y="100820"/>
                </a:cubicBezTo>
                <a:cubicBezTo>
                  <a:pt x="4827" y="99798"/>
                  <a:pt x="1958" y="98530"/>
                  <a:pt x="0" y="97018"/>
                </a:cubicBezTo>
                <a:cubicBezTo>
                  <a:pt x="889" y="93904"/>
                  <a:pt x="1645" y="91057"/>
                  <a:pt x="2268" y="88478"/>
                </a:cubicBezTo>
                <a:cubicBezTo>
                  <a:pt x="2892" y="85897"/>
                  <a:pt x="3425" y="83095"/>
                  <a:pt x="3869" y="80070"/>
                </a:cubicBezTo>
                <a:lnTo>
                  <a:pt x="6406" y="80070"/>
                </a:lnTo>
                <a:cubicBezTo>
                  <a:pt x="6762" y="82026"/>
                  <a:pt x="7428" y="83872"/>
                  <a:pt x="8406" y="85607"/>
                </a:cubicBezTo>
                <a:cubicBezTo>
                  <a:pt x="9384" y="87342"/>
                  <a:pt x="10630" y="88876"/>
                  <a:pt x="12142" y="90211"/>
                </a:cubicBezTo>
                <a:cubicBezTo>
                  <a:pt x="13656" y="91545"/>
                  <a:pt x="15480" y="92591"/>
                  <a:pt x="17614" y="93347"/>
                </a:cubicBezTo>
                <a:cubicBezTo>
                  <a:pt x="19749" y="94103"/>
                  <a:pt x="22152" y="94481"/>
                  <a:pt x="24822" y="94481"/>
                </a:cubicBezTo>
                <a:cubicBezTo>
                  <a:pt x="30160" y="94481"/>
                  <a:pt x="34096" y="93146"/>
                  <a:pt x="36630" y="90478"/>
                </a:cubicBezTo>
                <a:cubicBezTo>
                  <a:pt x="39166" y="87809"/>
                  <a:pt x="40434" y="84606"/>
                  <a:pt x="40434" y="80870"/>
                </a:cubicBezTo>
                <a:cubicBezTo>
                  <a:pt x="40434" y="77489"/>
                  <a:pt x="39455" y="74731"/>
                  <a:pt x="37498" y="72597"/>
                </a:cubicBezTo>
                <a:cubicBezTo>
                  <a:pt x="35542" y="70462"/>
                  <a:pt x="33095" y="68571"/>
                  <a:pt x="30159" y="66926"/>
                </a:cubicBezTo>
                <a:cubicBezTo>
                  <a:pt x="27223" y="65279"/>
                  <a:pt x="24020" y="63678"/>
                  <a:pt x="20550" y="62120"/>
                </a:cubicBezTo>
                <a:cubicBezTo>
                  <a:pt x="17080" y="60563"/>
                  <a:pt x="13877" y="58673"/>
                  <a:pt x="10941" y="56449"/>
                </a:cubicBezTo>
                <a:cubicBezTo>
                  <a:pt x="8006" y="54224"/>
                  <a:pt x="5560" y="51488"/>
                  <a:pt x="3602" y="48241"/>
                </a:cubicBezTo>
                <a:cubicBezTo>
                  <a:pt x="1646" y="44994"/>
                  <a:pt x="668" y="40835"/>
                  <a:pt x="668" y="35765"/>
                </a:cubicBezTo>
                <a:cubicBezTo>
                  <a:pt x="668" y="31139"/>
                  <a:pt x="1491" y="27046"/>
                  <a:pt x="3136" y="23488"/>
                </a:cubicBezTo>
                <a:cubicBezTo>
                  <a:pt x="4781" y="19929"/>
                  <a:pt x="6983" y="16949"/>
                  <a:pt x="9742" y="14547"/>
                </a:cubicBezTo>
                <a:cubicBezTo>
                  <a:pt x="12500" y="12144"/>
                  <a:pt x="15681" y="10320"/>
                  <a:pt x="19283" y="9076"/>
                </a:cubicBezTo>
                <a:cubicBezTo>
                  <a:pt x="22886" y="7829"/>
                  <a:pt x="26689" y="7206"/>
                  <a:pt x="30693" y="7206"/>
                </a:cubicBezTo>
                <a:cubicBezTo>
                  <a:pt x="35497" y="7206"/>
                  <a:pt x="39700" y="7785"/>
                  <a:pt x="43303" y="8941"/>
                </a:cubicBezTo>
                <a:cubicBezTo>
                  <a:pt x="46906" y="10098"/>
                  <a:pt x="49998" y="11699"/>
                  <a:pt x="52579" y="13745"/>
                </a:cubicBezTo>
                <a:cubicBezTo>
                  <a:pt x="51778" y="15791"/>
                  <a:pt x="51088" y="17771"/>
                  <a:pt x="50510" y="19685"/>
                </a:cubicBezTo>
                <a:cubicBezTo>
                  <a:pt x="49931" y="21597"/>
                  <a:pt x="49198" y="24021"/>
                  <a:pt x="48308" y="26956"/>
                </a:cubicBezTo>
                <a:lnTo>
                  <a:pt x="46307" y="26956"/>
                </a:lnTo>
                <a:close/>
                <a:moveTo>
                  <a:pt x="114272" y="65391"/>
                </a:moveTo>
                <a:cubicBezTo>
                  <a:pt x="114272" y="57561"/>
                  <a:pt x="113293" y="51488"/>
                  <a:pt x="111336" y="47174"/>
                </a:cubicBezTo>
                <a:cubicBezTo>
                  <a:pt x="109378" y="42859"/>
                  <a:pt x="106131" y="40701"/>
                  <a:pt x="101594" y="40701"/>
                </a:cubicBezTo>
                <a:cubicBezTo>
                  <a:pt x="97501" y="40701"/>
                  <a:pt x="94276" y="43103"/>
                  <a:pt x="91918" y="47907"/>
                </a:cubicBezTo>
                <a:cubicBezTo>
                  <a:pt x="89561" y="52712"/>
                  <a:pt x="88383" y="60229"/>
                  <a:pt x="88383" y="70461"/>
                </a:cubicBezTo>
                <a:cubicBezTo>
                  <a:pt x="88383" y="74197"/>
                  <a:pt x="88605" y="77667"/>
                  <a:pt x="89049" y="80870"/>
                </a:cubicBezTo>
                <a:cubicBezTo>
                  <a:pt x="89494" y="84073"/>
                  <a:pt x="90228" y="86853"/>
                  <a:pt x="91252" y="89211"/>
                </a:cubicBezTo>
                <a:cubicBezTo>
                  <a:pt x="92276" y="91568"/>
                  <a:pt x="93610" y="93414"/>
                  <a:pt x="95255" y="94750"/>
                </a:cubicBezTo>
                <a:cubicBezTo>
                  <a:pt x="96902" y="96084"/>
                  <a:pt x="98971" y="96751"/>
                  <a:pt x="101462" y="96751"/>
                </a:cubicBezTo>
                <a:cubicBezTo>
                  <a:pt x="110002" y="96751"/>
                  <a:pt x="114272" y="86298"/>
                  <a:pt x="114272" y="65391"/>
                </a:cubicBezTo>
                <a:moveTo>
                  <a:pt x="68633" y="70327"/>
                </a:moveTo>
                <a:cubicBezTo>
                  <a:pt x="68633" y="64366"/>
                  <a:pt x="69545" y="59162"/>
                  <a:pt x="71368" y="54715"/>
                </a:cubicBezTo>
                <a:cubicBezTo>
                  <a:pt x="73192" y="50266"/>
                  <a:pt x="75617" y="46552"/>
                  <a:pt x="78641" y="43572"/>
                </a:cubicBezTo>
                <a:cubicBezTo>
                  <a:pt x="81666" y="40591"/>
                  <a:pt x="85157" y="38367"/>
                  <a:pt x="89116" y="36899"/>
                </a:cubicBezTo>
                <a:cubicBezTo>
                  <a:pt x="93076" y="35430"/>
                  <a:pt x="97146" y="34696"/>
                  <a:pt x="101327" y="34696"/>
                </a:cubicBezTo>
                <a:cubicBezTo>
                  <a:pt x="111737" y="34696"/>
                  <a:pt x="119788" y="37632"/>
                  <a:pt x="125482" y="43505"/>
                </a:cubicBezTo>
                <a:cubicBezTo>
                  <a:pt x="131175" y="49376"/>
                  <a:pt x="134022" y="57339"/>
                  <a:pt x="134022" y="67392"/>
                </a:cubicBezTo>
                <a:cubicBezTo>
                  <a:pt x="134022" y="72818"/>
                  <a:pt x="133221" y="77712"/>
                  <a:pt x="131619" y="82072"/>
                </a:cubicBezTo>
                <a:cubicBezTo>
                  <a:pt x="130019" y="86431"/>
                  <a:pt x="127773" y="90145"/>
                  <a:pt x="124881" y="93214"/>
                </a:cubicBezTo>
                <a:cubicBezTo>
                  <a:pt x="121990" y="96284"/>
                  <a:pt x="118542" y="98574"/>
                  <a:pt x="114539" y="100087"/>
                </a:cubicBezTo>
                <a:cubicBezTo>
                  <a:pt x="110535" y="101599"/>
                  <a:pt x="106132" y="102355"/>
                  <a:pt x="101327" y="102355"/>
                </a:cubicBezTo>
                <a:cubicBezTo>
                  <a:pt x="97324" y="102355"/>
                  <a:pt x="93387" y="101821"/>
                  <a:pt x="89517" y="100753"/>
                </a:cubicBezTo>
                <a:cubicBezTo>
                  <a:pt x="85647" y="99686"/>
                  <a:pt x="82155" y="97885"/>
                  <a:pt x="79041" y="95350"/>
                </a:cubicBezTo>
                <a:cubicBezTo>
                  <a:pt x="75928" y="92815"/>
                  <a:pt x="73415" y="89500"/>
                  <a:pt x="71502" y="85407"/>
                </a:cubicBezTo>
                <a:cubicBezTo>
                  <a:pt x="69590" y="81314"/>
                  <a:pt x="68633" y="76287"/>
                  <a:pt x="68633" y="70327"/>
                </a:cubicBezTo>
                <a:close/>
                <a:moveTo>
                  <a:pt x="196517" y="54847"/>
                </a:moveTo>
                <a:cubicBezTo>
                  <a:pt x="195805" y="50844"/>
                  <a:pt x="194403" y="47619"/>
                  <a:pt x="192313" y="45173"/>
                </a:cubicBezTo>
                <a:cubicBezTo>
                  <a:pt x="190222" y="42726"/>
                  <a:pt x="187130" y="41503"/>
                  <a:pt x="183037" y="41503"/>
                </a:cubicBezTo>
                <a:cubicBezTo>
                  <a:pt x="177700" y="41503"/>
                  <a:pt x="173696" y="43928"/>
                  <a:pt x="171027" y="48777"/>
                </a:cubicBezTo>
                <a:cubicBezTo>
                  <a:pt x="168359" y="53624"/>
                  <a:pt x="167024" y="60363"/>
                  <a:pt x="167024" y="68993"/>
                </a:cubicBezTo>
                <a:cubicBezTo>
                  <a:pt x="167024" y="77089"/>
                  <a:pt x="168714" y="83295"/>
                  <a:pt x="172094" y="87610"/>
                </a:cubicBezTo>
                <a:cubicBezTo>
                  <a:pt x="175476" y="91925"/>
                  <a:pt x="180414" y="94082"/>
                  <a:pt x="186908" y="94082"/>
                </a:cubicBezTo>
                <a:cubicBezTo>
                  <a:pt x="189667" y="94082"/>
                  <a:pt x="192336" y="93437"/>
                  <a:pt x="194915" y="92147"/>
                </a:cubicBezTo>
                <a:cubicBezTo>
                  <a:pt x="197496" y="90856"/>
                  <a:pt x="199408" y="89411"/>
                  <a:pt x="200653" y="87810"/>
                </a:cubicBezTo>
                <a:lnTo>
                  <a:pt x="202256" y="89144"/>
                </a:lnTo>
                <a:cubicBezTo>
                  <a:pt x="201633" y="90389"/>
                  <a:pt x="201098" y="91679"/>
                  <a:pt x="200653" y="93015"/>
                </a:cubicBezTo>
                <a:cubicBezTo>
                  <a:pt x="200208" y="94349"/>
                  <a:pt x="199763" y="95684"/>
                  <a:pt x="199319" y="97018"/>
                </a:cubicBezTo>
                <a:cubicBezTo>
                  <a:pt x="197362" y="98530"/>
                  <a:pt x="194893" y="99798"/>
                  <a:pt x="191911" y="100820"/>
                </a:cubicBezTo>
                <a:cubicBezTo>
                  <a:pt x="188932" y="101843"/>
                  <a:pt x="185395" y="102355"/>
                  <a:pt x="181302" y="102355"/>
                </a:cubicBezTo>
                <a:cubicBezTo>
                  <a:pt x="174808" y="102355"/>
                  <a:pt x="169337" y="101421"/>
                  <a:pt x="164888" y="99553"/>
                </a:cubicBezTo>
                <a:cubicBezTo>
                  <a:pt x="160441" y="97685"/>
                  <a:pt x="156860" y="95150"/>
                  <a:pt x="154147" y="91948"/>
                </a:cubicBezTo>
                <a:cubicBezTo>
                  <a:pt x="151433" y="88744"/>
                  <a:pt x="149498" y="85118"/>
                  <a:pt x="148341" y="81070"/>
                </a:cubicBezTo>
                <a:cubicBezTo>
                  <a:pt x="147185" y="77022"/>
                  <a:pt x="146606" y="72952"/>
                  <a:pt x="146606" y="68861"/>
                </a:cubicBezTo>
                <a:cubicBezTo>
                  <a:pt x="146606" y="63967"/>
                  <a:pt x="147429" y="59429"/>
                  <a:pt x="149074" y="55248"/>
                </a:cubicBezTo>
                <a:cubicBezTo>
                  <a:pt x="150721" y="51067"/>
                  <a:pt x="153079" y="47464"/>
                  <a:pt x="156148" y="44440"/>
                </a:cubicBezTo>
                <a:cubicBezTo>
                  <a:pt x="159218" y="41414"/>
                  <a:pt x="162932" y="39033"/>
                  <a:pt x="167291" y="37298"/>
                </a:cubicBezTo>
                <a:cubicBezTo>
                  <a:pt x="171650" y="35563"/>
                  <a:pt x="176499" y="34696"/>
                  <a:pt x="181838" y="34696"/>
                </a:cubicBezTo>
                <a:cubicBezTo>
                  <a:pt x="186908" y="34696"/>
                  <a:pt x="191200" y="35274"/>
                  <a:pt x="194713" y="36431"/>
                </a:cubicBezTo>
                <a:cubicBezTo>
                  <a:pt x="198228" y="37587"/>
                  <a:pt x="201587" y="39100"/>
                  <a:pt x="204791" y="40968"/>
                </a:cubicBezTo>
                <a:cubicBezTo>
                  <a:pt x="203722" y="42747"/>
                  <a:pt x="202721" y="44928"/>
                  <a:pt x="201787" y="47508"/>
                </a:cubicBezTo>
                <a:cubicBezTo>
                  <a:pt x="200853" y="50087"/>
                  <a:pt x="200164" y="52534"/>
                  <a:pt x="199718" y="54847"/>
                </a:cubicBezTo>
                <a:lnTo>
                  <a:pt x="196517" y="54847"/>
                </a:lnTo>
                <a:close/>
                <a:moveTo>
                  <a:pt x="218042" y="11210"/>
                </a:moveTo>
                <a:cubicBezTo>
                  <a:pt x="218042" y="8273"/>
                  <a:pt x="219065" y="5782"/>
                  <a:pt x="221110" y="3737"/>
                </a:cubicBezTo>
                <a:cubicBezTo>
                  <a:pt x="223158" y="1691"/>
                  <a:pt x="225649" y="668"/>
                  <a:pt x="228586" y="668"/>
                </a:cubicBezTo>
                <a:cubicBezTo>
                  <a:pt x="231521" y="668"/>
                  <a:pt x="234011" y="1691"/>
                  <a:pt x="236057" y="3737"/>
                </a:cubicBezTo>
                <a:cubicBezTo>
                  <a:pt x="238104" y="5782"/>
                  <a:pt x="239127" y="8273"/>
                  <a:pt x="239127" y="11210"/>
                </a:cubicBezTo>
                <a:cubicBezTo>
                  <a:pt x="239127" y="14146"/>
                  <a:pt x="238104" y="16637"/>
                  <a:pt x="236057" y="18683"/>
                </a:cubicBezTo>
                <a:cubicBezTo>
                  <a:pt x="234011" y="20729"/>
                  <a:pt x="231521" y="21751"/>
                  <a:pt x="228586" y="21751"/>
                </a:cubicBezTo>
                <a:cubicBezTo>
                  <a:pt x="225649" y="21751"/>
                  <a:pt x="223158" y="20729"/>
                  <a:pt x="221110" y="18683"/>
                </a:cubicBezTo>
                <a:cubicBezTo>
                  <a:pt x="219065" y="16637"/>
                  <a:pt x="218042" y="14146"/>
                  <a:pt x="218042" y="11210"/>
                </a:cubicBezTo>
                <a:moveTo>
                  <a:pt x="219644" y="66057"/>
                </a:moveTo>
                <a:cubicBezTo>
                  <a:pt x="219644" y="60631"/>
                  <a:pt x="219577" y="55538"/>
                  <a:pt x="219443" y="50778"/>
                </a:cubicBezTo>
                <a:cubicBezTo>
                  <a:pt x="219310" y="46018"/>
                  <a:pt x="219021" y="41235"/>
                  <a:pt x="218575" y="36431"/>
                </a:cubicBezTo>
                <a:cubicBezTo>
                  <a:pt x="219822" y="36609"/>
                  <a:pt x="221290" y="36765"/>
                  <a:pt x="222980" y="36899"/>
                </a:cubicBezTo>
                <a:cubicBezTo>
                  <a:pt x="224670" y="37032"/>
                  <a:pt x="226538" y="37099"/>
                  <a:pt x="228586" y="37099"/>
                </a:cubicBezTo>
                <a:cubicBezTo>
                  <a:pt x="232767" y="37099"/>
                  <a:pt x="236103" y="36876"/>
                  <a:pt x="238594" y="36431"/>
                </a:cubicBezTo>
                <a:cubicBezTo>
                  <a:pt x="238149" y="41235"/>
                  <a:pt x="237859" y="46018"/>
                  <a:pt x="237724" y="50778"/>
                </a:cubicBezTo>
                <a:cubicBezTo>
                  <a:pt x="237591" y="55538"/>
                  <a:pt x="237525" y="60631"/>
                  <a:pt x="237525" y="66057"/>
                </a:cubicBezTo>
                <a:lnTo>
                  <a:pt x="237525" y="71396"/>
                </a:lnTo>
                <a:cubicBezTo>
                  <a:pt x="237525" y="76822"/>
                  <a:pt x="237591" y="81937"/>
                  <a:pt x="237724" y="86741"/>
                </a:cubicBezTo>
                <a:cubicBezTo>
                  <a:pt x="237859" y="91545"/>
                  <a:pt x="238149" y="96172"/>
                  <a:pt x="238594" y="100620"/>
                </a:cubicBezTo>
                <a:cubicBezTo>
                  <a:pt x="237437" y="100442"/>
                  <a:pt x="235992" y="100353"/>
                  <a:pt x="234257" y="100353"/>
                </a:cubicBezTo>
                <a:cubicBezTo>
                  <a:pt x="232522" y="100353"/>
                  <a:pt x="230631" y="100353"/>
                  <a:pt x="228586" y="100353"/>
                </a:cubicBezTo>
                <a:cubicBezTo>
                  <a:pt x="226538" y="100353"/>
                  <a:pt x="224670" y="100353"/>
                  <a:pt x="222980" y="100353"/>
                </a:cubicBezTo>
                <a:cubicBezTo>
                  <a:pt x="221290" y="100353"/>
                  <a:pt x="219822" y="100442"/>
                  <a:pt x="218575" y="100620"/>
                </a:cubicBezTo>
                <a:cubicBezTo>
                  <a:pt x="219021" y="96172"/>
                  <a:pt x="219310" y="91545"/>
                  <a:pt x="219443" y="86741"/>
                </a:cubicBezTo>
                <a:cubicBezTo>
                  <a:pt x="219577" y="81937"/>
                  <a:pt x="219644" y="76822"/>
                  <a:pt x="219644" y="71396"/>
                </a:cubicBezTo>
                <a:lnTo>
                  <a:pt x="219644" y="66057"/>
                </a:lnTo>
                <a:close/>
                <a:moveTo>
                  <a:pt x="288943" y="80337"/>
                </a:moveTo>
                <a:cubicBezTo>
                  <a:pt x="288943" y="76511"/>
                  <a:pt x="288965" y="73598"/>
                  <a:pt x="289010" y="71595"/>
                </a:cubicBezTo>
                <a:cubicBezTo>
                  <a:pt x="289055" y="69593"/>
                  <a:pt x="289077" y="67836"/>
                  <a:pt x="289077" y="66323"/>
                </a:cubicBezTo>
                <a:cubicBezTo>
                  <a:pt x="287208" y="67392"/>
                  <a:pt x="285228" y="68260"/>
                  <a:pt x="283138" y="68928"/>
                </a:cubicBezTo>
                <a:cubicBezTo>
                  <a:pt x="281047" y="69594"/>
                  <a:pt x="279134" y="70439"/>
                  <a:pt x="277399" y="71463"/>
                </a:cubicBezTo>
                <a:cubicBezTo>
                  <a:pt x="275665" y="72485"/>
                  <a:pt x="274241" y="73886"/>
                  <a:pt x="273129" y="75666"/>
                </a:cubicBezTo>
                <a:cubicBezTo>
                  <a:pt x="272018" y="77445"/>
                  <a:pt x="271462" y="80025"/>
                  <a:pt x="271462" y="83406"/>
                </a:cubicBezTo>
                <a:cubicBezTo>
                  <a:pt x="271462" y="86698"/>
                  <a:pt x="272151" y="89211"/>
                  <a:pt x="273531" y="90946"/>
                </a:cubicBezTo>
                <a:cubicBezTo>
                  <a:pt x="274910" y="92681"/>
                  <a:pt x="276755" y="93548"/>
                  <a:pt x="279067" y="93548"/>
                </a:cubicBezTo>
                <a:cubicBezTo>
                  <a:pt x="282003" y="93548"/>
                  <a:pt x="284383" y="92436"/>
                  <a:pt x="286206" y="90213"/>
                </a:cubicBezTo>
                <a:cubicBezTo>
                  <a:pt x="288031" y="87988"/>
                  <a:pt x="288943" y="84696"/>
                  <a:pt x="288943" y="80337"/>
                </a:cubicBezTo>
                <a:moveTo>
                  <a:pt x="257316" y="44038"/>
                </a:moveTo>
                <a:cubicBezTo>
                  <a:pt x="261053" y="41014"/>
                  <a:pt x="265079" y="38701"/>
                  <a:pt x="269393" y="37099"/>
                </a:cubicBezTo>
                <a:cubicBezTo>
                  <a:pt x="273708" y="35497"/>
                  <a:pt x="278001" y="34696"/>
                  <a:pt x="282270" y="34696"/>
                </a:cubicBezTo>
                <a:cubicBezTo>
                  <a:pt x="285830" y="34696"/>
                  <a:pt x="289099" y="35096"/>
                  <a:pt x="292079" y="35897"/>
                </a:cubicBezTo>
                <a:cubicBezTo>
                  <a:pt x="295060" y="36698"/>
                  <a:pt x="297640" y="37966"/>
                  <a:pt x="299819" y="39701"/>
                </a:cubicBezTo>
                <a:cubicBezTo>
                  <a:pt x="301999" y="41436"/>
                  <a:pt x="303689" y="43683"/>
                  <a:pt x="304889" y="46441"/>
                </a:cubicBezTo>
                <a:cubicBezTo>
                  <a:pt x="306090" y="49198"/>
                  <a:pt x="306691" y="52534"/>
                  <a:pt x="306691" y="56449"/>
                </a:cubicBezTo>
                <a:cubicBezTo>
                  <a:pt x="306691" y="62143"/>
                  <a:pt x="306625" y="67414"/>
                  <a:pt x="306492" y="72263"/>
                </a:cubicBezTo>
                <a:cubicBezTo>
                  <a:pt x="306359" y="77111"/>
                  <a:pt x="306292" y="81937"/>
                  <a:pt x="306292" y="86741"/>
                </a:cubicBezTo>
                <a:cubicBezTo>
                  <a:pt x="306292" y="88876"/>
                  <a:pt x="306448" y="90545"/>
                  <a:pt x="306758" y="91746"/>
                </a:cubicBezTo>
                <a:cubicBezTo>
                  <a:pt x="307071" y="92948"/>
                  <a:pt x="307538" y="93860"/>
                  <a:pt x="308159" y="94483"/>
                </a:cubicBezTo>
                <a:cubicBezTo>
                  <a:pt x="308782" y="95105"/>
                  <a:pt x="309605" y="95504"/>
                  <a:pt x="310627" y="95682"/>
                </a:cubicBezTo>
                <a:cubicBezTo>
                  <a:pt x="311651" y="95860"/>
                  <a:pt x="312830" y="95949"/>
                  <a:pt x="314164" y="95949"/>
                </a:cubicBezTo>
                <a:lnTo>
                  <a:pt x="314164" y="99152"/>
                </a:lnTo>
                <a:cubicBezTo>
                  <a:pt x="311585" y="100220"/>
                  <a:pt x="309406" y="101021"/>
                  <a:pt x="307626" y="101555"/>
                </a:cubicBezTo>
                <a:cubicBezTo>
                  <a:pt x="305846" y="102088"/>
                  <a:pt x="303933" y="102355"/>
                  <a:pt x="301888" y="102355"/>
                </a:cubicBezTo>
                <a:cubicBezTo>
                  <a:pt x="298596" y="102355"/>
                  <a:pt x="295927" y="101555"/>
                  <a:pt x="293881" y="99954"/>
                </a:cubicBezTo>
                <a:cubicBezTo>
                  <a:pt x="291835" y="98352"/>
                  <a:pt x="290278" y="96039"/>
                  <a:pt x="289210" y="93015"/>
                </a:cubicBezTo>
                <a:cubicBezTo>
                  <a:pt x="287164" y="95861"/>
                  <a:pt x="284784" y="98130"/>
                  <a:pt x="282071" y="99820"/>
                </a:cubicBezTo>
                <a:cubicBezTo>
                  <a:pt x="279357" y="101510"/>
                  <a:pt x="275954" y="102355"/>
                  <a:pt x="271863" y="102355"/>
                </a:cubicBezTo>
                <a:cubicBezTo>
                  <a:pt x="268481" y="102355"/>
                  <a:pt x="265589" y="101910"/>
                  <a:pt x="263186" y="101019"/>
                </a:cubicBezTo>
                <a:cubicBezTo>
                  <a:pt x="260785" y="100130"/>
                  <a:pt x="258806" y="98863"/>
                  <a:pt x="257249" y="97218"/>
                </a:cubicBezTo>
                <a:cubicBezTo>
                  <a:pt x="255691" y="95571"/>
                  <a:pt x="254557" y="93702"/>
                  <a:pt x="253846" y="91612"/>
                </a:cubicBezTo>
                <a:cubicBezTo>
                  <a:pt x="253135" y="89521"/>
                  <a:pt x="252779" y="87408"/>
                  <a:pt x="252779" y="85273"/>
                </a:cubicBezTo>
                <a:cubicBezTo>
                  <a:pt x="252779" y="82338"/>
                  <a:pt x="253246" y="79803"/>
                  <a:pt x="254180" y="77667"/>
                </a:cubicBezTo>
                <a:cubicBezTo>
                  <a:pt x="255114" y="75532"/>
                  <a:pt x="256448" y="73708"/>
                  <a:pt x="258183" y="72196"/>
                </a:cubicBezTo>
                <a:cubicBezTo>
                  <a:pt x="259918" y="70684"/>
                  <a:pt x="261986" y="69416"/>
                  <a:pt x="264388" y="68392"/>
                </a:cubicBezTo>
                <a:cubicBezTo>
                  <a:pt x="266790" y="67369"/>
                  <a:pt x="269504" y="66501"/>
                  <a:pt x="272529" y="65790"/>
                </a:cubicBezTo>
                <a:cubicBezTo>
                  <a:pt x="276266" y="64901"/>
                  <a:pt x="279224" y="64123"/>
                  <a:pt x="281403" y="63456"/>
                </a:cubicBezTo>
                <a:cubicBezTo>
                  <a:pt x="283583" y="62788"/>
                  <a:pt x="285206" y="62121"/>
                  <a:pt x="286274" y="61455"/>
                </a:cubicBezTo>
                <a:cubicBezTo>
                  <a:pt x="287342" y="60787"/>
                  <a:pt x="288031" y="60052"/>
                  <a:pt x="288342" y="59251"/>
                </a:cubicBezTo>
                <a:cubicBezTo>
                  <a:pt x="288655" y="58450"/>
                  <a:pt x="288811" y="57472"/>
                  <a:pt x="288811" y="56315"/>
                </a:cubicBezTo>
                <a:cubicBezTo>
                  <a:pt x="288811" y="53113"/>
                  <a:pt x="287676" y="50377"/>
                  <a:pt x="285406" y="48109"/>
                </a:cubicBezTo>
                <a:cubicBezTo>
                  <a:pt x="283138" y="45839"/>
                  <a:pt x="280002" y="44704"/>
                  <a:pt x="275998" y="44704"/>
                </a:cubicBezTo>
                <a:cubicBezTo>
                  <a:pt x="274486" y="44704"/>
                  <a:pt x="272929" y="44904"/>
                  <a:pt x="271327" y="45305"/>
                </a:cubicBezTo>
                <a:cubicBezTo>
                  <a:pt x="269727" y="45705"/>
                  <a:pt x="268192" y="46262"/>
                  <a:pt x="266723" y="46975"/>
                </a:cubicBezTo>
                <a:cubicBezTo>
                  <a:pt x="265256" y="47686"/>
                  <a:pt x="263921" y="48465"/>
                  <a:pt x="262720" y="49310"/>
                </a:cubicBezTo>
                <a:cubicBezTo>
                  <a:pt x="261520" y="50155"/>
                  <a:pt x="260608" y="51066"/>
                  <a:pt x="259985" y="52045"/>
                </a:cubicBezTo>
                <a:lnTo>
                  <a:pt x="259051" y="52045"/>
                </a:lnTo>
                <a:lnTo>
                  <a:pt x="257316" y="44038"/>
                </a:lnTo>
                <a:close/>
                <a:moveTo>
                  <a:pt x="328351" y="46172"/>
                </a:moveTo>
                <a:cubicBezTo>
                  <a:pt x="328351" y="37454"/>
                  <a:pt x="328262" y="29448"/>
                  <a:pt x="328083" y="22153"/>
                </a:cubicBezTo>
                <a:cubicBezTo>
                  <a:pt x="327905" y="14857"/>
                  <a:pt x="327638" y="7473"/>
                  <a:pt x="327282" y="0"/>
                </a:cubicBezTo>
                <a:cubicBezTo>
                  <a:pt x="328439" y="178"/>
                  <a:pt x="329907" y="334"/>
                  <a:pt x="331687" y="468"/>
                </a:cubicBezTo>
                <a:cubicBezTo>
                  <a:pt x="333466" y="601"/>
                  <a:pt x="335335" y="668"/>
                  <a:pt x="337293" y="668"/>
                </a:cubicBezTo>
                <a:cubicBezTo>
                  <a:pt x="339249" y="668"/>
                  <a:pt x="341117" y="601"/>
                  <a:pt x="342896" y="468"/>
                </a:cubicBezTo>
                <a:cubicBezTo>
                  <a:pt x="344676" y="334"/>
                  <a:pt x="346144" y="178"/>
                  <a:pt x="347301" y="0"/>
                </a:cubicBezTo>
                <a:cubicBezTo>
                  <a:pt x="346945" y="7473"/>
                  <a:pt x="346678" y="14857"/>
                  <a:pt x="346499" y="22153"/>
                </a:cubicBezTo>
                <a:cubicBezTo>
                  <a:pt x="346321" y="29448"/>
                  <a:pt x="346232" y="37454"/>
                  <a:pt x="346232" y="46172"/>
                </a:cubicBezTo>
                <a:lnTo>
                  <a:pt x="346232" y="54847"/>
                </a:lnTo>
                <a:cubicBezTo>
                  <a:pt x="346232" y="63566"/>
                  <a:pt x="346321" y="71574"/>
                  <a:pt x="346499" y="78869"/>
                </a:cubicBezTo>
                <a:cubicBezTo>
                  <a:pt x="346678" y="86164"/>
                  <a:pt x="346945" y="93415"/>
                  <a:pt x="347301" y="100620"/>
                </a:cubicBezTo>
                <a:cubicBezTo>
                  <a:pt x="346144" y="100442"/>
                  <a:pt x="344676" y="100353"/>
                  <a:pt x="342896" y="100353"/>
                </a:cubicBezTo>
                <a:cubicBezTo>
                  <a:pt x="341117" y="100353"/>
                  <a:pt x="339249" y="100353"/>
                  <a:pt x="337293" y="100353"/>
                </a:cubicBezTo>
                <a:cubicBezTo>
                  <a:pt x="335335" y="100353"/>
                  <a:pt x="333466" y="100353"/>
                  <a:pt x="331687" y="100353"/>
                </a:cubicBezTo>
                <a:cubicBezTo>
                  <a:pt x="329907" y="100353"/>
                  <a:pt x="328439" y="100442"/>
                  <a:pt x="327282" y="100620"/>
                </a:cubicBezTo>
                <a:cubicBezTo>
                  <a:pt x="327638" y="93415"/>
                  <a:pt x="327905" y="86164"/>
                  <a:pt x="328083" y="78869"/>
                </a:cubicBezTo>
                <a:cubicBezTo>
                  <a:pt x="328262" y="71574"/>
                  <a:pt x="328351" y="63566"/>
                  <a:pt x="328351" y="54847"/>
                </a:cubicBezTo>
                <a:lnTo>
                  <a:pt x="328351" y="46172"/>
                </a:lnTo>
                <a:close/>
                <a:moveTo>
                  <a:pt x="511297" y="34564"/>
                </a:moveTo>
                <a:cubicBezTo>
                  <a:pt x="511297" y="31182"/>
                  <a:pt x="510918" y="28335"/>
                  <a:pt x="510161" y="26024"/>
                </a:cubicBezTo>
                <a:cubicBezTo>
                  <a:pt x="509404" y="23710"/>
                  <a:pt x="508382" y="21864"/>
                  <a:pt x="507092" y="20485"/>
                </a:cubicBezTo>
                <a:cubicBezTo>
                  <a:pt x="505802" y="19106"/>
                  <a:pt x="504290" y="18104"/>
                  <a:pt x="502555" y="17481"/>
                </a:cubicBezTo>
                <a:cubicBezTo>
                  <a:pt x="500820" y="16858"/>
                  <a:pt x="499019" y="16547"/>
                  <a:pt x="497151" y="16547"/>
                </a:cubicBezTo>
                <a:lnTo>
                  <a:pt x="494080" y="16547"/>
                </a:lnTo>
                <a:cubicBezTo>
                  <a:pt x="493636" y="16547"/>
                  <a:pt x="493192" y="16547"/>
                  <a:pt x="492746" y="16547"/>
                </a:cubicBezTo>
                <a:cubicBezTo>
                  <a:pt x="492301" y="16547"/>
                  <a:pt x="491901" y="16592"/>
                  <a:pt x="491545" y="16681"/>
                </a:cubicBezTo>
                <a:cubicBezTo>
                  <a:pt x="491457" y="23087"/>
                  <a:pt x="491390" y="29382"/>
                  <a:pt x="491345" y="35565"/>
                </a:cubicBezTo>
                <a:cubicBezTo>
                  <a:pt x="491301" y="41748"/>
                  <a:pt x="491278" y="47953"/>
                  <a:pt x="491278" y="54181"/>
                </a:cubicBezTo>
                <a:cubicBezTo>
                  <a:pt x="493503" y="54181"/>
                  <a:pt x="495794" y="53958"/>
                  <a:pt x="498151" y="53513"/>
                </a:cubicBezTo>
                <a:cubicBezTo>
                  <a:pt x="500509" y="53068"/>
                  <a:pt x="502666" y="52156"/>
                  <a:pt x="504624" y="50778"/>
                </a:cubicBezTo>
                <a:cubicBezTo>
                  <a:pt x="506581" y="49399"/>
                  <a:pt x="508183" y="47419"/>
                  <a:pt x="509427" y="44839"/>
                </a:cubicBezTo>
                <a:cubicBezTo>
                  <a:pt x="510674" y="42258"/>
                  <a:pt x="511297" y="38833"/>
                  <a:pt x="511297" y="34564"/>
                </a:cubicBezTo>
                <a:moveTo>
                  <a:pt x="471528" y="45906"/>
                </a:moveTo>
                <a:cubicBezTo>
                  <a:pt x="471528" y="38522"/>
                  <a:pt x="471440" y="31961"/>
                  <a:pt x="471262" y="26223"/>
                </a:cubicBezTo>
                <a:cubicBezTo>
                  <a:pt x="471084" y="20485"/>
                  <a:pt x="470817" y="14724"/>
                  <a:pt x="470461" y="8941"/>
                </a:cubicBezTo>
                <a:cubicBezTo>
                  <a:pt x="471974" y="9119"/>
                  <a:pt x="473619" y="9275"/>
                  <a:pt x="475397" y="9410"/>
                </a:cubicBezTo>
                <a:cubicBezTo>
                  <a:pt x="477177" y="9543"/>
                  <a:pt x="479179" y="9609"/>
                  <a:pt x="481404" y="9609"/>
                </a:cubicBezTo>
                <a:cubicBezTo>
                  <a:pt x="484517" y="9609"/>
                  <a:pt x="487742" y="9498"/>
                  <a:pt x="491079" y="9275"/>
                </a:cubicBezTo>
                <a:cubicBezTo>
                  <a:pt x="494415" y="9053"/>
                  <a:pt x="497685" y="8941"/>
                  <a:pt x="500887" y="8941"/>
                </a:cubicBezTo>
                <a:cubicBezTo>
                  <a:pt x="507204" y="8941"/>
                  <a:pt x="512141" y="9408"/>
                  <a:pt x="515699" y="10342"/>
                </a:cubicBezTo>
                <a:cubicBezTo>
                  <a:pt x="519259" y="11276"/>
                  <a:pt x="522061" y="12633"/>
                  <a:pt x="524107" y="14413"/>
                </a:cubicBezTo>
                <a:cubicBezTo>
                  <a:pt x="526954" y="16726"/>
                  <a:pt x="529044" y="19306"/>
                  <a:pt x="530379" y="22153"/>
                </a:cubicBezTo>
                <a:cubicBezTo>
                  <a:pt x="531713" y="24999"/>
                  <a:pt x="532380" y="28424"/>
                  <a:pt x="532380" y="32428"/>
                </a:cubicBezTo>
                <a:cubicBezTo>
                  <a:pt x="532380" y="37499"/>
                  <a:pt x="531535" y="41859"/>
                  <a:pt x="529845" y="45507"/>
                </a:cubicBezTo>
                <a:cubicBezTo>
                  <a:pt x="528155" y="49154"/>
                  <a:pt x="525775" y="52112"/>
                  <a:pt x="522706" y="54381"/>
                </a:cubicBezTo>
                <a:cubicBezTo>
                  <a:pt x="519637" y="56649"/>
                  <a:pt x="516011" y="58317"/>
                  <a:pt x="511830" y="59386"/>
                </a:cubicBezTo>
                <a:cubicBezTo>
                  <a:pt x="507649" y="60453"/>
                  <a:pt x="503068" y="60986"/>
                  <a:pt x="498085" y="60986"/>
                </a:cubicBezTo>
                <a:lnTo>
                  <a:pt x="491278" y="60986"/>
                </a:lnTo>
                <a:cubicBezTo>
                  <a:pt x="491278" y="67658"/>
                  <a:pt x="491345" y="74309"/>
                  <a:pt x="491478" y="80938"/>
                </a:cubicBezTo>
                <a:cubicBezTo>
                  <a:pt x="491612" y="87565"/>
                  <a:pt x="491901" y="94126"/>
                  <a:pt x="492345" y="100620"/>
                </a:cubicBezTo>
                <a:cubicBezTo>
                  <a:pt x="490833" y="100442"/>
                  <a:pt x="489187" y="100353"/>
                  <a:pt x="487407" y="100353"/>
                </a:cubicBezTo>
                <a:cubicBezTo>
                  <a:pt x="485629" y="100353"/>
                  <a:pt x="483628" y="100353"/>
                  <a:pt x="481404" y="100353"/>
                </a:cubicBezTo>
                <a:cubicBezTo>
                  <a:pt x="479179" y="100353"/>
                  <a:pt x="477177" y="100353"/>
                  <a:pt x="475397" y="100353"/>
                </a:cubicBezTo>
                <a:cubicBezTo>
                  <a:pt x="473619" y="100353"/>
                  <a:pt x="471974" y="100442"/>
                  <a:pt x="470461" y="100620"/>
                </a:cubicBezTo>
                <a:cubicBezTo>
                  <a:pt x="470817" y="95105"/>
                  <a:pt x="471084" y="89478"/>
                  <a:pt x="471262" y="83740"/>
                </a:cubicBezTo>
                <a:cubicBezTo>
                  <a:pt x="471440" y="78001"/>
                  <a:pt x="471528" y="71440"/>
                  <a:pt x="471528" y="64055"/>
                </a:cubicBezTo>
                <a:lnTo>
                  <a:pt x="471528" y="45906"/>
                </a:lnTo>
                <a:close/>
                <a:moveTo>
                  <a:pt x="581531" y="65391"/>
                </a:moveTo>
                <a:cubicBezTo>
                  <a:pt x="581531" y="57561"/>
                  <a:pt x="580552" y="51488"/>
                  <a:pt x="578594" y="47174"/>
                </a:cubicBezTo>
                <a:cubicBezTo>
                  <a:pt x="576637" y="42859"/>
                  <a:pt x="573390" y="40701"/>
                  <a:pt x="568853" y="40701"/>
                </a:cubicBezTo>
                <a:cubicBezTo>
                  <a:pt x="564760" y="40701"/>
                  <a:pt x="561535" y="43103"/>
                  <a:pt x="559177" y="47907"/>
                </a:cubicBezTo>
                <a:cubicBezTo>
                  <a:pt x="556820" y="52712"/>
                  <a:pt x="555642" y="60229"/>
                  <a:pt x="555642" y="70461"/>
                </a:cubicBezTo>
                <a:cubicBezTo>
                  <a:pt x="555642" y="74197"/>
                  <a:pt x="555864" y="77667"/>
                  <a:pt x="556307" y="80870"/>
                </a:cubicBezTo>
                <a:cubicBezTo>
                  <a:pt x="556753" y="84073"/>
                  <a:pt x="557487" y="86853"/>
                  <a:pt x="558511" y="89211"/>
                </a:cubicBezTo>
                <a:cubicBezTo>
                  <a:pt x="559534" y="91568"/>
                  <a:pt x="560869" y="93414"/>
                  <a:pt x="562514" y="94750"/>
                </a:cubicBezTo>
                <a:cubicBezTo>
                  <a:pt x="564161" y="96084"/>
                  <a:pt x="566230" y="96751"/>
                  <a:pt x="568721" y="96751"/>
                </a:cubicBezTo>
                <a:cubicBezTo>
                  <a:pt x="577261" y="96751"/>
                  <a:pt x="581531" y="86298"/>
                  <a:pt x="581531" y="65391"/>
                </a:cubicBezTo>
                <a:moveTo>
                  <a:pt x="535892" y="70327"/>
                </a:moveTo>
                <a:cubicBezTo>
                  <a:pt x="535892" y="64366"/>
                  <a:pt x="536803" y="59162"/>
                  <a:pt x="538627" y="54715"/>
                </a:cubicBezTo>
                <a:cubicBezTo>
                  <a:pt x="540451" y="50266"/>
                  <a:pt x="542876" y="46552"/>
                  <a:pt x="545900" y="43572"/>
                </a:cubicBezTo>
                <a:cubicBezTo>
                  <a:pt x="548925" y="40591"/>
                  <a:pt x="552416" y="38367"/>
                  <a:pt x="556375" y="36899"/>
                </a:cubicBezTo>
                <a:cubicBezTo>
                  <a:pt x="560335" y="35430"/>
                  <a:pt x="564405" y="34696"/>
                  <a:pt x="568586" y="34696"/>
                </a:cubicBezTo>
                <a:cubicBezTo>
                  <a:pt x="578996" y="34696"/>
                  <a:pt x="587047" y="37632"/>
                  <a:pt x="592740" y="43505"/>
                </a:cubicBezTo>
                <a:cubicBezTo>
                  <a:pt x="598434" y="49376"/>
                  <a:pt x="601281" y="57339"/>
                  <a:pt x="601281" y="67392"/>
                </a:cubicBezTo>
                <a:cubicBezTo>
                  <a:pt x="601281" y="72818"/>
                  <a:pt x="600480" y="77712"/>
                  <a:pt x="598878" y="82072"/>
                </a:cubicBezTo>
                <a:cubicBezTo>
                  <a:pt x="597277" y="86431"/>
                  <a:pt x="595031" y="90145"/>
                  <a:pt x="592140" y="93214"/>
                </a:cubicBezTo>
                <a:cubicBezTo>
                  <a:pt x="589248" y="96284"/>
                  <a:pt x="585801" y="98574"/>
                  <a:pt x="581797" y="100087"/>
                </a:cubicBezTo>
                <a:cubicBezTo>
                  <a:pt x="577794" y="101599"/>
                  <a:pt x="573390" y="102355"/>
                  <a:pt x="568586" y="102355"/>
                </a:cubicBezTo>
                <a:cubicBezTo>
                  <a:pt x="564583" y="102355"/>
                  <a:pt x="560646" y="101821"/>
                  <a:pt x="556776" y="100753"/>
                </a:cubicBezTo>
                <a:cubicBezTo>
                  <a:pt x="552906" y="99686"/>
                  <a:pt x="549413" y="97885"/>
                  <a:pt x="546299" y="95350"/>
                </a:cubicBezTo>
                <a:cubicBezTo>
                  <a:pt x="543186" y="92815"/>
                  <a:pt x="540674" y="89500"/>
                  <a:pt x="538761" y="85407"/>
                </a:cubicBezTo>
                <a:cubicBezTo>
                  <a:pt x="536848" y="81314"/>
                  <a:pt x="535892" y="76287"/>
                  <a:pt x="535892" y="70327"/>
                </a:cubicBezTo>
                <a:close/>
                <a:moveTo>
                  <a:pt x="684193" y="82605"/>
                </a:moveTo>
                <a:cubicBezTo>
                  <a:pt x="689085" y="67124"/>
                  <a:pt x="693578" y="51733"/>
                  <a:pt x="697671" y="36431"/>
                </a:cubicBezTo>
                <a:cubicBezTo>
                  <a:pt x="699628" y="36876"/>
                  <a:pt x="701363" y="37099"/>
                  <a:pt x="702875" y="37099"/>
                </a:cubicBezTo>
                <a:cubicBezTo>
                  <a:pt x="703765" y="37099"/>
                  <a:pt x="704632" y="37032"/>
                  <a:pt x="705478" y="36899"/>
                </a:cubicBezTo>
                <a:cubicBezTo>
                  <a:pt x="706324" y="36765"/>
                  <a:pt x="707325" y="36609"/>
                  <a:pt x="708481" y="36431"/>
                </a:cubicBezTo>
                <a:cubicBezTo>
                  <a:pt x="707858" y="37587"/>
                  <a:pt x="707013" y="39500"/>
                  <a:pt x="705944" y="42169"/>
                </a:cubicBezTo>
                <a:cubicBezTo>
                  <a:pt x="704877" y="44838"/>
                  <a:pt x="703698" y="47996"/>
                  <a:pt x="702407" y="51644"/>
                </a:cubicBezTo>
                <a:cubicBezTo>
                  <a:pt x="701118" y="55292"/>
                  <a:pt x="699739" y="59273"/>
                  <a:pt x="698271" y="63589"/>
                </a:cubicBezTo>
                <a:cubicBezTo>
                  <a:pt x="696804" y="67903"/>
                  <a:pt x="695358" y="72240"/>
                  <a:pt x="693934" y="76600"/>
                </a:cubicBezTo>
                <a:cubicBezTo>
                  <a:pt x="692512" y="80959"/>
                  <a:pt x="691111" y="85229"/>
                  <a:pt x="689731" y="89411"/>
                </a:cubicBezTo>
                <a:cubicBezTo>
                  <a:pt x="688352" y="93592"/>
                  <a:pt x="687128" y="97328"/>
                  <a:pt x="686060" y="100620"/>
                </a:cubicBezTo>
                <a:cubicBezTo>
                  <a:pt x="684815" y="100442"/>
                  <a:pt x="683592" y="100353"/>
                  <a:pt x="682391" y="100353"/>
                </a:cubicBezTo>
                <a:cubicBezTo>
                  <a:pt x="681189" y="100353"/>
                  <a:pt x="679966" y="100353"/>
                  <a:pt x="678721" y="100353"/>
                </a:cubicBezTo>
                <a:cubicBezTo>
                  <a:pt x="677475" y="100353"/>
                  <a:pt x="676229" y="100353"/>
                  <a:pt x="674983" y="100353"/>
                </a:cubicBezTo>
                <a:cubicBezTo>
                  <a:pt x="673738" y="100353"/>
                  <a:pt x="672493" y="100442"/>
                  <a:pt x="671248" y="100620"/>
                </a:cubicBezTo>
                <a:cubicBezTo>
                  <a:pt x="670181" y="97240"/>
                  <a:pt x="669069" y="93615"/>
                  <a:pt x="667913" y="89745"/>
                </a:cubicBezTo>
                <a:cubicBezTo>
                  <a:pt x="666756" y="85874"/>
                  <a:pt x="665600" y="82049"/>
                  <a:pt x="664443" y="78268"/>
                </a:cubicBezTo>
                <a:cubicBezTo>
                  <a:pt x="663286" y="74487"/>
                  <a:pt x="662174" y="70796"/>
                  <a:pt x="661105" y="67193"/>
                </a:cubicBezTo>
                <a:cubicBezTo>
                  <a:pt x="660038" y="63589"/>
                  <a:pt x="659060" y="60229"/>
                  <a:pt x="658169" y="57115"/>
                </a:cubicBezTo>
                <a:lnTo>
                  <a:pt x="657902" y="57115"/>
                </a:lnTo>
                <a:cubicBezTo>
                  <a:pt x="655589" y="64588"/>
                  <a:pt x="653298" y="71929"/>
                  <a:pt x="651030" y="79136"/>
                </a:cubicBezTo>
                <a:cubicBezTo>
                  <a:pt x="648762" y="86341"/>
                  <a:pt x="646605" y="93503"/>
                  <a:pt x="644559" y="100620"/>
                </a:cubicBezTo>
                <a:cubicBezTo>
                  <a:pt x="643313" y="100442"/>
                  <a:pt x="642045" y="100353"/>
                  <a:pt x="640755" y="100353"/>
                </a:cubicBezTo>
                <a:cubicBezTo>
                  <a:pt x="639465" y="100353"/>
                  <a:pt x="638197" y="100353"/>
                  <a:pt x="636951" y="100353"/>
                </a:cubicBezTo>
                <a:cubicBezTo>
                  <a:pt x="635706" y="100353"/>
                  <a:pt x="634417" y="100353"/>
                  <a:pt x="633082" y="100353"/>
                </a:cubicBezTo>
                <a:cubicBezTo>
                  <a:pt x="631748" y="100353"/>
                  <a:pt x="630413" y="100442"/>
                  <a:pt x="629079" y="100620"/>
                </a:cubicBezTo>
                <a:cubicBezTo>
                  <a:pt x="628100" y="97328"/>
                  <a:pt x="626965" y="93525"/>
                  <a:pt x="625674" y="89211"/>
                </a:cubicBezTo>
                <a:cubicBezTo>
                  <a:pt x="624385" y="84895"/>
                  <a:pt x="623028" y="80514"/>
                  <a:pt x="621604" y="76067"/>
                </a:cubicBezTo>
                <a:cubicBezTo>
                  <a:pt x="620181" y="71618"/>
                  <a:pt x="618758" y="67215"/>
                  <a:pt x="617334" y="62856"/>
                </a:cubicBezTo>
                <a:cubicBezTo>
                  <a:pt x="615911" y="58495"/>
                  <a:pt x="614599" y="54514"/>
                  <a:pt x="613398" y="50911"/>
                </a:cubicBezTo>
                <a:cubicBezTo>
                  <a:pt x="612196" y="47308"/>
                  <a:pt x="611151" y="44217"/>
                  <a:pt x="610262" y="41638"/>
                </a:cubicBezTo>
                <a:cubicBezTo>
                  <a:pt x="609373" y="39057"/>
                  <a:pt x="608750" y="37321"/>
                  <a:pt x="608395" y="36431"/>
                </a:cubicBezTo>
                <a:cubicBezTo>
                  <a:pt x="610351" y="36609"/>
                  <a:pt x="612152" y="36765"/>
                  <a:pt x="613797" y="36899"/>
                </a:cubicBezTo>
                <a:cubicBezTo>
                  <a:pt x="615444" y="37032"/>
                  <a:pt x="617112" y="37099"/>
                  <a:pt x="618802" y="37099"/>
                </a:cubicBezTo>
                <a:cubicBezTo>
                  <a:pt x="620404" y="37099"/>
                  <a:pt x="622027" y="37032"/>
                  <a:pt x="623673" y="36899"/>
                </a:cubicBezTo>
                <a:cubicBezTo>
                  <a:pt x="625319" y="36765"/>
                  <a:pt x="626943" y="36609"/>
                  <a:pt x="628544" y="36431"/>
                </a:cubicBezTo>
                <a:cubicBezTo>
                  <a:pt x="630679" y="44171"/>
                  <a:pt x="632903" y="52112"/>
                  <a:pt x="635216" y="60253"/>
                </a:cubicBezTo>
                <a:cubicBezTo>
                  <a:pt x="637530" y="68393"/>
                  <a:pt x="639710" y="75844"/>
                  <a:pt x="641757" y="82605"/>
                </a:cubicBezTo>
                <a:lnTo>
                  <a:pt x="642024" y="82605"/>
                </a:lnTo>
                <a:cubicBezTo>
                  <a:pt x="644603" y="74777"/>
                  <a:pt x="646960" y="67081"/>
                  <a:pt x="649096" y="59518"/>
                </a:cubicBezTo>
                <a:cubicBezTo>
                  <a:pt x="651231" y="51955"/>
                  <a:pt x="653366" y="44260"/>
                  <a:pt x="655502" y="36431"/>
                </a:cubicBezTo>
                <a:cubicBezTo>
                  <a:pt x="656747" y="36609"/>
                  <a:pt x="657991" y="36765"/>
                  <a:pt x="659236" y="36899"/>
                </a:cubicBezTo>
                <a:cubicBezTo>
                  <a:pt x="660482" y="37032"/>
                  <a:pt x="661729" y="37099"/>
                  <a:pt x="662975" y="37099"/>
                </a:cubicBezTo>
                <a:cubicBezTo>
                  <a:pt x="664220" y="37099"/>
                  <a:pt x="665464" y="37032"/>
                  <a:pt x="666709" y="36899"/>
                </a:cubicBezTo>
                <a:cubicBezTo>
                  <a:pt x="667956" y="36765"/>
                  <a:pt x="669202" y="36609"/>
                  <a:pt x="670448" y="36431"/>
                </a:cubicBezTo>
                <a:cubicBezTo>
                  <a:pt x="672583" y="44260"/>
                  <a:pt x="674763" y="51955"/>
                  <a:pt x="676986" y="59518"/>
                </a:cubicBezTo>
                <a:cubicBezTo>
                  <a:pt x="679210" y="67081"/>
                  <a:pt x="681523" y="74777"/>
                  <a:pt x="683926" y="82605"/>
                </a:cubicBezTo>
                <a:lnTo>
                  <a:pt x="684193" y="82605"/>
                </a:lnTo>
                <a:close/>
                <a:moveTo>
                  <a:pt x="736945" y="68726"/>
                </a:moveTo>
                <a:cubicBezTo>
                  <a:pt x="736945" y="72284"/>
                  <a:pt x="737301" y="75620"/>
                  <a:pt x="738012" y="78734"/>
                </a:cubicBezTo>
                <a:cubicBezTo>
                  <a:pt x="738725" y="81849"/>
                  <a:pt x="739815" y="84540"/>
                  <a:pt x="741282" y="86808"/>
                </a:cubicBezTo>
                <a:cubicBezTo>
                  <a:pt x="742750" y="89077"/>
                  <a:pt x="744618" y="90856"/>
                  <a:pt x="746886" y="92147"/>
                </a:cubicBezTo>
                <a:cubicBezTo>
                  <a:pt x="749156" y="93437"/>
                  <a:pt x="751803" y="94082"/>
                  <a:pt x="754828" y="94082"/>
                </a:cubicBezTo>
                <a:cubicBezTo>
                  <a:pt x="760966" y="94082"/>
                  <a:pt x="766438" y="92080"/>
                  <a:pt x="771242" y="88077"/>
                </a:cubicBezTo>
                <a:lnTo>
                  <a:pt x="772843" y="89278"/>
                </a:lnTo>
                <a:lnTo>
                  <a:pt x="769906" y="96751"/>
                </a:lnTo>
                <a:cubicBezTo>
                  <a:pt x="767683" y="98441"/>
                  <a:pt x="765014" y="99798"/>
                  <a:pt x="761900" y="100820"/>
                </a:cubicBezTo>
                <a:cubicBezTo>
                  <a:pt x="758785" y="101843"/>
                  <a:pt x="754693" y="102355"/>
                  <a:pt x="749623" y="102355"/>
                </a:cubicBezTo>
                <a:cubicBezTo>
                  <a:pt x="745264" y="102355"/>
                  <a:pt x="741127" y="101754"/>
                  <a:pt x="737212" y="100553"/>
                </a:cubicBezTo>
                <a:cubicBezTo>
                  <a:pt x="733298" y="99353"/>
                  <a:pt x="729851" y="97374"/>
                  <a:pt x="726870" y="94615"/>
                </a:cubicBezTo>
                <a:cubicBezTo>
                  <a:pt x="723890" y="91857"/>
                  <a:pt x="721533" y="88365"/>
                  <a:pt x="719798" y="84139"/>
                </a:cubicBezTo>
                <a:cubicBezTo>
                  <a:pt x="718063" y="79913"/>
                  <a:pt x="717195" y="74864"/>
                  <a:pt x="717195" y="68993"/>
                </a:cubicBezTo>
                <a:cubicBezTo>
                  <a:pt x="717195" y="63210"/>
                  <a:pt x="717973" y="58184"/>
                  <a:pt x="719529" y="53914"/>
                </a:cubicBezTo>
                <a:cubicBezTo>
                  <a:pt x="721086" y="49644"/>
                  <a:pt x="723244" y="46085"/>
                  <a:pt x="726002" y="43238"/>
                </a:cubicBezTo>
                <a:cubicBezTo>
                  <a:pt x="728761" y="40390"/>
                  <a:pt x="732030" y="38255"/>
                  <a:pt x="735811" y="36832"/>
                </a:cubicBezTo>
                <a:cubicBezTo>
                  <a:pt x="739592" y="35408"/>
                  <a:pt x="743706" y="34696"/>
                  <a:pt x="748155" y="34696"/>
                </a:cubicBezTo>
                <a:cubicBezTo>
                  <a:pt x="756962" y="34696"/>
                  <a:pt x="763701" y="37276"/>
                  <a:pt x="768371" y="42436"/>
                </a:cubicBezTo>
                <a:cubicBezTo>
                  <a:pt x="773042" y="47596"/>
                  <a:pt x="775378" y="54891"/>
                  <a:pt x="775378" y="64322"/>
                </a:cubicBezTo>
                <a:lnTo>
                  <a:pt x="775378" y="67126"/>
                </a:lnTo>
                <a:cubicBezTo>
                  <a:pt x="775378" y="67925"/>
                  <a:pt x="775334" y="68459"/>
                  <a:pt x="775245" y="68726"/>
                </a:cubicBezTo>
                <a:lnTo>
                  <a:pt x="736945" y="68726"/>
                </a:lnTo>
                <a:moveTo>
                  <a:pt x="757497" y="62721"/>
                </a:moveTo>
                <a:cubicBezTo>
                  <a:pt x="757318" y="56049"/>
                  <a:pt x="756495" y="50711"/>
                  <a:pt x="755027" y="46708"/>
                </a:cubicBezTo>
                <a:cubicBezTo>
                  <a:pt x="753560" y="42703"/>
                  <a:pt x="751091" y="40701"/>
                  <a:pt x="747621" y="40701"/>
                </a:cubicBezTo>
                <a:cubicBezTo>
                  <a:pt x="745664" y="40701"/>
                  <a:pt x="744018" y="41368"/>
                  <a:pt x="742683" y="42703"/>
                </a:cubicBezTo>
                <a:cubicBezTo>
                  <a:pt x="741349" y="44037"/>
                  <a:pt x="740281" y="45750"/>
                  <a:pt x="739480" y="47842"/>
                </a:cubicBezTo>
                <a:cubicBezTo>
                  <a:pt x="738679" y="49933"/>
                  <a:pt x="738079" y="52290"/>
                  <a:pt x="737678" y="54914"/>
                </a:cubicBezTo>
                <a:cubicBezTo>
                  <a:pt x="737279" y="57538"/>
                  <a:pt x="737035" y="60141"/>
                  <a:pt x="736945" y="62721"/>
                </a:cubicBezTo>
                <a:lnTo>
                  <a:pt x="757497" y="62721"/>
                </a:lnTo>
                <a:close/>
                <a:moveTo>
                  <a:pt x="808248" y="52980"/>
                </a:moveTo>
                <a:cubicBezTo>
                  <a:pt x="810561" y="46841"/>
                  <a:pt x="813363" y="42326"/>
                  <a:pt x="816653" y="39434"/>
                </a:cubicBezTo>
                <a:cubicBezTo>
                  <a:pt x="819945" y="36543"/>
                  <a:pt x="823860" y="35097"/>
                  <a:pt x="828398" y="35097"/>
                </a:cubicBezTo>
                <a:cubicBezTo>
                  <a:pt x="828842" y="35097"/>
                  <a:pt x="829220" y="35120"/>
                  <a:pt x="829531" y="35164"/>
                </a:cubicBezTo>
                <a:cubicBezTo>
                  <a:pt x="829843" y="35208"/>
                  <a:pt x="830177" y="35229"/>
                  <a:pt x="830532" y="35229"/>
                </a:cubicBezTo>
                <a:cubicBezTo>
                  <a:pt x="830265" y="36564"/>
                  <a:pt x="830065" y="37988"/>
                  <a:pt x="829932" y="39502"/>
                </a:cubicBezTo>
                <a:cubicBezTo>
                  <a:pt x="829799" y="41014"/>
                  <a:pt x="829732" y="42793"/>
                  <a:pt x="829732" y="44839"/>
                </a:cubicBezTo>
                <a:lnTo>
                  <a:pt x="829732" y="49109"/>
                </a:lnTo>
                <a:cubicBezTo>
                  <a:pt x="829732" y="49820"/>
                  <a:pt x="829732" y="50576"/>
                  <a:pt x="829732" y="51377"/>
                </a:cubicBezTo>
                <a:cubicBezTo>
                  <a:pt x="829732" y="52178"/>
                  <a:pt x="829776" y="52934"/>
                  <a:pt x="829865" y="53646"/>
                </a:cubicBezTo>
                <a:lnTo>
                  <a:pt x="828665" y="54715"/>
                </a:lnTo>
                <a:cubicBezTo>
                  <a:pt x="827775" y="54180"/>
                  <a:pt x="826774" y="53734"/>
                  <a:pt x="825662" y="53379"/>
                </a:cubicBezTo>
                <a:cubicBezTo>
                  <a:pt x="824550" y="53023"/>
                  <a:pt x="823282" y="52845"/>
                  <a:pt x="821858" y="52845"/>
                </a:cubicBezTo>
                <a:cubicBezTo>
                  <a:pt x="817855" y="52845"/>
                  <a:pt x="814696" y="54158"/>
                  <a:pt x="812383" y="56783"/>
                </a:cubicBezTo>
                <a:cubicBezTo>
                  <a:pt x="810070" y="59407"/>
                  <a:pt x="808913" y="62499"/>
                  <a:pt x="808913" y="66057"/>
                </a:cubicBezTo>
                <a:lnTo>
                  <a:pt x="808913" y="71396"/>
                </a:lnTo>
                <a:cubicBezTo>
                  <a:pt x="808913" y="76822"/>
                  <a:pt x="808980" y="81937"/>
                  <a:pt x="809113" y="86741"/>
                </a:cubicBezTo>
                <a:cubicBezTo>
                  <a:pt x="809247" y="91545"/>
                  <a:pt x="809537" y="96172"/>
                  <a:pt x="809982" y="100620"/>
                </a:cubicBezTo>
                <a:cubicBezTo>
                  <a:pt x="808826" y="100442"/>
                  <a:pt x="807380" y="100353"/>
                  <a:pt x="805645" y="100353"/>
                </a:cubicBezTo>
                <a:cubicBezTo>
                  <a:pt x="803910" y="100353"/>
                  <a:pt x="802019" y="100353"/>
                  <a:pt x="799972" y="100353"/>
                </a:cubicBezTo>
                <a:cubicBezTo>
                  <a:pt x="797926" y="100353"/>
                  <a:pt x="796058" y="100353"/>
                  <a:pt x="794368" y="100353"/>
                </a:cubicBezTo>
                <a:cubicBezTo>
                  <a:pt x="792678" y="100353"/>
                  <a:pt x="791210" y="100442"/>
                  <a:pt x="789964" y="100620"/>
                </a:cubicBezTo>
                <a:cubicBezTo>
                  <a:pt x="790409" y="96172"/>
                  <a:pt x="790698" y="91545"/>
                  <a:pt x="790831" y="86741"/>
                </a:cubicBezTo>
                <a:cubicBezTo>
                  <a:pt x="790964" y="81937"/>
                  <a:pt x="791031" y="76822"/>
                  <a:pt x="791031" y="71396"/>
                </a:cubicBezTo>
                <a:lnTo>
                  <a:pt x="791031" y="66057"/>
                </a:lnTo>
                <a:cubicBezTo>
                  <a:pt x="791031" y="60631"/>
                  <a:pt x="790964" y="55538"/>
                  <a:pt x="790831" y="50778"/>
                </a:cubicBezTo>
                <a:cubicBezTo>
                  <a:pt x="790698" y="46018"/>
                  <a:pt x="790409" y="41235"/>
                  <a:pt x="789964" y="36431"/>
                </a:cubicBezTo>
                <a:cubicBezTo>
                  <a:pt x="791476" y="36609"/>
                  <a:pt x="793011" y="36765"/>
                  <a:pt x="794568" y="36899"/>
                </a:cubicBezTo>
                <a:cubicBezTo>
                  <a:pt x="796125" y="37032"/>
                  <a:pt x="797660" y="37099"/>
                  <a:pt x="799172" y="37099"/>
                </a:cubicBezTo>
                <a:cubicBezTo>
                  <a:pt x="800684" y="37099"/>
                  <a:pt x="802219" y="37032"/>
                  <a:pt x="803776" y="36899"/>
                </a:cubicBezTo>
                <a:cubicBezTo>
                  <a:pt x="805333" y="36765"/>
                  <a:pt x="806868" y="36609"/>
                  <a:pt x="808380" y="36431"/>
                </a:cubicBezTo>
                <a:lnTo>
                  <a:pt x="807981" y="52713"/>
                </a:lnTo>
                <a:lnTo>
                  <a:pt x="808248" y="52980"/>
                </a:lnTo>
                <a:close/>
                <a:moveTo>
                  <a:pt x="843918" y="48042"/>
                </a:moveTo>
                <a:cubicBezTo>
                  <a:pt x="843918" y="45017"/>
                  <a:pt x="844985" y="42437"/>
                  <a:pt x="847119" y="40302"/>
                </a:cubicBezTo>
                <a:cubicBezTo>
                  <a:pt x="849255" y="38166"/>
                  <a:pt x="851835" y="37099"/>
                  <a:pt x="854861" y="37099"/>
                </a:cubicBezTo>
                <a:cubicBezTo>
                  <a:pt x="857886" y="37099"/>
                  <a:pt x="860465" y="38166"/>
                  <a:pt x="862599" y="40302"/>
                </a:cubicBezTo>
                <a:cubicBezTo>
                  <a:pt x="864735" y="42437"/>
                  <a:pt x="865802" y="45017"/>
                  <a:pt x="865802" y="48042"/>
                </a:cubicBezTo>
                <a:cubicBezTo>
                  <a:pt x="865802" y="51066"/>
                  <a:pt x="864735" y="53646"/>
                  <a:pt x="862599" y="55782"/>
                </a:cubicBezTo>
                <a:cubicBezTo>
                  <a:pt x="860465" y="57917"/>
                  <a:pt x="857886" y="58985"/>
                  <a:pt x="854861" y="58985"/>
                </a:cubicBezTo>
                <a:cubicBezTo>
                  <a:pt x="851835" y="58985"/>
                  <a:pt x="849255" y="57917"/>
                  <a:pt x="847119" y="55782"/>
                </a:cubicBezTo>
                <a:cubicBezTo>
                  <a:pt x="844985" y="53646"/>
                  <a:pt x="843918" y="51066"/>
                  <a:pt x="843918" y="48042"/>
                </a:cubicBezTo>
                <a:moveTo>
                  <a:pt x="843918" y="91813"/>
                </a:moveTo>
                <a:cubicBezTo>
                  <a:pt x="843918" y="88787"/>
                  <a:pt x="844985" y="86208"/>
                  <a:pt x="847119" y="84073"/>
                </a:cubicBezTo>
                <a:cubicBezTo>
                  <a:pt x="849255" y="81938"/>
                  <a:pt x="851835" y="80870"/>
                  <a:pt x="854861" y="80870"/>
                </a:cubicBezTo>
                <a:cubicBezTo>
                  <a:pt x="857886" y="80870"/>
                  <a:pt x="860465" y="81938"/>
                  <a:pt x="862599" y="84073"/>
                </a:cubicBezTo>
                <a:cubicBezTo>
                  <a:pt x="864735" y="86208"/>
                  <a:pt x="865802" y="88787"/>
                  <a:pt x="865802" y="91813"/>
                </a:cubicBezTo>
                <a:cubicBezTo>
                  <a:pt x="865802" y="94838"/>
                  <a:pt x="864735" y="97351"/>
                  <a:pt x="862599" y="99354"/>
                </a:cubicBezTo>
                <a:cubicBezTo>
                  <a:pt x="860465" y="101355"/>
                  <a:pt x="857886" y="102355"/>
                  <a:pt x="854861" y="102355"/>
                </a:cubicBezTo>
                <a:cubicBezTo>
                  <a:pt x="851835" y="102355"/>
                  <a:pt x="849255" y="101355"/>
                  <a:pt x="847119" y="99354"/>
                </a:cubicBezTo>
                <a:cubicBezTo>
                  <a:pt x="844985" y="97351"/>
                  <a:pt x="843918" y="94838"/>
                  <a:pt x="843918" y="91813"/>
                </a:cubicBezTo>
                <a:close/>
                <a:moveTo>
                  <a:pt x="1034071" y="54847"/>
                </a:moveTo>
                <a:cubicBezTo>
                  <a:pt x="1033358" y="50844"/>
                  <a:pt x="1031956" y="47619"/>
                  <a:pt x="1029866" y="45173"/>
                </a:cubicBezTo>
                <a:cubicBezTo>
                  <a:pt x="1027775" y="42726"/>
                  <a:pt x="1024684" y="41503"/>
                  <a:pt x="1020591" y="41503"/>
                </a:cubicBezTo>
                <a:cubicBezTo>
                  <a:pt x="1015253" y="41503"/>
                  <a:pt x="1011250" y="43928"/>
                  <a:pt x="1008581" y="48777"/>
                </a:cubicBezTo>
                <a:cubicBezTo>
                  <a:pt x="1005912" y="53624"/>
                  <a:pt x="1004577" y="60363"/>
                  <a:pt x="1004577" y="68993"/>
                </a:cubicBezTo>
                <a:cubicBezTo>
                  <a:pt x="1004577" y="77089"/>
                  <a:pt x="1006268" y="83295"/>
                  <a:pt x="1009648" y="87610"/>
                </a:cubicBezTo>
                <a:cubicBezTo>
                  <a:pt x="1013029" y="91925"/>
                  <a:pt x="1017967" y="94082"/>
                  <a:pt x="1024462" y="94082"/>
                </a:cubicBezTo>
                <a:cubicBezTo>
                  <a:pt x="1027220" y="94082"/>
                  <a:pt x="1029889" y="93437"/>
                  <a:pt x="1032468" y="92147"/>
                </a:cubicBezTo>
                <a:cubicBezTo>
                  <a:pt x="1035049" y="90856"/>
                  <a:pt x="1036962" y="89411"/>
                  <a:pt x="1038206" y="87810"/>
                </a:cubicBezTo>
                <a:lnTo>
                  <a:pt x="1039809" y="89144"/>
                </a:lnTo>
                <a:cubicBezTo>
                  <a:pt x="1039186" y="90389"/>
                  <a:pt x="1038652" y="91679"/>
                  <a:pt x="1038206" y="93015"/>
                </a:cubicBezTo>
                <a:cubicBezTo>
                  <a:pt x="1037761" y="94349"/>
                  <a:pt x="1037317" y="95684"/>
                  <a:pt x="1036873" y="97018"/>
                </a:cubicBezTo>
                <a:cubicBezTo>
                  <a:pt x="1034915" y="98530"/>
                  <a:pt x="1032446" y="99798"/>
                  <a:pt x="1029465" y="100820"/>
                </a:cubicBezTo>
                <a:cubicBezTo>
                  <a:pt x="1026485" y="101843"/>
                  <a:pt x="1022949" y="102355"/>
                  <a:pt x="1018856" y="102355"/>
                </a:cubicBezTo>
                <a:cubicBezTo>
                  <a:pt x="1012361" y="102355"/>
                  <a:pt x="1006890" y="101421"/>
                  <a:pt x="1002441" y="99553"/>
                </a:cubicBezTo>
                <a:cubicBezTo>
                  <a:pt x="997994" y="97685"/>
                  <a:pt x="994414" y="95150"/>
                  <a:pt x="991700" y="91948"/>
                </a:cubicBezTo>
                <a:cubicBezTo>
                  <a:pt x="988986" y="88744"/>
                  <a:pt x="987051" y="85118"/>
                  <a:pt x="985895" y="81070"/>
                </a:cubicBezTo>
                <a:cubicBezTo>
                  <a:pt x="984738" y="77022"/>
                  <a:pt x="984160" y="72952"/>
                  <a:pt x="984160" y="68861"/>
                </a:cubicBezTo>
                <a:cubicBezTo>
                  <a:pt x="984160" y="63967"/>
                  <a:pt x="984982" y="59429"/>
                  <a:pt x="986628" y="55248"/>
                </a:cubicBezTo>
                <a:cubicBezTo>
                  <a:pt x="988274" y="51067"/>
                  <a:pt x="990632" y="47464"/>
                  <a:pt x="993702" y="44440"/>
                </a:cubicBezTo>
                <a:cubicBezTo>
                  <a:pt x="996771" y="41414"/>
                  <a:pt x="1000485" y="39033"/>
                  <a:pt x="1004844" y="37298"/>
                </a:cubicBezTo>
                <a:cubicBezTo>
                  <a:pt x="1009203" y="35563"/>
                  <a:pt x="1014052" y="34696"/>
                  <a:pt x="1019391" y="34696"/>
                </a:cubicBezTo>
                <a:cubicBezTo>
                  <a:pt x="1024462" y="34696"/>
                  <a:pt x="1028753" y="35274"/>
                  <a:pt x="1032267" y="36431"/>
                </a:cubicBezTo>
                <a:cubicBezTo>
                  <a:pt x="1035781" y="37587"/>
                  <a:pt x="1039140" y="39100"/>
                  <a:pt x="1042344" y="40968"/>
                </a:cubicBezTo>
                <a:cubicBezTo>
                  <a:pt x="1041276" y="42747"/>
                  <a:pt x="1040275" y="44928"/>
                  <a:pt x="1039341" y="47508"/>
                </a:cubicBezTo>
                <a:cubicBezTo>
                  <a:pt x="1038407" y="50087"/>
                  <a:pt x="1037717" y="52534"/>
                  <a:pt x="1037272" y="54847"/>
                </a:cubicBezTo>
                <a:lnTo>
                  <a:pt x="1034071" y="54847"/>
                </a:lnTo>
                <a:close/>
                <a:moveTo>
                  <a:pt x="1097632" y="65391"/>
                </a:moveTo>
                <a:cubicBezTo>
                  <a:pt x="1097632" y="57561"/>
                  <a:pt x="1096653" y="51488"/>
                  <a:pt x="1094696" y="47174"/>
                </a:cubicBezTo>
                <a:cubicBezTo>
                  <a:pt x="1092738" y="42859"/>
                  <a:pt x="1089491" y="40701"/>
                  <a:pt x="1084954" y="40701"/>
                </a:cubicBezTo>
                <a:cubicBezTo>
                  <a:pt x="1080861" y="40701"/>
                  <a:pt x="1077636" y="43103"/>
                  <a:pt x="1075278" y="47907"/>
                </a:cubicBezTo>
                <a:cubicBezTo>
                  <a:pt x="1072921" y="52712"/>
                  <a:pt x="1071743" y="60229"/>
                  <a:pt x="1071743" y="70461"/>
                </a:cubicBezTo>
                <a:cubicBezTo>
                  <a:pt x="1071743" y="74197"/>
                  <a:pt x="1071965" y="77667"/>
                  <a:pt x="1072409" y="80870"/>
                </a:cubicBezTo>
                <a:cubicBezTo>
                  <a:pt x="1072854" y="84073"/>
                  <a:pt x="1073588" y="86853"/>
                  <a:pt x="1074612" y="89211"/>
                </a:cubicBezTo>
                <a:cubicBezTo>
                  <a:pt x="1075635" y="91568"/>
                  <a:pt x="1076970" y="93414"/>
                  <a:pt x="1078615" y="94750"/>
                </a:cubicBezTo>
                <a:cubicBezTo>
                  <a:pt x="1080262" y="96084"/>
                  <a:pt x="1082331" y="96751"/>
                  <a:pt x="1084822" y="96751"/>
                </a:cubicBezTo>
                <a:cubicBezTo>
                  <a:pt x="1093362" y="96751"/>
                  <a:pt x="1097632" y="86298"/>
                  <a:pt x="1097632" y="65391"/>
                </a:cubicBezTo>
                <a:moveTo>
                  <a:pt x="1051993" y="70327"/>
                </a:moveTo>
                <a:cubicBezTo>
                  <a:pt x="1051993" y="64366"/>
                  <a:pt x="1052904" y="59162"/>
                  <a:pt x="1054728" y="54715"/>
                </a:cubicBezTo>
                <a:cubicBezTo>
                  <a:pt x="1056552" y="50266"/>
                  <a:pt x="1058977" y="46552"/>
                  <a:pt x="1062001" y="43572"/>
                </a:cubicBezTo>
                <a:cubicBezTo>
                  <a:pt x="1065026" y="40591"/>
                  <a:pt x="1068517" y="38367"/>
                  <a:pt x="1072476" y="36899"/>
                </a:cubicBezTo>
                <a:cubicBezTo>
                  <a:pt x="1076436" y="35430"/>
                  <a:pt x="1080506" y="34696"/>
                  <a:pt x="1084687" y="34696"/>
                </a:cubicBezTo>
                <a:cubicBezTo>
                  <a:pt x="1095097" y="34696"/>
                  <a:pt x="1103148" y="37632"/>
                  <a:pt x="1108841" y="43505"/>
                </a:cubicBezTo>
                <a:cubicBezTo>
                  <a:pt x="1114535" y="49376"/>
                  <a:pt x="1117382" y="57339"/>
                  <a:pt x="1117382" y="67392"/>
                </a:cubicBezTo>
                <a:cubicBezTo>
                  <a:pt x="1117382" y="72818"/>
                  <a:pt x="1116581" y="77712"/>
                  <a:pt x="1114979" y="82072"/>
                </a:cubicBezTo>
                <a:cubicBezTo>
                  <a:pt x="1113378" y="86431"/>
                  <a:pt x="1111132" y="90145"/>
                  <a:pt x="1108241" y="93214"/>
                </a:cubicBezTo>
                <a:cubicBezTo>
                  <a:pt x="1105349" y="96284"/>
                  <a:pt x="1101902" y="98574"/>
                  <a:pt x="1097899" y="100087"/>
                </a:cubicBezTo>
                <a:cubicBezTo>
                  <a:pt x="1093895" y="101599"/>
                  <a:pt x="1089491" y="102355"/>
                  <a:pt x="1084687" y="102355"/>
                </a:cubicBezTo>
                <a:cubicBezTo>
                  <a:pt x="1080684" y="102355"/>
                  <a:pt x="1076747" y="101821"/>
                  <a:pt x="1072877" y="100753"/>
                </a:cubicBezTo>
                <a:cubicBezTo>
                  <a:pt x="1069007" y="99686"/>
                  <a:pt x="1065514" y="97885"/>
                  <a:pt x="1062400" y="95350"/>
                </a:cubicBezTo>
                <a:cubicBezTo>
                  <a:pt x="1059287" y="92815"/>
                  <a:pt x="1056775" y="89500"/>
                  <a:pt x="1054862" y="85407"/>
                </a:cubicBezTo>
                <a:cubicBezTo>
                  <a:pt x="1052949" y="81314"/>
                  <a:pt x="1051993" y="76287"/>
                  <a:pt x="1051993" y="70327"/>
                </a:cubicBezTo>
                <a:close/>
                <a:moveTo>
                  <a:pt x="1150252" y="46439"/>
                </a:moveTo>
                <a:cubicBezTo>
                  <a:pt x="1152743" y="42703"/>
                  <a:pt x="1155656" y="39812"/>
                  <a:pt x="1158991" y="37767"/>
                </a:cubicBezTo>
                <a:cubicBezTo>
                  <a:pt x="1162328" y="35720"/>
                  <a:pt x="1166131" y="34696"/>
                  <a:pt x="1170400" y="34696"/>
                </a:cubicBezTo>
                <a:cubicBezTo>
                  <a:pt x="1177074" y="34696"/>
                  <a:pt x="1182212" y="36631"/>
                  <a:pt x="1185815" y="40501"/>
                </a:cubicBezTo>
                <a:cubicBezTo>
                  <a:pt x="1189418" y="44372"/>
                  <a:pt x="1191219" y="50622"/>
                  <a:pt x="1191219" y="59251"/>
                </a:cubicBezTo>
                <a:cubicBezTo>
                  <a:pt x="1191219" y="63788"/>
                  <a:pt x="1191130" y="67791"/>
                  <a:pt x="1190953" y="71261"/>
                </a:cubicBezTo>
                <a:cubicBezTo>
                  <a:pt x="1190775" y="74731"/>
                  <a:pt x="1190686" y="78201"/>
                  <a:pt x="1190686" y="81671"/>
                </a:cubicBezTo>
                <a:cubicBezTo>
                  <a:pt x="1190686" y="84517"/>
                  <a:pt x="1190752" y="87609"/>
                  <a:pt x="1190885" y="90946"/>
                </a:cubicBezTo>
                <a:cubicBezTo>
                  <a:pt x="1191020" y="94281"/>
                  <a:pt x="1191176" y="97506"/>
                  <a:pt x="1191354" y="100620"/>
                </a:cubicBezTo>
                <a:cubicBezTo>
                  <a:pt x="1190197" y="100442"/>
                  <a:pt x="1188729" y="100353"/>
                  <a:pt x="1186949" y="100353"/>
                </a:cubicBezTo>
                <a:cubicBezTo>
                  <a:pt x="1185170" y="100353"/>
                  <a:pt x="1183301" y="100353"/>
                  <a:pt x="1181343" y="100353"/>
                </a:cubicBezTo>
                <a:cubicBezTo>
                  <a:pt x="1179387" y="100353"/>
                  <a:pt x="1177519" y="100353"/>
                  <a:pt x="1175740" y="100353"/>
                </a:cubicBezTo>
                <a:cubicBezTo>
                  <a:pt x="1173960" y="100353"/>
                  <a:pt x="1172492" y="100442"/>
                  <a:pt x="1171335" y="100620"/>
                </a:cubicBezTo>
                <a:cubicBezTo>
                  <a:pt x="1171958" y="95994"/>
                  <a:pt x="1172359" y="90545"/>
                  <a:pt x="1172536" y="84273"/>
                </a:cubicBezTo>
                <a:cubicBezTo>
                  <a:pt x="1172714" y="78001"/>
                  <a:pt x="1172803" y="70817"/>
                  <a:pt x="1172803" y="62721"/>
                </a:cubicBezTo>
                <a:cubicBezTo>
                  <a:pt x="1172803" y="57116"/>
                  <a:pt x="1171847" y="53001"/>
                  <a:pt x="1169934" y="50377"/>
                </a:cubicBezTo>
                <a:cubicBezTo>
                  <a:pt x="1168021" y="47752"/>
                  <a:pt x="1165330" y="46439"/>
                  <a:pt x="1161860" y="46439"/>
                </a:cubicBezTo>
                <a:cubicBezTo>
                  <a:pt x="1157857" y="46439"/>
                  <a:pt x="1154921" y="48174"/>
                  <a:pt x="1153053" y="51644"/>
                </a:cubicBezTo>
                <a:cubicBezTo>
                  <a:pt x="1151186" y="55114"/>
                  <a:pt x="1150252" y="59918"/>
                  <a:pt x="1150252" y="66057"/>
                </a:cubicBezTo>
                <a:lnTo>
                  <a:pt x="1150252" y="71396"/>
                </a:lnTo>
                <a:cubicBezTo>
                  <a:pt x="1150252" y="76822"/>
                  <a:pt x="1150318" y="81937"/>
                  <a:pt x="1150451" y="86741"/>
                </a:cubicBezTo>
                <a:cubicBezTo>
                  <a:pt x="1150584" y="91545"/>
                  <a:pt x="1150873" y="96172"/>
                  <a:pt x="1151319" y="100620"/>
                </a:cubicBezTo>
                <a:cubicBezTo>
                  <a:pt x="1150162" y="100442"/>
                  <a:pt x="1148716" y="100353"/>
                  <a:pt x="1146981" y="100353"/>
                </a:cubicBezTo>
                <a:cubicBezTo>
                  <a:pt x="1145246" y="100353"/>
                  <a:pt x="1143356" y="100353"/>
                  <a:pt x="1141310" y="100353"/>
                </a:cubicBezTo>
                <a:cubicBezTo>
                  <a:pt x="1139263" y="100353"/>
                  <a:pt x="1137395" y="100353"/>
                  <a:pt x="1135704" y="100353"/>
                </a:cubicBezTo>
                <a:cubicBezTo>
                  <a:pt x="1134014" y="100353"/>
                  <a:pt x="1132546" y="100442"/>
                  <a:pt x="1131300" y="100620"/>
                </a:cubicBezTo>
                <a:cubicBezTo>
                  <a:pt x="1131745" y="96172"/>
                  <a:pt x="1132034" y="91545"/>
                  <a:pt x="1132167" y="86741"/>
                </a:cubicBezTo>
                <a:cubicBezTo>
                  <a:pt x="1132302" y="81937"/>
                  <a:pt x="1132369" y="76822"/>
                  <a:pt x="1132369" y="71396"/>
                </a:cubicBezTo>
                <a:lnTo>
                  <a:pt x="1132369" y="66057"/>
                </a:lnTo>
                <a:cubicBezTo>
                  <a:pt x="1132369" y="60631"/>
                  <a:pt x="1132302" y="55538"/>
                  <a:pt x="1132167" y="50778"/>
                </a:cubicBezTo>
                <a:cubicBezTo>
                  <a:pt x="1132034" y="46018"/>
                  <a:pt x="1131745" y="41235"/>
                  <a:pt x="1131300" y="36431"/>
                </a:cubicBezTo>
                <a:cubicBezTo>
                  <a:pt x="1132902" y="36609"/>
                  <a:pt x="1134481" y="36765"/>
                  <a:pt x="1136038" y="36899"/>
                </a:cubicBezTo>
                <a:cubicBezTo>
                  <a:pt x="1137595" y="37032"/>
                  <a:pt x="1139174" y="37099"/>
                  <a:pt x="1140775" y="37099"/>
                </a:cubicBezTo>
                <a:cubicBezTo>
                  <a:pt x="1142377" y="37099"/>
                  <a:pt x="1143956" y="37032"/>
                  <a:pt x="1145513" y="36899"/>
                </a:cubicBezTo>
                <a:cubicBezTo>
                  <a:pt x="1147070" y="36765"/>
                  <a:pt x="1148739" y="36609"/>
                  <a:pt x="1150518" y="36431"/>
                </a:cubicBezTo>
                <a:lnTo>
                  <a:pt x="1149983" y="46439"/>
                </a:lnTo>
                <a:lnTo>
                  <a:pt x="1150252" y="46439"/>
                </a:lnTo>
                <a:close/>
                <a:moveTo>
                  <a:pt x="1243037" y="37099"/>
                </a:moveTo>
                <a:cubicBezTo>
                  <a:pt x="1242771" y="38433"/>
                  <a:pt x="1242638" y="39634"/>
                  <a:pt x="1242638" y="40701"/>
                </a:cubicBezTo>
                <a:cubicBezTo>
                  <a:pt x="1242638" y="41858"/>
                  <a:pt x="1242771" y="42970"/>
                  <a:pt x="1243037" y="44038"/>
                </a:cubicBezTo>
                <a:lnTo>
                  <a:pt x="1231294" y="43772"/>
                </a:lnTo>
                <a:cubicBezTo>
                  <a:pt x="1231116" y="45817"/>
                  <a:pt x="1230960" y="48175"/>
                  <a:pt x="1230827" y="50844"/>
                </a:cubicBezTo>
                <a:cubicBezTo>
                  <a:pt x="1230694" y="53512"/>
                  <a:pt x="1230605" y="56226"/>
                  <a:pt x="1230560" y="58985"/>
                </a:cubicBezTo>
                <a:cubicBezTo>
                  <a:pt x="1230516" y="61742"/>
                  <a:pt x="1230471" y="64411"/>
                  <a:pt x="1230426" y="66991"/>
                </a:cubicBezTo>
                <a:cubicBezTo>
                  <a:pt x="1230381" y="69572"/>
                  <a:pt x="1230359" y="71751"/>
                  <a:pt x="1230359" y="73530"/>
                </a:cubicBezTo>
                <a:cubicBezTo>
                  <a:pt x="1230359" y="78156"/>
                  <a:pt x="1230470" y="81893"/>
                  <a:pt x="1230693" y="84739"/>
                </a:cubicBezTo>
                <a:cubicBezTo>
                  <a:pt x="1230915" y="87586"/>
                  <a:pt x="1231294" y="89766"/>
                  <a:pt x="1231827" y="91280"/>
                </a:cubicBezTo>
                <a:cubicBezTo>
                  <a:pt x="1232362" y="92792"/>
                  <a:pt x="1233118" y="93815"/>
                  <a:pt x="1234095" y="94349"/>
                </a:cubicBezTo>
                <a:cubicBezTo>
                  <a:pt x="1235074" y="94882"/>
                  <a:pt x="1236320" y="95149"/>
                  <a:pt x="1237832" y="95149"/>
                </a:cubicBezTo>
                <a:cubicBezTo>
                  <a:pt x="1239523" y="95149"/>
                  <a:pt x="1240769" y="95037"/>
                  <a:pt x="1241569" y="94815"/>
                </a:cubicBezTo>
                <a:cubicBezTo>
                  <a:pt x="1242369" y="94592"/>
                  <a:pt x="1243170" y="94259"/>
                  <a:pt x="1243971" y="93815"/>
                </a:cubicBezTo>
                <a:lnTo>
                  <a:pt x="1243971" y="99286"/>
                </a:lnTo>
                <a:cubicBezTo>
                  <a:pt x="1242192" y="100087"/>
                  <a:pt x="1239967" y="100799"/>
                  <a:pt x="1237299" y="101420"/>
                </a:cubicBezTo>
                <a:cubicBezTo>
                  <a:pt x="1234630" y="102044"/>
                  <a:pt x="1232006" y="102355"/>
                  <a:pt x="1229426" y="102355"/>
                </a:cubicBezTo>
                <a:cubicBezTo>
                  <a:pt x="1218128" y="102355"/>
                  <a:pt x="1212478" y="95594"/>
                  <a:pt x="1212478" y="82072"/>
                </a:cubicBezTo>
                <a:cubicBezTo>
                  <a:pt x="1212478" y="79491"/>
                  <a:pt x="1212523" y="76577"/>
                  <a:pt x="1212611" y="73330"/>
                </a:cubicBezTo>
                <a:cubicBezTo>
                  <a:pt x="1212700" y="70083"/>
                  <a:pt x="1212812" y="66747"/>
                  <a:pt x="1212945" y="63322"/>
                </a:cubicBezTo>
                <a:cubicBezTo>
                  <a:pt x="1213078" y="59897"/>
                  <a:pt x="1213188" y="56516"/>
                  <a:pt x="1213277" y="53179"/>
                </a:cubicBezTo>
                <a:cubicBezTo>
                  <a:pt x="1213366" y="49842"/>
                  <a:pt x="1213411" y="46751"/>
                  <a:pt x="1213411" y="43904"/>
                </a:cubicBezTo>
                <a:lnTo>
                  <a:pt x="1204071" y="44038"/>
                </a:lnTo>
                <a:cubicBezTo>
                  <a:pt x="1204337" y="42970"/>
                  <a:pt x="1204470" y="41858"/>
                  <a:pt x="1204470" y="40701"/>
                </a:cubicBezTo>
                <a:cubicBezTo>
                  <a:pt x="1204470" y="39634"/>
                  <a:pt x="1204337" y="38433"/>
                  <a:pt x="1204071" y="37099"/>
                </a:cubicBezTo>
                <a:lnTo>
                  <a:pt x="1213411" y="37500"/>
                </a:lnTo>
                <a:cubicBezTo>
                  <a:pt x="1213411" y="34741"/>
                  <a:pt x="1213366" y="32162"/>
                  <a:pt x="1213277" y="29760"/>
                </a:cubicBezTo>
                <a:cubicBezTo>
                  <a:pt x="1213188" y="27357"/>
                  <a:pt x="1213055" y="24466"/>
                  <a:pt x="1212878" y="21086"/>
                </a:cubicBezTo>
                <a:cubicBezTo>
                  <a:pt x="1215992" y="19839"/>
                  <a:pt x="1219061" y="18527"/>
                  <a:pt x="1222086" y="17147"/>
                </a:cubicBezTo>
                <a:cubicBezTo>
                  <a:pt x="1225110" y="15768"/>
                  <a:pt x="1228135" y="14322"/>
                  <a:pt x="1231161" y="12810"/>
                </a:cubicBezTo>
                <a:lnTo>
                  <a:pt x="1232495" y="13745"/>
                </a:lnTo>
                <a:cubicBezTo>
                  <a:pt x="1232317" y="15169"/>
                  <a:pt x="1232161" y="16837"/>
                  <a:pt x="1232027" y="18750"/>
                </a:cubicBezTo>
                <a:cubicBezTo>
                  <a:pt x="1231894" y="20663"/>
                  <a:pt x="1231761" y="22664"/>
                  <a:pt x="1231627" y="24755"/>
                </a:cubicBezTo>
                <a:cubicBezTo>
                  <a:pt x="1231494" y="26845"/>
                  <a:pt x="1231406" y="28981"/>
                  <a:pt x="1231361" y="31161"/>
                </a:cubicBezTo>
                <a:cubicBezTo>
                  <a:pt x="1231316" y="33340"/>
                  <a:pt x="1231294" y="35408"/>
                  <a:pt x="1231294" y="37366"/>
                </a:cubicBezTo>
                <a:lnTo>
                  <a:pt x="1243037" y="37099"/>
                </a:lnTo>
                <a:close/>
                <a:moveTo>
                  <a:pt x="1274039" y="52980"/>
                </a:moveTo>
                <a:cubicBezTo>
                  <a:pt x="1276352" y="46841"/>
                  <a:pt x="1279154" y="42326"/>
                  <a:pt x="1282445" y="39434"/>
                </a:cubicBezTo>
                <a:cubicBezTo>
                  <a:pt x="1285737" y="36543"/>
                  <a:pt x="1289652" y="35097"/>
                  <a:pt x="1294190" y="35097"/>
                </a:cubicBezTo>
                <a:cubicBezTo>
                  <a:pt x="1294634" y="35097"/>
                  <a:pt x="1295011" y="35120"/>
                  <a:pt x="1295322" y="35164"/>
                </a:cubicBezTo>
                <a:cubicBezTo>
                  <a:pt x="1295634" y="35208"/>
                  <a:pt x="1295968" y="35229"/>
                  <a:pt x="1296324" y="35229"/>
                </a:cubicBezTo>
                <a:cubicBezTo>
                  <a:pt x="1296056" y="36564"/>
                  <a:pt x="1295856" y="37988"/>
                  <a:pt x="1295723" y="39502"/>
                </a:cubicBezTo>
                <a:cubicBezTo>
                  <a:pt x="1295590" y="41014"/>
                  <a:pt x="1295524" y="42793"/>
                  <a:pt x="1295524" y="44839"/>
                </a:cubicBezTo>
                <a:lnTo>
                  <a:pt x="1295524" y="49109"/>
                </a:lnTo>
                <a:cubicBezTo>
                  <a:pt x="1295524" y="49820"/>
                  <a:pt x="1295524" y="50576"/>
                  <a:pt x="1295524" y="51377"/>
                </a:cubicBezTo>
                <a:cubicBezTo>
                  <a:pt x="1295524" y="52178"/>
                  <a:pt x="1295568" y="52934"/>
                  <a:pt x="1295656" y="53646"/>
                </a:cubicBezTo>
                <a:lnTo>
                  <a:pt x="1294457" y="54715"/>
                </a:lnTo>
                <a:cubicBezTo>
                  <a:pt x="1293566" y="54180"/>
                  <a:pt x="1292565" y="53734"/>
                  <a:pt x="1291453" y="53379"/>
                </a:cubicBezTo>
                <a:cubicBezTo>
                  <a:pt x="1290341" y="53023"/>
                  <a:pt x="1289073" y="52845"/>
                  <a:pt x="1287649" y="52845"/>
                </a:cubicBezTo>
                <a:cubicBezTo>
                  <a:pt x="1283646" y="52845"/>
                  <a:pt x="1280488" y="54158"/>
                  <a:pt x="1278175" y="56783"/>
                </a:cubicBezTo>
                <a:cubicBezTo>
                  <a:pt x="1275861" y="59407"/>
                  <a:pt x="1274705" y="62499"/>
                  <a:pt x="1274705" y="66057"/>
                </a:cubicBezTo>
                <a:lnTo>
                  <a:pt x="1274705" y="71396"/>
                </a:lnTo>
                <a:cubicBezTo>
                  <a:pt x="1274705" y="76822"/>
                  <a:pt x="1274771" y="81937"/>
                  <a:pt x="1274904" y="86741"/>
                </a:cubicBezTo>
                <a:cubicBezTo>
                  <a:pt x="1275039" y="91545"/>
                  <a:pt x="1275329" y="96172"/>
                  <a:pt x="1275774" y="100620"/>
                </a:cubicBezTo>
                <a:cubicBezTo>
                  <a:pt x="1274617" y="100442"/>
                  <a:pt x="1273171" y="100353"/>
                  <a:pt x="1271437" y="100353"/>
                </a:cubicBezTo>
                <a:cubicBezTo>
                  <a:pt x="1269702" y="100353"/>
                  <a:pt x="1267811" y="100353"/>
                  <a:pt x="1265763" y="100353"/>
                </a:cubicBezTo>
                <a:cubicBezTo>
                  <a:pt x="1263718" y="100353"/>
                  <a:pt x="1261850" y="100353"/>
                  <a:pt x="1260160" y="100353"/>
                </a:cubicBezTo>
                <a:cubicBezTo>
                  <a:pt x="1258470" y="100353"/>
                  <a:pt x="1257001" y="100442"/>
                  <a:pt x="1255755" y="100620"/>
                </a:cubicBezTo>
                <a:cubicBezTo>
                  <a:pt x="1256200" y="96172"/>
                  <a:pt x="1256490" y="91545"/>
                  <a:pt x="1256623" y="86741"/>
                </a:cubicBezTo>
                <a:cubicBezTo>
                  <a:pt x="1256756" y="81937"/>
                  <a:pt x="1256822" y="76822"/>
                  <a:pt x="1256822" y="71396"/>
                </a:cubicBezTo>
                <a:lnTo>
                  <a:pt x="1256822" y="66057"/>
                </a:lnTo>
                <a:cubicBezTo>
                  <a:pt x="1256822" y="60631"/>
                  <a:pt x="1256756" y="55538"/>
                  <a:pt x="1256623" y="50778"/>
                </a:cubicBezTo>
                <a:cubicBezTo>
                  <a:pt x="1256490" y="46018"/>
                  <a:pt x="1256200" y="41235"/>
                  <a:pt x="1255755" y="36431"/>
                </a:cubicBezTo>
                <a:cubicBezTo>
                  <a:pt x="1257267" y="36609"/>
                  <a:pt x="1258802" y="36765"/>
                  <a:pt x="1260359" y="36899"/>
                </a:cubicBezTo>
                <a:cubicBezTo>
                  <a:pt x="1261916" y="37032"/>
                  <a:pt x="1263451" y="37099"/>
                  <a:pt x="1264963" y="37099"/>
                </a:cubicBezTo>
                <a:cubicBezTo>
                  <a:pt x="1266476" y="37099"/>
                  <a:pt x="1268010" y="37032"/>
                  <a:pt x="1269567" y="36899"/>
                </a:cubicBezTo>
                <a:cubicBezTo>
                  <a:pt x="1271124" y="36765"/>
                  <a:pt x="1272659" y="36609"/>
                  <a:pt x="1274171" y="36431"/>
                </a:cubicBezTo>
                <a:lnTo>
                  <a:pt x="1273772" y="52713"/>
                </a:lnTo>
                <a:lnTo>
                  <a:pt x="1274039" y="52980"/>
                </a:lnTo>
                <a:close/>
                <a:moveTo>
                  <a:pt x="1352145" y="65391"/>
                </a:moveTo>
                <a:cubicBezTo>
                  <a:pt x="1352145" y="57561"/>
                  <a:pt x="1351167" y="51488"/>
                  <a:pt x="1349209" y="47174"/>
                </a:cubicBezTo>
                <a:cubicBezTo>
                  <a:pt x="1347251" y="42859"/>
                  <a:pt x="1344004" y="40701"/>
                  <a:pt x="1339468" y="40701"/>
                </a:cubicBezTo>
                <a:cubicBezTo>
                  <a:pt x="1335375" y="40701"/>
                  <a:pt x="1332149" y="43103"/>
                  <a:pt x="1329791" y="47907"/>
                </a:cubicBezTo>
                <a:cubicBezTo>
                  <a:pt x="1327435" y="52712"/>
                  <a:pt x="1326256" y="60229"/>
                  <a:pt x="1326256" y="70461"/>
                </a:cubicBezTo>
                <a:cubicBezTo>
                  <a:pt x="1326256" y="74197"/>
                  <a:pt x="1326478" y="77667"/>
                  <a:pt x="1326922" y="80870"/>
                </a:cubicBezTo>
                <a:cubicBezTo>
                  <a:pt x="1327367" y="84073"/>
                  <a:pt x="1328102" y="86853"/>
                  <a:pt x="1329125" y="89211"/>
                </a:cubicBezTo>
                <a:cubicBezTo>
                  <a:pt x="1330149" y="91568"/>
                  <a:pt x="1331483" y="93414"/>
                  <a:pt x="1333129" y="94750"/>
                </a:cubicBezTo>
                <a:cubicBezTo>
                  <a:pt x="1334775" y="96084"/>
                  <a:pt x="1336844" y="96751"/>
                  <a:pt x="1339335" y="96751"/>
                </a:cubicBezTo>
                <a:cubicBezTo>
                  <a:pt x="1347875" y="96751"/>
                  <a:pt x="1352145" y="86298"/>
                  <a:pt x="1352145" y="65391"/>
                </a:cubicBezTo>
                <a:moveTo>
                  <a:pt x="1306506" y="70327"/>
                </a:moveTo>
                <a:cubicBezTo>
                  <a:pt x="1306506" y="64366"/>
                  <a:pt x="1307418" y="59162"/>
                  <a:pt x="1309241" y="54715"/>
                </a:cubicBezTo>
                <a:cubicBezTo>
                  <a:pt x="1311066" y="50266"/>
                  <a:pt x="1313490" y="46552"/>
                  <a:pt x="1316515" y="43572"/>
                </a:cubicBezTo>
                <a:cubicBezTo>
                  <a:pt x="1319539" y="40591"/>
                  <a:pt x="1323031" y="38367"/>
                  <a:pt x="1326989" y="36899"/>
                </a:cubicBezTo>
                <a:cubicBezTo>
                  <a:pt x="1330949" y="35430"/>
                  <a:pt x="1335020" y="34696"/>
                  <a:pt x="1339201" y="34696"/>
                </a:cubicBezTo>
                <a:cubicBezTo>
                  <a:pt x="1349610" y="34696"/>
                  <a:pt x="1357662" y="37632"/>
                  <a:pt x="1363355" y="43505"/>
                </a:cubicBezTo>
                <a:cubicBezTo>
                  <a:pt x="1369048" y="49376"/>
                  <a:pt x="1371895" y="57339"/>
                  <a:pt x="1371895" y="67392"/>
                </a:cubicBezTo>
                <a:cubicBezTo>
                  <a:pt x="1371895" y="72818"/>
                  <a:pt x="1371094" y="77712"/>
                  <a:pt x="1369492" y="82072"/>
                </a:cubicBezTo>
                <a:cubicBezTo>
                  <a:pt x="1367892" y="86431"/>
                  <a:pt x="1365646" y="90145"/>
                  <a:pt x="1362754" y="93214"/>
                </a:cubicBezTo>
                <a:cubicBezTo>
                  <a:pt x="1359863" y="96284"/>
                  <a:pt x="1356415" y="98574"/>
                  <a:pt x="1352412" y="100087"/>
                </a:cubicBezTo>
                <a:cubicBezTo>
                  <a:pt x="1348409" y="101599"/>
                  <a:pt x="1344005" y="102355"/>
                  <a:pt x="1339201" y="102355"/>
                </a:cubicBezTo>
                <a:cubicBezTo>
                  <a:pt x="1335197" y="102355"/>
                  <a:pt x="1331261" y="101821"/>
                  <a:pt x="1327390" y="100753"/>
                </a:cubicBezTo>
                <a:cubicBezTo>
                  <a:pt x="1323520" y="99686"/>
                  <a:pt x="1320028" y="97885"/>
                  <a:pt x="1316914" y="95350"/>
                </a:cubicBezTo>
                <a:cubicBezTo>
                  <a:pt x="1313801" y="92815"/>
                  <a:pt x="1311288" y="89500"/>
                  <a:pt x="1309376" y="85407"/>
                </a:cubicBezTo>
                <a:cubicBezTo>
                  <a:pt x="1307463" y="81314"/>
                  <a:pt x="1306506" y="76287"/>
                  <a:pt x="1306506" y="70327"/>
                </a:cubicBezTo>
                <a:close/>
                <a:moveTo>
                  <a:pt x="1388351" y="46172"/>
                </a:moveTo>
                <a:cubicBezTo>
                  <a:pt x="1388351" y="37454"/>
                  <a:pt x="1388261" y="29448"/>
                  <a:pt x="1388082" y="22153"/>
                </a:cubicBezTo>
                <a:cubicBezTo>
                  <a:pt x="1387904" y="14857"/>
                  <a:pt x="1387638" y="7473"/>
                  <a:pt x="1387282" y="0"/>
                </a:cubicBezTo>
                <a:cubicBezTo>
                  <a:pt x="1388439" y="178"/>
                  <a:pt x="1389907" y="334"/>
                  <a:pt x="1391686" y="468"/>
                </a:cubicBezTo>
                <a:cubicBezTo>
                  <a:pt x="1393466" y="601"/>
                  <a:pt x="1395335" y="668"/>
                  <a:pt x="1397292" y="668"/>
                </a:cubicBezTo>
                <a:cubicBezTo>
                  <a:pt x="1399248" y="668"/>
                  <a:pt x="1401116" y="601"/>
                  <a:pt x="1402896" y="468"/>
                </a:cubicBezTo>
                <a:cubicBezTo>
                  <a:pt x="1404676" y="334"/>
                  <a:pt x="1406144" y="178"/>
                  <a:pt x="1407301" y="0"/>
                </a:cubicBezTo>
                <a:cubicBezTo>
                  <a:pt x="1406945" y="7473"/>
                  <a:pt x="1406677" y="14857"/>
                  <a:pt x="1406498" y="22153"/>
                </a:cubicBezTo>
                <a:cubicBezTo>
                  <a:pt x="1406320" y="29448"/>
                  <a:pt x="1406231" y="37454"/>
                  <a:pt x="1406231" y="46172"/>
                </a:cubicBezTo>
                <a:lnTo>
                  <a:pt x="1406231" y="54847"/>
                </a:lnTo>
                <a:cubicBezTo>
                  <a:pt x="1406231" y="63566"/>
                  <a:pt x="1406320" y="71574"/>
                  <a:pt x="1406498" y="78869"/>
                </a:cubicBezTo>
                <a:cubicBezTo>
                  <a:pt x="1406677" y="86164"/>
                  <a:pt x="1406945" y="93415"/>
                  <a:pt x="1407301" y="100620"/>
                </a:cubicBezTo>
                <a:cubicBezTo>
                  <a:pt x="1406144" y="100442"/>
                  <a:pt x="1404676" y="100353"/>
                  <a:pt x="1402896" y="100353"/>
                </a:cubicBezTo>
                <a:cubicBezTo>
                  <a:pt x="1401116" y="100353"/>
                  <a:pt x="1399248" y="100353"/>
                  <a:pt x="1397292" y="100353"/>
                </a:cubicBezTo>
                <a:cubicBezTo>
                  <a:pt x="1395335" y="100353"/>
                  <a:pt x="1393466" y="100353"/>
                  <a:pt x="1391686" y="100353"/>
                </a:cubicBezTo>
                <a:cubicBezTo>
                  <a:pt x="1389907" y="100353"/>
                  <a:pt x="1388439" y="100442"/>
                  <a:pt x="1387282" y="100620"/>
                </a:cubicBezTo>
                <a:cubicBezTo>
                  <a:pt x="1387638" y="93415"/>
                  <a:pt x="1387904" y="86164"/>
                  <a:pt x="1388082" y="78869"/>
                </a:cubicBezTo>
                <a:cubicBezTo>
                  <a:pt x="1388261" y="71574"/>
                  <a:pt x="1388351" y="63566"/>
                  <a:pt x="1388351" y="54847"/>
                </a:cubicBezTo>
                <a:lnTo>
                  <a:pt x="1388351" y="46172"/>
                </a:lnTo>
                <a:close/>
                <a:moveTo>
                  <a:pt x="1570889" y="65391"/>
                </a:moveTo>
                <a:cubicBezTo>
                  <a:pt x="1570889" y="57561"/>
                  <a:pt x="1569910" y="51488"/>
                  <a:pt x="1567953" y="47174"/>
                </a:cubicBezTo>
                <a:cubicBezTo>
                  <a:pt x="1565995" y="42859"/>
                  <a:pt x="1562748" y="40701"/>
                  <a:pt x="1558211" y="40701"/>
                </a:cubicBezTo>
                <a:cubicBezTo>
                  <a:pt x="1554118" y="40701"/>
                  <a:pt x="1550893" y="43103"/>
                  <a:pt x="1548535" y="47907"/>
                </a:cubicBezTo>
                <a:cubicBezTo>
                  <a:pt x="1546178" y="52712"/>
                  <a:pt x="1545000" y="60229"/>
                  <a:pt x="1545000" y="70461"/>
                </a:cubicBezTo>
                <a:cubicBezTo>
                  <a:pt x="1545000" y="74197"/>
                  <a:pt x="1545222" y="77667"/>
                  <a:pt x="1545666" y="80870"/>
                </a:cubicBezTo>
                <a:cubicBezTo>
                  <a:pt x="1546111" y="84073"/>
                  <a:pt x="1546845" y="86853"/>
                  <a:pt x="1547869" y="89211"/>
                </a:cubicBezTo>
                <a:cubicBezTo>
                  <a:pt x="1548892" y="91568"/>
                  <a:pt x="1550227" y="93414"/>
                  <a:pt x="1551872" y="94750"/>
                </a:cubicBezTo>
                <a:cubicBezTo>
                  <a:pt x="1553519" y="96084"/>
                  <a:pt x="1555588" y="96751"/>
                  <a:pt x="1558079" y="96751"/>
                </a:cubicBezTo>
                <a:cubicBezTo>
                  <a:pt x="1566619" y="96751"/>
                  <a:pt x="1570889" y="86298"/>
                  <a:pt x="1570889" y="65391"/>
                </a:cubicBezTo>
                <a:moveTo>
                  <a:pt x="1525250" y="70327"/>
                </a:moveTo>
                <a:cubicBezTo>
                  <a:pt x="1525250" y="64366"/>
                  <a:pt x="1526162" y="59162"/>
                  <a:pt x="1527985" y="54715"/>
                </a:cubicBezTo>
                <a:cubicBezTo>
                  <a:pt x="1529809" y="50266"/>
                  <a:pt x="1532234" y="46552"/>
                  <a:pt x="1535258" y="43572"/>
                </a:cubicBezTo>
                <a:cubicBezTo>
                  <a:pt x="1538283" y="40591"/>
                  <a:pt x="1541774" y="38367"/>
                  <a:pt x="1545733" y="36899"/>
                </a:cubicBezTo>
                <a:cubicBezTo>
                  <a:pt x="1549693" y="35430"/>
                  <a:pt x="1553763" y="34696"/>
                  <a:pt x="1557944" y="34696"/>
                </a:cubicBezTo>
                <a:cubicBezTo>
                  <a:pt x="1568354" y="34696"/>
                  <a:pt x="1576405" y="37632"/>
                  <a:pt x="1582099" y="43505"/>
                </a:cubicBezTo>
                <a:cubicBezTo>
                  <a:pt x="1587792" y="49376"/>
                  <a:pt x="1590639" y="57339"/>
                  <a:pt x="1590639" y="67392"/>
                </a:cubicBezTo>
                <a:cubicBezTo>
                  <a:pt x="1590639" y="72818"/>
                  <a:pt x="1589838" y="77712"/>
                  <a:pt x="1588236" y="82072"/>
                </a:cubicBezTo>
                <a:cubicBezTo>
                  <a:pt x="1586635" y="86431"/>
                  <a:pt x="1584389" y="90145"/>
                  <a:pt x="1581498" y="93214"/>
                </a:cubicBezTo>
                <a:cubicBezTo>
                  <a:pt x="1578606" y="96284"/>
                  <a:pt x="1575159" y="98574"/>
                  <a:pt x="1571156" y="100087"/>
                </a:cubicBezTo>
                <a:cubicBezTo>
                  <a:pt x="1567152" y="101599"/>
                  <a:pt x="1562749" y="102355"/>
                  <a:pt x="1557944" y="102355"/>
                </a:cubicBezTo>
                <a:cubicBezTo>
                  <a:pt x="1553941" y="102355"/>
                  <a:pt x="1550004" y="101821"/>
                  <a:pt x="1546134" y="100753"/>
                </a:cubicBezTo>
                <a:cubicBezTo>
                  <a:pt x="1542264" y="99686"/>
                  <a:pt x="1538772" y="97885"/>
                  <a:pt x="1535657" y="95350"/>
                </a:cubicBezTo>
                <a:cubicBezTo>
                  <a:pt x="1532545" y="92815"/>
                  <a:pt x="1530032" y="89500"/>
                  <a:pt x="1528119" y="85407"/>
                </a:cubicBezTo>
                <a:cubicBezTo>
                  <a:pt x="1526206" y="81314"/>
                  <a:pt x="1525250" y="76287"/>
                  <a:pt x="1525250" y="70327"/>
                </a:cubicBezTo>
                <a:close/>
                <a:moveTo>
                  <a:pt x="1633516" y="83139"/>
                </a:moveTo>
                <a:cubicBezTo>
                  <a:pt x="1636363" y="75310"/>
                  <a:pt x="1639099" y="67525"/>
                  <a:pt x="1641723" y="59785"/>
                </a:cubicBezTo>
                <a:cubicBezTo>
                  <a:pt x="1644348" y="52044"/>
                  <a:pt x="1646950" y="44260"/>
                  <a:pt x="1649530" y="36431"/>
                </a:cubicBezTo>
                <a:cubicBezTo>
                  <a:pt x="1650508" y="36609"/>
                  <a:pt x="1651442" y="36765"/>
                  <a:pt x="1652332" y="36899"/>
                </a:cubicBezTo>
                <a:cubicBezTo>
                  <a:pt x="1653222" y="37032"/>
                  <a:pt x="1654112" y="37099"/>
                  <a:pt x="1655001" y="37099"/>
                </a:cubicBezTo>
                <a:cubicBezTo>
                  <a:pt x="1655892" y="37099"/>
                  <a:pt x="1656781" y="37032"/>
                  <a:pt x="1657671" y="36899"/>
                </a:cubicBezTo>
                <a:cubicBezTo>
                  <a:pt x="1658561" y="36765"/>
                  <a:pt x="1659540" y="36609"/>
                  <a:pt x="1660607" y="36431"/>
                </a:cubicBezTo>
                <a:cubicBezTo>
                  <a:pt x="1659183" y="39901"/>
                  <a:pt x="1657448" y="43926"/>
                  <a:pt x="1655402" y="48508"/>
                </a:cubicBezTo>
                <a:cubicBezTo>
                  <a:pt x="1653356" y="53090"/>
                  <a:pt x="1651199" y="58116"/>
                  <a:pt x="1648929" y="63589"/>
                </a:cubicBezTo>
                <a:cubicBezTo>
                  <a:pt x="1646661" y="69059"/>
                  <a:pt x="1644347" y="74931"/>
                  <a:pt x="1641989" y="81204"/>
                </a:cubicBezTo>
                <a:cubicBezTo>
                  <a:pt x="1639633" y="87476"/>
                  <a:pt x="1637431" y="93948"/>
                  <a:pt x="1635386" y="100620"/>
                </a:cubicBezTo>
                <a:cubicBezTo>
                  <a:pt x="1634140" y="100442"/>
                  <a:pt x="1632938" y="100353"/>
                  <a:pt x="1631782" y="100353"/>
                </a:cubicBezTo>
                <a:cubicBezTo>
                  <a:pt x="1630625" y="100353"/>
                  <a:pt x="1629424" y="100353"/>
                  <a:pt x="1628179" y="100353"/>
                </a:cubicBezTo>
                <a:cubicBezTo>
                  <a:pt x="1626933" y="100353"/>
                  <a:pt x="1625732" y="100353"/>
                  <a:pt x="1624575" y="100353"/>
                </a:cubicBezTo>
                <a:cubicBezTo>
                  <a:pt x="1623419" y="100353"/>
                  <a:pt x="1622218" y="100442"/>
                  <a:pt x="1620973" y="100620"/>
                </a:cubicBezTo>
                <a:cubicBezTo>
                  <a:pt x="1619193" y="95550"/>
                  <a:pt x="1617213" y="89945"/>
                  <a:pt x="1615033" y="83807"/>
                </a:cubicBezTo>
                <a:cubicBezTo>
                  <a:pt x="1612854" y="77668"/>
                  <a:pt x="1610697" y="71641"/>
                  <a:pt x="1608562" y="65725"/>
                </a:cubicBezTo>
                <a:cubicBezTo>
                  <a:pt x="1606427" y="59807"/>
                  <a:pt x="1604425" y="54269"/>
                  <a:pt x="1602557" y="49109"/>
                </a:cubicBezTo>
                <a:cubicBezTo>
                  <a:pt x="1600689" y="43949"/>
                  <a:pt x="1599132" y="39723"/>
                  <a:pt x="1597886" y="36431"/>
                </a:cubicBezTo>
                <a:cubicBezTo>
                  <a:pt x="1599754" y="36609"/>
                  <a:pt x="1601555" y="36765"/>
                  <a:pt x="1603290" y="36899"/>
                </a:cubicBezTo>
                <a:cubicBezTo>
                  <a:pt x="1605025" y="37032"/>
                  <a:pt x="1606737" y="37099"/>
                  <a:pt x="1608428" y="37099"/>
                </a:cubicBezTo>
                <a:cubicBezTo>
                  <a:pt x="1610119" y="37099"/>
                  <a:pt x="1611787" y="37032"/>
                  <a:pt x="1613433" y="36899"/>
                </a:cubicBezTo>
                <a:cubicBezTo>
                  <a:pt x="1615078" y="36765"/>
                  <a:pt x="1616746" y="36609"/>
                  <a:pt x="1618438" y="36431"/>
                </a:cubicBezTo>
                <a:cubicBezTo>
                  <a:pt x="1620839" y="44260"/>
                  <a:pt x="1623263" y="52044"/>
                  <a:pt x="1625709" y="59785"/>
                </a:cubicBezTo>
                <a:cubicBezTo>
                  <a:pt x="1628157" y="67525"/>
                  <a:pt x="1630670" y="75310"/>
                  <a:pt x="1633250" y="83139"/>
                </a:cubicBezTo>
                <a:lnTo>
                  <a:pt x="1633516" y="83139"/>
                </a:lnTo>
                <a:close/>
                <a:moveTo>
                  <a:pt x="1687604" y="68726"/>
                </a:moveTo>
                <a:cubicBezTo>
                  <a:pt x="1687604" y="72284"/>
                  <a:pt x="1687959" y="75620"/>
                  <a:pt x="1688671" y="78734"/>
                </a:cubicBezTo>
                <a:cubicBezTo>
                  <a:pt x="1689383" y="81849"/>
                  <a:pt x="1690473" y="84540"/>
                  <a:pt x="1691941" y="86808"/>
                </a:cubicBezTo>
                <a:cubicBezTo>
                  <a:pt x="1693408" y="89077"/>
                  <a:pt x="1695276" y="90856"/>
                  <a:pt x="1697545" y="92147"/>
                </a:cubicBezTo>
                <a:cubicBezTo>
                  <a:pt x="1699814" y="93437"/>
                  <a:pt x="1702462" y="94082"/>
                  <a:pt x="1705486" y="94082"/>
                </a:cubicBezTo>
                <a:cubicBezTo>
                  <a:pt x="1711625" y="94082"/>
                  <a:pt x="1717096" y="92080"/>
                  <a:pt x="1721901" y="88077"/>
                </a:cubicBezTo>
                <a:lnTo>
                  <a:pt x="1723501" y="89278"/>
                </a:lnTo>
                <a:lnTo>
                  <a:pt x="1720565" y="96751"/>
                </a:lnTo>
                <a:cubicBezTo>
                  <a:pt x="1718341" y="98441"/>
                  <a:pt x="1715672" y="99798"/>
                  <a:pt x="1712558" y="100820"/>
                </a:cubicBezTo>
                <a:cubicBezTo>
                  <a:pt x="1709444" y="101843"/>
                  <a:pt x="1705352" y="102355"/>
                  <a:pt x="1700281" y="102355"/>
                </a:cubicBezTo>
                <a:cubicBezTo>
                  <a:pt x="1695922" y="102355"/>
                  <a:pt x="1691785" y="101754"/>
                  <a:pt x="1687870" y="100553"/>
                </a:cubicBezTo>
                <a:cubicBezTo>
                  <a:pt x="1683957" y="99353"/>
                  <a:pt x="1680509" y="97374"/>
                  <a:pt x="1677528" y="94615"/>
                </a:cubicBezTo>
                <a:cubicBezTo>
                  <a:pt x="1674548" y="91857"/>
                  <a:pt x="1672191" y="88365"/>
                  <a:pt x="1670456" y="84139"/>
                </a:cubicBezTo>
                <a:cubicBezTo>
                  <a:pt x="1668721" y="79913"/>
                  <a:pt x="1667854" y="74864"/>
                  <a:pt x="1667854" y="68993"/>
                </a:cubicBezTo>
                <a:cubicBezTo>
                  <a:pt x="1667854" y="63210"/>
                  <a:pt x="1668632" y="58184"/>
                  <a:pt x="1670187" y="53914"/>
                </a:cubicBezTo>
                <a:cubicBezTo>
                  <a:pt x="1671745" y="49644"/>
                  <a:pt x="1673902" y="46085"/>
                  <a:pt x="1676661" y="43238"/>
                </a:cubicBezTo>
                <a:cubicBezTo>
                  <a:pt x="1679419" y="40390"/>
                  <a:pt x="1682689" y="38255"/>
                  <a:pt x="1686469" y="36832"/>
                </a:cubicBezTo>
                <a:cubicBezTo>
                  <a:pt x="1690250" y="35408"/>
                  <a:pt x="1694365" y="34696"/>
                  <a:pt x="1698813" y="34696"/>
                </a:cubicBezTo>
                <a:cubicBezTo>
                  <a:pt x="1707621" y="34696"/>
                  <a:pt x="1714360" y="37276"/>
                  <a:pt x="1719029" y="42436"/>
                </a:cubicBezTo>
                <a:cubicBezTo>
                  <a:pt x="1723701" y="47596"/>
                  <a:pt x="1726036" y="54891"/>
                  <a:pt x="1726036" y="64322"/>
                </a:cubicBezTo>
                <a:lnTo>
                  <a:pt x="1726036" y="67126"/>
                </a:lnTo>
                <a:cubicBezTo>
                  <a:pt x="1726036" y="67925"/>
                  <a:pt x="1725992" y="68459"/>
                  <a:pt x="1725904" y="68726"/>
                </a:cubicBezTo>
                <a:lnTo>
                  <a:pt x="1687604" y="68726"/>
                </a:lnTo>
                <a:moveTo>
                  <a:pt x="1708156" y="62721"/>
                </a:moveTo>
                <a:cubicBezTo>
                  <a:pt x="1707977" y="56049"/>
                  <a:pt x="1707153" y="50711"/>
                  <a:pt x="1705686" y="46708"/>
                </a:cubicBezTo>
                <a:cubicBezTo>
                  <a:pt x="1704218" y="42703"/>
                  <a:pt x="1701750" y="40701"/>
                  <a:pt x="1698280" y="40701"/>
                </a:cubicBezTo>
                <a:cubicBezTo>
                  <a:pt x="1696322" y="40701"/>
                  <a:pt x="1694676" y="41368"/>
                  <a:pt x="1693342" y="42703"/>
                </a:cubicBezTo>
                <a:cubicBezTo>
                  <a:pt x="1692007" y="44037"/>
                  <a:pt x="1690940" y="45750"/>
                  <a:pt x="1690139" y="47842"/>
                </a:cubicBezTo>
                <a:cubicBezTo>
                  <a:pt x="1689338" y="49933"/>
                  <a:pt x="1688737" y="52290"/>
                  <a:pt x="1688337" y="54914"/>
                </a:cubicBezTo>
                <a:cubicBezTo>
                  <a:pt x="1687938" y="57538"/>
                  <a:pt x="1687693" y="60141"/>
                  <a:pt x="1687604" y="62721"/>
                </a:cubicBezTo>
                <a:lnTo>
                  <a:pt x="1708156" y="62721"/>
                </a:lnTo>
                <a:close/>
                <a:moveTo>
                  <a:pt x="1758906" y="52980"/>
                </a:moveTo>
                <a:cubicBezTo>
                  <a:pt x="1761219" y="46841"/>
                  <a:pt x="1764021" y="42326"/>
                  <a:pt x="1767312" y="39434"/>
                </a:cubicBezTo>
                <a:cubicBezTo>
                  <a:pt x="1770604" y="36543"/>
                  <a:pt x="1774519" y="35097"/>
                  <a:pt x="1779057" y="35097"/>
                </a:cubicBezTo>
                <a:cubicBezTo>
                  <a:pt x="1779501" y="35097"/>
                  <a:pt x="1779878" y="35120"/>
                  <a:pt x="1780189" y="35164"/>
                </a:cubicBezTo>
                <a:cubicBezTo>
                  <a:pt x="1780501" y="35208"/>
                  <a:pt x="1780835" y="35229"/>
                  <a:pt x="1781191" y="35229"/>
                </a:cubicBezTo>
                <a:cubicBezTo>
                  <a:pt x="1780924" y="36564"/>
                  <a:pt x="1780723" y="37988"/>
                  <a:pt x="1780590" y="39502"/>
                </a:cubicBezTo>
                <a:cubicBezTo>
                  <a:pt x="1780457" y="41014"/>
                  <a:pt x="1780391" y="42793"/>
                  <a:pt x="1780391" y="44839"/>
                </a:cubicBezTo>
                <a:lnTo>
                  <a:pt x="1780391" y="49109"/>
                </a:lnTo>
                <a:cubicBezTo>
                  <a:pt x="1780391" y="49820"/>
                  <a:pt x="1780391" y="50576"/>
                  <a:pt x="1780391" y="51377"/>
                </a:cubicBezTo>
                <a:cubicBezTo>
                  <a:pt x="1780391" y="52178"/>
                  <a:pt x="1780435" y="52934"/>
                  <a:pt x="1780523" y="53646"/>
                </a:cubicBezTo>
                <a:lnTo>
                  <a:pt x="1779324" y="54715"/>
                </a:lnTo>
                <a:cubicBezTo>
                  <a:pt x="1778433" y="54180"/>
                  <a:pt x="1777432" y="53734"/>
                  <a:pt x="1776320" y="53379"/>
                </a:cubicBezTo>
                <a:cubicBezTo>
                  <a:pt x="1775208" y="53023"/>
                  <a:pt x="1773941" y="52845"/>
                  <a:pt x="1772516" y="52845"/>
                </a:cubicBezTo>
                <a:cubicBezTo>
                  <a:pt x="1768513" y="52845"/>
                  <a:pt x="1765355" y="54158"/>
                  <a:pt x="1763042" y="56783"/>
                </a:cubicBezTo>
                <a:cubicBezTo>
                  <a:pt x="1760729" y="59407"/>
                  <a:pt x="1759572" y="62499"/>
                  <a:pt x="1759572" y="66057"/>
                </a:cubicBezTo>
                <a:lnTo>
                  <a:pt x="1759572" y="71396"/>
                </a:lnTo>
                <a:cubicBezTo>
                  <a:pt x="1759572" y="76822"/>
                  <a:pt x="1759638" y="81937"/>
                  <a:pt x="1759771" y="86741"/>
                </a:cubicBezTo>
                <a:cubicBezTo>
                  <a:pt x="1759906" y="91545"/>
                  <a:pt x="1760196" y="96172"/>
                  <a:pt x="1760641" y="100620"/>
                </a:cubicBezTo>
                <a:cubicBezTo>
                  <a:pt x="1759484" y="100442"/>
                  <a:pt x="1758039" y="100353"/>
                  <a:pt x="1756304" y="100353"/>
                </a:cubicBezTo>
                <a:cubicBezTo>
                  <a:pt x="1754569" y="100353"/>
                  <a:pt x="1752678" y="100353"/>
                  <a:pt x="1750631" y="100353"/>
                </a:cubicBezTo>
                <a:cubicBezTo>
                  <a:pt x="1748585" y="100353"/>
                  <a:pt x="1746717" y="100353"/>
                  <a:pt x="1745027" y="100353"/>
                </a:cubicBezTo>
                <a:cubicBezTo>
                  <a:pt x="1743337" y="100353"/>
                  <a:pt x="1741869" y="100442"/>
                  <a:pt x="1740622" y="100620"/>
                </a:cubicBezTo>
                <a:cubicBezTo>
                  <a:pt x="1741068" y="96172"/>
                  <a:pt x="1741357" y="91545"/>
                  <a:pt x="1741490" y="86741"/>
                </a:cubicBezTo>
                <a:cubicBezTo>
                  <a:pt x="1741623" y="81937"/>
                  <a:pt x="1741689" y="76822"/>
                  <a:pt x="1741689" y="71396"/>
                </a:cubicBezTo>
                <a:lnTo>
                  <a:pt x="1741689" y="66057"/>
                </a:lnTo>
                <a:cubicBezTo>
                  <a:pt x="1741689" y="60631"/>
                  <a:pt x="1741623" y="55538"/>
                  <a:pt x="1741490" y="50778"/>
                </a:cubicBezTo>
                <a:cubicBezTo>
                  <a:pt x="1741357" y="46018"/>
                  <a:pt x="1741068" y="41235"/>
                  <a:pt x="1740622" y="36431"/>
                </a:cubicBezTo>
                <a:cubicBezTo>
                  <a:pt x="1742135" y="36609"/>
                  <a:pt x="1743669" y="36765"/>
                  <a:pt x="1745226" y="36899"/>
                </a:cubicBezTo>
                <a:cubicBezTo>
                  <a:pt x="1746783" y="37032"/>
                  <a:pt x="1748318" y="37099"/>
                  <a:pt x="1749830" y="37099"/>
                </a:cubicBezTo>
                <a:cubicBezTo>
                  <a:pt x="1751343" y="37099"/>
                  <a:pt x="1752877" y="37032"/>
                  <a:pt x="1754434" y="36899"/>
                </a:cubicBezTo>
                <a:cubicBezTo>
                  <a:pt x="1755991" y="36765"/>
                  <a:pt x="1757526" y="36609"/>
                  <a:pt x="1759038" y="36431"/>
                </a:cubicBezTo>
                <a:lnTo>
                  <a:pt x="1758639" y="52713"/>
                </a:lnTo>
                <a:lnTo>
                  <a:pt x="1758906" y="52980"/>
                </a:lnTo>
                <a:close/>
                <a:moveTo>
                  <a:pt x="1939594" y="65391"/>
                </a:moveTo>
                <a:cubicBezTo>
                  <a:pt x="1939594" y="57561"/>
                  <a:pt x="1938615" y="51488"/>
                  <a:pt x="1936658" y="47174"/>
                </a:cubicBezTo>
                <a:cubicBezTo>
                  <a:pt x="1934700" y="42859"/>
                  <a:pt x="1931453" y="40701"/>
                  <a:pt x="1926916" y="40701"/>
                </a:cubicBezTo>
                <a:cubicBezTo>
                  <a:pt x="1922823" y="40701"/>
                  <a:pt x="1919598" y="43103"/>
                  <a:pt x="1917240" y="47907"/>
                </a:cubicBezTo>
                <a:cubicBezTo>
                  <a:pt x="1914883" y="52712"/>
                  <a:pt x="1913705" y="60229"/>
                  <a:pt x="1913705" y="70461"/>
                </a:cubicBezTo>
                <a:cubicBezTo>
                  <a:pt x="1913705" y="74197"/>
                  <a:pt x="1913927" y="77667"/>
                  <a:pt x="1914371" y="80870"/>
                </a:cubicBezTo>
                <a:cubicBezTo>
                  <a:pt x="1914816" y="84073"/>
                  <a:pt x="1915550" y="86853"/>
                  <a:pt x="1916574" y="89211"/>
                </a:cubicBezTo>
                <a:cubicBezTo>
                  <a:pt x="1917597" y="91568"/>
                  <a:pt x="1918932" y="93414"/>
                  <a:pt x="1920577" y="94750"/>
                </a:cubicBezTo>
                <a:cubicBezTo>
                  <a:pt x="1922224" y="96084"/>
                  <a:pt x="1924293" y="96751"/>
                  <a:pt x="1926784" y="96751"/>
                </a:cubicBezTo>
                <a:cubicBezTo>
                  <a:pt x="1935324" y="96751"/>
                  <a:pt x="1939594" y="86298"/>
                  <a:pt x="1939594" y="65391"/>
                </a:cubicBezTo>
                <a:moveTo>
                  <a:pt x="1893955" y="70327"/>
                </a:moveTo>
                <a:cubicBezTo>
                  <a:pt x="1893955" y="64366"/>
                  <a:pt x="1894867" y="59162"/>
                  <a:pt x="1896690" y="54715"/>
                </a:cubicBezTo>
                <a:cubicBezTo>
                  <a:pt x="1898514" y="50266"/>
                  <a:pt x="1900939" y="46552"/>
                  <a:pt x="1903963" y="43572"/>
                </a:cubicBezTo>
                <a:cubicBezTo>
                  <a:pt x="1906988" y="40591"/>
                  <a:pt x="1910479" y="38367"/>
                  <a:pt x="1914438" y="36899"/>
                </a:cubicBezTo>
                <a:cubicBezTo>
                  <a:pt x="1918398" y="35430"/>
                  <a:pt x="1922468" y="34696"/>
                  <a:pt x="1926649" y="34696"/>
                </a:cubicBezTo>
                <a:cubicBezTo>
                  <a:pt x="1937059" y="34696"/>
                  <a:pt x="1945110" y="37632"/>
                  <a:pt x="1950804" y="43505"/>
                </a:cubicBezTo>
                <a:cubicBezTo>
                  <a:pt x="1956497" y="49376"/>
                  <a:pt x="1959344" y="57339"/>
                  <a:pt x="1959344" y="67392"/>
                </a:cubicBezTo>
                <a:cubicBezTo>
                  <a:pt x="1959344" y="72818"/>
                  <a:pt x="1958543" y="77712"/>
                  <a:pt x="1956941" y="82072"/>
                </a:cubicBezTo>
                <a:cubicBezTo>
                  <a:pt x="1955340" y="86431"/>
                  <a:pt x="1953094" y="90145"/>
                  <a:pt x="1950203" y="93214"/>
                </a:cubicBezTo>
                <a:cubicBezTo>
                  <a:pt x="1947311" y="96284"/>
                  <a:pt x="1943864" y="98574"/>
                  <a:pt x="1939861" y="100087"/>
                </a:cubicBezTo>
                <a:cubicBezTo>
                  <a:pt x="1935857" y="101599"/>
                  <a:pt x="1931454" y="102355"/>
                  <a:pt x="1926649" y="102355"/>
                </a:cubicBezTo>
                <a:cubicBezTo>
                  <a:pt x="1922646" y="102355"/>
                  <a:pt x="1918709" y="101821"/>
                  <a:pt x="1914839" y="100753"/>
                </a:cubicBezTo>
                <a:cubicBezTo>
                  <a:pt x="1910969" y="99686"/>
                  <a:pt x="1907476" y="97885"/>
                  <a:pt x="1904362" y="95350"/>
                </a:cubicBezTo>
                <a:cubicBezTo>
                  <a:pt x="1901250" y="92815"/>
                  <a:pt x="1898737" y="89500"/>
                  <a:pt x="1896824" y="85407"/>
                </a:cubicBezTo>
                <a:cubicBezTo>
                  <a:pt x="1894911" y="81314"/>
                  <a:pt x="1893955" y="76287"/>
                  <a:pt x="1893955" y="70327"/>
                </a:cubicBezTo>
                <a:close/>
                <a:moveTo>
                  <a:pt x="2008360" y="37099"/>
                </a:moveTo>
                <a:cubicBezTo>
                  <a:pt x="2008094" y="38433"/>
                  <a:pt x="2007961" y="39634"/>
                  <a:pt x="2007961" y="40701"/>
                </a:cubicBezTo>
                <a:cubicBezTo>
                  <a:pt x="2007961" y="41858"/>
                  <a:pt x="2008094" y="42970"/>
                  <a:pt x="2008360" y="44038"/>
                </a:cubicBezTo>
                <a:lnTo>
                  <a:pt x="1996617" y="43772"/>
                </a:lnTo>
                <a:cubicBezTo>
                  <a:pt x="1996439" y="45817"/>
                  <a:pt x="1996283" y="48175"/>
                  <a:pt x="1996150" y="50844"/>
                </a:cubicBezTo>
                <a:cubicBezTo>
                  <a:pt x="1996017" y="53512"/>
                  <a:pt x="1995928" y="56226"/>
                  <a:pt x="1995884" y="58985"/>
                </a:cubicBezTo>
                <a:cubicBezTo>
                  <a:pt x="1995839" y="61742"/>
                  <a:pt x="1995794" y="64411"/>
                  <a:pt x="1995749" y="66991"/>
                </a:cubicBezTo>
                <a:cubicBezTo>
                  <a:pt x="1995704" y="69572"/>
                  <a:pt x="1995682" y="71751"/>
                  <a:pt x="1995682" y="73530"/>
                </a:cubicBezTo>
                <a:cubicBezTo>
                  <a:pt x="1995682" y="78156"/>
                  <a:pt x="1995793" y="81893"/>
                  <a:pt x="1996016" y="84739"/>
                </a:cubicBezTo>
                <a:cubicBezTo>
                  <a:pt x="1996239" y="87586"/>
                  <a:pt x="1996617" y="89766"/>
                  <a:pt x="1997150" y="91280"/>
                </a:cubicBezTo>
                <a:cubicBezTo>
                  <a:pt x="1997685" y="92792"/>
                  <a:pt x="1998441" y="93815"/>
                  <a:pt x="1999419" y="94349"/>
                </a:cubicBezTo>
                <a:cubicBezTo>
                  <a:pt x="2000397" y="94882"/>
                  <a:pt x="2001643" y="95149"/>
                  <a:pt x="2003155" y="95149"/>
                </a:cubicBezTo>
                <a:cubicBezTo>
                  <a:pt x="2004847" y="95149"/>
                  <a:pt x="2006092" y="95037"/>
                  <a:pt x="2006892" y="94815"/>
                </a:cubicBezTo>
                <a:cubicBezTo>
                  <a:pt x="2007693" y="94592"/>
                  <a:pt x="2008494" y="94259"/>
                  <a:pt x="2009294" y="93815"/>
                </a:cubicBezTo>
                <a:lnTo>
                  <a:pt x="2009294" y="99286"/>
                </a:lnTo>
                <a:cubicBezTo>
                  <a:pt x="2007515" y="100087"/>
                  <a:pt x="2005290" y="100799"/>
                  <a:pt x="2002622" y="101420"/>
                </a:cubicBezTo>
                <a:cubicBezTo>
                  <a:pt x="1999953" y="102044"/>
                  <a:pt x="1997329" y="102355"/>
                  <a:pt x="1994749" y="102355"/>
                </a:cubicBezTo>
                <a:cubicBezTo>
                  <a:pt x="1983451" y="102355"/>
                  <a:pt x="1977802" y="95594"/>
                  <a:pt x="1977802" y="82072"/>
                </a:cubicBezTo>
                <a:cubicBezTo>
                  <a:pt x="1977802" y="79491"/>
                  <a:pt x="1977846" y="76577"/>
                  <a:pt x="1977934" y="73330"/>
                </a:cubicBezTo>
                <a:cubicBezTo>
                  <a:pt x="1978023" y="70083"/>
                  <a:pt x="1978135" y="66747"/>
                  <a:pt x="1978268" y="63322"/>
                </a:cubicBezTo>
                <a:cubicBezTo>
                  <a:pt x="1978401" y="59897"/>
                  <a:pt x="1978511" y="56516"/>
                  <a:pt x="1978600" y="53179"/>
                </a:cubicBezTo>
                <a:cubicBezTo>
                  <a:pt x="1978689" y="49842"/>
                  <a:pt x="1978734" y="46751"/>
                  <a:pt x="1978734" y="43904"/>
                </a:cubicBezTo>
                <a:lnTo>
                  <a:pt x="1969394" y="44038"/>
                </a:lnTo>
                <a:cubicBezTo>
                  <a:pt x="1969660" y="42970"/>
                  <a:pt x="1969793" y="41858"/>
                  <a:pt x="1969793" y="40701"/>
                </a:cubicBezTo>
                <a:cubicBezTo>
                  <a:pt x="1969793" y="39634"/>
                  <a:pt x="1969660" y="38433"/>
                  <a:pt x="1969394" y="37099"/>
                </a:cubicBezTo>
                <a:lnTo>
                  <a:pt x="1978734" y="37500"/>
                </a:lnTo>
                <a:cubicBezTo>
                  <a:pt x="1978734" y="34741"/>
                  <a:pt x="1978689" y="32162"/>
                  <a:pt x="1978600" y="29760"/>
                </a:cubicBezTo>
                <a:cubicBezTo>
                  <a:pt x="1978511" y="27357"/>
                  <a:pt x="1978378" y="24466"/>
                  <a:pt x="1978201" y="21086"/>
                </a:cubicBezTo>
                <a:cubicBezTo>
                  <a:pt x="1981315" y="19839"/>
                  <a:pt x="1984384" y="18527"/>
                  <a:pt x="1987409" y="17147"/>
                </a:cubicBezTo>
                <a:cubicBezTo>
                  <a:pt x="1990433" y="15768"/>
                  <a:pt x="1993458" y="14322"/>
                  <a:pt x="1996484" y="12810"/>
                </a:cubicBezTo>
                <a:lnTo>
                  <a:pt x="1997818" y="13745"/>
                </a:lnTo>
                <a:cubicBezTo>
                  <a:pt x="1997640" y="15169"/>
                  <a:pt x="1997484" y="16837"/>
                  <a:pt x="1997350" y="18750"/>
                </a:cubicBezTo>
                <a:cubicBezTo>
                  <a:pt x="1997217" y="20663"/>
                  <a:pt x="1997084" y="22664"/>
                  <a:pt x="1996951" y="24755"/>
                </a:cubicBezTo>
                <a:cubicBezTo>
                  <a:pt x="1996818" y="26845"/>
                  <a:pt x="1996729" y="28981"/>
                  <a:pt x="1996684" y="31161"/>
                </a:cubicBezTo>
                <a:cubicBezTo>
                  <a:pt x="1996639" y="33340"/>
                  <a:pt x="1996617" y="35408"/>
                  <a:pt x="1996617" y="37366"/>
                </a:cubicBezTo>
                <a:lnTo>
                  <a:pt x="2008360" y="37099"/>
                </a:lnTo>
                <a:close/>
                <a:moveTo>
                  <a:pt x="2021212" y="46172"/>
                </a:moveTo>
                <a:cubicBezTo>
                  <a:pt x="2021212" y="37454"/>
                  <a:pt x="2021123" y="29448"/>
                  <a:pt x="2020946" y="22153"/>
                </a:cubicBezTo>
                <a:cubicBezTo>
                  <a:pt x="2020768" y="14857"/>
                  <a:pt x="2020500" y="7473"/>
                  <a:pt x="2020143" y="0"/>
                </a:cubicBezTo>
                <a:cubicBezTo>
                  <a:pt x="2021300" y="178"/>
                  <a:pt x="2022768" y="334"/>
                  <a:pt x="2024548" y="468"/>
                </a:cubicBezTo>
                <a:cubicBezTo>
                  <a:pt x="2026328" y="601"/>
                  <a:pt x="2028196" y="668"/>
                  <a:pt x="2030154" y="668"/>
                </a:cubicBezTo>
                <a:cubicBezTo>
                  <a:pt x="2032110" y="668"/>
                  <a:pt x="2033978" y="601"/>
                  <a:pt x="2035757" y="468"/>
                </a:cubicBezTo>
                <a:cubicBezTo>
                  <a:pt x="2037537" y="334"/>
                  <a:pt x="2039005" y="178"/>
                  <a:pt x="2040162" y="0"/>
                </a:cubicBezTo>
                <a:cubicBezTo>
                  <a:pt x="2039806" y="7473"/>
                  <a:pt x="2039540" y="14857"/>
                  <a:pt x="2039362" y="22153"/>
                </a:cubicBezTo>
                <a:cubicBezTo>
                  <a:pt x="2039184" y="29448"/>
                  <a:pt x="2039095" y="37454"/>
                  <a:pt x="2039095" y="46172"/>
                </a:cubicBezTo>
                <a:lnTo>
                  <a:pt x="2039362" y="46439"/>
                </a:lnTo>
                <a:cubicBezTo>
                  <a:pt x="2041675" y="42703"/>
                  <a:pt x="2044499" y="39812"/>
                  <a:pt x="2047835" y="37767"/>
                </a:cubicBezTo>
                <a:cubicBezTo>
                  <a:pt x="2051171" y="35720"/>
                  <a:pt x="2054974" y="34696"/>
                  <a:pt x="2059244" y="34696"/>
                </a:cubicBezTo>
                <a:cubicBezTo>
                  <a:pt x="2065917" y="34696"/>
                  <a:pt x="2071056" y="36631"/>
                  <a:pt x="2074658" y="40501"/>
                </a:cubicBezTo>
                <a:cubicBezTo>
                  <a:pt x="2078261" y="44372"/>
                  <a:pt x="2080063" y="50622"/>
                  <a:pt x="2080063" y="59251"/>
                </a:cubicBezTo>
                <a:cubicBezTo>
                  <a:pt x="2080063" y="63788"/>
                  <a:pt x="2079974" y="67791"/>
                  <a:pt x="2079796" y="71261"/>
                </a:cubicBezTo>
                <a:cubicBezTo>
                  <a:pt x="2079618" y="74731"/>
                  <a:pt x="2079529" y="78201"/>
                  <a:pt x="2079529" y="81671"/>
                </a:cubicBezTo>
                <a:cubicBezTo>
                  <a:pt x="2079529" y="84517"/>
                  <a:pt x="2079596" y="87609"/>
                  <a:pt x="2079729" y="90946"/>
                </a:cubicBezTo>
                <a:cubicBezTo>
                  <a:pt x="2079863" y="94281"/>
                  <a:pt x="2080019" y="97506"/>
                  <a:pt x="2080197" y="100620"/>
                </a:cubicBezTo>
                <a:cubicBezTo>
                  <a:pt x="2079040" y="100442"/>
                  <a:pt x="2077572" y="100353"/>
                  <a:pt x="2075793" y="100353"/>
                </a:cubicBezTo>
                <a:cubicBezTo>
                  <a:pt x="2074013" y="100353"/>
                  <a:pt x="2072144" y="100353"/>
                  <a:pt x="2070187" y="100353"/>
                </a:cubicBezTo>
                <a:cubicBezTo>
                  <a:pt x="2068231" y="100353"/>
                  <a:pt x="2066363" y="100353"/>
                  <a:pt x="2064583" y="100353"/>
                </a:cubicBezTo>
                <a:cubicBezTo>
                  <a:pt x="2062803" y="100353"/>
                  <a:pt x="2061335" y="100442"/>
                  <a:pt x="2060178" y="100620"/>
                </a:cubicBezTo>
                <a:cubicBezTo>
                  <a:pt x="2060802" y="95994"/>
                  <a:pt x="2061202" y="90545"/>
                  <a:pt x="2061380" y="84273"/>
                </a:cubicBezTo>
                <a:cubicBezTo>
                  <a:pt x="2061558" y="78001"/>
                  <a:pt x="2061647" y="70817"/>
                  <a:pt x="2061647" y="62721"/>
                </a:cubicBezTo>
                <a:cubicBezTo>
                  <a:pt x="2061647" y="57116"/>
                  <a:pt x="2060690" y="53001"/>
                  <a:pt x="2058778" y="50377"/>
                </a:cubicBezTo>
                <a:cubicBezTo>
                  <a:pt x="2056865" y="47752"/>
                  <a:pt x="2054174" y="46439"/>
                  <a:pt x="2050704" y="46439"/>
                </a:cubicBezTo>
                <a:cubicBezTo>
                  <a:pt x="2046700" y="46439"/>
                  <a:pt x="2043765" y="48174"/>
                  <a:pt x="2041897" y="51644"/>
                </a:cubicBezTo>
                <a:cubicBezTo>
                  <a:pt x="2040029" y="55114"/>
                  <a:pt x="2039095" y="59918"/>
                  <a:pt x="2039095" y="66057"/>
                </a:cubicBezTo>
                <a:lnTo>
                  <a:pt x="2039095" y="71396"/>
                </a:lnTo>
                <a:cubicBezTo>
                  <a:pt x="2039095" y="72641"/>
                  <a:pt x="2039117" y="74442"/>
                  <a:pt x="2039160" y="76800"/>
                </a:cubicBezTo>
                <a:cubicBezTo>
                  <a:pt x="2039205" y="79158"/>
                  <a:pt x="2039271" y="81738"/>
                  <a:pt x="2039360" y="84540"/>
                </a:cubicBezTo>
                <a:cubicBezTo>
                  <a:pt x="2039449" y="87342"/>
                  <a:pt x="2039561" y="90188"/>
                  <a:pt x="2039694" y="93080"/>
                </a:cubicBezTo>
                <a:cubicBezTo>
                  <a:pt x="2039828" y="95971"/>
                  <a:pt x="2039984" y="98485"/>
                  <a:pt x="2040162" y="100620"/>
                </a:cubicBezTo>
                <a:cubicBezTo>
                  <a:pt x="2039005" y="100442"/>
                  <a:pt x="2037537" y="100353"/>
                  <a:pt x="2035757" y="100353"/>
                </a:cubicBezTo>
                <a:cubicBezTo>
                  <a:pt x="2033978" y="100353"/>
                  <a:pt x="2032110" y="100353"/>
                  <a:pt x="2030154" y="100353"/>
                </a:cubicBezTo>
                <a:cubicBezTo>
                  <a:pt x="2028196" y="100353"/>
                  <a:pt x="2026328" y="100353"/>
                  <a:pt x="2024548" y="100353"/>
                </a:cubicBezTo>
                <a:cubicBezTo>
                  <a:pt x="2022768" y="100353"/>
                  <a:pt x="2021300" y="100442"/>
                  <a:pt x="2020143" y="100620"/>
                </a:cubicBezTo>
                <a:cubicBezTo>
                  <a:pt x="2020500" y="93415"/>
                  <a:pt x="2020768" y="86164"/>
                  <a:pt x="2020946" y="78869"/>
                </a:cubicBezTo>
                <a:cubicBezTo>
                  <a:pt x="2021123" y="71574"/>
                  <a:pt x="2021212" y="63566"/>
                  <a:pt x="2021212" y="54847"/>
                </a:cubicBezTo>
                <a:lnTo>
                  <a:pt x="2021212" y="46172"/>
                </a:lnTo>
                <a:close/>
                <a:moveTo>
                  <a:pt x="2113865" y="68726"/>
                </a:moveTo>
                <a:cubicBezTo>
                  <a:pt x="2113865" y="72284"/>
                  <a:pt x="2114221" y="75620"/>
                  <a:pt x="2114932" y="78734"/>
                </a:cubicBezTo>
                <a:cubicBezTo>
                  <a:pt x="2115645" y="81849"/>
                  <a:pt x="2116735" y="84540"/>
                  <a:pt x="2118202" y="86808"/>
                </a:cubicBezTo>
                <a:cubicBezTo>
                  <a:pt x="2119670" y="89077"/>
                  <a:pt x="2121538" y="90856"/>
                  <a:pt x="2123806" y="92147"/>
                </a:cubicBezTo>
                <a:cubicBezTo>
                  <a:pt x="2126076" y="93437"/>
                  <a:pt x="2128723" y="94082"/>
                  <a:pt x="2131747" y="94082"/>
                </a:cubicBezTo>
                <a:cubicBezTo>
                  <a:pt x="2137886" y="94082"/>
                  <a:pt x="2143358" y="92080"/>
                  <a:pt x="2148162" y="88077"/>
                </a:cubicBezTo>
                <a:lnTo>
                  <a:pt x="2149762" y="89278"/>
                </a:lnTo>
                <a:lnTo>
                  <a:pt x="2146826" y="96751"/>
                </a:lnTo>
                <a:cubicBezTo>
                  <a:pt x="2144602" y="98441"/>
                  <a:pt x="2141934" y="99798"/>
                  <a:pt x="2138819" y="100820"/>
                </a:cubicBezTo>
                <a:cubicBezTo>
                  <a:pt x="2135705" y="101843"/>
                  <a:pt x="2131613" y="102355"/>
                  <a:pt x="2126543" y="102355"/>
                </a:cubicBezTo>
                <a:cubicBezTo>
                  <a:pt x="2122184" y="102355"/>
                  <a:pt x="2118047" y="101754"/>
                  <a:pt x="2114132" y="100553"/>
                </a:cubicBezTo>
                <a:cubicBezTo>
                  <a:pt x="2110218" y="99353"/>
                  <a:pt x="2106771" y="97374"/>
                  <a:pt x="2103789" y="94615"/>
                </a:cubicBezTo>
                <a:cubicBezTo>
                  <a:pt x="2100810" y="91857"/>
                  <a:pt x="2098452" y="88365"/>
                  <a:pt x="2096718" y="84139"/>
                </a:cubicBezTo>
                <a:cubicBezTo>
                  <a:pt x="2094983" y="79913"/>
                  <a:pt x="2094115" y="74864"/>
                  <a:pt x="2094115" y="68993"/>
                </a:cubicBezTo>
                <a:cubicBezTo>
                  <a:pt x="2094115" y="63210"/>
                  <a:pt x="2094893" y="58184"/>
                  <a:pt x="2096449" y="53914"/>
                </a:cubicBezTo>
                <a:cubicBezTo>
                  <a:pt x="2098006" y="49644"/>
                  <a:pt x="2100164" y="46085"/>
                  <a:pt x="2102922" y="43238"/>
                </a:cubicBezTo>
                <a:cubicBezTo>
                  <a:pt x="2105680" y="40390"/>
                  <a:pt x="2108950" y="38255"/>
                  <a:pt x="2112731" y="36832"/>
                </a:cubicBezTo>
                <a:cubicBezTo>
                  <a:pt x="2116511" y="35408"/>
                  <a:pt x="2120626" y="34696"/>
                  <a:pt x="2125075" y="34696"/>
                </a:cubicBezTo>
                <a:cubicBezTo>
                  <a:pt x="2133882" y="34696"/>
                  <a:pt x="2140621" y="37276"/>
                  <a:pt x="2145291" y="42436"/>
                </a:cubicBezTo>
                <a:cubicBezTo>
                  <a:pt x="2149962" y="47596"/>
                  <a:pt x="2152297" y="54891"/>
                  <a:pt x="2152297" y="64322"/>
                </a:cubicBezTo>
                <a:lnTo>
                  <a:pt x="2152297" y="67126"/>
                </a:lnTo>
                <a:cubicBezTo>
                  <a:pt x="2152297" y="67925"/>
                  <a:pt x="2152253" y="68459"/>
                  <a:pt x="2152165" y="68726"/>
                </a:cubicBezTo>
                <a:lnTo>
                  <a:pt x="2113865" y="68726"/>
                </a:lnTo>
                <a:moveTo>
                  <a:pt x="2134417" y="62721"/>
                </a:moveTo>
                <a:cubicBezTo>
                  <a:pt x="2134238" y="56049"/>
                  <a:pt x="2133414" y="50711"/>
                  <a:pt x="2131947" y="46708"/>
                </a:cubicBezTo>
                <a:cubicBezTo>
                  <a:pt x="2130480" y="42703"/>
                  <a:pt x="2128011" y="40701"/>
                  <a:pt x="2124541" y="40701"/>
                </a:cubicBezTo>
                <a:cubicBezTo>
                  <a:pt x="2122584" y="40701"/>
                  <a:pt x="2120938" y="41368"/>
                  <a:pt x="2119603" y="42703"/>
                </a:cubicBezTo>
                <a:cubicBezTo>
                  <a:pt x="2118269" y="44037"/>
                  <a:pt x="2117201" y="45750"/>
                  <a:pt x="2116400" y="47842"/>
                </a:cubicBezTo>
                <a:cubicBezTo>
                  <a:pt x="2115599" y="49933"/>
                  <a:pt x="2114998" y="52290"/>
                  <a:pt x="2114598" y="54914"/>
                </a:cubicBezTo>
                <a:cubicBezTo>
                  <a:pt x="2114199" y="57538"/>
                  <a:pt x="2113955" y="60141"/>
                  <a:pt x="2113865" y="62721"/>
                </a:cubicBezTo>
                <a:lnTo>
                  <a:pt x="2134417" y="62721"/>
                </a:lnTo>
                <a:close/>
                <a:moveTo>
                  <a:pt x="2185168" y="52980"/>
                </a:moveTo>
                <a:cubicBezTo>
                  <a:pt x="2187481" y="46841"/>
                  <a:pt x="2190283" y="42326"/>
                  <a:pt x="2193573" y="39434"/>
                </a:cubicBezTo>
                <a:cubicBezTo>
                  <a:pt x="2196865" y="36543"/>
                  <a:pt x="2200780" y="35097"/>
                  <a:pt x="2205319" y="35097"/>
                </a:cubicBezTo>
                <a:cubicBezTo>
                  <a:pt x="2205762" y="35097"/>
                  <a:pt x="2206140" y="35120"/>
                  <a:pt x="2206451" y="35164"/>
                </a:cubicBezTo>
                <a:cubicBezTo>
                  <a:pt x="2206763" y="35208"/>
                  <a:pt x="2207097" y="35229"/>
                  <a:pt x="2207453" y="35229"/>
                </a:cubicBezTo>
                <a:cubicBezTo>
                  <a:pt x="2207185" y="36564"/>
                  <a:pt x="2206985" y="37988"/>
                  <a:pt x="2206852" y="39502"/>
                </a:cubicBezTo>
                <a:cubicBezTo>
                  <a:pt x="2206719" y="41014"/>
                  <a:pt x="2206652" y="42793"/>
                  <a:pt x="2206652" y="44839"/>
                </a:cubicBezTo>
                <a:lnTo>
                  <a:pt x="2206652" y="49109"/>
                </a:lnTo>
                <a:cubicBezTo>
                  <a:pt x="2206652" y="49820"/>
                  <a:pt x="2206652" y="50576"/>
                  <a:pt x="2206652" y="51377"/>
                </a:cubicBezTo>
                <a:cubicBezTo>
                  <a:pt x="2206652" y="52178"/>
                  <a:pt x="2206696" y="52934"/>
                  <a:pt x="2206785" y="53646"/>
                </a:cubicBezTo>
                <a:lnTo>
                  <a:pt x="2205585" y="54715"/>
                </a:lnTo>
                <a:cubicBezTo>
                  <a:pt x="2204695" y="54180"/>
                  <a:pt x="2203694" y="53734"/>
                  <a:pt x="2202582" y="53379"/>
                </a:cubicBezTo>
                <a:cubicBezTo>
                  <a:pt x="2201470" y="53023"/>
                  <a:pt x="2200202" y="52845"/>
                  <a:pt x="2198778" y="52845"/>
                </a:cubicBezTo>
                <a:cubicBezTo>
                  <a:pt x="2194775" y="52845"/>
                  <a:pt x="2191616" y="54158"/>
                  <a:pt x="2189303" y="56783"/>
                </a:cubicBezTo>
                <a:cubicBezTo>
                  <a:pt x="2186990" y="59407"/>
                  <a:pt x="2185833" y="62499"/>
                  <a:pt x="2185833" y="66057"/>
                </a:cubicBezTo>
                <a:lnTo>
                  <a:pt x="2185833" y="71396"/>
                </a:lnTo>
                <a:cubicBezTo>
                  <a:pt x="2185833" y="76822"/>
                  <a:pt x="2185900" y="81937"/>
                  <a:pt x="2186033" y="86741"/>
                </a:cubicBezTo>
                <a:cubicBezTo>
                  <a:pt x="2186167" y="91545"/>
                  <a:pt x="2186457" y="96172"/>
                  <a:pt x="2186903" y="100620"/>
                </a:cubicBezTo>
                <a:cubicBezTo>
                  <a:pt x="2185746" y="100442"/>
                  <a:pt x="2184300" y="100353"/>
                  <a:pt x="2182565" y="100353"/>
                </a:cubicBezTo>
                <a:cubicBezTo>
                  <a:pt x="2180830" y="100353"/>
                  <a:pt x="2178939" y="100353"/>
                  <a:pt x="2176892" y="100353"/>
                </a:cubicBezTo>
                <a:cubicBezTo>
                  <a:pt x="2174846" y="100353"/>
                  <a:pt x="2172979" y="100353"/>
                  <a:pt x="2171288" y="100353"/>
                </a:cubicBezTo>
                <a:cubicBezTo>
                  <a:pt x="2169598" y="100353"/>
                  <a:pt x="2168130" y="100442"/>
                  <a:pt x="2166884" y="100620"/>
                </a:cubicBezTo>
                <a:cubicBezTo>
                  <a:pt x="2167329" y="96172"/>
                  <a:pt x="2167618" y="91545"/>
                  <a:pt x="2167751" y="86741"/>
                </a:cubicBezTo>
                <a:cubicBezTo>
                  <a:pt x="2167884" y="81937"/>
                  <a:pt x="2167951" y="76822"/>
                  <a:pt x="2167951" y="71396"/>
                </a:cubicBezTo>
                <a:lnTo>
                  <a:pt x="2167951" y="66057"/>
                </a:lnTo>
                <a:cubicBezTo>
                  <a:pt x="2167951" y="60631"/>
                  <a:pt x="2167884" y="55538"/>
                  <a:pt x="2167751" y="50778"/>
                </a:cubicBezTo>
                <a:cubicBezTo>
                  <a:pt x="2167618" y="46018"/>
                  <a:pt x="2167329" y="41235"/>
                  <a:pt x="2166884" y="36431"/>
                </a:cubicBezTo>
                <a:cubicBezTo>
                  <a:pt x="2168396" y="36609"/>
                  <a:pt x="2169931" y="36765"/>
                  <a:pt x="2171488" y="36899"/>
                </a:cubicBezTo>
                <a:cubicBezTo>
                  <a:pt x="2173045" y="37032"/>
                  <a:pt x="2174580" y="37099"/>
                  <a:pt x="2176092" y="37099"/>
                </a:cubicBezTo>
                <a:cubicBezTo>
                  <a:pt x="2177604" y="37099"/>
                  <a:pt x="2179139" y="37032"/>
                  <a:pt x="2180696" y="36899"/>
                </a:cubicBezTo>
                <a:cubicBezTo>
                  <a:pt x="2182253" y="36765"/>
                  <a:pt x="2183788" y="36609"/>
                  <a:pt x="2185300" y="36431"/>
                </a:cubicBezTo>
                <a:lnTo>
                  <a:pt x="2184901" y="52713"/>
                </a:lnTo>
                <a:lnTo>
                  <a:pt x="2185168" y="52980"/>
                </a:lnTo>
                <a:close/>
                <a:moveTo>
                  <a:pt x="2222439" y="84206"/>
                </a:moveTo>
                <a:cubicBezTo>
                  <a:pt x="2222973" y="85630"/>
                  <a:pt x="2223662" y="86987"/>
                  <a:pt x="2224506" y="88276"/>
                </a:cubicBezTo>
                <a:cubicBezTo>
                  <a:pt x="2225352" y="89566"/>
                  <a:pt x="2226397" y="90723"/>
                  <a:pt x="2227642" y="91746"/>
                </a:cubicBezTo>
                <a:cubicBezTo>
                  <a:pt x="2228888" y="92770"/>
                  <a:pt x="2230379" y="93593"/>
                  <a:pt x="2232114" y="94216"/>
                </a:cubicBezTo>
                <a:cubicBezTo>
                  <a:pt x="2233849" y="94838"/>
                  <a:pt x="2235873" y="95149"/>
                  <a:pt x="2238186" y="95149"/>
                </a:cubicBezTo>
                <a:cubicBezTo>
                  <a:pt x="2241300" y="95149"/>
                  <a:pt x="2243702" y="94349"/>
                  <a:pt x="2245392" y="92748"/>
                </a:cubicBezTo>
                <a:cubicBezTo>
                  <a:pt x="2247082" y="91146"/>
                  <a:pt x="2247927" y="89411"/>
                  <a:pt x="2247927" y="87543"/>
                </a:cubicBezTo>
                <a:cubicBezTo>
                  <a:pt x="2247927" y="85496"/>
                  <a:pt x="2247171" y="83850"/>
                  <a:pt x="2245659" y="82605"/>
                </a:cubicBezTo>
                <a:cubicBezTo>
                  <a:pt x="2244147" y="81359"/>
                  <a:pt x="2242256" y="80225"/>
                  <a:pt x="2239988" y="79203"/>
                </a:cubicBezTo>
                <a:cubicBezTo>
                  <a:pt x="2237719" y="78179"/>
                  <a:pt x="2235251" y="77134"/>
                  <a:pt x="2232582" y="76067"/>
                </a:cubicBezTo>
                <a:cubicBezTo>
                  <a:pt x="2229913" y="74999"/>
                  <a:pt x="2227444" y="73642"/>
                  <a:pt x="2225174" y="71996"/>
                </a:cubicBezTo>
                <a:cubicBezTo>
                  <a:pt x="2222906" y="70350"/>
                  <a:pt x="2221015" y="68281"/>
                  <a:pt x="2219503" y="65790"/>
                </a:cubicBezTo>
                <a:cubicBezTo>
                  <a:pt x="2217991" y="63299"/>
                  <a:pt x="2217235" y="60096"/>
                  <a:pt x="2217235" y="56183"/>
                </a:cubicBezTo>
                <a:cubicBezTo>
                  <a:pt x="2217235" y="52445"/>
                  <a:pt x="2217924" y="49220"/>
                  <a:pt x="2219303" y="46506"/>
                </a:cubicBezTo>
                <a:cubicBezTo>
                  <a:pt x="2220683" y="43793"/>
                  <a:pt x="2222484" y="41568"/>
                  <a:pt x="2224708" y="39834"/>
                </a:cubicBezTo>
                <a:cubicBezTo>
                  <a:pt x="2226931" y="38099"/>
                  <a:pt x="2229444" y="36809"/>
                  <a:pt x="2232246" y="35965"/>
                </a:cubicBezTo>
                <a:cubicBezTo>
                  <a:pt x="2235049" y="35119"/>
                  <a:pt x="2237830" y="34696"/>
                  <a:pt x="2240589" y="34696"/>
                </a:cubicBezTo>
                <a:cubicBezTo>
                  <a:pt x="2244324" y="34696"/>
                  <a:pt x="2247638" y="35230"/>
                  <a:pt x="2250530" y="36299"/>
                </a:cubicBezTo>
                <a:cubicBezTo>
                  <a:pt x="2253421" y="37366"/>
                  <a:pt x="2256379" y="38922"/>
                  <a:pt x="2259404" y="40968"/>
                </a:cubicBezTo>
                <a:cubicBezTo>
                  <a:pt x="2258604" y="42747"/>
                  <a:pt x="2257937" y="44661"/>
                  <a:pt x="2257402" y="46708"/>
                </a:cubicBezTo>
                <a:cubicBezTo>
                  <a:pt x="2256869" y="48754"/>
                  <a:pt x="2256469" y="50755"/>
                  <a:pt x="2256203" y="52713"/>
                </a:cubicBezTo>
                <a:lnTo>
                  <a:pt x="2252466" y="52713"/>
                </a:lnTo>
                <a:cubicBezTo>
                  <a:pt x="2252199" y="51645"/>
                  <a:pt x="2251753" y="50466"/>
                  <a:pt x="2251130" y="49176"/>
                </a:cubicBezTo>
                <a:cubicBezTo>
                  <a:pt x="2250507" y="47886"/>
                  <a:pt x="2249662" y="46663"/>
                  <a:pt x="2248595" y="45507"/>
                </a:cubicBezTo>
                <a:cubicBezTo>
                  <a:pt x="2247528" y="44350"/>
                  <a:pt x="2246238" y="43394"/>
                  <a:pt x="2244724" y="42637"/>
                </a:cubicBezTo>
                <a:cubicBezTo>
                  <a:pt x="2243212" y="41881"/>
                  <a:pt x="2241389" y="41503"/>
                  <a:pt x="2239255" y="41503"/>
                </a:cubicBezTo>
                <a:cubicBezTo>
                  <a:pt x="2236585" y="41503"/>
                  <a:pt x="2234337" y="42215"/>
                  <a:pt x="2232513" y="43639"/>
                </a:cubicBezTo>
                <a:cubicBezTo>
                  <a:pt x="2230690" y="45062"/>
                  <a:pt x="2229778" y="46930"/>
                  <a:pt x="2229778" y="49243"/>
                </a:cubicBezTo>
                <a:cubicBezTo>
                  <a:pt x="2229778" y="51378"/>
                  <a:pt x="2230557" y="53091"/>
                  <a:pt x="2232114" y="54381"/>
                </a:cubicBezTo>
                <a:cubicBezTo>
                  <a:pt x="2233671" y="55670"/>
                  <a:pt x="2235606" y="56804"/>
                  <a:pt x="2237919" y="57783"/>
                </a:cubicBezTo>
                <a:cubicBezTo>
                  <a:pt x="2240232" y="58762"/>
                  <a:pt x="2242767" y="59741"/>
                  <a:pt x="2245524" y="60720"/>
                </a:cubicBezTo>
                <a:cubicBezTo>
                  <a:pt x="2248283" y="61698"/>
                  <a:pt x="2250819" y="62966"/>
                  <a:pt x="2253132" y="64523"/>
                </a:cubicBezTo>
                <a:cubicBezTo>
                  <a:pt x="2255445" y="66079"/>
                  <a:pt x="2257380" y="68102"/>
                  <a:pt x="2258937" y="70593"/>
                </a:cubicBezTo>
                <a:cubicBezTo>
                  <a:pt x="2260494" y="73084"/>
                  <a:pt x="2261273" y="76287"/>
                  <a:pt x="2261273" y="80203"/>
                </a:cubicBezTo>
                <a:cubicBezTo>
                  <a:pt x="2261273" y="84118"/>
                  <a:pt x="2260561" y="87476"/>
                  <a:pt x="2259137" y="90278"/>
                </a:cubicBezTo>
                <a:cubicBezTo>
                  <a:pt x="2257714" y="93080"/>
                  <a:pt x="2255802" y="95393"/>
                  <a:pt x="2253399" y="97218"/>
                </a:cubicBezTo>
                <a:cubicBezTo>
                  <a:pt x="2250997" y="99041"/>
                  <a:pt x="2248262" y="100353"/>
                  <a:pt x="2245193" y="101154"/>
                </a:cubicBezTo>
                <a:cubicBezTo>
                  <a:pt x="2242123" y="101955"/>
                  <a:pt x="2238898" y="102355"/>
                  <a:pt x="2235518" y="102355"/>
                </a:cubicBezTo>
                <a:cubicBezTo>
                  <a:pt x="2231514" y="102355"/>
                  <a:pt x="2227910" y="101777"/>
                  <a:pt x="2224708" y="100620"/>
                </a:cubicBezTo>
                <a:cubicBezTo>
                  <a:pt x="2221505" y="99464"/>
                  <a:pt x="2218970" y="98263"/>
                  <a:pt x="2217102" y="97018"/>
                </a:cubicBezTo>
                <a:cubicBezTo>
                  <a:pt x="2218169" y="92747"/>
                  <a:pt x="2218836" y="88477"/>
                  <a:pt x="2219104" y="84206"/>
                </a:cubicBezTo>
                <a:lnTo>
                  <a:pt x="2222439" y="84206"/>
                </a:lnTo>
                <a:close/>
                <a:moveTo>
                  <a:pt x="2270387" y="124642"/>
                </a:moveTo>
                <a:cubicBezTo>
                  <a:pt x="2272612" y="114678"/>
                  <a:pt x="2274480" y="106826"/>
                  <a:pt x="2275993" y="101087"/>
                </a:cubicBezTo>
                <a:cubicBezTo>
                  <a:pt x="2277505" y="95348"/>
                  <a:pt x="2278884" y="90967"/>
                  <a:pt x="2280128" y="87942"/>
                </a:cubicBezTo>
                <a:cubicBezTo>
                  <a:pt x="2281375" y="84918"/>
                  <a:pt x="2282620" y="82961"/>
                  <a:pt x="2283865" y="82072"/>
                </a:cubicBezTo>
                <a:cubicBezTo>
                  <a:pt x="2285111" y="81181"/>
                  <a:pt x="2286624" y="80736"/>
                  <a:pt x="2288404" y="80736"/>
                </a:cubicBezTo>
                <a:cubicBezTo>
                  <a:pt x="2289471" y="80736"/>
                  <a:pt x="2290560" y="80914"/>
                  <a:pt x="2291672" y="81270"/>
                </a:cubicBezTo>
                <a:cubicBezTo>
                  <a:pt x="2292784" y="81625"/>
                  <a:pt x="2293807" y="82137"/>
                  <a:pt x="2294741" y="82805"/>
                </a:cubicBezTo>
                <a:cubicBezTo>
                  <a:pt x="2295676" y="83473"/>
                  <a:pt x="2296433" y="84340"/>
                  <a:pt x="2297011" y="85407"/>
                </a:cubicBezTo>
                <a:cubicBezTo>
                  <a:pt x="2297589" y="86474"/>
                  <a:pt x="2297879" y="87675"/>
                  <a:pt x="2297879" y="89009"/>
                </a:cubicBezTo>
                <a:cubicBezTo>
                  <a:pt x="2297879" y="89810"/>
                  <a:pt x="2297678" y="90745"/>
                  <a:pt x="2297278" y="91813"/>
                </a:cubicBezTo>
                <a:cubicBezTo>
                  <a:pt x="2296877" y="92880"/>
                  <a:pt x="2295854" y="94638"/>
                  <a:pt x="2294207" y="97085"/>
                </a:cubicBezTo>
                <a:cubicBezTo>
                  <a:pt x="2292562" y="99531"/>
                  <a:pt x="2290137" y="103023"/>
                  <a:pt x="2286934" y="107560"/>
                </a:cubicBezTo>
                <a:cubicBezTo>
                  <a:pt x="2283731" y="112097"/>
                  <a:pt x="2279328" y="118235"/>
                  <a:pt x="2273724" y="125976"/>
                </a:cubicBezTo>
                <a:lnTo>
                  <a:pt x="2270387" y="1246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dominance.">
            <a:extLst xmlns:a="http://schemas.openxmlformats.org/drawingml/2006/main">
              <a:ext uri="{FF2B5EF4-FFF2-40B4-BE49-F238E27FC236}">
                <a16:creationId xmlns:a16="http://schemas.microsoft.com/office/drawing/2014/main" id="{32EFC6DB-11AD-40DA-ADA6-89CA1E9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701" y="1629797"/>
            <a:ext cx="670313" cy="102355"/>
          </a:xfrm>
          <a:custGeom xmlns:a="http://schemas.openxmlformats.org/drawingml/2006/main">
            <a:pathLst>
              <a:path w="670313" h="102355">
                <a:moveTo>
                  <a:pt x="19750" y="70060"/>
                </a:moveTo>
                <a:cubicBezTo>
                  <a:pt x="19750" y="74598"/>
                  <a:pt x="20061" y="78424"/>
                  <a:pt x="20684" y="81538"/>
                </a:cubicBezTo>
                <a:cubicBezTo>
                  <a:pt x="21308" y="84651"/>
                  <a:pt x="22153" y="87164"/>
                  <a:pt x="23220" y="89077"/>
                </a:cubicBezTo>
                <a:cubicBezTo>
                  <a:pt x="24287" y="90989"/>
                  <a:pt x="25510" y="92369"/>
                  <a:pt x="26889" y="93214"/>
                </a:cubicBezTo>
                <a:cubicBezTo>
                  <a:pt x="28268" y="94059"/>
                  <a:pt x="29714" y="94481"/>
                  <a:pt x="31226" y="94481"/>
                </a:cubicBezTo>
                <a:cubicBezTo>
                  <a:pt x="34874" y="94481"/>
                  <a:pt x="37876" y="92413"/>
                  <a:pt x="40233" y="88276"/>
                </a:cubicBezTo>
                <a:cubicBezTo>
                  <a:pt x="42591" y="84140"/>
                  <a:pt x="43770" y="77268"/>
                  <a:pt x="43770" y="67659"/>
                </a:cubicBezTo>
                <a:cubicBezTo>
                  <a:pt x="43770" y="59385"/>
                  <a:pt x="42658" y="53358"/>
                  <a:pt x="40434" y="49577"/>
                </a:cubicBezTo>
                <a:cubicBezTo>
                  <a:pt x="38211" y="45795"/>
                  <a:pt x="35364" y="43904"/>
                  <a:pt x="31894" y="43904"/>
                </a:cubicBezTo>
                <a:cubicBezTo>
                  <a:pt x="30470" y="43904"/>
                  <a:pt x="29046" y="44304"/>
                  <a:pt x="27622" y="45105"/>
                </a:cubicBezTo>
                <a:cubicBezTo>
                  <a:pt x="26199" y="45906"/>
                  <a:pt x="24910" y="47308"/>
                  <a:pt x="23753" y="49310"/>
                </a:cubicBezTo>
                <a:cubicBezTo>
                  <a:pt x="22596" y="51311"/>
                  <a:pt x="21640" y="54003"/>
                  <a:pt x="20884" y="57384"/>
                </a:cubicBezTo>
                <a:cubicBezTo>
                  <a:pt x="20128" y="60764"/>
                  <a:pt x="19750" y="64990"/>
                  <a:pt x="19750" y="70060"/>
                </a:cubicBezTo>
                <a:moveTo>
                  <a:pt x="61652" y="54847"/>
                </a:moveTo>
                <a:cubicBezTo>
                  <a:pt x="61652" y="63566"/>
                  <a:pt x="61741" y="71574"/>
                  <a:pt x="61919" y="78869"/>
                </a:cubicBezTo>
                <a:cubicBezTo>
                  <a:pt x="62097" y="86164"/>
                  <a:pt x="62364" y="93415"/>
                  <a:pt x="62721" y="100620"/>
                </a:cubicBezTo>
                <a:cubicBezTo>
                  <a:pt x="61565" y="100442"/>
                  <a:pt x="60096" y="100353"/>
                  <a:pt x="58317" y="100353"/>
                </a:cubicBezTo>
                <a:cubicBezTo>
                  <a:pt x="56537" y="100353"/>
                  <a:pt x="54668" y="100353"/>
                  <a:pt x="52711" y="100353"/>
                </a:cubicBezTo>
                <a:cubicBezTo>
                  <a:pt x="50933" y="100353"/>
                  <a:pt x="49220" y="100353"/>
                  <a:pt x="47573" y="100353"/>
                </a:cubicBezTo>
                <a:cubicBezTo>
                  <a:pt x="45928" y="100353"/>
                  <a:pt x="44660" y="100442"/>
                  <a:pt x="43770" y="100620"/>
                </a:cubicBezTo>
                <a:cubicBezTo>
                  <a:pt x="43859" y="100442"/>
                  <a:pt x="43948" y="99864"/>
                  <a:pt x="44036" y="98885"/>
                </a:cubicBezTo>
                <a:cubicBezTo>
                  <a:pt x="44126" y="97907"/>
                  <a:pt x="44237" y="96795"/>
                  <a:pt x="44370" y="95550"/>
                </a:cubicBezTo>
                <a:cubicBezTo>
                  <a:pt x="44505" y="94304"/>
                  <a:pt x="44616" y="93147"/>
                  <a:pt x="44704" y="92080"/>
                </a:cubicBezTo>
                <a:cubicBezTo>
                  <a:pt x="44794" y="91012"/>
                  <a:pt x="44839" y="90345"/>
                  <a:pt x="44839" y="90078"/>
                </a:cubicBezTo>
                <a:lnTo>
                  <a:pt x="44572" y="89812"/>
                </a:lnTo>
                <a:cubicBezTo>
                  <a:pt x="42882" y="93815"/>
                  <a:pt x="40569" y="96907"/>
                  <a:pt x="37632" y="99087"/>
                </a:cubicBezTo>
                <a:cubicBezTo>
                  <a:pt x="34696" y="101266"/>
                  <a:pt x="30648" y="102355"/>
                  <a:pt x="25488" y="102355"/>
                </a:cubicBezTo>
                <a:cubicBezTo>
                  <a:pt x="20951" y="102355"/>
                  <a:pt x="17081" y="101488"/>
                  <a:pt x="13877" y="99753"/>
                </a:cubicBezTo>
                <a:cubicBezTo>
                  <a:pt x="10675" y="98018"/>
                  <a:pt x="8050" y="95594"/>
                  <a:pt x="6003" y="92481"/>
                </a:cubicBezTo>
                <a:cubicBezTo>
                  <a:pt x="3957" y="89367"/>
                  <a:pt x="2445" y="85719"/>
                  <a:pt x="1466" y="81538"/>
                </a:cubicBezTo>
                <a:cubicBezTo>
                  <a:pt x="489" y="77356"/>
                  <a:pt x="0" y="72862"/>
                  <a:pt x="0" y="68058"/>
                </a:cubicBezTo>
                <a:cubicBezTo>
                  <a:pt x="0" y="63254"/>
                  <a:pt x="667" y="58829"/>
                  <a:pt x="2002" y="54782"/>
                </a:cubicBezTo>
                <a:cubicBezTo>
                  <a:pt x="3336" y="50734"/>
                  <a:pt x="5160" y="47220"/>
                  <a:pt x="7473" y="44240"/>
                </a:cubicBezTo>
                <a:cubicBezTo>
                  <a:pt x="9786" y="41259"/>
                  <a:pt x="12522" y="38923"/>
                  <a:pt x="15679" y="37233"/>
                </a:cubicBezTo>
                <a:cubicBezTo>
                  <a:pt x="18838" y="35542"/>
                  <a:pt x="22197" y="34696"/>
                  <a:pt x="25755" y="34696"/>
                </a:cubicBezTo>
                <a:cubicBezTo>
                  <a:pt x="29758" y="34696"/>
                  <a:pt x="33338" y="35631"/>
                  <a:pt x="36496" y="37500"/>
                </a:cubicBezTo>
                <a:cubicBezTo>
                  <a:pt x="39655" y="39368"/>
                  <a:pt x="41991" y="41725"/>
                  <a:pt x="43503" y="44572"/>
                </a:cubicBezTo>
                <a:lnTo>
                  <a:pt x="43770" y="44572"/>
                </a:lnTo>
                <a:cubicBezTo>
                  <a:pt x="43770" y="36565"/>
                  <a:pt x="43681" y="29026"/>
                  <a:pt x="43503" y="21953"/>
                </a:cubicBezTo>
                <a:cubicBezTo>
                  <a:pt x="43325" y="14879"/>
                  <a:pt x="43058" y="7561"/>
                  <a:pt x="42703" y="0"/>
                </a:cubicBezTo>
                <a:cubicBezTo>
                  <a:pt x="43859" y="178"/>
                  <a:pt x="45327" y="334"/>
                  <a:pt x="47107" y="468"/>
                </a:cubicBezTo>
                <a:cubicBezTo>
                  <a:pt x="48887" y="601"/>
                  <a:pt x="50755" y="668"/>
                  <a:pt x="52711" y="668"/>
                </a:cubicBezTo>
                <a:cubicBezTo>
                  <a:pt x="54668" y="668"/>
                  <a:pt x="56537" y="601"/>
                  <a:pt x="58317" y="468"/>
                </a:cubicBezTo>
                <a:cubicBezTo>
                  <a:pt x="60096" y="334"/>
                  <a:pt x="61565" y="178"/>
                  <a:pt x="62721" y="0"/>
                </a:cubicBezTo>
                <a:cubicBezTo>
                  <a:pt x="62364" y="7473"/>
                  <a:pt x="62097" y="14857"/>
                  <a:pt x="61919" y="22153"/>
                </a:cubicBezTo>
                <a:cubicBezTo>
                  <a:pt x="61741" y="29448"/>
                  <a:pt x="61652" y="37454"/>
                  <a:pt x="61652" y="46172"/>
                </a:cubicBezTo>
                <a:lnTo>
                  <a:pt x="61652" y="54847"/>
                </a:lnTo>
                <a:close/>
                <a:moveTo>
                  <a:pt x="119836" y="65391"/>
                </a:moveTo>
                <a:cubicBezTo>
                  <a:pt x="119836" y="57561"/>
                  <a:pt x="118858" y="51488"/>
                  <a:pt x="116900" y="47174"/>
                </a:cubicBezTo>
                <a:cubicBezTo>
                  <a:pt x="114943" y="42859"/>
                  <a:pt x="111695" y="40701"/>
                  <a:pt x="107159" y="40701"/>
                </a:cubicBezTo>
                <a:cubicBezTo>
                  <a:pt x="103066" y="40701"/>
                  <a:pt x="99840" y="43103"/>
                  <a:pt x="97482" y="47907"/>
                </a:cubicBezTo>
                <a:cubicBezTo>
                  <a:pt x="95126" y="52712"/>
                  <a:pt x="93947" y="60229"/>
                  <a:pt x="93947" y="70461"/>
                </a:cubicBezTo>
                <a:cubicBezTo>
                  <a:pt x="93947" y="74197"/>
                  <a:pt x="94169" y="77667"/>
                  <a:pt x="94613" y="80870"/>
                </a:cubicBezTo>
                <a:cubicBezTo>
                  <a:pt x="95058" y="84073"/>
                  <a:pt x="95793" y="86853"/>
                  <a:pt x="96816" y="89211"/>
                </a:cubicBezTo>
                <a:cubicBezTo>
                  <a:pt x="97840" y="91568"/>
                  <a:pt x="99174" y="93414"/>
                  <a:pt x="100820" y="94750"/>
                </a:cubicBezTo>
                <a:cubicBezTo>
                  <a:pt x="102466" y="96084"/>
                  <a:pt x="104535" y="96751"/>
                  <a:pt x="107026" y="96751"/>
                </a:cubicBezTo>
                <a:cubicBezTo>
                  <a:pt x="115566" y="96751"/>
                  <a:pt x="119836" y="86298"/>
                  <a:pt x="119836" y="65391"/>
                </a:cubicBezTo>
                <a:moveTo>
                  <a:pt x="74198" y="70327"/>
                </a:moveTo>
                <a:cubicBezTo>
                  <a:pt x="74198" y="64366"/>
                  <a:pt x="75109" y="59162"/>
                  <a:pt x="76932" y="54715"/>
                </a:cubicBezTo>
                <a:cubicBezTo>
                  <a:pt x="78757" y="50266"/>
                  <a:pt x="81181" y="46552"/>
                  <a:pt x="84206" y="43572"/>
                </a:cubicBezTo>
                <a:cubicBezTo>
                  <a:pt x="87230" y="40591"/>
                  <a:pt x="90722" y="38367"/>
                  <a:pt x="94680" y="36899"/>
                </a:cubicBezTo>
                <a:cubicBezTo>
                  <a:pt x="98640" y="35430"/>
                  <a:pt x="102711" y="34696"/>
                  <a:pt x="106892" y="34696"/>
                </a:cubicBezTo>
                <a:cubicBezTo>
                  <a:pt x="117301" y="34696"/>
                  <a:pt x="125353" y="37632"/>
                  <a:pt x="131046" y="43505"/>
                </a:cubicBezTo>
                <a:cubicBezTo>
                  <a:pt x="136740" y="49376"/>
                  <a:pt x="139586" y="57339"/>
                  <a:pt x="139586" y="67392"/>
                </a:cubicBezTo>
                <a:cubicBezTo>
                  <a:pt x="139586" y="72818"/>
                  <a:pt x="138785" y="77712"/>
                  <a:pt x="137183" y="82072"/>
                </a:cubicBezTo>
                <a:cubicBezTo>
                  <a:pt x="135583" y="86431"/>
                  <a:pt x="133337" y="90145"/>
                  <a:pt x="130445" y="93214"/>
                </a:cubicBezTo>
                <a:cubicBezTo>
                  <a:pt x="127554" y="96284"/>
                  <a:pt x="124107" y="98574"/>
                  <a:pt x="120103" y="100087"/>
                </a:cubicBezTo>
                <a:cubicBezTo>
                  <a:pt x="116100" y="101599"/>
                  <a:pt x="111696" y="102355"/>
                  <a:pt x="106892" y="102355"/>
                </a:cubicBezTo>
                <a:cubicBezTo>
                  <a:pt x="102889" y="102355"/>
                  <a:pt x="98952" y="101821"/>
                  <a:pt x="95082" y="100753"/>
                </a:cubicBezTo>
                <a:cubicBezTo>
                  <a:pt x="91211" y="99686"/>
                  <a:pt x="87719" y="97885"/>
                  <a:pt x="84605" y="95350"/>
                </a:cubicBezTo>
                <a:cubicBezTo>
                  <a:pt x="81492" y="92815"/>
                  <a:pt x="78979" y="89500"/>
                  <a:pt x="77067" y="85407"/>
                </a:cubicBezTo>
                <a:cubicBezTo>
                  <a:pt x="75154" y="81314"/>
                  <a:pt x="74198" y="76287"/>
                  <a:pt x="74198" y="70327"/>
                </a:cubicBezTo>
                <a:close/>
                <a:moveTo>
                  <a:pt x="169613" y="46439"/>
                </a:moveTo>
                <a:cubicBezTo>
                  <a:pt x="172104" y="42703"/>
                  <a:pt x="175018" y="39812"/>
                  <a:pt x="178353" y="37767"/>
                </a:cubicBezTo>
                <a:cubicBezTo>
                  <a:pt x="181690" y="35720"/>
                  <a:pt x="185494" y="34696"/>
                  <a:pt x="189764" y="34696"/>
                </a:cubicBezTo>
                <a:cubicBezTo>
                  <a:pt x="193768" y="34696"/>
                  <a:pt x="197215" y="35786"/>
                  <a:pt x="200106" y="37966"/>
                </a:cubicBezTo>
                <a:cubicBezTo>
                  <a:pt x="202998" y="40146"/>
                  <a:pt x="205244" y="43282"/>
                  <a:pt x="206844" y="47374"/>
                </a:cubicBezTo>
                <a:cubicBezTo>
                  <a:pt x="209515" y="43282"/>
                  <a:pt x="212629" y="40146"/>
                  <a:pt x="216187" y="37966"/>
                </a:cubicBezTo>
                <a:cubicBezTo>
                  <a:pt x="219745" y="35786"/>
                  <a:pt x="223526" y="34696"/>
                  <a:pt x="227531" y="34696"/>
                </a:cubicBezTo>
                <a:cubicBezTo>
                  <a:pt x="234203" y="34696"/>
                  <a:pt x="239341" y="36631"/>
                  <a:pt x="242943" y="40501"/>
                </a:cubicBezTo>
                <a:cubicBezTo>
                  <a:pt x="246546" y="44372"/>
                  <a:pt x="248348" y="50622"/>
                  <a:pt x="248348" y="59251"/>
                </a:cubicBezTo>
                <a:cubicBezTo>
                  <a:pt x="248348" y="63788"/>
                  <a:pt x="248259" y="67791"/>
                  <a:pt x="248081" y="71261"/>
                </a:cubicBezTo>
                <a:cubicBezTo>
                  <a:pt x="247903" y="74731"/>
                  <a:pt x="247814" y="78201"/>
                  <a:pt x="247814" y="81671"/>
                </a:cubicBezTo>
                <a:cubicBezTo>
                  <a:pt x="247814" y="84517"/>
                  <a:pt x="247881" y="87609"/>
                  <a:pt x="248014" y="90946"/>
                </a:cubicBezTo>
                <a:cubicBezTo>
                  <a:pt x="248148" y="94281"/>
                  <a:pt x="248304" y="97506"/>
                  <a:pt x="248482" y="100620"/>
                </a:cubicBezTo>
                <a:cubicBezTo>
                  <a:pt x="247326" y="100442"/>
                  <a:pt x="245857" y="100353"/>
                  <a:pt x="244078" y="100353"/>
                </a:cubicBezTo>
                <a:cubicBezTo>
                  <a:pt x="242298" y="100353"/>
                  <a:pt x="240429" y="100353"/>
                  <a:pt x="238472" y="100353"/>
                </a:cubicBezTo>
                <a:cubicBezTo>
                  <a:pt x="236516" y="100353"/>
                  <a:pt x="234648" y="100353"/>
                  <a:pt x="232868" y="100353"/>
                </a:cubicBezTo>
                <a:cubicBezTo>
                  <a:pt x="231088" y="100353"/>
                  <a:pt x="229620" y="100442"/>
                  <a:pt x="228464" y="100620"/>
                </a:cubicBezTo>
                <a:cubicBezTo>
                  <a:pt x="229087" y="95994"/>
                  <a:pt x="229487" y="90545"/>
                  <a:pt x="229665" y="84273"/>
                </a:cubicBezTo>
                <a:cubicBezTo>
                  <a:pt x="229843" y="78001"/>
                  <a:pt x="229932" y="70817"/>
                  <a:pt x="229932" y="62721"/>
                </a:cubicBezTo>
                <a:cubicBezTo>
                  <a:pt x="229932" y="57116"/>
                  <a:pt x="228998" y="53001"/>
                  <a:pt x="227130" y="50377"/>
                </a:cubicBezTo>
                <a:cubicBezTo>
                  <a:pt x="225262" y="47752"/>
                  <a:pt x="222637" y="46439"/>
                  <a:pt x="219256" y="46439"/>
                </a:cubicBezTo>
                <a:cubicBezTo>
                  <a:pt x="217120" y="46439"/>
                  <a:pt x="215363" y="46929"/>
                  <a:pt x="213984" y="47907"/>
                </a:cubicBezTo>
                <a:cubicBezTo>
                  <a:pt x="212606" y="48886"/>
                  <a:pt x="211516" y="50154"/>
                  <a:pt x="210715" y="51711"/>
                </a:cubicBezTo>
                <a:cubicBezTo>
                  <a:pt x="209914" y="53268"/>
                  <a:pt x="209380" y="54937"/>
                  <a:pt x="209113" y="56716"/>
                </a:cubicBezTo>
                <a:cubicBezTo>
                  <a:pt x="208847" y="58495"/>
                  <a:pt x="208714" y="60185"/>
                  <a:pt x="208714" y="61787"/>
                </a:cubicBezTo>
                <a:lnTo>
                  <a:pt x="208714" y="71396"/>
                </a:lnTo>
                <a:cubicBezTo>
                  <a:pt x="208714" y="76822"/>
                  <a:pt x="208780" y="81937"/>
                  <a:pt x="208913" y="86741"/>
                </a:cubicBezTo>
                <a:cubicBezTo>
                  <a:pt x="209048" y="91545"/>
                  <a:pt x="209337" y="96172"/>
                  <a:pt x="209781" y="100620"/>
                </a:cubicBezTo>
                <a:cubicBezTo>
                  <a:pt x="208624" y="100442"/>
                  <a:pt x="207178" y="100353"/>
                  <a:pt x="205444" y="100353"/>
                </a:cubicBezTo>
                <a:cubicBezTo>
                  <a:pt x="203709" y="100353"/>
                  <a:pt x="201818" y="100353"/>
                  <a:pt x="199773" y="100353"/>
                </a:cubicBezTo>
                <a:cubicBezTo>
                  <a:pt x="197727" y="100353"/>
                  <a:pt x="195858" y="100353"/>
                  <a:pt x="194167" y="100353"/>
                </a:cubicBezTo>
                <a:cubicBezTo>
                  <a:pt x="192477" y="100353"/>
                  <a:pt x="191009" y="100442"/>
                  <a:pt x="189764" y="100620"/>
                </a:cubicBezTo>
                <a:cubicBezTo>
                  <a:pt x="190210" y="96172"/>
                  <a:pt x="190499" y="91545"/>
                  <a:pt x="190632" y="86741"/>
                </a:cubicBezTo>
                <a:cubicBezTo>
                  <a:pt x="190765" y="81937"/>
                  <a:pt x="190831" y="76822"/>
                  <a:pt x="190831" y="71396"/>
                </a:cubicBezTo>
                <a:lnTo>
                  <a:pt x="190831" y="63255"/>
                </a:lnTo>
                <a:cubicBezTo>
                  <a:pt x="190831" y="57917"/>
                  <a:pt x="190164" y="53780"/>
                  <a:pt x="188830" y="50844"/>
                </a:cubicBezTo>
                <a:cubicBezTo>
                  <a:pt x="187495" y="47907"/>
                  <a:pt x="184960" y="46439"/>
                  <a:pt x="181224" y="46439"/>
                </a:cubicBezTo>
                <a:cubicBezTo>
                  <a:pt x="177219" y="46439"/>
                  <a:pt x="174283" y="48174"/>
                  <a:pt x="172415" y="51644"/>
                </a:cubicBezTo>
                <a:cubicBezTo>
                  <a:pt x="170547" y="55114"/>
                  <a:pt x="169613" y="59918"/>
                  <a:pt x="169613" y="66057"/>
                </a:cubicBezTo>
                <a:lnTo>
                  <a:pt x="169613" y="71396"/>
                </a:lnTo>
                <a:cubicBezTo>
                  <a:pt x="169613" y="76822"/>
                  <a:pt x="169680" y="81937"/>
                  <a:pt x="169813" y="86741"/>
                </a:cubicBezTo>
                <a:cubicBezTo>
                  <a:pt x="169947" y="91545"/>
                  <a:pt x="170236" y="96172"/>
                  <a:pt x="170680" y="100620"/>
                </a:cubicBezTo>
                <a:cubicBezTo>
                  <a:pt x="169524" y="100442"/>
                  <a:pt x="168078" y="100353"/>
                  <a:pt x="166343" y="100353"/>
                </a:cubicBezTo>
                <a:cubicBezTo>
                  <a:pt x="164608" y="100353"/>
                  <a:pt x="162718" y="100353"/>
                  <a:pt x="160672" y="100353"/>
                </a:cubicBezTo>
                <a:cubicBezTo>
                  <a:pt x="158626" y="100353"/>
                  <a:pt x="156758" y="100353"/>
                  <a:pt x="155066" y="100353"/>
                </a:cubicBezTo>
                <a:cubicBezTo>
                  <a:pt x="153376" y="100353"/>
                  <a:pt x="151909" y="100442"/>
                  <a:pt x="150664" y="100620"/>
                </a:cubicBezTo>
                <a:cubicBezTo>
                  <a:pt x="151108" y="96172"/>
                  <a:pt x="151396" y="91545"/>
                  <a:pt x="151529" y="86741"/>
                </a:cubicBezTo>
                <a:cubicBezTo>
                  <a:pt x="151664" y="81937"/>
                  <a:pt x="151731" y="76822"/>
                  <a:pt x="151731" y="71396"/>
                </a:cubicBezTo>
                <a:lnTo>
                  <a:pt x="151731" y="66057"/>
                </a:lnTo>
                <a:cubicBezTo>
                  <a:pt x="151731" y="60631"/>
                  <a:pt x="151664" y="55538"/>
                  <a:pt x="151529" y="50778"/>
                </a:cubicBezTo>
                <a:cubicBezTo>
                  <a:pt x="151396" y="46018"/>
                  <a:pt x="151108" y="41235"/>
                  <a:pt x="150664" y="36431"/>
                </a:cubicBezTo>
                <a:cubicBezTo>
                  <a:pt x="152264" y="36609"/>
                  <a:pt x="153843" y="36765"/>
                  <a:pt x="155400" y="36899"/>
                </a:cubicBezTo>
                <a:cubicBezTo>
                  <a:pt x="156957" y="37032"/>
                  <a:pt x="158537" y="37099"/>
                  <a:pt x="160139" y="37099"/>
                </a:cubicBezTo>
                <a:cubicBezTo>
                  <a:pt x="161740" y="37099"/>
                  <a:pt x="163319" y="37032"/>
                  <a:pt x="164875" y="36899"/>
                </a:cubicBezTo>
                <a:cubicBezTo>
                  <a:pt x="166432" y="36765"/>
                  <a:pt x="168100" y="36609"/>
                  <a:pt x="169880" y="36431"/>
                </a:cubicBezTo>
                <a:lnTo>
                  <a:pt x="169347" y="46439"/>
                </a:lnTo>
                <a:lnTo>
                  <a:pt x="169613" y="46439"/>
                </a:lnTo>
                <a:close/>
                <a:moveTo>
                  <a:pt x="263160" y="11210"/>
                </a:moveTo>
                <a:cubicBezTo>
                  <a:pt x="263160" y="8273"/>
                  <a:pt x="264183" y="5782"/>
                  <a:pt x="266229" y="3737"/>
                </a:cubicBezTo>
                <a:cubicBezTo>
                  <a:pt x="268276" y="1691"/>
                  <a:pt x="270768" y="668"/>
                  <a:pt x="273704" y="668"/>
                </a:cubicBezTo>
                <a:cubicBezTo>
                  <a:pt x="276639" y="668"/>
                  <a:pt x="279129" y="1691"/>
                  <a:pt x="281175" y="3737"/>
                </a:cubicBezTo>
                <a:cubicBezTo>
                  <a:pt x="283222" y="5782"/>
                  <a:pt x="284246" y="8273"/>
                  <a:pt x="284246" y="11210"/>
                </a:cubicBezTo>
                <a:cubicBezTo>
                  <a:pt x="284246" y="14146"/>
                  <a:pt x="283222" y="16637"/>
                  <a:pt x="281175" y="18683"/>
                </a:cubicBezTo>
                <a:cubicBezTo>
                  <a:pt x="279129" y="20729"/>
                  <a:pt x="276639" y="21751"/>
                  <a:pt x="273704" y="21751"/>
                </a:cubicBezTo>
                <a:cubicBezTo>
                  <a:pt x="270768" y="21751"/>
                  <a:pt x="268276" y="20729"/>
                  <a:pt x="266229" y="18683"/>
                </a:cubicBezTo>
                <a:cubicBezTo>
                  <a:pt x="264183" y="16637"/>
                  <a:pt x="263160" y="14146"/>
                  <a:pt x="263160" y="11210"/>
                </a:cubicBezTo>
                <a:moveTo>
                  <a:pt x="264763" y="66057"/>
                </a:moveTo>
                <a:cubicBezTo>
                  <a:pt x="264763" y="60631"/>
                  <a:pt x="264696" y="55538"/>
                  <a:pt x="264561" y="50778"/>
                </a:cubicBezTo>
                <a:cubicBezTo>
                  <a:pt x="264428" y="46018"/>
                  <a:pt x="264139" y="41235"/>
                  <a:pt x="263694" y="36431"/>
                </a:cubicBezTo>
                <a:cubicBezTo>
                  <a:pt x="264940" y="36609"/>
                  <a:pt x="266408" y="36765"/>
                  <a:pt x="268098" y="36899"/>
                </a:cubicBezTo>
                <a:cubicBezTo>
                  <a:pt x="269788" y="37032"/>
                  <a:pt x="271657" y="37099"/>
                  <a:pt x="273704" y="37099"/>
                </a:cubicBezTo>
                <a:cubicBezTo>
                  <a:pt x="277885" y="37099"/>
                  <a:pt x="281221" y="36876"/>
                  <a:pt x="283712" y="36431"/>
                </a:cubicBezTo>
                <a:cubicBezTo>
                  <a:pt x="283267" y="41235"/>
                  <a:pt x="282977" y="46018"/>
                  <a:pt x="282843" y="50778"/>
                </a:cubicBezTo>
                <a:cubicBezTo>
                  <a:pt x="282710" y="55538"/>
                  <a:pt x="282643" y="60631"/>
                  <a:pt x="282643" y="66057"/>
                </a:cubicBezTo>
                <a:lnTo>
                  <a:pt x="282643" y="71396"/>
                </a:lnTo>
                <a:cubicBezTo>
                  <a:pt x="282643" y="76822"/>
                  <a:pt x="282710" y="81937"/>
                  <a:pt x="282843" y="86741"/>
                </a:cubicBezTo>
                <a:cubicBezTo>
                  <a:pt x="282977" y="91545"/>
                  <a:pt x="283267" y="96172"/>
                  <a:pt x="283712" y="100620"/>
                </a:cubicBezTo>
                <a:cubicBezTo>
                  <a:pt x="282556" y="100442"/>
                  <a:pt x="281110" y="100353"/>
                  <a:pt x="279375" y="100353"/>
                </a:cubicBezTo>
                <a:cubicBezTo>
                  <a:pt x="277640" y="100353"/>
                  <a:pt x="275750" y="100353"/>
                  <a:pt x="273704" y="100353"/>
                </a:cubicBezTo>
                <a:cubicBezTo>
                  <a:pt x="271657" y="100353"/>
                  <a:pt x="269788" y="100353"/>
                  <a:pt x="268098" y="100353"/>
                </a:cubicBezTo>
                <a:cubicBezTo>
                  <a:pt x="266408" y="100353"/>
                  <a:pt x="264940" y="100442"/>
                  <a:pt x="263694" y="100620"/>
                </a:cubicBezTo>
                <a:cubicBezTo>
                  <a:pt x="264139" y="96172"/>
                  <a:pt x="264428" y="91545"/>
                  <a:pt x="264561" y="86741"/>
                </a:cubicBezTo>
                <a:cubicBezTo>
                  <a:pt x="264696" y="81937"/>
                  <a:pt x="264763" y="76822"/>
                  <a:pt x="264763" y="71396"/>
                </a:cubicBezTo>
                <a:lnTo>
                  <a:pt x="264763" y="66057"/>
                </a:lnTo>
                <a:close/>
                <a:moveTo>
                  <a:pt x="318276" y="46439"/>
                </a:moveTo>
                <a:cubicBezTo>
                  <a:pt x="320767" y="42703"/>
                  <a:pt x="323680" y="39812"/>
                  <a:pt x="327016" y="37767"/>
                </a:cubicBezTo>
                <a:cubicBezTo>
                  <a:pt x="330353" y="35720"/>
                  <a:pt x="334156" y="34696"/>
                  <a:pt x="338425" y="34696"/>
                </a:cubicBezTo>
                <a:cubicBezTo>
                  <a:pt x="345099" y="34696"/>
                  <a:pt x="350237" y="36631"/>
                  <a:pt x="353840" y="40501"/>
                </a:cubicBezTo>
                <a:cubicBezTo>
                  <a:pt x="357442" y="44372"/>
                  <a:pt x="359244" y="50622"/>
                  <a:pt x="359244" y="59251"/>
                </a:cubicBezTo>
                <a:cubicBezTo>
                  <a:pt x="359244" y="63788"/>
                  <a:pt x="359155" y="67791"/>
                  <a:pt x="358977" y="71261"/>
                </a:cubicBezTo>
                <a:cubicBezTo>
                  <a:pt x="358799" y="74731"/>
                  <a:pt x="358710" y="78201"/>
                  <a:pt x="358710" y="81671"/>
                </a:cubicBezTo>
                <a:cubicBezTo>
                  <a:pt x="358710" y="84517"/>
                  <a:pt x="358777" y="87609"/>
                  <a:pt x="358910" y="90946"/>
                </a:cubicBezTo>
                <a:cubicBezTo>
                  <a:pt x="359044" y="94281"/>
                  <a:pt x="359200" y="97506"/>
                  <a:pt x="359378" y="100620"/>
                </a:cubicBezTo>
                <a:cubicBezTo>
                  <a:pt x="358222" y="100442"/>
                  <a:pt x="356753" y="100353"/>
                  <a:pt x="354974" y="100353"/>
                </a:cubicBezTo>
                <a:cubicBezTo>
                  <a:pt x="353194" y="100353"/>
                  <a:pt x="351325" y="100353"/>
                  <a:pt x="349368" y="100353"/>
                </a:cubicBezTo>
                <a:cubicBezTo>
                  <a:pt x="347412" y="100353"/>
                  <a:pt x="345544" y="100353"/>
                  <a:pt x="343764" y="100353"/>
                </a:cubicBezTo>
                <a:cubicBezTo>
                  <a:pt x="341984" y="100353"/>
                  <a:pt x="340516" y="100442"/>
                  <a:pt x="339360" y="100620"/>
                </a:cubicBezTo>
                <a:cubicBezTo>
                  <a:pt x="339983" y="95994"/>
                  <a:pt x="340383" y="90545"/>
                  <a:pt x="340561" y="84273"/>
                </a:cubicBezTo>
                <a:cubicBezTo>
                  <a:pt x="340739" y="78001"/>
                  <a:pt x="340828" y="70817"/>
                  <a:pt x="340828" y="62721"/>
                </a:cubicBezTo>
                <a:cubicBezTo>
                  <a:pt x="340828" y="57116"/>
                  <a:pt x="339871" y="53001"/>
                  <a:pt x="337959" y="50377"/>
                </a:cubicBezTo>
                <a:cubicBezTo>
                  <a:pt x="336046" y="47752"/>
                  <a:pt x="333355" y="46439"/>
                  <a:pt x="329885" y="46439"/>
                </a:cubicBezTo>
                <a:cubicBezTo>
                  <a:pt x="325882" y="46439"/>
                  <a:pt x="322946" y="48174"/>
                  <a:pt x="321078" y="51644"/>
                </a:cubicBezTo>
                <a:cubicBezTo>
                  <a:pt x="319210" y="55114"/>
                  <a:pt x="318276" y="59918"/>
                  <a:pt x="318276" y="66057"/>
                </a:cubicBezTo>
                <a:lnTo>
                  <a:pt x="318276" y="71396"/>
                </a:lnTo>
                <a:cubicBezTo>
                  <a:pt x="318276" y="76822"/>
                  <a:pt x="318343" y="81937"/>
                  <a:pt x="318476" y="86741"/>
                </a:cubicBezTo>
                <a:cubicBezTo>
                  <a:pt x="318609" y="91545"/>
                  <a:pt x="318898" y="96172"/>
                  <a:pt x="319343" y="100620"/>
                </a:cubicBezTo>
                <a:cubicBezTo>
                  <a:pt x="318187" y="100442"/>
                  <a:pt x="316741" y="100353"/>
                  <a:pt x="315006" y="100353"/>
                </a:cubicBezTo>
                <a:cubicBezTo>
                  <a:pt x="313271" y="100353"/>
                  <a:pt x="311381" y="100353"/>
                  <a:pt x="309335" y="100353"/>
                </a:cubicBezTo>
                <a:cubicBezTo>
                  <a:pt x="307288" y="100353"/>
                  <a:pt x="305419" y="100353"/>
                  <a:pt x="303729" y="100353"/>
                </a:cubicBezTo>
                <a:cubicBezTo>
                  <a:pt x="302039" y="100353"/>
                  <a:pt x="300571" y="100442"/>
                  <a:pt x="299325" y="100620"/>
                </a:cubicBezTo>
                <a:cubicBezTo>
                  <a:pt x="299770" y="96172"/>
                  <a:pt x="300059" y="91545"/>
                  <a:pt x="300192" y="86741"/>
                </a:cubicBezTo>
                <a:cubicBezTo>
                  <a:pt x="300326" y="81937"/>
                  <a:pt x="300394" y="76822"/>
                  <a:pt x="300394" y="71396"/>
                </a:cubicBezTo>
                <a:lnTo>
                  <a:pt x="300394" y="66057"/>
                </a:lnTo>
                <a:cubicBezTo>
                  <a:pt x="300394" y="60631"/>
                  <a:pt x="300326" y="55538"/>
                  <a:pt x="300192" y="50778"/>
                </a:cubicBezTo>
                <a:cubicBezTo>
                  <a:pt x="300059" y="46018"/>
                  <a:pt x="299770" y="41235"/>
                  <a:pt x="299325" y="36431"/>
                </a:cubicBezTo>
                <a:cubicBezTo>
                  <a:pt x="300926" y="36609"/>
                  <a:pt x="302506" y="36765"/>
                  <a:pt x="304063" y="36899"/>
                </a:cubicBezTo>
                <a:cubicBezTo>
                  <a:pt x="305620" y="37032"/>
                  <a:pt x="307199" y="37099"/>
                  <a:pt x="308799" y="37099"/>
                </a:cubicBezTo>
                <a:cubicBezTo>
                  <a:pt x="310401" y="37099"/>
                  <a:pt x="311981" y="37032"/>
                  <a:pt x="313538" y="36899"/>
                </a:cubicBezTo>
                <a:cubicBezTo>
                  <a:pt x="315095" y="36765"/>
                  <a:pt x="316763" y="36609"/>
                  <a:pt x="318543" y="36431"/>
                </a:cubicBezTo>
                <a:lnTo>
                  <a:pt x="318007" y="46439"/>
                </a:lnTo>
                <a:lnTo>
                  <a:pt x="318276" y="46439"/>
                </a:lnTo>
                <a:close/>
                <a:moveTo>
                  <a:pt x="405817" y="80337"/>
                </a:moveTo>
                <a:cubicBezTo>
                  <a:pt x="405817" y="76511"/>
                  <a:pt x="405840" y="73598"/>
                  <a:pt x="405885" y="71595"/>
                </a:cubicBezTo>
                <a:cubicBezTo>
                  <a:pt x="405929" y="69593"/>
                  <a:pt x="405952" y="67836"/>
                  <a:pt x="405952" y="66323"/>
                </a:cubicBezTo>
                <a:cubicBezTo>
                  <a:pt x="404082" y="67392"/>
                  <a:pt x="402103" y="68260"/>
                  <a:pt x="400012" y="68928"/>
                </a:cubicBezTo>
                <a:cubicBezTo>
                  <a:pt x="397921" y="69594"/>
                  <a:pt x="396009" y="70439"/>
                  <a:pt x="394274" y="71463"/>
                </a:cubicBezTo>
                <a:cubicBezTo>
                  <a:pt x="392539" y="72485"/>
                  <a:pt x="391116" y="73886"/>
                  <a:pt x="390004" y="75666"/>
                </a:cubicBezTo>
                <a:cubicBezTo>
                  <a:pt x="388892" y="77445"/>
                  <a:pt x="388336" y="80025"/>
                  <a:pt x="388336" y="83406"/>
                </a:cubicBezTo>
                <a:cubicBezTo>
                  <a:pt x="388336" y="86698"/>
                  <a:pt x="389026" y="89211"/>
                  <a:pt x="390405" y="90946"/>
                </a:cubicBezTo>
                <a:cubicBezTo>
                  <a:pt x="391784" y="92681"/>
                  <a:pt x="393630" y="93548"/>
                  <a:pt x="395941" y="93548"/>
                </a:cubicBezTo>
                <a:cubicBezTo>
                  <a:pt x="398878" y="93548"/>
                  <a:pt x="401257" y="92436"/>
                  <a:pt x="403081" y="90213"/>
                </a:cubicBezTo>
                <a:cubicBezTo>
                  <a:pt x="404905" y="87988"/>
                  <a:pt x="405817" y="84696"/>
                  <a:pt x="405817" y="80337"/>
                </a:cubicBezTo>
                <a:moveTo>
                  <a:pt x="374190" y="44038"/>
                </a:moveTo>
                <a:cubicBezTo>
                  <a:pt x="377927" y="41014"/>
                  <a:pt x="381953" y="38701"/>
                  <a:pt x="386267" y="37099"/>
                </a:cubicBezTo>
                <a:cubicBezTo>
                  <a:pt x="390583" y="35497"/>
                  <a:pt x="394875" y="34696"/>
                  <a:pt x="399145" y="34696"/>
                </a:cubicBezTo>
                <a:cubicBezTo>
                  <a:pt x="402704" y="34696"/>
                  <a:pt x="405973" y="35096"/>
                  <a:pt x="408953" y="35897"/>
                </a:cubicBezTo>
                <a:cubicBezTo>
                  <a:pt x="411934" y="36698"/>
                  <a:pt x="414514" y="37966"/>
                  <a:pt x="416693" y="39701"/>
                </a:cubicBezTo>
                <a:cubicBezTo>
                  <a:pt x="418873" y="41436"/>
                  <a:pt x="420563" y="43683"/>
                  <a:pt x="421763" y="46441"/>
                </a:cubicBezTo>
                <a:cubicBezTo>
                  <a:pt x="422965" y="49198"/>
                  <a:pt x="423566" y="52534"/>
                  <a:pt x="423566" y="56449"/>
                </a:cubicBezTo>
                <a:cubicBezTo>
                  <a:pt x="423566" y="62143"/>
                  <a:pt x="423499" y="67414"/>
                  <a:pt x="423366" y="72263"/>
                </a:cubicBezTo>
                <a:cubicBezTo>
                  <a:pt x="423233" y="77111"/>
                  <a:pt x="423166" y="81937"/>
                  <a:pt x="423166" y="86741"/>
                </a:cubicBezTo>
                <a:cubicBezTo>
                  <a:pt x="423166" y="88876"/>
                  <a:pt x="423322" y="90545"/>
                  <a:pt x="423633" y="91746"/>
                </a:cubicBezTo>
                <a:cubicBezTo>
                  <a:pt x="423945" y="92948"/>
                  <a:pt x="424412" y="93860"/>
                  <a:pt x="425034" y="94483"/>
                </a:cubicBezTo>
                <a:cubicBezTo>
                  <a:pt x="425657" y="95105"/>
                  <a:pt x="426479" y="95504"/>
                  <a:pt x="427502" y="95682"/>
                </a:cubicBezTo>
                <a:cubicBezTo>
                  <a:pt x="428525" y="95860"/>
                  <a:pt x="429704" y="95949"/>
                  <a:pt x="431039" y="95949"/>
                </a:cubicBezTo>
                <a:lnTo>
                  <a:pt x="431039" y="99152"/>
                </a:lnTo>
                <a:cubicBezTo>
                  <a:pt x="428459" y="100220"/>
                  <a:pt x="426280" y="101021"/>
                  <a:pt x="424500" y="101555"/>
                </a:cubicBezTo>
                <a:cubicBezTo>
                  <a:pt x="422720" y="102088"/>
                  <a:pt x="420808" y="102355"/>
                  <a:pt x="418762" y="102355"/>
                </a:cubicBezTo>
                <a:cubicBezTo>
                  <a:pt x="415470" y="102355"/>
                  <a:pt x="412801" y="101555"/>
                  <a:pt x="410755" y="99954"/>
                </a:cubicBezTo>
                <a:cubicBezTo>
                  <a:pt x="408710" y="98352"/>
                  <a:pt x="407152" y="96039"/>
                  <a:pt x="406084" y="93015"/>
                </a:cubicBezTo>
                <a:cubicBezTo>
                  <a:pt x="404038" y="95861"/>
                  <a:pt x="401659" y="98130"/>
                  <a:pt x="398945" y="99820"/>
                </a:cubicBezTo>
                <a:cubicBezTo>
                  <a:pt x="396231" y="101510"/>
                  <a:pt x="392829" y="102355"/>
                  <a:pt x="388737" y="102355"/>
                </a:cubicBezTo>
                <a:cubicBezTo>
                  <a:pt x="385356" y="102355"/>
                  <a:pt x="382463" y="101910"/>
                  <a:pt x="380061" y="101019"/>
                </a:cubicBezTo>
                <a:cubicBezTo>
                  <a:pt x="377659" y="100130"/>
                  <a:pt x="375680" y="98863"/>
                  <a:pt x="374123" y="97218"/>
                </a:cubicBezTo>
                <a:cubicBezTo>
                  <a:pt x="372566" y="95571"/>
                  <a:pt x="371432" y="93702"/>
                  <a:pt x="370720" y="91612"/>
                </a:cubicBezTo>
                <a:cubicBezTo>
                  <a:pt x="370009" y="89521"/>
                  <a:pt x="369653" y="87408"/>
                  <a:pt x="369653" y="85273"/>
                </a:cubicBezTo>
                <a:cubicBezTo>
                  <a:pt x="369653" y="82338"/>
                  <a:pt x="370120" y="79803"/>
                  <a:pt x="371054" y="77667"/>
                </a:cubicBezTo>
                <a:cubicBezTo>
                  <a:pt x="371988" y="75532"/>
                  <a:pt x="373323" y="73708"/>
                  <a:pt x="375057" y="72196"/>
                </a:cubicBezTo>
                <a:cubicBezTo>
                  <a:pt x="376792" y="70684"/>
                  <a:pt x="378861" y="69416"/>
                  <a:pt x="381262" y="68392"/>
                </a:cubicBezTo>
                <a:cubicBezTo>
                  <a:pt x="383665" y="67369"/>
                  <a:pt x="386378" y="66501"/>
                  <a:pt x="389403" y="65790"/>
                </a:cubicBezTo>
                <a:cubicBezTo>
                  <a:pt x="393140" y="64901"/>
                  <a:pt x="396098" y="64123"/>
                  <a:pt x="398277" y="63456"/>
                </a:cubicBezTo>
                <a:cubicBezTo>
                  <a:pt x="400457" y="62788"/>
                  <a:pt x="402081" y="62121"/>
                  <a:pt x="403148" y="61455"/>
                </a:cubicBezTo>
                <a:cubicBezTo>
                  <a:pt x="404216" y="60787"/>
                  <a:pt x="404906" y="60052"/>
                  <a:pt x="405217" y="59251"/>
                </a:cubicBezTo>
                <a:cubicBezTo>
                  <a:pt x="405529" y="58450"/>
                  <a:pt x="405685" y="57472"/>
                  <a:pt x="405685" y="56315"/>
                </a:cubicBezTo>
                <a:cubicBezTo>
                  <a:pt x="405685" y="53113"/>
                  <a:pt x="404550" y="50377"/>
                  <a:pt x="402280" y="48109"/>
                </a:cubicBezTo>
                <a:cubicBezTo>
                  <a:pt x="400012" y="45839"/>
                  <a:pt x="396876" y="44704"/>
                  <a:pt x="392873" y="44704"/>
                </a:cubicBezTo>
                <a:cubicBezTo>
                  <a:pt x="391361" y="44704"/>
                  <a:pt x="389803" y="44904"/>
                  <a:pt x="388202" y="45305"/>
                </a:cubicBezTo>
                <a:cubicBezTo>
                  <a:pt x="386601" y="45705"/>
                  <a:pt x="385066" y="46262"/>
                  <a:pt x="383598" y="46975"/>
                </a:cubicBezTo>
                <a:cubicBezTo>
                  <a:pt x="382130" y="47686"/>
                  <a:pt x="380796" y="48465"/>
                  <a:pt x="379594" y="49310"/>
                </a:cubicBezTo>
                <a:cubicBezTo>
                  <a:pt x="378394" y="50155"/>
                  <a:pt x="377483" y="51066"/>
                  <a:pt x="376860" y="52045"/>
                </a:cubicBezTo>
                <a:lnTo>
                  <a:pt x="375925" y="52045"/>
                </a:lnTo>
                <a:lnTo>
                  <a:pt x="374190" y="44038"/>
                </a:lnTo>
                <a:close/>
                <a:moveTo>
                  <a:pt x="459198" y="46439"/>
                </a:moveTo>
                <a:cubicBezTo>
                  <a:pt x="461689" y="42703"/>
                  <a:pt x="464602" y="39812"/>
                  <a:pt x="467938" y="37767"/>
                </a:cubicBezTo>
                <a:cubicBezTo>
                  <a:pt x="471274" y="35720"/>
                  <a:pt x="475078" y="34696"/>
                  <a:pt x="479347" y="34696"/>
                </a:cubicBezTo>
                <a:cubicBezTo>
                  <a:pt x="486020" y="34696"/>
                  <a:pt x="491159" y="36631"/>
                  <a:pt x="494761" y="40501"/>
                </a:cubicBezTo>
                <a:cubicBezTo>
                  <a:pt x="498364" y="44372"/>
                  <a:pt x="500166" y="50622"/>
                  <a:pt x="500166" y="59251"/>
                </a:cubicBezTo>
                <a:cubicBezTo>
                  <a:pt x="500166" y="63788"/>
                  <a:pt x="500077" y="67791"/>
                  <a:pt x="499899" y="71261"/>
                </a:cubicBezTo>
                <a:cubicBezTo>
                  <a:pt x="499721" y="74731"/>
                  <a:pt x="499632" y="78201"/>
                  <a:pt x="499632" y="81671"/>
                </a:cubicBezTo>
                <a:cubicBezTo>
                  <a:pt x="499632" y="84517"/>
                  <a:pt x="499699" y="87609"/>
                  <a:pt x="499832" y="90946"/>
                </a:cubicBezTo>
                <a:cubicBezTo>
                  <a:pt x="499966" y="94281"/>
                  <a:pt x="500122" y="97506"/>
                  <a:pt x="500300" y="100620"/>
                </a:cubicBezTo>
                <a:cubicBezTo>
                  <a:pt x="499144" y="100442"/>
                  <a:pt x="497675" y="100353"/>
                  <a:pt x="495896" y="100353"/>
                </a:cubicBezTo>
                <a:cubicBezTo>
                  <a:pt x="494116" y="100353"/>
                  <a:pt x="492247" y="100353"/>
                  <a:pt x="490290" y="100353"/>
                </a:cubicBezTo>
                <a:cubicBezTo>
                  <a:pt x="488334" y="100353"/>
                  <a:pt x="486466" y="100353"/>
                  <a:pt x="484686" y="100353"/>
                </a:cubicBezTo>
                <a:cubicBezTo>
                  <a:pt x="482906" y="100353"/>
                  <a:pt x="481438" y="100442"/>
                  <a:pt x="480282" y="100620"/>
                </a:cubicBezTo>
                <a:cubicBezTo>
                  <a:pt x="480905" y="95994"/>
                  <a:pt x="481305" y="90545"/>
                  <a:pt x="481483" y="84273"/>
                </a:cubicBezTo>
                <a:cubicBezTo>
                  <a:pt x="481661" y="78001"/>
                  <a:pt x="481750" y="70817"/>
                  <a:pt x="481750" y="62721"/>
                </a:cubicBezTo>
                <a:cubicBezTo>
                  <a:pt x="481750" y="57116"/>
                  <a:pt x="480793" y="53001"/>
                  <a:pt x="478881" y="50377"/>
                </a:cubicBezTo>
                <a:cubicBezTo>
                  <a:pt x="476968" y="47752"/>
                  <a:pt x="474277" y="46439"/>
                  <a:pt x="470807" y="46439"/>
                </a:cubicBezTo>
                <a:cubicBezTo>
                  <a:pt x="466804" y="46439"/>
                  <a:pt x="463868" y="48174"/>
                  <a:pt x="462000" y="51644"/>
                </a:cubicBezTo>
                <a:cubicBezTo>
                  <a:pt x="460132" y="55114"/>
                  <a:pt x="459198" y="59918"/>
                  <a:pt x="459198" y="66057"/>
                </a:cubicBezTo>
                <a:lnTo>
                  <a:pt x="459198" y="71396"/>
                </a:lnTo>
                <a:cubicBezTo>
                  <a:pt x="459198" y="76822"/>
                  <a:pt x="459265" y="81937"/>
                  <a:pt x="459398" y="86741"/>
                </a:cubicBezTo>
                <a:cubicBezTo>
                  <a:pt x="459531" y="91545"/>
                  <a:pt x="459820" y="96172"/>
                  <a:pt x="460265" y="100620"/>
                </a:cubicBezTo>
                <a:cubicBezTo>
                  <a:pt x="459108" y="100442"/>
                  <a:pt x="457663" y="100353"/>
                  <a:pt x="455928" y="100353"/>
                </a:cubicBezTo>
                <a:cubicBezTo>
                  <a:pt x="454193" y="100353"/>
                  <a:pt x="452303" y="100353"/>
                  <a:pt x="450257" y="100353"/>
                </a:cubicBezTo>
                <a:cubicBezTo>
                  <a:pt x="448210" y="100353"/>
                  <a:pt x="446341" y="100353"/>
                  <a:pt x="444651" y="100353"/>
                </a:cubicBezTo>
                <a:cubicBezTo>
                  <a:pt x="442961" y="100353"/>
                  <a:pt x="441493" y="100442"/>
                  <a:pt x="440246" y="100620"/>
                </a:cubicBezTo>
                <a:cubicBezTo>
                  <a:pt x="440692" y="96172"/>
                  <a:pt x="440981" y="91545"/>
                  <a:pt x="441114" y="86741"/>
                </a:cubicBezTo>
                <a:cubicBezTo>
                  <a:pt x="441248" y="81937"/>
                  <a:pt x="441316" y="76822"/>
                  <a:pt x="441316" y="71396"/>
                </a:cubicBezTo>
                <a:lnTo>
                  <a:pt x="441316" y="66057"/>
                </a:lnTo>
                <a:cubicBezTo>
                  <a:pt x="441316" y="60631"/>
                  <a:pt x="441248" y="55538"/>
                  <a:pt x="441114" y="50778"/>
                </a:cubicBezTo>
                <a:cubicBezTo>
                  <a:pt x="440981" y="46018"/>
                  <a:pt x="440692" y="41235"/>
                  <a:pt x="440246" y="36431"/>
                </a:cubicBezTo>
                <a:cubicBezTo>
                  <a:pt x="441848" y="36609"/>
                  <a:pt x="443428" y="36765"/>
                  <a:pt x="444985" y="36899"/>
                </a:cubicBezTo>
                <a:cubicBezTo>
                  <a:pt x="446542" y="37032"/>
                  <a:pt x="448121" y="37099"/>
                  <a:pt x="449721" y="37099"/>
                </a:cubicBezTo>
                <a:cubicBezTo>
                  <a:pt x="451323" y="37099"/>
                  <a:pt x="452903" y="37032"/>
                  <a:pt x="454460" y="36899"/>
                </a:cubicBezTo>
                <a:cubicBezTo>
                  <a:pt x="456017" y="36765"/>
                  <a:pt x="457685" y="36609"/>
                  <a:pt x="459465" y="36431"/>
                </a:cubicBezTo>
                <a:lnTo>
                  <a:pt x="458929" y="46439"/>
                </a:lnTo>
                <a:lnTo>
                  <a:pt x="459198" y="46439"/>
                </a:lnTo>
                <a:close/>
                <a:moveTo>
                  <a:pt x="563021" y="54847"/>
                </a:moveTo>
                <a:cubicBezTo>
                  <a:pt x="562309" y="50844"/>
                  <a:pt x="560907" y="47619"/>
                  <a:pt x="558816" y="45173"/>
                </a:cubicBezTo>
                <a:cubicBezTo>
                  <a:pt x="556726" y="42726"/>
                  <a:pt x="553634" y="41503"/>
                  <a:pt x="549541" y="41503"/>
                </a:cubicBezTo>
                <a:cubicBezTo>
                  <a:pt x="544203" y="41503"/>
                  <a:pt x="540200" y="43928"/>
                  <a:pt x="537531" y="48777"/>
                </a:cubicBezTo>
                <a:cubicBezTo>
                  <a:pt x="534862" y="53624"/>
                  <a:pt x="533528" y="60363"/>
                  <a:pt x="533528" y="68993"/>
                </a:cubicBezTo>
                <a:cubicBezTo>
                  <a:pt x="533528" y="77089"/>
                  <a:pt x="535218" y="83295"/>
                  <a:pt x="538598" y="87610"/>
                </a:cubicBezTo>
                <a:cubicBezTo>
                  <a:pt x="541980" y="91925"/>
                  <a:pt x="546918" y="94082"/>
                  <a:pt x="553412" y="94082"/>
                </a:cubicBezTo>
                <a:cubicBezTo>
                  <a:pt x="556171" y="94082"/>
                  <a:pt x="558839" y="93437"/>
                  <a:pt x="561419" y="92147"/>
                </a:cubicBezTo>
                <a:cubicBezTo>
                  <a:pt x="563999" y="90856"/>
                  <a:pt x="565912" y="89411"/>
                  <a:pt x="567157" y="87810"/>
                </a:cubicBezTo>
                <a:lnTo>
                  <a:pt x="568759" y="89144"/>
                </a:lnTo>
                <a:cubicBezTo>
                  <a:pt x="568136" y="90389"/>
                  <a:pt x="567602" y="91679"/>
                  <a:pt x="567157" y="93015"/>
                </a:cubicBezTo>
                <a:cubicBezTo>
                  <a:pt x="566712" y="94349"/>
                  <a:pt x="566267" y="95684"/>
                  <a:pt x="565823" y="97018"/>
                </a:cubicBezTo>
                <a:cubicBezTo>
                  <a:pt x="563866" y="98530"/>
                  <a:pt x="561396" y="99798"/>
                  <a:pt x="558415" y="100820"/>
                </a:cubicBezTo>
                <a:cubicBezTo>
                  <a:pt x="555436" y="101843"/>
                  <a:pt x="551899" y="102355"/>
                  <a:pt x="547806" y="102355"/>
                </a:cubicBezTo>
                <a:cubicBezTo>
                  <a:pt x="541312" y="102355"/>
                  <a:pt x="535840" y="101421"/>
                  <a:pt x="531392" y="99553"/>
                </a:cubicBezTo>
                <a:cubicBezTo>
                  <a:pt x="526945" y="97685"/>
                  <a:pt x="523364" y="95150"/>
                  <a:pt x="520651" y="91948"/>
                </a:cubicBezTo>
                <a:cubicBezTo>
                  <a:pt x="517937" y="88744"/>
                  <a:pt x="516002" y="85118"/>
                  <a:pt x="514845" y="81070"/>
                </a:cubicBezTo>
                <a:cubicBezTo>
                  <a:pt x="513689" y="77022"/>
                  <a:pt x="513110" y="72952"/>
                  <a:pt x="513110" y="68861"/>
                </a:cubicBezTo>
                <a:cubicBezTo>
                  <a:pt x="513110" y="63967"/>
                  <a:pt x="513933" y="59429"/>
                  <a:pt x="515578" y="55248"/>
                </a:cubicBezTo>
                <a:cubicBezTo>
                  <a:pt x="517225" y="51067"/>
                  <a:pt x="519583" y="47464"/>
                  <a:pt x="522652" y="44440"/>
                </a:cubicBezTo>
                <a:cubicBezTo>
                  <a:pt x="525722" y="41414"/>
                  <a:pt x="529436" y="39033"/>
                  <a:pt x="533795" y="37298"/>
                </a:cubicBezTo>
                <a:cubicBezTo>
                  <a:pt x="538154" y="35563"/>
                  <a:pt x="543003" y="34696"/>
                  <a:pt x="548342" y="34696"/>
                </a:cubicBezTo>
                <a:cubicBezTo>
                  <a:pt x="553412" y="34696"/>
                  <a:pt x="557704" y="35274"/>
                  <a:pt x="561217" y="36431"/>
                </a:cubicBezTo>
                <a:cubicBezTo>
                  <a:pt x="564732" y="37587"/>
                  <a:pt x="568091" y="39100"/>
                  <a:pt x="571295" y="40968"/>
                </a:cubicBezTo>
                <a:cubicBezTo>
                  <a:pt x="570226" y="42747"/>
                  <a:pt x="569225" y="44928"/>
                  <a:pt x="568291" y="47508"/>
                </a:cubicBezTo>
                <a:cubicBezTo>
                  <a:pt x="567357" y="50087"/>
                  <a:pt x="566668" y="52534"/>
                  <a:pt x="566222" y="54847"/>
                </a:cubicBezTo>
                <a:lnTo>
                  <a:pt x="563021" y="54847"/>
                </a:lnTo>
                <a:close/>
                <a:moveTo>
                  <a:pt x="598251" y="68726"/>
                </a:moveTo>
                <a:cubicBezTo>
                  <a:pt x="598251" y="72284"/>
                  <a:pt x="598607" y="75620"/>
                  <a:pt x="599318" y="78734"/>
                </a:cubicBezTo>
                <a:cubicBezTo>
                  <a:pt x="600031" y="81849"/>
                  <a:pt x="601121" y="84540"/>
                  <a:pt x="602588" y="86808"/>
                </a:cubicBezTo>
                <a:cubicBezTo>
                  <a:pt x="604056" y="89077"/>
                  <a:pt x="605924" y="90856"/>
                  <a:pt x="608192" y="92147"/>
                </a:cubicBezTo>
                <a:cubicBezTo>
                  <a:pt x="610462" y="93437"/>
                  <a:pt x="613109" y="94082"/>
                  <a:pt x="616133" y="94082"/>
                </a:cubicBezTo>
                <a:cubicBezTo>
                  <a:pt x="622272" y="94082"/>
                  <a:pt x="627744" y="92080"/>
                  <a:pt x="632548" y="88077"/>
                </a:cubicBezTo>
                <a:lnTo>
                  <a:pt x="634148" y="89278"/>
                </a:lnTo>
                <a:lnTo>
                  <a:pt x="631212" y="96751"/>
                </a:lnTo>
                <a:cubicBezTo>
                  <a:pt x="628988" y="98441"/>
                  <a:pt x="626320" y="99798"/>
                  <a:pt x="623205" y="100820"/>
                </a:cubicBezTo>
                <a:cubicBezTo>
                  <a:pt x="620091" y="101843"/>
                  <a:pt x="615999" y="102355"/>
                  <a:pt x="610929" y="102355"/>
                </a:cubicBezTo>
                <a:cubicBezTo>
                  <a:pt x="606570" y="102355"/>
                  <a:pt x="602433" y="101754"/>
                  <a:pt x="598518" y="100553"/>
                </a:cubicBezTo>
                <a:cubicBezTo>
                  <a:pt x="594604" y="99353"/>
                  <a:pt x="591157" y="97374"/>
                  <a:pt x="588175" y="94615"/>
                </a:cubicBezTo>
                <a:cubicBezTo>
                  <a:pt x="585196" y="91857"/>
                  <a:pt x="582838" y="88365"/>
                  <a:pt x="581104" y="84139"/>
                </a:cubicBezTo>
                <a:cubicBezTo>
                  <a:pt x="579369" y="79913"/>
                  <a:pt x="578501" y="74864"/>
                  <a:pt x="578501" y="68993"/>
                </a:cubicBezTo>
                <a:cubicBezTo>
                  <a:pt x="578501" y="63210"/>
                  <a:pt x="579279" y="58184"/>
                  <a:pt x="580835" y="53914"/>
                </a:cubicBezTo>
                <a:cubicBezTo>
                  <a:pt x="582392" y="49644"/>
                  <a:pt x="584550" y="46085"/>
                  <a:pt x="587308" y="43238"/>
                </a:cubicBezTo>
                <a:cubicBezTo>
                  <a:pt x="590066" y="40390"/>
                  <a:pt x="593336" y="38255"/>
                  <a:pt x="597117" y="36832"/>
                </a:cubicBezTo>
                <a:cubicBezTo>
                  <a:pt x="600897" y="35408"/>
                  <a:pt x="605012" y="34696"/>
                  <a:pt x="609461" y="34696"/>
                </a:cubicBezTo>
                <a:cubicBezTo>
                  <a:pt x="618268" y="34696"/>
                  <a:pt x="625007" y="37276"/>
                  <a:pt x="629677" y="42436"/>
                </a:cubicBezTo>
                <a:cubicBezTo>
                  <a:pt x="634348" y="47596"/>
                  <a:pt x="636683" y="54891"/>
                  <a:pt x="636683" y="64322"/>
                </a:cubicBezTo>
                <a:lnTo>
                  <a:pt x="636683" y="67126"/>
                </a:lnTo>
                <a:cubicBezTo>
                  <a:pt x="636683" y="67925"/>
                  <a:pt x="636639" y="68459"/>
                  <a:pt x="636551" y="68726"/>
                </a:cubicBezTo>
                <a:lnTo>
                  <a:pt x="598251" y="68726"/>
                </a:lnTo>
                <a:moveTo>
                  <a:pt x="618803" y="62721"/>
                </a:moveTo>
                <a:cubicBezTo>
                  <a:pt x="618624" y="56049"/>
                  <a:pt x="617800" y="50711"/>
                  <a:pt x="616333" y="46708"/>
                </a:cubicBezTo>
                <a:cubicBezTo>
                  <a:pt x="614866" y="42703"/>
                  <a:pt x="612397" y="40701"/>
                  <a:pt x="608927" y="40701"/>
                </a:cubicBezTo>
                <a:cubicBezTo>
                  <a:pt x="606970" y="40701"/>
                  <a:pt x="605324" y="41368"/>
                  <a:pt x="603989" y="42703"/>
                </a:cubicBezTo>
                <a:cubicBezTo>
                  <a:pt x="602655" y="44037"/>
                  <a:pt x="601587" y="45750"/>
                  <a:pt x="600786" y="47842"/>
                </a:cubicBezTo>
                <a:cubicBezTo>
                  <a:pt x="599985" y="49933"/>
                  <a:pt x="599384" y="52290"/>
                  <a:pt x="598984" y="54914"/>
                </a:cubicBezTo>
                <a:cubicBezTo>
                  <a:pt x="598585" y="57538"/>
                  <a:pt x="598341" y="60141"/>
                  <a:pt x="598251" y="62721"/>
                </a:cubicBezTo>
                <a:lnTo>
                  <a:pt x="618803" y="62721"/>
                </a:lnTo>
                <a:close/>
                <a:moveTo>
                  <a:pt x="648429" y="91813"/>
                </a:moveTo>
                <a:cubicBezTo>
                  <a:pt x="648429" y="88787"/>
                  <a:pt x="649496" y="86208"/>
                  <a:pt x="651630" y="84073"/>
                </a:cubicBezTo>
                <a:cubicBezTo>
                  <a:pt x="653765" y="81938"/>
                  <a:pt x="656346" y="80870"/>
                  <a:pt x="659372" y="80870"/>
                </a:cubicBezTo>
                <a:cubicBezTo>
                  <a:pt x="662396" y="80870"/>
                  <a:pt x="664976" y="81938"/>
                  <a:pt x="667110" y="84073"/>
                </a:cubicBezTo>
                <a:cubicBezTo>
                  <a:pt x="669245" y="86208"/>
                  <a:pt x="670313" y="88787"/>
                  <a:pt x="670313" y="91813"/>
                </a:cubicBezTo>
                <a:cubicBezTo>
                  <a:pt x="670313" y="94838"/>
                  <a:pt x="669245" y="97351"/>
                  <a:pt x="667110" y="99354"/>
                </a:cubicBezTo>
                <a:cubicBezTo>
                  <a:pt x="664976" y="101355"/>
                  <a:pt x="662396" y="102355"/>
                  <a:pt x="659372" y="102355"/>
                </a:cubicBezTo>
                <a:cubicBezTo>
                  <a:pt x="656346" y="102355"/>
                  <a:pt x="653765" y="101355"/>
                  <a:pt x="651630" y="99354"/>
                </a:cubicBezTo>
                <a:cubicBezTo>
                  <a:pt x="649496" y="97351"/>
                  <a:pt x="648429" y="94838"/>
                  <a:pt x="648429" y="91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Options:">
            <a:extLst xmlns:a="http://schemas.openxmlformats.org/drawingml/2006/main">
              <a:ext uri="{FF2B5EF4-FFF2-40B4-BE49-F238E27FC236}">
                <a16:creationId xmlns:a16="http://schemas.microsoft.com/office/drawing/2014/main" id="{CD99E3B4-2724-4D16-9971-62E5CFD9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903" y="2024576"/>
            <a:ext cx="480415" cy="128511"/>
          </a:xfrm>
          <a:custGeom xmlns:a="http://schemas.openxmlformats.org/drawingml/2006/main">
            <a:pathLst>
              <a:path w="480415" h="128511">
                <a:moveTo>
                  <a:pt x="0" y="47775"/>
                </a:moveTo>
                <a:cubicBezTo>
                  <a:pt x="0" y="40212"/>
                  <a:pt x="1223" y="33473"/>
                  <a:pt x="3669" y="27557"/>
                </a:cubicBezTo>
                <a:cubicBezTo>
                  <a:pt x="6116" y="21641"/>
                  <a:pt x="9541" y="16637"/>
                  <a:pt x="13944" y="12545"/>
                </a:cubicBezTo>
                <a:cubicBezTo>
                  <a:pt x="18348" y="8453"/>
                  <a:pt x="23619" y="5338"/>
                  <a:pt x="29758" y="3203"/>
                </a:cubicBezTo>
                <a:cubicBezTo>
                  <a:pt x="35897" y="1068"/>
                  <a:pt x="42614" y="0"/>
                  <a:pt x="49909" y="0"/>
                </a:cubicBezTo>
                <a:cubicBezTo>
                  <a:pt x="57292" y="0"/>
                  <a:pt x="64054" y="1068"/>
                  <a:pt x="70192" y="3203"/>
                </a:cubicBezTo>
                <a:cubicBezTo>
                  <a:pt x="76331" y="5338"/>
                  <a:pt x="81602" y="8453"/>
                  <a:pt x="86006" y="12545"/>
                </a:cubicBezTo>
                <a:cubicBezTo>
                  <a:pt x="90410" y="16637"/>
                  <a:pt x="93835" y="21641"/>
                  <a:pt x="96281" y="27557"/>
                </a:cubicBezTo>
                <a:cubicBezTo>
                  <a:pt x="98729" y="33473"/>
                  <a:pt x="99952" y="40212"/>
                  <a:pt x="99952" y="47775"/>
                </a:cubicBezTo>
                <a:cubicBezTo>
                  <a:pt x="99952" y="55336"/>
                  <a:pt x="98729" y="62076"/>
                  <a:pt x="96281" y="67993"/>
                </a:cubicBezTo>
                <a:cubicBezTo>
                  <a:pt x="93835" y="73909"/>
                  <a:pt x="90410" y="78914"/>
                  <a:pt x="86006" y="83006"/>
                </a:cubicBezTo>
                <a:cubicBezTo>
                  <a:pt x="81602" y="87098"/>
                  <a:pt x="76331" y="90145"/>
                  <a:pt x="70192" y="92147"/>
                </a:cubicBezTo>
                <a:cubicBezTo>
                  <a:pt x="64054" y="94148"/>
                  <a:pt x="57292" y="95149"/>
                  <a:pt x="49909" y="95149"/>
                </a:cubicBezTo>
                <a:cubicBezTo>
                  <a:pt x="42614" y="95149"/>
                  <a:pt x="35897" y="94148"/>
                  <a:pt x="29758" y="92147"/>
                </a:cubicBezTo>
                <a:cubicBezTo>
                  <a:pt x="23619" y="90145"/>
                  <a:pt x="18348" y="87098"/>
                  <a:pt x="13944" y="83006"/>
                </a:cubicBezTo>
                <a:cubicBezTo>
                  <a:pt x="9541" y="78914"/>
                  <a:pt x="6116" y="73909"/>
                  <a:pt x="3669" y="67993"/>
                </a:cubicBezTo>
                <a:cubicBezTo>
                  <a:pt x="1223" y="62076"/>
                  <a:pt x="0" y="55336"/>
                  <a:pt x="0" y="47775"/>
                </a:cubicBezTo>
                <a:moveTo>
                  <a:pt x="86873" y="47775"/>
                </a:moveTo>
                <a:cubicBezTo>
                  <a:pt x="86873" y="40390"/>
                  <a:pt x="85939" y="34006"/>
                  <a:pt x="84071" y="28624"/>
                </a:cubicBezTo>
                <a:cubicBezTo>
                  <a:pt x="82204" y="23241"/>
                  <a:pt x="79601" y="18793"/>
                  <a:pt x="76264" y="15280"/>
                </a:cubicBezTo>
                <a:cubicBezTo>
                  <a:pt x="72929" y="11766"/>
                  <a:pt x="69015" y="9163"/>
                  <a:pt x="64521" y="7473"/>
                </a:cubicBezTo>
                <a:cubicBezTo>
                  <a:pt x="60029" y="5783"/>
                  <a:pt x="55158" y="4938"/>
                  <a:pt x="49909" y="4938"/>
                </a:cubicBezTo>
                <a:cubicBezTo>
                  <a:pt x="44749" y="4938"/>
                  <a:pt x="39922" y="5783"/>
                  <a:pt x="35429" y="7473"/>
                </a:cubicBezTo>
                <a:cubicBezTo>
                  <a:pt x="30937" y="9163"/>
                  <a:pt x="27023" y="11766"/>
                  <a:pt x="23686" y="15280"/>
                </a:cubicBezTo>
                <a:cubicBezTo>
                  <a:pt x="20350" y="18793"/>
                  <a:pt x="17748" y="23241"/>
                  <a:pt x="15879" y="28624"/>
                </a:cubicBezTo>
                <a:cubicBezTo>
                  <a:pt x="14011" y="34006"/>
                  <a:pt x="13077" y="40390"/>
                  <a:pt x="13077" y="47775"/>
                </a:cubicBezTo>
                <a:cubicBezTo>
                  <a:pt x="13077" y="55158"/>
                  <a:pt x="14011" y="61541"/>
                  <a:pt x="15879" y="66924"/>
                </a:cubicBezTo>
                <a:cubicBezTo>
                  <a:pt x="17748" y="72307"/>
                  <a:pt x="20350" y="76755"/>
                  <a:pt x="23686" y="80270"/>
                </a:cubicBezTo>
                <a:cubicBezTo>
                  <a:pt x="27023" y="83783"/>
                  <a:pt x="30937" y="86385"/>
                  <a:pt x="35429" y="88077"/>
                </a:cubicBezTo>
                <a:cubicBezTo>
                  <a:pt x="39922" y="89767"/>
                  <a:pt x="44749" y="90612"/>
                  <a:pt x="49909" y="90612"/>
                </a:cubicBezTo>
                <a:cubicBezTo>
                  <a:pt x="55158" y="90612"/>
                  <a:pt x="60029" y="89767"/>
                  <a:pt x="64521" y="88077"/>
                </a:cubicBezTo>
                <a:cubicBezTo>
                  <a:pt x="69015" y="86385"/>
                  <a:pt x="72929" y="83783"/>
                  <a:pt x="76264" y="80270"/>
                </a:cubicBezTo>
                <a:cubicBezTo>
                  <a:pt x="79601" y="76755"/>
                  <a:pt x="82204" y="72307"/>
                  <a:pt x="84071" y="66924"/>
                </a:cubicBezTo>
                <a:cubicBezTo>
                  <a:pt x="85939" y="61541"/>
                  <a:pt x="86873" y="55158"/>
                  <a:pt x="86873" y="47775"/>
                </a:cubicBezTo>
                <a:close/>
                <a:moveTo>
                  <a:pt x="114231" y="68858"/>
                </a:moveTo>
                <a:cubicBezTo>
                  <a:pt x="114231" y="65834"/>
                  <a:pt x="114209" y="62543"/>
                  <a:pt x="114164" y="58985"/>
                </a:cubicBezTo>
                <a:cubicBezTo>
                  <a:pt x="114119" y="55425"/>
                  <a:pt x="114052" y="51889"/>
                  <a:pt x="113963" y="48376"/>
                </a:cubicBezTo>
                <a:cubicBezTo>
                  <a:pt x="113874" y="44861"/>
                  <a:pt x="113764" y="41503"/>
                  <a:pt x="113631" y="38300"/>
                </a:cubicBezTo>
                <a:cubicBezTo>
                  <a:pt x="113498" y="35096"/>
                  <a:pt x="113342" y="32338"/>
                  <a:pt x="113164" y="30025"/>
                </a:cubicBezTo>
                <a:cubicBezTo>
                  <a:pt x="115655" y="30470"/>
                  <a:pt x="117657" y="30693"/>
                  <a:pt x="119169" y="30693"/>
                </a:cubicBezTo>
                <a:cubicBezTo>
                  <a:pt x="120682" y="30693"/>
                  <a:pt x="122683" y="30470"/>
                  <a:pt x="125174" y="30025"/>
                </a:cubicBezTo>
                <a:cubicBezTo>
                  <a:pt x="124819" y="32338"/>
                  <a:pt x="124552" y="34562"/>
                  <a:pt x="124374" y="36698"/>
                </a:cubicBezTo>
                <a:cubicBezTo>
                  <a:pt x="124196" y="38833"/>
                  <a:pt x="124107" y="40968"/>
                  <a:pt x="124107" y="43104"/>
                </a:cubicBezTo>
                <a:lnTo>
                  <a:pt x="124374" y="43104"/>
                </a:lnTo>
                <a:cubicBezTo>
                  <a:pt x="124996" y="41680"/>
                  <a:pt x="125885" y="40145"/>
                  <a:pt x="127042" y="38500"/>
                </a:cubicBezTo>
                <a:cubicBezTo>
                  <a:pt x="128198" y="36854"/>
                  <a:pt x="129688" y="35298"/>
                  <a:pt x="131511" y="33831"/>
                </a:cubicBezTo>
                <a:cubicBezTo>
                  <a:pt x="133336" y="32362"/>
                  <a:pt x="135538" y="31138"/>
                  <a:pt x="138117" y="30159"/>
                </a:cubicBezTo>
                <a:cubicBezTo>
                  <a:pt x="140697" y="29180"/>
                  <a:pt x="143634" y="28691"/>
                  <a:pt x="146926" y="28691"/>
                </a:cubicBezTo>
                <a:cubicBezTo>
                  <a:pt x="150307" y="28691"/>
                  <a:pt x="153643" y="29337"/>
                  <a:pt x="156934" y="30628"/>
                </a:cubicBezTo>
                <a:cubicBezTo>
                  <a:pt x="160226" y="31917"/>
                  <a:pt x="163140" y="33896"/>
                  <a:pt x="165676" y="36565"/>
                </a:cubicBezTo>
                <a:cubicBezTo>
                  <a:pt x="168212" y="39234"/>
                  <a:pt x="170258" y="42637"/>
                  <a:pt x="171815" y="46775"/>
                </a:cubicBezTo>
                <a:cubicBezTo>
                  <a:pt x="173372" y="50911"/>
                  <a:pt x="174151" y="55826"/>
                  <a:pt x="174151" y="61520"/>
                </a:cubicBezTo>
                <a:cubicBezTo>
                  <a:pt x="174151" y="67213"/>
                  <a:pt x="173305" y="72151"/>
                  <a:pt x="171613" y="76334"/>
                </a:cubicBezTo>
                <a:cubicBezTo>
                  <a:pt x="169923" y="80515"/>
                  <a:pt x="167721" y="83985"/>
                  <a:pt x="165008" y="86743"/>
                </a:cubicBezTo>
                <a:cubicBezTo>
                  <a:pt x="162294" y="89500"/>
                  <a:pt x="159202" y="91524"/>
                  <a:pt x="155733" y="92813"/>
                </a:cubicBezTo>
                <a:cubicBezTo>
                  <a:pt x="152264" y="94103"/>
                  <a:pt x="148795" y="94748"/>
                  <a:pt x="145325" y="94748"/>
                </a:cubicBezTo>
                <a:cubicBezTo>
                  <a:pt x="135539" y="94748"/>
                  <a:pt x="128555" y="90522"/>
                  <a:pt x="124374" y="82072"/>
                </a:cubicBezTo>
                <a:lnTo>
                  <a:pt x="124107" y="82072"/>
                </a:lnTo>
                <a:lnTo>
                  <a:pt x="124107" y="90478"/>
                </a:lnTo>
                <a:cubicBezTo>
                  <a:pt x="124107" y="93324"/>
                  <a:pt x="124129" y="96505"/>
                  <a:pt x="124172" y="100020"/>
                </a:cubicBezTo>
                <a:cubicBezTo>
                  <a:pt x="124217" y="103534"/>
                  <a:pt x="124284" y="107026"/>
                  <a:pt x="124372" y="110496"/>
                </a:cubicBezTo>
                <a:cubicBezTo>
                  <a:pt x="124462" y="113966"/>
                  <a:pt x="124573" y="117280"/>
                  <a:pt x="124706" y="120437"/>
                </a:cubicBezTo>
                <a:cubicBezTo>
                  <a:pt x="124840" y="123596"/>
                  <a:pt x="124996" y="126287"/>
                  <a:pt x="125174" y="128511"/>
                </a:cubicBezTo>
                <a:cubicBezTo>
                  <a:pt x="122683" y="128066"/>
                  <a:pt x="120682" y="127843"/>
                  <a:pt x="119169" y="127843"/>
                </a:cubicBezTo>
                <a:cubicBezTo>
                  <a:pt x="117657" y="127843"/>
                  <a:pt x="115655" y="128066"/>
                  <a:pt x="113164" y="128511"/>
                </a:cubicBezTo>
                <a:cubicBezTo>
                  <a:pt x="113342" y="126287"/>
                  <a:pt x="113498" y="123596"/>
                  <a:pt x="113631" y="120437"/>
                </a:cubicBezTo>
                <a:cubicBezTo>
                  <a:pt x="113764" y="117280"/>
                  <a:pt x="113874" y="113966"/>
                  <a:pt x="113963" y="110496"/>
                </a:cubicBezTo>
                <a:cubicBezTo>
                  <a:pt x="114052" y="107026"/>
                  <a:pt x="114119" y="103534"/>
                  <a:pt x="114164" y="100020"/>
                </a:cubicBezTo>
                <a:cubicBezTo>
                  <a:pt x="114209" y="96505"/>
                  <a:pt x="114231" y="93324"/>
                  <a:pt x="114231" y="90478"/>
                </a:cubicBezTo>
                <a:lnTo>
                  <a:pt x="114231" y="68858"/>
                </a:lnTo>
                <a:moveTo>
                  <a:pt x="162405" y="61385"/>
                </a:moveTo>
                <a:cubicBezTo>
                  <a:pt x="162405" y="56048"/>
                  <a:pt x="161850" y="51644"/>
                  <a:pt x="160738" y="48174"/>
                </a:cubicBezTo>
                <a:cubicBezTo>
                  <a:pt x="159626" y="44704"/>
                  <a:pt x="158203" y="41924"/>
                  <a:pt x="156468" y="39834"/>
                </a:cubicBezTo>
                <a:cubicBezTo>
                  <a:pt x="154733" y="37743"/>
                  <a:pt x="152753" y="36298"/>
                  <a:pt x="150528" y="35498"/>
                </a:cubicBezTo>
                <a:cubicBezTo>
                  <a:pt x="148304" y="34697"/>
                  <a:pt x="146125" y="34297"/>
                  <a:pt x="143989" y="34297"/>
                </a:cubicBezTo>
                <a:cubicBezTo>
                  <a:pt x="140431" y="34297"/>
                  <a:pt x="137384" y="35053"/>
                  <a:pt x="134849" y="36565"/>
                </a:cubicBezTo>
                <a:cubicBezTo>
                  <a:pt x="132313" y="38078"/>
                  <a:pt x="130244" y="40102"/>
                  <a:pt x="128642" y="42637"/>
                </a:cubicBezTo>
                <a:cubicBezTo>
                  <a:pt x="127042" y="45172"/>
                  <a:pt x="125886" y="48152"/>
                  <a:pt x="125174" y="51579"/>
                </a:cubicBezTo>
                <a:cubicBezTo>
                  <a:pt x="124463" y="55004"/>
                  <a:pt x="124107" y="58629"/>
                  <a:pt x="124107" y="62454"/>
                </a:cubicBezTo>
                <a:cubicBezTo>
                  <a:pt x="124107" y="80959"/>
                  <a:pt x="130602" y="90211"/>
                  <a:pt x="143590" y="90211"/>
                </a:cubicBezTo>
                <a:cubicBezTo>
                  <a:pt x="146793" y="90211"/>
                  <a:pt x="149572" y="89477"/>
                  <a:pt x="151929" y="88010"/>
                </a:cubicBezTo>
                <a:cubicBezTo>
                  <a:pt x="154287" y="86542"/>
                  <a:pt x="156244" y="84496"/>
                  <a:pt x="157801" y="81872"/>
                </a:cubicBezTo>
                <a:cubicBezTo>
                  <a:pt x="159359" y="79247"/>
                  <a:pt x="160515" y="76178"/>
                  <a:pt x="161271" y="72664"/>
                </a:cubicBezTo>
                <a:cubicBezTo>
                  <a:pt x="162027" y="69150"/>
                  <a:pt x="162405" y="65390"/>
                  <a:pt x="162405" y="61385"/>
                </a:cubicBezTo>
                <a:close/>
                <a:moveTo>
                  <a:pt x="202042" y="12144"/>
                </a:moveTo>
                <a:cubicBezTo>
                  <a:pt x="201774" y="15525"/>
                  <a:pt x="201573" y="18838"/>
                  <a:pt x="201439" y="22085"/>
                </a:cubicBezTo>
                <a:cubicBezTo>
                  <a:pt x="201306" y="25333"/>
                  <a:pt x="201151" y="28602"/>
                  <a:pt x="200973" y="31894"/>
                </a:cubicBezTo>
                <a:cubicBezTo>
                  <a:pt x="201951" y="31894"/>
                  <a:pt x="203775" y="31872"/>
                  <a:pt x="206444" y="31827"/>
                </a:cubicBezTo>
                <a:cubicBezTo>
                  <a:pt x="209113" y="31782"/>
                  <a:pt x="212005" y="31671"/>
                  <a:pt x="215119" y="31493"/>
                </a:cubicBezTo>
                <a:cubicBezTo>
                  <a:pt x="215030" y="31760"/>
                  <a:pt x="214986" y="32250"/>
                  <a:pt x="214986" y="32961"/>
                </a:cubicBezTo>
                <a:lnTo>
                  <a:pt x="214986" y="34297"/>
                </a:lnTo>
                <a:lnTo>
                  <a:pt x="214986" y="35765"/>
                </a:lnTo>
                <a:cubicBezTo>
                  <a:pt x="214986" y="36387"/>
                  <a:pt x="215030" y="36831"/>
                  <a:pt x="215119" y="37099"/>
                </a:cubicBezTo>
                <a:cubicBezTo>
                  <a:pt x="213962" y="37009"/>
                  <a:pt x="212761" y="36943"/>
                  <a:pt x="211514" y="36899"/>
                </a:cubicBezTo>
                <a:cubicBezTo>
                  <a:pt x="210270" y="36854"/>
                  <a:pt x="208935" y="36832"/>
                  <a:pt x="207511" y="36832"/>
                </a:cubicBezTo>
                <a:lnTo>
                  <a:pt x="200973" y="36832"/>
                </a:lnTo>
                <a:cubicBezTo>
                  <a:pt x="200884" y="37188"/>
                  <a:pt x="200773" y="38611"/>
                  <a:pt x="200639" y="41102"/>
                </a:cubicBezTo>
                <a:cubicBezTo>
                  <a:pt x="200506" y="43593"/>
                  <a:pt x="200394" y="46551"/>
                  <a:pt x="200305" y="49976"/>
                </a:cubicBezTo>
                <a:cubicBezTo>
                  <a:pt x="200217" y="53401"/>
                  <a:pt x="200150" y="56982"/>
                  <a:pt x="200105" y="60720"/>
                </a:cubicBezTo>
                <a:cubicBezTo>
                  <a:pt x="200060" y="64455"/>
                  <a:pt x="200038" y="67791"/>
                  <a:pt x="200038" y="70728"/>
                </a:cubicBezTo>
                <a:cubicBezTo>
                  <a:pt x="200038" y="73219"/>
                  <a:pt x="200105" y="75666"/>
                  <a:pt x="200238" y="78069"/>
                </a:cubicBezTo>
                <a:cubicBezTo>
                  <a:pt x="200372" y="80470"/>
                  <a:pt x="200795" y="82627"/>
                  <a:pt x="201506" y="84540"/>
                </a:cubicBezTo>
                <a:cubicBezTo>
                  <a:pt x="202219" y="86453"/>
                  <a:pt x="203287" y="87987"/>
                  <a:pt x="204709" y="89144"/>
                </a:cubicBezTo>
                <a:cubicBezTo>
                  <a:pt x="206133" y="90300"/>
                  <a:pt x="208180" y="90879"/>
                  <a:pt x="210849" y="90879"/>
                </a:cubicBezTo>
                <a:cubicBezTo>
                  <a:pt x="211560" y="90879"/>
                  <a:pt x="212516" y="90790"/>
                  <a:pt x="213718" y="90612"/>
                </a:cubicBezTo>
                <a:cubicBezTo>
                  <a:pt x="214919" y="90434"/>
                  <a:pt x="215964" y="90211"/>
                  <a:pt x="216854" y="89944"/>
                </a:cubicBezTo>
                <a:lnTo>
                  <a:pt x="216854" y="93147"/>
                </a:lnTo>
                <a:cubicBezTo>
                  <a:pt x="215341" y="93415"/>
                  <a:pt x="213673" y="93748"/>
                  <a:pt x="211848" y="94147"/>
                </a:cubicBezTo>
                <a:cubicBezTo>
                  <a:pt x="210025" y="94547"/>
                  <a:pt x="208269" y="94748"/>
                  <a:pt x="206579" y="94748"/>
                </a:cubicBezTo>
                <a:cubicBezTo>
                  <a:pt x="200973" y="94748"/>
                  <a:pt x="196836" y="93369"/>
                  <a:pt x="194167" y="90612"/>
                </a:cubicBezTo>
                <a:cubicBezTo>
                  <a:pt x="191499" y="87853"/>
                  <a:pt x="190164" y="83805"/>
                  <a:pt x="190164" y="78468"/>
                </a:cubicBezTo>
                <a:cubicBezTo>
                  <a:pt x="190164" y="76066"/>
                  <a:pt x="190208" y="73465"/>
                  <a:pt x="190297" y="70663"/>
                </a:cubicBezTo>
                <a:cubicBezTo>
                  <a:pt x="190386" y="67859"/>
                  <a:pt x="190497" y="64790"/>
                  <a:pt x="190630" y="61455"/>
                </a:cubicBezTo>
                <a:cubicBezTo>
                  <a:pt x="190763" y="58118"/>
                  <a:pt x="190875" y="54425"/>
                  <a:pt x="190964" y="50377"/>
                </a:cubicBezTo>
                <a:cubicBezTo>
                  <a:pt x="191054" y="46329"/>
                  <a:pt x="191099" y="41814"/>
                  <a:pt x="191099" y="36832"/>
                </a:cubicBezTo>
                <a:lnTo>
                  <a:pt x="186827" y="36832"/>
                </a:lnTo>
                <a:cubicBezTo>
                  <a:pt x="186115" y="36832"/>
                  <a:pt x="185359" y="36854"/>
                  <a:pt x="184558" y="36899"/>
                </a:cubicBezTo>
                <a:cubicBezTo>
                  <a:pt x="183757" y="36943"/>
                  <a:pt x="182912" y="37009"/>
                  <a:pt x="182023" y="37099"/>
                </a:cubicBezTo>
                <a:cubicBezTo>
                  <a:pt x="182113" y="36565"/>
                  <a:pt x="182179" y="36054"/>
                  <a:pt x="182223" y="35565"/>
                </a:cubicBezTo>
                <a:cubicBezTo>
                  <a:pt x="182268" y="35075"/>
                  <a:pt x="182290" y="34564"/>
                  <a:pt x="182290" y="34030"/>
                </a:cubicBezTo>
                <a:cubicBezTo>
                  <a:pt x="182290" y="33585"/>
                  <a:pt x="182268" y="33140"/>
                  <a:pt x="182223" y="32696"/>
                </a:cubicBezTo>
                <a:cubicBezTo>
                  <a:pt x="182179" y="32251"/>
                  <a:pt x="182113" y="31806"/>
                  <a:pt x="182023" y="31361"/>
                </a:cubicBezTo>
                <a:cubicBezTo>
                  <a:pt x="186026" y="31627"/>
                  <a:pt x="188962" y="31760"/>
                  <a:pt x="190830" y="31760"/>
                </a:cubicBezTo>
                <a:cubicBezTo>
                  <a:pt x="190742" y="29981"/>
                  <a:pt x="190675" y="27758"/>
                  <a:pt x="190630" y="25089"/>
                </a:cubicBezTo>
                <a:cubicBezTo>
                  <a:pt x="190586" y="22420"/>
                  <a:pt x="190474" y="19662"/>
                  <a:pt x="190297" y="16813"/>
                </a:cubicBezTo>
                <a:lnTo>
                  <a:pt x="201374" y="12144"/>
                </a:lnTo>
                <a:lnTo>
                  <a:pt x="202042" y="12144"/>
                </a:lnTo>
                <a:close/>
                <a:moveTo>
                  <a:pt x="228597" y="6805"/>
                </a:moveTo>
                <a:cubicBezTo>
                  <a:pt x="228597" y="4937"/>
                  <a:pt x="229264" y="3336"/>
                  <a:pt x="230598" y="2002"/>
                </a:cubicBezTo>
                <a:cubicBezTo>
                  <a:pt x="231933" y="667"/>
                  <a:pt x="233535" y="0"/>
                  <a:pt x="235404" y="0"/>
                </a:cubicBezTo>
                <a:cubicBezTo>
                  <a:pt x="237272" y="0"/>
                  <a:pt x="238873" y="667"/>
                  <a:pt x="240208" y="2002"/>
                </a:cubicBezTo>
                <a:cubicBezTo>
                  <a:pt x="241542" y="3336"/>
                  <a:pt x="242209" y="4937"/>
                  <a:pt x="242209" y="6805"/>
                </a:cubicBezTo>
                <a:cubicBezTo>
                  <a:pt x="242209" y="8673"/>
                  <a:pt x="241542" y="10275"/>
                  <a:pt x="240208" y="11611"/>
                </a:cubicBezTo>
                <a:cubicBezTo>
                  <a:pt x="238873" y="12945"/>
                  <a:pt x="237272" y="13612"/>
                  <a:pt x="235404" y="13612"/>
                </a:cubicBezTo>
                <a:cubicBezTo>
                  <a:pt x="233535" y="13612"/>
                  <a:pt x="231933" y="12945"/>
                  <a:pt x="230598" y="11611"/>
                </a:cubicBezTo>
                <a:cubicBezTo>
                  <a:pt x="229264" y="10275"/>
                  <a:pt x="228597" y="8673"/>
                  <a:pt x="228597" y="6805"/>
                </a:cubicBezTo>
                <a:moveTo>
                  <a:pt x="230466" y="54981"/>
                </a:moveTo>
                <a:cubicBezTo>
                  <a:pt x="230466" y="50978"/>
                  <a:pt x="230399" y="46774"/>
                  <a:pt x="230265" y="42371"/>
                </a:cubicBezTo>
                <a:cubicBezTo>
                  <a:pt x="230132" y="37967"/>
                  <a:pt x="229842" y="33852"/>
                  <a:pt x="229397" y="30025"/>
                </a:cubicBezTo>
                <a:cubicBezTo>
                  <a:pt x="231888" y="30470"/>
                  <a:pt x="233890" y="30693"/>
                  <a:pt x="235404" y="30693"/>
                </a:cubicBezTo>
                <a:cubicBezTo>
                  <a:pt x="236916" y="30693"/>
                  <a:pt x="238918" y="30470"/>
                  <a:pt x="241409" y="30025"/>
                </a:cubicBezTo>
                <a:cubicBezTo>
                  <a:pt x="240964" y="33852"/>
                  <a:pt x="240674" y="37967"/>
                  <a:pt x="240540" y="42371"/>
                </a:cubicBezTo>
                <a:cubicBezTo>
                  <a:pt x="240407" y="46774"/>
                  <a:pt x="240340" y="50978"/>
                  <a:pt x="240340" y="54981"/>
                </a:cubicBezTo>
                <a:lnTo>
                  <a:pt x="240340" y="68858"/>
                </a:lnTo>
                <a:cubicBezTo>
                  <a:pt x="240340" y="72863"/>
                  <a:pt x="240407" y="77067"/>
                  <a:pt x="240540" y="81471"/>
                </a:cubicBezTo>
                <a:cubicBezTo>
                  <a:pt x="240674" y="85875"/>
                  <a:pt x="240964" y="89856"/>
                  <a:pt x="241409" y="93414"/>
                </a:cubicBezTo>
                <a:cubicBezTo>
                  <a:pt x="239362" y="93236"/>
                  <a:pt x="237360" y="93147"/>
                  <a:pt x="235404" y="93147"/>
                </a:cubicBezTo>
                <a:cubicBezTo>
                  <a:pt x="233447" y="93147"/>
                  <a:pt x="231444" y="93236"/>
                  <a:pt x="229397" y="93414"/>
                </a:cubicBezTo>
                <a:cubicBezTo>
                  <a:pt x="229842" y="89856"/>
                  <a:pt x="230132" y="85875"/>
                  <a:pt x="230265" y="81471"/>
                </a:cubicBezTo>
                <a:cubicBezTo>
                  <a:pt x="230399" y="77067"/>
                  <a:pt x="230466" y="72863"/>
                  <a:pt x="230466" y="68858"/>
                </a:cubicBezTo>
                <a:lnTo>
                  <a:pt x="230466" y="54981"/>
                </a:lnTo>
                <a:close/>
                <a:moveTo>
                  <a:pt x="270367" y="61921"/>
                </a:moveTo>
                <a:cubicBezTo>
                  <a:pt x="270367" y="65657"/>
                  <a:pt x="270700" y="69260"/>
                  <a:pt x="271366" y="72729"/>
                </a:cubicBezTo>
                <a:cubicBezTo>
                  <a:pt x="272034" y="76199"/>
                  <a:pt x="273169" y="79291"/>
                  <a:pt x="274769" y="82005"/>
                </a:cubicBezTo>
                <a:cubicBezTo>
                  <a:pt x="276371" y="84718"/>
                  <a:pt x="278506" y="86876"/>
                  <a:pt x="281175" y="88478"/>
                </a:cubicBezTo>
                <a:cubicBezTo>
                  <a:pt x="283844" y="90078"/>
                  <a:pt x="287136" y="90879"/>
                  <a:pt x="291051" y="90879"/>
                </a:cubicBezTo>
                <a:cubicBezTo>
                  <a:pt x="294966" y="90879"/>
                  <a:pt x="298258" y="90078"/>
                  <a:pt x="300927" y="88478"/>
                </a:cubicBezTo>
                <a:cubicBezTo>
                  <a:pt x="303596" y="86876"/>
                  <a:pt x="305731" y="84718"/>
                  <a:pt x="307331" y="82005"/>
                </a:cubicBezTo>
                <a:cubicBezTo>
                  <a:pt x="308933" y="79291"/>
                  <a:pt x="310067" y="76199"/>
                  <a:pt x="310734" y="72729"/>
                </a:cubicBezTo>
                <a:cubicBezTo>
                  <a:pt x="311402" y="69260"/>
                  <a:pt x="311736" y="65657"/>
                  <a:pt x="311736" y="61921"/>
                </a:cubicBezTo>
                <a:cubicBezTo>
                  <a:pt x="311736" y="58184"/>
                  <a:pt x="311402" y="54580"/>
                  <a:pt x="310734" y="51110"/>
                </a:cubicBezTo>
                <a:cubicBezTo>
                  <a:pt x="310067" y="47641"/>
                  <a:pt x="308933" y="44550"/>
                  <a:pt x="307331" y="41837"/>
                </a:cubicBezTo>
                <a:cubicBezTo>
                  <a:pt x="305731" y="39124"/>
                  <a:pt x="303596" y="36966"/>
                  <a:pt x="300927" y="35364"/>
                </a:cubicBezTo>
                <a:cubicBezTo>
                  <a:pt x="298258" y="33762"/>
                  <a:pt x="294966" y="32961"/>
                  <a:pt x="291051" y="32961"/>
                </a:cubicBezTo>
                <a:cubicBezTo>
                  <a:pt x="287136" y="32961"/>
                  <a:pt x="283844" y="33762"/>
                  <a:pt x="281175" y="35364"/>
                </a:cubicBezTo>
                <a:cubicBezTo>
                  <a:pt x="278506" y="36966"/>
                  <a:pt x="276371" y="39124"/>
                  <a:pt x="274769" y="41837"/>
                </a:cubicBezTo>
                <a:cubicBezTo>
                  <a:pt x="273169" y="44550"/>
                  <a:pt x="272034" y="47641"/>
                  <a:pt x="271366" y="51110"/>
                </a:cubicBezTo>
                <a:cubicBezTo>
                  <a:pt x="270700" y="54580"/>
                  <a:pt x="270367" y="58184"/>
                  <a:pt x="270367" y="61921"/>
                </a:cubicBezTo>
                <a:moveTo>
                  <a:pt x="258624" y="61921"/>
                </a:moveTo>
                <a:cubicBezTo>
                  <a:pt x="258624" y="55870"/>
                  <a:pt x="259580" y="50732"/>
                  <a:pt x="261493" y="46506"/>
                </a:cubicBezTo>
                <a:cubicBezTo>
                  <a:pt x="263405" y="42280"/>
                  <a:pt x="265918" y="38855"/>
                  <a:pt x="269031" y="36231"/>
                </a:cubicBezTo>
                <a:cubicBezTo>
                  <a:pt x="272145" y="33607"/>
                  <a:pt x="275637" y="31695"/>
                  <a:pt x="279507" y="30493"/>
                </a:cubicBezTo>
                <a:cubicBezTo>
                  <a:pt x="283378" y="29292"/>
                  <a:pt x="287226" y="28691"/>
                  <a:pt x="291051" y="28691"/>
                </a:cubicBezTo>
                <a:cubicBezTo>
                  <a:pt x="294966" y="28691"/>
                  <a:pt x="298836" y="29292"/>
                  <a:pt x="302662" y="30493"/>
                </a:cubicBezTo>
                <a:cubicBezTo>
                  <a:pt x="306487" y="31695"/>
                  <a:pt x="309957" y="33607"/>
                  <a:pt x="313069" y="36231"/>
                </a:cubicBezTo>
                <a:cubicBezTo>
                  <a:pt x="316183" y="38855"/>
                  <a:pt x="318697" y="42280"/>
                  <a:pt x="320610" y="46506"/>
                </a:cubicBezTo>
                <a:cubicBezTo>
                  <a:pt x="322522" y="50732"/>
                  <a:pt x="323479" y="55870"/>
                  <a:pt x="323479" y="61921"/>
                </a:cubicBezTo>
                <a:cubicBezTo>
                  <a:pt x="323479" y="67970"/>
                  <a:pt x="322522" y="73108"/>
                  <a:pt x="320610" y="77333"/>
                </a:cubicBezTo>
                <a:cubicBezTo>
                  <a:pt x="318697" y="81559"/>
                  <a:pt x="316183" y="84985"/>
                  <a:pt x="313069" y="87610"/>
                </a:cubicBezTo>
                <a:cubicBezTo>
                  <a:pt x="309957" y="90235"/>
                  <a:pt x="306487" y="92080"/>
                  <a:pt x="302662" y="93147"/>
                </a:cubicBezTo>
                <a:cubicBezTo>
                  <a:pt x="298836" y="94214"/>
                  <a:pt x="294966" y="94748"/>
                  <a:pt x="291051" y="94748"/>
                </a:cubicBezTo>
                <a:cubicBezTo>
                  <a:pt x="287226" y="94748"/>
                  <a:pt x="283378" y="94214"/>
                  <a:pt x="279507" y="93147"/>
                </a:cubicBezTo>
                <a:cubicBezTo>
                  <a:pt x="275637" y="92080"/>
                  <a:pt x="272145" y="90235"/>
                  <a:pt x="269031" y="87610"/>
                </a:cubicBezTo>
                <a:cubicBezTo>
                  <a:pt x="265918" y="84985"/>
                  <a:pt x="263405" y="81559"/>
                  <a:pt x="261493" y="77333"/>
                </a:cubicBezTo>
                <a:cubicBezTo>
                  <a:pt x="259580" y="73108"/>
                  <a:pt x="258624" y="67970"/>
                  <a:pt x="258624" y="61921"/>
                </a:cubicBezTo>
                <a:close/>
                <a:moveTo>
                  <a:pt x="381795" y="55914"/>
                </a:moveTo>
                <a:cubicBezTo>
                  <a:pt x="381795" y="49242"/>
                  <a:pt x="380505" y="44193"/>
                  <a:pt x="377924" y="40768"/>
                </a:cubicBezTo>
                <a:cubicBezTo>
                  <a:pt x="375345" y="37343"/>
                  <a:pt x="371787" y="35631"/>
                  <a:pt x="367250" y="35631"/>
                </a:cubicBezTo>
                <a:cubicBezTo>
                  <a:pt x="361023" y="35631"/>
                  <a:pt x="356464" y="37543"/>
                  <a:pt x="353573" y="41369"/>
                </a:cubicBezTo>
                <a:cubicBezTo>
                  <a:pt x="350681" y="45194"/>
                  <a:pt x="349235" y="50577"/>
                  <a:pt x="349235" y="57516"/>
                </a:cubicBezTo>
                <a:lnTo>
                  <a:pt x="349235" y="68858"/>
                </a:lnTo>
                <a:cubicBezTo>
                  <a:pt x="349235" y="72863"/>
                  <a:pt x="349302" y="77067"/>
                  <a:pt x="349435" y="81471"/>
                </a:cubicBezTo>
                <a:cubicBezTo>
                  <a:pt x="349568" y="85875"/>
                  <a:pt x="349857" y="89856"/>
                  <a:pt x="350302" y="93414"/>
                </a:cubicBezTo>
                <a:cubicBezTo>
                  <a:pt x="348257" y="93236"/>
                  <a:pt x="346255" y="93147"/>
                  <a:pt x="344297" y="93147"/>
                </a:cubicBezTo>
                <a:cubicBezTo>
                  <a:pt x="342340" y="93147"/>
                  <a:pt x="340338" y="93236"/>
                  <a:pt x="338293" y="93414"/>
                </a:cubicBezTo>
                <a:cubicBezTo>
                  <a:pt x="338736" y="89856"/>
                  <a:pt x="339025" y="85875"/>
                  <a:pt x="339158" y="81471"/>
                </a:cubicBezTo>
                <a:cubicBezTo>
                  <a:pt x="339292" y="77067"/>
                  <a:pt x="339360" y="72863"/>
                  <a:pt x="339360" y="68858"/>
                </a:cubicBezTo>
                <a:lnTo>
                  <a:pt x="339360" y="54981"/>
                </a:lnTo>
                <a:cubicBezTo>
                  <a:pt x="339360" y="50978"/>
                  <a:pt x="339292" y="46774"/>
                  <a:pt x="339158" y="42371"/>
                </a:cubicBezTo>
                <a:cubicBezTo>
                  <a:pt x="339025" y="37967"/>
                  <a:pt x="338736" y="33852"/>
                  <a:pt x="338293" y="30025"/>
                </a:cubicBezTo>
                <a:cubicBezTo>
                  <a:pt x="340784" y="30470"/>
                  <a:pt x="342785" y="30693"/>
                  <a:pt x="344297" y="30693"/>
                </a:cubicBezTo>
                <a:cubicBezTo>
                  <a:pt x="345009" y="30693"/>
                  <a:pt x="345787" y="30626"/>
                  <a:pt x="346631" y="30493"/>
                </a:cubicBezTo>
                <a:cubicBezTo>
                  <a:pt x="347477" y="30360"/>
                  <a:pt x="348478" y="30204"/>
                  <a:pt x="349635" y="30025"/>
                </a:cubicBezTo>
                <a:cubicBezTo>
                  <a:pt x="349368" y="33584"/>
                  <a:pt x="349235" y="37143"/>
                  <a:pt x="349235" y="40701"/>
                </a:cubicBezTo>
                <a:lnTo>
                  <a:pt x="349502" y="40701"/>
                </a:lnTo>
                <a:cubicBezTo>
                  <a:pt x="351993" y="36875"/>
                  <a:pt x="354974" y="33917"/>
                  <a:pt x="358443" y="31827"/>
                </a:cubicBezTo>
                <a:cubicBezTo>
                  <a:pt x="361913" y="29736"/>
                  <a:pt x="366050" y="28691"/>
                  <a:pt x="370855" y="28691"/>
                </a:cubicBezTo>
                <a:cubicBezTo>
                  <a:pt x="373346" y="28691"/>
                  <a:pt x="375858" y="29047"/>
                  <a:pt x="378393" y="29760"/>
                </a:cubicBezTo>
                <a:cubicBezTo>
                  <a:pt x="380929" y="30471"/>
                  <a:pt x="383219" y="31695"/>
                  <a:pt x="385265" y="33429"/>
                </a:cubicBezTo>
                <a:cubicBezTo>
                  <a:pt x="387312" y="35164"/>
                  <a:pt x="388981" y="37522"/>
                  <a:pt x="390270" y="40503"/>
                </a:cubicBezTo>
                <a:cubicBezTo>
                  <a:pt x="391560" y="43483"/>
                  <a:pt x="392205" y="47286"/>
                  <a:pt x="392205" y="51911"/>
                </a:cubicBezTo>
                <a:cubicBezTo>
                  <a:pt x="392205" y="55736"/>
                  <a:pt x="392116" y="59673"/>
                  <a:pt x="391938" y="63721"/>
                </a:cubicBezTo>
                <a:cubicBezTo>
                  <a:pt x="391760" y="67769"/>
                  <a:pt x="391671" y="72062"/>
                  <a:pt x="391671" y="76600"/>
                </a:cubicBezTo>
                <a:lnTo>
                  <a:pt x="391671" y="85273"/>
                </a:lnTo>
                <a:cubicBezTo>
                  <a:pt x="391671" y="86697"/>
                  <a:pt x="391694" y="88099"/>
                  <a:pt x="391738" y="89478"/>
                </a:cubicBezTo>
                <a:cubicBezTo>
                  <a:pt x="391783" y="90857"/>
                  <a:pt x="391850" y="92169"/>
                  <a:pt x="391938" y="93414"/>
                </a:cubicBezTo>
                <a:cubicBezTo>
                  <a:pt x="390158" y="93236"/>
                  <a:pt x="388290" y="93147"/>
                  <a:pt x="386334" y="93147"/>
                </a:cubicBezTo>
                <a:cubicBezTo>
                  <a:pt x="384465" y="93147"/>
                  <a:pt x="382641" y="93236"/>
                  <a:pt x="380863" y="93414"/>
                </a:cubicBezTo>
                <a:cubicBezTo>
                  <a:pt x="381041" y="88787"/>
                  <a:pt x="381240" y="84028"/>
                  <a:pt x="381461" y="79136"/>
                </a:cubicBezTo>
                <a:cubicBezTo>
                  <a:pt x="381684" y="74242"/>
                  <a:pt x="381795" y="69215"/>
                  <a:pt x="381795" y="64055"/>
                </a:cubicBezTo>
                <a:lnTo>
                  <a:pt x="381795" y="55914"/>
                </a:lnTo>
                <a:close/>
                <a:moveTo>
                  <a:pt x="411822" y="81003"/>
                </a:moveTo>
                <a:cubicBezTo>
                  <a:pt x="412267" y="81893"/>
                  <a:pt x="412957" y="82872"/>
                  <a:pt x="413891" y="83939"/>
                </a:cubicBezTo>
                <a:cubicBezTo>
                  <a:pt x="414825" y="85006"/>
                  <a:pt x="415937" y="86007"/>
                  <a:pt x="417226" y="86943"/>
                </a:cubicBezTo>
                <a:cubicBezTo>
                  <a:pt x="418517" y="87877"/>
                  <a:pt x="419986" y="88655"/>
                  <a:pt x="421631" y="89278"/>
                </a:cubicBezTo>
                <a:cubicBezTo>
                  <a:pt x="423276" y="89900"/>
                  <a:pt x="425034" y="90211"/>
                  <a:pt x="426903" y="90211"/>
                </a:cubicBezTo>
                <a:cubicBezTo>
                  <a:pt x="428593" y="90211"/>
                  <a:pt x="430216" y="89944"/>
                  <a:pt x="431774" y="89411"/>
                </a:cubicBezTo>
                <a:cubicBezTo>
                  <a:pt x="433331" y="88877"/>
                  <a:pt x="434709" y="88121"/>
                  <a:pt x="435909" y="87142"/>
                </a:cubicBezTo>
                <a:cubicBezTo>
                  <a:pt x="437111" y="86163"/>
                  <a:pt x="438067" y="84918"/>
                  <a:pt x="438778" y="83406"/>
                </a:cubicBezTo>
                <a:cubicBezTo>
                  <a:pt x="439491" y="81893"/>
                  <a:pt x="439847" y="80158"/>
                  <a:pt x="439847" y="78201"/>
                </a:cubicBezTo>
                <a:cubicBezTo>
                  <a:pt x="439847" y="75442"/>
                  <a:pt x="439069" y="73329"/>
                  <a:pt x="437512" y="71862"/>
                </a:cubicBezTo>
                <a:cubicBezTo>
                  <a:pt x="435955" y="70395"/>
                  <a:pt x="434020" y="69194"/>
                  <a:pt x="431706" y="68260"/>
                </a:cubicBezTo>
                <a:cubicBezTo>
                  <a:pt x="429393" y="67324"/>
                  <a:pt x="426857" y="66501"/>
                  <a:pt x="424099" y="65790"/>
                </a:cubicBezTo>
                <a:cubicBezTo>
                  <a:pt x="421342" y="65078"/>
                  <a:pt x="418807" y="64078"/>
                  <a:pt x="416493" y="62788"/>
                </a:cubicBezTo>
                <a:cubicBezTo>
                  <a:pt x="414180" y="61497"/>
                  <a:pt x="412245" y="59785"/>
                  <a:pt x="410688" y="57651"/>
                </a:cubicBezTo>
                <a:cubicBezTo>
                  <a:pt x="409131" y="55515"/>
                  <a:pt x="408352" y="52579"/>
                  <a:pt x="408352" y="48842"/>
                </a:cubicBezTo>
                <a:cubicBezTo>
                  <a:pt x="408352" y="45906"/>
                  <a:pt x="408842" y="43214"/>
                  <a:pt x="409821" y="40768"/>
                </a:cubicBezTo>
                <a:cubicBezTo>
                  <a:pt x="410799" y="38322"/>
                  <a:pt x="412223" y="36209"/>
                  <a:pt x="414091" y="34429"/>
                </a:cubicBezTo>
                <a:cubicBezTo>
                  <a:pt x="415959" y="32650"/>
                  <a:pt x="418272" y="31249"/>
                  <a:pt x="421030" y="30226"/>
                </a:cubicBezTo>
                <a:cubicBezTo>
                  <a:pt x="423789" y="29203"/>
                  <a:pt x="426947" y="28691"/>
                  <a:pt x="430505" y="28691"/>
                </a:cubicBezTo>
                <a:cubicBezTo>
                  <a:pt x="433797" y="28691"/>
                  <a:pt x="436577" y="29136"/>
                  <a:pt x="438846" y="30027"/>
                </a:cubicBezTo>
                <a:cubicBezTo>
                  <a:pt x="441114" y="30916"/>
                  <a:pt x="443272" y="31716"/>
                  <a:pt x="445319" y="32428"/>
                </a:cubicBezTo>
                <a:cubicBezTo>
                  <a:pt x="444606" y="33762"/>
                  <a:pt x="443938" y="35408"/>
                  <a:pt x="443315" y="37366"/>
                </a:cubicBezTo>
                <a:cubicBezTo>
                  <a:pt x="442693" y="39323"/>
                  <a:pt x="442294" y="40835"/>
                  <a:pt x="442116" y="41902"/>
                </a:cubicBezTo>
                <a:lnTo>
                  <a:pt x="440513" y="41902"/>
                </a:lnTo>
                <a:cubicBezTo>
                  <a:pt x="439802" y="39767"/>
                  <a:pt x="438423" y="37854"/>
                  <a:pt x="436376" y="36164"/>
                </a:cubicBezTo>
                <a:cubicBezTo>
                  <a:pt x="434330" y="34474"/>
                  <a:pt x="431795" y="33629"/>
                  <a:pt x="428770" y="33629"/>
                </a:cubicBezTo>
                <a:cubicBezTo>
                  <a:pt x="427436" y="33629"/>
                  <a:pt x="426101" y="33852"/>
                  <a:pt x="424767" y="34297"/>
                </a:cubicBezTo>
                <a:cubicBezTo>
                  <a:pt x="423432" y="34741"/>
                  <a:pt x="422231" y="35408"/>
                  <a:pt x="421163" y="36299"/>
                </a:cubicBezTo>
                <a:cubicBezTo>
                  <a:pt x="420096" y="37188"/>
                  <a:pt x="419206" y="38344"/>
                  <a:pt x="418495" y="39768"/>
                </a:cubicBezTo>
                <a:cubicBezTo>
                  <a:pt x="417784" y="41191"/>
                  <a:pt x="417428" y="42881"/>
                  <a:pt x="417428" y="44839"/>
                </a:cubicBezTo>
                <a:cubicBezTo>
                  <a:pt x="417428" y="47685"/>
                  <a:pt x="418206" y="49887"/>
                  <a:pt x="419762" y="51444"/>
                </a:cubicBezTo>
                <a:cubicBezTo>
                  <a:pt x="421319" y="53001"/>
                  <a:pt x="423254" y="54225"/>
                  <a:pt x="425567" y="55116"/>
                </a:cubicBezTo>
                <a:cubicBezTo>
                  <a:pt x="427880" y="56005"/>
                  <a:pt x="430415" y="56783"/>
                  <a:pt x="433172" y="57451"/>
                </a:cubicBezTo>
                <a:cubicBezTo>
                  <a:pt x="435931" y="58118"/>
                  <a:pt x="438467" y="59052"/>
                  <a:pt x="440780" y="60253"/>
                </a:cubicBezTo>
                <a:cubicBezTo>
                  <a:pt x="443093" y="61453"/>
                  <a:pt x="445028" y="63121"/>
                  <a:pt x="446585" y="65256"/>
                </a:cubicBezTo>
                <a:cubicBezTo>
                  <a:pt x="448142" y="67392"/>
                  <a:pt x="448921" y="70327"/>
                  <a:pt x="448921" y="74063"/>
                </a:cubicBezTo>
                <a:cubicBezTo>
                  <a:pt x="448921" y="76644"/>
                  <a:pt x="448365" y="79180"/>
                  <a:pt x="447253" y="81671"/>
                </a:cubicBezTo>
                <a:cubicBezTo>
                  <a:pt x="446141" y="84162"/>
                  <a:pt x="444540" y="86408"/>
                  <a:pt x="442448" y="88411"/>
                </a:cubicBezTo>
                <a:cubicBezTo>
                  <a:pt x="440357" y="90412"/>
                  <a:pt x="437844" y="91968"/>
                  <a:pt x="434907" y="93080"/>
                </a:cubicBezTo>
                <a:cubicBezTo>
                  <a:pt x="431972" y="94192"/>
                  <a:pt x="428637" y="94748"/>
                  <a:pt x="424901" y="94748"/>
                </a:cubicBezTo>
                <a:cubicBezTo>
                  <a:pt x="420808" y="94748"/>
                  <a:pt x="417383" y="94347"/>
                  <a:pt x="414624" y="93546"/>
                </a:cubicBezTo>
                <a:cubicBezTo>
                  <a:pt x="411867" y="92747"/>
                  <a:pt x="409554" y="91813"/>
                  <a:pt x="407684" y="90744"/>
                </a:cubicBezTo>
                <a:cubicBezTo>
                  <a:pt x="408219" y="89588"/>
                  <a:pt x="408776" y="88009"/>
                  <a:pt x="409354" y="86008"/>
                </a:cubicBezTo>
                <a:cubicBezTo>
                  <a:pt x="409933" y="84006"/>
                  <a:pt x="410222" y="82337"/>
                  <a:pt x="410222" y="81003"/>
                </a:cubicBezTo>
                <a:lnTo>
                  <a:pt x="411822" y="81003"/>
                </a:lnTo>
                <a:close/>
                <a:moveTo>
                  <a:pt x="465202" y="87142"/>
                </a:moveTo>
                <a:cubicBezTo>
                  <a:pt x="465202" y="85096"/>
                  <a:pt x="465958" y="83317"/>
                  <a:pt x="467470" y="81805"/>
                </a:cubicBezTo>
                <a:cubicBezTo>
                  <a:pt x="468983" y="80291"/>
                  <a:pt x="470762" y="79535"/>
                  <a:pt x="472809" y="79535"/>
                </a:cubicBezTo>
                <a:cubicBezTo>
                  <a:pt x="474855" y="79535"/>
                  <a:pt x="476634" y="80291"/>
                  <a:pt x="478147" y="81805"/>
                </a:cubicBezTo>
                <a:cubicBezTo>
                  <a:pt x="479659" y="83317"/>
                  <a:pt x="480415" y="85096"/>
                  <a:pt x="480415" y="87142"/>
                </a:cubicBezTo>
                <a:cubicBezTo>
                  <a:pt x="480415" y="89188"/>
                  <a:pt x="479659" y="90900"/>
                  <a:pt x="478147" y="92280"/>
                </a:cubicBezTo>
                <a:cubicBezTo>
                  <a:pt x="476634" y="93659"/>
                  <a:pt x="474855" y="94349"/>
                  <a:pt x="472809" y="94349"/>
                </a:cubicBezTo>
                <a:cubicBezTo>
                  <a:pt x="470762" y="94349"/>
                  <a:pt x="468983" y="93659"/>
                  <a:pt x="467470" y="92280"/>
                </a:cubicBezTo>
                <a:cubicBezTo>
                  <a:pt x="465958" y="90900"/>
                  <a:pt x="465202" y="89188"/>
                  <a:pt x="465202" y="87142"/>
                </a:cubicBezTo>
                <a:moveTo>
                  <a:pt x="465202" y="38300"/>
                </a:moveTo>
                <a:cubicBezTo>
                  <a:pt x="465202" y="36253"/>
                  <a:pt x="465958" y="34473"/>
                  <a:pt x="467470" y="32961"/>
                </a:cubicBezTo>
                <a:cubicBezTo>
                  <a:pt x="468983" y="31449"/>
                  <a:pt x="470762" y="30693"/>
                  <a:pt x="472809" y="30693"/>
                </a:cubicBezTo>
                <a:cubicBezTo>
                  <a:pt x="474855" y="30693"/>
                  <a:pt x="476634" y="31449"/>
                  <a:pt x="478147" y="32961"/>
                </a:cubicBezTo>
                <a:cubicBezTo>
                  <a:pt x="479659" y="34473"/>
                  <a:pt x="480415" y="36253"/>
                  <a:pt x="480415" y="38300"/>
                </a:cubicBezTo>
                <a:cubicBezTo>
                  <a:pt x="480415" y="40346"/>
                  <a:pt x="479659" y="42125"/>
                  <a:pt x="478147" y="43637"/>
                </a:cubicBezTo>
                <a:cubicBezTo>
                  <a:pt x="476634" y="45150"/>
                  <a:pt x="474855" y="45906"/>
                  <a:pt x="472809" y="45906"/>
                </a:cubicBezTo>
                <a:cubicBezTo>
                  <a:pt x="470762" y="45906"/>
                  <a:pt x="468983" y="45150"/>
                  <a:pt x="467470" y="43637"/>
                </a:cubicBezTo>
                <a:cubicBezTo>
                  <a:pt x="465958" y="42125"/>
                  <a:pt x="465202" y="40346"/>
                  <a:pt x="465202" y="383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1:StronglyAgree">
            <a:extLst xmlns:a="http://schemas.openxmlformats.org/drawingml/2006/main">
              <a:ext uri="{FF2B5EF4-FFF2-40B4-BE49-F238E27FC236}">
                <a16:creationId xmlns:a16="http://schemas.microsoft.com/office/drawing/2014/main" id="{BF5AEE8C-6EFC-4E6E-9D91-CA10C53D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635" y="2211158"/>
            <a:ext cx="992193" cy="136119"/>
          </a:xfrm>
          <a:custGeom xmlns:a="http://schemas.openxmlformats.org/drawingml/2006/main">
            <a:pathLst>
              <a:path w="992193" h="136119">
                <a:moveTo>
                  <a:pt x="42037" y="10676"/>
                </a:moveTo>
                <a:cubicBezTo>
                  <a:pt x="41859" y="13345"/>
                  <a:pt x="41703" y="16303"/>
                  <a:pt x="41570" y="19550"/>
                </a:cubicBezTo>
                <a:cubicBezTo>
                  <a:pt x="41437" y="22797"/>
                  <a:pt x="41304" y="26156"/>
                  <a:pt x="41169" y="29626"/>
                </a:cubicBezTo>
                <a:cubicBezTo>
                  <a:pt x="41036" y="33095"/>
                  <a:pt x="40925" y="36610"/>
                  <a:pt x="40835" y="40169"/>
                </a:cubicBezTo>
                <a:cubicBezTo>
                  <a:pt x="40747" y="43728"/>
                  <a:pt x="40703" y="47197"/>
                  <a:pt x="40703" y="50577"/>
                </a:cubicBezTo>
                <a:lnTo>
                  <a:pt x="40703" y="58718"/>
                </a:lnTo>
                <a:lnTo>
                  <a:pt x="40703" y="68861"/>
                </a:lnTo>
                <a:cubicBezTo>
                  <a:pt x="40703" y="73575"/>
                  <a:pt x="40770" y="78424"/>
                  <a:pt x="40903" y="83406"/>
                </a:cubicBezTo>
                <a:cubicBezTo>
                  <a:pt x="41037" y="88388"/>
                  <a:pt x="41237" y="94126"/>
                  <a:pt x="41503" y="100620"/>
                </a:cubicBezTo>
                <a:cubicBezTo>
                  <a:pt x="39724" y="100442"/>
                  <a:pt x="37989" y="100353"/>
                  <a:pt x="36299" y="100353"/>
                </a:cubicBezTo>
                <a:cubicBezTo>
                  <a:pt x="34608" y="100353"/>
                  <a:pt x="32874" y="100353"/>
                  <a:pt x="31094" y="100353"/>
                </a:cubicBezTo>
                <a:cubicBezTo>
                  <a:pt x="29315" y="100353"/>
                  <a:pt x="27559" y="100353"/>
                  <a:pt x="25824" y="100353"/>
                </a:cubicBezTo>
                <a:cubicBezTo>
                  <a:pt x="24089" y="100353"/>
                  <a:pt x="22332" y="100442"/>
                  <a:pt x="20552" y="100620"/>
                </a:cubicBezTo>
                <a:cubicBezTo>
                  <a:pt x="20642" y="99196"/>
                  <a:pt x="20775" y="97150"/>
                  <a:pt x="20953" y="94481"/>
                </a:cubicBezTo>
                <a:cubicBezTo>
                  <a:pt x="21131" y="91812"/>
                  <a:pt x="21286" y="88854"/>
                  <a:pt x="21420" y="85607"/>
                </a:cubicBezTo>
                <a:cubicBezTo>
                  <a:pt x="21553" y="82360"/>
                  <a:pt x="21686" y="78912"/>
                  <a:pt x="21819" y="75265"/>
                </a:cubicBezTo>
                <a:cubicBezTo>
                  <a:pt x="21953" y="71617"/>
                  <a:pt x="22020" y="67925"/>
                  <a:pt x="22020" y="64189"/>
                </a:cubicBezTo>
                <a:lnTo>
                  <a:pt x="22020" y="26557"/>
                </a:lnTo>
                <a:cubicBezTo>
                  <a:pt x="21397" y="26823"/>
                  <a:pt x="20462" y="27268"/>
                  <a:pt x="19216" y="27891"/>
                </a:cubicBezTo>
                <a:cubicBezTo>
                  <a:pt x="17971" y="28514"/>
                  <a:pt x="16615" y="29204"/>
                  <a:pt x="15146" y="29960"/>
                </a:cubicBezTo>
                <a:cubicBezTo>
                  <a:pt x="13678" y="30716"/>
                  <a:pt x="12188" y="31472"/>
                  <a:pt x="10676" y="32228"/>
                </a:cubicBezTo>
                <a:cubicBezTo>
                  <a:pt x="9164" y="32984"/>
                  <a:pt x="7785" y="33629"/>
                  <a:pt x="6540" y="34162"/>
                </a:cubicBezTo>
                <a:cubicBezTo>
                  <a:pt x="5562" y="32828"/>
                  <a:pt x="4427" y="31427"/>
                  <a:pt x="3136" y="29960"/>
                </a:cubicBezTo>
                <a:cubicBezTo>
                  <a:pt x="1846" y="28491"/>
                  <a:pt x="801" y="27446"/>
                  <a:pt x="0" y="26824"/>
                </a:cubicBezTo>
                <a:cubicBezTo>
                  <a:pt x="6940" y="24333"/>
                  <a:pt x="13523" y="21730"/>
                  <a:pt x="19750" y="19017"/>
                </a:cubicBezTo>
                <a:cubicBezTo>
                  <a:pt x="25978" y="16303"/>
                  <a:pt x="32562" y="13167"/>
                  <a:pt x="39502" y="9609"/>
                </a:cubicBezTo>
                <a:lnTo>
                  <a:pt x="42037" y="10676"/>
                </a:lnTo>
                <a:close/>
                <a:moveTo>
                  <a:pt x="74466" y="48042"/>
                </a:moveTo>
                <a:cubicBezTo>
                  <a:pt x="74466" y="45017"/>
                  <a:pt x="75533" y="42437"/>
                  <a:pt x="77667" y="40302"/>
                </a:cubicBezTo>
                <a:cubicBezTo>
                  <a:pt x="79803" y="38166"/>
                  <a:pt x="82383" y="37099"/>
                  <a:pt x="85409" y="37099"/>
                </a:cubicBezTo>
                <a:cubicBezTo>
                  <a:pt x="88434" y="37099"/>
                  <a:pt x="91013" y="38166"/>
                  <a:pt x="93147" y="40302"/>
                </a:cubicBezTo>
                <a:cubicBezTo>
                  <a:pt x="95282" y="42437"/>
                  <a:pt x="96350" y="45017"/>
                  <a:pt x="96350" y="48042"/>
                </a:cubicBezTo>
                <a:cubicBezTo>
                  <a:pt x="96350" y="51066"/>
                  <a:pt x="95282" y="53646"/>
                  <a:pt x="93147" y="55782"/>
                </a:cubicBezTo>
                <a:cubicBezTo>
                  <a:pt x="91013" y="57917"/>
                  <a:pt x="88434" y="58985"/>
                  <a:pt x="85409" y="58985"/>
                </a:cubicBezTo>
                <a:cubicBezTo>
                  <a:pt x="82383" y="58985"/>
                  <a:pt x="79803" y="57917"/>
                  <a:pt x="77667" y="55782"/>
                </a:cubicBezTo>
                <a:cubicBezTo>
                  <a:pt x="75533" y="53646"/>
                  <a:pt x="74466" y="51066"/>
                  <a:pt x="74466" y="48042"/>
                </a:cubicBezTo>
                <a:moveTo>
                  <a:pt x="74466" y="91813"/>
                </a:moveTo>
                <a:cubicBezTo>
                  <a:pt x="74466" y="88787"/>
                  <a:pt x="75533" y="86208"/>
                  <a:pt x="77667" y="84073"/>
                </a:cubicBezTo>
                <a:cubicBezTo>
                  <a:pt x="79803" y="81938"/>
                  <a:pt x="82383" y="80870"/>
                  <a:pt x="85409" y="80870"/>
                </a:cubicBezTo>
                <a:cubicBezTo>
                  <a:pt x="88434" y="80870"/>
                  <a:pt x="91013" y="81938"/>
                  <a:pt x="93147" y="84073"/>
                </a:cubicBezTo>
                <a:cubicBezTo>
                  <a:pt x="95282" y="86208"/>
                  <a:pt x="96350" y="88787"/>
                  <a:pt x="96350" y="91813"/>
                </a:cubicBezTo>
                <a:cubicBezTo>
                  <a:pt x="96350" y="94838"/>
                  <a:pt x="95282" y="97351"/>
                  <a:pt x="93147" y="99354"/>
                </a:cubicBezTo>
                <a:cubicBezTo>
                  <a:pt x="91013" y="101355"/>
                  <a:pt x="88434" y="102355"/>
                  <a:pt x="85409" y="102355"/>
                </a:cubicBezTo>
                <a:cubicBezTo>
                  <a:pt x="82383" y="102355"/>
                  <a:pt x="79803" y="101355"/>
                  <a:pt x="77667" y="99354"/>
                </a:cubicBezTo>
                <a:cubicBezTo>
                  <a:pt x="75533" y="97351"/>
                  <a:pt x="74466" y="94838"/>
                  <a:pt x="74466" y="91813"/>
                </a:cubicBezTo>
                <a:close/>
                <a:moveTo>
                  <a:pt x="192301" y="26956"/>
                </a:moveTo>
                <a:cubicBezTo>
                  <a:pt x="189455" y="19305"/>
                  <a:pt x="184072" y="15480"/>
                  <a:pt x="176154" y="15480"/>
                </a:cubicBezTo>
                <a:cubicBezTo>
                  <a:pt x="172061" y="15480"/>
                  <a:pt x="168724" y="16681"/>
                  <a:pt x="166144" y="19084"/>
                </a:cubicBezTo>
                <a:cubicBezTo>
                  <a:pt x="163564" y="21485"/>
                  <a:pt x="162275" y="24287"/>
                  <a:pt x="162275" y="27490"/>
                </a:cubicBezTo>
                <a:cubicBezTo>
                  <a:pt x="162275" y="30782"/>
                  <a:pt x="163275" y="33473"/>
                  <a:pt x="165276" y="35563"/>
                </a:cubicBezTo>
                <a:cubicBezTo>
                  <a:pt x="167278" y="37654"/>
                  <a:pt x="169792" y="39545"/>
                  <a:pt x="172816" y="41236"/>
                </a:cubicBezTo>
                <a:cubicBezTo>
                  <a:pt x="175842" y="42927"/>
                  <a:pt x="179090" y="44550"/>
                  <a:pt x="182560" y="46107"/>
                </a:cubicBezTo>
                <a:cubicBezTo>
                  <a:pt x="186030" y="47663"/>
                  <a:pt x="189277" y="49576"/>
                  <a:pt x="192301" y="51845"/>
                </a:cubicBezTo>
                <a:cubicBezTo>
                  <a:pt x="195326" y="54114"/>
                  <a:pt x="197839" y="56872"/>
                  <a:pt x="199840" y="60119"/>
                </a:cubicBezTo>
                <a:cubicBezTo>
                  <a:pt x="201842" y="63366"/>
                  <a:pt x="202843" y="67525"/>
                  <a:pt x="202843" y="72597"/>
                </a:cubicBezTo>
                <a:cubicBezTo>
                  <a:pt x="202843" y="77044"/>
                  <a:pt x="201998" y="81114"/>
                  <a:pt x="200308" y="84807"/>
                </a:cubicBezTo>
                <a:cubicBezTo>
                  <a:pt x="198618" y="88499"/>
                  <a:pt x="196216" y="91657"/>
                  <a:pt x="193102" y="94281"/>
                </a:cubicBezTo>
                <a:cubicBezTo>
                  <a:pt x="189988" y="96905"/>
                  <a:pt x="186273" y="98907"/>
                  <a:pt x="181957" y="100286"/>
                </a:cubicBezTo>
                <a:cubicBezTo>
                  <a:pt x="177643" y="101666"/>
                  <a:pt x="172817" y="102355"/>
                  <a:pt x="167479" y="102355"/>
                </a:cubicBezTo>
                <a:cubicBezTo>
                  <a:pt x="162675" y="102355"/>
                  <a:pt x="158383" y="101843"/>
                  <a:pt x="154602" y="100820"/>
                </a:cubicBezTo>
                <a:cubicBezTo>
                  <a:pt x="150821" y="99798"/>
                  <a:pt x="147952" y="98530"/>
                  <a:pt x="145995" y="97018"/>
                </a:cubicBezTo>
                <a:cubicBezTo>
                  <a:pt x="146884" y="93904"/>
                  <a:pt x="147640" y="91057"/>
                  <a:pt x="148263" y="88478"/>
                </a:cubicBezTo>
                <a:cubicBezTo>
                  <a:pt x="148886" y="85897"/>
                  <a:pt x="149420" y="83095"/>
                  <a:pt x="149864" y="80070"/>
                </a:cubicBezTo>
                <a:lnTo>
                  <a:pt x="152401" y="80070"/>
                </a:lnTo>
                <a:cubicBezTo>
                  <a:pt x="152756" y="82026"/>
                  <a:pt x="153423" y="83872"/>
                  <a:pt x="154400" y="85607"/>
                </a:cubicBezTo>
                <a:cubicBezTo>
                  <a:pt x="155379" y="87342"/>
                  <a:pt x="156625" y="88876"/>
                  <a:pt x="158137" y="90211"/>
                </a:cubicBezTo>
                <a:cubicBezTo>
                  <a:pt x="159651" y="91545"/>
                  <a:pt x="161474" y="92591"/>
                  <a:pt x="163608" y="93347"/>
                </a:cubicBezTo>
                <a:cubicBezTo>
                  <a:pt x="165744" y="94103"/>
                  <a:pt x="168147" y="94481"/>
                  <a:pt x="170817" y="94481"/>
                </a:cubicBezTo>
                <a:cubicBezTo>
                  <a:pt x="176155" y="94481"/>
                  <a:pt x="180091" y="93146"/>
                  <a:pt x="182625" y="90478"/>
                </a:cubicBezTo>
                <a:cubicBezTo>
                  <a:pt x="185161" y="87809"/>
                  <a:pt x="186429" y="84606"/>
                  <a:pt x="186429" y="80870"/>
                </a:cubicBezTo>
                <a:cubicBezTo>
                  <a:pt x="186429" y="77489"/>
                  <a:pt x="185450" y="74731"/>
                  <a:pt x="183493" y="72597"/>
                </a:cubicBezTo>
                <a:cubicBezTo>
                  <a:pt x="181536" y="70462"/>
                  <a:pt x="179090" y="68571"/>
                  <a:pt x="176154" y="66926"/>
                </a:cubicBezTo>
                <a:cubicBezTo>
                  <a:pt x="173218" y="65279"/>
                  <a:pt x="170014" y="63678"/>
                  <a:pt x="166545" y="62120"/>
                </a:cubicBezTo>
                <a:cubicBezTo>
                  <a:pt x="163075" y="60563"/>
                  <a:pt x="159872" y="58673"/>
                  <a:pt x="156936" y="56449"/>
                </a:cubicBezTo>
                <a:cubicBezTo>
                  <a:pt x="154001" y="54224"/>
                  <a:pt x="151554" y="51488"/>
                  <a:pt x="149597" y="48241"/>
                </a:cubicBezTo>
                <a:cubicBezTo>
                  <a:pt x="147641" y="44994"/>
                  <a:pt x="146663" y="40835"/>
                  <a:pt x="146663" y="35765"/>
                </a:cubicBezTo>
                <a:cubicBezTo>
                  <a:pt x="146663" y="31139"/>
                  <a:pt x="147485" y="27046"/>
                  <a:pt x="149130" y="23488"/>
                </a:cubicBezTo>
                <a:cubicBezTo>
                  <a:pt x="150776" y="19929"/>
                  <a:pt x="152978" y="16949"/>
                  <a:pt x="155736" y="14547"/>
                </a:cubicBezTo>
                <a:cubicBezTo>
                  <a:pt x="158495" y="12144"/>
                  <a:pt x="161675" y="10320"/>
                  <a:pt x="165278" y="9076"/>
                </a:cubicBezTo>
                <a:cubicBezTo>
                  <a:pt x="168881" y="7829"/>
                  <a:pt x="172684" y="7206"/>
                  <a:pt x="176687" y="7206"/>
                </a:cubicBezTo>
                <a:cubicBezTo>
                  <a:pt x="181492" y="7206"/>
                  <a:pt x="185695" y="7785"/>
                  <a:pt x="189298" y="8941"/>
                </a:cubicBezTo>
                <a:cubicBezTo>
                  <a:pt x="192901" y="10098"/>
                  <a:pt x="195993" y="11699"/>
                  <a:pt x="198573" y="13745"/>
                </a:cubicBezTo>
                <a:cubicBezTo>
                  <a:pt x="197772" y="15791"/>
                  <a:pt x="197083" y="17771"/>
                  <a:pt x="196504" y="19685"/>
                </a:cubicBezTo>
                <a:cubicBezTo>
                  <a:pt x="195926" y="21597"/>
                  <a:pt x="195192" y="24021"/>
                  <a:pt x="194303" y="26956"/>
                </a:cubicBezTo>
                <a:lnTo>
                  <a:pt x="192301" y="26956"/>
                </a:lnTo>
                <a:close/>
                <a:moveTo>
                  <a:pt x="249950" y="37099"/>
                </a:moveTo>
                <a:cubicBezTo>
                  <a:pt x="249684" y="38433"/>
                  <a:pt x="249551" y="39634"/>
                  <a:pt x="249551" y="40701"/>
                </a:cubicBezTo>
                <a:cubicBezTo>
                  <a:pt x="249551" y="41858"/>
                  <a:pt x="249684" y="42970"/>
                  <a:pt x="249950" y="44038"/>
                </a:cubicBezTo>
                <a:lnTo>
                  <a:pt x="238207" y="43772"/>
                </a:lnTo>
                <a:cubicBezTo>
                  <a:pt x="238029" y="45817"/>
                  <a:pt x="237873" y="48175"/>
                  <a:pt x="237740" y="50844"/>
                </a:cubicBezTo>
                <a:cubicBezTo>
                  <a:pt x="237607" y="53512"/>
                  <a:pt x="237518" y="56226"/>
                  <a:pt x="237474" y="58985"/>
                </a:cubicBezTo>
                <a:cubicBezTo>
                  <a:pt x="237429" y="61742"/>
                  <a:pt x="237384" y="64411"/>
                  <a:pt x="237339" y="66991"/>
                </a:cubicBezTo>
                <a:cubicBezTo>
                  <a:pt x="237294" y="69572"/>
                  <a:pt x="237272" y="71751"/>
                  <a:pt x="237272" y="73530"/>
                </a:cubicBezTo>
                <a:cubicBezTo>
                  <a:pt x="237272" y="78156"/>
                  <a:pt x="237383" y="81893"/>
                  <a:pt x="237606" y="84739"/>
                </a:cubicBezTo>
                <a:cubicBezTo>
                  <a:pt x="237829" y="87586"/>
                  <a:pt x="238207" y="89766"/>
                  <a:pt x="238740" y="91280"/>
                </a:cubicBezTo>
                <a:cubicBezTo>
                  <a:pt x="239275" y="92792"/>
                  <a:pt x="240031" y="93815"/>
                  <a:pt x="241009" y="94349"/>
                </a:cubicBezTo>
                <a:cubicBezTo>
                  <a:pt x="241987" y="94882"/>
                  <a:pt x="243233" y="95149"/>
                  <a:pt x="244745" y="95149"/>
                </a:cubicBezTo>
                <a:cubicBezTo>
                  <a:pt x="246437" y="95149"/>
                  <a:pt x="247682" y="95037"/>
                  <a:pt x="248482" y="94815"/>
                </a:cubicBezTo>
                <a:cubicBezTo>
                  <a:pt x="249283" y="94592"/>
                  <a:pt x="250084" y="94259"/>
                  <a:pt x="250884" y="93815"/>
                </a:cubicBezTo>
                <a:lnTo>
                  <a:pt x="250884" y="99286"/>
                </a:lnTo>
                <a:cubicBezTo>
                  <a:pt x="249105" y="100087"/>
                  <a:pt x="246881" y="100799"/>
                  <a:pt x="244212" y="101420"/>
                </a:cubicBezTo>
                <a:cubicBezTo>
                  <a:pt x="241543" y="102044"/>
                  <a:pt x="238919" y="102355"/>
                  <a:pt x="236339" y="102355"/>
                </a:cubicBezTo>
                <a:cubicBezTo>
                  <a:pt x="225041" y="102355"/>
                  <a:pt x="219392" y="95594"/>
                  <a:pt x="219392" y="82072"/>
                </a:cubicBezTo>
                <a:cubicBezTo>
                  <a:pt x="219392" y="79491"/>
                  <a:pt x="219436" y="76577"/>
                  <a:pt x="219524" y="73330"/>
                </a:cubicBezTo>
                <a:cubicBezTo>
                  <a:pt x="219614" y="70083"/>
                  <a:pt x="219725" y="66747"/>
                  <a:pt x="219858" y="63322"/>
                </a:cubicBezTo>
                <a:cubicBezTo>
                  <a:pt x="219991" y="59897"/>
                  <a:pt x="220102" y="56516"/>
                  <a:pt x="220190" y="53179"/>
                </a:cubicBezTo>
                <a:cubicBezTo>
                  <a:pt x="220279" y="49842"/>
                  <a:pt x="220324" y="46751"/>
                  <a:pt x="220324" y="43904"/>
                </a:cubicBezTo>
                <a:lnTo>
                  <a:pt x="210984" y="44038"/>
                </a:lnTo>
                <a:cubicBezTo>
                  <a:pt x="211250" y="42970"/>
                  <a:pt x="211383" y="41858"/>
                  <a:pt x="211383" y="40701"/>
                </a:cubicBezTo>
                <a:cubicBezTo>
                  <a:pt x="211383" y="39634"/>
                  <a:pt x="211250" y="38433"/>
                  <a:pt x="210984" y="37099"/>
                </a:cubicBezTo>
                <a:lnTo>
                  <a:pt x="220324" y="37500"/>
                </a:lnTo>
                <a:cubicBezTo>
                  <a:pt x="220324" y="34741"/>
                  <a:pt x="220279" y="32162"/>
                  <a:pt x="220190" y="29760"/>
                </a:cubicBezTo>
                <a:cubicBezTo>
                  <a:pt x="220102" y="27357"/>
                  <a:pt x="219968" y="24466"/>
                  <a:pt x="219791" y="21086"/>
                </a:cubicBezTo>
                <a:cubicBezTo>
                  <a:pt x="222905" y="19839"/>
                  <a:pt x="225974" y="18527"/>
                  <a:pt x="228999" y="17147"/>
                </a:cubicBezTo>
                <a:cubicBezTo>
                  <a:pt x="232023" y="15768"/>
                  <a:pt x="235048" y="14322"/>
                  <a:pt x="238074" y="12810"/>
                </a:cubicBezTo>
                <a:lnTo>
                  <a:pt x="239408" y="13745"/>
                </a:lnTo>
                <a:cubicBezTo>
                  <a:pt x="239230" y="15169"/>
                  <a:pt x="239074" y="16837"/>
                  <a:pt x="238940" y="18750"/>
                </a:cubicBezTo>
                <a:cubicBezTo>
                  <a:pt x="238807" y="20663"/>
                  <a:pt x="238674" y="22664"/>
                  <a:pt x="238541" y="24755"/>
                </a:cubicBezTo>
                <a:cubicBezTo>
                  <a:pt x="238408" y="26845"/>
                  <a:pt x="238319" y="28981"/>
                  <a:pt x="238274" y="31161"/>
                </a:cubicBezTo>
                <a:cubicBezTo>
                  <a:pt x="238229" y="33340"/>
                  <a:pt x="238207" y="35408"/>
                  <a:pt x="238207" y="37366"/>
                </a:cubicBezTo>
                <a:lnTo>
                  <a:pt x="249950" y="37099"/>
                </a:lnTo>
                <a:close/>
                <a:moveTo>
                  <a:pt x="278510" y="52980"/>
                </a:moveTo>
                <a:cubicBezTo>
                  <a:pt x="280823" y="46841"/>
                  <a:pt x="283625" y="42326"/>
                  <a:pt x="286915" y="39434"/>
                </a:cubicBezTo>
                <a:cubicBezTo>
                  <a:pt x="290207" y="36543"/>
                  <a:pt x="294122" y="35097"/>
                  <a:pt x="298661" y="35097"/>
                </a:cubicBezTo>
                <a:cubicBezTo>
                  <a:pt x="299105" y="35097"/>
                  <a:pt x="299482" y="35120"/>
                  <a:pt x="299793" y="35164"/>
                </a:cubicBezTo>
                <a:cubicBezTo>
                  <a:pt x="300105" y="35208"/>
                  <a:pt x="300439" y="35229"/>
                  <a:pt x="300795" y="35229"/>
                </a:cubicBezTo>
                <a:cubicBezTo>
                  <a:pt x="300527" y="36564"/>
                  <a:pt x="300327" y="37988"/>
                  <a:pt x="300194" y="39502"/>
                </a:cubicBezTo>
                <a:cubicBezTo>
                  <a:pt x="300061" y="41014"/>
                  <a:pt x="299994" y="42793"/>
                  <a:pt x="299994" y="44839"/>
                </a:cubicBezTo>
                <a:lnTo>
                  <a:pt x="299994" y="49109"/>
                </a:lnTo>
                <a:cubicBezTo>
                  <a:pt x="299994" y="49820"/>
                  <a:pt x="299994" y="50576"/>
                  <a:pt x="299994" y="51377"/>
                </a:cubicBezTo>
                <a:cubicBezTo>
                  <a:pt x="299994" y="52178"/>
                  <a:pt x="300039" y="52934"/>
                  <a:pt x="300127" y="53646"/>
                </a:cubicBezTo>
                <a:lnTo>
                  <a:pt x="298927" y="54715"/>
                </a:lnTo>
                <a:cubicBezTo>
                  <a:pt x="298037" y="54180"/>
                  <a:pt x="297036" y="53734"/>
                  <a:pt x="295924" y="53379"/>
                </a:cubicBezTo>
                <a:cubicBezTo>
                  <a:pt x="294812" y="53023"/>
                  <a:pt x="293544" y="52845"/>
                  <a:pt x="292120" y="52845"/>
                </a:cubicBezTo>
                <a:cubicBezTo>
                  <a:pt x="288117" y="52845"/>
                  <a:pt x="284959" y="54158"/>
                  <a:pt x="282645" y="56783"/>
                </a:cubicBezTo>
                <a:cubicBezTo>
                  <a:pt x="280332" y="59407"/>
                  <a:pt x="279176" y="62499"/>
                  <a:pt x="279176" y="66057"/>
                </a:cubicBezTo>
                <a:lnTo>
                  <a:pt x="279176" y="71396"/>
                </a:lnTo>
                <a:cubicBezTo>
                  <a:pt x="279176" y="76822"/>
                  <a:pt x="279242" y="81937"/>
                  <a:pt x="279375" y="86741"/>
                </a:cubicBezTo>
                <a:cubicBezTo>
                  <a:pt x="279510" y="91545"/>
                  <a:pt x="279799" y="96172"/>
                  <a:pt x="280245" y="100620"/>
                </a:cubicBezTo>
                <a:cubicBezTo>
                  <a:pt x="279088" y="100442"/>
                  <a:pt x="277642" y="100353"/>
                  <a:pt x="275907" y="100353"/>
                </a:cubicBezTo>
                <a:cubicBezTo>
                  <a:pt x="274172" y="100353"/>
                  <a:pt x="272281" y="100353"/>
                  <a:pt x="270234" y="100353"/>
                </a:cubicBezTo>
                <a:cubicBezTo>
                  <a:pt x="268189" y="100353"/>
                  <a:pt x="266321" y="100353"/>
                  <a:pt x="264631" y="100353"/>
                </a:cubicBezTo>
                <a:cubicBezTo>
                  <a:pt x="262940" y="100353"/>
                  <a:pt x="261472" y="100442"/>
                  <a:pt x="260226" y="100620"/>
                </a:cubicBezTo>
                <a:cubicBezTo>
                  <a:pt x="260671" y="96172"/>
                  <a:pt x="260960" y="91545"/>
                  <a:pt x="261094" y="86741"/>
                </a:cubicBezTo>
                <a:cubicBezTo>
                  <a:pt x="261227" y="81937"/>
                  <a:pt x="261293" y="76822"/>
                  <a:pt x="261293" y="71396"/>
                </a:cubicBezTo>
                <a:lnTo>
                  <a:pt x="261293" y="66057"/>
                </a:lnTo>
                <a:cubicBezTo>
                  <a:pt x="261293" y="60631"/>
                  <a:pt x="261227" y="55538"/>
                  <a:pt x="261094" y="50778"/>
                </a:cubicBezTo>
                <a:cubicBezTo>
                  <a:pt x="260960" y="46018"/>
                  <a:pt x="260671" y="41235"/>
                  <a:pt x="260226" y="36431"/>
                </a:cubicBezTo>
                <a:cubicBezTo>
                  <a:pt x="261738" y="36609"/>
                  <a:pt x="263273" y="36765"/>
                  <a:pt x="264830" y="36899"/>
                </a:cubicBezTo>
                <a:cubicBezTo>
                  <a:pt x="266387" y="37032"/>
                  <a:pt x="267922" y="37099"/>
                  <a:pt x="269434" y="37099"/>
                </a:cubicBezTo>
                <a:cubicBezTo>
                  <a:pt x="270946" y="37099"/>
                  <a:pt x="272481" y="37032"/>
                  <a:pt x="274038" y="36899"/>
                </a:cubicBezTo>
                <a:cubicBezTo>
                  <a:pt x="275595" y="36765"/>
                  <a:pt x="277130" y="36609"/>
                  <a:pt x="278642" y="36431"/>
                </a:cubicBezTo>
                <a:lnTo>
                  <a:pt x="278243" y="52713"/>
                </a:lnTo>
                <a:lnTo>
                  <a:pt x="278510" y="52980"/>
                </a:lnTo>
                <a:close/>
                <a:moveTo>
                  <a:pt x="354174" y="65391"/>
                </a:moveTo>
                <a:cubicBezTo>
                  <a:pt x="354174" y="57561"/>
                  <a:pt x="353196" y="51488"/>
                  <a:pt x="351238" y="47174"/>
                </a:cubicBezTo>
                <a:cubicBezTo>
                  <a:pt x="349281" y="42859"/>
                  <a:pt x="346033" y="40701"/>
                  <a:pt x="341497" y="40701"/>
                </a:cubicBezTo>
                <a:cubicBezTo>
                  <a:pt x="337404" y="40701"/>
                  <a:pt x="334178" y="43103"/>
                  <a:pt x="331820" y="47907"/>
                </a:cubicBezTo>
                <a:cubicBezTo>
                  <a:pt x="329464" y="52712"/>
                  <a:pt x="328285" y="60229"/>
                  <a:pt x="328285" y="70461"/>
                </a:cubicBezTo>
                <a:cubicBezTo>
                  <a:pt x="328285" y="74197"/>
                  <a:pt x="328507" y="77667"/>
                  <a:pt x="328951" y="80870"/>
                </a:cubicBezTo>
                <a:cubicBezTo>
                  <a:pt x="329396" y="84073"/>
                  <a:pt x="330131" y="86853"/>
                  <a:pt x="331154" y="89211"/>
                </a:cubicBezTo>
                <a:cubicBezTo>
                  <a:pt x="332178" y="91568"/>
                  <a:pt x="333512" y="93414"/>
                  <a:pt x="335158" y="94750"/>
                </a:cubicBezTo>
                <a:cubicBezTo>
                  <a:pt x="336804" y="96084"/>
                  <a:pt x="338873" y="96751"/>
                  <a:pt x="341364" y="96751"/>
                </a:cubicBezTo>
                <a:cubicBezTo>
                  <a:pt x="349904" y="96751"/>
                  <a:pt x="354174" y="86298"/>
                  <a:pt x="354174" y="65391"/>
                </a:cubicBezTo>
                <a:moveTo>
                  <a:pt x="308536" y="70327"/>
                </a:moveTo>
                <a:cubicBezTo>
                  <a:pt x="308536" y="64366"/>
                  <a:pt x="309447" y="59162"/>
                  <a:pt x="311270" y="54715"/>
                </a:cubicBezTo>
                <a:cubicBezTo>
                  <a:pt x="313095" y="50266"/>
                  <a:pt x="315519" y="46552"/>
                  <a:pt x="318544" y="43572"/>
                </a:cubicBezTo>
                <a:cubicBezTo>
                  <a:pt x="321568" y="40591"/>
                  <a:pt x="325060" y="38367"/>
                  <a:pt x="329018" y="36899"/>
                </a:cubicBezTo>
                <a:cubicBezTo>
                  <a:pt x="332978" y="35430"/>
                  <a:pt x="337049" y="34696"/>
                  <a:pt x="341230" y="34696"/>
                </a:cubicBezTo>
                <a:cubicBezTo>
                  <a:pt x="351639" y="34696"/>
                  <a:pt x="359691" y="37632"/>
                  <a:pt x="365384" y="43505"/>
                </a:cubicBezTo>
                <a:cubicBezTo>
                  <a:pt x="371077" y="49376"/>
                  <a:pt x="373924" y="57339"/>
                  <a:pt x="373924" y="67392"/>
                </a:cubicBezTo>
                <a:cubicBezTo>
                  <a:pt x="373924" y="72818"/>
                  <a:pt x="373123" y="77712"/>
                  <a:pt x="371521" y="82072"/>
                </a:cubicBezTo>
                <a:cubicBezTo>
                  <a:pt x="369921" y="86431"/>
                  <a:pt x="367675" y="90145"/>
                  <a:pt x="364783" y="93214"/>
                </a:cubicBezTo>
                <a:cubicBezTo>
                  <a:pt x="361892" y="96284"/>
                  <a:pt x="358444" y="98574"/>
                  <a:pt x="354441" y="100087"/>
                </a:cubicBezTo>
                <a:cubicBezTo>
                  <a:pt x="350438" y="101599"/>
                  <a:pt x="346034" y="102355"/>
                  <a:pt x="341230" y="102355"/>
                </a:cubicBezTo>
                <a:cubicBezTo>
                  <a:pt x="337227" y="102355"/>
                  <a:pt x="333290" y="101821"/>
                  <a:pt x="329420" y="100753"/>
                </a:cubicBezTo>
                <a:cubicBezTo>
                  <a:pt x="325549" y="99686"/>
                  <a:pt x="322057" y="97885"/>
                  <a:pt x="318943" y="95350"/>
                </a:cubicBezTo>
                <a:cubicBezTo>
                  <a:pt x="315830" y="92815"/>
                  <a:pt x="313317" y="89500"/>
                  <a:pt x="311405" y="85407"/>
                </a:cubicBezTo>
                <a:cubicBezTo>
                  <a:pt x="309492" y="81314"/>
                  <a:pt x="308536" y="76287"/>
                  <a:pt x="308536" y="70327"/>
                </a:cubicBezTo>
                <a:close/>
                <a:moveTo>
                  <a:pt x="404352" y="46439"/>
                </a:moveTo>
                <a:cubicBezTo>
                  <a:pt x="406843" y="42703"/>
                  <a:pt x="409756" y="39812"/>
                  <a:pt x="413092" y="37767"/>
                </a:cubicBezTo>
                <a:cubicBezTo>
                  <a:pt x="416429" y="35720"/>
                  <a:pt x="420232" y="34696"/>
                  <a:pt x="424501" y="34696"/>
                </a:cubicBezTo>
                <a:cubicBezTo>
                  <a:pt x="431175" y="34696"/>
                  <a:pt x="436313" y="36631"/>
                  <a:pt x="439916" y="40501"/>
                </a:cubicBezTo>
                <a:cubicBezTo>
                  <a:pt x="443518" y="44372"/>
                  <a:pt x="445320" y="50622"/>
                  <a:pt x="445320" y="59251"/>
                </a:cubicBezTo>
                <a:cubicBezTo>
                  <a:pt x="445320" y="63788"/>
                  <a:pt x="445231" y="67791"/>
                  <a:pt x="445053" y="71261"/>
                </a:cubicBezTo>
                <a:cubicBezTo>
                  <a:pt x="444875" y="74731"/>
                  <a:pt x="444786" y="78201"/>
                  <a:pt x="444786" y="81671"/>
                </a:cubicBezTo>
                <a:cubicBezTo>
                  <a:pt x="444786" y="84517"/>
                  <a:pt x="444853" y="87609"/>
                  <a:pt x="444986" y="90946"/>
                </a:cubicBezTo>
                <a:cubicBezTo>
                  <a:pt x="445120" y="94281"/>
                  <a:pt x="445276" y="97506"/>
                  <a:pt x="445454" y="100620"/>
                </a:cubicBezTo>
                <a:cubicBezTo>
                  <a:pt x="444298" y="100442"/>
                  <a:pt x="442829" y="100353"/>
                  <a:pt x="441050" y="100353"/>
                </a:cubicBezTo>
                <a:cubicBezTo>
                  <a:pt x="439270" y="100353"/>
                  <a:pt x="437401" y="100353"/>
                  <a:pt x="435444" y="100353"/>
                </a:cubicBezTo>
                <a:cubicBezTo>
                  <a:pt x="433488" y="100353"/>
                  <a:pt x="431620" y="100353"/>
                  <a:pt x="429840" y="100353"/>
                </a:cubicBezTo>
                <a:cubicBezTo>
                  <a:pt x="428060" y="100353"/>
                  <a:pt x="426592" y="100442"/>
                  <a:pt x="425436" y="100620"/>
                </a:cubicBezTo>
                <a:cubicBezTo>
                  <a:pt x="426059" y="95994"/>
                  <a:pt x="426459" y="90545"/>
                  <a:pt x="426637" y="84273"/>
                </a:cubicBezTo>
                <a:cubicBezTo>
                  <a:pt x="426815" y="78001"/>
                  <a:pt x="426904" y="70817"/>
                  <a:pt x="426904" y="62721"/>
                </a:cubicBezTo>
                <a:cubicBezTo>
                  <a:pt x="426904" y="57116"/>
                  <a:pt x="425947" y="53001"/>
                  <a:pt x="424035" y="50377"/>
                </a:cubicBezTo>
                <a:cubicBezTo>
                  <a:pt x="422122" y="47752"/>
                  <a:pt x="419431" y="46439"/>
                  <a:pt x="415961" y="46439"/>
                </a:cubicBezTo>
                <a:cubicBezTo>
                  <a:pt x="411958" y="46439"/>
                  <a:pt x="409022" y="48174"/>
                  <a:pt x="407154" y="51644"/>
                </a:cubicBezTo>
                <a:cubicBezTo>
                  <a:pt x="405286" y="55114"/>
                  <a:pt x="404352" y="59918"/>
                  <a:pt x="404352" y="66057"/>
                </a:cubicBezTo>
                <a:lnTo>
                  <a:pt x="404352" y="71396"/>
                </a:lnTo>
                <a:cubicBezTo>
                  <a:pt x="404352" y="76822"/>
                  <a:pt x="404419" y="81937"/>
                  <a:pt x="404552" y="86741"/>
                </a:cubicBezTo>
                <a:cubicBezTo>
                  <a:pt x="404685" y="91545"/>
                  <a:pt x="404974" y="96172"/>
                  <a:pt x="405419" y="100620"/>
                </a:cubicBezTo>
                <a:cubicBezTo>
                  <a:pt x="404263" y="100442"/>
                  <a:pt x="402817" y="100353"/>
                  <a:pt x="401082" y="100353"/>
                </a:cubicBezTo>
                <a:cubicBezTo>
                  <a:pt x="399347" y="100353"/>
                  <a:pt x="397457" y="100353"/>
                  <a:pt x="395411" y="100353"/>
                </a:cubicBezTo>
                <a:cubicBezTo>
                  <a:pt x="393364" y="100353"/>
                  <a:pt x="391495" y="100353"/>
                  <a:pt x="389805" y="100353"/>
                </a:cubicBezTo>
                <a:cubicBezTo>
                  <a:pt x="388115" y="100353"/>
                  <a:pt x="386647" y="100442"/>
                  <a:pt x="385401" y="100620"/>
                </a:cubicBezTo>
                <a:cubicBezTo>
                  <a:pt x="385846" y="96172"/>
                  <a:pt x="386135" y="91545"/>
                  <a:pt x="386268" y="86741"/>
                </a:cubicBezTo>
                <a:cubicBezTo>
                  <a:pt x="386402" y="81937"/>
                  <a:pt x="386470" y="76822"/>
                  <a:pt x="386470" y="71396"/>
                </a:cubicBezTo>
                <a:lnTo>
                  <a:pt x="386470" y="66057"/>
                </a:lnTo>
                <a:cubicBezTo>
                  <a:pt x="386470" y="60631"/>
                  <a:pt x="386402" y="55538"/>
                  <a:pt x="386268" y="50778"/>
                </a:cubicBezTo>
                <a:cubicBezTo>
                  <a:pt x="386135" y="46018"/>
                  <a:pt x="385846" y="41235"/>
                  <a:pt x="385401" y="36431"/>
                </a:cubicBezTo>
                <a:cubicBezTo>
                  <a:pt x="387002" y="36609"/>
                  <a:pt x="388582" y="36765"/>
                  <a:pt x="390139" y="36899"/>
                </a:cubicBezTo>
                <a:cubicBezTo>
                  <a:pt x="391696" y="37032"/>
                  <a:pt x="393275" y="37099"/>
                  <a:pt x="394875" y="37099"/>
                </a:cubicBezTo>
                <a:cubicBezTo>
                  <a:pt x="396477" y="37099"/>
                  <a:pt x="398057" y="37032"/>
                  <a:pt x="399614" y="36899"/>
                </a:cubicBezTo>
                <a:cubicBezTo>
                  <a:pt x="401171" y="36765"/>
                  <a:pt x="402839" y="36609"/>
                  <a:pt x="404619" y="36431"/>
                </a:cubicBezTo>
                <a:lnTo>
                  <a:pt x="404083" y="46439"/>
                </a:lnTo>
                <a:lnTo>
                  <a:pt x="404352" y="46439"/>
                </a:lnTo>
                <a:close/>
                <a:moveTo>
                  <a:pt x="485088" y="40167"/>
                </a:moveTo>
                <a:cubicBezTo>
                  <a:pt x="479038" y="40167"/>
                  <a:pt x="476013" y="46039"/>
                  <a:pt x="476013" y="57783"/>
                </a:cubicBezTo>
                <a:cubicBezTo>
                  <a:pt x="476013" y="60720"/>
                  <a:pt x="476279" y="63189"/>
                  <a:pt x="476813" y="65191"/>
                </a:cubicBezTo>
                <a:cubicBezTo>
                  <a:pt x="477348" y="67192"/>
                  <a:pt x="478037" y="68816"/>
                  <a:pt x="478882" y="70062"/>
                </a:cubicBezTo>
                <a:cubicBezTo>
                  <a:pt x="479727" y="71307"/>
                  <a:pt x="480661" y="72196"/>
                  <a:pt x="481684" y="72729"/>
                </a:cubicBezTo>
                <a:cubicBezTo>
                  <a:pt x="482707" y="73263"/>
                  <a:pt x="483753" y="73530"/>
                  <a:pt x="484821" y="73530"/>
                </a:cubicBezTo>
                <a:cubicBezTo>
                  <a:pt x="487756" y="73530"/>
                  <a:pt x="489936" y="72240"/>
                  <a:pt x="491360" y="69661"/>
                </a:cubicBezTo>
                <a:cubicBezTo>
                  <a:pt x="492784" y="67080"/>
                  <a:pt x="493496" y="62720"/>
                  <a:pt x="493496" y="56582"/>
                </a:cubicBezTo>
                <a:cubicBezTo>
                  <a:pt x="493496" y="50533"/>
                  <a:pt x="492695" y="46285"/>
                  <a:pt x="491093" y="43839"/>
                </a:cubicBezTo>
                <a:cubicBezTo>
                  <a:pt x="489491" y="41391"/>
                  <a:pt x="487490" y="40167"/>
                  <a:pt x="485088" y="40167"/>
                </a:cubicBezTo>
                <a:moveTo>
                  <a:pt x="504972" y="41503"/>
                </a:moveTo>
                <a:cubicBezTo>
                  <a:pt x="507196" y="43104"/>
                  <a:pt x="508953" y="45128"/>
                  <a:pt x="510242" y="47575"/>
                </a:cubicBezTo>
                <a:cubicBezTo>
                  <a:pt x="511533" y="50022"/>
                  <a:pt x="512179" y="52935"/>
                  <a:pt x="512179" y="56315"/>
                </a:cubicBezTo>
                <a:cubicBezTo>
                  <a:pt x="512179" y="59607"/>
                  <a:pt x="511556" y="62610"/>
                  <a:pt x="510309" y="65324"/>
                </a:cubicBezTo>
                <a:cubicBezTo>
                  <a:pt x="509065" y="68037"/>
                  <a:pt x="507307" y="70373"/>
                  <a:pt x="505038" y="72330"/>
                </a:cubicBezTo>
                <a:cubicBezTo>
                  <a:pt x="502769" y="74287"/>
                  <a:pt x="500055" y="75799"/>
                  <a:pt x="496896" y="76867"/>
                </a:cubicBezTo>
                <a:cubicBezTo>
                  <a:pt x="493739" y="77934"/>
                  <a:pt x="490203" y="78468"/>
                  <a:pt x="486290" y="78468"/>
                </a:cubicBezTo>
                <a:cubicBezTo>
                  <a:pt x="485311" y="78468"/>
                  <a:pt x="484354" y="78446"/>
                  <a:pt x="483418" y="78402"/>
                </a:cubicBezTo>
                <a:cubicBezTo>
                  <a:pt x="482484" y="78358"/>
                  <a:pt x="481439" y="78335"/>
                  <a:pt x="480283" y="78335"/>
                </a:cubicBezTo>
                <a:cubicBezTo>
                  <a:pt x="479216" y="78335"/>
                  <a:pt x="478304" y="78825"/>
                  <a:pt x="477548" y="79803"/>
                </a:cubicBezTo>
                <a:cubicBezTo>
                  <a:pt x="476792" y="80781"/>
                  <a:pt x="476414" y="81893"/>
                  <a:pt x="476414" y="83139"/>
                </a:cubicBezTo>
                <a:cubicBezTo>
                  <a:pt x="476414" y="85274"/>
                  <a:pt x="477236" y="86965"/>
                  <a:pt x="478882" y="88211"/>
                </a:cubicBezTo>
                <a:cubicBezTo>
                  <a:pt x="480528" y="89456"/>
                  <a:pt x="483131" y="90123"/>
                  <a:pt x="486689" y="90211"/>
                </a:cubicBezTo>
                <a:lnTo>
                  <a:pt x="496565" y="90345"/>
                </a:lnTo>
                <a:cubicBezTo>
                  <a:pt x="504038" y="90433"/>
                  <a:pt x="509531" y="91834"/>
                  <a:pt x="513044" y="94548"/>
                </a:cubicBezTo>
                <a:cubicBezTo>
                  <a:pt x="516559" y="97262"/>
                  <a:pt x="518316" y="101599"/>
                  <a:pt x="518316" y="107560"/>
                </a:cubicBezTo>
                <a:cubicBezTo>
                  <a:pt x="518316" y="112898"/>
                  <a:pt x="517226" y="117368"/>
                  <a:pt x="515046" y="120971"/>
                </a:cubicBezTo>
                <a:cubicBezTo>
                  <a:pt x="512867" y="124575"/>
                  <a:pt x="510065" y="127511"/>
                  <a:pt x="506640" y="129780"/>
                </a:cubicBezTo>
                <a:cubicBezTo>
                  <a:pt x="503215" y="132048"/>
                  <a:pt x="499411" y="133672"/>
                  <a:pt x="495229" y="134650"/>
                </a:cubicBezTo>
                <a:cubicBezTo>
                  <a:pt x="491048" y="135629"/>
                  <a:pt x="487000" y="136119"/>
                  <a:pt x="483087" y="136119"/>
                </a:cubicBezTo>
                <a:cubicBezTo>
                  <a:pt x="474723" y="136119"/>
                  <a:pt x="468205" y="134495"/>
                  <a:pt x="463534" y="131248"/>
                </a:cubicBezTo>
                <a:cubicBezTo>
                  <a:pt x="458864" y="128001"/>
                  <a:pt x="456529" y="123707"/>
                  <a:pt x="456529" y="118368"/>
                </a:cubicBezTo>
                <a:cubicBezTo>
                  <a:pt x="456529" y="114099"/>
                  <a:pt x="457708" y="110652"/>
                  <a:pt x="460064" y="108026"/>
                </a:cubicBezTo>
                <a:cubicBezTo>
                  <a:pt x="462422" y="105402"/>
                  <a:pt x="465604" y="103334"/>
                  <a:pt x="469608" y="101822"/>
                </a:cubicBezTo>
                <a:lnTo>
                  <a:pt x="469608" y="101555"/>
                </a:lnTo>
                <a:cubicBezTo>
                  <a:pt x="467295" y="100754"/>
                  <a:pt x="465449" y="99531"/>
                  <a:pt x="464070" y="97886"/>
                </a:cubicBezTo>
                <a:cubicBezTo>
                  <a:pt x="462691" y="96239"/>
                  <a:pt x="462001" y="94170"/>
                  <a:pt x="462001" y="91679"/>
                </a:cubicBezTo>
                <a:cubicBezTo>
                  <a:pt x="462001" y="88743"/>
                  <a:pt x="463135" y="85896"/>
                  <a:pt x="465404" y="83139"/>
                </a:cubicBezTo>
                <a:cubicBezTo>
                  <a:pt x="467672" y="80380"/>
                  <a:pt x="470675" y="78512"/>
                  <a:pt x="474412" y="77533"/>
                </a:cubicBezTo>
                <a:lnTo>
                  <a:pt x="474412" y="77266"/>
                </a:lnTo>
                <a:cubicBezTo>
                  <a:pt x="468985" y="75932"/>
                  <a:pt x="464804" y="73530"/>
                  <a:pt x="461869" y="70060"/>
                </a:cubicBezTo>
                <a:cubicBezTo>
                  <a:pt x="458843" y="66502"/>
                  <a:pt x="457330" y="61876"/>
                  <a:pt x="457330" y="56183"/>
                </a:cubicBezTo>
                <a:cubicBezTo>
                  <a:pt x="457330" y="52801"/>
                  <a:pt x="458019" y="49776"/>
                  <a:pt x="459399" y="47107"/>
                </a:cubicBezTo>
                <a:cubicBezTo>
                  <a:pt x="460778" y="44438"/>
                  <a:pt x="462713" y="42192"/>
                  <a:pt x="465204" y="40369"/>
                </a:cubicBezTo>
                <a:cubicBezTo>
                  <a:pt x="467695" y="38545"/>
                  <a:pt x="470675" y="37143"/>
                  <a:pt x="474145" y="36164"/>
                </a:cubicBezTo>
                <a:cubicBezTo>
                  <a:pt x="477615" y="35185"/>
                  <a:pt x="481441" y="34696"/>
                  <a:pt x="485622" y="34696"/>
                </a:cubicBezTo>
                <a:cubicBezTo>
                  <a:pt x="487224" y="34696"/>
                  <a:pt x="488870" y="34763"/>
                  <a:pt x="490560" y="34898"/>
                </a:cubicBezTo>
                <a:cubicBezTo>
                  <a:pt x="492250" y="35031"/>
                  <a:pt x="493896" y="35141"/>
                  <a:pt x="495498" y="35229"/>
                </a:cubicBezTo>
                <a:cubicBezTo>
                  <a:pt x="496654" y="35319"/>
                  <a:pt x="497833" y="35386"/>
                  <a:pt x="499033" y="35431"/>
                </a:cubicBezTo>
                <a:cubicBezTo>
                  <a:pt x="500234" y="35476"/>
                  <a:pt x="501547" y="35498"/>
                  <a:pt x="502971" y="35498"/>
                </a:cubicBezTo>
                <a:cubicBezTo>
                  <a:pt x="505194" y="35498"/>
                  <a:pt x="507507" y="35476"/>
                  <a:pt x="509908" y="35431"/>
                </a:cubicBezTo>
                <a:cubicBezTo>
                  <a:pt x="512311" y="35386"/>
                  <a:pt x="514713" y="35364"/>
                  <a:pt x="517115" y="35364"/>
                </a:cubicBezTo>
                <a:cubicBezTo>
                  <a:pt x="517026" y="35897"/>
                  <a:pt x="516960" y="36432"/>
                  <a:pt x="516915" y="36966"/>
                </a:cubicBezTo>
                <a:cubicBezTo>
                  <a:pt x="516870" y="37500"/>
                  <a:pt x="516848" y="38033"/>
                  <a:pt x="516848" y="38567"/>
                </a:cubicBezTo>
                <a:cubicBezTo>
                  <a:pt x="516848" y="39100"/>
                  <a:pt x="516870" y="39634"/>
                  <a:pt x="516915" y="40167"/>
                </a:cubicBezTo>
                <a:cubicBezTo>
                  <a:pt x="516960" y="40701"/>
                  <a:pt x="517026" y="41235"/>
                  <a:pt x="517115" y="41770"/>
                </a:cubicBezTo>
                <a:lnTo>
                  <a:pt x="505371" y="41236"/>
                </a:lnTo>
                <a:lnTo>
                  <a:pt x="504972" y="41503"/>
                </a:lnTo>
                <a:moveTo>
                  <a:pt x="502836" y="114766"/>
                </a:moveTo>
                <a:cubicBezTo>
                  <a:pt x="502836" y="112186"/>
                  <a:pt x="502391" y="110073"/>
                  <a:pt x="501501" y="108427"/>
                </a:cubicBezTo>
                <a:cubicBezTo>
                  <a:pt x="500611" y="106782"/>
                  <a:pt x="499344" y="105514"/>
                  <a:pt x="497699" y="104624"/>
                </a:cubicBezTo>
                <a:cubicBezTo>
                  <a:pt x="496053" y="103734"/>
                  <a:pt x="494029" y="103134"/>
                  <a:pt x="491627" y="102821"/>
                </a:cubicBezTo>
                <a:cubicBezTo>
                  <a:pt x="489225" y="102511"/>
                  <a:pt x="486512" y="102355"/>
                  <a:pt x="483486" y="102355"/>
                </a:cubicBezTo>
                <a:cubicBezTo>
                  <a:pt x="478859" y="102355"/>
                  <a:pt x="475657" y="102800"/>
                  <a:pt x="473879" y="103689"/>
                </a:cubicBezTo>
                <a:cubicBezTo>
                  <a:pt x="472810" y="104224"/>
                  <a:pt x="471675" y="105514"/>
                  <a:pt x="470474" y="107560"/>
                </a:cubicBezTo>
                <a:cubicBezTo>
                  <a:pt x="469274" y="109606"/>
                  <a:pt x="468674" y="112186"/>
                  <a:pt x="468674" y="115300"/>
                </a:cubicBezTo>
                <a:cubicBezTo>
                  <a:pt x="468674" y="117880"/>
                  <a:pt x="469141" y="120127"/>
                  <a:pt x="470075" y="122040"/>
                </a:cubicBezTo>
                <a:cubicBezTo>
                  <a:pt x="471009" y="123952"/>
                  <a:pt x="472276" y="125531"/>
                  <a:pt x="473876" y="126776"/>
                </a:cubicBezTo>
                <a:cubicBezTo>
                  <a:pt x="475478" y="128022"/>
                  <a:pt x="477325" y="128979"/>
                  <a:pt x="479415" y="129645"/>
                </a:cubicBezTo>
                <a:cubicBezTo>
                  <a:pt x="481507" y="130313"/>
                  <a:pt x="483754" y="130647"/>
                  <a:pt x="486155" y="130647"/>
                </a:cubicBezTo>
                <a:cubicBezTo>
                  <a:pt x="488736" y="130647"/>
                  <a:pt x="491049" y="130224"/>
                  <a:pt x="493095" y="129378"/>
                </a:cubicBezTo>
                <a:cubicBezTo>
                  <a:pt x="495141" y="128533"/>
                  <a:pt x="496897" y="127376"/>
                  <a:pt x="498365" y="125909"/>
                </a:cubicBezTo>
                <a:cubicBezTo>
                  <a:pt x="499833" y="124441"/>
                  <a:pt x="500946" y="122751"/>
                  <a:pt x="501702" y="120838"/>
                </a:cubicBezTo>
                <a:cubicBezTo>
                  <a:pt x="502458" y="118926"/>
                  <a:pt x="502836" y="116902"/>
                  <a:pt x="502836" y="114766"/>
                </a:cubicBezTo>
                <a:close/>
                <a:moveTo>
                  <a:pt x="528860" y="46172"/>
                </a:moveTo>
                <a:cubicBezTo>
                  <a:pt x="528860" y="37454"/>
                  <a:pt x="528770" y="29448"/>
                  <a:pt x="528591" y="22153"/>
                </a:cubicBezTo>
                <a:cubicBezTo>
                  <a:pt x="528413" y="14857"/>
                  <a:pt x="528146" y="7473"/>
                  <a:pt x="527791" y="0"/>
                </a:cubicBezTo>
                <a:cubicBezTo>
                  <a:pt x="528947" y="178"/>
                  <a:pt x="530415" y="334"/>
                  <a:pt x="532195" y="468"/>
                </a:cubicBezTo>
                <a:cubicBezTo>
                  <a:pt x="533975" y="601"/>
                  <a:pt x="535843" y="668"/>
                  <a:pt x="537801" y="668"/>
                </a:cubicBezTo>
                <a:cubicBezTo>
                  <a:pt x="539757" y="668"/>
                  <a:pt x="541625" y="601"/>
                  <a:pt x="543405" y="468"/>
                </a:cubicBezTo>
                <a:cubicBezTo>
                  <a:pt x="545184" y="334"/>
                  <a:pt x="546653" y="178"/>
                  <a:pt x="547809" y="0"/>
                </a:cubicBezTo>
                <a:cubicBezTo>
                  <a:pt x="547454" y="7473"/>
                  <a:pt x="547186" y="14857"/>
                  <a:pt x="547007" y="22153"/>
                </a:cubicBezTo>
                <a:cubicBezTo>
                  <a:pt x="546829" y="29448"/>
                  <a:pt x="546740" y="37454"/>
                  <a:pt x="546740" y="46172"/>
                </a:cubicBezTo>
                <a:lnTo>
                  <a:pt x="546740" y="54847"/>
                </a:lnTo>
                <a:cubicBezTo>
                  <a:pt x="546740" y="63566"/>
                  <a:pt x="546829" y="71574"/>
                  <a:pt x="547007" y="78869"/>
                </a:cubicBezTo>
                <a:cubicBezTo>
                  <a:pt x="547186" y="86164"/>
                  <a:pt x="547454" y="93415"/>
                  <a:pt x="547809" y="100620"/>
                </a:cubicBezTo>
                <a:cubicBezTo>
                  <a:pt x="546653" y="100442"/>
                  <a:pt x="545184" y="100353"/>
                  <a:pt x="543405" y="100353"/>
                </a:cubicBezTo>
                <a:cubicBezTo>
                  <a:pt x="541625" y="100353"/>
                  <a:pt x="539757" y="100353"/>
                  <a:pt x="537801" y="100353"/>
                </a:cubicBezTo>
                <a:cubicBezTo>
                  <a:pt x="535843" y="100353"/>
                  <a:pt x="533975" y="100353"/>
                  <a:pt x="532195" y="100353"/>
                </a:cubicBezTo>
                <a:cubicBezTo>
                  <a:pt x="530415" y="100353"/>
                  <a:pt x="528947" y="100442"/>
                  <a:pt x="527791" y="100620"/>
                </a:cubicBezTo>
                <a:cubicBezTo>
                  <a:pt x="528146" y="93415"/>
                  <a:pt x="528413" y="86164"/>
                  <a:pt x="528591" y="78869"/>
                </a:cubicBezTo>
                <a:cubicBezTo>
                  <a:pt x="528770" y="71574"/>
                  <a:pt x="528860" y="63566"/>
                  <a:pt x="528860" y="54847"/>
                </a:cubicBezTo>
                <a:lnTo>
                  <a:pt x="528860" y="46172"/>
                </a:lnTo>
                <a:close/>
                <a:moveTo>
                  <a:pt x="594650" y="78335"/>
                </a:moveTo>
                <a:cubicBezTo>
                  <a:pt x="596250" y="74242"/>
                  <a:pt x="597718" y="70439"/>
                  <a:pt x="599052" y="66926"/>
                </a:cubicBezTo>
                <a:cubicBezTo>
                  <a:pt x="600388" y="63411"/>
                  <a:pt x="601656" y="60008"/>
                  <a:pt x="602856" y="56716"/>
                </a:cubicBezTo>
                <a:cubicBezTo>
                  <a:pt x="604057" y="53424"/>
                  <a:pt x="605214" y="50132"/>
                  <a:pt x="606326" y="46840"/>
                </a:cubicBezTo>
                <a:cubicBezTo>
                  <a:pt x="607437" y="43548"/>
                  <a:pt x="608572" y="40079"/>
                  <a:pt x="609728" y="36431"/>
                </a:cubicBezTo>
                <a:cubicBezTo>
                  <a:pt x="610707" y="36609"/>
                  <a:pt x="611619" y="36765"/>
                  <a:pt x="612463" y="36899"/>
                </a:cubicBezTo>
                <a:cubicBezTo>
                  <a:pt x="613309" y="37032"/>
                  <a:pt x="614177" y="37099"/>
                  <a:pt x="615067" y="37099"/>
                </a:cubicBezTo>
                <a:cubicBezTo>
                  <a:pt x="615956" y="37099"/>
                  <a:pt x="616846" y="37032"/>
                  <a:pt x="617735" y="36899"/>
                </a:cubicBezTo>
                <a:cubicBezTo>
                  <a:pt x="618625" y="36765"/>
                  <a:pt x="619604" y="36609"/>
                  <a:pt x="620671" y="36431"/>
                </a:cubicBezTo>
                <a:cubicBezTo>
                  <a:pt x="620227" y="37587"/>
                  <a:pt x="619182" y="40057"/>
                  <a:pt x="617535" y="43839"/>
                </a:cubicBezTo>
                <a:cubicBezTo>
                  <a:pt x="615890" y="47620"/>
                  <a:pt x="613888" y="52290"/>
                  <a:pt x="611530" y="57850"/>
                </a:cubicBezTo>
                <a:cubicBezTo>
                  <a:pt x="609172" y="63411"/>
                  <a:pt x="606570" y="69572"/>
                  <a:pt x="603723" y="76334"/>
                </a:cubicBezTo>
                <a:cubicBezTo>
                  <a:pt x="600877" y="83094"/>
                  <a:pt x="598007" y="89922"/>
                  <a:pt x="595116" y="96816"/>
                </a:cubicBezTo>
                <a:cubicBezTo>
                  <a:pt x="592224" y="103711"/>
                  <a:pt x="589422" y="110540"/>
                  <a:pt x="586708" y="117301"/>
                </a:cubicBezTo>
                <a:cubicBezTo>
                  <a:pt x="583996" y="124063"/>
                  <a:pt x="581616" y="130202"/>
                  <a:pt x="579569" y="135717"/>
                </a:cubicBezTo>
                <a:cubicBezTo>
                  <a:pt x="578590" y="135540"/>
                  <a:pt x="577656" y="135383"/>
                  <a:pt x="576767" y="135249"/>
                </a:cubicBezTo>
                <a:cubicBezTo>
                  <a:pt x="575878" y="135116"/>
                  <a:pt x="574944" y="135049"/>
                  <a:pt x="573965" y="135049"/>
                </a:cubicBezTo>
                <a:cubicBezTo>
                  <a:pt x="572986" y="135049"/>
                  <a:pt x="572052" y="135116"/>
                  <a:pt x="571161" y="135249"/>
                </a:cubicBezTo>
                <a:cubicBezTo>
                  <a:pt x="570272" y="135383"/>
                  <a:pt x="569338" y="135540"/>
                  <a:pt x="568359" y="135717"/>
                </a:cubicBezTo>
                <a:cubicBezTo>
                  <a:pt x="571296" y="129846"/>
                  <a:pt x="574187" y="124041"/>
                  <a:pt x="577034" y="118303"/>
                </a:cubicBezTo>
                <a:cubicBezTo>
                  <a:pt x="579881" y="112565"/>
                  <a:pt x="582638" y="106760"/>
                  <a:pt x="585307" y="100887"/>
                </a:cubicBezTo>
                <a:cubicBezTo>
                  <a:pt x="583172" y="95817"/>
                  <a:pt x="580792" y="90078"/>
                  <a:pt x="578168" y="83672"/>
                </a:cubicBezTo>
                <a:cubicBezTo>
                  <a:pt x="575544" y="77266"/>
                  <a:pt x="572964" y="70994"/>
                  <a:pt x="570428" y="64855"/>
                </a:cubicBezTo>
                <a:cubicBezTo>
                  <a:pt x="567892" y="58717"/>
                  <a:pt x="565579" y="53112"/>
                  <a:pt x="563489" y="48042"/>
                </a:cubicBezTo>
                <a:cubicBezTo>
                  <a:pt x="561398" y="42970"/>
                  <a:pt x="559819" y="39100"/>
                  <a:pt x="558752" y="36431"/>
                </a:cubicBezTo>
                <a:cubicBezTo>
                  <a:pt x="560442" y="36609"/>
                  <a:pt x="562110" y="36765"/>
                  <a:pt x="563755" y="36899"/>
                </a:cubicBezTo>
                <a:cubicBezTo>
                  <a:pt x="565402" y="37032"/>
                  <a:pt x="567070" y="37099"/>
                  <a:pt x="568761" y="37099"/>
                </a:cubicBezTo>
                <a:cubicBezTo>
                  <a:pt x="570451" y="37099"/>
                  <a:pt x="572096" y="37032"/>
                  <a:pt x="573696" y="36899"/>
                </a:cubicBezTo>
                <a:cubicBezTo>
                  <a:pt x="575298" y="36765"/>
                  <a:pt x="576945" y="36609"/>
                  <a:pt x="578636" y="36431"/>
                </a:cubicBezTo>
                <a:cubicBezTo>
                  <a:pt x="581216" y="43460"/>
                  <a:pt x="583817" y="50444"/>
                  <a:pt x="586441" y="57384"/>
                </a:cubicBezTo>
                <a:cubicBezTo>
                  <a:pt x="589067" y="64322"/>
                  <a:pt x="591803" y="71306"/>
                  <a:pt x="594650" y="78335"/>
                </a:cubicBezTo>
                <a:close/>
                <a:moveTo>
                  <a:pt x="695136" y="34030"/>
                </a:moveTo>
                <a:cubicBezTo>
                  <a:pt x="692823" y="39368"/>
                  <a:pt x="690643" y="44639"/>
                  <a:pt x="688597" y="49844"/>
                </a:cubicBezTo>
                <a:cubicBezTo>
                  <a:pt x="686552" y="55047"/>
                  <a:pt x="684550" y="60362"/>
                  <a:pt x="682593" y="65790"/>
                </a:cubicBezTo>
                <a:lnTo>
                  <a:pt x="707013" y="65790"/>
                </a:lnTo>
                <a:cubicBezTo>
                  <a:pt x="705056" y="60362"/>
                  <a:pt x="703121" y="55047"/>
                  <a:pt x="701208" y="49844"/>
                </a:cubicBezTo>
                <a:cubicBezTo>
                  <a:pt x="699295" y="44639"/>
                  <a:pt x="697271" y="39368"/>
                  <a:pt x="695136" y="34030"/>
                </a:cubicBezTo>
                <a:moveTo>
                  <a:pt x="742377" y="100620"/>
                </a:moveTo>
                <a:cubicBezTo>
                  <a:pt x="740242" y="100442"/>
                  <a:pt x="738218" y="100353"/>
                  <a:pt x="736305" y="100353"/>
                </a:cubicBezTo>
                <a:cubicBezTo>
                  <a:pt x="734392" y="100353"/>
                  <a:pt x="732502" y="100353"/>
                  <a:pt x="730634" y="100353"/>
                </a:cubicBezTo>
                <a:cubicBezTo>
                  <a:pt x="728766" y="100353"/>
                  <a:pt x="726876" y="100353"/>
                  <a:pt x="724963" y="100353"/>
                </a:cubicBezTo>
                <a:cubicBezTo>
                  <a:pt x="723050" y="100353"/>
                  <a:pt x="721159" y="100442"/>
                  <a:pt x="719290" y="100620"/>
                </a:cubicBezTo>
                <a:cubicBezTo>
                  <a:pt x="717867" y="96261"/>
                  <a:pt x="716399" y="91813"/>
                  <a:pt x="714886" y="87277"/>
                </a:cubicBezTo>
                <a:cubicBezTo>
                  <a:pt x="713373" y="82738"/>
                  <a:pt x="711772" y="78201"/>
                  <a:pt x="710082" y="73664"/>
                </a:cubicBezTo>
                <a:cubicBezTo>
                  <a:pt x="707235" y="73574"/>
                  <a:pt x="704389" y="73508"/>
                  <a:pt x="701542" y="73465"/>
                </a:cubicBezTo>
                <a:cubicBezTo>
                  <a:pt x="698695" y="73420"/>
                  <a:pt x="695849" y="73397"/>
                  <a:pt x="693002" y="73397"/>
                </a:cubicBezTo>
                <a:cubicBezTo>
                  <a:pt x="690689" y="73397"/>
                  <a:pt x="688376" y="73420"/>
                  <a:pt x="686062" y="73465"/>
                </a:cubicBezTo>
                <a:cubicBezTo>
                  <a:pt x="683749" y="73508"/>
                  <a:pt x="681436" y="73574"/>
                  <a:pt x="679123" y="73664"/>
                </a:cubicBezTo>
                <a:cubicBezTo>
                  <a:pt x="677343" y="78201"/>
                  <a:pt x="675697" y="82738"/>
                  <a:pt x="674185" y="87277"/>
                </a:cubicBezTo>
                <a:cubicBezTo>
                  <a:pt x="672672" y="91813"/>
                  <a:pt x="671293" y="96261"/>
                  <a:pt x="670047" y="100620"/>
                </a:cubicBezTo>
                <a:cubicBezTo>
                  <a:pt x="668980" y="100442"/>
                  <a:pt x="667935" y="100353"/>
                  <a:pt x="666911" y="100353"/>
                </a:cubicBezTo>
                <a:cubicBezTo>
                  <a:pt x="665889" y="100353"/>
                  <a:pt x="664844" y="100353"/>
                  <a:pt x="663775" y="100353"/>
                </a:cubicBezTo>
                <a:cubicBezTo>
                  <a:pt x="662708" y="100353"/>
                  <a:pt x="661641" y="100353"/>
                  <a:pt x="660572" y="100353"/>
                </a:cubicBezTo>
                <a:cubicBezTo>
                  <a:pt x="659505" y="100353"/>
                  <a:pt x="658349" y="100442"/>
                  <a:pt x="657105" y="100620"/>
                </a:cubicBezTo>
                <a:cubicBezTo>
                  <a:pt x="658172" y="98307"/>
                  <a:pt x="659594" y="95105"/>
                  <a:pt x="661373" y="91013"/>
                </a:cubicBezTo>
                <a:cubicBezTo>
                  <a:pt x="663152" y="86920"/>
                  <a:pt x="665110" y="82294"/>
                  <a:pt x="667245" y="77134"/>
                </a:cubicBezTo>
                <a:cubicBezTo>
                  <a:pt x="669381" y="71974"/>
                  <a:pt x="671671" y="66436"/>
                  <a:pt x="674118" y="60520"/>
                </a:cubicBezTo>
                <a:cubicBezTo>
                  <a:pt x="676565" y="54603"/>
                  <a:pt x="679012" y="48619"/>
                  <a:pt x="681458" y="42570"/>
                </a:cubicBezTo>
                <a:cubicBezTo>
                  <a:pt x="683905" y="36520"/>
                  <a:pt x="686306" y="30559"/>
                  <a:pt x="688663" y="24688"/>
                </a:cubicBezTo>
                <a:cubicBezTo>
                  <a:pt x="691021" y="18816"/>
                  <a:pt x="693178" y="13345"/>
                  <a:pt x="695136" y="8273"/>
                </a:cubicBezTo>
                <a:cubicBezTo>
                  <a:pt x="696026" y="8451"/>
                  <a:pt x="696872" y="8607"/>
                  <a:pt x="697671" y="8742"/>
                </a:cubicBezTo>
                <a:cubicBezTo>
                  <a:pt x="698472" y="8875"/>
                  <a:pt x="699318" y="8941"/>
                  <a:pt x="700208" y="8941"/>
                </a:cubicBezTo>
                <a:cubicBezTo>
                  <a:pt x="701097" y="8941"/>
                  <a:pt x="701943" y="8875"/>
                  <a:pt x="702743" y="8742"/>
                </a:cubicBezTo>
                <a:cubicBezTo>
                  <a:pt x="703544" y="8607"/>
                  <a:pt x="704389" y="8451"/>
                  <a:pt x="705279" y="8273"/>
                </a:cubicBezTo>
                <a:cubicBezTo>
                  <a:pt x="708125" y="15836"/>
                  <a:pt x="711172" y="23932"/>
                  <a:pt x="714419" y="32562"/>
                </a:cubicBezTo>
                <a:cubicBezTo>
                  <a:pt x="717667" y="41192"/>
                  <a:pt x="720936" y="49666"/>
                  <a:pt x="724228" y="57985"/>
                </a:cubicBezTo>
                <a:cubicBezTo>
                  <a:pt x="727520" y="66302"/>
                  <a:pt x="730722" y="74198"/>
                  <a:pt x="733835" y="81671"/>
                </a:cubicBezTo>
                <a:cubicBezTo>
                  <a:pt x="736949" y="89144"/>
                  <a:pt x="739797" y="95460"/>
                  <a:pt x="742377" y="100620"/>
                </a:cubicBezTo>
                <a:close/>
                <a:moveTo>
                  <a:pt x="776808" y="40167"/>
                </a:moveTo>
                <a:cubicBezTo>
                  <a:pt x="770757" y="40167"/>
                  <a:pt x="767732" y="46039"/>
                  <a:pt x="767732" y="57783"/>
                </a:cubicBezTo>
                <a:cubicBezTo>
                  <a:pt x="767732" y="60720"/>
                  <a:pt x="767999" y="63189"/>
                  <a:pt x="768532" y="65191"/>
                </a:cubicBezTo>
                <a:cubicBezTo>
                  <a:pt x="769067" y="67192"/>
                  <a:pt x="769757" y="68816"/>
                  <a:pt x="770601" y="70062"/>
                </a:cubicBezTo>
                <a:cubicBezTo>
                  <a:pt x="771447" y="71307"/>
                  <a:pt x="772381" y="72196"/>
                  <a:pt x="773403" y="72729"/>
                </a:cubicBezTo>
                <a:cubicBezTo>
                  <a:pt x="774427" y="73263"/>
                  <a:pt x="775473" y="73530"/>
                  <a:pt x="776541" y="73530"/>
                </a:cubicBezTo>
                <a:cubicBezTo>
                  <a:pt x="779476" y="73530"/>
                  <a:pt x="781655" y="72240"/>
                  <a:pt x="783079" y="69661"/>
                </a:cubicBezTo>
                <a:cubicBezTo>
                  <a:pt x="784504" y="67080"/>
                  <a:pt x="785216" y="62720"/>
                  <a:pt x="785216" y="56582"/>
                </a:cubicBezTo>
                <a:cubicBezTo>
                  <a:pt x="785216" y="50533"/>
                  <a:pt x="784415" y="46285"/>
                  <a:pt x="782813" y="43839"/>
                </a:cubicBezTo>
                <a:cubicBezTo>
                  <a:pt x="781211" y="41391"/>
                  <a:pt x="779209" y="40167"/>
                  <a:pt x="776808" y="40167"/>
                </a:cubicBezTo>
                <a:moveTo>
                  <a:pt x="796692" y="41503"/>
                </a:moveTo>
                <a:cubicBezTo>
                  <a:pt x="798916" y="43104"/>
                  <a:pt x="800672" y="45128"/>
                  <a:pt x="801962" y="47575"/>
                </a:cubicBezTo>
                <a:cubicBezTo>
                  <a:pt x="803253" y="50022"/>
                  <a:pt x="803898" y="52935"/>
                  <a:pt x="803898" y="56315"/>
                </a:cubicBezTo>
                <a:cubicBezTo>
                  <a:pt x="803898" y="59607"/>
                  <a:pt x="803275" y="62610"/>
                  <a:pt x="802029" y="65324"/>
                </a:cubicBezTo>
                <a:cubicBezTo>
                  <a:pt x="800784" y="68037"/>
                  <a:pt x="799027" y="70373"/>
                  <a:pt x="796757" y="72330"/>
                </a:cubicBezTo>
                <a:cubicBezTo>
                  <a:pt x="794489" y="74287"/>
                  <a:pt x="791775" y="75799"/>
                  <a:pt x="788616" y="76867"/>
                </a:cubicBezTo>
                <a:cubicBezTo>
                  <a:pt x="785459" y="77934"/>
                  <a:pt x="781923" y="78468"/>
                  <a:pt x="778009" y="78468"/>
                </a:cubicBezTo>
                <a:cubicBezTo>
                  <a:pt x="777030" y="78468"/>
                  <a:pt x="776073" y="78446"/>
                  <a:pt x="775138" y="78402"/>
                </a:cubicBezTo>
                <a:cubicBezTo>
                  <a:pt x="774204" y="78358"/>
                  <a:pt x="773159" y="78335"/>
                  <a:pt x="772002" y="78335"/>
                </a:cubicBezTo>
                <a:cubicBezTo>
                  <a:pt x="770935" y="78335"/>
                  <a:pt x="770024" y="78825"/>
                  <a:pt x="769267" y="79803"/>
                </a:cubicBezTo>
                <a:cubicBezTo>
                  <a:pt x="768511" y="80781"/>
                  <a:pt x="768133" y="81893"/>
                  <a:pt x="768133" y="83139"/>
                </a:cubicBezTo>
                <a:cubicBezTo>
                  <a:pt x="768133" y="85274"/>
                  <a:pt x="768956" y="86965"/>
                  <a:pt x="770601" y="88211"/>
                </a:cubicBezTo>
                <a:cubicBezTo>
                  <a:pt x="772248" y="89456"/>
                  <a:pt x="774850" y="90123"/>
                  <a:pt x="778408" y="90211"/>
                </a:cubicBezTo>
                <a:lnTo>
                  <a:pt x="788284" y="90345"/>
                </a:lnTo>
                <a:cubicBezTo>
                  <a:pt x="795757" y="90433"/>
                  <a:pt x="801250" y="91834"/>
                  <a:pt x="804764" y="94548"/>
                </a:cubicBezTo>
                <a:cubicBezTo>
                  <a:pt x="808278" y="97262"/>
                  <a:pt x="810036" y="101599"/>
                  <a:pt x="810036" y="107560"/>
                </a:cubicBezTo>
                <a:cubicBezTo>
                  <a:pt x="810036" y="112898"/>
                  <a:pt x="808946" y="117368"/>
                  <a:pt x="806765" y="120971"/>
                </a:cubicBezTo>
                <a:cubicBezTo>
                  <a:pt x="804587" y="124575"/>
                  <a:pt x="801785" y="127511"/>
                  <a:pt x="798360" y="129780"/>
                </a:cubicBezTo>
                <a:cubicBezTo>
                  <a:pt x="794935" y="132048"/>
                  <a:pt x="791131" y="133672"/>
                  <a:pt x="786948" y="134650"/>
                </a:cubicBezTo>
                <a:cubicBezTo>
                  <a:pt x="782767" y="135629"/>
                  <a:pt x="778720" y="136119"/>
                  <a:pt x="774806" y="136119"/>
                </a:cubicBezTo>
                <a:cubicBezTo>
                  <a:pt x="766442" y="136119"/>
                  <a:pt x="759925" y="134495"/>
                  <a:pt x="755254" y="131248"/>
                </a:cubicBezTo>
                <a:cubicBezTo>
                  <a:pt x="750584" y="128001"/>
                  <a:pt x="748249" y="123707"/>
                  <a:pt x="748249" y="118368"/>
                </a:cubicBezTo>
                <a:cubicBezTo>
                  <a:pt x="748249" y="114099"/>
                  <a:pt x="749427" y="110652"/>
                  <a:pt x="751784" y="108026"/>
                </a:cubicBezTo>
                <a:cubicBezTo>
                  <a:pt x="754142" y="105402"/>
                  <a:pt x="757323" y="103334"/>
                  <a:pt x="761328" y="101822"/>
                </a:cubicBezTo>
                <a:lnTo>
                  <a:pt x="761328" y="101555"/>
                </a:lnTo>
                <a:cubicBezTo>
                  <a:pt x="759015" y="100754"/>
                  <a:pt x="757169" y="99531"/>
                  <a:pt x="755789" y="97886"/>
                </a:cubicBezTo>
                <a:cubicBezTo>
                  <a:pt x="754410" y="96239"/>
                  <a:pt x="753721" y="94170"/>
                  <a:pt x="753721" y="91679"/>
                </a:cubicBezTo>
                <a:cubicBezTo>
                  <a:pt x="753721" y="88743"/>
                  <a:pt x="754855" y="85896"/>
                  <a:pt x="757123" y="83139"/>
                </a:cubicBezTo>
                <a:cubicBezTo>
                  <a:pt x="759392" y="80380"/>
                  <a:pt x="762394" y="78512"/>
                  <a:pt x="766132" y="77533"/>
                </a:cubicBezTo>
                <a:lnTo>
                  <a:pt x="766132" y="77266"/>
                </a:lnTo>
                <a:cubicBezTo>
                  <a:pt x="760704" y="75932"/>
                  <a:pt x="756523" y="73530"/>
                  <a:pt x="753588" y="70060"/>
                </a:cubicBezTo>
                <a:cubicBezTo>
                  <a:pt x="750562" y="66502"/>
                  <a:pt x="749049" y="61876"/>
                  <a:pt x="749049" y="56183"/>
                </a:cubicBezTo>
                <a:cubicBezTo>
                  <a:pt x="749049" y="52801"/>
                  <a:pt x="749739" y="49776"/>
                  <a:pt x="751118" y="47107"/>
                </a:cubicBezTo>
                <a:cubicBezTo>
                  <a:pt x="752497" y="44438"/>
                  <a:pt x="754433" y="42192"/>
                  <a:pt x="756924" y="40369"/>
                </a:cubicBezTo>
                <a:cubicBezTo>
                  <a:pt x="759415" y="38545"/>
                  <a:pt x="762395" y="37143"/>
                  <a:pt x="765865" y="36164"/>
                </a:cubicBezTo>
                <a:cubicBezTo>
                  <a:pt x="769335" y="35185"/>
                  <a:pt x="773160" y="34696"/>
                  <a:pt x="777341" y="34696"/>
                </a:cubicBezTo>
                <a:cubicBezTo>
                  <a:pt x="778943" y="34696"/>
                  <a:pt x="780589" y="34763"/>
                  <a:pt x="782279" y="34898"/>
                </a:cubicBezTo>
                <a:cubicBezTo>
                  <a:pt x="783969" y="35031"/>
                  <a:pt x="785615" y="35141"/>
                  <a:pt x="787217" y="35229"/>
                </a:cubicBezTo>
                <a:cubicBezTo>
                  <a:pt x="788374" y="35319"/>
                  <a:pt x="789552" y="35386"/>
                  <a:pt x="790752" y="35431"/>
                </a:cubicBezTo>
                <a:cubicBezTo>
                  <a:pt x="791954" y="35476"/>
                  <a:pt x="793266" y="35498"/>
                  <a:pt x="794690" y="35498"/>
                </a:cubicBezTo>
                <a:cubicBezTo>
                  <a:pt x="796914" y="35498"/>
                  <a:pt x="799226" y="35476"/>
                  <a:pt x="801628" y="35431"/>
                </a:cubicBezTo>
                <a:cubicBezTo>
                  <a:pt x="804031" y="35386"/>
                  <a:pt x="806433" y="35364"/>
                  <a:pt x="808834" y="35364"/>
                </a:cubicBezTo>
                <a:cubicBezTo>
                  <a:pt x="808746" y="35897"/>
                  <a:pt x="808679" y="36432"/>
                  <a:pt x="808635" y="36966"/>
                </a:cubicBezTo>
                <a:cubicBezTo>
                  <a:pt x="808590" y="37500"/>
                  <a:pt x="808567" y="38033"/>
                  <a:pt x="808567" y="38567"/>
                </a:cubicBezTo>
                <a:cubicBezTo>
                  <a:pt x="808567" y="39100"/>
                  <a:pt x="808590" y="39634"/>
                  <a:pt x="808635" y="40167"/>
                </a:cubicBezTo>
                <a:cubicBezTo>
                  <a:pt x="808679" y="40701"/>
                  <a:pt x="808746" y="41235"/>
                  <a:pt x="808834" y="41770"/>
                </a:cubicBezTo>
                <a:lnTo>
                  <a:pt x="797091" y="41236"/>
                </a:lnTo>
                <a:lnTo>
                  <a:pt x="796692" y="41503"/>
                </a:lnTo>
                <a:moveTo>
                  <a:pt x="794556" y="114766"/>
                </a:moveTo>
                <a:cubicBezTo>
                  <a:pt x="794556" y="112186"/>
                  <a:pt x="794111" y="110073"/>
                  <a:pt x="793220" y="108427"/>
                </a:cubicBezTo>
                <a:cubicBezTo>
                  <a:pt x="792331" y="106782"/>
                  <a:pt x="791064" y="105514"/>
                  <a:pt x="789418" y="104624"/>
                </a:cubicBezTo>
                <a:cubicBezTo>
                  <a:pt x="787773" y="103734"/>
                  <a:pt x="785749" y="103134"/>
                  <a:pt x="783346" y="102821"/>
                </a:cubicBezTo>
                <a:cubicBezTo>
                  <a:pt x="780945" y="102511"/>
                  <a:pt x="778231" y="102355"/>
                  <a:pt x="775205" y="102355"/>
                </a:cubicBezTo>
                <a:cubicBezTo>
                  <a:pt x="770579" y="102355"/>
                  <a:pt x="767376" y="102800"/>
                  <a:pt x="765598" y="103689"/>
                </a:cubicBezTo>
                <a:cubicBezTo>
                  <a:pt x="764530" y="104224"/>
                  <a:pt x="763395" y="105514"/>
                  <a:pt x="762193" y="107560"/>
                </a:cubicBezTo>
                <a:cubicBezTo>
                  <a:pt x="760993" y="109606"/>
                  <a:pt x="760393" y="112186"/>
                  <a:pt x="760393" y="115300"/>
                </a:cubicBezTo>
                <a:cubicBezTo>
                  <a:pt x="760393" y="117880"/>
                  <a:pt x="760860" y="120127"/>
                  <a:pt x="761794" y="122040"/>
                </a:cubicBezTo>
                <a:cubicBezTo>
                  <a:pt x="762728" y="123952"/>
                  <a:pt x="763996" y="125531"/>
                  <a:pt x="765596" y="126776"/>
                </a:cubicBezTo>
                <a:cubicBezTo>
                  <a:pt x="767198" y="128022"/>
                  <a:pt x="769044" y="128979"/>
                  <a:pt x="771135" y="129645"/>
                </a:cubicBezTo>
                <a:cubicBezTo>
                  <a:pt x="773227" y="130313"/>
                  <a:pt x="775473" y="130647"/>
                  <a:pt x="777875" y="130647"/>
                </a:cubicBezTo>
                <a:cubicBezTo>
                  <a:pt x="780455" y="130647"/>
                  <a:pt x="782769" y="130224"/>
                  <a:pt x="784814" y="129378"/>
                </a:cubicBezTo>
                <a:cubicBezTo>
                  <a:pt x="786860" y="128533"/>
                  <a:pt x="788617" y="127376"/>
                  <a:pt x="790084" y="125909"/>
                </a:cubicBezTo>
                <a:cubicBezTo>
                  <a:pt x="791553" y="124441"/>
                  <a:pt x="792666" y="122751"/>
                  <a:pt x="793422" y="120838"/>
                </a:cubicBezTo>
                <a:cubicBezTo>
                  <a:pt x="794178" y="118926"/>
                  <a:pt x="794556" y="116902"/>
                  <a:pt x="794556" y="114766"/>
                </a:cubicBezTo>
                <a:close/>
                <a:moveTo>
                  <a:pt x="837261" y="52980"/>
                </a:moveTo>
                <a:cubicBezTo>
                  <a:pt x="839574" y="46841"/>
                  <a:pt x="842376" y="42326"/>
                  <a:pt x="845666" y="39434"/>
                </a:cubicBezTo>
                <a:cubicBezTo>
                  <a:pt x="848958" y="36543"/>
                  <a:pt x="852873" y="35097"/>
                  <a:pt x="857412" y="35097"/>
                </a:cubicBezTo>
                <a:cubicBezTo>
                  <a:pt x="857856" y="35097"/>
                  <a:pt x="858233" y="35120"/>
                  <a:pt x="858544" y="35164"/>
                </a:cubicBezTo>
                <a:cubicBezTo>
                  <a:pt x="858856" y="35208"/>
                  <a:pt x="859190" y="35229"/>
                  <a:pt x="859546" y="35229"/>
                </a:cubicBezTo>
                <a:cubicBezTo>
                  <a:pt x="859278" y="36564"/>
                  <a:pt x="859078" y="37988"/>
                  <a:pt x="858945" y="39502"/>
                </a:cubicBezTo>
                <a:cubicBezTo>
                  <a:pt x="858812" y="41014"/>
                  <a:pt x="858745" y="42793"/>
                  <a:pt x="858745" y="44839"/>
                </a:cubicBezTo>
                <a:lnTo>
                  <a:pt x="858745" y="49109"/>
                </a:lnTo>
                <a:cubicBezTo>
                  <a:pt x="858745" y="49820"/>
                  <a:pt x="858745" y="50576"/>
                  <a:pt x="858745" y="51377"/>
                </a:cubicBezTo>
                <a:cubicBezTo>
                  <a:pt x="858745" y="52178"/>
                  <a:pt x="858789" y="52934"/>
                  <a:pt x="858878" y="53646"/>
                </a:cubicBezTo>
                <a:lnTo>
                  <a:pt x="857678" y="54715"/>
                </a:lnTo>
                <a:cubicBezTo>
                  <a:pt x="856788" y="54180"/>
                  <a:pt x="855787" y="53734"/>
                  <a:pt x="854675" y="53379"/>
                </a:cubicBezTo>
                <a:cubicBezTo>
                  <a:pt x="853563" y="53023"/>
                  <a:pt x="852295" y="52845"/>
                  <a:pt x="850871" y="52845"/>
                </a:cubicBezTo>
                <a:cubicBezTo>
                  <a:pt x="846868" y="52845"/>
                  <a:pt x="843710" y="54158"/>
                  <a:pt x="841396" y="56783"/>
                </a:cubicBezTo>
                <a:cubicBezTo>
                  <a:pt x="839083" y="59407"/>
                  <a:pt x="837927" y="62499"/>
                  <a:pt x="837927" y="66057"/>
                </a:cubicBezTo>
                <a:lnTo>
                  <a:pt x="837927" y="71396"/>
                </a:lnTo>
                <a:cubicBezTo>
                  <a:pt x="837927" y="76822"/>
                  <a:pt x="837993" y="81937"/>
                  <a:pt x="838126" y="86741"/>
                </a:cubicBezTo>
                <a:cubicBezTo>
                  <a:pt x="838261" y="91545"/>
                  <a:pt x="838550" y="96172"/>
                  <a:pt x="838996" y="100620"/>
                </a:cubicBezTo>
                <a:cubicBezTo>
                  <a:pt x="837839" y="100442"/>
                  <a:pt x="836393" y="100353"/>
                  <a:pt x="834658" y="100353"/>
                </a:cubicBezTo>
                <a:cubicBezTo>
                  <a:pt x="832923" y="100353"/>
                  <a:pt x="831032" y="100353"/>
                  <a:pt x="828985" y="100353"/>
                </a:cubicBezTo>
                <a:cubicBezTo>
                  <a:pt x="826940" y="100353"/>
                  <a:pt x="825072" y="100353"/>
                  <a:pt x="823381" y="100353"/>
                </a:cubicBezTo>
                <a:cubicBezTo>
                  <a:pt x="821691" y="100353"/>
                  <a:pt x="820223" y="100442"/>
                  <a:pt x="818977" y="100620"/>
                </a:cubicBezTo>
                <a:cubicBezTo>
                  <a:pt x="819422" y="96172"/>
                  <a:pt x="819711" y="91545"/>
                  <a:pt x="819844" y="86741"/>
                </a:cubicBezTo>
                <a:cubicBezTo>
                  <a:pt x="819978" y="81937"/>
                  <a:pt x="820044" y="76822"/>
                  <a:pt x="820044" y="71396"/>
                </a:cubicBezTo>
                <a:lnTo>
                  <a:pt x="820044" y="66057"/>
                </a:lnTo>
                <a:cubicBezTo>
                  <a:pt x="820044" y="60631"/>
                  <a:pt x="819978" y="55538"/>
                  <a:pt x="819844" y="50778"/>
                </a:cubicBezTo>
                <a:cubicBezTo>
                  <a:pt x="819711" y="46018"/>
                  <a:pt x="819422" y="41235"/>
                  <a:pt x="818977" y="36431"/>
                </a:cubicBezTo>
                <a:cubicBezTo>
                  <a:pt x="820489" y="36609"/>
                  <a:pt x="822024" y="36765"/>
                  <a:pt x="823581" y="36899"/>
                </a:cubicBezTo>
                <a:cubicBezTo>
                  <a:pt x="825138" y="37032"/>
                  <a:pt x="826673" y="37099"/>
                  <a:pt x="828185" y="37099"/>
                </a:cubicBezTo>
                <a:cubicBezTo>
                  <a:pt x="829697" y="37099"/>
                  <a:pt x="831232" y="37032"/>
                  <a:pt x="832789" y="36899"/>
                </a:cubicBezTo>
                <a:cubicBezTo>
                  <a:pt x="834346" y="36765"/>
                  <a:pt x="835881" y="36609"/>
                  <a:pt x="837393" y="36431"/>
                </a:cubicBezTo>
                <a:lnTo>
                  <a:pt x="836994" y="52713"/>
                </a:lnTo>
                <a:lnTo>
                  <a:pt x="837261" y="52980"/>
                </a:lnTo>
                <a:close/>
                <a:moveTo>
                  <a:pt x="887036" y="68726"/>
                </a:moveTo>
                <a:cubicBezTo>
                  <a:pt x="887036" y="72284"/>
                  <a:pt x="887392" y="75620"/>
                  <a:pt x="888103" y="78734"/>
                </a:cubicBezTo>
                <a:cubicBezTo>
                  <a:pt x="888816" y="81849"/>
                  <a:pt x="889906" y="84540"/>
                  <a:pt x="891374" y="86808"/>
                </a:cubicBezTo>
                <a:cubicBezTo>
                  <a:pt x="892841" y="89077"/>
                  <a:pt x="894709" y="90856"/>
                  <a:pt x="896977" y="92147"/>
                </a:cubicBezTo>
                <a:cubicBezTo>
                  <a:pt x="899247" y="93437"/>
                  <a:pt x="901894" y="94082"/>
                  <a:pt x="904919" y="94082"/>
                </a:cubicBezTo>
                <a:cubicBezTo>
                  <a:pt x="911057" y="94082"/>
                  <a:pt x="916529" y="92080"/>
                  <a:pt x="921333" y="88077"/>
                </a:cubicBezTo>
                <a:lnTo>
                  <a:pt x="922934" y="89278"/>
                </a:lnTo>
                <a:lnTo>
                  <a:pt x="919997" y="96751"/>
                </a:lnTo>
                <a:cubicBezTo>
                  <a:pt x="917774" y="98441"/>
                  <a:pt x="915105" y="99798"/>
                  <a:pt x="911991" y="100820"/>
                </a:cubicBezTo>
                <a:cubicBezTo>
                  <a:pt x="908877" y="101843"/>
                  <a:pt x="904784" y="102355"/>
                  <a:pt x="899714" y="102355"/>
                </a:cubicBezTo>
                <a:cubicBezTo>
                  <a:pt x="895355" y="102355"/>
                  <a:pt x="891218" y="101754"/>
                  <a:pt x="887303" y="100553"/>
                </a:cubicBezTo>
                <a:cubicBezTo>
                  <a:pt x="883389" y="99353"/>
                  <a:pt x="879942" y="97374"/>
                  <a:pt x="876961" y="94615"/>
                </a:cubicBezTo>
                <a:cubicBezTo>
                  <a:pt x="873981" y="91857"/>
                  <a:pt x="871624" y="88365"/>
                  <a:pt x="869889" y="84139"/>
                </a:cubicBezTo>
                <a:cubicBezTo>
                  <a:pt x="868154" y="79913"/>
                  <a:pt x="867286" y="74864"/>
                  <a:pt x="867286" y="68993"/>
                </a:cubicBezTo>
                <a:cubicBezTo>
                  <a:pt x="867286" y="63210"/>
                  <a:pt x="868064" y="58184"/>
                  <a:pt x="869620" y="53914"/>
                </a:cubicBezTo>
                <a:cubicBezTo>
                  <a:pt x="871177" y="49644"/>
                  <a:pt x="873335" y="46085"/>
                  <a:pt x="876093" y="43238"/>
                </a:cubicBezTo>
                <a:cubicBezTo>
                  <a:pt x="878852" y="40390"/>
                  <a:pt x="882121" y="38255"/>
                  <a:pt x="885902" y="36832"/>
                </a:cubicBezTo>
                <a:cubicBezTo>
                  <a:pt x="889683" y="35408"/>
                  <a:pt x="893797" y="34696"/>
                  <a:pt x="898246" y="34696"/>
                </a:cubicBezTo>
                <a:cubicBezTo>
                  <a:pt x="907053" y="34696"/>
                  <a:pt x="913792" y="37276"/>
                  <a:pt x="918462" y="42436"/>
                </a:cubicBezTo>
                <a:cubicBezTo>
                  <a:pt x="923133" y="47596"/>
                  <a:pt x="925469" y="54891"/>
                  <a:pt x="925469" y="64322"/>
                </a:cubicBezTo>
                <a:lnTo>
                  <a:pt x="925469" y="67126"/>
                </a:lnTo>
                <a:cubicBezTo>
                  <a:pt x="925469" y="67925"/>
                  <a:pt x="925425" y="68459"/>
                  <a:pt x="925336" y="68726"/>
                </a:cubicBezTo>
                <a:lnTo>
                  <a:pt x="887036" y="68726"/>
                </a:lnTo>
                <a:moveTo>
                  <a:pt x="907588" y="62721"/>
                </a:moveTo>
                <a:cubicBezTo>
                  <a:pt x="907409" y="56049"/>
                  <a:pt x="906586" y="50711"/>
                  <a:pt x="905118" y="46708"/>
                </a:cubicBezTo>
                <a:cubicBezTo>
                  <a:pt x="903651" y="42703"/>
                  <a:pt x="901182" y="40701"/>
                  <a:pt x="897712" y="40701"/>
                </a:cubicBezTo>
                <a:cubicBezTo>
                  <a:pt x="895755" y="40701"/>
                  <a:pt x="894109" y="41368"/>
                  <a:pt x="892774" y="42703"/>
                </a:cubicBezTo>
                <a:cubicBezTo>
                  <a:pt x="891440" y="44037"/>
                  <a:pt x="890372" y="45750"/>
                  <a:pt x="889571" y="47842"/>
                </a:cubicBezTo>
                <a:cubicBezTo>
                  <a:pt x="888771" y="49933"/>
                  <a:pt x="888170" y="52290"/>
                  <a:pt x="887769" y="54914"/>
                </a:cubicBezTo>
                <a:cubicBezTo>
                  <a:pt x="887370" y="57538"/>
                  <a:pt x="887126" y="60141"/>
                  <a:pt x="887036" y="62721"/>
                </a:cubicBezTo>
                <a:lnTo>
                  <a:pt x="907588" y="62721"/>
                </a:lnTo>
                <a:close/>
                <a:moveTo>
                  <a:pt x="953761" y="68726"/>
                </a:moveTo>
                <a:cubicBezTo>
                  <a:pt x="953761" y="72284"/>
                  <a:pt x="954116" y="75620"/>
                  <a:pt x="954828" y="78734"/>
                </a:cubicBezTo>
                <a:cubicBezTo>
                  <a:pt x="955540" y="81849"/>
                  <a:pt x="956630" y="84540"/>
                  <a:pt x="958098" y="86808"/>
                </a:cubicBezTo>
                <a:cubicBezTo>
                  <a:pt x="959565" y="89077"/>
                  <a:pt x="961433" y="90856"/>
                  <a:pt x="963702" y="92147"/>
                </a:cubicBezTo>
                <a:cubicBezTo>
                  <a:pt x="965971" y="93437"/>
                  <a:pt x="968619" y="94082"/>
                  <a:pt x="971643" y="94082"/>
                </a:cubicBezTo>
                <a:cubicBezTo>
                  <a:pt x="977782" y="94082"/>
                  <a:pt x="983253" y="92080"/>
                  <a:pt x="988058" y="88077"/>
                </a:cubicBezTo>
                <a:lnTo>
                  <a:pt x="989658" y="89278"/>
                </a:lnTo>
                <a:lnTo>
                  <a:pt x="986722" y="96751"/>
                </a:lnTo>
                <a:cubicBezTo>
                  <a:pt x="984498" y="98441"/>
                  <a:pt x="981829" y="99798"/>
                  <a:pt x="978715" y="100820"/>
                </a:cubicBezTo>
                <a:cubicBezTo>
                  <a:pt x="975601" y="101843"/>
                  <a:pt x="971509" y="102355"/>
                  <a:pt x="966438" y="102355"/>
                </a:cubicBezTo>
                <a:cubicBezTo>
                  <a:pt x="962079" y="102355"/>
                  <a:pt x="957942" y="101754"/>
                  <a:pt x="954027" y="100553"/>
                </a:cubicBezTo>
                <a:cubicBezTo>
                  <a:pt x="950114" y="99353"/>
                  <a:pt x="946666" y="97374"/>
                  <a:pt x="943685" y="94615"/>
                </a:cubicBezTo>
                <a:cubicBezTo>
                  <a:pt x="940705" y="91857"/>
                  <a:pt x="938348" y="88365"/>
                  <a:pt x="936613" y="84139"/>
                </a:cubicBezTo>
                <a:cubicBezTo>
                  <a:pt x="934878" y="79913"/>
                  <a:pt x="934011" y="74864"/>
                  <a:pt x="934011" y="68993"/>
                </a:cubicBezTo>
                <a:cubicBezTo>
                  <a:pt x="934011" y="63210"/>
                  <a:pt x="934789" y="58184"/>
                  <a:pt x="936344" y="53914"/>
                </a:cubicBezTo>
                <a:cubicBezTo>
                  <a:pt x="937901" y="49644"/>
                  <a:pt x="940059" y="46085"/>
                  <a:pt x="942818" y="43238"/>
                </a:cubicBezTo>
                <a:cubicBezTo>
                  <a:pt x="945576" y="40390"/>
                  <a:pt x="948846" y="38255"/>
                  <a:pt x="952626" y="36832"/>
                </a:cubicBezTo>
                <a:cubicBezTo>
                  <a:pt x="956407" y="35408"/>
                  <a:pt x="960522" y="34696"/>
                  <a:pt x="964970" y="34696"/>
                </a:cubicBezTo>
                <a:cubicBezTo>
                  <a:pt x="973778" y="34696"/>
                  <a:pt x="980517" y="37276"/>
                  <a:pt x="985186" y="42436"/>
                </a:cubicBezTo>
                <a:cubicBezTo>
                  <a:pt x="989858" y="47596"/>
                  <a:pt x="992193" y="54891"/>
                  <a:pt x="992193" y="64322"/>
                </a:cubicBezTo>
                <a:lnTo>
                  <a:pt x="992193" y="67126"/>
                </a:lnTo>
                <a:cubicBezTo>
                  <a:pt x="992193" y="67925"/>
                  <a:pt x="992149" y="68459"/>
                  <a:pt x="992061" y="68726"/>
                </a:cubicBezTo>
                <a:lnTo>
                  <a:pt x="953761" y="68726"/>
                </a:lnTo>
                <a:moveTo>
                  <a:pt x="974313" y="62721"/>
                </a:moveTo>
                <a:cubicBezTo>
                  <a:pt x="974133" y="56049"/>
                  <a:pt x="973310" y="50711"/>
                  <a:pt x="971843" y="46708"/>
                </a:cubicBezTo>
                <a:cubicBezTo>
                  <a:pt x="970375" y="42703"/>
                  <a:pt x="967907" y="40701"/>
                  <a:pt x="964437" y="40701"/>
                </a:cubicBezTo>
                <a:cubicBezTo>
                  <a:pt x="962479" y="40701"/>
                  <a:pt x="960833" y="41368"/>
                  <a:pt x="959499" y="42703"/>
                </a:cubicBezTo>
                <a:cubicBezTo>
                  <a:pt x="958164" y="44037"/>
                  <a:pt x="957097" y="45750"/>
                  <a:pt x="956296" y="47842"/>
                </a:cubicBezTo>
                <a:cubicBezTo>
                  <a:pt x="955495" y="49933"/>
                  <a:pt x="954894" y="52290"/>
                  <a:pt x="954494" y="54914"/>
                </a:cubicBezTo>
                <a:cubicBezTo>
                  <a:pt x="954095" y="57538"/>
                  <a:pt x="953850" y="60141"/>
                  <a:pt x="953761" y="62721"/>
                </a:cubicBezTo>
                <a:lnTo>
                  <a:pt x="974313" y="62721"/>
                </a:lnTo>
                <a:close/>
              </a:path>
            </a:pathLst>
          </a:custGeom>
          <a:solidFill xmlns:a="http://schemas.openxmlformats.org/drawingml/2006/main">
            <a:srgbClr val="D253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,">
            <a:extLst xmlns:a="http://schemas.openxmlformats.org/drawingml/2006/main">
              <a:ext uri="{FF2B5EF4-FFF2-40B4-BE49-F238E27FC236}">
                <a16:creationId xmlns:a16="http://schemas.microsoft.com/office/drawing/2014/main" id="{DFB09A69-243C-45DE-863C-CD8B5662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969" y="2296431"/>
            <a:ext cx="21086" cy="38033"/>
          </a:xfrm>
          <a:custGeom xmlns:a="http://schemas.openxmlformats.org/drawingml/2006/main">
            <a:pathLst>
              <a:path w="21086" h="38033">
                <a:moveTo>
                  <a:pt x="10275" y="5072"/>
                </a:moveTo>
                <a:cubicBezTo>
                  <a:pt x="10631" y="3916"/>
                  <a:pt x="11253" y="2782"/>
                  <a:pt x="12142" y="1670"/>
                </a:cubicBezTo>
                <a:cubicBezTo>
                  <a:pt x="13033" y="557"/>
                  <a:pt x="14368" y="0"/>
                  <a:pt x="16148" y="0"/>
                </a:cubicBezTo>
                <a:cubicBezTo>
                  <a:pt x="17215" y="0"/>
                  <a:pt x="18304" y="356"/>
                  <a:pt x="19416" y="1069"/>
                </a:cubicBezTo>
                <a:cubicBezTo>
                  <a:pt x="20529" y="1780"/>
                  <a:pt x="21086" y="2937"/>
                  <a:pt x="21086" y="4539"/>
                </a:cubicBezTo>
                <a:cubicBezTo>
                  <a:pt x="21086" y="5606"/>
                  <a:pt x="20863" y="6585"/>
                  <a:pt x="20418" y="7475"/>
                </a:cubicBezTo>
                <a:cubicBezTo>
                  <a:pt x="19972" y="8364"/>
                  <a:pt x="19528" y="9253"/>
                  <a:pt x="19084" y="10143"/>
                </a:cubicBezTo>
                <a:lnTo>
                  <a:pt x="2403" y="38033"/>
                </a:lnTo>
                <a:lnTo>
                  <a:pt x="0" y="37099"/>
                </a:lnTo>
                <a:lnTo>
                  <a:pt x="10275" y="50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2:Agree">
            <a:extLst xmlns:a="http://schemas.openxmlformats.org/drawingml/2006/main">
              <a:ext uri="{FF2B5EF4-FFF2-40B4-BE49-F238E27FC236}">
                <a16:creationId xmlns:a16="http://schemas.microsoft.com/office/drawing/2014/main" id="{E4FA2549-9942-46DC-9368-4CBC1131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68" y="2413218"/>
            <a:ext cx="474944" cy="127845"/>
          </a:xfrm>
          <a:custGeom xmlns:a="http://schemas.openxmlformats.org/drawingml/2006/main">
            <a:pathLst>
              <a:path w="474944" h="127845">
                <a:moveTo>
                  <a:pt x="134" y="86743"/>
                </a:moveTo>
                <a:cubicBezTo>
                  <a:pt x="6984" y="80515"/>
                  <a:pt x="12812" y="74754"/>
                  <a:pt x="17616" y="69461"/>
                </a:cubicBezTo>
                <a:cubicBezTo>
                  <a:pt x="22420" y="64167"/>
                  <a:pt x="26334" y="59162"/>
                  <a:pt x="29359" y="54448"/>
                </a:cubicBezTo>
                <a:cubicBezTo>
                  <a:pt x="32383" y="49732"/>
                  <a:pt x="34563" y="45194"/>
                  <a:pt x="35897" y="40835"/>
                </a:cubicBezTo>
                <a:cubicBezTo>
                  <a:pt x="37232" y="36476"/>
                  <a:pt x="37899" y="32117"/>
                  <a:pt x="37899" y="27758"/>
                </a:cubicBezTo>
                <a:cubicBezTo>
                  <a:pt x="37899" y="24111"/>
                  <a:pt x="37521" y="21064"/>
                  <a:pt x="36765" y="18618"/>
                </a:cubicBezTo>
                <a:cubicBezTo>
                  <a:pt x="36009" y="16170"/>
                  <a:pt x="34986" y="14190"/>
                  <a:pt x="33696" y="12678"/>
                </a:cubicBezTo>
                <a:cubicBezTo>
                  <a:pt x="32407" y="11166"/>
                  <a:pt x="30961" y="10076"/>
                  <a:pt x="29359" y="9410"/>
                </a:cubicBezTo>
                <a:cubicBezTo>
                  <a:pt x="27757" y="8742"/>
                  <a:pt x="26111" y="8408"/>
                  <a:pt x="24421" y="8408"/>
                </a:cubicBezTo>
                <a:cubicBezTo>
                  <a:pt x="21930" y="8408"/>
                  <a:pt x="19861" y="9097"/>
                  <a:pt x="18214" y="10477"/>
                </a:cubicBezTo>
                <a:cubicBezTo>
                  <a:pt x="16569" y="11856"/>
                  <a:pt x="15257" y="13547"/>
                  <a:pt x="14278" y="15549"/>
                </a:cubicBezTo>
                <a:cubicBezTo>
                  <a:pt x="13300" y="17550"/>
                  <a:pt x="12632" y="19662"/>
                  <a:pt x="12277" y="21886"/>
                </a:cubicBezTo>
                <a:cubicBezTo>
                  <a:pt x="11921" y="24109"/>
                  <a:pt x="11743" y="26111"/>
                  <a:pt x="11743" y="27891"/>
                </a:cubicBezTo>
                <a:lnTo>
                  <a:pt x="10409" y="28292"/>
                </a:lnTo>
                <a:cubicBezTo>
                  <a:pt x="8630" y="26602"/>
                  <a:pt x="6895" y="25067"/>
                  <a:pt x="5205" y="23688"/>
                </a:cubicBezTo>
                <a:cubicBezTo>
                  <a:pt x="3515" y="22309"/>
                  <a:pt x="1780" y="20907"/>
                  <a:pt x="0" y="19483"/>
                </a:cubicBezTo>
                <a:cubicBezTo>
                  <a:pt x="1602" y="14679"/>
                  <a:pt x="4671" y="10631"/>
                  <a:pt x="9208" y="7341"/>
                </a:cubicBezTo>
                <a:cubicBezTo>
                  <a:pt x="13745" y="4049"/>
                  <a:pt x="19928" y="2403"/>
                  <a:pt x="27756" y="2403"/>
                </a:cubicBezTo>
                <a:cubicBezTo>
                  <a:pt x="33895" y="2403"/>
                  <a:pt x="38988" y="3115"/>
                  <a:pt x="43037" y="4539"/>
                </a:cubicBezTo>
                <a:cubicBezTo>
                  <a:pt x="47085" y="5962"/>
                  <a:pt x="50288" y="7807"/>
                  <a:pt x="52646" y="10075"/>
                </a:cubicBezTo>
                <a:cubicBezTo>
                  <a:pt x="55004" y="12344"/>
                  <a:pt x="56650" y="14835"/>
                  <a:pt x="57584" y="17549"/>
                </a:cubicBezTo>
                <a:cubicBezTo>
                  <a:pt x="58518" y="20262"/>
                  <a:pt x="58985" y="22909"/>
                  <a:pt x="58985" y="25490"/>
                </a:cubicBezTo>
                <a:cubicBezTo>
                  <a:pt x="58985" y="28425"/>
                  <a:pt x="58450" y="31472"/>
                  <a:pt x="57382" y="34631"/>
                </a:cubicBezTo>
                <a:cubicBezTo>
                  <a:pt x="56315" y="37788"/>
                  <a:pt x="54380" y="41347"/>
                  <a:pt x="51577" y="45307"/>
                </a:cubicBezTo>
                <a:cubicBezTo>
                  <a:pt x="48775" y="49266"/>
                  <a:pt x="44905" y="53736"/>
                  <a:pt x="39968" y="58718"/>
                </a:cubicBezTo>
                <a:cubicBezTo>
                  <a:pt x="35031" y="63700"/>
                  <a:pt x="28692" y="69483"/>
                  <a:pt x="20951" y="76067"/>
                </a:cubicBezTo>
                <a:lnTo>
                  <a:pt x="21086" y="76334"/>
                </a:lnTo>
                <a:cubicBezTo>
                  <a:pt x="27490" y="76244"/>
                  <a:pt x="33784" y="76155"/>
                  <a:pt x="39968" y="76067"/>
                </a:cubicBezTo>
                <a:cubicBezTo>
                  <a:pt x="46151" y="75977"/>
                  <a:pt x="52445" y="75710"/>
                  <a:pt x="58850" y="75265"/>
                </a:cubicBezTo>
                <a:cubicBezTo>
                  <a:pt x="58762" y="76778"/>
                  <a:pt x="58651" y="78225"/>
                  <a:pt x="58516" y="79604"/>
                </a:cubicBezTo>
                <a:cubicBezTo>
                  <a:pt x="58383" y="80982"/>
                  <a:pt x="58317" y="82427"/>
                  <a:pt x="58317" y="83939"/>
                </a:cubicBezTo>
                <a:cubicBezTo>
                  <a:pt x="58317" y="85451"/>
                  <a:pt x="58383" y="86920"/>
                  <a:pt x="58516" y="88344"/>
                </a:cubicBezTo>
                <a:cubicBezTo>
                  <a:pt x="58651" y="89768"/>
                  <a:pt x="58762" y="91102"/>
                  <a:pt x="58850" y="92347"/>
                </a:cubicBezTo>
                <a:cubicBezTo>
                  <a:pt x="53780" y="92169"/>
                  <a:pt x="48798" y="92080"/>
                  <a:pt x="43904" y="92080"/>
                </a:cubicBezTo>
                <a:cubicBezTo>
                  <a:pt x="39012" y="92080"/>
                  <a:pt x="34029" y="92080"/>
                  <a:pt x="28958" y="92080"/>
                </a:cubicBezTo>
                <a:cubicBezTo>
                  <a:pt x="24154" y="92080"/>
                  <a:pt x="19349" y="92080"/>
                  <a:pt x="14545" y="92080"/>
                </a:cubicBezTo>
                <a:cubicBezTo>
                  <a:pt x="9741" y="92080"/>
                  <a:pt x="4937" y="92169"/>
                  <a:pt x="134" y="92347"/>
                </a:cubicBezTo>
                <a:lnTo>
                  <a:pt x="134" y="86743"/>
                </a:lnTo>
                <a:close/>
                <a:moveTo>
                  <a:pt x="76334" y="39768"/>
                </a:moveTo>
                <a:cubicBezTo>
                  <a:pt x="76334" y="36744"/>
                  <a:pt x="77401" y="34164"/>
                  <a:pt x="79535" y="32028"/>
                </a:cubicBezTo>
                <a:cubicBezTo>
                  <a:pt x="81670" y="29893"/>
                  <a:pt x="84251" y="28825"/>
                  <a:pt x="87277" y="28825"/>
                </a:cubicBezTo>
                <a:cubicBezTo>
                  <a:pt x="90301" y="28825"/>
                  <a:pt x="92880" y="29893"/>
                  <a:pt x="95014" y="32028"/>
                </a:cubicBezTo>
                <a:cubicBezTo>
                  <a:pt x="97150" y="34164"/>
                  <a:pt x="98217" y="36744"/>
                  <a:pt x="98217" y="39768"/>
                </a:cubicBezTo>
                <a:cubicBezTo>
                  <a:pt x="98217" y="42793"/>
                  <a:pt x="97150" y="45373"/>
                  <a:pt x="95014" y="47508"/>
                </a:cubicBezTo>
                <a:cubicBezTo>
                  <a:pt x="92880" y="49644"/>
                  <a:pt x="90301" y="50711"/>
                  <a:pt x="87277" y="50711"/>
                </a:cubicBezTo>
                <a:cubicBezTo>
                  <a:pt x="84251" y="50711"/>
                  <a:pt x="81670" y="49644"/>
                  <a:pt x="79535" y="47508"/>
                </a:cubicBezTo>
                <a:cubicBezTo>
                  <a:pt x="77401" y="45373"/>
                  <a:pt x="76334" y="42793"/>
                  <a:pt x="76334" y="39768"/>
                </a:cubicBezTo>
                <a:moveTo>
                  <a:pt x="76334" y="83540"/>
                </a:moveTo>
                <a:cubicBezTo>
                  <a:pt x="76334" y="80514"/>
                  <a:pt x="77401" y="77934"/>
                  <a:pt x="79535" y="75800"/>
                </a:cubicBezTo>
                <a:cubicBezTo>
                  <a:pt x="81670" y="73665"/>
                  <a:pt x="84251" y="72597"/>
                  <a:pt x="87277" y="72597"/>
                </a:cubicBezTo>
                <a:cubicBezTo>
                  <a:pt x="90301" y="72597"/>
                  <a:pt x="92880" y="73665"/>
                  <a:pt x="95014" y="75800"/>
                </a:cubicBezTo>
                <a:cubicBezTo>
                  <a:pt x="97150" y="77934"/>
                  <a:pt x="98217" y="80514"/>
                  <a:pt x="98217" y="83540"/>
                </a:cubicBezTo>
                <a:cubicBezTo>
                  <a:pt x="98217" y="86565"/>
                  <a:pt x="97150" y="89078"/>
                  <a:pt x="95014" y="91080"/>
                </a:cubicBezTo>
                <a:cubicBezTo>
                  <a:pt x="92880" y="93081"/>
                  <a:pt x="90301" y="94082"/>
                  <a:pt x="87277" y="94082"/>
                </a:cubicBezTo>
                <a:cubicBezTo>
                  <a:pt x="84251" y="94082"/>
                  <a:pt x="81670" y="93081"/>
                  <a:pt x="79535" y="91080"/>
                </a:cubicBezTo>
                <a:cubicBezTo>
                  <a:pt x="77401" y="89078"/>
                  <a:pt x="76334" y="86565"/>
                  <a:pt x="76334" y="83540"/>
                </a:cubicBezTo>
                <a:close/>
                <a:moveTo>
                  <a:pt x="177887" y="25757"/>
                </a:moveTo>
                <a:cubicBezTo>
                  <a:pt x="175573" y="31095"/>
                  <a:pt x="173394" y="36366"/>
                  <a:pt x="171348" y="41570"/>
                </a:cubicBezTo>
                <a:cubicBezTo>
                  <a:pt x="169302" y="46774"/>
                  <a:pt x="167301" y="52089"/>
                  <a:pt x="165343" y="57516"/>
                </a:cubicBezTo>
                <a:lnTo>
                  <a:pt x="189764" y="57516"/>
                </a:lnTo>
                <a:cubicBezTo>
                  <a:pt x="187807" y="52089"/>
                  <a:pt x="185871" y="46774"/>
                  <a:pt x="183959" y="41570"/>
                </a:cubicBezTo>
                <a:cubicBezTo>
                  <a:pt x="182046" y="36366"/>
                  <a:pt x="180022" y="31095"/>
                  <a:pt x="177887" y="25757"/>
                </a:cubicBezTo>
                <a:moveTo>
                  <a:pt x="225128" y="92347"/>
                </a:moveTo>
                <a:cubicBezTo>
                  <a:pt x="222993" y="92169"/>
                  <a:pt x="220969" y="92080"/>
                  <a:pt x="219056" y="92080"/>
                </a:cubicBezTo>
                <a:cubicBezTo>
                  <a:pt x="217143" y="92080"/>
                  <a:pt x="215253" y="92080"/>
                  <a:pt x="213385" y="92080"/>
                </a:cubicBezTo>
                <a:cubicBezTo>
                  <a:pt x="211517" y="92080"/>
                  <a:pt x="209627" y="92080"/>
                  <a:pt x="207714" y="92080"/>
                </a:cubicBezTo>
                <a:cubicBezTo>
                  <a:pt x="205801" y="92080"/>
                  <a:pt x="203910" y="92169"/>
                  <a:pt x="202041" y="92347"/>
                </a:cubicBezTo>
                <a:cubicBezTo>
                  <a:pt x="200618" y="87988"/>
                  <a:pt x="199150" y="83540"/>
                  <a:pt x="197636" y="79003"/>
                </a:cubicBezTo>
                <a:cubicBezTo>
                  <a:pt x="196124" y="74465"/>
                  <a:pt x="194523" y="69928"/>
                  <a:pt x="192833" y="65391"/>
                </a:cubicBezTo>
                <a:cubicBezTo>
                  <a:pt x="189986" y="65301"/>
                  <a:pt x="187139" y="65235"/>
                  <a:pt x="184293" y="65191"/>
                </a:cubicBezTo>
                <a:cubicBezTo>
                  <a:pt x="181446" y="65146"/>
                  <a:pt x="178599" y="65124"/>
                  <a:pt x="175753" y="65124"/>
                </a:cubicBezTo>
                <a:cubicBezTo>
                  <a:pt x="173439" y="65124"/>
                  <a:pt x="171126" y="65146"/>
                  <a:pt x="168813" y="65191"/>
                </a:cubicBezTo>
                <a:cubicBezTo>
                  <a:pt x="166500" y="65235"/>
                  <a:pt x="164187" y="65301"/>
                  <a:pt x="161873" y="65391"/>
                </a:cubicBezTo>
                <a:cubicBezTo>
                  <a:pt x="160094" y="69928"/>
                  <a:pt x="158448" y="74465"/>
                  <a:pt x="156935" y="79003"/>
                </a:cubicBezTo>
                <a:cubicBezTo>
                  <a:pt x="155423" y="83540"/>
                  <a:pt x="154044" y="87988"/>
                  <a:pt x="152798" y="92347"/>
                </a:cubicBezTo>
                <a:cubicBezTo>
                  <a:pt x="151731" y="92169"/>
                  <a:pt x="150685" y="92080"/>
                  <a:pt x="149662" y="92080"/>
                </a:cubicBezTo>
                <a:cubicBezTo>
                  <a:pt x="148640" y="92080"/>
                  <a:pt x="147594" y="92080"/>
                  <a:pt x="146526" y="92080"/>
                </a:cubicBezTo>
                <a:cubicBezTo>
                  <a:pt x="145459" y="92080"/>
                  <a:pt x="144391" y="92080"/>
                  <a:pt x="143323" y="92080"/>
                </a:cubicBezTo>
                <a:cubicBezTo>
                  <a:pt x="142256" y="92080"/>
                  <a:pt x="141100" y="92169"/>
                  <a:pt x="139855" y="92347"/>
                </a:cubicBezTo>
                <a:cubicBezTo>
                  <a:pt x="140922" y="90034"/>
                  <a:pt x="142345" y="86831"/>
                  <a:pt x="144123" y="82740"/>
                </a:cubicBezTo>
                <a:cubicBezTo>
                  <a:pt x="145903" y="78647"/>
                  <a:pt x="147860" y="74020"/>
                  <a:pt x="149996" y="68861"/>
                </a:cubicBezTo>
                <a:cubicBezTo>
                  <a:pt x="152131" y="63701"/>
                  <a:pt x="154422" y="58163"/>
                  <a:pt x="156868" y="52247"/>
                </a:cubicBezTo>
                <a:cubicBezTo>
                  <a:pt x="159316" y="46329"/>
                  <a:pt x="161763" y="40346"/>
                  <a:pt x="164209" y="34297"/>
                </a:cubicBezTo>
                <a:cubicBezTo>
                  <a:pt x="166655" y="28246"/>
                  <a:pt x="169057" y="22286"/>
                  <a:pt x="171413" y="16414"/>
                </a:cubicBezTo>
                <a:cubicBezTo>
                  <a:pt x="173771" y="10543"/>
                  <a:pt x="175929" y="5072"/>
                  <a:pt x="177887" y="0"/>
                </a:cubicBezTo>
                <a:cubicBezTo>
                  <a:pt x="178777" y="178"/>
                  <a:pt x="179622" y="334"/>
                  <a:pt x="180422" y="468"/>
                </a:cubicBezTo>
                <a:cubicBezTo>
                  <a:pt x="181223" y="601"/>
                  <a:pt x="182068" y="668"/>
                  <a:pt x="182959" y="668"/>
                </a:cubicBezTo>
                <a:cubicBezTo>
                  <a:pt x="183848" y="668"/>
                  <a:pt x="184693" y="601"/>
                  <a:pt x="185494" y="468"/>
                </a:cubicBezTo>
                <a:cubicBezTo>
                  <a:pt x="186295" y="334"/>
                  <a:pt x="187140" y="178"/>
                  <a:pt x="188029" y="0"/>
                </a:cubicBezTo>
                <a:cubicBezTo>
                  <a:pt x="190876" y="7563"/>
                  <a:pt x="193923" y="15659"/>
                  <a:pt x="197170" y="24289"/>
                </a:cubicBezTo>
                <a:cubicBezTo>
                  <a:pt x="200417" y="32918"/>
                  <a:pt x="203687" y="41393"/>
                  <a:pt x="206979" y="49711"/>
                </a:cubicBezTo>
                <a:cubicBezTo>
                  <a:pt x="210271" y="58029"/>
                  <a:pt x="213473" y="65924"/>
                  <a:pt x="216586" y="73397"/>
                </a:cubicBezTo>
                <a:cubicBezTo>
                  <a:pt x="219700" y="80870"/>
                  <a:pt x="222547" y="87187"/>
                  <a:pt x="225128" y="92347"/>
                </a:cubicBezTo>
                <a:close/>
                <a:moveTo>
                  <a:pt x="259558" y="31894"/>
                </a:moveTo>
                <a:cubicBezTo>
                  <a:pt x="253508" y="31894"/>
                  <a:pt x="250483" y="37766"/>
                  <a:pt x="250483" y="49510"/>
                </a:cubicBezTo>
                <a:cubicBezTo>
                  <a:pt x="250483" y="52446"/>
                  <a:pt x="250750" y="54915"/>
                  <a:pt x="251283" y="56918"/>
                </a:cubicBezTo>
                <a:cubicBezTo>
                  <a:pt x="251818" y="58919"/>
                  <a:pt x="252508" y="60542"/>
                  <a:pt x="253352" y="61789"/>
                </a:cubicBezTo>
                <a:cubicBezTo>
                  <a:pt x="254198" y="63033"/>
                  <a:pt x="255132" y="63923"/>
                  <a:pt x="256154" y="64456"/>
                </a:cubicBezTo>
                <a:cubicBezTo>
                  <a:pt x="257177" y="64990"/>
                  <a:pt x="258223" y="65256"/>
                  <a:pt x="259292" y="65256"/>
                </a:cubicBezTo>
                <a:cubicBezTo>
                  <a:pt x="262227" y="65256"/>
                  <a:pt x="264406" y="63967"/>
                  <a:pt x="265830" y="61387"/>
                </a:cubicBezTo>
                <a:cubicBezTo>
                  <a:pt x="267254" y="58807"/>
                  <a:pt x="267966" y="54447"/>
                  <a:pt x="267966" y="48308"/>
                </a:cubicBezTo>
                <a:cubicBezTo>
                  <a:pt x="267966" y="42259"/>
                  <a:pt x="267165" y="38012"/>
                  <a:pt x="265563" y="35565"/>
                </a:cubicBezTo>
                <a:cubicBezTo>
                  <a:pt x="263962" y="33118"/>
                  <a:pt x="261960" y="31894"/>
                  <a:pt x="259558" y="31894"/>
                </a:cubicBezTo>
                <a:moveTo>
                  <a:pt x="279443" y="33230"/>
                </a:moveTo>
                <a:cubicBezTo>
                  <a:pt x="281666" y="34830"/>
                  <a:pt x="283423" y="36854"/>
                  <a:pt x="284712" y="39302"/>
                </a:cubicBezTo>
                <a:cubicBezTo>
                  <a:pt x="286003" y="41748"/>
                  <a:pt x="286649" y="44661"/>
                  <a:pt x="286649" y="48042"/>
                </a:cubicBezTo>
                <a:cubicBezTo>
                  <a:pt x="286649" y="51334"/>
                  <a:pt x="286026" y="54336"/>
                  <a:pt x="284780" y="57050"/>
                </a:cubicBezTo>
                <a:cubicBezTo>
                  <a:pt x="283535" y="59764"/>
                  <a:pt x="281778" y="62099"/>
                  <a:pt x="279508" y="64057"/>
                </a:cubicBezTo>
                <a:cubicBezTo>
                  <a:pt x="277239" y="66013"/>
                  <a:pt x="274526" y="67525"/>
                  <a:pt x="271367" y="68594"/>
                </a:cubicBezTo>
                <a:cubicBezTo>
                  <a:pt x="268209" y="69661"/>
                  <a:pt x="264674" y="70194"/>
                  <a:pt x="260760" y="70194"/>
                </a:cubicBezTo>
                <a:cubicBezTo>
                  <a:pt x="259781" y="70194"/>
                  <a:pt x="258824" y="70173"/>
                  <a:pt x="257889" y="70129"/>
                </a:cubicBezTo>
                <a:cubicBezTo>
                  <a:pt x="256955" y="70084"/>
                  <a:pt x="255909" y="70062"/>
                  <a:pt x="254753" y="70062"/>
                </a:cubicBezTo>
                <a:cubicBezTo>
                  <a:pt x="253686" y="70062"/>
                  <a:pt x="252774" y="70551"/>
                  <a:pt x="252018" y="71530"/>
                </a:cubicBezTo>
                <a:cubicBezTo>
                  <a:pt x="251262" y="72507"/>
                  <a:pt x="250884" y="73619"/>
                  <a:pt x="250884" y="74865"/>
                </a:cubicBezTo>
                <a:cubicBezTo>
                  <a:pt x="250884" y="77001"/>
                  <a:pt x="251707" y="78692"/>
                  <a:pt x="253352" y="79938"/>
                </a:cubicBezTo>
                <a:cubicBezTo>
                  <a:pt x="254999" y="81183"/>
                  <a:pt x="257601" y="81849"/>
                  <a:pt x="261159" y="81937"/>
                </a:cubicBezTo>
                <a:lnTo>
                  <a:pt x="271035" y="82072"/>
                </a:lnTo>
                <a:cubicBezTo>
                  <a:pt x="278508" y="82160"/>
                  <a:pt x="284001" y="83561"/>
                  <a:pt x="287514" y="86275"/>
                </a:cubicBezTo>
                <a:cubicBezTo>
                  <a:pt x="291029" y="88988"/>
                  <a:pt x="292786" y="93326"/>
                  <a:pt x="292786" y="99286"/>
                </a:cubicBezTo>
                <a:cubicBezTo>
                  <a:pt x="292786" y="104624"/>
                  <a:pt x="291696" y="109094"/>
                  <a:pt x="289516" y="112697"/>
                </a:cubicBezTo>
                <a:cubicBezTo>
                  <a:pt x="287337" y="116302"/>
                  <a:pt x="284535" y="119238"/>
                  <a:pt x="281110" y="121506"/>
                </a:cubicBezTo>
                <a:cubicBezTo>
                  <a:pt x="277685" y="123775"/>
                  <a:pt x="273882" y="125398"/>
                  <a:pt x="269699" y="126377"/>
                </a:cubicBezTo>
                <a:cubicBezTo>
                  <a:pt x="265518" y="127356"/>
                  <a:pt x="261470" y="127845"/>
                  <a:pt x="257557" y="127845"/>
                </a:cubicBezTo>
                <a:cubicBezTo>
                  <a:pt x="249193" y="127845"/>
                  <a:pt x="242676" y="126222"/>
                  <a:pt x="238005" y="122974"/>
                </a:cubicBezTo>
                <a:cubicBezTo>
                  <a:pt x="233335" y="119727"/>
                  <a:pt x="231000" y="115434"/>
                  <a:pt x="231000" y="110095"/>
                </a:cubicBezTo>
                <a:cubicBezTo>
                  <a:pt x="231000" y="105826"/>
                  <a:pt x="232178" y="102378"/>
                  <a:pt x="234535" y="99753"/>
                </a:cubicBezTo>
                <a:cubicBezTo>
                  <a:pt x="236893" y="97129"/>
                  <a:pt x="240074" y="95061"/>
                  <a:pt x="244079" y="93548"/>
                </a:cubicBezTo>
                <a:lnTo>
                  <a:pt x="244079" y="93282"/>
                </a:lnTo>
                <a:cubicBezTo>
                  <a:pt x="241766" y="92481"/>
                  <a:pt x="239919" y="91257"/>
                  <a:pt x="238540" y="89612"/>
                </a:cubicBezTo>
                <a:cubicBezTo>
                  <a:pt x="237161" y="87965"/>
                  <a:pt x="236471" y="85897"/>
                  <a:pt x="236471" y="83406"/>
                </a:cubicBezTo>
                <a:cubicBezTo>
                  <a:pt x="236471" y="80469"/>
                  <a:pt x="237605" y="77623"/>
                  <a:pt x="239874" y="74865"/>
                </a:cubicBezTo>
                <a:cubicBezTo>
                  <a:pt x="242142" y="72107"/>
                  <a:pt x="245145" y="70238"/>
                  <a:pt x="248882" y="69260"/>
                </a:cubicBezTo>
                <a:lnTo>
                  <a:pt x="248882" y="68993"/>
                </a:lnTo>
                <a:cubicBezTo>
                  <a:pt x="243455" y="67658"/>
                  <a:pt x="239274" y="65256"/>
                  <a:pt x="236339" y="61787"/>
                </a:cubicBezTo>
                <a:cubicBezTo>
                  <a:pt x="233313" y="58228"/>
                  <a:pt x="231800" y="53603"/>
                  <a:pt x="231800" y="47909"/>
                </a:cubicBezTo>
                <a:cubicBezTo>
                  <a:pt x="231800" y="44528"/>
                  <a:pt x="232490" y="41503"/>
                  <a:pt x="233869" y="38834"/>
                </a:cubicBezTo>
                <a:cubicBezTo>
                  <a:pt x="235248" y="36165"/>
                  <a:pt x="237183" y="33919"/>
                  <a:pt x="239674" y="32096"/>
                </a:cubicBezTo>
                <a:cubicBezTo>
                  <a:pt x="242165" y="30271"/>
                  <a:pt x="245146" y="28870"/>
                  <a:pt x="248616" y="27891"/>
                </a:cubicBezTo>
                <a:cubicBezTo>
                  <a:pt x="252085" y="26912"/>
                  <a:pt x="255911" y="26423"/>
                  <a:pt x="260092" y="26423"/>
                </a:cubicBezTo>
                <a:cubicBezTo>
                  <a:pt x="261694" y="26423"/>
                  <a:pt x="263340" y="26490"/>
                  <a:pt x="265030" y="26624"/>
                </a:cubicBezTo>
                <a:cubicBezTo>
                  <a:pt x="266720" y="26757"/>
                  <a:pt x="268366" y="26868"/>
                  <a:pt x="269968" y="26956"/>
                </a:cubicBezTo>
                <a:cubicBezTo>
                  <a:pt x="271124" y="27046"/>
                  <a:pt x="272303" y="27113"/>
                  <a:pt x="273503" y="27158"/>
                </a:cubicBezTo>
                <a:cubicBezTo>
                  <a:pt x="274704" y="27203"/>
                  <a:pt x="276017" y="27225"/>
                  <a:pt x="277441" y="27225"/>
                </a:cubicBezTo>
                <a:cubicBezTo>
                  <a:pt x="279665" y="27225"/>
                  <a:pt x="281977" y="27203"/>
                  <a:pt x="284379" y="27158"/>
                </a:cubicBezTo>
                <a:cubicBezTo>
                  <a:pt x="286781" y="27113"/>
                  <a:pt x="289183" y="27091"/>
                  <a:pt x="291585" y="27091"/>
                </a:cubicBezTo>
                <a:cubicBezTo>
                  <a:pt x="291497" y="27624"/>
                  <a:pt x="291430" y="28158"/>
                  <a:pt x="291385" y="28693"/>
                </a:cubicBezTo>
                <a:cubicBezTo>
                  <a:pt x="291341" y="29227"/>
                  <a:pt x="291318" y="29760"/>
                  <a:pt x="291318" y="30294"/>
                </a:cubicBezTo>
                <a:cubicBezTo>
                  <a:pt x="291318" y="30827"/>
                  <a:pt x="291341" y="31361"/>
                  <a:pt x="291385" y="31894"/>
                </a:cubicBezTo>
                <a:cubicBezTo>
                  <a:pt x="291430" y="32428"/>
                  <a:pt x="291497" y="32962"/>
                  <a:pt x="291585" y="33497"/>
                </a:cubicBezTo>
                <a:lnTo>
                  <a:pt x="279842" y="32963"/>
                </a:lnTo>
                <a:lnTo>
                  <a:pt x="279443" y="33230"/>
                </a:lnTo>
                <a:moveTo>
                  <a:pt x="277307" y="106493"/>
                </a:moveTo>
                <a:cubicBezTo>
                  <a:pt x="277307" y="103912"/>
                  <a:pt x="276861" y="101799"/>
                  <a:pt x="275971" y="100154"/>
                </a:cubicBezTo>
                <a:cubicBezTo>
                  <a:pt x="275082" y="98509"/>
                  <a:pt x="273814" y="97241"/>
                  <a:pt x="272169" y="96350"/>
                </a:cubicBezTo>
                <a:cubicBezTo>
                  <a:pt x="270524" y="95461"/>
                  <a:pt x="268500" y="94860"/>
                  <a:pt x="266097" y="94548"/>
                </a:cubicBezTo>
                <a:cubicBezTo>
                  <a:pt x="263695" y="94237"/>
                  <a:pt x="260982" y="94082"/>
                  <a:pt x="257956" y="94082"/>
                </a:cubicBezTo>
                <a:cubicBezTo>
                  <a:pt x="253329" y="94082"/>
                  <a:pt x="250127" y="94526"/>
                  <a:pt x="248349" y="95416"/>
                </a:cubicBezTo>
                <a:cubicBezTo>
                  <a:pt x="247280" y="95950"/>
                  <a:pt x="246146" y="97241"/>
                  <a:pt x="244944" y="99286"/>
                </a:cubicBezTo>
                <a:cubicBezTo>
                  <a:pt x="243744" y="101332"/>
                  <a:pt x="243144" y="103912"/>
                  <a:pt x="243144" y="107026"/>
                </a:cubicBezTo>
                <a:cubicBezTo>
                  <a:pt x="243144" y="109607"/>
                  <a:pt x="243611" y="111854"/>
                  <a:pt x="244545" y="113766"/>
                </a:cubicBezTo>
                <a:cubicBezTo>
                  <a:pt x="245479" y="115679"/>
                  <a:pt x="246746" y="117258"/>
                  <a:pt x="248347" y="118503"/>
                </a:cubicBezTo>
                <a:cubicBezTo>
                  <a:pt x="249949" y="119749"/>
                  <a:pt x="251795" y="120705"/>
                  <a:pt x="253885" y="121372"/>
                </a:cubicBezTo>
                <a:cubicBezTo>
                  <a:pt x="255977" y="122040"/>
                  <a:pt x="258224" y="122374"/>
                  <a:pt x="260625" y="122374"/>
                </a:cubicBezTo>
                <a:cubicBezTo>
                  <a:pt x="263206" y="122374"/>
                  <a:pt x="265519" y="121951"/>
                  <a:pt x="267565" y="121105"/>
                </a:cubicBezTo>
                <a:cubicBezTo>
                  <a:pt x="269611" y="120259"/>
                  <a:pt x="271367" y="119103"/>
                  <a:pt x="272835" y="117635"/>
                </a:cubicBezTo>
                <a:cubicBezTo>
                  <a:pt x="274304" y="116168"/>
                  <a:pt x="275416" y="114478"/>
                  <a:pt x="276172" y="112565"/>
                </a:cubicBezTo>
                <a:cubicBezTo>
                  <a:pt x="276928" y="110652"/>
                  <a:pt x="277307" y="108628"/>
                  <a:pt x="277307" y="106493"/>
                </a:cubicBezTo>
                <a:close/>
                <a:moveTo>
                  <a:pt x="320011" y="44706"/>
                </a:moveTo>
                <a:cubicBezTo>
                  <a:pt x="322324" y="38568"/>
                  <a:pt x="325126" y="34053"/>
                  <a:pt x="328417" y="31161"/>
                </a:cubicBezTo>
                <a:cubicBezTo>
                  <a:pt x="331709" y="28270"/>
                  <a:pt x="335624" y="26824"/>
                  <a:pt x="340162" y="26824"/>
                </a:cubicBezTo>
                <a:cubicBezTo>
                  <a:pt x="340606" y="26824"/>
                  <a:pt x="340983" y="26846"/>
                  <a:pt x="341294" y="26891"/>
                </a:cubicBezTo>
                <a:cubicBezTo>
                  <a:pt x="341606" y="26934"/>
                  <a:pt x="341940" y="26956"/>
                  <a:pt x="342296" y="26956"/>
                </a:cubicBezTo>
                <a:cubicBezTo>
                  <a:pt x="342029" y="28291"/>
                  <a:pt x="341828" y="29715"/>
                  <a:pt x="341695" y="31228"/>
                </a:cubicBezTo>
                <a:cubicBezTo>
                  <a:pt x="341562" y="32740"/>
                  <a:pt x="341496" y="34520"/>
                  <a:pt x="341496" y="36565"/>
                </a:cubicBezTo>
                <a:lnTo>
                  <a:pt x="341496" y="40835"/>
                </a:lnTo>
                <a:cubicBezTo>
                  <a:pt x="341496" y="41547"/>
                  <a:pt x="341496" y="42303"/>
                  <a:pt x="341496" y="43104"/>
                </a:cubicBezTo>
                <a:cubicBezTo>
                  <a:pt x="341496" y="43905"/>
                  <a:pt x="341540" y="44661"/>
                  <a:pt x="341628" y="45372"/>
                </a:cubicBezTo>
                <a:lnTo>
                  <a:pt x="340429" y="46441"/>
                </a:lnTo>
                <a:cubicBezTo>
                  <a:pt x="339538" y="45906"/>
                  <a:pt x="338537" y="45461"/>
                  <a:pt x="337425" y="45105"/>
                </a:cubicBezTo>
                <a:cubicBezTo>
                  <a:pt x="336313" y="44750"/>
                  <a:pt x="335046" y="44572"/>
                  <a:pt x="333621" y="44572"/>
                </a:cubicBezTo>
                <a:cubicBezTo>
                  <a:pt x="329618" y="44572"/>
                  <a:pt x="326460" y="45885"/>
                  <a:pt x="324147" y="48510"/>
                </a:cubicBezTo>
                <a:cubicBezTo>
                  <a:pt x="321834" y="51134"/>
                  <a:pt x="320677" y="54225"/>
                  <a:pt x="320677" y="57783"/>
                </a:cubicBezTo>
                <a:lnTo>
                  <a:pt x="320677" y="63122"/>
                </a:lnTo>
                <a:cubicBezTo>
                  <a:pt x="320677" y="68548"/>
                  <a:pt x="320743" y="73663"/>
                  <a:pt x="320876" y="78468"/>
                </a:cubicBezTo>
                <a:cubicBezTo>
                  <a:pt x="321011" y="83272"/>
                  <a:pt x="321301" y="87898"/>
                  <a:pt x="321746" y="92347"/>
                </a:cubicBezTo>
                <a:cubicBezTo>
                  <a:pt x="320589" y="92169"/>
                  <a:pt x="319144" y="92080"/>
                  <a:pt x="317409" y="92080"/>
                </a:cubicBezTo>
                <a:cubicBezTo>
                  <a:pt x="315674" y="92080"/>
                  <a:pt x="313783" y="92080"/>
                  <a:pt x="311736" y="92080"/>
                </a:cubicBezTo>
                <a:cubicBezTo>
                  <a:pt x="309690" y="92080"/>
                  <a:pt x="307822" y="92080"/>
                  <a:pt x="306132" y="92080"/>
                </a:cubicBezTo>
                <a:cubicBezTo>
                  <a:pt x="304442" y="92080"/>
                  <a:pt x="302974" y="92169"/>
                  <a:pt x="301727" y="92347"/>
                </a:cubicBezTo>
                <a:cubicBezTo>
                  <a:pt x="302173" y="87898"/>
                  <a:pt x="302462" y="83272"/>
                  <a:pt x="302595" y="78468"/>
                </a:cubicBezTo>
                <a:cubicBezTo>
                  <a:pt x="302728" y="73663"/>
                  <a:pt x="302794" y="68548"/>
                  <a:pt x="302794" y="63122"/>
                </a:cubicBezTo>
                <a:lnTo>
                  <a:pt x="302794" y="57783"/>
                </a:lnTo>
                <a:cubicBezTo>
                  <a:pt x="302794" y="52357"/>
                  <a:pt x="302728" y="47265"/>
                  <a:pt x="302595" y="42505"/>
                </a:cubicBezTo>
                <a:cubicBezTo>
                  <a:pt x="302462" y="37744"/>
                  <a:pt x="302173" y="32962"/>
                  <a:pt x="301727" y="28158"/>
                </a:cubicBezTo>
                <a:cubicBezTo>
                  <a:pt x="303240" y="28335"/>
                  <a:pt x="304774" y="28491"/>
                  <a:pt x="306331" y="28626"/>
                </a:cubicBezTo>
                <a:cubicBezTo>
                  <a:pt x="307888" y="28759"/>
                  <a:pt x="309423" y="28825"/>
                  <a:pt x="310935" y="28825"/>
                </a:cubicBezTo>
                <a:cubicBezTo>
                  <a:pt x="312448" y="28825"/>
                  <a:pt x="313982" y="28759"/>
                  <a:pt x="315539" y="28626"/>
                </a:cubicBezTo>
                <a:cubicBezTo>
                  <a:pt x="317096" y="28491"/>
                  <a:pt x="318631" y="28335"/>
                  <a:pt x="320143" y="28158"/>
                </a:cubicBezTo>
                <a:lnTo>
                  <a:pt x="319744" y="44440"/>
                </a:lnTo>
                <a:lnTo>
                  <a:pt x="320011" y="44706"/>
                </a:lnTo>
                <a:close/>
                <a:moveTo>
                  <a:pt x="369787" y="60453"/>
                </a:moveTo>
                <a:cubicBezTo>
                  <a:pt x="369787" y="64011"/>
                  <a:pt x="370143" y="67347"/>
                  <a:pt x="370854" y="70461"/>
                </a:cubicBezTo>
                <a:cubicBezTo>
                  <a:pt x="371567" y="73575"/>
                  <a:pt x="372657" y="76266"/>
                  <a:pt x="374124" y="78535"/>
                </a:cubicBezTo>
                <a:cubicBezTo>
                  <a:pt x="375592" y="80803"/>
                  <a:pt x="377460" y="82583"/>
                  <a:pt x="379728" y="83874"/>
                </a:cubicBezTo>
                <a:cubicBezTo>
                  <a:pt x="381998" y="85164"/>
                  <a:pt x="384645" y="85808"/>
                  <a:pt x="387669" y="85808"/>
                </a:cubicBezTo>
                <a:cubicBezTo>
                  <a:pt x="393808" y="85808"/>
                  <a:pt x="399280" y="83807"/>
                  <a:pt x="404084" y="79803"/>
                </a:cubicBezTo>
                <a:lnTo>
                  <a:pt x="405684" y="81005"/>
                </a:lnTo>
                <a:lnTo>
                  <a:pt x="402748" y="88478"/>
                </a:lnTo>
                <a:cubicBezTo>
                  <a:pt x="400524" y="90168"/>
                  <a:pt x="397856" y="91524"/>
                  <a:pt x="394741" y="92546"/>
                </a:cubicBezTo>
                <a:cubicBezTo>
                  <a:pt x="391627" y="93570"/>
                  <a:pt x="387535" y="94082"/>
                  <a:pt x="382465" y="94082"/>
                </a:cubicBezTo>
                <a:cubicBezTo>
                  <a:pt x="378106" y="94082"/>
                  <a:pt x="373969" y="93481"/>
                  <a:pt x="370054" y="92280"/>
                </a:cubicBezTo>
                <a:cubicBezTo>
                  <a:pt x="366140" y="91080"/>
                  <a:pt x="362693" y="89100"/>
                  <a:pt x="359711" y="86342"/>
                </a:cubicBezTo>
                <a:cubicBezTo>
                  <a:pt x="356732" y="83583"/>
                  <a:pt x="354374" y="80091"/>
                  <a:pt x="352640" y="75865"/>
                </a:cubicBezTo>
                <a:cubicBezTo>
                  <a:pt x="350905" y="71639"/>
                  <a:pt x="350037" y="66591"/>
                  <a:pt x="350037" y="60720"/>
                </a:cubicBezTo>
                <a:cubicBezTo>
                  <a:pt x="350037" y="54937"/>
                  <a:pt x="350815" y="49910"/>
                  <a:pt x="352371" y="45641"/>
                </a:cubicBezTo>
                <a:cubicBezTo>
                  <a:pt x="353928" y="41370"/>
                  <a:pt x="356086" y="37811"/>
                  <a:pt x="358844" y="34965"/>
                </a:cubicBezTo>
                <a:cubicBezTo>
                  <a:pt x="361602" y="32117"/>
                  <a:pt x="364872" y="29981"/>
                  <a:pt x="368653" y="28559"/>
                </a:cubicBezTo>
                <a:cubicBezTo>
                  <a:pt x="372433" y="27135"/>
                  <a:pt x="376548" y="26423"/>
                  <a:pt x="380997" y="26423"/>
                </a:cubicBezTo>
                <a:cubicBezTo>
                  <a:pt x="389804" y="26423"/>
                  <a:pt x="396543" y="29003"/>
                  <a:pt x="401213" y="34162"/>
                </a:cubicBezTo>
                <a:cubicBezTo>
                  <a:pt x="405884" y="39322"/>
                  <a:pt x="408219" y="46618"/>
                  <a:pt x="408219" y="56048"/>
                </a:cubicBezTo>
                <a:lnTo>
                  <a:pt x="408219" y="58852"/>
                </a:lnTo>
                <a:cubicBezTo>
                  <a:pt x="408219" y="59652"/>
                  <a:pt x="408175" y="60185"/>
                  <a:pt x="408087" y="60453"/>
                </a:cubicBezTo>
                <a:lnTo>
                  <a:pt x="369787" y="60453"/>
                </a:lnTo>
                <a:moveTo>
                  <a:pt x="390339" y="54448"/>
                </a:moveTo>
                <a:cubicBezTo>
                  <a:pt x="390160" y="47776"/>
                  <a:pt x="389336" y="42438"/>
                  <a:pt x="387869" y="38435"/>
                </a:cubicBezTo>
                <a:cubicBezTo>
                  <a:pt x="386402" y="34430"/>
                  <a:pt x="383933" y="32428"/>
                  <a:pt x="380463" y="32428"/>
                </a:cubicBezTo>
                <a:cubicBezTo>
                  <a:pt x="378506" y="32428"/>
                  <a:pt x="376860" y="33095"/>
                  <a:pt x="375525" y="34429"/>
                </a:cubicBezTo>
                <a:cubicBezTo>
                  <a:pt x="374191" y="35764"/>
                  <a:pt x="373123" y="37477"/>
                  <a:pt x="372322" y="39569"/>
                </a:cubicBezTo>
                <a:cubicBezTo>
                  <a:pt x="371521" y="41659"/>
                  <a:pt x="370920" y="44017"/>
                  <a:pt x="370520" y="46641"/>
                </a:cubicBezTo>
                <a:cubicBezTo>
                  <a:pt x="370121" y="49265"/>
                  <a:pt x="369877" y="51867"/>
                  <a:pt x="369787" y="54448"/>
                </a:cubicBezTo>
                <a:lnTo>
                  <a:pt x="390339" y="54448"/>
                </a:lnTo>
                <a:close/>
                <a:moveTo>
                  <a:pt x="436512" y="60453"/>
                </a:moveTo>
                <a:cubicBezTo>
                  <a:pt x="436512" y="64011"/>
                  <a:pt x="436867" y="67347"/>
                  <a:pt x="437579" y="70461"/>
                </a:cubicBezTo>
                <a:cubicBezTo>
                  <a:pt x="438291" y="73575"/>
                  <a:pt x="439381" y="76266"/>
                  <a:pt x="440849" y="78535"/>
                </a:cubicBezTo>
                <a:cubicBezTo>
                  <a:pt x="442316" y="80803"/>
                  <a:pt x="444184" y="82583"/>
                  <a:pt x="446453" y="83874"/>
                </a:cubicBezTo>
                <a:cubicBezTo>
                  <a:pt x="448722" y="85164"/>
                  <a:pt x="451370" y="85808"/>
                  <a:pt x="454394" y="85808"/>
                </a:cubicBezTo>
                <a:cubicBezTo>
                  <a:pt x="460533" y="85808"/>
                  <a:pt x="466004" y="83807"/>
                  <a:pt x="470808" y="79803"/>
                </a:cubicBezTo>
                <a:lnTo>
                  <a:pt x="472409" y="81005"/>
                </a:lnTo>
                <a:lnTo>
                  <a:pt x="469473" y="88478"/>
                </a:lnTo>
                <a:cubicBezTo>
                  <a:pt x="467249" y="90168"/>
                  <a:pt x="464580" y="91524"/>
                  <a:pt x="461466" y="92546"/>
                </a:cubicBezTo>
                <a:cubicBezTo>
                  <a:pt x="458352" y="93570"/>
                  <a:pt x="454260" y="94082"/>
                  <a:pt x="449189" y="94082"/>
                </a:cubicBezTo>
                <a:cubicBezTo>
                  <a:pt x="444830" y="94082"/>
                  <a:pt x="440693" y="93481"/>
                  <a:pt x="436778" y="92280"/>
                </a:cubicBezTo>
                <a:cubicBezTo>
                  <a:pt x="432865" y="91080"/>
                  <a:pt x="429417" y="89100"/>
                  <a:pt x="426436" y="86342"/>
                </a:cubicBezTo>
                <a:cubicBezTo>
                  <a:pt x="423456" y="83583"/>
                  <a:pt x="421099" y="80091"/>
                  <a:pt x="419364" y="75865"/>
                </a:cubicBezTo>
                <a:cubicBezTo>
                  <a:pt x="417629" y="71639"/>
                  <a:pt x="416762" y="66591"/>
                  <a:pt x="416762" y="60720"/>
                </a:cubicBezTo>
                <a:cubicBezTo>
                  <a:pt x="416762" y="54937"/>
                  <a:pt x="417540" y="49910"/>
                  <a:pt x="419095" y="45641"/>
                </a:cubicBezTo>
                <a:cubicBezTo>
                  <a:pt x="420652" y="41370"/>
                  <a:pt x="422810" y="37811"/>
                  <a:pt x="425569" y="34965"/>
                </a:cubicBezTo>
                <a:cubicBezTo>
                  <a:pt x="428327" y="32117"/>
                  <a:pt x="431597" y="29981"/>
                  <a:pt x="435377" y="28559"/>
                </a:cubicBezTo>
                <a:cubicBezTo>
                  <a:pt x="439158" y="27135"/>
                  <a:pt x="443273" y="26423"/>
                  <a:pt x="447721" y="26423"/>
                </a:cubicBezTo>
                <a:cubicBezTo>
                  <a:pt x="456529" y="26423"/>
                  <a:pt x="463267" y="29003"/>
                  <a:pt x="467937" y="34162"/>
                </a:cubicBezTo>
                <a:cubicBezTo>
                  <a:pt x="472609" y="39322"/>
                  <a:pt x="474944" y="46618"/>
                  <a:pt x="474944" y="56048"/>
                </a:cubicBezTo>
                <a:lnTo>
                  <a:pt x="474944" y="58852"/>
                </a:lnTo>
                <a:cubicBezTo>
                  <a:pt x="474944" y="59652"/>
                  <a:pt x="474900" y="60185"/>
                  <a:pt x="474812" y="60453"/>
                </a:cubicBezTo>
                <a:lnTo>
                  <a:pt x="436512" y="60453"/>
                </a:lnTo>
                <a:moveTo>
                  <a:pt x="457064" y="54448"/>
                </a:moveTo>
                <a:cubicBezTo>
                  <a:pt x="456884" y="47776"/>
                  <a:pt x="456061" y="42438"/>
                  <a:pt x="454594" y="38435"/>
                </a:cubicBezTo>
                <a:cubicBezTo>
                  <a:pt x="453126" y="34430"/>
                  <a:pt x="450658" y="32428"/>
                  <a:pt x="447188" y="32428"/>
                </a:cubicBezTo>
                <a:cubicBezTo>
                  <a:pt x="445230" y="32428"/>
                  <a:pt x="443584" y="33095"/>
                  <a:pt x="442250" y="34429"/>
                </a:cubicBezTo>
                <a:cubicBezTo>
                  <a:pt x="440915" y="35764"/>
                  <a:pt x="439848" y="37477"/>
                  <a:pt x="439047" y="39569"/>
                </a:cubicBezTo>
                <a:cubicBezTo>
                  <a:pt x="438246" y="41659"/>
                  <a:pt x="437645" y="44017"/>
                  <a:pt x="437245" y="46641"/>
                </a:cubicBezTo>
                <a:cubicBezTo>
                  <a:pt x="436846" y="49265"/>
                  <a:pt x="436601" y="51867"/>
                  <a:pt x="436512" y="54448"/>
                </a:cubicBezTo>
                <a:lnTo>
                  <a:pt x="457064" y="54448"/>
                </a:lnTo>
                <a:close/>
              </a:path>
            </a:pathLst>
          </a:custGeom>
          <a:solidFill xmlns:a="http://schemas.openxmlformats.org/drawingml/2006/main">
            <a:srgbClr val="D253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,">
            <a:extLst xmlns:a="http://schemas.openxmlformats.org/drawingml/2006/main">
              <a:ext uri="{FF2B5EF4-FFF2-40B4-BE49-F238E27FC236}">
                <a16:creationId xmlns:a16="http://schemas.microsoft.com/office/drawing/2014/main" id="{795D2175-401F-4BD0-A159-3024A4CF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53" y="2490217"/>
            <a:ext cx="21086" cy="38033"/>
          </a:xfrm>
          <a:custGeom xmlns:a="http://schemas.openxmlformats.org/drawingml/2006/main">
            <a:pathLst>
              <a:path w="21086" h="38033">
                <a:moveTo>
                  <a:pt x="10275" y="5072"/>
                </a:moveTo>
                <a:cubicBezTo>
                  <a:pt x="10631" y="3916"/>
                  <a:pt x="11253" y="2782"/>
                  <a:pt x="12142" y="1670"/>
                </a:cubicBezTo>
                <a:cubicBezTo>
                  <a:pt x="13033" y="557"/>
                  <a:pt x="14368" y="0"/>
                  <a:pt x="16148" y="0"/>
                </a:cubicBezTo>
                <a:cubicBezTo>
                  <a:pt x="17215" y="0"/>
                  <a:pt x="18304" y="356"/>
                  <a:pt x="19416" y="1069"/>
                </a:cubicBezTo>
                <a:cubicBezTo>
                  <a:pt x="20529" y="1780"/>
                  <a:pt x="21086" y="2937"/>
                  <a:pt x="21086" y="4539"/>
                </a:cubicBezTo>
                <a:cubicBezTo>
                  <a:pt x="21086" y="5606"/>
                  <a:pt x="20863" y="6585"/>
                  <a:pt x="20418" y="7475"/>
                </a:cubicBezTo>
                <a:cubicBezTo>
                  <a:pt x="19972" y="8364"/>
                  <a:pt x="19528" y="9253"/>
                  <a:pt x="19084" y="10143"/>
                </a:cubicBezTo>
                <a:lnTo>
                  <a:pt x="2403" y="38033"/>
                </a:lnTo>
                <a:lnTo>
                  <a:pt x="0" y="37099"/>
                </a:lnTo>
                <a:lnTo>
                  <a:pt x="10275" y="50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3:Disagree">
            <a:extLst xmlns:a="http://schemas.openxmlformats.org/drawingml/2006/main">
              <a:ext uri="{FF2B5EF4-FFF2-40B4-BE49-F238E27FC236}">
                <a16:creationId xmlns:a16="http://schemas.microsoft.com/office/drawing/2014/main" id="{E538CB64-A93F-49E9-826A-53D34547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68" y="2599399"/>
            <a:ext cx="650429" cy="135451"/>
          </a:xfrm>
          <a:custGeom xmlns:a="http://schemas.openxmlformats.org/drawingml/2006/main">
            <a:pathLst>
              <a:path w="650429" h="135451">
                <a:moveTo>
                  <a:pt x="18282" y="50442"/>
                </a:moveTo>
                <a:cubicBezTo>
                  <a:pt x="18994" y="50532"/>
                  <a:pt x="19595" y="50622"/>
                  <a:pt x="20084" y="50711"/>
                </a:cubicBezTo>
                <a:cubicBezTo>
                  <a:pt x="20574" y="50799"/>
                  <a:pt x="21130" y="50844"/>
                  <a:pt x="21751" y="50844"/>
                </a:cubicBezTo>
                <a:cubicBezTo>
                  <a:pt x="27091" y="50844"/>
                  <a:pt x="30938" y="49220"/>
                  <a:pt x="33295" y="45973"/>
                </a:cubicBezTo>
                <a:cubicBezTo>
                  <a:pt x="35653" y="42726"/>
                  <a:pt x="36832" y="38122"/>
                  <a:pt x="36832" y="32161"/>
                </a:cubicBezTo>
                <a:cubicBezTo>
                  <a:pt x="36832" y="26288"/>
                  <a:pt x="35720" y="22040"/>
                  <a:pt x="33495" y="19416"/>
                </a:cubicBezTo>
                <a:cubicBezTo>
                  <a:pt x="31271" y="16792"/>
                  <a:pt x="28602" y="15480"/>
                  <a:pt x="25488" y="15480"/>
                </a:cubicBezTo>
                <a:cubicBezTo>
                  <a:pt x="23442" y="15480"/>
                  <a:pt x="21685" y="15925"/>
                  <a:pt x="20216" y="16816"/>
                </a:cubicBezTo>
                <a:cubicBezTo>
                  <a:pt x="18749" y="17705"/>
                  <a:pt x="17525" y="18883"/>
                  <a:pt x="16547" y="20350"/>
                </a:cubicBezTo>
                <a:cubicBezTo>
                  <a:pt x="15569" y="21818"/>
                  <a:pt x="14791" y="23530"/>
                  <a:pt x="14213" y="25488"/>
                </a:cubicBezTo>
                <a:cubicBezTo>
                  <a:pt x="13635" y="27446"/>
                  <a:pt x="13212" y="29536"/>
                  <a:pt x="12945" y="31760"/>
                </a:cubicBezTo>
                <a:lnTo>
                  <a:pt x="11075" y="32161"/>
                </a:lnTo>
                <a:cubicBezTo>
                  <a:pt x="9830" y="30649"/>
                  <a:pt x="8407" y="29136"/>
                  <a:pt x="6805" y="27624"/>
                </a:cubicBezTo>
                <a:cubicBezTo>
                  <a:pt x="5205" y="26110"/>
                  <a:pt x="3648" y="24597"/>
                  <a:pt x="2136" y="23085"/>
                </a:cubicBezTo>
                <a:cubicBezTo>
                  <a:pt x="4448" y="18994"/>
                  <a:pt x="7561" y="15791"/>
                  <a:pt x="11476" y="13478"/>
                </a:cubicBezTo>
                <a:cubicBezTo>
                  <a:pt x="15391" y="11165"/>
                  <a:pt x="21041" y="10008"/>
                  <a:pt x="28424" y="10008"/>
                </a:cubicBezTo>
                <a:cubicBezTo>
                  <a:pt x="33674" y="10008"/>
                  <a:pt x="38078" y="10564"/>
                  <a:pt x="41636" y="11676"/>
                </a:cubicBezTo>
                <a:cubicBezTo>
                  <a:pt x="45195" y="12788"/>
                  <a:pt x="48087" y="14300"/>
                  <a:pt x="50310" y="16213"/>
                </a:cubicBezTo>
                <a:cubicBezTo>
                  <a:pt x="52534" y="18126"/>
                  <a:pt x="54135" y="20350"/>
                  <a:pt x="55114" y="22886"/>
                </a:cubicBezTo>
                <a:cubicBezTo>
                  <a:pt x="56092" y="25421"/>
                  <a:pt x="56582" y="28113"/>
                  <a:pt x="56582" y="30959"/>
                </a:cubicBezTo>
                <a:cubicBezTo>
                  <a:pt x="56582" y="36297"/>
                  <a:pt x="54958" y="40568"/>
                  <a:pt x="51711" y="43772"/>
                </a:cubicBezTo>
                <a:cubicBezTo>
                  <a:pt x="48464" y="46974"/>
                  <a:pt x="43905" y="49598"/>
                  <a:pt x="38033" y="51644"/>
                </a:cubicBezTo>
                <a:lnTo>
                  <a:pt x="38033" y="52845"/>
                </a:lnTo>
                <a:cubicBezTo>
                  <a:pt x="41591" y="53379"/>
                  <a:pt x="44727" y="54112"/>
                  <a:pt x="47441" y="55046"/>
                </a:cubicBezTo>
                <a:cubicBezTo>
                  <a:pt x="50155" y="55980"/>
                  <a:pt x="52445" y="57271"/>
                  <a:pt x="54313" y="58917"/>
                </a:cubicBezTo>
                <a:cubicBezTo>
                  <a:pt x="56181" y="60563"/>
                  <a:pt x="57582" y="62676"/>
                  <a:pt x="58516" y="65256"/>
                </a:cubicBezTo>
                <a:cubicBezTo>
                  <a:pt x="59452" y="67836"/>
                  <a:pt x="59919" y="71083"/>
                  <a:pt x="59919" y="74998"/>
                </a:cubicBezTo>
                <a:cubicBezTo>
                  <a:pt x="59919" y="79179"/>
                  <a:pt x="58963" y="82916"/>
                  <a:pt x="57050" y="86207"/>
                </a:cubicBezTo>
                <a:cubicBezTo>
                  <a:pt x="55137" y="89499"/>
                  <a:pt x="52602" y="92302"/>
                  <a:pt x="49443" y="94615"/>
                </a:cubicBezTo>
                <a:cubicBezTo>
                  <a:pt x="46285" y="96928"/>
                  <a:pt x="42704" y="98641"/>
                  <a:pt x="38699" y="99753"/>
                </a:cubicBezTo>
                <a:cubicBezTo>
                  <a:pt x="34696" y="100865"/>
                  <a:pt x="30604" y="101420"/>
                  <a:pt x="26423" y="101420"/>
                </a:cubicBezTo>
                <a:cubicBezTo>
                  <a:pt x="19217" y="101420"/>
                  <a:pt x="13545" y="100464"/>
                  <a:pt x="9408" y="98551"/>
                </a:cubicBezTo>
                <a:cubicBezTo>
                  <a:pt x="5271" y="96639"/>
                  <a:pt x="2135" y="94259"/>
                  <a:pt x="0" y="91412"/>
                </a:cubicBezTo>
                <a:cubicBezTo>
                  <a:pt x="1512" y="89455"/>
                  <a:pt x="2958" y="87520"/>
                  <a:pt x="4337" y="85607"/>
                </a:cubicBezTo>
                <a:cubicBezTo>
                  <a:pt x="5716" y="83694"/>
                  <a:pt x="7029" y="81759"/>
                  <a:pt x="8273" y="79801"/>
                </a:cubicBezTo>
                <a:lnTo>
                  <a:pt x="10008" y="80203"/>
                </a:lnTo>
                <a:cubicBezTo>
                  <a:pt x="10276" y="82248"/>
                  <a:pt x="10787" y="84206"/>
                  <a:pt x="11544" y="86075"/>
                </a:cubicBezTo>
                <a:cubicBezTo>
                  <a:pt x="12300" y="87943"/>
                  <a:pt x="13278" y="89611"/>
                  <a:pt x="14478" y="91078"/>
                </a:cubicBezTo>
                <a:cubicBezTo>
                  <a:pt x="15679" y="92546"/>
                  <a:pt x="17103" y="93702"/>
                  <a:pt x="18748" y="94548"/>
                </a:cubicBezTo>
                <a:cubicBezTo>
                  <a:pt x="20395" y="95392"/>
                  <a:pt x="22286" y="95815"/>
                  <a:pt x="24421" y="95815"/>
                </a:cubicBezTo>
                <a:cubicBezTo>
                  <a:pt x="26556" y="95815"/>
                  <a:pt x="28536" y="95348"/>
                  <a:pt x="30359" y="94414"/>
                </a:cubicBezTo>
                <a:cubicBezTo>
                  <a:pt x="32183" y="93480"/>
                  <a:pt x="33785" y="92145"/>
                  <a:pt x="35164" y="90410"/>
                </a:cubicBezTo>
                <a:cubicBezTo>
                  <a:pt x="36544" y="88675"/>
                  <a:pt x="37611" y="86630"/>
                  <a:pt x="38367" y="84273"/>
                </a:cubicBezTo>
                <a:cubicBezTo>
                  <a:pt x="39124" y="81915"/>
                  <a:pt x="39502" y="79313"/>
                  <a:pt x="39502" y="76466"/>
                </a:cubicBezTo>
                <a:cubicBezTo>
                  <a:pt x="39502" y="70593"/>
                  <a:pt x="38166" y="65856"/>
                  <a:pt x="35496" y="62253"/>
                </a:cubicBezTo>
                <a:cubicBezTo>
                  <a:pt x="32827" y="58650"/>
                  <a:pt x="29092" y="56849"/>
                  <a:pt x="24289" y="56849"/>
                </a:cubicBezTo>
                <a:cubicBezTo>
                  <a:pt x="23220" y="56849"/>
                  <a:pt x="22197" y="56893"/>
                  <a:pt x="21218" y="56983"/>
                </a:cubicBezTo>
                <a:cubicBezTo>
                  <a:pt x="20239" y="57071"/>
                  <a:pt x="19260" y="57160"/>
                  <a:pt x="18282" y="57250"/>
                </a:cubicBezTo>
                <a:lnTo>
                  <a:pt x="18282" y="50442"/>
                </a:lnTo>
                <a:close/>
                <a:moveTo>
                  <a:pt x="76334" y="47374"/>
                </a:moveTo>
                <a:cubicBezTo>
                  <a:pt x="76334" y="44349"/>
                  <a:pt x="77401" y="41769"/>
                  <a:pt x="79535" y="39634"/>
                </a:cubicBezTo>
                <a:cubicBezTo>
                  <a:pt x="81670" y="37499"/>
                  <a:pt x="84251" y="36431"/>
                  <a:pt x="87277" y="36431"/>
                </a:cubicBezTo>
                <a:cubicBezTo>
                  <a:pt x="90301" y="36431"/>
                  <a:pt x="92880" y="37499"/>
                  <a:pt x="95014" y="39634"/>
                </a:cubicBezTo>
                <a:cubicBezTo>
                  <a:pt x="97150" y="41769"/>
                  <a:pt x="98217" y="44349"/>
                  <a:pt x="98217" y="47374"/>
                </a:cubicBezTo>
                <a:cubicBezTo>
                  <a:pt x="98217" y="50398"/>
                  <a:pt x="97150" y="52978"/>
                  <a:pt x="95014" y="55114"/>
                </a:cubicBezTo>
                <a:cubicBezTo>
                  <a:pt x="92880" y="57249"/>
                  <a:pt x="90301" y="58317"/>
                  <a:pt x="87277" y="58317"/>
                </a:cubicBezTo>
                <a:cubicBezTo>
                  <a:pt x="84251" y="58317"/>
                  <a:pt x="81670" y="57249"/>
                  <a:pt x="79535" y="55114"/>
                </a:cubicBezTo>
                <a:cubicBezTo>
                  <a:pt x="77401" y="52978"/>
                  <a:pt x="76334" y="50398"/>
                  <a:pt x="76334" y="47374"/>
                </a:cubicBezTo>
                <a:moveTo>
                  <a:pt x="76334" y="91145"/>
                </a:moveTo>
                <a:cubicBezTo>
                  <a:pt x="76334" y="88120"/>
                  <a:pt x="77401" y="85540"/>
                  <a:pt x="79535" y="83406"/>
                </a:cubicBezTo>
                <a:cubicBezTo>
                  <a:pt x="81670" y="81270"/>
                  <a:pt x="84251" y="80203"/>
                  <a:pt x="87277" y="80203"/>
                </a:cubicBezTo>
                <a:cubicBezTo>
                  <a:pt x="90301" y="80203"/>
                  <a:pt x="92880" y="81270"/>
                  <a:pt x="95014" y="83406"/>
                </a:cubicBezTo>
                <a:cubicBezTo>
                  <a:pt x="97150" y="85540"/>
                  <a:pt x="98217" y="88120"/>
                  <a:pt x="98217" y="91145"/>
                </a:cubicBezTo>
                <a:cubicBezTo>
                  <a:pt x="98217" y="94170"/>
                  <a:pt x="97150" y="96683"/>
                  <a:pt x="95014" y="98686"/>
                </a:cubicBezTo>
                <a:cubicBezTo>
                  <a:pt x="92880" y="100687"/>
                  <a:pt x="90301" y="101687"/>
                  <a:pt x="87277" y="101687"/>
                </a:cubicBezTo>
                <a:cubicBezTo>
                  <a:pt x="84251" y="101687"/>
                  <a:pt x="81670" y="100687"/>
                  <a:pt x="79535" y="98686"/>
                </a:cubicBezTo>
                <a:cubicBezTo>
                  <a:pt x="77401" y="96683"/>
                  <a:pt x="76334" y="94170"/>
                  <a:pt x="76334" y="91145"/>
                </a:cubicBezTo>
                <a:close/>
                <a:moveTo>
                  <a:pt x="174551" y="73129"/>
                </a:moveTo>
                <a:lnTo>
                  <a:pt x="174551" y="81135"/>
                </a:lnTo>
                <a:cubicBezTo>
                  <a:pt x="174551" y="83716"/>
                  <a:pt x="174574" y="86074"/>
                  <a:pt x="174618" y="88209"/>
                </a:cubicBezTo>
                <a:cubicBezTo>
                  <a:pt x="174663" y="90345"/>
                  <a:pt x="174686" y="91724"/>
                  <a:pt x="174686" y="92347"/>
                </a:cubicBezTo>
                <a:cubicBezTo>
                  <a:pt x="176020" y="92435"/>
                  <a:pt x="177621" y="92524"/>
                  <a:pt x="179489" y="92614"/>
                </a:cubicBezTo>
                <a:cubicBezTo>
                  <a:pt x="181357" y="92702"/>
                  <a:pt x="183670" y="92746"/>
                  <a:pt x="186429" y="92746"/>
                </a:cubicBezTo>
                <a:cubicBezTo>
                  <a:pt x="196481" y="92746"/>
                  <a:pt x="204443" y="89321"/>
                  <a:pt x="210314" y="82471"/>
                </a:cubicBezTo>
                <a:cubicBezTo>
                  <a:pt x="216187" y="75621"/>
                  <a:pt x="219123" y="65256"/>
                  <a:pt x="219123" y="51377"/>
                </a:cubicBezTo>
                <a:cubicBezTo>
                  <a:pt x="219123" y="45862"/>
                  <a:pt x="218389" y="40924"/>
                  <a:pt x="216920" y="36565"/>
                </a:cubicBezTo>
                <a:cubicBezTo>
                  <a:pt x="215452" y="32205"/>
                  <a:pt x="213384" y="28490"/>
                  <a:pt x="210715" y="25421"/>
                </a:cubicBezTo>
                <a:cubicBezTo>
                  <a:pt x="208047" y="22351"/>
                  <a:pt x="204844" y="19994"/>
                  <a:pt x="201106" y="18349"/>
                </a:cubicBezTo>
                <a:cubicBezTo>
                  <a:pt x="197370" y="16702"/>
                  <a:pt x="193189" y="15879"/>
                  <a:pt x="188563" y="15879"/>
                </a:cubicBezTo>
                <a:cubicBezTo>
                  <a:pt x="185360" y="15879"/>
                  <a:pt x="182758" y="15946"/>
                  <a:pt x="180756" y="16080"/>
                </a:cubicBezTo>
                <a:cubicBezTo>
                  <a:pt x="178755" y="16213"/>
                  <a:pt x="176731" y="16369"/>
                  <a:pt x="174686" y="16547"/>
                </a:cubicBezTo>
                <a:cubicBezTo>
                  <a:pt x="174686" y="17170"/>
                  <a:pt x="174663" y="18549"/>
                  <a:pt x="174618" y="20684"/>
                </a:cubicBezTo>
                <a:cubicBezTo>
                  <a:pt x="174574" y="22820"/>
                  <a:pt x="174551" y="25222"/>
                  <a:pt x="174551" y="27891"/>
                </a:cubicBezTo>
                <a:lnTo>
                  <a:pt x="174551" y="35897"/>
                </a:lnTo>
                <a:lnTo>
                  <a:pt x="174551" y="42570"/>
                </a:lnTo>
                <a:lnTo>
                  <a:pt x="174551" y="66323"/>
                </a:lnTo>
                <a:lnTo>
                  <a:pt x="174551" y="73129"/>
                </a:lnTo>
                <a:moveTo>
                  <a:pt x="154802" y="45238"/>
                </a:moveTo>
                <a:cubicBezTo>
                  <a:pt x="154802" y="37854"/>
                  <a:pt x="154713" y="31293"/>
                  <a:pt x="154535" y="25555"/>
                </a:cubicBezTo>
                <a:cubicBezTo>
                  <a:pt x="154357" y="19817"/>
                  <a:pt x="154089" y="14056"/>
                  <a:pt x="153732" y="8273"/>
                </a:cubicBezTo>
                <a:cubicBezTo>
                  <a:pt x="155246" y="8451"/>
                  <a:pt x="156892" y="8607"/>
                  <a:pt x="158670" y="8742"/>
                </a:cubicBezTo>
                <a:cubicBezTo>
                  <a:pt x="160450" y="8875"/>
                  <a:pt x="162452" y="8941"/>
                  <a:pt x="164675" y="8941"/>
                </a:cubicBezTo>
                <a:cubicBezTo>
                  <a:pt x="167612" y="8941"/>
                  <a:pt x="170904" y="8830"/>
                  <a:pt x="174551" y="8607"/>
                </a:cubicBezTo>
                <a:cubicBezTo>
                  <a:pt x="178199" y="8385"/>
                  <a:pt x="182958" y="8273"/>
                  <a:pt x="188830" y="8273"/>
                </a:cubicBezTo>
                <a:cubicBezTo>
                  <a:pt x="196481" y="8273"/>
                  <a:pt x="203442" y="8963"/>
                  <a:pt x="209714" y="10342"/>
                </a:cubicBezTo>
                <a:cubicBezTo>
                  <a:pt x="215987" y="11720"/>
                  <a:pt x="221392" y="14055"/>
                  <a:pt x="225928" y="17347"/>
                </a:cubicBezTo>
                <a:cubicBezTo>
                  <a:pt x="230467" y="20639"/>
                  <a:pt x="233981" y="25065"/>
                  <a:pt x="236472" y="30625"/>
                </a:cubicBezTo>
                <a:cubicBezTo>
                  <a:pt x="238963" y="36186"/>
                  <a:pt x="240209" y="43192"/>
                  <a:pt x="240209" y="51644"/>
                </a:cubicBezTo>
                <a:cubicBezTo>
                  <a:pt x="240209" y="59029"/>
                  <a:pt x="238985" y="65702"/>
                  <a:pt x="236537" y="71662"/>
                </a:cubicBezTo>
                <a:cubicBezTo>
                  <a:pt x="234091" y="77622"/>
                  <a:pt x="230755" y="82715"/>
                  <a:pt x="226529" y="86941"/>
                </a:cubicBezTo>
                <a:cubicBezTo>
                  <a:pt x="222303" y="91166"/>
                  <a:pt x="217410" y="94392"/>
                  <a:pt x="211850" y="96617"/>
                </a:cubicBezTo>
                <a:cubicBezTo>
                  <a:pt x="206289" y="98841"/>
                  <a:pt x="200351" y="99952"/>
                  <a:pt x="194034" y="99952"/>
                </a:cubicBezTo>
                <a:cubicBezTo>
                  <a:pt x="187362" y="99952"/>
                  <a:pt x="181668" y="99908"/>
                  <a:pt x="176952" y="99818"/>
                </a:cubicBezTo>
                <a:cubicBezTo>
                  <a:pt x="172237" y="99730"/>
                  <a:pt x="168145" y="99686"/>
                  <a:pt x="164675" y="99686"/>
                </a:cubicBezTo>
                <a:cubicBezTo>
                  <a:pt x="162452" y="99686"/>
                  <a:pt x="160450" y="99686"/>
                  <a:pt x="158670" y="99686"/>
                </a:cubicBezTo>
                <a:cubicBezTo>
                  <a:pt x="156892" y="99686"/>
                  <a:pt x="155246" y="99774"/>
                  <a:pt x="153732" y="99952"/>
                </a:cubicBezTo>
                <a:cubicBezTo>
                  <a:pt x="154089" y="94437"/>
                  <a:pt x="154357" y="88810"/>
                  <a:pt x="154535" y="83072"/>
                </a:cubicBezTo>
                <a:cubicBezTo>
                  <a:pt x="154713" y="77333"/>
                  <a:pt x="154802" y="70772"/>
                  <a:pt x="154802" y="63387"/>
                </a:cubicBezTo>
                <a:lnTo>
                  <a:pt x="154802" y="45238"/>
                </a:lnTo>
                <a:close/>
                <a:moveTo>
                  <a:pt x="254754" y="10542"/>
                </a:moveTo>
                <a:cubicBezTo>
                  <a:pt x="254754" y="7605"/>
                  <a:pt x="255776" y="5114"/>
                  <a:pt x="257822" y="3069"/>
                </a:cubicBezTo>
                <a:cubicBezTo>
                  <a:pt x="259869" y="1023"/>
                  <a:pt x="262361" y="0"/>
                  <a:pt x="265297" y="0"/>
                </a:cubicBezTo>
                <a:cubicBezTo>
                  <a:pt x="268232" y="0"/>
                  <a:pt x="270723" y="1023"/>
                  <a:pt x="272768" y="3069"/>
                </a:cubicBezTo>
                <a:cubicBezTo>
                  <a:pt x="274816" y="5114"/>
                  <a:pt x="275839" y="7605"/>
                  <a:pt x="275839" y="10542"/>
                </a:cubicBezTo>
                <a:cubicBezTo>
                  <a:pt x="275839" y="13478"/>
                  <a:pt x="274816" y="15969"/>
                  <a:pt x="272768" y="18015"/>
                </a:cubicBezTo>
                <a:cubicBezTo>
                  <a:pt x="270723" y="20061"/>
                  <a:pt x="268232" y="21084"/>
                  <a:pt x="265297" y="21084"/>
                </a:cubicBezTo>
                <a:cubicBezTo>
                  <a:pt x="262361" y="21084"/>
                  <a:pt x="259869" y="20061"/>
                  <a:pt x="257822" y="18015"/>
                </a:cubicBezTo>
                <a:cubicBezTo>
                  <a:pt x="255776" y="15969"/>
                  <a:pt x="254754" y="13478"/>
                  <a:pt x="254754" y="10542"/>
                </a:cubicBezTo>
                <a:moveTo>
                  <a:pt x="256356" y="65389"/>
                </a:moveTo>
                <a:cubicBezTo>
                  <a:pt x="256356" y="59963"/>
                  <a:pt x="256289" y="54870"/>
                  <a:pt x="256154" y="50111"/>
                </a:cubicBezTo>
                <a:cubicBezTo>
                  <a:pt x="256021" y="45350"/>
                  <a:pt x="255732" y="40567"/>
                  <a:pt x="255287" y="35763"/>
                </a:cubicBezTo>
                <a:cubicBezTo>
                  <a:pt x="256533" y="35941"/>
                  <a:pt x="258001" y="36097"/>
                  <a:pt x="259691" y="36231"/>
                </a:cubicBezTo>
                <a:cubicBezTo>
                  <a:pt x="261382" y="36364"/>
                  <a:pt x="263250" y="36431"/>
                  <a:pt x="265297" y="36431"/>
                </a:cubicBezTo>
                <a:cubicBezTo>
                  <a:pt x="269478" y="36431"/>
                  <a:pt x="272815" y="36208"/>
                  <a:pt x="275306" y="35763"/>
                </a:cubicBezTo>
                <a:cubicBezTo>
                  <a:pt x="274860" y="40567"/>
                  <a:pt x="274571" y="45350"/>
                  <a:pt x="274436" y="50111"/>
                </a:cubicBezTo>
                <a:cubicBezTo>
                  <a:pt x="274303" y="54870"/>
                  <a:pt x="274237" y="59963"/>
                  <a:pt x="274237" y="65389"/>
                </a:cubicBezTo>
                <a:lnTo>
                  <a:pt x="274237" y="70728"/>
                </a:lnTo>
                <a:cubicBezTo>
                  <a:pt x="274237" y="76154"/>
                  <a:pt x="274303" y="81269"/>
                  <a:pt x="274436" y="86073"/>
                </a:cubicBezTo>
                <a:cubicBezTo>
                  <a:pt x="274571" y="90877"/>
                  <a:pt x="274860" y="95504"/>
                  <a:pt x="275306" y="99952"/>
                </a:cubicBezTo>
                <a:cubicBezTo>
                  <a:pt x="274149" y="99774"/>
                  <a:pt x="272703" y="99686"/>
                  <a:pt x="270968" y="99686"/>
                </a:cubicBezTo>
                <a:cubicBezTo>
                  <a:pt x="269233" y="99686"/>
                  <a:pt x="267343" y="99686"/>
                  <a:pt x="265297" y="99686"/>
                </a:cubicBezTo>
                <a:cubicBezTo>
                  <a:pt x="263250" y="99686"/>
                  <a:pt x="261382" y="99686"/>
                  <a:pt x="259691" y="99686"/>
                </a:cubicBezTo>
                <a:cubicBezTo>
                  <a:pt x="258001" y="99686"/>
                  <a:pt x="256533" y="99774"/>
                  <a:pt x="255287" y="99952"/>
                </a:cubicBezTo>
                <a:cubicBezTo>
                  <a:pt x="255732" y="95504"/>
                  <a:pt x="256021" y="90877"/>
                  <a:pt x="256154" y="86073"/>
                </a:cubicBezTo>
                <a:cubicBezTo>
                  <a:pt x="256289" y="81269"/>
                  <a:pt x="256356" y="76154"/>
                  <a:pt x="256356" y="70728"/>
                </a:cubicBezTo>
                <a:lnTo>
                  <a:pt x="256356" y="65389"/>
                </a:lnTo>
                <a:close/>
                <a:moveTo>
                  <a:pt x="293054" y="83538"/>
                </a:moveTo>
                <a:cubicBezTo>
                  <a:pt x="293588" y="84962"/>
                  <a:pt x="294277" y="86319"/>
                  <a:pt x="295121" y="87608"/>
                </a:cubicBezTo>
                <a:cubicBezTo>
                  <a:pt x="295967" y="88898"/>
                  <a:pt x="297012" y="90055"/>
                  <a:pt x="298257" y="91078"/>
                </a:cubicBezTo>
                <a:cubicBezTo>
                  <a:pt x="299503" y="92102"/>
                  <a:pt x="300994" y="92925"/>
                  <a:pt x="302728" y="93548"/>
                </a:cubicBezTo>
                <a:cubicBezTo>
                  <a:pt x="304463" y="94170"/>
                  <a:pt x="306487" y="94481"/>
                  <a:pt x="308801" y="94481"/>
                </a:cubicBezTo>
                <a:cubicBezTo>
                  <a:pt x="311915" y="94481"/>
                  <a:pt x="314317" y="93681"/>
                  <a:pt x="316007" y="92080"/>
                </a:cubicBezTo>
                <a:cubicBezTo>
                  <a:pt x="317697" y="90478"/>
                  <a:pt x="318542" y="88743"/>
                  <a:pt x="318542" y="86875"/>
                </a:cubicBezTo>
                <a:cubicBezTo>
                  <a:pt x="318542" y="84828"/>
                  <a:pt x="317786" y="83182"/>
                  <a:pt x="316274" y="81937"/>
                </a:cubicBezTo>
                <a:cubicBezTo>
                  <a:pt x="314761" y="80691"/>
                  <a:pt x="312871" y="79557"/>
                  <a:pt x="310603" y="78535"/>
                </a:cubicBezTo>
                <a:cubicBezTo>
                  <a:pt x="308334" y="77511"/>
                  <a:pt x="305866" y="76466"/>
                  <a:pt x="303197" y="75399"/>
                </a:cubicBezTo>
                <a:cubicBezTo>
                  <a:pt x="300528" y="74331"/>
                  <a:pt x="298059" y="72974"/>
                  <a:pt x="295789" y="71328"/>
                </a:cubicBezTo>
                <a:cubicBezTo>
                  <a:pt x="293520" y="69682"/>
                  <a:pt x="291630" y="67613"/>
                  <a:pt x="290118" y="65122"/>
                </a:cubicBezTo>
                <a:cubicBezTo>
                  <a:pt x="288606" y="62631"/>
                  <a:pt x="287849" y="59429"/>
                  <a:pt x="287849" y="55515"/>
                </a:cubicBezTo>
                <a:cubicBezTo>
                  <a:pt x="287849" y="51778"/>
                  <a:pt x="288539" y="48552"/>
                  <a:pt x="289918" y="45838"/>
                </a:cubicBezTo>
                <a:cubicBezTo>
                  <a:pt x="291298" y="43125"/>
                  <a:pt x="293099" y="40901"/>
                  <a:pt x="295323" y="39166"/>
                </a:cubicBezTo>
                <a:cubicBezTo>
                  <a:pt x="297546" y="37431"/>
                  <a:pt x="300059" y="36141"/>
                  <a:pt x="302861" y="35297"/>
                </a:cubicBezTo>
                <a:cubicBezTo>
                  <a:pt x="305664" y="34451"/>
                  <a:pt x="308445" y="34028"/>
                  <a:pt x="311203" y="34028"/>
                </a:cubicBezTo>
                <a:cubicBezTo>
                  <a:pt x="314939" y="34028"/>
                  <a:pt x="318253" y="34562"/>
                  <a:pt x="321144" y="35631"/>
                </a:cubicBezTo>
                <a:cubicBezTo>
                  <a:pt x="324036" y="36698"/>
                  <a:pt x="326994" y="38254"/>
                  <a:pt x="330019" y="40300"/>
                </a:cubicBezTo>
                <a:cubicBezTo>
                  <a:pt x="329219" y="42080"/>
                  <a:pt x="328552" y="43993"/>
                  <a:pt x="328017" y="46040"/>
                </a:cubicBezTo>
                <a:cubicBezTo>
                  <a:pt x="327483" y="48086"/>
                  <a:pt x="327084" y="50087"/>
                  <a:pt x="326818" y="52045"/>
                </a:cubicBezTo>
                <a:lnTo>
                  <a:pt x="323081" y="52045"/>
                </a:lnTo>
                <a:cubicBezTo>
                  <a:pt x="322814" y="50977"/>
                  <a:pt x="322368" y="49798"/>
                  <a:pt x="321745" y="48508"/>
                </a:cubicBezTo>
                <a:cubicBezTo>
                  <a:pt x="321122" y="47218"/>
                  <a:pt x="320277" y="45995"/>
                  <a:pt x="319210" y="44839"/>
                </a:cubicBezTo>
                <a:cubicBezTo>
                  <a:pt x="318143" y="43682"/>
                  <a:pt x="316853" y="42726"/>
                  <a:pt x="315339" y="41970"/>
                </a:cubicBezTo>
                <a:cubicBezTo>
                  <a:pt x="313827" y="41213"/>
                  <a:pt x="312004" y="40835"/>
                  <a:pt x="309870" y="40835"/>
                </a:cubicBezTo>
                <a:cubicBezTo>
                  <a:pt x="307199" y="40835"/>
                  <a:pt x="304952" y="41547"/>
                  <a:pt x="303128" y="42971"/>
                </a:cubicBezTo>
                <a:cubicBezTo>
                  <a:pt x="301304" y="44394"/>
                  <a:pt x="300393" y="46262"/>
                  <a:pt x="300393" y="48575"/>
                </a:cubicBezTo>
                <a:cubicBezTo>
                  <a:pt x="300393" y="50711"/>
                  <a:pt x="301171" y="52423"/>
                  <a:pt x="302728" y="53713"/>
                </a:cubicBezTo>
                <a:cubicBezTo>
                  <a:pt x="304286" y="55002"/>
                  <a:pt x="306221" y="56137"/>
                  <a:pt x="308534" y="57115"/>
                </a:cubicBezTo>
                <a:cubicBezTo>
                  <a:pt x="310847" y="58094"/>
                  <a:pt x="313382" y="59073"/>
                  <a:pt x="316139" y="60052"/>
                </a:cubicBezTo>
                <a:cubicBezTo>
                  <a:pt x="318898" y="61030"/>
                  <a:pt x="321434" y="62298"/>
                  <a:pt x="323747" y="63855"/>
                </a:cubicBezTo>
                <a:cubicBezTo>
                  <a:pt x="326060" y="65411"/>
                  <a:pt x="327995" y="67434"/>
                  <a:pt x="329552" y="69925"/>
                </a:cubicBezTo>
                <a:cubicBezTo>
                  <a:pt x="331109" y="72417"/>
                  <a:pt x="331888" y="75620"/>
                  <a:pt x="331888" y="79535"/>
                </a:cubicBezTo>
                <a:cubicBezTo>
                  <a:pt x="331888" y="83450"/>
                  <a:pt x="331176" y="86808"/>
                  <a:pt x="329752" y="89610"/>
                </a:cubicBezTo>
                <a:cubicBezTo>
                  <a:pt x="328329" y="92412"/>
                  <a:pt x="326416" y="94725"/>
                  <a:pt x="324014" y="96550"/>
                </a:cubicBezTo>
                <a:cubicBezTo>
                  <a:pt x="321612" y="98373"/>
                  <a:pt x="318877" y="99685"/>
                  <a:pt x="315807" y="100486"/>
                </a:cubicBezTo>
                <a:cubicBezTo>
                  <a:pt x="312738" y="101287"/>
                  <a:pt x="309513" y="101687"/>
                  <a:pt x="306133" y="101687"/>
                </a:cubicBezTo>
                <a:cubicBezTo>
                  <a:pt x="302128" y="101687"/>
                  <a:pt x="298525" y="101109"/>
                  <a:pt x="295323" y="99952"/>
                </a:cubicBezTo>
                <a:cubicBezTo>
                  <a:pt x="292120" y="98796"/>
                  <a:pt x="289585" y="97595"/>
                  <a:pt x="287717" y="96350"/>
                </a:cubicBezTo>
                <a:cubicBezTo>
                  <a:pt x="288784" y="92079"/>
                  <a:pt x="289451" y="87809"/>
                  <a:pt x="289719" y="83538"/>
                </a:cubicBezTo>
                <a:lnTo>
                  <a:pt x="293054" y="83538"/>
                </a:lnTo>
                <a:close/>
                <a:moveTo>
                  <a:pt x="375124" y="79669"/>
                </a:moveTo>
                <a:cubicBezTo>
                  <a:pt x="375124" y="75844"/>
                  <a:pt x="375147" y="72930"/>
                  <a:pt x="375192" y="70927"/>
                </a:cubicBezTo>
                <a:cubicBezTo>
                  <a:pt x="375236" y="68925"/>
                  <a:pt x="375259" y="67168"/>
                  <a:pt x="375259" y="65655"/>
                </a:cubicBezTo>
                <a:cubicBezTo>
                  <a:pt x="373389" y="66724"/>
                  <a:pt x="371410" y="67592"/>
                  <a:pt x="369319" y="68260"/>
                </a:cubicBezTo>
                <a:cubicBezTo>
                  <a:pt x="367228" y="68926"/>
                  <a:pt x="365316" y="69771"/>
                  <a:pt x="363581" y="70795"/>
                </a:cubicBezTo>
                <a:cubicBezTo>
                  <a:pt x="361846" y="71817"/>
                  <a:pt x="360423" y="73218"/>
                  <a:pt x="359311" y="74998"/>
                </a:cubicBezTo>
                <a:cubicBezTo>
                  <a:pt x="358199" y="76778"/>
                  <a:pt x="357643" y="79357"/>
                  <a:pt x="357643" y="82738"/>
                </a:cubicBezTo>
                <a:cubicBezTo>
                  <a:pt x="357643" y="86030"/>
                  <a:pt x="358333" y="88543"/>
                  <a:pt x="359712" y="90278"/>
                </a:cubicBezTo>
                <a:cubicBezTo>
                  <a:pt x="361091" y="92013"/>
                  <a:pt x="362937" y="92880"/>
                  <a:pt x="365248" y="92880"/>
                </a:cubicBezTo>
                <a:cubicBezTo>
                  <a:pt x="368185" y="92880"/>
                  <a:pt x="370565" y="91769"/>
                  <a:pt x="372388" y="89545"/>
                </a:cubicBezTo>
                <a:cubicBezTo>
                  <a:pt x="374212" y="87320"/>
                  <a:pt x="375124" y="84028"/>
                  <a:pt x="375124" y="79669"/>
                </a:cubicBezTo>
                <a:moveTo>
                  <a:pt x="343497" y="43370"/>
                </a:moveTo>
                <a:cubicBezTo>
                  <a:pt x="347234" y="40346"/>
                  <a:pt x="351260" y="38033"/>
                  <a:pt x="355574" y="36431"/>
                </a:cubicBezTo>
                <a:cubicBezTo>
                  <a:pt x="359890" y="34829"/>
                  <a:pt x="364182" y="34028"/>
                  <a:pt x="368452" y="34028"/>
                </a:cubicBezTo>
                <a:cubicBezTo>
                  <a:pt x="372011" y="34028"/>
                  <a:pt x="375281" y="34429"/>
                  <a:pt x="378260" y="35229"/>
                </a:cubicBezTo>
                <a:cubicBezTo>
                  <a:pt x="381241" y="36030"/>
                  <a:pt x="383821" y="37298"/>
                  <a:pt x="386000" y="39033"/>
                </a:cubicBezTo>
                <a:cubicBezTo>
                  <a:pt x="388180" y="40768"/>
                  <a:pt x="389870" y="43015"/>
                  <a:pt x="391070" y="45773"/>
                </a:cubicBezTo>
                <a:cubicBezTo>
                  <a:pt x="392272" y="48530"/>
                  <a:pt x="392873" y="51866"/>
                  <a:pt x="392873" y="55782"/>
                </a:cubicBezTo>
                <a:cubicBezTo>
                  <a:pt x="392873" y="61475"/>
                  <a:pt x="392806" y="66746"/>
                  <a:pt x="392673" y="71595"/>
                </a:cubicBezTo>
                <a:cubicBezTo>
                  <a:pt x="392540" y="76443"/>
                  <a:pt x="392473" y="81269"/>
                  <a:pt x="392473" y="86073"/>
                </a:cubicBezTo>
                <a:cubicBezTo>
                  <a:pt x="392473" y="88208"/>
                  <a:pt x="392629" y="89877"/>
                  <a:pt x="392940" y="91078"/>
                </a:cubicBezTo>
                <a:cubicBezTo>
                  <a:pt x="393252" y="92280"/>
                  <a:pt x="393719" y="93192"/>
                  <a:pt x="394341" y="93815"/>
                </a:cubicBezTo>
                <a:cubicBezTo>
                  <a:pt x="394964" y="94437"/>
                  <a:pt x="395786" y="94837"/>
                  <a:pt x="396809" y="95014"/>
                </a:cubicBezTo>
                <a:cubicBezTo>
                  <a:pt x="397832" y="95192"/>
                  <a:pt x="399011" y="95281"/>
                  <a:pt x="400346" y="95281"/>
                </a:cubicBezTo>
                <a:lnTo>
                  <a:pt x="400346" y="98484"/>
                </a:lnTo>
                <a:cubicBezTo>
                  <a:pt x="397766" y="99553"/>
                  <a:pt x="395587" y="100353"/>
                  <a:pt x="393807" y="100887"/>
                </a:cubicBezTo>
                <a:cubicBezTo>
                  <a:pt x="392027" y="101420"/>
                  <a:pt x="390115" y="101687"/>
                  <a:pt x="388069" y="101687"/>
                </a:cubicBezTo>
                <a:cubicBezTo>
                  <a:pt x="384777" y="101687"/>
                  <a:pt x="382108" y="100887"/>
                  <a:pt x="380062" y="99286"/>
                </a:cubicBezTo>
                <a:cubicBezTo>
                  <a:pt x="378017" y="97685"/>
                  <a:pt x="376460" y="95371"/>
                  <a:pt x="375391" y="92347"/>
                </a:cubicBezTo>
                <a:cubicBezTo>
                  <a:pt x="373345" y="95194"/>
                  <a:pt x="370966" y="97462"/>
                  <a:pt x="368252" y="99152"/>
                </a:cubicBezTo>
                <a:cubicBezTo>
                  <a:pt x="365538" y="100842"/>
                  <a:pt x="362136" y="101687"/>
                  <a:pt x="358044" y="101687"/>
                </a:cubicBezTo>
                <a:cubicBezTo>
                  <a:pt x="354663" y="101687"/>
                  <a:pt x="351770" y="101242"/>
                  <a:pt x="349368" y="100351"/>
                </a:cubicBezTo>
                <a:cubicBezTo>
                  <a:pt x="346966" y="99462"/>
                  <a:pt x="344987" y="98195"/>
                  <a:pt x="343430" y="96550"/>
                </a:cubicBezTo>
                <a:cubicBezTo>
                  <a:pt x="341873" y="94903"/>
                  <a:pt x="340739" y="93034"/>
                  <a:pt x="340027" y="90944"/>
                </a:cubicBezTo>
                <a:cubicBezTo>
                  <a:pt x="339316" y="88853"/>
                  <a:pt x="338960" y="86740"/>
                  <a:pt x="338960" y="84605"/>
                </a:cubicBezTo>
                <a:cubicBezTo>
                  <a:pt x="338960" y="81670"/>
                  <a:pt x="339427" y="79135"/>
                  <a:pt x="340361" y="76999"/>
                </a:cubicBezTo>
                <a:cubicBezTo>
                  <a:pt x="341295" y="74864"/>
                  <a:pt x="342630" y="73040"/>
                  <a:pt x="344365" y="71528"/>
                </a:cubicBezTo>
                <a:cubicBezTo>
                  <a:pt x="346099" y="70016"/>
                  <a:pt x="348168" y="68748"/>
                  <a:pt x="350569" y="67724"/>
                </a:cubicBezTo>
                <a:cubicBezTo>
                  <a:pt x="352972" y="66701"/>
                  <a:pt x="355685" y="65833"/>
                  <a:pt x="358710" y="65122"/>
                </a:cubicBezTo>
                <a:cubicBezTo>
                  <a:pt x="362447" y="64233"/>
                  <a:pt x="365405" y="63455"/>
                  <a:pt x="367584" y="62788"/>
                </a:cubicBezTo>
                <a:cubicBezTo>
                  <a:pt x="369764" y="62120"/>
                  <a:pt x="371388" y="61453"/>
                  <a:pt x="372455" y="60787"/>
                </a:cubicBezTo>
                <a:cubicBezTo>
                  <a:pt x="373523" y="60119"/>
                  <a:pt x="374213" y="59384"/>
                  <a:pt x="374524" y="58583"/>
                </a:cubicBezTo>
                <a:cubicBezTo>
                  <a:pt x="374836" y="57783"/>
                  <a:pt x="374992" y="56804"/>
                  <a:pt x="374992" y="55647"/>
                </a:cubicBezTo>
                <a:cubicBezTo>
                  <a:pt x="374992" y="52445"/>
                  <a:pt x="373857" y="49709"/>
                  <a:pt x="371587" y="47441"/>
                </a:cubicBezTo>
                <a:cubicBezTo>
                  <a:pt x="369319" y="45171"/>
                  <a:pt x="366183" y="44036"/>
                  <a:pt x="362180" y="44036"/>
                </a:cubicBezTo>
                <a:cubicBezTo>
                  <a:pt x="360668" y="44036"/>
                  <a:pt x="359110" y="44237"/>
                  <a:pt x="357509" y="44637"/>
                </a:cubicBezTo>
                <a:cubicBezTo>
                  <a:pt x="355908" y="45038"/>
                  <a:pt x="354373" y="45594"/>
                  <a:pt x="352905" y="46307"/>
                </a:cubicBezTo>
                <a:cubicBezTo>
                  <a:pt x="351437" y="47018"/>
                  <a:pt x="350103" y="47797"/>
                  <a:pt x="348901" y="48642"/>
                </a:cubicBezTo>
                <a:cubicBezTo>
                  <a:pt x="347701" y="49487"/>
                  <a:pt x="346790" y="50398"/>
                  <a:pt x="346167" y="51377"/>
                </a:cubicBezTo>
                <a:lnTo>
                  <a:pt x="345232" y="51377"/>
                </a:lnTo>
                <a:lnTo>
                  <a:pt x="343497" y="43370"/>
                </a:lnTo>
                <a:close/>
                <a:moveTo>
                  <a:pt x="435044" y="39500"/>
                </a:moveTo>
                <a:cubicBezTo>
                  <a:pt x="428993" y="39500"/>
                  <a:pt x="425968" y="45371"/>
                  <a:pt x="425968" y="57115"/>
                </a:cubicBezTo>
                <a:cubicBezTo>
                  <a:pt x="425968" y="60052"/>
                  <a:pt x="426235" y="62521"/>
                  <a:pt x="426768" y="64523"/>
                </a:cubicBezTo>
                <a:cubicBezTo>
                  <a:pt x="427303" y="66524"/>
                  <a:pt x="427993" y="68148"/>
                  <a:pt x="428837" y="69394"/>
                </a:cubicBezTo>
                <a:cubicBezTo>
                  <a:pt x="429683" y="70639"/>
                  <a:pt x="430617" y="71528"/>
                  <a:pt x="431639" y="72062"/>
                </a:cubicBezTo>
                <a:cubicBezTo>
                  <a:pt x="432663" y="72595"/>
                  <a:pt x="433709" y="72862"/>
                  <a:pt x="434777" y="72862"/>
                </a:cubicBezTo>
                <a:cubicBezTo>
                  <a:pt x="437712" y="72862"/>
                  <a:pt x="439891" y="71572"/>
                  <a:pt x="441316" y="68993"/>
                </a:cubicBezTo>
                <a:cubicBezTo>
                  <a:pt x="442740" y="66412"/>
                  <a:pt x="443452" y="62053"/>
                  <a:pt x="443452" y="55914"/>
                </a:cubicBezTo>
                <a:cubicBezTo>
                  <a:pt x="443452" y="49865"/>
                  <a:pt x="442651" y="45617"/>
                  <a:pt x="441049" y="43171"/>
                </a:cubicBezTo>
                <a:cubicBezTo>
                  <a:pt x="439447" y="40723"/>
                  <a:pt x="437445" y="39500"/>
                  <a:pt x="435044" y="39500"/>
                </a:cubicBezTo>
                <a:moveTo>
                  <a:pt x="454928" y="40835"/>
                </a:moveTo>
                <a:cubicBezTo>
                  <a:pt x="457152" y="42436"/>
                  <a:pt x="458908" y="44460"/>
                  <a:pt x="460198" y="46907"/>
                </a:cubicBezTo>
                <a:cubicBezTo>
                  <a:pt x="461489" y="49354"/>
                  <a:pt x="462134" y="52267"/>
                  <a:pt x="462134" y="55647"/>
                </a:cubicBezTo>
                <a:cubicBezTo>
                  <a:pt x="462134" y="58939"/>
                  <a:pt x="461511" y="61942"/>
                  <a:pt x="460265" y="64656"/>
                </a:cubicBezTo>
                <a:cubicBezTo>
                  <a:pt x="459020" y="67369"/>
                  <a:pt x="457263" y="69705"/>
                  <a:pt x="454993" y="71662"/>
                </a:cubicBezTo>
                <a:cubicBezTo>
                  <a:pt x="452725" y="73619"/>
                  <a:pt x="450011" y="75131"/>
                  <a:pt x="446852" y="76199"/>
                </a:cubicBezTo>
                <a:cubicBezTo>
                  <a:pt x="443695" y="77266"/>
                  <a:pt x="440159" y="77800"/>
                  <a:pt x="436245" y="77800"/>
                </a:cubicBezTo>
                <a:cubicBezTo>
                  <a:pt x="435266" y="77800"/>
                  <a:pt x="434309" y="77778"/>
                  <a:pt x="433374" y="77735"/>
                </a:cubicBezTo>
                <a:cubicBezTo>
                  <a:pt x="432440" y="77690"/>
                  <a:pt x="431395" y="77667"/>
                  <a:pt x="430238" y="77667"/>
                </a:cubicBezTo>
                <a:cubicBezTo>
                  <a:pt x="429171" y="77667"/>
                  <a:pt x="428260" y="78157"/>
                  <a:pt x="427503" y="79136"/>
                </a:cubicBezTo>
                <a:cubicBezTo>
                  <a:pt x="426747" y="80113"/>
                  <a:pt x="426369" y="81225"/>
                  <a:pt x="426369" y="82471"/>
                </a:cubicBezTo>
                <a:cubicBezTo>
                  <a:pt x="426369" y="84606"/>
                  <a:pt x="427192" y="86297"/>
                  <a:pt x="428837" y="87543"/>
                </a:cubicBezTo>
                <a:cubicBezTo>
                  <a:pt x="430484" y="88788"/>
                  <a:pt x="433086" y="89455"/>
                  <a:pt x="436644" y="89543"/>
                </a:cubicBezTo>
                <a:lnTo>
                  <a:pt x="446520" y="89677"/>
                </a:lnTo>
                <a:cubicBezTo>
                  <a:pt x="453993" y="89766"/>
                  <a:pt x="459486" y="91166"/>
                  <a:pt x="463000" y="93880"/>
                </a:cubicBezTo>
                <a:cubicBezTo>
                  <a:pt x="466514" y="96594"/>
                  <a:pt x="468272" y="100931"/>
                  <a:pt x="468272" y="106892"/>
                </a:cubicBezTo>
                <a:cubicBezTo>
                  <a:pt x="468272" y="112230"/>
                  <a:pt x="467182" y="116700"/>
                  <a:pt x="465001" y="120303"/>
                </a:cubicBezTo>
                <a:cubicBezTo>
                  <a:pt x="462823" y="123907"/>
                  <a:pt x="460021" y="126843"/>
                  <a:pt x="456596" y="129112"/>
                </a:cubicBezTo>
                <a:cubicBezTo>
                  <a:pt x="453171" y="131380"/>
                  <a:pt x="449367" y="133004"/>
                  <a:pt x="445184" y="133982"/>
                </a:cubicBezTo>
                <a:cubicBezTo>
                  <a:pt x="441003" y="134961"/>
                  <a:pt x="436956" y="135451"/>
                  <a:pt x="433042" y="135451"/>
                </a:cubicBezTo>
                <a:cubicBezTo>
                  <a:pt x="424679" y="135451"/>
                  <a:pt x="418161" y="133827"/>
                  <a:pt x="413490" y="130580"/>
                </a:cubicBezTo>
                <a:cubicBezTo>
                  <a:pt x="408820" y="127333"/>
                  <a:pt x="406485" y="123040"/>
                  <a:pt x="406485" y="117700"/>
                </a:cubicBezTo>
                <a:cubicBezTo>
                  <a:pt x="406485" y="113431"/>
                  <a:pt x="407663" y="109984"/>
                  <a:pt x="410020" y="107358"/>
                </a:cubicBezTo>
                <a:cubicBezTo>
                  <a:pt x="412378" y="104734"/>
                  <a:pt x="415559" y="102666"/>
                  <a:pt x="419564" y="101154"/>
                </a:cubicBezTo>
                <a:lnTo>
                  <a:pt x="419564" y="100887"/>
                </a:lnTo>
                <a:cubicBezTo>
                  <a:pt x="417251" y="100086"/>
                  <a:pt x="415405" y="98863"/>
                  <a:pt x="414025" y="97218"/>
                </a:cubicBezTo>
                <a:cubicBezTo>
                  <a:pt x="412646" y="95571"/>
                  <a:pt x="411957" y="93502"/>
                  <a:pt x="411957" y="91011"/>
                </a:cubicBezTo>
                <a:cubicBezTo>
                  <a:pt x="411957" y="88075"/>
                  <a:pt x="413091" y="85228"/>
                  <a:pt x="415359" y="82471"/>
                </a:cubicBezTo>
                <a:cubicBezTo>
                  <a:pt x="417628" y="79712"/>
                  <a:pt x="420630" y="77844"/>
                  <a:pt x="424368" y="76865"/>
                </a:cubicBezTo>
                <a:lnTo>
                  <a:pt x="424368" y="76598"/>
                </a:lnTo>
                <a:cubicBezTo>
                  <a:pt x="418940" y="75264"/>
                  <a:pt x="414759" y="72862"/>
                  <a:pt x="411824" y="69392"/>
                </a:cubicBezTo>
                <a:cubicBezTo>
                  <a:pt x="408798" y="65834"/>
                  <a:pt x="407285" y="61208"/>
                  <a:pt x="407285" y="55515"/>
                </a:cubicBezTo>
                <a:cubicBezTo>
                  <a:pt x="407285" y="52133"/>
                  <a:pt x="407975" y="49108"/>
                  <a:pt x="409354" y="46439"/>
                </a:cubicBezTo>
                <a:cubicBezTo>
                  <a:pt x="410733" y="43770"/>
                  <a:pt x="412669" y="41524"/>
                  <a:pt x="415160" y="39701"/>
                </a:cubicBezTo>
                <a:cubicBezTo>
                  <a:pt x="417651" y="37877"/>
                  <a:pt x="420631" y="36475"/>
                  <a:pt x="424101" y="35496"/>
                </a:cubicBezTo>
                <a:cubicBezTo>
                  <a:pt x="427571" y="34517"/>
                  <a:pt x="431396" y="34028"/>
                  <a:pt x="435577" y="34028"/>
                </a:cubicBezTo>
                <a:cubicBezTo>
                  <a:pt x="437179" y="34028"/>
                  <a:pt x="438825" y="34095"/>
                  <a:pt x="440515" y="34230"/>
                </a:cubicBezTo>
                <a:cubicBezTo>
                  <a:pt x="442205" y="34363"/>
                  <a:pt x="443851" y="34473"/>
                  <a:pt x="445453" y="34562"/>
                </a:cubicBezTo>
                <a:cubicBezTo>
                  <a:pt x="446610" y="34651"/>
                  <a:pt x="447788" y="34718"/>
                  <a:pt x="448988" y="34763"/>
                </a:cubicBezTo>
                <a:cubicBezTo>
                  <a:pt x="450190" y="34808"/>
                  <a:pt x="451502" y="34830"/>
                  <a:pt x="452926" y="34830"/>
                </a:cubicBezTo>
                <a:cubicBezTo>
                  <a:pt x="455150" y="34830"/>
                  <a:pt x="457462" y="34808"/>
                  <a:pt x="459864" y="34763"/>
                </a:cubicBezTo>
                <a:cubicBezTo>
                  <a:pt x="462267" y="34718"/>
                  <a:pt x="464669" y="34696"/>
                  <a:pt x="467070" y="34696"/>
                </a:cubicBezTo>
                <a:cubicBezTo>
                  <a:pt x="466982" y="35229"/>
                  <a:pt x="466915" y="35764"/>
                  <a:pt x="466871" y="36299"/>
                </a:cubicBezTo>
                <a:cubicBezTo>
                  <a:pt x="466826" y="36832"/>
                  <a:pt x="466803" y="37366"/>
                  <a:pt x="466803" y="37899"/>
                </a:cubicBezTo>
                <a:cubicBezTo>
                  <a:pt x="466803" y="38433"/>
                  <a:pt x="466826" y="38966"/>
                  <a:pt x="466871" y="39500"/>
                </a:cubicBezTo>
                <a:cubicBezTo>
                  <a:pt x="466915" y="40033"/>
                  <a:pt x="466982" y="40567"/>
                  <a:pt x="467070" y="41102"/>
                </a:cubicBezTo>
                <a:lnTo>
                  <a:pt x="455327" y="40569"/>
                </a:lnTo>
                <a:lnTo>
                  <a:pt x="454928" y="40835"/>
                </a:lnTo>
                <a:moveTo>
                  <a:pt x="452792" y="114098"/>
                </a:moveTo>
                <a:cubicBezTo>
                  <a:pt x="452792" y="111518"/>
                  <a:pt x="452347" y="109405"/>
                  <a:pt x="451456" y="107759"/>
                </a:cubicBezTo>
                <a:cubicBezTo>
                  <a:pt x="450567" y="106114"/>
                  <a:pt x="449300" y="104846"/>
                  <a:pt x="447654" y="103956"/>
                </a:cubicBezTo>
                <a:cubicBezTo>
                  <a:pt x="446009" y="103066"/>
                  <a:pt x="443985" y="102466"/>
                  <a:pt x="441582" y="102154"/>
                </a:cubicBezTo>
                <a:cubicBezTo>
                  <a:pt x="439181" y="101843"/>
                  <a:pt x="436467" y="101687"/>
                  <a:pt x="433441" y="101687"/>
                </a:cubicBezTo>
                <a:cubicBezTo>
                  <a:pt x="428815" y="101687"/>
                  <a:pt x="425612" y="102132"/>
                  <a:pt x="423834" y="103021"/>
                </a:cubicBezTo>
                <a:cubicBezTo>
                  <a:pt x="422766" y="103556"/>
                  <a:pt x="421631" y="104846"/>
                  <a:pt x="420429" y="106892"/>
                </a:cubicBezTo>
                <a:cubicBezTo>
                  <a:pt x="419229" y="108938"/>
                  <a:pt x="418629" y="111518"/>
                  <a:pt x="418629" y="114632"/>
                </a:cubicBezTo>
                <a:cubicBezTo>
                  <a:pt x="418629" y="117212"/>
                  <a:pt x="419096" y="119459"/>
                  <a:pt x="420030" y="121372"/>
                </a:cubicBezTo>
                <a:cubicBezTo>
                  <a:pt x="420964" y="123285"/>
                  <a:pt x="422232" y="124863"/>
                  <a:pt x="423832" y="126108"/>
                </a:cubicBezTo>
                <a:cubicBezTo>
                  <a:pt x="425434" y="127354"/>
                  <a:pt x="427280" y="128311"/>
                  <a:pt x="429371" y="128977"/>
                </a:cubicBezTo>
                <a:cubicBezTo>
                  <a:pt x="431463" y="129645"/>
                  <a:pt x="433709" y="129979"/>
                  <a:pt x="436111" y="129979"/>
                </a:cubicBezTo>
                <a:cubicBezTo>
                  <a:pt x="438691" y="129979"/>
                  <a:pt x="441005" y="129556"/>
                  <a:pt x="443050" y="128711"/>
                </a:cubicBezTo>
                <a:cubicBezTo>
                  <a:pt x="445096" y="127865"/>
                  <a:pt x="446853" y="126708"/>
                  <a:pt x="448320" y="125241"/>
                </a:cubicBezTo>
                <a:cubicBezTo>
                  <a:pt x="449789" y="123773"/>
                  <a:pt x="450902" y="122083"/>
                  <a:pt x="451658" y="120170"/>
                </a:cubicBezTo>
                <a:cubicBezTo>
                  <a:pt x="452414" y="118258"/>
                  <a:pt x="452792" y="116234"/>
                  <a:pt x="452792" y="114098"/>
                </a:cubicBezTo>
                <a:close/>
                <a:moveTo>
                  <a:pt x="495497" y="52312"/>
                </a:moveTo>
                <a:cubicBezTo>
                  <a:pt x="497810" y="46173"/>
                  <a:pt x="500612" y="41658"/>
                  <a:pt x="503902" y="38766"/>
                </a:cubicBezTo>
                <a:cubicBezTo>
                  <a:pt x="507194" y="35875"/>
                  <a:pt x="511109" y="34429"/>
                  <a:pt x="515648" y="34429"/>
                </a:cubicBezTo>
                <a:cubicBezTo>
                  <a:pt x="516092" y="34429"/>
                  <a:pt x="516469" y="34452"/>
                  <a:pt x="516780" y="34496"/>
                </a:cubicBezTo>
                <a:cubicBezTo>
                  <a:pt x="517092" y="34540"/>
                  <a:pt x="517426" y="34562"/>
                  <a:pt x="517782" y="34562"/>
                </a:cubicBezTo>
                <a:cubicBezTo>
                  <a:pt x="517514" y="35896"/>
                  <a:pt x="517314" y="37320"/>
                  <a:pt x="517181" y="38834"/>
                </a:cubicBezTo>
                <a:cubicBezTo>
                  <a:pt x="517048" y="40346"/>
                  <a:pt x="516981" y="42125"/>
                  <a:pt x="516981" y="44171"/>
                </a:cubicBezTo>
                <a:lnTo>
                  <a:pt x="516981" y="48441"/>
                </a:lnTo>
                <a:cubicBezTo>
                  <a:pt x="516981" y="49152"/>
                  <a:pt x="516981" y="49908"/>
                  <a:pt x="516981" y="50709"/>
                </a:cubicBezTo>
                <a:cubicBezTo>
                  <a:pt x="516981" y="51510"/>
                  <a:pt x="517026" y="52266"/>
                  <a:pt x="517114" y="52978"/>
                </a:cubicBezTo>
                <a:lnTo>
                  <a:pt x="515914" y="54047"/>
                </a:lnTo>
                <a:cubicBezTo>
                  <a:pt x="515024" y="53512"/>
                  <a:pt x="514023" y="53067"/>
                  <a:pt x="512911" y="52711"/>
                </a:cubicBezTo>
                <a:cubicBezTo>
                  <a:pt x="511799" y="52355"/>
                  <a:pt x="510531" y="52177"/>
                  <a:pt x="509107" y="52177"/>
                </a:cubicBezTo>
                <a:cubicBezTo>
                  <a:pt x="505104" y="52177"/>
                  <a:pt x="501946" y="53490"/>
                  <a:pt x="499632" y="56116"/>
                </a:cubicBezTo>
                <a:cubicBezTo>
                  <a:pt x="497319" y="58740"/>
                  <a:pt x="496163" y="61831"/>
                  <a:pt x="496163" y="65389"/>
                </a:cubicBezTo>
                <a:lnTo>
                  <a:pt x="496163" y="70728"/>
                </a:lnTo>
                <a:cubicBezTo>
                  <a:pt x="496163" y="76154"/>
                  <a:pt x="496229" y="81269"/>
                  <a:pt x="496362" y="86073"/>
                </a:cubicBezTo>
                <a:cubicBezTo>
                  <a:pt x="496497" y="90877"/>
                  <a:pt x="496786" y="95504"/>
                  <a:pt x="497232" y="99952"/>
                </a:cubicBezTo>
                <a:cubicBezTo>
                  <a:pt x="496075" y="99774"/>
                  <a:pt x="494629" y="99686"/>
                  <a:pt x="492894" y="99686"/>
                </a:cubicBezTo>
                <a:cubicBezTo>
                  <a:pt x="491159" y="99686"/>
                  <a:pt x="489268" y="99686"/>
                  <a:pt x="487221" y="99686"/>
                </a:cubicBezTo>
                <a:cubicBezTo>
                  <a:pt x="485176" y="99686"/>
                  <a:pt x="483308" y="99686"/>
                  <a:pt x="481618" y="99686"/>
                </a:cubicBezTo>
                <a:cubicBezTo>
                  <a:pt x="479927" y="99686"/>
                  <a:pt x="478459" y="99774"/>
                  <a:pt x="477213" y="99952"/>
                </a:cubicBezTo>
                <a:cubicBezTo>
                  <a:pt x="477658" y="95504"/>
                  <a:pt x="477947" y="90877"/>
                  <a:pt x="478081" y="86073"/>
                </a:cubicBezTo>
                <a:cubicBezTo>
                  <a:pt x="478214" y="81269"/>
                  <a:pt x="478280" y="76154"/>
                  <a:pt x="478280" y="70728"/>
                </a:cubicBezTo>
                <a:lnTo>
                  <a:pt x="478280" y="65389"/>
                </a:lnTo>
                <a:cubicBezTo>
                  <a:pt x="478280" y="59963"/>
                  <a:pt x="478214" y="54870"/>
                  <a:pt x="478081" y="50111"/>
                </a:cubicBezTo>
                <a:cubicBezTo>
                  <a:pt x="477947" y="45350"/>
                  <a:pt x="477658" y="40567"/>
                  <a:pt x="477213" y="35763"/>
                </a:cubicBezTo>
                <a:cubicBezTo>
                  <a:pt x="478725" y="35941"/>
                  <a:pt x="480260" y="36097"/>
                  <a:pt x="481817" y="36231"/>
                </a:cubicBezTo>
                <a:cubicBezTo>
                  <a:pt x="483374" y="36364"/>
                  <a:pt x="484909" y="36431"/>
                  <a:pt x="486421" y="36431"/>
                </a:cubicBezTo>
                <a:cubicBezTo>
                  <a:pt x="487933" y="36431"/>
                  <a:pt x="489468" y="36364"/>
                  <a:pt x="491025" y="36231"/>
                </a:cubicBezTo>
                <a:cubicBezTo>
                  <a:pt x="492582" y="36097"/>
                  <a:pt x="494117" y="35941"/>
                  <a:pt x="495629" y="35763"/>
                </a:cubicBezTo>
                <a:lnTo>
                  <a:pt x="495230" y="52045"/>
                </a:lnTo>
                <a:lnTo>
                  <a:pt x="495497" y="52312"/>
                </a:lnTo>
                <a:close/>
                <a:moveTo>
                  <a:pt x="545272" y="68058"/>
                </a:moveTo>
                <a:cubicBezTo>
                  <a:pt x="545272" y="71616"/>
                  <a:pt x="545628" y="74952"/>
                  <a:pt x="546339" y="78066"/>
                </a:cubicBezTo>
                <a:cubicBezTo>
                  <a:pt x="547052" y="81181"/>
                  <a:pt x="548142" y="83872"/>
                  <a:pt x="549609" y="86140"/>
                </a:cubicBezTo>
                <a:cubicBezTo>
                  <a:pt x="551077" y="88409"/>
                  <a:pt x="552945" y="90188"/>
                  <a:pt x="555213" y="91479"/>
                </a:cubicBezTo>
                <a:cubicBezTo>
                  <a:pt x="557483" y="92769"/>
                  <a:pt x="560130" y="93414"/>
                  <a:pt x="563155" y="93414"/>
                </a:cubicBezTo>
                <a:cubicBezTo>
                  <a:pt x="569293" y="93414"/>
                  <a:pt x="574765" y="91412"/>
                  <a:pt x="579569" y="87409"/>
                </a:cubicBezTo>
                <a:lnTo>
                  <a:pt x="581169" y="88610"/>
                </a:lnTo>
                <a:lnTo>
                  <a:pt x="578233" y="96083"/>
                </a:lnTo>
                <a:cubicBezTo>
                  <a:pt x="576010" y="97774"/>
                  <a:pt x="573341" y="99130"/>
                  <a:pt x="570226" y="100152"/>
                </a:cubicBezTo>
                <a:cubicBezTo>
                  <a:pt x="567112" y="101175"/>
                  <a:pt x="563020" y="101687"/>
                  <a:pt x="557950" y="101687"/>
                </a:cubicBezTo>
                <a:cubicBezTo>
                  <a:pt x="553591" y="101687"/>
                  <a:pt x="549454" y="101087"/>
                  <a:pt x="545539" y="99885"/>
                </a:cubicBezTo>
                <a:cubicBezTo>
                  <a:pt x="541625" y="98685"/>
                  <a:pt x="538178" y="96706"/>
                  <a:pt x="535197" y="93947"/>
                </a:cubicBezTo>
                <a:cubicBezTo>
                  <a:pt x="532217" y="91189"/>
                  <a:pt x="529859" y="87697"/>
                  <a:pt x="528125" y="83471"/>
                </a:cubicBezTo>
                <a:cubicBezTo>
                  <a:pt x="526390" y="79245"/>
                  <a:pt x="525522" y="74196"/>
                  <a:pt x="525522" y="68325"/>
                </a:cubicBezTo>
                <a:cubicBezTo>
                  <a:pt x="525522" y="62542"/>
                  <a:pt x="526300" y="57516"/>
                  <a:pt x="527856" y="53246"/>
                </a:cubicBezTo>
                <a:cubicBezTo>
                  <a:pt x="529413" y="48976"/>
                  <a:pt x="531571" y="45417"/>
                  <a:pt x="534329" y="42570"/>
                </a:cubicBezTo>
                <a:cubicBezTo>
                  <a:pt x="537088" y="39722"/>
                  <a:pt x="540357" y="37587"/>
                  <a:pt x="544138" y="36164"/>
                </a:cubicBezTo>
                <a:cubicBezTo>
                  <a:pt x="547918" y="34740"/>
                  <a:pt x="552033" y="34028"/>
                  <a:pt x="556482" y="34028"/>
                </a:cubicBezTo>
                <a:cubicBezTo>
                  <a:pt x="565289" y="34028"/>
                  <a:pt x="572028" y="36608"/>
                  <a:pt x="576698" y="41768"/>
                </a:cubicBezTo>
                <a:cubicBezTo>
                  <a:pt x="581369" y="46928"/>
                  <a:pt x="583705" y="54223"/>
                  <a:pt x="583705" y="63654"/>
                </a:cubicBezTo>
                <a:lnTo>
                  <a:pt x="583705" y="66458"/>
                </a:lnTo>
                <a:cubicBezTo>
                  <a:pt x="583705" y="67257"/>
                  <a:pt x="583660" y="67791"/>
                  <a:pt x="583572" y="68058"/>
                </a:cubicBezTo>
                <a:lnTo>
                  <a:pt x="545272" y="68058"/>
                </a:lnTo>
                <a:moveTo>
                  <a:pt x="565824" y="62053"/>
                </a:moveTo>
                <a:cubicBezTo>
                  <a:pt x="565645" y="55381"/>
                  <a:pt x="564822" y="50043"/>
                  <a:pt x="563354" y="46040"/>
                </a:cubicBezTo>
                <a:cubicBezTo>
                  <a:pt x="561887" y="42035"/>
                  <a:pt x="559418" y="40033"/>
                  <a:pt x="555948" y="40033"/>
                </a:cubicBezTo>
                <a:cubicBezTo>
                  <a:pt x="553991" y="40033"/>
                  <a:pt x="552345" y="40700"/>
                  <a:pt x="551010" y="42035"/>
                </a:cubicBezTo>
                <a:cubicBezTo>
                  <a:pt x="549676" y="43369"/>
                  <a:pt x="548608" y="45082"/>
                  <a:pt x="547807" y="47174"/>
                </a:cubicBezTo>
                <a:cubicBezTo>
                  <a:pt x="547006" y="49265"/>
                  <a:pt x="546406" y="51622"/>
                  <a:pt x="546005" y="54246"/>
                </a:cubicBezTo>
                <a:cubicBezTo>
                  <a:pt x="545606" y="56870"/>
                  <a:pt x="545362" y="59473"/>
                  <a:pt x="545272" y="62053"/>
                </a:cubicBezTo>
                <a:lnTo>
                  <a:pt x="565824" y="62053"/>
                </a:lnTo>
                <a:close/>
                <a:moveTo>
                  <a:pt x="611997" y="68058"/>
                </a:moveTo>
                <a:cubicBezTo>
                  <a:pt x="611997" y="71616"/>
                  <a:pt x="612353" y="74952"/>
                  <a:pt x="613064" y="78066"/>
                </a:cubicBezTo>
                <a:cubicBezTo>
                  <a:pt x="613777" y="81181"/>
                  <a:pt x="614867" y="83872"/>
                  <a:pt x="616334" y="86140"/>
                </a:cubicBezTo>
                <a:cubicBezTo>
                  <a:pt x="617802" y="88409"/>
                  <a:pt x="619670" y="90188"/>
                  <a:pt x="621938" y="91479"/>
                </a:cubicBezTo>
                <a:cubicBezTo>
                  <a:pt x="624208" y="92769"/>
                  <a:pt x="626855" y="93414"/>
                  <a:pt x="629879" y="93414"/>
                </a:cubicBezTo>
                <a:cubicBezTo>
                  <a:pt x="636018" y="93414"/>
                  <a:pt x="641490" y="91412"/>
                  <a:pt x="646294" y="87409"/>
                </a:cubicBezTo>
                <a:lnTo>
                  <a:pt x="647894" y="88610"/>
                </a:lnTo>
                <a:lnTo>
                  <a:pt x="644958" y="96083"/>
                </a:lnTo>
                <a:cubicBezTo>
                  <a:pt x="642734" y="97774"/>
                  <a:pt x="640066" y="99130"/>
                  <a:pt x="636951" y="100152"/>
                </a:cubicBezTo>
                <a:cubicBezTo>
                  <a:pt x="633837" y="101175"/>
                  <a:pt x="629745" y="101687"/>
                  <a:pt x="624675" y="101687"/>
                </a:cubicBezTo>
                <a:cubicBezTo>
                  <a:pt x="620316" y="101687"/>
                  <a:pt x="616179" y="101087"/>
                  <a:pt x="612264" y="99885"/>
                </a:cubicBezTo>
                <a:cubicBezTo>
                  <a:pt x="608350" y="98685"/>
                  <a:pt x="604903" y="96706"/>
                  <a:pt x="601921" y="93947"/>
                </a:cubicBezTo>
                <a:cubicBezTo>
                  <a:pt x="598942" y="91189"/>
                  <a:pt x="596584" y="87697"/>
                  <a:pt x="594850" y="83471"/>
                </a:cubicBezTo>
                <a:cubicBezTo>
                  <a:pt x="593115" y="79245"/>
                  <a:pt x="592247" y="74196"/>
                  <a:pt x="592247" y="68325"/>
                </a:cubicBezTo>
                <a:cubicBezTo>
                  <a:pt x="592247" y="62542"/>
                  <a:pt x="593025" y="57516"/>
                  <a:pt x="594581" y="53246"/>
                </a:cubicBezTo>
                <a:cubicBezTo>
                  <a:pt x="596138" y="48976"/>
                  <a:pt x="598296" y="45417"/>
                  <a:pt x="601054" y="42570"/>
                </a:cubicBezTo>
                <a:cubicBezTo>
                  <a:pt x="603812" y="39722"/>
                  <a:pt x="607082" y="37587"/>
                  <a:pt x="610863" y="36164"/>
                </a:cubicBezTo>
                <a:cubicBezTo>
                  <a:pt x="614643" y="34740"/>
                  <a:pt x="618758" y="34028"/>
                  <a:pt x="623207" y="34028"/>
                </a:cubicBezTo>
                <a:cubicBezTo>
                  <a:pt x="632014" y="34028"/>
                  <a:pt x="638753" y="36608"/>
                  <a:pt x="643423" y="41768"/>
                </a:cubicBezTo>
                <a:cubicBezTo>
                  <a:pt x="648094" y="46928"/>
                  <a:pt x="650429" y="54223"/>
                  <a:pt x="650429" y="63654"/>
                </a:cubicBezTo>
                <a:lnTo>
                  <a:pt x="650429" y="66458"/>
                </a:lnTo>
                <a:cubicBezTo>
                  <a:pt x="650429" y="67257"/>
                  <a:pt x="650385" y="67791"/>
                  <a:pt x="650297" y="68058"/>
                </a:cubicBezTo>
                <a:lnTo>
                  <a:pt x="611997" y="68058"/>
                </a:lnTo>
                <a:moveTo>
                  <a:pt x="632549" y="62053"/>
                </a:moveTo>
                <a:cubicBezTo>
                  <a:pt x="632370" y="55381"/>
                  <a:pt x="631546" y="50043"/>
                  <a:pt x="630079" y="46040"/>
                </a:cubicBezTo>
                <a:cubicBezTo>
                  <a:pt x="628612" y="42035"/>
                  <a:pt x="626143" y="40033"/>
                  <a:pt x="622673" y="40033"/>
                </a:cubicBezTo>
                <a:cubicBezTo>
                  <a:pt x="620716" y="40033"/>
                  <a:pt x="619070" y="40700"/>
                  <a:pt x="617735" y="42035"/>
                </a:cubicBezTo>
                <a:cubicBezTo>
                  <a:pt x="616401" y="43369"/>
                  <a:pt x="615333" y="45082"/>
                  <a:pt x="614532" y="47174"/>
                </a:cubicBezTo>
                <a:cubicBezTo>
                  <a:pt x="613731" y="49265"/>
                  <a:pt x="613130" y="51622"/>
                  <a:pt x="612730" y="54246"/>
                </a:cubicBezTo>
                <a:cubicBezTo>
                  <a:pt x="612331" y="56870"/>
                  <a:pt x="612087" y="59473"/>
                  <a:pt x="611997" y="62053"/>
                </a:cubicBezTo>
                <a:lnTo>
                  <a:pt x="632549" y="62053"/>
                </a:lnTo>
                <a:close/>
              </a:path>
            </a:pathLst>
          </a:custGeom>
          <a:solidFill xmlns:a="http://schemas.openxmlformats.org/drawingml/2006/main">
            <a:srgbClr val="1271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,">
            <a:extLst xmlns:a="http://schemas.openxmlformats.org/drawingml/2006/main">
              <a:ext uri="{FF2B5EF4-FFF2-40B4-BE49-F238E27FC236}">
                <a16:creationId xmlns:a16="http://schemas.microsoft.com/office/drawing/2014/main" id="{FF62F512-6339-48C8-9777-FC9F92A7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339" y="2684004"/>
            <a:ext cx="21086" cy="38033"/>
          </a:xfrm>
          <a:custGeom xmlns:a="http://schemas.openxmlformats.org/drawingml/2006/main">
            <a:pathLst>
              <a:path w="21086" h="38033">
                <a:moveTo>
                  <a:pt x="10275" y="5072"/>
                </a:moveTo>
                <a:cubicBezTo>
                  <a:pt x="10631" y="3916"/>
                  <a:pt x="11253" y="2782"/>
                  <a:pt x="12142" y="1670"/>
                </a:cubicBezTo>
                <a:cubicBezTo>
                  <a:pt x="13033" y="557"/>
                  <a:pt x="14368" y="0"/>
                  <a:pt x="16148" y="0"/>
                </a:cubicBezTo>
                <a:cubicBezTo>
                  <a:pt x="17215" y="0"/>
                  <a:pt x="18304" y="356"/>
                  <a:pt x="19416" y="1069"/>
                </a:cubicBezTo>
                <a:cubicBezTo>
                  <a:pt x="20529" y="1780"/>
                  <a:pt x="21086" y="2937"/>
                  <a:pt x="21086" y="4539"/>
                </a:cubicBezTo>
                <a:cubicBezTo>
                  <a:pt x="21086" y="5606"/>
                  <a:pt x="20863" y="6585"/>
                  <a:pt x="20418" y="7475"/>
                </a:cubicBezTo>
                <a:cubicBezTo>
                  <a:pt x="19972" y="8364"/>
                  <a:pt x="19528" y="9253"/>
                  <a:pt x="19084" y="10143"/>
                </a:cubicBezTo>
                <a:lnTo>
                  <a:pt x="2403" y="38033"/>
                </a:lnTo>
                <a:lnTo>
                  <a:pt x="0" y="37099"/>
                </a:lnTo>
                <a:lnTo>
                  <a:pt x="10275" y="50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4:StronglyDisagree">
            <a:extLst xmlns:a="http://schemas.openxmlformats.org/drawingml/2006/main">
              <a:ext uri="{FF2B5EF4-FFF2-40B4-BE49-F238E27FC236}">
                <a16:creationId xmlns:a16="http://schemas.microsoft.com/office/drawing/2014/main" id="{97517348-0858-4E9D-9724-37BF1556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767" y="2792520"/>
            <a:ext cx="1171547" cy="136119"/>
          </a:xfrm>
          <a:custGeom xmlns:a="http://schemas.openxmlformats.org/drawingml/2006/main">
            <a:pathLst>
              <a:path w="1171547" h="136119">
                <a:moveTo>
                  <a:pt x="34696" y="25889"/>
                </a:moveTo>
                <a:cubicBezTo>
                  <a:pt x="33451" y="27669"/>
                  <a:pt x="31805" y="30071"/>
                  <a:pt x="29758" y="33095"/>
                </a:cubicBezTo>
                <a:cubicBezTo>
                  <a:pt x="27712" y="36120"/>
                  <a:pt x="25488" y="39434"/>
                  <a:pt x="23085" y="43037"/>
                </a:cubicBezTo>
                <a:cubicBezTo>
                  <a:pt x="20684" y="46639"/>
                  <a:pt x="18238" y="50354"/>
                  <a:pt x="15746" y="54181"/>
                </a:cubicBezTo>
                <a:cubicBezTo>
                  <a:pt x="13255" y="58007"/>
                  <a:pt x="10942" y="61565"/>
                  <a:pt x="8807" y="64855"/>
                </a:cubicBezTo>
                <a:lnTo>
                  <a:pt x="34963" y="64855"/>
                </a:lnTo>
                <a:lnTo>
                  <a:pt x="34963" y="25889"/>
                </a:lnTo>
                <a:lnTo>
                  <a:pt x="34696" y="25889"/>
                </a:lnTo>
                <a:moveTo>
                  <a:pt x="0" y="79535"/>
                </a:moveTo>
                <a:cubicBezTo>
                  <a:pt x="178" y="78378"/>
                  <a:pt x="333" y="77266"/>
                  <a:pt x="466" y="76199"/>
                </a:cubicBezTo>
                <a:cubicBezTo>
                  <a:pt x="601" y="75132"/>
                  <a:pt x="668" y="74065"/>
                  <a:pt x="668" y="72996"/>
                </a:cubicBezTo>
                <a:cubicBezTo>
                  <a:pt x="668" y="71929"/>
                  <a:pt x="601" y="70862"/>
                  <a:pt x="466" y="69795"/>
                </a:cubicBezTo>
                <a:cubicBezTo>
                  <a:pt x="333" y="68727"/>
                  <a:pt x="178" y="67658"/>
                  <a:pt x="0" y="66590"/>
                </a:cubicBezTo>
                <a:cubicBezTo>
                  <a:pt x="6139" y="57161"/>
                  <a:pt x="12210" y="47842"/>
                  <a:pt x="18214" y="38634"/>
                </a:cubicBezTo>
                <a:cubicBezTo>
                  <a:pt x="24220" y="29426"/>
                  <a:pt x="30426" y="20107"/>
                  <a:pt x="36832" y="10676"/>
                </a:cubicBezTo>
                <a:cubicBezTo>
                  <a:pt x="38344" y="10854"/>
                  <a:pt x="39790" y="11009"/>
                  <a:pt x="41169" y="11142"/>
                </a:cubicBezTo>
                <a:cubicBezTo>
                  <a:pt x="42549" y="11276"/>
                  <a:pt x="43994" y="11342"/>
                  <a:pt x="45507" y="11342"/>
                </a:cubicBezTo>
                <a:cubicBezTo>
                  <a:pt x="47019" y="11342"/>
                  <a:pt x="48464" y="11276"/>
                  <a:pt x="49842" y="11142"/>
                </a:cubicBezTo>
                <a:cubicBezTo>
                  <a:pt x="51221" y="11009"/>
                  <a:pt x="52667" y="10854"/>
                  <a:pt x="54181" y="10676"/>
                </a:cubicBezTo>
                <a:cubicBezTo>
                  <a:pt x="53914" y="12722"/>
                  <a:pt x="53691" y="15702"/>
                  <a:pt x="53513" y="19617"/>
                </a:cubicBezTo>
                <a:cubicBezTo>
                  <a:pt x="53335" y="23531"/>
                  <a:pt x="53202" y="27957"/>
                  <a:pt x="53112" y="32896"/>
                </a:cubicBezTo>
                <a:cubicBezTo>
                  <a:pt x="53024" y="37833"/>
                  <a:pt x="52957" y="43104"/>
                  <a:pt x="52912" y="48710"/>
                </a:cubicBezTo>
                <a:cubicBezTo>
                  <a:pt x="52868" y="54313"/>
                  <a:pt x="52845" y="59874"/>
                  <a:pt x="52845" y="65391"/>
                </a:cubicBezTo>
                <a:lnTo>
                  <a:pt x="64588" y="64456"/>
                </a:lnTo>
                <a:cubicBezTo>
                  <a:pt x="64411" y="65791"/>
                  <a:pt x="64277" y="67125"/>
                  <a:pt x="64187" y="68459"/>
                </a:cubicBezTo>
                <a:cubicBezTo>
                  <a:pt x="64099" y="69794"/>
                  <a:pt x="64055" y="71083"/>
                  <a:pt x="64055" y="72328"/>
                </a:cubicBezTo>
                <a:cubicBezTo>
                  <a:pt x="64055" y="73574"/>
                  <a:pt x="64099" y="74865"/>
                  <a:pt x="64187" y="76199"/>
                </a:cubicBezTo>
                <a:cubicBezTo>
                  <a:pt x="64277" y="77534"/>
                  <a:pt x="64411" y="78824"/>
                  <a:pt x="64588" y="80070"/>
                </a:cubicBezTo>
                <a:lnTo>
                  <a:pt x="52845" y="79268"/>
                </a:lnTo>
                <a:cubicBezTo>
                  <a:pt x="52845" y="83005"/>
                  <a:pt x="52912" y="86653"/>
                  <a:pt x="53045" y="90213"/>
                </a:cubicBezTo>
                <a:cubicBezTo>
                  <a:pt x="53179" y="93771"/>
                  <a:pt x="53513" y="97240"/>
                  <a:pt x="54047" y="100620"/>
                </a:cubicBezTo>
                <a:cubicBezTo>
                  <a:pt x="52357" y="100442"/>
                  <a:pt x="50666" y="100353"/>
                  <a:pt x="48974" y="100353"/>
                </a:cubicBezTo>
                <a:cubicBezTo>
                  <a:pt x="47284" y="100353"/>
                  <a:pt x="45594" y="100353"/>
                  <a:pt x="43904" y="100353"/>
                </a:cubicBezTo>
                <a:cubicBezTo>
                  <a:pt x="42214" y="100353"/>
                  <a:pt x="40524" y="100353"/>
                  <a:pt x="38834" y="100353"/>
                </a:cubicBezTo>
                <a:cubicBezTo>
                  <a:pt x="37144" y="100353"/>
                  <a:pt x="35453" y="100442"/>
                  <a:pt x="33763" y="100620"/>
                </a:cubicBezTo>
                <a:lnTo>
                  <a:pt x="34963" y="79535"/>
                </a:lnTo>
                <a:lnTo>
                  <a:pt x="0" y="79535"/>
                </a:lnTo>
                <a:close/>
                <a:moveTo>
                  <a:pt x="78335" y="48042"/>
                </a:moveTo>
                <a:cubicBezTo>
                  <a:pt x="78335" y="45017"/>
                  <a:pt x="79402" y="42437"/>
                  <a:pt x="81536" y="40302"/>
                </a:cubicBezTo>
                <a:cubicBezTo>
                  <a:pt x="83672" y="38166"/>
                  <a:pt x="86252" y="37099"/>
                  <a:pt x="89278" y="37099"/>
                </a:cubicBezTo>
                <a:cubicBezTo>
                  <a:pt x="92303" y="37099"/>
                  <a:pt x="94882" y="38166"/>
                  <a:pt x="97016" y="40302"/>
                </a:cubicBezTo>
                <a:cubicBezTo>
                  <a:pt x="99151" y="42437"/>
                  <a:pt x="100219" y="45017"/>
                  <a:pt x="100219" y="48042"/>
                </a:cubicBezTo>
                <a:cubicBezTo>
                  <a:pt x="100219" y="51066"/>
                  <a:pt x="99151" y="53646"/>
                  <a:pt x="97016" y="55782"/>
                </a:cubicBezTo>
                <a:cubicBezTo>
                  <a:pt x="94882" y="57917"/>
                  <a:pt x="92303" y="58985"/>
                  <a:pt x="89278" y="58985"/>
                </a:cubicBezTo>
                <a:cubicBezTo>
                  <a:pt x="86252" y="58985"/>
                  <a:pt x="83672" y="57917"/>
                  <a:pt x="81536" y="55782"/>
                </a:cubicBezTo>
                <a:cubicBezTo>
                  <a:pt x="79402" y="53646"/>
                  <a:pt x="78335" y="51066"/>
                  <a:pt x="78335" y="48042"/>
                </a:cubicBezTo>
                <a:moveTo>
                  <a:pt x="78335" y="91813"/>
                </a:moveTo>
                <a:cubicBezTo>
                  <a:pt x="78335" y="88787"/>
                  <a:pt x="79402" y="86208"/>
                  <a:pt x="81536" y="84073"/>
                </a:cubicBezTo>
                <a:cubicBezTo>
                  <a:pt x="83672" y="81938"/>
                  <a:pt x="86252" y="80870"/>
                  <a:pt x="89278" y="80870"/>
                </a:cubicBezTo>
                <a:cubicBezTo>
                  <a:pt x="92303" y="80870"/>
                  <a:pt x="94882" y="81938"/>
                  <a:pt x="97016" y="84073"/>
                </a:cubicBezTo>
                <a:cubicBezTo>
                  <a:pt x="99151" y="86208"/>
                  <a:pt x="100219" y="88787"/>
                  <a:pt x="100219" y="91813"/>
                </a:cubicBezTo>
                <a:cubicBezTo>
                  <a:pt x="100219" y="94838"/>
                  <a:pt x="99151" y="97351"/>
                  <a:pt x="97016" y="99354"/>
                </a:cubicBezTo>
                <a:cubicBezTo>
                  <a:pt x="94882" y="101355"/>
                  <a:pt x="92303" y="102355"/>
                  <a:pt x="89278" y="102355"/>
                </a:cubicBezTo>
                <a:cubicBezTo>
                  <a:pt x="86252" y="102355"/>
                  <a:pt x="83672" y="101355"/>
                  <a:pt x="81536" y="99354"/>
                </a:cubicBezTo>
                <a:cubicBezTo>
                  <a:pt x="79402" y="97351"/>
                  <a:pt x="78335" y="94838"/>
                  <a:pt x="78335" y="91813"/>
                </a:cubicBezTo>
                <a:close/>
                <a:moveTo>
                  <a:pt x="196170" y="26956"/>
                </a:moveTo>
                <a:cubicBezTo>
                  <a:pt x="193324" y="19305"/>
                  <a:pt x="187941" y="15480"/>
                  <a:pt x="180023" y="15480"/>
                </a:cubicBezTo>
                <a:cubicBezTo>
                  <a:pt x="175930" y="15480"/>
                  <a:pt x="172593" y="16681"/>
                  <a:pt x="170012" y="19084"/>
                </a:cubicBezTo>
                <a:cubicBezTo>
                  <a:pt x="167433" y="21485"/>
                  <a:pt x="166144" y="24287"/>
                  <a:pt x="166144" y="27490"/>
                </a:cubicBezTo>
                <a:cubicBezTo>
                  <a:pt x="166144" y="30782"/>
                  <a:pt x="167144" y="33473"/>
                  <a:pt x="169145" y="35563"/>
                </a:cubicBezTo>
                <a:cubicBezTo>
                  <a:pt x="171147" y="37654"/>
                  <a:pt x="173661" y="39545"/>
                  <a:pt x="176685" y="41236"/>
                </a:cubicBezTo>
                <a:cubicBezTo>
                  <a:pt x="179711" y="42927"/>
                  <a:pt x="182959" y="44550"/>
                  <a:pt x="186429" y="46107"/>
                </a:cubicBezTo>
                <a:cubicBezTo>
                  <a:pt x="189899" y="47663"/>
                  <a:pt x="193146" y="49576"/>
                  <a:pt x="196170" y="51845"/>
                </a:cubicBezTo>
                <a:cubicBezTo>
                  <a:pt x="199195" y="54114"/>
                  <a:pt x="201708" y="56872"/>
                  <a:pt x="203709" y="60119"/>
                </a:cubicBezTo>
                <a:cubicBezTo>
                  <a:pt x="205711" y="63366"/>
                  <a:pt x="206712" y="67525"/>
                  <a:pt x="206712" y="72597"/>
                </a:cubicBezTo>
                <a:cubicBezTo>
                  <a:pt x="206712" y="77044"/>
                  <a:pt x="205867" y="81114"/>
                  <a:pt x="204177" y="84807"/>
                </a:cubicBezTo>
                <a:cubicBezTo>
                  <a:pt x="202487" y="88499"/>
                  <a:pt x="200085" y="91657"/>
                  <a:pt x="196971" y="94281"/>
                </a:cubicBezTo>
                <a:cubicBezTo>
                  <a:pt x="193856" y="96905"/>
                  <a:pt x="190142" y="98907"/>
                  <a:pt x="185826" y="100286"/>
                </a:cubicBezTo>
                <a:cubicBezTo>
                  <a:pt x="181512" y="101666"/>
                  <a:pt x="176686" y="102355"/>
                  <a:pt x="171348" y="102355"/>
                </a:cubicBezTo>
                <a:cubicBezTo>
                  <a:pt x="166544" y="102355"/>
                  <a:pt x="162252" y="101843"/>
                  <a:pt x="158471" y="100820"/>
                </a:cubicBezTo>
                <a:cubicBezTo>
                  <a:pt x="154690" y="99798"/>
                  <a:pt x="151821" y="98530"/>
                  <a:pt x="149864" y="97018"/>
                </a:cubicBezTo>
                <a:cubicBezTo>
                  <a:pt x="150753" y="93904"/>
                  <a:pt x="151509" y="91057"/>
                  <a:pt x="152132" y="88478"/>
                </a:cubicBezTo>
                <a:cubicBezTo>
                  <a:pt x="152755" y="85897"/>
                  <a:pt x="153289" y="83095"/>
                  <a:pt x="153732" y="80070"/>
                </a:cubicBezTo>
                <a:lnTo>
                  <a:pt x="156270" y="80070"/>
                </a:lnTo>
                <a:cubicBezTo>
                  <a:pt x="156625" y="82026"/>
                  <a:pt x="157292" y="83872"/>
                  <a:pt x="158269" y="85607"/>
                </a:cubicBezTo>
                <a:cubicBezTo>
                  <a:pt x="159248" y="87342"/>
                  <a:pt x="160494" y="88876"/>
                  <a:pt x="162006" y="90211"/>
                </a:cubicBezTo>
                <a:cubicBezTo>
                  <a:pt x="163519" y="91545"/>
                  <a:pt x="165343" y="92591"/>
                  <a:pt x="167477" y="93347"/>
                </a:cubicBezTo>
                <a:cubicBezTo>
                  <a:pt x="169613" y="94103"/>
                  <a:pt x="172015" y="94481"/>
                  <a:pt x="174686" y="94481"/>
                </a:cubicBezTo>
                <a:cubicBezTo>
                  <a:pt x="180023" y="94481"/>
                  <a:pt x="183960" y="93146"/>
                  <a:pt x="186494" y="90478"/>
                </a:cubicBezTo>
                <a:cubicBezTo>
                  <a:pt x="189030" y="87809"/>
                  <a:pt x="190298" y="84606"/>
                  <a:pt x="190298" y="80870"/>
                </a:cubicBezTo>
                <a:cubicBezTo>
                  <a:pt x="190298" y="77489"/>
                  <a:pt x="189319" y="74731"/>
                  <a:pt x="187361" y="72597"/>
                </a:cubicBezTo>
                <a:cubicBezTo>
                  <a:pt x="185405" y="70462"/>
                  <a:pt x="182959" y="68571"/>
                  <a:pt x="180023" y="66926"/>
                </a:cubicBezTo>
                <a:cubicBezTo>
                  <a:pt x="177086" y="65279"/>
                  <a:pt x="173883" y="63678"/>
                  <a:pt x="170414" y="62120"/>
                </a:cubicBezTo>
                <a:cubicBezTo>
                  <a:pt x="166944" y="60563"/>
                  <a:pt x="163741" y="58673"/>
                  <a:pt x="160804" y="56449"/>
                </a:cubicBezTo>
                <a:cubicBezTo>
                  <a:pt x="157869" y="54224"/>
                  <a:pt x="155423" y="51488"/>
                  <a:pt x="153466" y="48241"/>
                </a:cubicBezTo>
                <a:cubicBezTo>
                  <a:pt x="151510" y="44994"/>
                  <a:pt x="150531" y="40835"/>
                  <a:pt x="150531" y="35765"/>
                </a:cubicBezTo>
                <a:cubicBezTo>
                  <a:pt x="150531" y="31139"/>
                  <a:pt x="151354" y="27046"/>
                  <a:pt x="152999" y="23488"/>
                </a:cubicBezTo>
                <a:cubicBezTo>
                  <a:pt x="154645" y="19929"/>
                  <a:pt x="156847" y="16949"/>
                  <a:pt x="159605" y="14547"/>
                </a:cubicBezTo>
                <a:cubicBezTo>
                  <a:pt x="162364" y="12144"/>
                  <a:pt x="165544" y="10320"/>
                  <a:pt x="169147" y="9076"/>
                </a:cubicBezTo>
                <a:cubicBezTo>
                  <a:pt x="172750" y="7829"/>
                  <a:pt x="176553" y="7206"/>
                  <a:pt x="180556" y="7206"/>
                </a:cubicBezTo>
                <a:cubicBezTo>
                  <a:pt x="185360" y="7206"/>
                  <a:pt x="189564" y="7785"/>
                  <a:pt x="193167" y="8941"/>
                </a:cubicBezTo>
                <a:cubicBezTo>
                  <a:pt x="196770" y="10098"/>
                  <a:pt x="199861" y="11699"/>
                  <a:pt x="202442" y="13745"/>
                </a:cubicBezTo>
                <a:cubicBezTo>
                  <a:pt x="201641" y="15791"/>
                  <a:pt x="200952" y="17771"/>
                  <a:pt x="200373" y="19685"/>
                </a:cubicBezTo>
                <a:cubicBezTo>
                  <a:pt x="199795" y="21597"/>
                  <a:pt x="199061" y="24021"/>
                  <a:pt x="198172" y="26956"/>
                </a:cubicBezTo>
                <a:lnTo>
                  <a:pt x="196170" y="26956"/>
                </a:lnTo>
                <a:close/>
                <a:moveTo>
                  <a:pt x="253819" y="37099"/>
                </a:moveTo>
                <a:cubicBezTo>
                  <a:pt x="253553" y="38433"/>
                  <a:pt x="253420" y="39634"/>
                  <a:pt x="253420" y="40701"/>
                </a:cubicBezTo>
                <a:cubicBezTo>
                  <a:pt x="253420" y="41858"/>
                  <a:pt x="253553" y="42970"/>
                  <a:pt x="253819" y="44038"/>
                </a:cubicBezTo>
                <a:lnTo>
                  <a:pt x="242076" y="43772"/>
                </a:lnTo>
                <a:cubicBezTo>
                  <a:pt x="241898" y="45817"/>
                  <a:pt x="241742" y="48175"/>
                  <a:pt x="241609" y="50844"/>
                </a:cubicBezTo>
                <a:cubicBezTo>
                  <a:pt x="241476" y="53512"/>
                  <a:pt x="241387" y="56226"/>
                  <a:pt x="241343" y="58985"/>
                </a:cubicBezTo>
                <a:cubicBezTo>
                  <a:pt x="241298" y="61742"/>
                  <a:pt x="241253" y="64411"/>
                  <a:pt x="241208" y="66991"/>
                </a:cubicBezTo>
                <a:cubicBezTo>
                  <a:pt x="241163" y="69572"/>
                  <a:pt x="241141" y="71751"/>
                  <a:pt x="241141" y="73530"/>
                </a:cubicBezTo>
                <a:cubicBezTo>
                  <a:pt x="241141" y="78156"/>
                  <a:pt x="241252" y="81893"/>
                  <a:pt x="241475" y="84739"/>
                </a:cubicBezTo>
                <a:cubicBezTo>
                  <a:pt x="241698" y="87586"/>
                  <a:pt x="242076" y="89766"/>
                  <a:pt x="242609" y="91280"/>
                </a:cubicBezTo>
                <a:cubicBezTo>
                  <a:pt x="243144" y="92792"/>
                  <a:pt x="243900" y="93815"/>
                  <a:pt x="244877" y="94349"/>
                </a:cubicBezTo>
                <a:cubicBezTo>
                  <a:pt x="245856" y="94882"/>
                  <a:pt x="247102" y="95149"/>
                  <a:pt x="248614" y="95149"/>
                </a:cubicBezTo>
                <a:cubicBezTo>
                  <a:pt x="250306" y="95149"/>
                  <a:pt x="251551" y="95037"/>
                  <a:pt x="252351" y="94815"/>
                </a:cubicBezTo>
                <a:cubicBezTo>
                  <a:pt x="253152" y="94592"/>
                  <a:pt x="253952" y="94259"/>
                  <a:pt x="254753" y="93815"/>
                </a:cubicBezTo>
                <a:lnTo>
                  <a:pt x="254753" y="99286"/>
                </a:lnTo>
                <a:cubicBezTo>
                  <a:pt x="252974" y="100087"/>
                  <a:pt x="250749" y="100799"/>
                  <a:pt x="248081" y="101420"/>
                </a:cubicBezTo>
                <a:cubicBezTo>
                  <a:pt x="245412" y="102044"/>
                  <a:pt x="242788" y="102355"/>
                  <a:pt x="240208" y="102355"/>
                </a:cubicBezTo>
                <a:cubicBezTo>
                  <a:pt x="228910" y="102355"/>
                  <a:pt x="223260" y="95594"/>
                  <a:pt x="223260" y="82072"/>
                </a:cubicBezTo>
                <a:cubicBezTo>
                  <a:pt x="223260" y="79491"/>
                  <a:pt x="223305" y="76577"/>
                  <a:pt x="223393" y="73330"/>
                </a:cubicBezTo>
                <a:cubicBezTo>
                  <a:pt x="223482" y="70083"/>
                  <a:pt x="223594" y="66747"/>
                  <a:pt x="223727" y="63322"/>
                </a:cubicBezTo>
                <a:cubicBezTo>
                  <a:pt x="223860" y="59897"/>
                  <a:pt x="223970" y="56516"/>
                  <a:pt x="224059" y="53179"/>
                </a:cubicBezTo>
                <a:cubicBezTo>
                  <a:pt x="224148" y="49842"/>
                  <a:pt x="224193" y="46751"/>
                  <a:pt x="224193" y="43904"/>
                </a:cubicBezTo>
                <a:lnTo>
                  <a:pt x="214853" y="44038"/>
                </a:lnTo>
                <a:cubicBezTo>
                  <a:pt x="215119" y="42970"/>
                  <a:pt x="215252" y="41858"/>
                  <a:pt x="215252" y="40701"/>
                </a:cubicBezTo>
                <a:cubicBezTo>
                  <a:pt x="215252" y="39634"/>
                  <a:pt x="215119" y="38433"/>
                  <a:pt x="214853" y="37099"/>
                </a:cubicBezTo>
                <a:lnTo>
                  <a:pt x="224193" y="37500"/>
                </a:lnTo>
                <a:cubicBezTo>
                  <a:pt x="224193" y="34741"/>
                  <a:pt x="224148" y="32162"/>
                  <a:pt x="224059" y="29760"/>
                </a:cubicBezTo>
                <a:cubicBezTo>
                  <a:pt x="223970" y="27357"/>
                  <a:pt x="223837" y="24466"/>
                  <a:pt x="223660" y="21086"/>
                </a:cubicBezTo>
                <a:cubicBezTo>
                  <a:pt x="226774" y="19839"/>
                  <a:pt x="229843" y="18527"/>
                  <a:pt x="232868" y="17147"/>
                </a:cubicBezTo>
                <a:cubicBezTo>
                  <a:pt x="235892" y="15768"/>
                  <a:pt x="238917" y="14322"/>
                  <a:pt x="241943" y="12810"/>
                </a:cubicBezTo>
                <a:lnTo>
                  <a:pt x="243277" y="13745"/>
                </a:lnTo>
                <a:cubicBezTo>
                  <a:pt x="243099" y="15169"/>
                  <a:pt x="242943" y="16837"/>
                  <a:pt x="242809" y="18750"/>
                </a:cubicBezTo>
                <a:cubicBezTo>
                  <a:pt x="242676" y="20663"/>
                  <a:pt x="242543" y="22664"/>
                  <a:pt x="242410" y="24755"/>
                </a:cubicBezTo>
                <a:cubicBezTo>
                  <a:pt x="242277" y="26845"/>
                  <a:pt x="242188" y="28981"/>
                  <a:pt x="242143" y="31161"/>
                </a:cubicBezTo>
                <a:cubicBezTo>
                  <a:pt x="242098" y="33340"/>
                  <a:pt x="242076" y="35408"/>
                  <a:pt x="242076" y="37366"/>
                </a:cubicBezTo>
                <a:lnTo>
                  <a:pt x="253819" y="37099"/>
                </a:lnTo>
                <a:close/>
                <a:moveTo>
                  <a:pt x="282379" y="52980"/>
                </a:moveTo>
                <a:cubicBezTo>
                  <a:pt x="284692" y="46841"/>
                  <a:pt x="287494" y="42326"/>
                  <a:pt x="290784" y="39434"/>
                </a:cubicBezTo>
                <a:cubicBezTo>
                  <a:pt x="294076" y="36543"/>
                  <a:pt x="297991" y="35097"/>
                  <a:pt x="302530" y="35097"/>
                </a:cubicBezTo>
                <a:cubicBezTo>
                  <a:pt x="302973" y="35097"/>
                  <a:pt x="303351" y="35120"/>
                  <a:pt x="303662" y="35164"/>
                </a:cubicBezTo>
                <a:cubicBezTo>
                  <a:pt x="303974" y="35208"/>
                  <a:pt x="304308" y="35229"/>
                  <a:pt x="304664" y="35229"/>
                </a:cubicBezTo>
                <a:cubicBezTo>
                  <a:pt x="304396" y="36564"/>
                  <a:pt x="304196" y="37988"/>
                  <a:pt x="304063" y="39502"/>
                </a:cubicBezTo>
                <a:cubicBezTo>
                  <a:pt x="303930" y="41014"/>
                  <a:pt x="303863" y="42793"/>
                  <a:pt x="303863" y="44839"/>
                </a:cubicBezTo>
                <a:lnTo>
                  <a:pt x="303863" y="49109"/>
                </a:lnTo>
                <a:cubicBezTo>
                  <a:pt x="303863" y="49820"/>
                  <a:pt x="303863" y="50576"/>
                  <a:pt x="303863" y="51377"/>
                </a:cubicBezTo>
                <a:cubicBezTo>
                  <a:pt x="303863" y="52178"/>
                  <a:pt x="303907" y="52934"/>
                  <a:pt x="303996" y="53646"/>
                </a:cubicBezTo>
                <a:lnTo>
                  <a:pt x="302796" y="54715"/>
                </a:lnTo>
                <a:cubicBezTo>
                  <a:pt x="301906" y="54180"/>
                  <a:pt x="300905" y="53734"/>
                  <a:pt x="299793" y="53379"/>
                </a:cubicBezTo>
                <a:cubicBezTo>
                  <a:pt x="298681" y="53023"/>
                  <a:pt x="297413" y="52845"/>
                  <a:pt x="295989" y="52845"/>
                </a:cubicBezTo>
                <a:cubicBezTo>
                  <a:pt x="291986" y="52845"/>
                  <a:pt x="288827" y="54158"/>
                  <a:pt x="286514" y="56783"/>
                </a:cubicBezTo>
                <a:cubicBezTo>
                  <a:pt x="284201" y="59407"/>
                  <a:pt x="283044" y="62499"/>
                  <a:pt x="283044" y="66057"/>
                </a:cubicBezTo>
                <a:lnTo>
                  <a:pt x="283044" y="71396"/>
                </a:lnTo>
                <a:cubicBezTo>
                  <a:pt x="283044" y="76822"/>
                  <a:pt x="283111" y="81937"/>
                  <a:pt x="283244" y="86741"/>
                </a:cubicBezTo>
                <a:cubicBezTo>
                  <a:pt x="283378" y="91545"/>
                  <a:pt x="283668" y="96172"/>
                  <a:pt x="284114" y="100620"/>
                </a:cubicBezTo>
                <a:cubicBezTo>
                  <a:pt x="282957" y="100442"/>
                  <a:pt x="281511" y="100353"/>
                  <a:pt x="279776" y="100353"/>
                </a:cubicBezTo>
                <a:cubicBezTo>
                  <a:pt x="278041" y="100353"/>
                  <a:pt x="276150" y="100353"/>
                  <a:pt x="274103" y="100353"/>
                </a:cubicBezTo>
                <a:cubicBezTo>
                  <a:pt x="272057" y="100353"/>
                  <a:pt x="270190" y="100353"/>
                  <a:pt x="268499" y="100353"/>
                </a:cubicBezTo>
                <a:cubicBezTo>
                  <a:pt x="266809" y="100353"/>
                  <a:pt x="265341" y="100442"/>
                  <a:pt x="264095" y="100620"/>
                </a:cubicBezTo>
                <a:cubicBezTo>
                  <a:pt x="264540" y="96172"/>
                  <a:pt x="264829" y="91545"/>
                  <a:pt x="264962" y="86741"/>
                </a:cubicBezTo>
                <a:cubicBezTo>
                  <a:pt x="265095" y="81937"/>
                  <a:pt x="265162" y="76822"/>
                  <a:pt x="265162" y="71396"/>
                </a:cubicBezTo>
                <a:lnTo>
                  <a:pt x="265162" y="66057"/>
                </a:lnTo>
                <a:cubicBezTo>
                  <a:pt x="265162" y="60631"/>
                  <a:pt x="265095" y="55538"/>
                  <a:pt x="264962" y="50778"/>
                </a:cubicBezTo>
                <a:cubicBezTo>
                  <a:pt x="264829" y="46018"/>
                  <a:pt x="264540" y="41235"/>
                  <a:pt x="264095" y="36431"/>
                </a:cubicBezTo>
                <a:cubicBezTo>
                  <a:pt x="265607" y="36609"/>
                  <a:pt x="267142" y="36765"/>
                  <a:pt x="268699" y="36899"/>
                </a:cubicBezTo>
                <a:cubicBezTo>
                  <a:pt x="270256" y="37032"/>
                  <a:pt x="271791" y="37099"/>
                  <a:pt x="273303" y="37099"/>
                </a:cubicBezTo>
                <a:cubicBezTo>
                  <a:pt x="274815" y="37099"/>
                  <a:pt x="276350" y="37032"/>
                  <a:pt x="277907" y="36899"/>
                </a:cubicBezTo>
                <a:cubicBezTo>
                  <a:pt x="279464" y="36765"/>
                  <a:pt x="280999" y="36609"/>
                  <a:pt x="282511" y="36431"/>
                </a:cubicBezTo>
                <a:lnTo>
                  <a:pt x="282112" y="52713"/>
                </a:lnTo>
                <a:lnTo>
                  <a:pt x="282379" y="52980"/>
                </a:lnTo>
                <a:close/>
                <a:moveTo>
                  <a:pt x="358043" y="65391"/>
                </a:moveTo>
                <a:cubicBezTo>
                  <a:pt x="358043" y="57561"/>
                  <a:pt x="357065" y="51488"/>
                  <a:pt x="355107" y="47174"/>
                </a:cubicBezTo>
                <a:cubicBezTo>
                  <a:pt x="353150" y="42859"/>
                  <a:pt x="349902" y="40701"/>
                  <a:pt x="345366" y="40701"/>
                </a:cubicBezTo>
                <a:cubicBezTo>
                  <a:pt x="341273" y="40701"/>
                  <a:pt x="338047" y="43103"/>
                  <a:pt x="335689" y="47907"/>
                </a:cubicBezTo>
                <a:cubicBezTo>
                  <a:pt x="333333" y="52712"/>
                  <a:pt x="332154" y="60229"/>
                  <a:pt x="332154" y="70461"/>
                </a:cubicBezTo>
                <a:cubicBezTo>
                  <a:pt x="332154" y="74197"/>
                  <a:pt x="332376" y="77667"/>
                  <a:pt x="332820" y="80870"/>
                </a:cubicBezTo>
                <a:cubicBezTo>
                  <a:pt x="333265" y="84073"/>
                  <a:pt x="334000" y="86853"/>
                  <a:pt x="335023" y="89211"/>
                </a:cubicBezTo>
                <a:cubicBezTo>
                  <a:pt x="336047" y="91568"/>
                  <a:pt x="337381" y="93414"/>
                  <a:pt x="339027" y="94750"/>
                </a:cubicBezTo>
                <a:cubicBezTo>
                  <a:pt x="340673" y="96084"/>
                  <a:pt x="342742" y="96751"/>
                  <a:pt x="345233" y="96751"/>
                </a:cubicBezTo>
                <a:cubicBezTo>
                  <a:pt x="353773" y="96751"/>
                  <a:pt x="358043" y="86298"/>
                  <a:pt x="358043" y="65391"/>
                </a:cubicBezTo>
                <a:moveTo>
                  <a:pt x="312404" y="70327"/>
                </a:moveTo>
                <a:cubicBezTo>
                  <a:pt x="312404" y="64366"/>
                  <a:pt x="313316" y="59162"/>
                  <a:pt x="315139" y="54715"/>
                </a:cubicBezTo>
                <a:cubicBezTo>
                  <a:pt x="316964" y="50266"/>
                  <a:pt x="319388" y="46552"/>
                  <a:pt x="322413" y="43572"/>
                </a:cubicBezTo>
                <a:cubicBezTo>
                  <a:pt x="325437" y="40591"/>
                  <a:pt x="328929" y="38367"/>
                  <a:pt x="332887" y="36899"/>
                </a:cubicBezTo>
                <a:cubicBezTo>
                  <a:pt x="336847" y="35430"/>
                  <a:pt x="340918" y="34696"/>
                  <a:pt x="345099" y="34696"/>
                </a:cubicBezTo>
                <a:cubicBezTo>
                  <a:pt x="355508" y="34696"/>
                  <a:pt x="363560" y="37632"/>
                  <a:pt x="369253" y="43505"/>
                </a:cubicBezTo>
                <a:cubicBezTo>
                  <a:pt x="374946" y="49376"/>
                  <a:pt x="377793" y="57339"/>
                  <a:pt x="377793" y="67392"/>
                </a:cubicBezTo>
                <a:cubicBezTo>
                  <a:pt x="377793" y="72818"/>
                  <a:pt x="376992" y="77712"/>
                  <a:pt x="375390" y="82072"/>
                </a:cubicBezTo>
                <a:cubicBezTo>
                  <a:pt x="373790" y="86431"/>
                  <a:pt x="371544" y="90145"/>
                  <a:pt x="368652" y="93214"/>
                </a:cubicBezTo>
                <a:cubicBezTo>
                  <a:pt x="365761" y="96284"/>
                  <a:pt x="362313" y="98574"/>
                  <a:pt x="358310" y="100087"/>
                </a:cubicBezTo>
                <a:cubicBezTo>
                  <a:pt x="354307" y="101599"/>
                  <a:pt x="349903" y="102355"/>
                  <a:pt x="345099" y="102355"/>
                </a:cubicBezTo>
                <a:cubicBezTo>
                  <a:pt x="341095" y="102355"/>
                  <a:pt x="337159" y="101821"/>
                  <a:pt x="333288" y="100753"/>
                </a:cubicBezTo>
                <a:cubicBezTo>
                  <a:pt x="329418" y="99686"/>
                  <a:pt x="325926" y="97885"/>
                  <a:pt x="322812" y="95350"/>
                </a:cubicBezTo>
                <a:cubicBezTo>
                  <a:pt x="319699" y="92815"/>
                  <a:pt x="317186" y="89500"/>
                  <a:pt x="315274" y="85407"/>
                </a:cubicBezTo>
                <a:cubicBezTo>
                  <a:pt x="313361" y="81314"/>
                  <a:pt x="312404" y="76287"/>
                  <a:pt x="312404" y="70327"/>
                </a:cubicBezTo>
                <a:close/>
                <a:moveTo>
                  <a:pt x="408221" y="46439"/>
                </a:moveTo>
                <a:cubicBezTo>
                  <a:pt x="410712" y="42703"/>
                  <a:pt x="413625" y="39812"/>
                  <a:pt x="416961" y="37767"/>
                </a:cubicBezTo>
                <a:cubicBezTo>
                  <a:pt x="420297" y="35720"/>
                  <a:pt x="424101" y="34696"/>
                  <a:pt x="428370" y="34696"/>
                </a:cubicBezTo>
                <a:cubicBezTo>
                  <a:pt x="435043" y="34696"/>
                  <a:pt x="440182" y="36631"/>
                  <a:pt x="443785" y="40501"/>
                </a:cubicBezTo>
                <a:cubicBezTo>
                  <a:pt x="447387" y="44372"/>
                  <a:pt x="449189" y="50622"/>
                  <a:pt x="449189" y="59251"/>
                </a:cubicBezTo>
                <a:cubicBezTo>
                  <a:pt x="449189" y="63788"/>
                  <a:pt x="449100" y="67791"/>
                  <a:pt x="448922" y="71261"/>
                </a:cubicBezTo>
                <a:cubicBezTo>
                  <a:pt x="448744" y="74731"/>
                  <a:pt x="448655" y="78201"/>
                  <a:pt x="448655" y="81671"/>
                </a:cubicBezTo>
                <a:cubicBezTo>
                  <a:pt x="448655" y="84517"/>
                  <a:pt x="448722" y="87609"/>
                  <a:pt x="448855" y="90946"/>
                </a:cubicBezTo>
                <a:cubicBezTo>
                  <a:pt x="448989" y="94281"/>
                  <a:pt x="449145" y="97506"/>
                  <a:pt x="449323" y="100620"/>
                </a:cubicBezTo>
                <a:cubicBezTo>
                  <a:pt x="448167" y="100442"/>
                  <a:pt x="446698" y="100353"/>
                  <a:pt x="444919" y="100353"/>
                </a:cubicBezTo>
                <a:cubicBezTo>
                  <a:pt x="443139" y="100353"/>
                  <a:pt x="441270" y="100353"/>
                  <a:pt x="439313" y="100353"/>
                </a:cubicBezTo>
                <a:cubicBezTo>
                  <a:pt x="437357" y="100353"/>
                  <a:pt x="435489" y="100353"/>
                  <a:pt x="433709" y="100353"/>
                </a:cubicBezTo>
                <a:cubicBezTo>
                  <a:pt x="431929" y="100353"/>
                  <a:pt x="430461" y="100442"/>
                  <a:pt x="429305" y="100620"/>
                </a:cubicBezTo>
                <a:cubicBezTo>
                  <a:pt x="429928" y="95994"/>
                  <a:pt x="430328" y="90545"/>
                  <a:pt x="430506" y="84273"/>
                </a:cubicBezTo>
                <a:cubicBezTo>
                  <a:pt x="430684" y="78001"/>
                  <a:pt x="430773" y="70817"/>
                  <a:pt x="430773" y="62721"/>
                </a:cubicBezTo>
                <a:cubicBezTo>
                  <a:pt x="430773" y="57116"/>
                  <a:pt x="429816" y="53001"/>
                  <a:pt x="427904" y="50377"/>
                </a:cubicBezTo>
                <a:cubicBezTo>
                  <a:pt x="425991" y="47752"/>
                  <a:pt x="423300" y="46439"/>
                  <a:pt x="419830" y="46439"/>
                </a:cubicBezTo>
                <a:cubicBezTo>
                  <a:pt x="415827" y="46439"/>
                  <a:pt x="412891" y="48174"/>
                  <a:pt x="411023" y="51644"/>
                </a:cubicBezTo>
                <a:cubicBezTo>
                  <a:pt x="409155" y="55114"/>
                  <a:pt x="408221" y="59918"/>
                  <a:pt x="408221" y="66057"/>
                </a:cubicBezTo>
                <a:lnTo>
                  <a:pt x="408221" y="71396"/>
                </a:lnTo>
                <a:cubicBezTo>
                  <a:pt x="408221" y="76822"/>
                  <a:pt x="408288" y="81937"/>
                  <a:pt x="408421" y="86741"/>
                </a:cubicBezTo>
                <a:cubicBezTo>
                  <a:pt x="408554" y="91545"/>
                  <a:pt x="408843" y="96172"/>
                  <a:pt x="409288" y="100620"/>
                </a:cubicBezTo>
                <a:cubicBezTo>
                  <a:pt x="408131" y="100442"/>
                  <a:pt x="406686" y="100353"/>
                  <a:pt x="404951" y="100353"/>
                </a:cubicBezTo>
                <a:cubicBezTo>
                  <a:pt x="403216" y="100353"/>
                  <a:pt x="401326" y="100353"/>
                  <a:pt x="399280" y="100353"/>
                </a:cubicBezTo>
                <a:cubicBezTo>
                  <a:pt x="397233" y="100353"/>
                  <a:pt x="395364" y="100353"/>
                  <a:pt x="393674" y="100353"/>
                </a:cubicBezTo>
                <a:cubicBezTo>
                  <a:pt x="391984" y="100353"/>
                  <a:pt x="390516" y="100442"/>
                  <a:pt x="389270" y="100620"/>
                </a:cubicBezTo>
                <a:cubicBezTo>
                  <a:pt x="389715" y="96172"/>
                  <a:pt x="390004" y="91545"/>
                  <a:pt x="390137" y="86741"/>
                </a:cubicBezTo>
                <a:cubicBezTo>
                  <a:pt x="390271" y="81937"/>
                  <a:pt x="390339" y="76822"/>
                  <a:pt x="390339" y="71396"/>
                </a:cubicBezTo>
                <a:lnTo>
                  <a:pt x="390339" y="66057"/>
                </a:lnTo>
                <a:cubicBezTo>
                  <a:pt x="390339" y="60631"/>
                  <a:pt x="390271" y="55538"/>
                  <a:pt x="390137" y="50778"/>
                </a:cubicBezTo>
                <a:cubicBezTo>
                  <a:pt x="390004" y="46018"/>
                  <a:pt x="389715" y="41235"/>
                  <a:pt x="389270" y="36431"/>
                </a:cubicBezTo>
                <a:cubicBezTo>
                  <a:pt x="390871" y="36609"/>
                  <a:pt x="392451" y="36765"/>
                  <a:pt x="394008" y="36899"/>
                </a:cubicBezTo>
                <a:cubicBezTo>
                  <a:pt x="395565" y="37032"/>
                  <a:pt x="397144" y="37099"/>
                  <a:pt x="398744" y="37099"/>
                </a:cubicBezTo>
                <a:cubicBezTo>
                  <a:pt x="400346" y="37099"/>
                  <a:pt x="401926" y="37032"/>
                  <a:pt x="403483" y="36899"/>
                </a:cubicBezTo>
                <a:cubicBezTo>
                  <a:pt x="405040" y="36765"/>
                  <a:pt x="406708" y="36609"/>
                  <a:pt x="408488" y="36431"/>
                </a:cubicBezTo>
                <a:lnTo>
                  <a:pt x="407952" y="46439"/>
                </a:lnTo>
                <a:lnTo>
                  <a:pt x="408221" y="46439"/>
                </a:lnTo>
                <a:close/>
                <a:moveTo>
                  <a:pt x="488957" y="40167"/>
                </a:moveTo>
                <a:cubicBezTo>
                  <a:pt x="482907" y="40167"/>
                  <a:pt x="479881" y="46039"/>
                  <a:pt x="479881" y="57783"/>
                </a:cubicBezTo>
                <a:cubicBezTo>
                  <a:pt x="479881" y="60720"/>
                  <a:pt x="480148" y="63189"/>
                  <a:pt x="480682" y="65191"/>
                </a:cubicBezTo>
                <a:cubicBezTo>
                  <a:pt x="481217" y="67192"/>
                  <a:pt x="481906" y="68816"/>
                  <a:pt x="482751" y="70062"/>
                </a:cubicBezTo>
                <a:cubicBezTo>
                  <a:pt x="483596" y="71307"/>
                  <a:pt x="484530" y="72196"/>
                  <a:pt x="485552" y="72729"/>
                </a:cubicBezTo>
                <a:cubicBezTo>
                  <a:pt x="486576" y="73263"/>
                  <a:pt x="487622" y="73530"/>
                  <a:pt x="488690" y="73530"/>
                </a:cubicBezTo>
                <a:cubicBezTo>
                  <a:pt x="491625" y="73530"/>
                  <a:pt x="493805" y="72240"/>
                  <a:pt x="495229" y="69661"/>
                </a:cubicBezTo>
                <a:cubicBezTo>
                  <a:pt x="496653" y="67080"/>
                  <a:pt x="497365" y="62720"/>
                  <a:pt x="497365" y="56582"/>
                </a:cubicBezTo>
                <a:cubicBezTo>
                  <a:pt x="497365" y="50533"/>
                  <a:pt x="496564" y="46285"/>
                  <a:pt x="494962" y="43839"/>
                </a:cubicBezTo>
                <a:cubicBezTo>
                  <a:pt x="493360" y="41391"/>
                  <a:pt x="491359" y="40167"/>
                  <a:pt x="488957" y="40167"/>
                </a:cubicBezTo>
                <a:moveTo>
                  <a:pt x="508841" y="41503"/>
                </a:moveTo>
                <a:cubicBezTo>
                  <a:pt x="511065" y="43104"/>
                  <a:pt x="512821" y="45128"/>
                  <a:pt x="514111" y="47575"/>
                </a:cubicBezTo>
                <a:cubicBezTo>
                  <a:pt x="515402" y="50022"/>
                  <a:pt x="516048" y="52935"/>
                  <a:pt x="516048" y="56315"/>
                </a:cubicBezTo>
                <a:cubicBezTo>
                  <a:pt x="516048" y="59607"/>
                  <a:pt x="515425" y="62610"/>
                  <a:pt x="514178" y="65324"/>
                </a:cubicBezTo>
                <a:cubicBezTo>
                  <a:pt x="512933" y="68037"/>
                  <a:pt x="511176" y="70373"/>
                  <a:pt x="508906" y="72330"/>
                </a:cubicBezTo>
                <a:cubicBezTo>
                  <a:pt x="506638" y="74287"/>
                  <a:pt x="503924" y="75799"/>
                  <a:pt x="500765" y="76867"/>
                </a:cubicBezTo>
                <a:cubicBezTo>
                  <a:pt x="497608" y="77934"/>
                  <a:pt x="494072" y="78468"/>
                  <a:pt x="490158" y="78468"/>
                </a:cubicBezTo>
                <a:cubicBezTo>
                  <a:pt x="489180" y="78468"/>
                  <a:pt x="488223" y="78446"/>
                  <a:pt x="487287" y="78402"/>
                </a:cubicBezTo>
                <a:cubicBezTo>
                  <a:pt x="486353" y="78358"/>
                  <a:pt x="485308" y="78335"/>
                  <a:pt x="484151" y="78335"/>
                </a:cubicBezTo>
                <a:cubicBezTo>
                  <a:pt x="483084" y="78335"/>
                  <a:pt x="482173" y="78825"/>
                  <a:pt x="481417" y="79803"/>
                </a:cubicBezTo>
                <a:cubicBezTo>
                  <a:pt x="480661" y="80781"/>
                  <a:pt x="480283" y="81893"/>
                  <a:pt x="480283" y="83139"/>
                </a:cubicBezTo>
                <a:cubicBezTo>
                  <a:pt x="480283" y="85274"/>
                  <a:pt x="481105" y="86965"/>
                  <a:pt x="482751" y="88211"/>
                </a:cubicBezTo>
                <a:cubicBezTo>
                  <a:pt x="484397" y="89456"/>
                  <a:pt x="487000" y="90123"/>
                  <a:pt x="490558" y="90211"/>
                </a:cubicBezTo>
                <a:lnTo>
                  <a:pt x="500434" y="90345"/>
                </a:lnTo>
                <a:cubicBezTo>
                  <a:pt x="507907" y="90433"/>
                  <a:pt x="513400" y="91834"/>
                  <a:pt x="516913" y="94548"/>
                </a:cubicBezTo>
                <a:cubicBezTo>
                  <a:pt x="520428" y="97262"/>
                  <a:pt x="522185" y="101599"/>
                  <a:pt x="522185" y="107560"/>
                </a:cubicBezTo>
                <a:cubicBezTo>
                  <a:pt x="522185" y="112898"/>
                  <a:pt x="521095" y="117368"/>
                  <a:pt x="518915" y="120971"/>
                </a:cubicBezTo>
                <a:cubicBezTo>
                  <a:pt x="516736" y="124575"/>
                  <a:pt x="513934" y="127511"/>
                  <a:pt x="510509" y="129780"/>
                </a:cubicBezTo>
                <a:cubicBezTo>
                  <a:pt x="507084" y="132048"/>
                  <a:pt x="503280" y="133672"/>
                  <a:pt x="499098" y="134650"/>
                </a:cubicBezTo>
                <a:cubicBezTo>
                  <a:pt x="494917" y="135629"/>
                  <a:pt x="490869" y="136119"/>
                  <a:pt x="486955" y="136119"/>
                </a:cubicBezTo>
                <a:cubicBezTo>
                  <a:pt x="478592" y="136119"/>
                  <a:pt x="472074" y="134495"/>
                  <a:pt x="467403" y="131248"/>
                </a:cubicBezTo>
                <a:cubicBezTo>
                  <a:pt x="462733" y="128001"/>
                  <a:pt x="460398" y="123707"/>
                  <a:pt x="460398" y="118368"/>
                </a:cubicBezTo>
                <a:cubicBezTo>
                  <a:pt x="460398" y="114099"/>
                  <a:pt x="461577" y="110652"/>
                  <a:pt x="463933" y="108026"/>
                </a:cubicBezTo>
                <a:cubicBezTo>
                  <a:pt x="466291" y="105402"/>
                  <a:pt x="469473" y="103334"/>
                  <a:pt x="473477" y="101822"/>
                </a:cubicBezTo>
                <a:lnTo>
                  <a:pt x="473477" y="101555"/>
                </a:lnTo>
                <a:cubicBezTo>
                  <a:pt x="471164" y="100754"/>
                  <a:pt x="469318" y="99531"/>
                  <a:pt x="467939" y="97886"/>
                </a:cubicBezTo>
                <a:cubicBezTo>
                  <a:pt x="466559" y="96239"/>
                  <a:pt x="465870" y="94170"/>
                  <a:pt x="465870" y="91679"/>
                </a:cubicBezTo>
                <a:cubicBezTo>
                  <a:pt x="465870" y="88743"/>
                  <a:pt x="467004" y="85896"/>
                  <a:pt x="469272" y="83139"/>
                </a:cubicBezTo>
                <a:cubicBezTo>
                  <a:pt x="471541" y="80380"/>
                  <a:pt x="474544" y="78512"/>
                  <a:pt x="478281" y="77533"/>
                </a:cubicBezTo>
                <a:lnTo>
                  <a:pt x="478281" y="77266"/>
                </a:lnTo>
                <a:cubicBezTo>
                  <a:pt x="472854" y="75932"/>
                  <a:pt x="468672" y="73530"/>
                  <a:pt x="465738" y="70060"/>
                </a:cubicBezTo>
                <a:cubicBezTo>
                  <a:pt x="462712" y="66502"/>
                  <a:pt x="461199" y="61876"/>
                  <a:pt x="461199" y="56183"/>
                </a:cubicBezTo>
                <a:cubicBezTo>
                  <a:pt x="461199" y="52801"/>
                  <a:pt x="461888" y="49776"/>
                  <a:pt x="463268" y="47107"/>
                </a:cubicBezTo>
                <a:cubicBezTo>
                  <a:pt x="464647" y="44438"/>
                  <a:pt x="466582" y="42192"/>
                  <a:pt x="469073" y="40369"/>
                </a:cubicBezTo>
                <a:cubicBezTo>
                  <a:pt x="471564" y="38545"/>
                  <a:pt x="474544" y="37143"/>
                  <a:pt x="478014" y="36164"/>
                </a:cubicBezTo>
                <a:cubicBezTo>
                  <a:pt x="481484" y="35185"/>
                  <a:pt x="485309" y="34696"/>
                  <a:pt x="489491" y="34696"/>
                </a:cubicBezTo>
                <a:cubicBezTo>
                  <a:pt x="491092" y="34696"/>
                  <a:pt x="492738" y="34763"/>
                  <a:pt x="494429" y="34898"/>
                </a:cubicBezTo>
                <a:cubicBezTo>
                  <a:pt x="496119" y="35031"/>
                  <a:pt x="497765" y="35141"/>
                  <a:pt x="499366" y="35229"/>
                </a:cubicBezTo>
                <a:cubicBezTo>
                  <a:pt x="500523" y="35319"/>
                  <a:pt x="501701" y="35386"/>
                  <a:pt x="502901" y="35431"/>
                </a:cubicBezTo>
                <a:cubicBezTo>
                  <a:pt x="504103" y="35476"/>
                  <a:pt x="505416" y="35498"/>
                  <a:pt x="506840" y="35498"/>
                </a:cubicBezTo>
                <a:cubicBezTo>
                  <a:pt x="509063" y="35498"/>
                  <a:pt x="511376" y="35476"/>
                  <a:pt x="513777" y="35431"/>
                </a:cubicBezTo>
                <a:cubicBezTo>
                  <a:pt x="516180" y="35386"/>
                  <a:pt x="518582" y="35364"/>
                  <a:pt x="520984" y="35364"/>
                </a:cubicBezTo>
                <a:cubicBezTo>
                  <a:pt x="520895" y="35897"/>
                  <a:pt x="520829" y="36432"/>
                  <a:pt x="520784" y="36966"/>
                </a:cubicBezTo>
                <a:cubicBezTo>
                  <a:pt x="520739" y="37500"/>
                  <a:pt x="520717" y="38033"/>
                  <a:pt x="520717" y="38567"/>
                </a:cubicBezTo>
                <a:cubicBezTo>
                  <a:pt x="520717" y="39100"/>
                  <a:pt x="520739" y="39634"/>
                  <a:pt x="520784" y="40167"/>
                </a:cubicBezTo>
                <a:cubicBezTo>
                  <a:pt x="520829" y="40701"/>
                  <a:pt x="520895" y="41235"/>
                  <a:pt x="520984" y="41770"/>
                </a:cubicBezTo>
                <a:lnTo>
                  <a:pt x="509240" y="41236"/>
                </a:lnTo>
                <a:lnTo>
                  <a:pt x="508841" y="41503"/>
                </a:lnTo>
                <a:moveTo>
                  <a:pt x="506705" y="114766"/>
                </a:moveTo>
                <a:cubicBezTo>
                  <a:pt x="506705" y="112186"/>
                  <a:pt x="506260" y="110073"/>
                  <a:pt x="505369" y="108427"/>
                </a:cubicBezTo>
                <a:cubicBezTo>
                  <a:pt x="504480" y="106782"/>
                  <a:pt x="503213" y="105514"/>
                  <a:pt x="501568" y="104624"/>
                </a:cubicBezTo>
                <a:cubicBezTo>
                  <a:pt x="499922" y="103734"/>
                  <a:pt x="497898" y="103134"/>
                  <a:pt x="495496" y="102821"/>
                </a:cubicBezTo>
                <a:cubicBezTo>
                  <a:pt x="493094" y="102511"/>
                  <a:pt x="490380" y="102355"/>
                  <a:pt x="487355" y="102355"/>
                </a:cubicBezTo>
                <a:cubicBezTo>
                  <a:pt x="482728" y="102355"/>
                  <a:pt x="479526" y="102800"/>
                  <a:pt x="477747" y="103689"/>
                </a:cubicBezTo>
                <a:cubicBezTo>
                  <a:pt x="476679" y="104224"/>
                  <a:pt x="475544" y="105514"/>
                  <a:pt x="474343" y="107560"/>
                </a:cubicBezTo>
                <a:cubicBezTo>
                  <a:pt x="473143" y="109606"/>
                  <a:pt x="472543" y="112186"/>
                  <a:pt x="472543" y="115300"/>
                </a:cubicBezTo>
                <a:cubicBezTo>
                  <a:pt x="472543" y="117880"/>
                  <a:pt x="473010" y="120127"/>
                  <a:pt x="473944" y="122040"/>
                </a:cubicBezTo>
                <a:cubicBezTo>
                  <a:pt x="474878" y="123952"/>
                  <a:pt x="476145" y="125531"/>
                  <a:pt x="477745" y="126776"/>
                </a:cubicBezTo>
                <a:cubicBezTo>
                  <a:pt x="479347" y="128022"/>
                  <a:pt x="481193" y="128979"/>
                  <a:pt x="483284" y="129645"/>
                </a:cubicBezTo>
                <a:cubicBezTo>
                  <a:pt x="485376" y="130313"/>
                  <a:pt x="487623" y="130647"/>
                  <a:pt x="490024" y="130647"/>
                </a:cubicBezTo>
                <a:cubicBezTo>
                  <a:pt x="492605" y="130647"/>
                  <a:pt x="494918" y="130224"/>
                  <a:pt x="496964" y="129378"/>
                </a:cubicBezTo>
                <a:cubicBezTo>
                  <a:pt x="499009" y="128533"/>
                  <a:pt x="500766" y="127376"/>
                  <a:pt x="502234" y="125909"/>
                </a:cubicBezTo>
                <a:cubicBezTo>
                  <a:pt x="503702" y="124441"/>
                  <a:pt x="504815" y="122751"/>
                  <a:pt x="505571" y="120838"/>
                </a:cubicBezTo>
                <a:cubicBezTo>
                  <a:pt x="506327" y="118926"/>
                  <a:pt x="506705" y="116902"/>
                  <a:pt x="506705" y="114766"/>
                </a:cubicBezTo>
                <a:close/>
                <a:moveTo>
                  <a:pt x="532729" y="46172"/>
                </a:moveTo>
                <a:cubicBezTo>
                  <a:pt x="532729" y="37454"/>
                  <a:pt x="532639" y="29448"/>
                  <a:pt x="532460" y="22153"/>
                </a:cubicBezTo>
                <a:cubicBezTo>
                  <a:pt x="532282" y="14857"/>
                  <a:pt x="532015" y="7473"/>
                  <a:pt x="531660" y="0"/>
                </a:cubicBezTo>
                <a:cubicBezTo>
                  <a:pt x="532816" y="178"/>
                  <a:pt x="534284" y="334"/>
                  <a:pt x="536064" y="468"/>
                </a:cubicBezTo>
                <a:cubicBezTo>
                  <a:pt x="537844" y="601"/>
                  <a:pt x="539712" y="668"/>
                  <a:pt x="541670" y="668"/>
                </a:cubicBezTo>
                <a:cubicBezTo>
                  <a:pt x="543626" y="668"/>
                  <a:pt x="545494" y="601"/>
                  <a:pt x="547274" y="468"/>
                </a:cubicBezTo>
                <a:cubicBezTo>
                  <a:pt x="549053" y="334"/>
                  <a:pt x="550522" y="178"/>
                  <a:pt x="551678" y="0"/>
                </a:cubicBezTo>
                <a:cubicBezTo>
                  <a:pt x="551322" y="7473"/>
                  <a:pt x="551055" y="14857"/>
                  <a:pt x="550876" y="22153"/>
                </a:cubicBezTo>
                <a:cubicBezTo>
                  <a:pt x="550698" y="29448"/>
                  <a:pt x="550609" y="37454"/>
                  <a:pt x="550609" y="46172"/>
                </a:cubicBezTo>
                <a:lnTo>
                  <a:pt x="550609" y="54847"/>
                </a:lnTo>
                <a:cubicBezTo>
                  <a:pt x="550609" y="63566"/>
                  <a:pt x="550698" y="71574"/>
                  <a:pt x="550876" y="78869"/>
                </a:cubicBezTo>
                <a:cubicBezTo>
                  <a:pt x="551055" y="86164"/>
                  <a:pt x="551322" y="93415"/>
                  <a:pt x="551678" y="100620"/>
                </a:cubicBezTo>
                <a:cubicBezTo>
                  <a:pt x="550522" y="100442"/>
                  <a:pt x="549053" y="100353"/>
                  <a:pt x="547274" y="100353"/>
                </a:cubicBezTo>
                <a:cubicBezTo>
                  <a:pt x="545494" y="100353"/>
                  <a:pt x="543626" y="100353"/>
                  <a:pt x="541670" y="100353"/>
                </a:cubicBezTo>
                <a:cubicBezTo>
                  <a:pt x="539712" y="100353"/>
                  <a:pt x="537844" y="100353"/>
                  <a:pt x="536064" y="100353"/>
                </a:cubicBezTo>
                <a:cubicBezTo>
                  <a:pt x="534284" y="100353"/>
                  <a:pt x="532816" y="100442"/>
                  <a:pt x="531660" y="100620"/>
                </a:cubicBezTo>
                <a:cubicBezTo>
                  <a:pt x="532015" y="93415"/>
                  <a:pt x="532282" y="86164"/>
                  <a:pt x="532460" y="78869"/>
                </a:cubicBezTo>
                <a:cubicBezTo>
                  <a:pt x="532639" y="71574"/>
                  <a:pt x="532729" y="63566"/>
                  <a:pt x="532729" y="54847"/>
                </a:cubicBezTo>
                <a:lnTo>
                  <a:pt x="532729" y="46172"/>
                </a:lnTo>
                <a:close/>
                <a:moveTo>
                  <a:pt x="598519" y="78335"/>
                </a:moveTo>
                <a:cubicBezTo>
                  <a:pt x="600119" y="74242"/>
                  <a:pt x="601587" y="70439"/>
                  <a:pt x="602921" y="66926"/>
                </a:cubicBezTo>
                <a:cubicBezTo>
                  <a:pt x="604257" y="63411"/>
                  <a:pt x="605525" y="60008"/>
                  <a:pt x="606725" y="56716"/>
                </a:cubicBezTo>
                <a:cubicBezTo>
                  <a:pt x="607926" y="53424"/>
                  <a:pt x="609083" y="50132"/>
                  <a:pt x="610195" y="46840"/>
                </a:cubicBezTo>
                <a:cubicBezTo>
                  <a:pt x="611306" y="43548"/>
                  <a:pt x="612441" y="40079"/>
                  <a:pt x="613597" y="36431"/>
                </a:cubicBezTo>
                <a:cubicBezTo>
                  <a:pt x="614576" y="36609"/>
                  <a:pt x="615487" y="36765"/>
                  <a:pt x="616332" y="36899"/>
                </a:cubicBezTo>
                <a:cubicBezTo>
                  <a:pt x="617178" y="37032"/>
                  <a:pt x="618046" y="37099"/>
                  <a:pt x="618936" y="37099"/>
                </a:cubicBezTo>
                <a:cubicBezTo>
                  <a:pt x="619825" y="37099"/>
                  <a:pt x="620715" y="37032"/>
                  <a:pt x="621604" y="36899"/>
                </a:cubicBezTo>
                <a:cubicBezTo>
                  <a:pt x="622494" y="36765"/>
                  <a:pt x="623473" y="36609"/>
                  <a:pt x="624540" y="36431"/>
                </a:cubicBezTo>
                <a:cubicBezTo>
                  <a:pt x="624096" y="37587"/>
                  <a:pt x="623051" y="40057"/>
                  <a:pt x="621404" y="43839"/>
                </a:cubicBezTo>
                <a:cubicBezTo>
                  <a:pt x="619759" y="47620"/>
                  <a:pt x="617757" y="52290"/>
                  <a:pt x="615399" y="57850"/>
                </a:cubicBezTo>
                <a:cubicBezTo>
                  <a:pt x="613041" y="63411"/>
                  <a:pt x="610439" y="69572"/>
                  <a:pt x="607592" y="76334"/>
                </a:cubicBezTo>
                <a:cubicBezTo>
                  <a:pt x="604745" y="83094"/>
                  <a:pt x="601876" y="89922"/>
                  <a:pt x="598985" y="96816"/>
                </a:cubicBezTo>
                <a:cubicBezTo>
                  <a:pt x="596093" y="103711"/>
                  <a:pt x="593291" y="110540"/>
                  <a:pt x="590577" y="117301"/>
                </a:cubicBezTo>
                <a:cubicBezTo>
                  <a:pt x="587865" y="124063"/>
                  <a:pt x="585485" y="130202"/>
                  <a:pt x="583438" y="135717"/>
                </a:cubicBezTo>
                <a:cubicBezTo>
                  <a:pt x="582459" y="135540"/>
                  <a:pt x="581525" y="135383"/>
                  <a:pt x="580636" y="135249"/>
                </a:cubicBezTo>
                <a:cubicBezTo>
                  <a:pt x="579747" y="135116"/>
                  <a:pt x="578813" y="135049"/>
                  <a:pt x="577834" y="135049"/>
                </a:cubicBezTo>
                <a:cubicBezTo>
                  <a:pt x="576855" y="135049"/>
                  <a:pt x="575921" y="135116"/>
                  <a:pt x="575030" y="135249"/>
                </a:cubicBezTo>
                <a:cubicBezTo>
                  <a:pt x="574141" y="135383"/>
                  <a:pt x="573207" y="135540"/>
                  <a:pt x="572228" y="135717"/>
                </a:cubicBezTo>
                <a:cubicBezTo>
                  <a:pt x="575165" y="129846"/>
                  <a:pt x="578056" y="124041"/>
                  <a:pt x="580903" y="118303"/>
                </a:cubicBezTo>
                <a:cubicBezTo>
                  <a:pt x="583749" y="112565"/>
                  <a:pt x="586507" y="106760"/>
                  <a:pt x="589176" y="100887"/>
                </a:cubicBezTo>
                <a:cubicBezTo>
                  <a:pt x="587041" y="95817"/>
                  <a:pt x="584661" y="90078"/>
                  <a:pt x="582037" y="83672"/>
                </a:cubicBezTo>
                <a:cubicBezTo>
                  <a:pt x="579413" y="77266"/>
                  <a:pt x="576833" y="70994"/>
                  <a:pt x="574297" y="64855"/>
                </a:cubicBezTo>
                <a:cubicBezTo>
                  <a:pt x="571761" y="58717"/>
                  <a:pt x="569448" y="53112"/>
                  <a:pt x="567358" y="48042"/>
                </a:cubicBezTo>
                <a:cubicBezTo>
                  <a:pt x="565267" y="42970"/>
                  <a:pt x="563688" y="39100"/>
                  <a:pt x="562621" y="36431"/>
                </a:cubicBezTo>
                <a:cubicBezTo>
                  <a:pt x="564311" y="36609"/>
                  <a:pt x="565979" y="36765"/>
                  <a:pt x="567624" y="36899"/>
                </a:cubicBezTo>
                <a:cubicBezTo>
                  <a:pt x="569271" y="37032"/>
                  <a:pt x="570939" y="37099"/>
                  <a:pt x="572629" y="37099"/>
                </a:cubicBezTo>
                <a:cubicBezTo>
                  <a:pt x="574320" y="37099"/>
                  <a:pt x="575965" y="37032"/>
                  <a:pt x="577565" y="36899"/>
                </a:cubicBezTo>
                <a:cubicBezTo>
                  <a:pt x="579167" y="36765"/>
                  <a:pt x="580814" y="36609"/>
                  <a:pt x="582505" y="36431"/>
                </a:cubicBezTo>
                <a:cubicBezTo>
                  <a:pt x="585085" y="43460"/>
                  <a:pt x="587686" y="50444"/>
                  <a:pt x="590310" y="57384"/>
                </a:cubicBezTo>
                <a:cubicBezTo>
                  <a:pt x="592936" y="64322"/>
                  <a:pt x="595672" y="71306"/>
                  <a:pt x="598519" y="78335"/>
                </a:cubicBezTo>
                <a:close/>
                <a:moveTo>
                  <a:pt x="695669" y="73796"/>
                </a:moveTo>
                <a:lnTo>
                  <a:pt x="695669" y="81803"/>
                </a:lnTo>
                <a:cubicBezTo>
                  <a:pt x="695669" y="84384"/>
                  <a:pt x="695691" y="86742"/>
                  <a:pt x="695736" y="88877"/>
                </a:cubicBezTo>
                <a:cubicBezTo>
                  <a:pt x="695781" y="91012"/>
                  <a:pt x="695803" y="92392"/>
                  <a:pt x="695803" y="93015"/>
                </a:cubicBezTo>
                <a:cubicBezTo>
                  <a:pt x="697138" y="93103"/>
                  <a:pt x="698739" y="93192"/>
                  <a:pt x="700607" y="93282"/>
                </a:cubicBezTo>
                <a:cubicBezTo>
                  <a:pt x="702475" y="93370"/>
                  <a:pt x="704788" y="93414"/>
                  <a:pt x="707547" y="93414"/>
                </a:cubicBezTo>
                <a:cubicBezTo>
                  <a:pt x="717599" y="93414"/>
                  <a:pt x="725561" y="89989"/>
                  <a:pt x="731432" y="83139"/>
                </a:cubicBezTo>
                <a:cubicBezTo>
                  <a:pt x="737305" y="76289"/>
                  <a:pt x="740241" y="65924"/>
                  <a:pt x="740241" y="52045"/>
                </a:cubicBezTo>
                <a:cubicBezTo>
                  <a:pt x="740241" y="46529"/>
                  <a:pt x="739506" y="41592"/>
                  <a:pt x="738038" y="37233"/>
                </a:cubicBezTo>
                <a:cubicBezTo>
                  <a:pt x="736570" y="32873"/>
                  <a:pt x="734502" y="29158"/>
                  <a:pt x="731833" y="26089"/>
                </a:cubicBezTo>
                <a:cubicBezTo>
                  <a:pt x="729164" y="23019"/>
                  <a:pt x="725961" y="20662"/>
                  <a:pt x="722224" y="19017"/>
                </a:cubicBezTo>
                <a:cubicBezTo>
                  <a:pt x="718488" y="17370"/>
                  <a:pt x="714307" y="16547"/>
                  <a:pt x="709681" y="16547"/>
                </a:cubicBezTo>
                <a:cubicBezTo>
                  <a:pt x="706478" y="16547"/>
                  <a:pt x="703876" y="16614"/>
                  <a:pt x="701873" y="16748"/>
                </a:cubicBezTo>
                <a:cubicBezTo>
                  <a:pt x="699873" y="16881"/>
                  <a:pt x="697849" y="17037"/>
                  <a:pt x="695803" y="17215"/>
                </a:cubicBezTo>
                <a:cubicBezTo>
                  <a:pt x="695803" y="17838"/>
                  <a:pt x="695781" y="19217"/>
                  <a:pt x="695736" y="21352"/>
                </a:cubicBezTo>
                <a:cubicBezTo>
                  <a:pt x="695691" y="23488"/>
                  <a:pt x="695669" y="25890"/>
                  <a:pt x="695669" y="28559"/>
                </a:cubicBezTo>
                <a:lnTo>
                  <a:pt x="695669" y="36565"/>
                </a:lnTo>
                <a:lnTo>
                  <a:pt x="695669" y="43238"/>
                </a:lnTo>
                <a:lnTo>
                  <a:pt x="695669" y="66991"/>
                </a:lnTo>
                <a:lnTo>
                  <a:pt x="695669" y="73796"/>
                </a:lnTo>
                <a:moveTo>
                  <a:pt x="675919" y="45906"/>
                </a:moveTo>
                <a:cubicBezTo>
                  <a:pt x="675919" y="38522"/>
                  <a:pt x="675830" y="31961"/>
                  <a:pt x="675652" y="26223"/>
                </a:cubicBezTo>
                <a:cubicBezTo>
                  <a:pt x="675475" y="20485"/>
                  <a:pt x="675207" y="14724"/>
                  <a:pt x="674850" y="8941"/>
                </a:cubicBezTo>
                <a:cubicBezTo>
                  <a:pt x="676364" y="9119"/>
                  <a:pt x="678010" y="9275"/>
                  <a:pt x="679788" y="9410"/>
                </a:cubicBezTo>
                <a:cubicBezTo>
                  <a:pt x="681568" y="9543"/>
                  <a:pt x="683569" y="9609"/>
                  <a:pt x="685793" y="9609"/>
                </a:cubicBezTo>
                <a:cubicBezTo>
                  <a:pt x="688729" y="9609"/>
                  <a:pt x="692021" y="9498"/>
                  <a:pt x="695669" y="9275"/>
                </a:cubicBezTo>
                <a:cubicBezTo>
                  <a:pt x="699317" y="9053"/>
                  <a:pt x="704076" y="8941"/>
                  <a:pt x="709947" y="8941"/>
                </a:cubicBezTo>
                <a:cubicBezTo>
                  <a:pt x="717598" y="8941"/>
                  <a:pt x="724560" y="9631"/>
                  <a:pt x="730831" y="11010"/>
                </a:cubicBezTo>
                <a:cubicBezTo>
                  <a:pt x="737104" y="12388"/>
                  <a:pt x="742509" y="14723"/>
                  <a:pt x="747046" y="18015"/>
                </a:cubicBezTo>
                <a:cubicBezTo>
                  <a:pt x="751584" y="21307"/>
                  <a:pt x="755099" y="25733"/>
                  <a:pt x="757590" y="31293"/>
                </a:cubicBezTo>
                <a:cubicBezTo>
                  <a:pt x="760081" y="36854"/>
                  <a:pt x="761326" y="43860"/>
                  <a:pt x="761326" y="52312"/>
                </a:cubicBezTo>
                <a:cubicBezTo>
                  <a:pt x="761326" y="59697"/>
                  <a:pt x="760103" y="66369"/>
                  <a:pt x="757655" y="72330"/>
                </a:cubicBezTo>
                <a:cubicBezTo>
                  <a:pt x="755209" y="78290"/>
                  <a:pt x="751873" y="83383"/>
                  <a:pt x="747647" y="87608"/>
                </a:cubicBezTo>
                <a:cubicBezTo>
                  <a:pt x="743421" y="91834"/>
                  <a:pt x="738528" y="95060"/>
                  <a:pt x="732967" y="97285"/>
                </a:cubicBezTo>
                <a:cubicBezTo>
                  <a:pt x="727407" y="99508"/>
                  <a:pt x="721468" y="100620"/>
                  <a:pt x="715152" y="100620"/>
                </a:cubicBezTo>
                <a:cubicBezTo>
                  <a:pt x="708480" y="100620"/>
                  <a:pt x="702786" y="100575"/>
                  <a:pt x="698070" y="100486"/>
                </a:cubicBezTo>
                <a:cubicBezTo>
                  <a:pt x="693355" y="100398"/>
                  <a:pt x="689263" y="100353"/>
                  <a:pt x="685793" y="100353"/>
                </a:cubicBezTo>
                <a:cubicBezTo>
                  <a:pt x="683569" y="100353"/>
                  <a:pt x="681568" y="100353"/>
                  <a:pt x="679788" y="100353"/>
                </a:cubicBezTo>
                <a:cubicBezTo>
                  <a:pt x="678010" y="100353"/>
                  <a:pt x="676364" y="100442"/>
                  <a:pt x="674850" y="100620"/>
                </a:cubicBezTo>
                <a:cubicBezTo>
                  <a:pt x="675207" y="95105"/>
                  <a:pt x="675475" y="89478"/>
                  <a:pt x="675652" y="83740"/>
                </a:cubicBezTo>
                <a:cubicBezTo>
                  <a:pt x="675830" y="78001"/>
                  <a:pt x="675919" y="71440"/>
                  <a:pt x="675919" y="64055"/>
                </a:cubicBezTo>
                <a:lnTo>
                  <a:pt x="675919" y="45906"/>
                </a:lnTo>
                <a:close/>
                <a:moveTo>
                  <a:pt x="775872" y="11210"/>
                </a:moveTo>
                <a:cubicBezTo>
                  <a:pt x="775872" y="8273"/>
                  <a:pt x="776895" y="5782"/>
                  <a:pt x="778940" y="3737"/>
                </a:cubicBezTo>
                <a:cubicBezTo>
                  <a:pt x="780988" y="1691"/>
                  <a:pt x="783479" y="668"/>
                  <a:pt x="786416" y="668"/>
                </a:cubicBezTo>
                <a:cubicBezTo>
                  <a:pt x="789351" y="668"/>
                  <a:pt x="791841" y="1691"/>
                  <a:pt x="793887" y="3737"/>
                </a:cubicBezTo>
                <a:cubicBezTo>
                  <a:pt x="795934" y="5782"/>
                  <a:pt x="796957" y="8273"/>
                  <a:pt x="796957" y="11210"/>
                </a:cubicBezTo>
                <a:cubicBezTo>
                  <a:pt x="796957" y="14146"/>
                  <a:pt x="795934" y="16637"/>
                  <a:pt x="793887" y="18683"/>
                </a:cubicBezTo>
                <a:cubicBezTo>
                  <a:pt x="791841" y="20729"/>
                  <a:pt x="789351" y="21751"/>
                  <a:pt x="786416" y="21751"/>
                </a:cubicBezTo>
                <a:cubicBezTo>
                  <a:pt x="783479" y="21751"/>
                  <a:pt x="780988" y="20729"/>
                  <a:pt x="778940" y="18683"/>
                </a:cubicBezTo>
                <a:cubicBezTo>
                  <a:pt x="776895" y="16637"/>
                  <a:pt x="775872" y="14146"/>
                  <a:pt x="775872" y="11210"/>
                </a:cubicBezTo>
                <a:moveTo>
                  <a:pt x="777474" y="66057"/>
                </a:moveTo>
                <a:cubicBezTo>
                  <a:pt x="777474" y="60631"/>
                  <a:pt x="777407" y="55538"/>
                  <a:pt x="777273" y="50778"/>
                </a:cubicBezTo>
                <a:cubicBezTo>
                  <a:pt x="777140" y="46018"/>
                  <a:pt x="776851" y="41235"/>
                  <a:pt x="776405" y="36431"/>
                </a:cubicBezTo>
                <a:cubicBezTo>
                  <a:pt x="777651" y="36609"/>
                  <a:pt x="779120" y="36765"/>
                  <a:pt x="780810" y="36899"/>
                </a:cubicBezTo>
                <a:cubicBezTo>
                  <a:pt x="782500" y="37032"/>
                  <a:pt x="784368" y="37099"/>
                  <a:pt x="786416" y="37099"/>
                </a:cubicBezTo>
                <a:cubicBezTo>
                  <a:pt x="790597" y="37099"/>
                  <a:pt x="793933" y="36876"/>
                  <a:pt x="796424" y="36431"/>
                </a:cubicBezTo>
                <a:cubicBezTo>
                  <a:pt x="795979" y="41235"/>
                  <a:pt x="795689" y="46018"/>
                  <a:pt x="795554" y="50778"/>
                </a:cubicBezTo>
                <a:cubicBezTo>
                  <a:pt x="795421" y="55538"/>
                  <a:pt x="795355" y="60631"/>
                  <a:pt x="795355" y="66057"/>
                </a:cubicBezTo>
                <a:lnTo>
                  <a:pt x="795355" y="71396"/>
                </a:lnTo>
                <a:cubicBezTo>
                  <a:pt x="795355" y="76822"/>
                  <a:pt x="795421" y="81937"/>
                  <a:pt x="795554" y="86741"/>
                </a:cubicBezTo>
                <a:cubicBezTo>
                  <a:pt x="795689" y="91545"/>
                  <a:pt x="795979" y="96172"/>
                  <a:pt x="796424" y="100620"/>
                </a:cubicBezTo>
                <a:cubicBezTo>
                  <a:pt x="795267" y="100442"/>
                  <a:pt x="793821" y="100353"/>
                  <a:pt x="792087" y="100353"/>
                </a:cubicBezTo>
                <a:cubicBezTo>
                  <a:pt x="790352" y="100353"/>
                  <a:pt x="788461" y="100353"/>
                  <a:pt x="786416" y="100353"/>
                </a:cubicBezTo>
                <a:cubicBezTo>
                  <a:pt x="784368" y="100353"/>
                  <a:pt x="782500" y="100353"/>
                  <a:pt x="780810" y="100353"/>
                </a:cubicBezTo>
                <a:cubicBezTo>
                  <a:pt x="779120" y="100353"/>
                  <a:pt x="777651" y="100442"/>
                  <a:pt x="776405" y="100620"/>
                </a:cubicBezTo>
                <a:cubicBezTo>
                  <a:pt x="776851" y="96172"/>
                  <a:pt x="777140" y="91545"/>
                  <a:pt x="777273" y="86741"/>
                </a:cubicBezTo>
                <a:cubicBezTo>
                  <a:pt x="777407" y="81937"/>
                  <a:pt x="777474" y="76822"/>
                  <a:pt x="777474" y="71396"/>
                </a:cubicBezTo>
                <a:lnTo>
                  <a:pt x="777474" y="66057"/>
                </a:lnTo>
                <a:close/>
                <a:moveTo>
                  <a:pt x="814172" y="84206"/>
                </a:moveTo>
                <a:cubicBezTo>
                  <a:pt x="814705" y="85630"/>
                  <a:pt x="815394" y="86987"/>
                  <a:pt x="816239" y="88276"/>
                </a:cubicBezTo>
                <a:cubicBezTo>
                  <a:pt x="817084" y="89566"/>
                  <a:pt x="818130" y="90723"/>
                  <a:pt x="819374" y="91746"/>
                </a:cubicBezTo>
                <a:cubicBezTo>
                  <a:pt x="820621" y="92770"/>
                  <a:pt x="822111" y="93593"/>
                  <a:pt x="823846" y="94216"/>
                </a:cubicBezTo>
                <a:cubicBezTo>
                  <a:pt x="825581" y="94838"/>
                  <a:pt x="827605" y="95149"/>
                  <a:pt x="829918" y="95149"/>
                </a:cubicBezTo>
                <a:cubicBezTo>
                  <a:pt x="833032" y="95149"/>
                  <a:pt x="835435" y="94349"/>
                  <a:pt x="837125" y="92748"/>
                </a:cubicBezTo>
                <a:cubicBezTo>
                  <a:pt x="838815" y="91146"/>
                  <a:pt x="839660" y="89411"/>
                  <a:pt x="839660" y="87543"/>
                </a:cubicBezTo>
                <a:cubicBezTo>
                  <a:pt x="839660" y="85496"/>
                  <a:pt x="838904" y="83850"/>
                  <a:pt x="837391" y="82605"/>
                </a:cubicBezTo>
                <a:cubicBezTo>
                  <a:pt x="835879" y="81359"/>
                  <a:pt x="833989" y="80225"/>
                  <a:pt x="831720" y="79203"/>
                </a:cubicBezTo>
                <a:cubicBezTo>
                  <a:pt x="829452" y="78179"/>
                  <a:pt x="826983" y="77134"/>
                  <a:pt x="824314" y="76067"/>
                </a:cubicBezTo>
                <a:cubicBezTo>
                  <a:pt x="821646" y="74999"/>
                  <a:pt x="819176" y="73642"/>
                  <a:pt x="816907" y="71996"/>
                </a:cubicBezTo>
                <a:cubicBezTo>
                  <a:pt x="814638" y="70350"/>
                  <a:pt x="812748" y="68281"/>
                  <a:pt x="811236" y="65790"/>
                </a:cubicBezTo>
                <a:cubicBezTo>
                  <a:pt x="809723" y="63299"/>
                  <a:pt x="808967" y="60096"/>
                  <a:pt x="808967" y="56183"/>
                </a:cubicBezTo>
                <a:cubicBezTo>
                  <a:pt x="808967" y="52445"/>
                  <a:pt x="809657" y="49220"/>
                  <a:pt x="811036" y="46506"/>
                </a:cubicBezTo>
                <a:cubicBezTo>
                  <a:pt x="812415" y="43793"/>
                  <a:pt x="814217" y="41568"/>
                  <a:pt x="816440" y="39834"/>
                </a:cubicBezTo>
                <a:cubicBezTo>
                  <a:pt x="818664" y="38099"/>
                  <a:pt x="821177" y="36809"/>
                  <a:pt x="823978" y="35965"/>
                </a:cubicBezTo>
                <a:cubicBezTo>
                  <a:pt x="826782" y="35119"/>
                  <a:pt x="829563" y="34696"/>
                  <a:pt x="832321" y="34696"/>
                </a:cubicBezTo>
                <a:cubicBezTo>
                  <a:pt x="836057" y="34696"/>
                  <a:pt x="839371" y="35230"/>
                  <a:pt x="842262" y="36299"/>
                </a:cubicBezTo>
                <a:cubicBezTo>
                  <a:pt x="845154" y="37366"/>
                  <a:pt x="848112" y="38922"/>
                  <a:pt x="851136" y="40968"/>
                </a:cubicBezTo>
                <a:cubicBezTo>
                  <a:pt x="850337" y="42747"/>
                  <a:pt x="849669" y="44661"/>
                  <a:pt x="849135" y="46708"/>
                </a:cubicBezTo>
                <a:cubicBezTo>
                  <a:pt x="848601" y="48754"/>
                  <a:pt x="848201" y="50755"/>
                  <a:pt x="847935" y="52713"/>
                </a:cubicBezTo>
                <a:lnTo>
                  <a:pt x="844199" y="52713"/>
                </a:lnTo>
                <a:cubicBezTo>
                  <a:pt x="843931" y="51645"/>
                  <a:pt x="843486" y="50466"/>
                  <a:pt x="842863" y="49176"/>
                </a:cubicBezTo>
                <a:cubicBezTo>
                  <a:pt x="842240" y="47886"/>
                  <a:pt x="841395" y="46663"/>
                  <a:pt x="840328" y="45507"/>
                </a:cubicBezTo>
                <a:cubicBezTo>
                  <a:pt x="839261" y="44350"/>
                  <a:pt x="837970" y="43394"/>
                  <a:pt x="836457" y="42637"/>
                </a:cubicBezTo>
                <a:cubicBezTo>
                  <a:pt x="834944" y="41881"/>
                  <a:pt x="833121" y="41503"/>
                  <a:pt x="830987" y="41503"/>
                </a:cubicBezTo>
                <a:cubicBezTo>
                  <a:pt x="828317" y="41503"/>
                  <a:pt x="826070" y="42215"/>
                  <a:pt x="824245" y="43639"/>
                </a:cubicBezTo>
                <a:cubicBezTo>
                  <a:pt x="822422" y="45062"/>
                  <a:pt x="821511" y="46930"/>
                  <a:pt x="821511" y="49243"/>
                </a:cubicBezTo>
                <a:cubicBezTo>
                  <a:pt x="821511" y="51378"/>
                  <a:pt x="822289" y="53091"/>
                  <a:pt x="823846" y="54381"/>
                </a:cubicBezTo>
                <a:cubicBezTo>
                  <a:pt x="825403" y="55670"/>
                  <a:pt x="827338" y="56804"/>
                  <a:pt x="829652" y="57783"/>
                </a:cubicBezTo>
                <a:cubicBezTo>
                  <a:pt x="831965" y="58762"/>
                  <a:pt x="834500" y="59741"/>
                  <a:pt x="837257" y="60720"/>
                </a:cubicBezTo>
                <a:cubicBezTo>
                  <a:pt x="840015" y="61698"/>
                  <a:pt x="842551" y="62966"/>
                  <a:pt x="844865" y="64523"/>
                </a:cubicBezTo>
                <a:cubicBezTo>
                  <a:pt x="847178" y="66079"/>
                  <a:pt x="849113" y="68102"/>
                  <a:pt x="850670" y="70593"/>
                </a:cubicBezTo>
                <a:cubicBezTo>
                  <a:pt x="852227" y="73084"/>
                  <a:pt x="853006" y="76287"/>
                  <a:pt x="853006" y="80203"/>
                </a:cubicBezTo>
                <a:cubicBezTo>
                  <a:pt x="853006" y="84118"/>
                  <a:pt x="852294" y="87476"/>
                  <a:pt x="850869" y="90278"/>
                </a:cubicBezTo>
                <a:cubicBezTo>
                  <a:pt x="849447" y="93080"/>
                  <a:pt x="847534" y="95393"/>
                  <a:pt x="845131" y="97218"/>
                </a:cubicBezTo>
                <a:cubicBezTo>
                  <a:pt x="842730" y="99041"/>
                  <a:pt x="839994" y="100353"/>
                  <a:pt x="836925" y="101154"/>
                </a:cubicBezTo>
                <a:cubicBezTo>
                  <a:pt x="833856" y="101955"/>
                  <a:pt x="830631" y="102355"/>
                  <a:pt x="827251" y="102355"/>
                </a:cubicBezTo>
                <a:cubicBezTo>
                  <a:pt x="823246" y="102355"/>
                  <a:pt x="819643" y="101777"/>
                  <a:pt x="816440" y="100620"/>
                </a:cubicBezTo>
                <a:cubicBezTo>
                  <a:pt x="813238" y="99464"/>
                  <a:pt x="810703" y="98263"/>
                  <a:pt x="808835" y="97018"/>
                </a:cubicBezTo>
                <a:cubicBezTo>
                  <a:pt x="809902" y="92747"/>
                  <a:pt x="810569" y="88477"/>
                  <a:pt x="810836" y="84206"/>
                </a:cubicBezTo>
                <a:lnTo>
                  <a:pt x="814172" y="84206"/>
                </a:lnTo>
                <a:close/>
                <a:moveTo>
                  <a:pt x="896243" y="80337"/>
                </a:moveTo>
                <a:cubicBezTo>
                  <a:pt x="896243" y="76511"/>
                  <a:pt x="896265" y="73598"/>
                  <a:pt x="896310" y="71595"/>
                </a:cubicBezTo>
                <a:cubicBezTo>
                  <a:pt x="896355" y="69593"/>
                  <a:pt x="896377" y="67836"/>
                  <a:pt x="896377" y="66323"/>
                </a:cubicBezTo>
                <a:cubicBezTo>
                  <a:pt x="894508" y="67392"/>
                  <a:pt x="892528" y="68260"/>
                  <a:pt x="890437" y="68928"/>
                </a:cubicBezTo>
                <a:cubicBezTo>
                  <a:pt x="888347" y="69594"/>
                  <a:pt x="886434" y="70439"/>
                  <a:pt x="884699" y="71463"/>
                </a:cubicBezTo>
                <a:cubicBezTo>
                  <a:pt x="882964" y="72485"/>
                  <a:pt x="881541" y="73886"/>
                  <a:pt x="880429" y="75666"/>
                </a:cubicBezTo>
                <a:cubicBezTo>
                  <a:pt x="879317" y="77445"/>
                  <a:pt x="878761" y="80025"/>
                  <a:pt x="878761" y="83406"/>
                </a:cubicBezTo>
                <a:cubicBezTo>
                  <a:pt x="878761" y="86698"/>
                  <a:pt x="879451" y="89211"/>
                  <a:pt x="880830" y="90946"/>
                </a:cubicBezTo>
                <a:cubicBezTo>
                  <a:pt x="882209" y="92681"/>
                  <a:pt x="884055" y="93548"/>
                  <a:pt x="886367" y="93548"/>
                </a:cubicBezTo>
                <a:cubicBezTo>
                  <a:pt x="889303" y="93548"/>
                  <a:pt x="891683" y="92436"/>
                  <a:pt x="893506" y="90213"/>
                </a:cubicBezTo>
                <a:cubicBezTo>
                  <a:pt x="895330" y="87988"/>
                  <a:pt x="896243" y="84696"/>
                  <a:pt x="896243" y="80337"/>
                </a:cubicBezTo>
                <a:moveTo>
                  <a:pt x="864615" y="44038"/>
                </a:moveTo>
                <a:cubicBezTo>
                  <a:pt x="868353" y="41014"/>
                  <a:pt x="872378" y="38701"/>
                  <a:pt x="876692" y="37099"/>
                </a:cubicBezTo>
                <a:cubicBezTo>
                  <a:pt x="881008" y="35497"/>
                  <a:pt x="885300" y="34696"/>
                  <a:pt x="889570" y="34696"/>
                </a:cubicBezTo>
                <a:cubicBezTo>
                  <a:pt x="893129" y="34696"/>
                  <a:pt x="896399" y="35096"/>
                  <a:pt x="899378" y="35897"/>
                </a:cubicBezTo>
                <a:cubicBezTo>
                  <a:pt x="902360" y="36698"/>
                  <a:pt x="904940" y="37966"/>
                  <a:pt x="907118" y="39701"/>
                </a:cubicBezTo>
                <a:cubicBezTo>
                  <a:pt x="909299" y="41436"/>
                  <a:pt x="910989" y="43683"/>
                  <a:pt x="912189" y="46441"/>
                </a:cubicBezTo>
                <a:cubicBezTo>
                  <a:pt x="913390" y="49198"/>
                  <a:pt x="913991" y="52534"/>
                  <a:pt x="913991" y="56449"/>
                </a:cubicBezTo>
                <a:cubicBezTo>
                  <a:pt x="913991" y="62143"/>
                  <a:pt x="913924" y="67414"/>
                  <a:pt x="913791" y="72263"/>
                </a:cubicBezTo>
                <a:cubicBezTo>
                  <a:pt x="913658" y="77111"/>
                  <a:pt x="913592" y="81937"/>
                  <a:pt x="913592" y="86741"/>
                </a:cubicBezTo>
                <a:cubicBezTo>
                  <a:pt x="913592" y="88876"/>
                  <a:pt x="913747" y="90545"/>
                  <a:pt x="914058" y="91746"/>
                </a:cubicBezTo>
                <a:cubicBezTo>
                  <a:pt x="914370" y="92948"/>
                  <a:pt x="914837" y="93860"/>
                  <a:pt x="915459" y="94483"/>
                </a:cubicBezTo>
                <a:cubicBezTo>
                  <a:pt x="916082" y="95105"/>
                  <a:pt x="916905" y="95504"/>
                  <a:pt x="917927" y="95682"/>
                </a:cubicBezTo>
                <a:cubicBezTo>
                  <a:pt x="918950" y="95860"/>
                  <a:pt x="920129" y="95949"/>
                  <a:pt x="921464" y="95949"/>
                </a:cubicBezTo>
                <a:lnTo>
                  <a:pt x="921464" y="99152"/>
                </a:lnTo>
                <a:cubicBezTo>
                  <a:pt x="918885" y="100220"/>
                  <a:pt x="916705" y="101021"/>
                  <a:pt x="914925" y="101555"/>
                </a:cubicBezTo>
                <a:cubicBezTo>
                  <a:pt x="913146" y="102088"/>
                  <a:pt x="911233" y="102355"/>
                  <a:pt x="909187" y="102355"/>
                </a:cubicBezTo>
                <a:cubicBezTo>
                  <a:pt x="905895" y="102355"/>
                  <a:pt x="903226" y="101555"/>
                  <a:pt x="901181" y="99954"/>
                </a:cubicBezTo>
                <a:cubicBezTo>
                  <a:pt x="899135" y="98352"/>
                  <a:pt x="897578" y="96039"/>
                  <a:pt x="896509" y="93015"/>
                </a:cubicBezTo>
                <a:cubicBezTo>
                  <a:pt x="894464" y="95861"/>
                  <a:pt x="892084" y="98130"/>
                  <a:pt x="889370" y="99820"/>
                </a:cubicBezTo>
                <a:cubicBezTo>
                  <a:pt x="886657" y="101510"/>
                  <a:pt x="883254" y="102355"/>
                  <a:pt x="879162" y="102355"/>
                </a:cubicBezTo>
                <a:cubicBezTo>
                  <a:pt x="875781" y="102355"/>
                  <a:pt x="872889" y="101910"/>
                  <a:pt x="870486" y="101019"/>
                </a:cubicBezTo>
                <a:cubicBezTo>
                  <a:pt x="868084" y="100130"/>
                  <a:pt x="866105" y="98863"/>
                  <a:pt x="864548" y="97218"/>
                </a:cubicBezTo>
                <a:cubicBezTo>
                  <a:pt x="862991" y="95571"/>
                  <a:pt x="861857" y="93702"/>
                  <a:pt x="861145" y="91612"/>
                </a:cubicBezTo>
                <a:cubicBezTo>
                  <a:pt x="860434" y="89521"/>
                  <a:pt x="860078" y="87408"/>
                  <a:pt x="860078" y="85273"/>
                </a:cubicBezTo>
                <a:cubicBezTo>
                  <a:pt x="860078" y="82338"/>
                  <a:pt x="860545" y="79803"/>
                  <a:pt x="861479" y="77667"/>
                </a:cubicBezTo>
                <a:cubicBezTo>
                  <a:pt x="862413" y="75532"/>
                  <a:pt x="863748" y="73708"/>
                  <a:pt x="865483" y="72196"/>
                </a:cubicBezTo>
                <a:cubicBezTo>
                  <a:pt x="867218" y="70684"/>
                  <a:pt x="869286" y="69416"/>
                  <a:pt x="871687" y="68392"/>
                </a:cubicBezTo>
                <a:cubicBezTo>
                  <a:pt x="874090" y="67369"/>
                  <a:pt x="876804" y="66501"/>
                  <a:pt x="879828" y="65790"/>
                </a:cubicBezTo>
                <a:cubicBezTo>
                  <a:pt x="883566" y="64901"/>
                  <a:pt x="886524" y="64123"/>
                  <a:pt x="888702" y="63456"/>
                </a:cubicBezTo>
                <a:cubicBezTo>
                  <a:pt x="890882" y="62788"/>
                  <a:pt x="892506" y="62121"/>
                  <a:pt x="893573" y="61455"/>
                </a:cubicBezTo>
                <a:cubicBezTo>
                  <a:pt x="894641" y="60787"/>
                  <a:pt x="895331" y="60052"/>
                  <a:pt x="895642" y="59251"/>
                </a:cubicBezTo>
                <a:cubicBezTo>
                  <a:pt x="895954" y="58450"/>
                  <a:pt x="896110" y="57472"/>
                  <a:pt x="896110" y="56315"/>
                </a:cubicBezTo>
                <a:cubicBezTo>
                  <a:pt x="896110" y="53113"/>
                  <a:pt x="894975" y="50377"/>
                  <a:pt x="892706" y="48109"/>
                </a:cubicBezTo>
                <a:cubicBezTo>
                  <a:pt x="890437" y="45839"/>
                  <a:pt x="887301" y="44704"/>
                  <a:pt x="883298" y="44704"/>
                </a:cubicBezTo>
                <a:cubicBezTo>
                  <a:pt x="881786" y="44704"/>
                  <a:pt x="880229" y="44904"/>
                  <a:pt x="878627" y="45305"/>
                </a:cubicBezTo>
                <a:cubicBezTo>
                  <a:pt x="877026" y="45705"/>
                  <a:pt x="875492" y="46262"/>
                  <a:pt x="874023" y="46975"/>
                </a:cubicBezTo>
                <a:cubicBezTo>
                  <a:pt x="872555" y="47686"/>
                  <a:pt x="871221" y="48465"/>
                  <a:pt x="870020" y="49310"/>
                </a:cubicBezTo>
                <a:cubicBezTo>
                  <a:pt x="868820" y="50155"/>
                  <a:pt x="867908" y="51066"/>
                  <a:pt x="867285" y="52045"/>
                </a:cubicBezTo>
                <a:lnTo>
                  <a:pt x="866350" y="52045"/>
                </a:lnTo>
                <a:lnTo>
                  <a:pt x="864615" y="44038"/>
                </a:lnTo>
                <a:close/>
                <a:moveTo>
                  <a:pt x="956162" y="40167"/>
                </a:moveTo>
                <a:cubicBezTo>
                  <a:pt x="950112" y="40167"/>
                  <a:pt x="947086" y="46039"/>
                  <a:pt x="947086" y="57783"/>
                </a:cubicBezTo>
                <a:cubicBezTo>
                  <a:pt x="947086" y="60720"/>
                  <a:pt x="947353" y="63189"/>
                  <a:pt x="947887" y="65191"/>
                </a:cubicBezTo>
                <a:cubicBezTo>
                  <a:pt x="948422" y="67192"/>
                  <a:pt x="949111" y="68816"/>
                  <a:pt x="949955" y="70062"/>
                </a:cubicBezTo>
                <a:cubicBezTo>
                  <a:pt x="950801" y="71307"/>
                  <a:pt x="951735" y="72196"/>
                  <a:pt x="952757" y="72729"/>
                </a:cubicBezTo>
                <a:cubicBezTo>
                  <a:pt x="953781" y="73263"/>
                  <a:pt x="954827" y="73530"/>
                  <a:pt x="955895" y="73530"/>
                </a:cubicBezTo>
                <a:cubicBezTo>
                  <a:pt x="958830" y="73530"/>
                  <a:pt x="961010" y="72240"/>
                  <a:pt x="962434" y="69661"/>
                </a:cubicBezTo>
                <a:cubicBezTo>
                  <a:pt x="963858" y="67080"/>
                  <a:pt x="964570" y="62720"/>
                  <a:pt x="964570" y="56582"/>
                </a:cubicBezTo>
                <a:cubicBezTo>
                  <a:pt x="964570" y="50533"/>
                  <a:pt x="963769" y="46285"/>
                  <a:pt x="962167" y="43839"/>
                </a:cubicBezTo>
                <a:cubicBezTo>
                  <a:pt x="960565" y="41391"/>
                  <a:pt x="958563" y="40167"/>
                  <a:pt x="956162" y="40167"/>
                </a:cubicBezTo>
                <a:moveTo>
                  <a:pt x="976046" y="41503"/>
                </a:moveTo>
                <a:cubicBezTo>
                  <a:pt x="978270" y="43104"/>
                  <a:pt x="980026" y="45128"/>
                  <a:pt x="981316" y="47575"/>
                </a:cubicBezTo>
                <a:cubicBezTo>
                  <a:pt x="982607" y="50022"/>
                  <a:pt x="983253" y="52935"/>
                  <a:pt x="983253" y="56315"/>
                </a:cubicBezTo>
                <a:cubicBezTo>
                  <a:pt x="983253" y="59607"/>
                  <a:pt x="982629" y="62610"/>
                  <a:pt x="981383" y="65324"/>
                </a:cubicBezTo>
                <a:cubicBezTo>
                  <a:pt x="980138" y="68037"/>
                  <a:pt x="978381" y="70373"/>
                  <a:pt x="976111" y="72330"/>
                </a:cubicBezTo>
                <a:cubicBezTo>
                  <a:pt x="973843" y="74287"/>
                  <a:pt x="971129" y="75799"/>
                  <a:pt x="967970" y="76867"/>
                </a:cubicBezTo>
                <a:cubicBezTo>
                  <a:pt x="964813" y="77934"/>
                  <a:pt x="961277" y="78468"/>
                  <a:pt x="957363" y="78468"/>
                </a:cubicBezTo>
                <a:cubicBezTo>
                  <a:pt x="956385" y="78468"/>
                  <a:pt x="955428" y="78446"/>
                  <a:pt x="954492" y="78402"/>
                </a:cubicBezTo>
                <a:cubicBezTo>
                  <a:pt x="953558" y="78358"/>
                  <a:pt x="952513" y="78335"/>
                  <a:pt x="951356" y="78335"/>
                </a:cubicBezTo>
                <a:cubicBezTo>
                  <a:pt x="950289" y="78335"/>
                  <a:pt x="949378" y="78825"/>
                  <a:pt x="948622" y="79803"/>
                </a:cubicBezTo>
                <a:cubicBezTo>
                  <a:pt x="947866" y="80781"/>
                  <a:pt x="947488" y="81893"/>
                  <a:pt x="947488" y="83139"/>
                </a:cubicBezTo>
                <a:cubicBezTo>
                  <a:pt x="947488" y="85274"/>
                  <a:pt x="948310" y="86965"/>
                  <a:pt x="949955" y="88211"/>
                </a:cubicBezTo>
                <a:cubicBezTo>
                  <a:pt x="951602" y="89456"/>
                  <a:pt x="954205" y="90123"/>
                  <a:pt x="957763" y="90211"/>
                </a:cubicBezTo>
                <a:lnTo>
                  <a:pt x="967638" y="90345"/>
                </a:lnTo>
                <a:cubicBezTo>
                  <a:pt x="975112" y="90433"/>
                  <a:pt x="980605" y="91834"/>
                  <a:pt x="984118" y="94548"/>
                </a:cubicBezTo>
                <a:cubicBezTo>
                  <a:pt x="987633" y="97262"/>
                  <a:pt x="989390" y="101599"/>
                  <a:pt x="989390" y="107560"/>
                </a:cubicBezTo>
                <a:cubicBezTo>
                  <a:pt x="989390" y="112898"/>
                  <a:pt x="988300" y="117368"/>
                  <a:pt x="986120" y="120971"/>
                </a:cubicBezTo>
                <a:cubicBezTo>
                  <a:pt x="983941" y="124575"/>
                  <a:pt x="981139" y="127511"/>
                  <a:pt x="977714" y="129780"/>
                </a:cubicBezTo>
                <a:cubicBezTo>
                  <a:pt x="974289" y="132048"/>
                  <a:pt x="970485" y="133672"/>
                  <a:pt x="966303" y="134650"/>
                </a:cubicBezTo>
                <a:cubicBezTo>
                  <a:pt x="962122" y="135629"/>
                  <a:pt x="958074" y="136119"/>
                  <a:pt x="954160" y="136119"/>
                </a:cubicBezTo>
                <a:cubicBezTo>
                  <a:pt x="945797" y="136119"/>
                  <a:pt x="939279" y="134495"/>
                  <a:pt x="934608" y="131248"/>
                </a:cubicBezTo>
                <a:cubicBezTo>
                  <a:pt x="929938" y="128001"/>
                  <a:pt x="927603" y="123707"/>
                  <a:pt x="927603" y="118368"/>
                </a:cubicBezTo>
                <a:cubicBezTo>
                  <a:pt x="927603" y="114099"/>
                  <a:pt x="928782" y="110652"/>
                  <a:pt x="931138" y="108026"/>
                </a:cubicBezTo>
                <a:cubicBezTo>
                  <a:pt x="933496" y="105402"/>
                  <a:pt x="936678" y="103334"/>
                  <a:pt x="940682" y="101822"/>
                </a:cubicBezTo>
                <a:lnTo>
                  <a:pt x="940682" y="101555"/>
                </a:lnTo>
                <a:cubicBezTo>
                  <a:pt x="938369" y="100754"/>
                  <a:pt x="936523" y="99531"/>
                  <a:pt x="935144" y="97886"/>
                </a:cubicBezTo>
                <a:cubicBezTo>
                  <a:pt x="933764" y="96239"/>
                  <a:pt x="933075" y="94170"/>
                  <a:pt x="933075" y="91679"/>
                </a:cubicBezTo>
                <a:cubicBezTo>
                  <a:pt x="933075" y="88743"/>
                  <a:pt x="934209" y="85896"/>
                  <a:pt x="936477" y="83139"/>
                </a:cubicBezTo>
                <a:cubicBezTo>
                  <a:pt x="938746" y="80380"/>
                  <a:pt x="941749" y="78512"/>
                  <a:pt x="945486" y="77533"/>
                </a:cubicBezTo>
                <a:lnTo>
                  <a:pt x="945486" y="77266"/>
                </a:lnTo>
                <a:cubicBezTo>
                  <a:pt x="940059" y="75932"/>
                  <a:pt x="935877" y="73530"/>
                  <a:pt x="932942" y="70060"/>
                </a:cubicBezTo>
                <a:cubicBezTo>
                  <a:pt x="929917" y="66502"/>
                  <a:pt x="928404" y="61876"/>
                  <a:pt x="928404" y="56183"/>
                </a:cubicBezTo>
                <a:cubicBezTo>
                  <a:pt x="928404" y="52801"/>
                  <a:pt x="929093" y="49776"/>
                  <a:pt x="930472" y="47107"/>
                </a:cubicBezTo>
                <a:cubicBezTo>
                  <a:pt x="931852" y="44438"/>
                  <a:pt x="933787" y="42192"/>
                  <a:pt x="936278" y="40369"/>
                </a:cubicBezTo>
                <a:cubicBezTo>
                  <a:pt x="938769" y="38545"/>
                  <a:pt x="941749" y="37143"/>
                  <a:pt x="945219" y="36164"/>
                </a:cubicBezTo>
                <a:cubicBezTo>
                  <a:pt x="948689" y="35185"/>
                  <a:pt x="952514" y="34696"/>
                  <a:pt x="956696" y="34696"/>
                </a:cubicBezTo>
                <a:cubicBezTo>
                  <a:pt x="958297" y="34696"/>
                  <a:pt x="959943" y="34763"/>
                  <a:pt x="961634" y="34898"/>
                </a:cubicBezTo>
                <a:cubicBezTo>
                  <a:pt x="963324" y="35031"/>
                  <a:pt x="964970" y="35141"/>
                  <a:pt x="966571" y="35229"/>
                </a:cubicBezTo>
                <a:cubicBezTo>
                  <a:pt x="967728" y="35319"/>
                  <a:pt x="968906" y="35386"/>
                  <a:pt x="970106" y="35431"/>
                </a:cubicBezTo>
                <a:cubicBezTo>
                  <a:pt x="971308" y="35476"/>
                  <a:pt x="972621" y="35498"/>
                  <a:pt x="974045" y="35498"/>
                </a:cubicBezTo>
                <a:cubicBezTo>
                  <a:pt x="976268" y="35498"/>
                  <a:pt x="978581" y="35476"/>
                  <a:pt x="980982" y="35431"/>
                </a:cubicBezTo>
                <a:cubicBezTo>
                  <a:pt x="983385" y="35386"/>
                  <a:pt x="985787" y="35364"/>
                  <a:pt x="988188" y="35364"/>
                </a:cubicBezTo>
                <a:cubicBezTo>
                  <a:pt x="988100" y="35897"/>
                  <a:pt x="988034" y="36432"/>
                  <a:pt x="987989" y="36966"/>
                </a:cubicBezTo>
                <a:cubicBezTo>
                  <a:pt x="987944" y="37500"/>
                  <a:pt x="987922" y="38033"/>
                  <a:pt x="987922" y="38567"/>
                </a:cubicBezTo>
                <a:cubicBezTo>
                  <a:pt x="987922" y="39100"/>
                  <a:pt x="987944" y="39634"/>
                  <a:pt x="987989" y="40167"/>
                </a:cubicBezTo>
                <a:cubicBezTo>
                  <a:pt x="988034" y="40701"/>
                  <a:pt x="988100" y="41235"/>
                  <a:pt x="988188" y="41770"/>
                </a:cubicBezTo>
                <a:lnTo>
                  <a:pt x="976445" y="41236"/>
                </a:lnTo>
                <a:lnTo>
                  <a:pt x="976046" y="41503"/>
                </a:lnTo>
                <a:moveTo>
                  <a:pt x="973910" y="114766"/>
                </a:moveTo>
                <a:cubicBezTo>
                  <a:pt x="973910" y="112186"/>
                  <a:pt x="973465" y="110073"/>
                  <a:pt x="972574" y="108427"/>
                </a:cubicBezTo>
                <a:cubicBezTo>
                  <a:pt x="971685" y="106782"/>
                  <a:pt x="970418" y="105514"/>
                  <a:pt x="968773" y="104624"/>
                </a:cubicBezTo>
                <a:cubicBezTo>
                  <a:pt x="967127" y="103734"/>
                  <a:pt x="965103" y="103134"/>
                  <a:pt x="962701" y="102821"/>
                </a:cubicBezTo>
                <a:cubicBezTo>
                  <a:pt x="960299" y="102511"/>
                  <a:pt x="957585" y="102355"/>
                  <a:pt x="954560" y="102355"/>
                </a:cubicBezTo>
                <a:cubicBezTo>
                  <a:pt x="949933" y="102355"/>
                  <a:pt x="946731" y="102800"/>
                  <a:pt x="944952" y="103689"/>
                </a:cubicBezTo>
                <a:cubicBezTo>
                  <a:pt x="943884" y="104224"/>
                  <a:pt x="942749" y="105514"/>
                  <a:pt x="941548" y="107560"/>
                </a:cubicBezTo>
                <a:cubicBezTo>
                  <a:pt x="940348" y="109606"/>
                  <a:pt x="939748" y="112186"/>
                  <a:pt x="939748" y="115300"/>
                </a:cubicBezTo>
                <a:cubicBezTo>
                  <a:pt x="939748" y="117880"/>
                  <a:pt x="940215" y="120127"/>
                  <a:pt x="941149" y="122040"/>
                </a:cubicBezTo>
                <a:cubicBezTo>
                  <a:pt x="942083" y="123952"/>
                  <a:pt x="943350" y="125531"/>
                  <a:pt x="944950" y="126776"/>
                </a:cubicBezTo>
                <a:cubicBezTo>
                  <a:pt x="946552" y="128022"/>
                  <a:pt x="948398" y="128979"/>
                  <a:pt x="950489" y="129645"/>
                </a:cubicBezTo>
                <a:cubicBezTo>
                  <a:pt x="952581" y="130313"/>
                  <a:pt x="954828" y="130647"/>
                  <a:pt x="957229" y="130647"/>
                </a:cubicBezTo>
                <a:cubicBezTo>
                  <a:pt x="959810" y="130647"/>
                  <a:pt x="962123" y="130224"/>
                  <a:pt x="964169" y="129378"/>
                </a:cubicBezTo>
                <a:cubicBezTo>
                  <a:pt x="966214" y="128533"/>
                  <a:pt x="967971" y="127376"/>
                  <a:pt x="969439" y="125909"/>
                </a:cubicBezTo>
                <a:cubicBezTo>
                  <a:pt x="970907" y="124441"/>
                  <a:pt x="972020" y="122751"/>
                  <a:pt x="972776" y="120838"/>
                </a:cubicBezTo>
                <a:cubicBezTo>
                  <a:pt x="973532" y="118926"/>
                  <a:pt x="973910" y="116902"/>
                  <a:pt x="973910" y="114766"/>
                </a:cubicBezTo>
                <a:close/>
                <a:moveTo>
                  <a:pt x="1016615" y="52980"/>
                </a:moveTo>
                <a:cubicBezTo>
                  <a:pt x="1018928" y="46841"/>
                  <a:pt x="1021730" y="42326"/>
                  <a:pt x="1025021" y="39434"/>
                </a:cubicBezTo>
                <a:cubicBezTo>
                  <a:pt x="1028313" y="36543"/>
                  <a:pt x="1032228" y="35097"/>
                  <a:pt x="1036766" y="35097"/>
                </a:cubicBezTo>
                <a:cubicBezTo>
                  <a:pt x="1037210" y="35097"/>
                  <a:pt x="1037587" y="35120"/>
                  <a:pt x="1037898" y="35164"/>
                </a:cubicBezTo>
                <a:cubicBezTo>
                  <a:pt x="1038210" y="35208"/>
                  <a:pt x="1038544" y="35229"/>
                  <a:pt x="1038900" y="35229"/>
                </a:cubicBezTo>
                <a:cubicBezTo>
                  <a:pt x="1038632" y="36564"/>
                  <a:pt x="1038432" y="37988"/>
                  <a:pt x="1038299" y="39502"/>
                </a:cubicBezTo>
                <a:cubicBezTo>
                  <a:pt x="1038166" y="41014"/>
                  <a:pt x="1038100" y="42793"/>
                  <a:pt x="1038100" y="44839"/>
                </a:cubicBezTo>
                <a:lnTo>
                  <a:pt x="1038100" y="49109"/>
                </a:lnTo>
                <a:cubicBezTo>
                  <a:pt x="1038100" y="49820"/>
                  <a:pt x="1038100" y="50576"/>
                  <a:pt x="1038100" y="51377"/>
                </a:cubicBezTo>
                <a:cubicBezTo>
                  <a:pt x="1038100" y="52178"/>
                  <a:pt x="1038144" y="52934"/>
                  <a:pt x="1038232" y="53646"/>
                </a:cubicBezTo>
                <a:lnTo>
                  <a:pt x="1037033" y="54715"/>
                </a:lnTo>
                <a:cubicBezTo>
                  <a:pt x="1036142" y="54180"/>
                  <a:pt x="1035141" y="53734"/>
                  <a:pt x="1034029" y="53379"/>
                </a:cubicBezTo>
                <a:cubicBezTo>
                  <a:pt x="1032917" y="53023"/>
                  <a:pt x="1031649" y="52845"/>
                  <a:pt x="1030225" y="52845"/>
                </a:cubicBezTo>
                <a:cubicBezTo>
                  <a:pt x="1026222" y="52845"/>
                  <a:pt x="1023064" y="54158"/>
                  <a:pt x="1020751" y="56783"/>
                </a:cubicBezTo>
                <a:cubicBezTo>
                  <a:pt x="1018437" y="59407"/>
                  <a:pt x="1017281" y="62499"/>
                  <a:pt x="1017281" y="66057"/>
                </a:cubicBezTo>
                <a:lnTo>
                  <a:pt x="1017281" y="71396"/>
                </a:lnTo>
                <a:cubicBezTo>
                  <a:pt x="1017281" y="76822"/>
                  <a:pt x="1017347" y="81937"/>
                  <a:pt x="1017480" y="86741"/>
                </a:cubicBezTo>
                <a:cubicBezTo>
                  <a:pt x="1017615" y="91545"/>
                  <a:pt x="1017905" y="96172"/>
                  <a:pt x="1018350" y="100620"/>
                </a:cubicBezTo>
                <a:cubicBezTo>
                  <a:pt x="1017193" y="100442"/>
                  <a:pt x="1015748" y="100353"/>
                  <a:pt x="1014013" y="100353"/>
                </a:cubicBezTo>
                <a:cubicBezTo>
                  <a:pt x="1012278" y="100353"/>
                  <a:pt x="1010387" y="100353"/>
                  <a:pt x="1008340" y="100353"/>
                </a:cubicBezTo>
                <a:cubicBezTo>
                  <a:pt x="1006294" y="100353"/>
                  <a:pt x="1004426" y="100353"/>
                  <a:pt x="1002736" y="100353"/>
                </a:cubicBezTo>
                <a:cubicBezTo>
                  <a:pt x="1001046" y="100353"/>
                  <a:pt x="999577" y="100442"/>
                  <a:pt x="998331" y="100620"/>
                </a:cubicBezTo>
                <a:cubicBezTo>
                  <a:pt x="998777" y="96172"/>
                  <a:pt x="999066" y="91545"/>
                  <a:pt x="999199" y="86741"/>
                </a:cubicBezTo>
                <a:cubicBezTo>
                  <a:pt x="999332" y="81937"/>
                  <a:pt x="999398" y="76822"/>
                  <a:pt x="999398" y="71396"/>
                </a:cubicBezTo>
                <a:lnTo>
                  <a:pt x="999398" y="66057"/>
                </a:lnTo>
                <a:cubicBezTo>
                  <a:pt x="999398" y="60631"/>
                  <a:pt x="999332" y="55538"/>
                  <a:pt x="999199" y="50778"/>
                </a:cubicBezTo>
                <a:cubicBezTo>
                  <a:pt x="999066" y="46018"/>
                  <a:pt x="998777" y="41235"/>
                  <a:pt x="998331" y="36431"/>
                </a:cubicBezTo>
                <a:cubicBezTo>
                  <a:pt x="999844" y="36609"/>
                  <a:pt x="1001378" y="36765"/>
                  <a:pt x="1002935" y="36899"/>
                </a:cubicBezTo>
                <a:cubicBezTo>
                  <a:pt x="1004492" y="37032"/>
                  <a:pt x="1006027" y="37099"/>
                  <a:pt x="1007539" y="37099"/>
                </a:cubicBezTo>
                <a:cubicBezTo>
                  <a:pt x="1009052" y="37099"/>
                  <a:pt x="1010586" y="37032"/>
                  <a:pt x="1012143" y="36899"/>
                </a:cubicBezTo>
                <a:cubicBezTo>
                  <a:pt x="1013700" y="36765"/>
                  <a:pt x="1015235" y="36609"/>
                  <a:pt x="1016747" y="36431"/>
                </a:cubicBezTo>
                <a:lnTo>
                  <a:pt x="1016348" y="52713"/>
                </a:lnTo>
                <a:lnTo>
                  <a:pt x="1016615" y="52980"/>
                </a:lnTo>
                <a:close/>
                <a:moveTo>
                  <a:pt x="1066391" y="68726"/>
                </a:moveTo>
                <a:cubicBezTo>
                  <a:pt x="1066391" y="72284"/>
                  <a:pt x="1066746" y="75620"/>
                  <a:pt x="1067458" y="78734"/>
                </a:cubicBezTo>
                <a:cubicBezTo>
                  <a:pt x="1068170" y="81849"/>
                  <a:pt x="1069260" y="84540"/>
                  <a:pt x="1070728" y="86808"/>
                </a:cubicBezTo>
                <a:cubicBezTo>
                  <a:pt x="1072195" y="89077"/>
                  <a:pt x="1074063" y="90856"/>
                  <a:pt x="1076332" y="92147"/>
                </a:cubicBezTo>
                <a:cubicBezTo>
                  <a:pt x="1078601" y="93437"/>
                  <a:pt x="1081249" y="94082"/>
                  <a:pt x="1084273" y="94082"/>
                </a:cubicBezTo>
                <a:cubicBezTo>
                  <a:pt x="1090412" y="94082"/>
                  <a:pt x="1095883" y="92080"/>
                  <a:pt x="1100687" y="88077"/>
                </a:cubicBezTo>
                <a:lnTo>
                  <a:pt x="1102288" y="89278"/>
                </a:lnTo>
                <a:lnTo>
                  <a:pt x="1099352" y="96751"/>
                </a:lnTo>
                <a:cubicBezTo>
                  <a:pt x="1097128" y="98441"/>
                  <a:pt x="1094459" y="99798"/>
                  <a:pt x="1091345" y="100820"/>
                </a:cubicBezTo>
                <a:cubicBezTo>
                  <a:pt x="1088231" y="101843"/>
                  <a:pt x="1084139" y="102355"/>
                  <a:pt x="1079068" y="102355"/>
                </a:cubicBezTo>
                <a:cubicBezTo>
                  <a:pt x="1074709" y="102355"/>
                  <a:pt x="1070572" y="101754"/>
                  <a:pt x="1066657" y="100553"/>
                </a:cubicBezTo>
                <a:cubicBezTo>
                  <a:pt x="1062744" y="99353"/>
                  <a:pt x="1059296" y="97374"/>
                  <a:pt x="1056315" y="94615"/>
                </a:cubicBezTo>
                <a:cubicBezTo>
                  <a:pt x="1053335" y="91857"/>
                  <a:pt x="1050978" y="88365"/>
                  <a:pt x="1049243" y="84139"/>
                </a:cubicBezTo>
                <a:cubicBezTo>
                  <a:pt x="1047508" y="79913"/>
                  <a:pt x="1046641" y="74864"/>
                  <a:pt x="1046641" y="68993"/>
                </a:cubicBezTo>
                <a:cubicBezTo>
                  <a:pt x="1046641" y="63210"/>
                  <a:pt x="1047419" y="58184"/>
                  <a:pt x="1048974" y="53914"/>
                </a:cubicBezTo>
                <a:cubicBezTo>
                  <a:pt x="1050531" y="49644"/>
                  <a:pt x="1052689" y="46085"/>
                  <a:pt x="1055448" y="43238"/>
                </a:cubicBezTo>
                <a:cubicBezTo>
                  <a:pt x="1058206" y="40390"/>
                  <a:pt x="1061476" y="38255"/>
                  <a:pt x="1065256" y="36832"/>
                </a:cubicBezTo>
                <a:cubicBezTo>
                  <a:pt x="1069037" y="35408"/>
                  <a:pt x="1073152" y="34696"/>
                  <a:pt x="1077600" y="34696"/>
                </a:cubicBezTo>
                <a:cubicBezTo>
                  <a:pt x="1086408" y="34696"/>
                  <a:pt x="1093146" y="37276"/>
                  <a:pt x="1097816" y="42436"/>
                </a:cubicBezTo>
                <a:cubicBezTo>
                  <a:pt x="1102487" y="47596"/>
                  <a:pt x="1104823" y="54891"/>
                  <a:pt x="1104823" y="64322"/>
                </a:cubicBezTo>
                <a:lnTo>
                  <a:pt x="1104823" y="67126"/>
                </a:lnTo>
                <a:cubicBezTo>
                  <a:pt x="1104823" y="67925"/>
                  <a:pt x="1104779" y="68459"/>
                  <a:pt x="1104691" y="68726"/>
                </a:cubicBezTo>
                <a:lnTo>
                  <a:pt x="1066391" y="68726"/>
                </a:lnTo>
                <a:moveTo>
                  <a:pt x="1086943" y="62721"/>
                </a:moveTo>
                <a:cubicBezTo>
                  <a:pt x="1086763" y="56049"/>
                  <a:pt x="1085940" y="50711"/>
                  <a:pt x="1084473" y="46708"/>
                </a:cubicBezTo>
                <a:cubicBezTo>
                  <a:pt x="1083005" y="42703"/>
                  <a:pt x="1080537" y="40701"/>
                  <a:pt x="1077067" y="40701"/>
                </a:cubicBezTo>
                <a:cubicBezTo>
                  <a:pt x="1075109" y="40701"/>
                  <a:pt x="1073463" y="41368"/>
                  <a:pt x="1072129" y="42703"/>
                </a:cubicBezTo>
                <a:cubicBezTo>
                  <a:pt x="1070794" y="44037"/>
                  <a:pt x="1069727" y="45750"/>
                  <a:pt x="1068926" y="47842"/>
                </a:cubicBezTo>
                <a:cubicBezTo>
                  <a:pt x="1068125" y="49933"/>
                  <a:pt x="1067524" y="52290"/>
                  <a:pt x="1067124" y="54914"/>
                </a:cubicBezTo>
                <a:cubicBezTo>
                  <a:pt x="1066724" y="57538"/>
                  <a:pt x="1066480" y="60141"/>
                  <a:pt x="1066391" y="62721"/>
                </a:cubicBezTo>
                <a:lnTo>
                  <a:pt x="1086943" y="62721"/>
                </a:lnTo>
                <a:close/>
                <a:moveTo>
                  <a:pt x="1133115" y="68726"/>
                </a:moveTo>
                <a:cubicBezTo>
                  <a:pt x="1133115" y="72284"/>
                  <a:pt x="1133470" y="75620"/>
                  <a:pt x="1134182" y="78734"/>
                </a:cubicBezTo>
                <a:cubicBezTo>
                  <a:pt x="1134894" y="81849"/>
                  <a:pt x="1135984" y="84540"/>
                  <a:pt x="1137452" y="86808"/>
                </a:cubicBezTo>
                <a:cubicBezTo>
                  <a:pt x="1138919" y="89077"/>
                  <a:pt x="1140787" y="90856"/>
                  <a:pt x="1143056" y="92147"/>
                </a:cubicBezTo>
                <a:cubicBezTo>
                  <a:pt x="1145325" y="93437"/>
                  <a:pt x="1147973" y="94082"/>
                  <a:pt x="1150997" y="94082"/>
                </a:cubicBezTo>
                <a:cubicBezTo>
                  <a:pt x="1157136" y="94082"/>
                  <a:pt x="1162607" y="92080"/>
                  <a:pt x="1167411" y="88077"/>
                </a:cubicBezTo>
                <a:lnTo>
                  <a:pt x="1169012" y="89278"/>
                </a:lnTo>
                <a:lnTo>
                  <a:pt x="1166076" y="96751"/>
                </a:lnTo>
                <a:cubicBezTo>
                  <a:pt x="1163852" y="98441"/>
                  <a:pt x="1161183" y="99798"/>
                  <a:pt x="1158069" y="100820"/>
                </a:cubicBezTo>
                <a:cubicBezTo>
                  <a:pt x="1154955" y="101843"/>
                  <a:pt x="1150863" y="102355"/>
                  <a:pt x="1145792" y="102355"/>
                </a:cubicBezTo>
                <a:cubicBezTo>
                  <a:pt x="1141433" y="102355"/>
                  <a:pt x="1137296" y="101754"/>
                  <a:pt x="1133381" y="100553"/>
                </a:cubicBezTo>
                <a:cubicBezTo>
                  <a:pt x="1129468" y="99353"/>
                  <a:pt x="1126020" y="97374"/>
                  <a:pt x="1123039" y="94615"/>
                </a:cubicBezTo>
                <a:cubicBezTo>
                  <a:pt x="1120059" y="91857"/>
                  <a:pt x="1117702" y="88365"/>
                  <a:pt x="1115967" y="84139"/>
                </a:cubicBezTo>
                <a:cubicBezTo>
                  <a:pt x="1114232" y="79913"/>
                  <a:pt x="1113365" y="74864"/>
                  <a:pt x="1113365" y="68993"/>
                </a:cubicBezTo>
                <a:cubicBezTo>
                  <a:pt x="1113365" y="63210"/>
                  <a:pt x="1114143" y="58184"/>
                  <a:pt x="1115698" y="53914"/>
                </a:cubicBezTo>
                <a:cubicBezTo>
                  <a:pt x="1117255" y="49644"/>
                  <a:pt x="1119413" y="46085"/>
                  <a:pt x="1122172" y="43238"/>
                </a:cubicBezTo>
                <a:cubicBezTo>
                  <a:pt x="1124930" y="40390"/>
                  <a:pt x="1128200" y="38255"/>
                  <a:pt x="1131980" y="36832"/>
                </a:cubicBezTo>
                <a:cubicBezTo>
                  <a:pt x="1135761" y="35408"/>
                  <a:pt x="1139876" y="34696"/>
                  <a:pt x="1144324" y="34696"/>
                </a:cubicBezTo>
                <a:cubicBezTo>
                  <a:pt x="1153132" y="34696"/>
                  <a:pt x="1159871" y="37276"/>
                  <a:pt x="1164540" y="42436"/>
                </a:cubicBezTo>
                <a:cubicBezTo>
                  <a:pt x="1169212" y="47596"/>
                  <a:pt x="1171547" y="54891"/>
                  <a:pt x="1171547" y="64322"/>
                </a:cubicBezTo>
                <a:lnTo>
                  <a:pt x="1171547" y="67126"/>
                </a:lnTo>
                <a:cubicBezTo>
                  <a:pt x="1171547" y="67925"/>
                  <a:pt x="1171503" y="68459"/>
                  <a:pt x="1171415" y="68726"/>
                </a:cubicBezTo>
                <a:lnTo>
                  <a:pt x="1133115" y="68726"/>
                </a:lnTo>
                <a:moveTo>
                  <a:pt x="1153667" y="62721"/>
                </a:moveTo>
                <a:cubicBezTo>
                  <a:pt x="1153487" y="56049"/>
                  <a:pt x="1152664" y="50711"/>
                  <a:pt x="1151197" y="46708"/>
                </a:cubicBezTo>
                <a:cubicBezTo>
                  <a:pt x="1149729" y="42703"/>
                  <a:pt x="1147261" y="40701"/>
                  <a:pt x="1143791" y="40701"/>
                </a:cubicBezTo>
                <a:cubicBezTo>
                  <a:pt x="1141833" y="40701"/>
                  <a:pt x="1140187" y="41368"/>
                  <a:pt x="1138853" y="42703"/>
                </a:cubicBezTo>
                <a:cubicBezTo>
                  <a:pt x="1137518" y="44037"/>
                  <a:pt x="1136451" y="45750"/>
                  <a:pt x="1135650" y="47842"/>
                </a:cubicBezTo>
                <a:cubicBezTo>
                  <a:pt x="1134849" y="49933"/>
                  <a:pt x="1134248" y="52290"/>
                  <a:pt x="1133848" y="54914"/>
                </a:cubicBezTo>
                <a:cubicBezTo>
                  <a:pt x="1133449" y="57538"/>
                  <a:pt x="1133204" y="60141"/>
                  <a:pt x="1133115" y="62721"/>
                </a:cubicBezTo>
                <a:lnTo>
                  <a:pt x="1153667" y="62721"/>
                </a:lnTo>
                <a:close/>
              </a:path>
            </a:pathLst>
          </a:custGeom>
          <a:solidFill xmlns:a="http://schemas.openxmlformats.org/drawingml/2006/main">
            <a:srgbClr val="1271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D83DB-E345-4849-AE4C-E6F8A68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420" y="3470124"/>
            <a:ext cx="660040" cy="162046"/>
          </a:xfrm>
          <a:custGeom xmlns:a="http://schemas.openxmlformats.org/drawingml/2006/main">
            <a:pathLst>
              <a:path w="660040" h="162046">
                <a:moveTo>
                  <a:pt x="0" y="0"/>
                </a:moveTo>
                <a:lnTo>
                  <a:pt x="660040" y="0"/>
                </a:lnTo>
                <a:lnTo>
                  <a:pt x="660040" y="162046"/>
                </a:lnTo>
                <a:lnTo>
                  <a:pt x="0" y="1620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>
              <a:alpha val="506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3:Disagree">
            <a:extLst xmlns:a="http://schemas.openxmlformats.org/drawingml/2006/main">
              <a:ext uri="{FF2B5EF4-FFF2-40B4-BE49-F238E27FC236}">
                <a16:creationId xmlns:a16="http://schemas.microsoft.com/office/drawing/2014/main" id="{5AB3B2DF-8A09-4670-927A-BA30554F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892" y="3493384"/>
            <a:ext cx="650429" cy="135451"/>
          </a:xfrm>
          <a:custGeom xmlns:a="http://schemas.openxmlformats.org/drawingml/2006/main">
            <a:pathLst>
              <a:path w="650429" h="135451">
                <a:moveTo>
                  <a:pt x="18282" y="50442"/>
                </a:moveTo>
                <a:cubicBezTo>
                  <a:pt x="18994" y="50532"/>
                  <a:pt x="19595" y="50622"/>
                  <a:pt x="20084" y="50711"/>
                </a:cubicBezTo>
                <a:cubicBezTo>
                  <a:pt x="20574" y="50799"/>
                  <a:pt x="21130" y="50844"/>
                  <a:pt x="21751" y="50844"/>
                </a:cubicBezTo>
                <a:cubicBezTo>
                  <a:pt x="27091" y="50844"/>
                  <a:pt x="30938" y="49220"/>
                  <a:pt x="33295" y="45973"/>
                </a:cubicBezTo>
                <a:cubicBezTo>
                  <a:pt x="35653" y="42726"/>
                  <a:pt x="36832" y="38122"/>
                  <a:pt x="36832" y="32161"/>
                </a:cubicBezTo>
                <a:cubicBezTo>
                  <a:pt x="36832" y="26288"/>
                  <a:pt x="35720" y="22040"/>
                  <a:pt x="33495" y="19416"/>
                </a:cubicBezTo>
                <a:cubicBezTo>
                  <a:pt x="31271" y="16792"/>
                  <a:pt x="28602" y="15480"/>
                  <a:pt x="25488" y="15480"/>
                </a:cubicBezTo>
                <a:cubicBezTo>
                  <a:pt x="23442" y="15480"/>
                  <a:pt x="21685" y="15925"/>
                  <a:pt x="20216" y="16816"/>
                </a:cubicBezTo>
                <a:cubicBezTo>
                  <a:pt x="18749" y="17705"/>
                  <a:pt x="17525" y="18883"/>
                  <a:pt x="16547" y="20350"/>
                </a:cubicBezTo>
                <a:cubicBezTo>
                  <a:pt x="15569" y="21818"/>
                  <a:pt x="14791" y="23530"/>
                  <a:pt x="14213" y="25488"/>
                </a:cubicBezTo>
                <a:cubicBezTo>
                  <a:pt x="13635" y="27446"/>
                  <a:pt x="13212" y="29536"/>
                  <a:pt x="12945" y="31760"/>
                </a:cubicBezTo>
                <a:lnTo>
                  <a:pt x="11075" y="32161"/>
                </a:lnTo>
                <a:cubicBezTo>
                  <a:pt x="9830" y="30649"/>
                  <a:pt x="8407" y="29136"/>
                  <a:pt x="6805" y="27624"/>
                </a:cubicBezTo>
                <a:cubicBezTo>
                  <a:pt x="5205" y="26110"/>
                  <a:pt x="3648" y="24597"/>
                  <a:pt x="2136" y="23085"/>
                </a:cubicBezTo>
                <a:cubicBezTo>
                  <a:pt x="4448" y="18994"/>
                  <a:pt x="7561" y="15791"/>
                  <a:pt x="11476" y="13478"/>
                </a:cubicBezTo>
                <a:cubicBezTo>
                  <a:pt x="15391" y="11165"/>
                  <a:pt x="21041" y="10008"/>
                  <a:pt x="28424" y="10008"/>
                </a:cubicBezTo>
                <a:cubicBezTo>
                  <a:pt x="33674" y="10008"/>
                  <a:pt x="38078" y="10564"/>
                  <a:pt x="41636" y="11676"/>
                </a:cubicBezTo>
                <a:cubicBezTo>
                  <a:pt x="45195" y="12788"/>
                  <a:pt x="48087" y="14300"/>
                  <a:pt x="50310" y="16213"/>
                </a:cubicBezTo>
                <a:cubicBezTo>
                  <a:pt x="52534" y="18126"/>
                  <a:pt x="54135" y="20350"/>
                  <a:pt x="55114" y="22886"/>
                </a:cubicBezTo>
                <a:cubicBezTo>
                  <a:pt x="56092" y="25421"/>
                  <a:pt x="56582" y="28113"/>
                  <a:pt x="56582" y="30959"/>
                </a:cubicBezTo>
                <a:cubicBezTo>
                  <a:pt x="56582" y="36297"/>
                  <a:pt x="54958" y="40568"/>
                  <a:pt x="51711" y="43772"/>
                </a:cubicBezTo>
                <a:cubicBezTo>
                  <a:pt x="48464" y="46974"/>
                  <a:pt x="43905" y="49598"/>
                  <a:pt x="38033" y="51644"/>
                </a:cubicBezTo>
                <a:lnTo>
                  <a:pt x="38033" y="52845"/>
                </a:lnTo>
                <a:cubicBezTo>
                  <a:pt x="41591" y="53379"/>
                  <a:pt x="44727" y="54112"/>
                  <a:pt x="47441" y="55046"/>
                </a:cubicBezTo>
                <a:cubicBezTo>
                  <a:pt x="50155" y="55980"/>
                  <a:pt x="52445" y="57271"/>
                  <a:pt x="54313" y="58917"/>
                </a:cubicBezTo>
                <a:cubicBezTo>
                  <a:pt x="56181" y="60563"/>
                  <a:pt x="57582" y="62676"/>
                  <a:pt x="58516" y="65256"/>
                </a:cubicBezTo>
                <a:cubicBezTo>
                  <a:pt x="59452" y="67836"/>
                  <a:pt x="59919" y="71083"/>
                  <a:pt x="59919" y="74998"/>
                </a:cubicBezTo>
                <a:cubicBezTo>
                  <a:pt x="59919" y="79179"/>
                  <a:pt x="58963" y="82916"/>
                  <a:pt x="57050" y="86207"/>
                </a:cubicBezTo>
                <a:cubicBezTo>
                  <a:pt x="55137" y="89499"/>
                  <a:pt x="52602" y="92302"/>
                  <a:pt x="49443" y="94615"/>
                </a:cubicBezTo>
                <a:cubicBezTo>
                  <a:pt x="46285" y="96928"/>
                  <a:pt x="42704" y="98641"/>
                  <a:pt x="38699" y="99753"/>
                </a:cubicBezTo>
                <a:cubicBezTo>
                  <a:pt x="34696" y="100865"/>
                  <a:pt x="30604" y="101420"/>
                  <a:pt x="26423" y="101420"/>
                </a:cubicBezTo>
                <a:cubicBezTo>
                  <a:pt x="19217" y="101420"/>
                  <a:pt x="13545" y="100464"/>
                  <a:pt x="9408" y="98551"/>
                </a:cubicBezTo>
                <a:cubicBezTo>
                  <a:pt x="5271" y="96639"/>
                  <a:pt x="2135" y="94259"/>
                  <a:pt x="0" y="91412"/>
                </a:cubicBezTo>
                <a:cubicBezTo>
                  <a:pt x="1512" y="89455"/>
                  <a:pt x="2958" y="87520"/>
                  <a:pt x="4337" y="85607"/>
                </a:cubicBezTo>
                <a:cubicBezTo>
                  <a:pt x="5716" y="83694"/>
                  <a:pt x="7029" y="81759"/>
                  <a:pt x="8273" y="79801"/>
                </a:cubicBezTo>
                <a:lnTo>
                  <a:pt x="10008" y="80203"/>
                </a:lnTo>
                <a:cubicBezTo>
                  <a:pt x="10276" y="82248"/>
                  <a:pt x="10787" y="84206"/>
                  <a:pt x="11544" y="86075"/>
                </a:cubicBezTo>
                <a:cubicBezTo>
                  <a:pt x="12300" y="87943"/>
                  <a:pt x="13278" y="89611"/>
                  <a:pt x="14478" y="91078"/>
                </a:cubicBezTo>
                <a:cubicBezTo>
                  <a:pt x="15679" y="92546"/>
                  <a:pt x="17103" y="93702"/>
                  <a:pt x="18748" y="94548"/>
                </a:cubicBezTo>
                <a:cubicBezTo>
                  <a:pt x="20395" y="95392"/>
                  <a:pt x="22286" y="95815"/>
                  <a:pt x="24421" y="95815"/>
                </a:cubicBezTo>
                <a:cubicBezTo>
                  <a:pt x="26556" y="95815"/>
                  <a:pt x="28536" y="95348"/>
                  <a:pt x="30359" y="94414"/>
                </a:cubicBezTo>
                <a:cubicBezTo>
                  <a:pt x="32183" y="93480"/>
                  <a:pt x="33785" y="92145"/>
                  <a:pt x="35164" y="90410"/>
                </a:cubicBezTo>
                <a:cubicBezTo>
                  <a:pt x="36544" y="88675"/>
                  <a:pt x="37611" y="86630"/>
                  <a:pt x="38367" y="84273"/>
                </a:cubicBezTo>
                <a:cubicBezTo>
                  <a:pt x="39124" y="81915"/>
                  <a:pt x="39502" y="79313"/>
                  <a:pt x="39502" y="76466"/>
                </a:cubicBezTo>
                <a:cubicBezTo>
                  <a:pt x="39502" y="70593"/>
                  <a:pt x="38166" y="65856"/>
                  <a:pt x="35496" y="62253"/>
                </a:cubicBezTo>
                <a:cubicBezTo>
                  <a:pt x="32827" y="58650"/>
                  <a:pt x="29092" y="56849"/>
                  <a:pt x="24289" y="56849"/>
                </a:cubicBezTo>
                <a:cubicBezTo>
                  <a:pt x="23220" y="56849"/>
                  <a:pt x="22197" y="56893"/>
                  <a:pt x="21218" y="56983"/>
                </a:cubicBezTo>
                <a:cubicBezTo>
                  <a:pt x="20239" y="57071"/>
                  <a:pt x="19260" y="57160"/>
                  <a:pt x="18282" y="57250"/>
                </a:cubicBezTo>
                <a:lnTo>
                  <a:pt x="18282" y="50442"/>
                </a:lnTo>
                <a:close/>
                <a:moveTo>
                  <a:pt x="76334" y="47374"/>
                </a:moveTo>
                <a:cubicBezTo>
                  <a:pt x="76334" y="44349"/>
                  <a:pt x="77401" y="41769"/>
                  <a:pt x="79535" y="39634"/>
                </a:cubicBezTo>
                <a:cubicBezTo>
                  <a:pt x="81670" y="37499"/>
                  <a:pt x="84251" y="36431"/>
                  <a:pt x="87277" y="36431"/>
                </a:cubicBezTo>
                <a:cubicBezTo>
                  <a:pt x="90301" y="36431"/>
                  <a:pt x="92880" y="37499"/>
                  <a:pt x="95014" y="39634"/>
                </a:cubicBezTo>
                <a:cubicBezTo>
                  <a:pt x="97150" y="41769"/>
                  <a:pt x="98217" y="44349"/>
                  <a:pt x="98217" y="47374"/>
                </a:cubicBezTo>
                <a:cubicBezTo>
                  <a:pt x="98217" y="50398"/>
                  <a:pt x="97150" y="52978"/>
                  <a:pt x="95014" y="55114"/>
                </a:cubicBezTo>
                <a:cubicBezTo>
                  <a:pt x="92880" y="57249"/>
                  <a:pt x="90301" y="58317"/>
                  <a:pt x="87277" y="58317"/>
                </a:cubicBezTo>
                <a:cubicBezTo>
                  <a:pt x="84251" y="58317"/>
                  <a:pt x="81670" y="57249"/>
                  <a:pt x="79535" y="55114"/>
                </a:cubicBezTo>
                <a:cubicBezTo>
                  <a:pt x="77401" y="52978"/>
                  <a:pt x="76334" y="50398"/>
                  <a:pt x="76334" y="47374"/>
                </a:cubicBezTo>
                <a:moveTo>
                  <a:pt x="76334" y="91145"/>
                </a:moveTo>
                <a:cubicBezTo>
                  <a:pt x="76334" y="88120"/>
                  <a:pt x="77401" y="85540"/>
                  <a:pt x="79535" y="83406"/>
                </a:cubicBezTo>
                <a:cubicBezTo>
                  <a:pt x="81670" y="81270"/>
                  <a:pt x="84251" y="80203"/>
                  <a:pt x="87277" y="80203"/>
                </a:cubicBezTo>
                <a:cubicBezTo>
                  <a:pt x="90301" y="80203"/>
                  <a:pt x="92880" y="81270"/>
                  <a:pt x="95014" y="83406"/>
                </a:cubicBezTo>
                <a:cubicBezTo>
                  <a:pt x="97150" y="85540"/>
                  <a:pt x="98217" y="88120"/>
                  <a:pt x="98217" y="91145"/>
                </a:cubicBezTo>
                <a:cubicBezTo>
                  <a:pt x="98217" y="94170"/>
                  <a:pt x="97150" y="96683"/>
                  <a:pt x="95014" y="98686"/>
                </a:cubicBezTo>
                <a:cubicBezTo>
                  <a:pt x="92880" y="100687"/>
                  <a:pt x="90301" y="101687"/>
                  <a:pt x="87277" y="101687"/>
                </a:cubicBezTo>
                <a:cubicBezTo>
                  <a:pt x="84251" y="101687"/>
                  <a:pt x="81670" y="100687"/>
                  <a:pt x="79535" y="98686"/>
                </a:cubicBezTo>
                <a:cubicBezTo>
                  <a:pt x="77401" y="96683"/>
                  <a:pt x="76334" y="94170"/>
                  <a:pt x="76334" y="91145"/>
                </a:cubicBezTo>
                <a:close/>
                <a:moveTo>
                  <a:pt x="174551" y="73129"/>
                </a:moveTo>
                <a:lnTo>
                  <a:pt x="174551" y="81135"/>
                </a:lnTo>
                <a:cubicBezTo>
                  <a:pt x="174551" y="83716"/>
                  <a:pt x="174573" y="86074"/>
                  <a:pt x="174618" y="88209"/>
                </a:cubicBezTo>
                <a:cubicBezTo>
                  <a:pt x="174663" y="90345"/>
                  <a:pt x="174685" y="91724"/>
                  <a:pt x="174685" y="92347"/>
                </a:cubicBezTo>
                <a:cubicBezTo>
                  <a:pt x="176020" y="92435"/>
                  <a:pt x="177621" y="92524"/>
                  <a:pt x="179489" y="92614"/>
                </a:cubicBezTo>
                <a:cubicBezTo>
                  <a:pt x="181357" y="92702"/>
                  <a:pt x="183670" y="92746"/>
                  <a:pt x="186429" y="92746"/>
                </a:cubicBezTo>
                <a:cubicBezTo>
                  <a:pt x="196481" y="92746"/>
                  <a:pt x="204443" y="89321"/>
                  <a:pt x="210314" y="82471"/>
                </a:cubicBezTo>
                <a:cubicBezTo>
                  <a:pt x="216187" y="75621"/>
                  <a:pt x="219123" y="65256"/>
                  <a:pt x="219123" y="51377"/>
                </a:cubicBezTo>
                <a:cubicBezTo>
                  <a:pt x="219123" y="45862"/>
                  <a:pt x="218388" y="40924"/>
                  <a:pt x="216920" y="36565"/>
                </a:cubicBezTo>
                <a:cubicBezTo>
                  <a:pt x="215452" y="32205"/>
                  <a:pt x="213384" y="28490"/>
                  <a:pt x="210715" y="25421"/>
                </a:cubicBezTo>
                <a:cubicBezTo>
                  <a:pt x="208046" y="22351"/>
                  <a:pt x="204843" y="19994"/>
                  <a:pt x="201106" y="18349"/>
                </a:cubicBezTo>
                <a:cubicBezTo>
                  <a:pt x="197370" y="16702"/>
                  <a:pt x="193189" y="15879"/>
                  <a:pt x="188563" y="15879"/>
                </a:cubicBezTo>
                <a:cubicBezTo>
                  <a:pt x="185360" y="15879"/>
                  <a:pt x="182758" y="15946"/>
                  <a:pt x="180756" y="16080"/>
                </a:cubicBezTo>
                <a:cubicBezTo>
                  <a:pt x="178755" y="16213"/>
                  <a:pt x="176731" y="16369"/>
                  <a:pt x="174685" y="16547"/>
                </a:cubicBezTo>
                <a:cubicBezTo>
                  <a:pt x="174685" y="17170"/>
                  <a:pt x="174663" y="18549"/>
                  <a:pt x="174618" y="20684"/>
                </a:cubicBezTo>
                <a:cubicBezTo>
                  <a:pt x="174573" y="22820"/>
                  <a:pt x="174551" y="25222"/>
                  <a:pt x="174551" y="27891"/>
                </a:cubicBezTo>
                <a:lnTo>
                  <a:pt x="174551" y="35897"/>
                </a:lnTo>
                <a:lnTo>
                  <a:pt x="174551" y="42570"/>
                </a:lnTo>
                <a:lnTo>
                  <a:pt x="174551" y="66323"/>
                </a:lnTo>
                <a:lnTo>
                  <a:pt x="174551" y="73129"/>
                </a:lnTo>
                <a:moveTo>
                  <a:pt x="154801" y="45238"/>
                </a:moveTo>
                <a:cubicBezTo>
                  <a:pt x="154801" y="37854"/>
                  <a:pt x="154712" y="31293"/>
                  <a:pt x="154534" y="25555"/>
                </a:cubicBezTo>
                <a:cubicBezTo>
                  <a:pt x="154357" y="19817"/>
                  <a:pt x="154089" y="14056"/>
                  <a:pt x="153732" y="8273"/>
                </a:cubicBezTo>
                <a:cubicBezTo>
                  <a:pt x="155246" y="8451"/>
                  <a:pt x="156892" y="8607"/>
                  <a:pt x="158670" y="8742"/>
                </a:cubicBezTo>
                <a:cubicBezTo>
                  <a:pt x="160450" y="8875"/>
                  <a:pt x="162451" y="8941"/>
                  <a:pt x="164675" y="8941"/>
                </a:cubicBezTo>
                <a:cubicBezTo>
                  <a:pt x="167611" y="8941"/>
                  <a:pt x="170903" y="8830"/>
                  <a:pt x="174551" y="8607"/>
                </a:cubicBezTo>
                <a:cubicBezTo>
                  <a:pt x="178199" y="8385"/>
                  <a:pt x="182958" y="8273"/>
                  <a:pt x="188829" y="8273"/>
                </a:cubicBezTo>
                <a:cubicBezTo>
                  <a:pt x="196480" y="8273"/>
                  <a:pt x="203442" y="8963"/>
                  <a:pt x="209713" y="10342"/>
                </a:cubicBezTo>
                <a:cubicBezTo>
                  <a:pt x="215986" y="11720"/>
                  <a:pt x="221391" y="14055"/>
                  <a:pt x="225928" y="17347"/>
                </a:cubicBezTo>
                <a:cubicBezTo>
                  <a:pt x="230466" y="20639"/>
                  <a:pt x="233981" y="25065"/>
                  <a:pt x="236472" y="30625"/>
                </a:cubicBezTo>
                <a:cubicBezTo>
                  <a:pt x="238963" y="36186"/>
                  <a:pt x="240208" y="43192"/>
                  <a:pt x="240208" y="51644"/>
                </a:cubicBezTo>
                <a:cubicBezTo>
                  <a:pt x="240208" y="59029"/>
                  <a:pt x="238985" y="65702"/>
                  <a:pt x="236537" y="71662"/>
                </a:cubicBezTo>
                <a:cubicBezTo>
                  <a:pt x="234091" y="77622"/>
                  <a:pt x="230755" y="82715"/>
                  <a:pt x="226529" y="86941"/>
                </a:cubicBezTo>
                <a:cubicBezTo>
                  <a:pt x="222303" y="91166"/>
                  <a:pt x="217410" y="94392"/>
                  <a:pt x="211849" y="96617"/>
                </a:cubicBezTo>
                <a:cubicBezTo>
                  <a:pt x="206289" y="98841"/>
                  <a:pt x="200351" y="99952"/>
                  <a:pt x="194034" y="99952"/>
                </a:cubicBezTo>
                <a:cubicBezTo>
                  <a:pt x="187362" y="99952"/>
                  <a:pt x="181668" y="99908"/>
                  <a:pt x="176952" y="99818"/>
                </a:cubicBezTo>
                <a:cubicBezTo>
                  <a:pt x="172237" y="99730"/>
                  <a:pt x="168145" y="99686"/>
                  <a:pt x="164675" y="99686"/>
                </a:cubicBezTo>
                <a:cubicBezTo>
                  <a:pt x="162451" y="99686"/>
                  <a:pt x="160450" y="99686"/>
                  <a:pt x="158670" y="99686"/>
                </a:cubicBezTo>
                <a:cubicBezTo>
                  <a:pt x="156892" y="99686"/>
                  <a:pt x="155246" y="99774"/>
                  <a:pt x="153732" y="99952"/>
                </a:cubicBezTo>
                <a:cubicBezTo>
                  <a:pt x="154089" y="94437"/>
                  <a:pt x="154357" y="88810"/>
                  <a:pt x="154534" y="83072"/>
                </a:cubicBezTo>
                <a:cubicBezTo>
                  <a:pt x="154712" y="77333"/>
                  <a:pt x="154801" y="70772"/>
                  <a:pt x="154801" y="63387"/>
                </a:cubicBezTo>
                <a:lnTo>
                  <a:pt x="154801" y="45238"/>
                </a:lnTo>
                <a:close/>
                <a:moveTo>
                  <a:pt x="254754" y="10542"/>
                </a:moveTo>
                <a:cubicBezTo>
                  <a:pt x="254754" y="7605"/>
                  <a:pt x="255776" y="5114"/>
                  <a:pt x="257822" y="3069"/>
                </a:cubicBezTo>
                <a:cubicBezTo>
                  <a:pt x="259869" y="1023"/>
                  <a:pt x="262361" y="0"/>
                  <a:pt x="265297" y="0"/>
                </a:cubicBezTo>
                <a:cubicBezTo>
                  <a:pt x="268232" y="0"/>
                  <a:pt x="270723" y="1023"/>
                  <a:pt x="272768" y="3069"/>
                </a:cubicBezTo>
                <a:cubicBezTo>
                  <a:pt x="274816" y="5114"/>
                  <a:pt x="275839" y="7605"/>
                  <a:pt x="275839" y="10542"/>
                </a:cubicBezTo>
                <a:cubicBezTo>
                  <a:pt x="275839" y="13478"/>
                  <a:pt x="274816" y="15969"/>
                  <a:pt x="272768" y="18015"/>
                </a:cubicBezTo>
                <a:cubicBezTo>
                  <a:pt x="270723" y="20061"/>
                  <a:pt x="268232" y="21084"/>
                  <a:pt x="265297" y="21084"/>
                </a:cubicBezTo>
                <a:cubicBezTo>
                  <a:pt x="262361" y="21084"/>
                  <a:pt x="259869" y="20061"/>
                  <a:pt x="257822" y="18015"/>
                </a:cubicBezTo>
                <a:cubicBezTo>
                  <a:pt x="255776" y="15969"/>
                  <a:pt x="254754" y="13478"/>
                  <a:pt x="254754" y="10542"/>
                </a:cubicBezTo>
                <a:moveTo>
                  <a:pt x="256356" y="65389"/>
                </a:moveTo>
                <a:cubicBezTo>
                  <a:pt x="256356" y="59963"/>
                  <a:pt x="256289" y="54870"/>
                  <a:pt x="256154" y="50111"/>
                </a:cubicBezTo>
                <a:cubicBezTo>
                  <a:pt x="256021" y="45350"/>
                  <a:pt x="255732" y="40567"/>
                  <a:pt x="255287" y="35763"/>
                </a:cubicBezTo>
                <a:cubicBezTo>
                  <a:pt x="256533" y="35941"/>
                  <a:pt x="258001" y="36097"/>
                  <a:pt x="259691" y="36231"/>
                </a:cubicBezTo>
                <a:cubicBezTo>
                  <a:pt x="261382" y="36364"/>
                  <a:pt x="263250" y="36431"/>
                  <a:pt x="265297" y="36431"/>
                </a:cubicBezTo>
                <a:cubicBezTo>
                  <a:pt x="269478" y="36431"/>
                  <a:pt x="272815" y="36208"/>
                  <a:pt x="275306" y="35763"/>
                </a:cubicBezTo>
                <a:cubicBezTo>
                  <a:pt x="274860" y="40567"/>
                  <a:pt x="274571" y="45350"/>
                  <a:pt x="274436" y="50111"/>
                </a:cubicBezTo>
                <a:cubicBezTo>
                  <a:pt x="274303" y="54870"/>
                  <a:pt x="274237" y="59963"/>
                  <a:pt x="274237" y="65389"/>
                </a:cubicBezTo>
                <a:lnTo>
                  <a:pt x="274237" y="70728"/>
                </a:lnTo>
                <a:cubicBezTo>
                  <a:pt x="274237" y="76154"/>
                  <a:pt x="274303" y="81269"/>
                  <a:pt x="274436" y="86073"/>
                </a:cubicBezTo>
                <a:cubicBezTo>
                  <a:pt x="274571" y="90877"/>
                  <a:pt x="274860" y="95504"/>
                  <a:pt x="275306" y="99952"/>
                </a:cubicBezTo>
                <a:cubicBezTo>
                  <a:pt x="274149" y="99774"/>
                  <a:pt x="272703" y="99686"/>
                  <a:pt x="270968" y="99686"/>
                </a:cubicBezTo>
                <a:cubicBezTo>
                  <a:pt x="269233" y="99686"/>
                  <a:pt x="267343" y="99686"/>
                  <a:pt x="265297" y="99686"/>
                </a:cubicBezTo>
                <a:cubicBezTo>
                  <a:pt x="263250" y="99686"/>
                  <a:pt x="261382" y="99686"/>
                  <a:pt x="259691" y="99686"/>
                </a:cubicBezTo>
                <a:cubicBezTo>
                  <a:pt x="258001" y="99686"/>
                  <a:pt x="256533" y="99774"/>
                  <a:pt x="255287" y="99952"/>
                </a:cubicBezTo>
                <a:cubicBezTo>
                  <a:pt x="255732" y="95504"/>
                  <a:pt x="256021" y="90877"/>
                  <a:pt x="256154" y="86073"/>
                </a:cubicBezTo>
                <a:cubicBezTo>
                  <a:pt x="256289" y="81269"/>
                  <a:pt x="256356" y="76154"/>
                  <a:pt x="256356" y="70728"/>
                </a:cubicBezTo>
                <a:lnTo>
                  <a:pt x="256356" y="65389"/>
                </a:lnTo>
                <a:close/>
                <a:moveTo>
                  <a:pt x="293054" y="83538"/>
                </a:moveTo>
                <a:cubicBezTo>
                  <a:pt x="293588" y="84962"/>
                  <a:pt x="294277" y="86319"/>
                  <a:pt x="295121" y="87608"/>
                </a:cubicBezTo>
                <a:cubicBezTo>
                  <a:pt x="295967" y="88898"/>
                  <a:pt x="297012" y="90055"/>
                  <a:pt x="298257" y="91078"/>
                </a:cubicBezTo>
                <a:cubicBezTo>
                  <a:pt x="299503" y="92102"/>
                  <a:pt x="300994" y="92925"/>
                  <a:pt x="302728" y="93548"/>
                </a:cubicBezTo>
                <a:cubicBezTo>
                  <a:pt x="304463" y="94170"/>
                  <a:pt x="306487" y="94481"/>
                  <a:pt x="308801" y="94481"/>
                </a:cubicBezTo>
                <a:cubicBezTo>
                  <a:pt x="311915" y="94481"/>
                  <a:pt x="314317" y="93681"/>
                  <a:pt x="316007" y="92080"/>
                </a:cubicBezTo>
                <a:cubicBezTo>
                  <a:pt x="317697" y="90478"/>
                  <a:pt x="318542" y="88743"/>
                  <a:pt x="318542" y="86875"/>
                </a:cubicBezTo>
                <a:cubicBezTo>
                  <a:pt x="318542" y="84828"/>
                  <a:pt x="317786" y="83182"/>
                  <a:pt x="316274" y="81937"/>
                </a:cubicBezTo>
                <a:cubicBezTo>
                  <a:pt x="314761" y="80691"/>
                  <a:pt x="312871" y="79557"/>
                  <a:pt x="310603" y="78535"/>
                </a:cubicBezTo>
                <a:cubicBezTo>
                  <a:pt x="308334" y="77511"/>
                  <a:pt x="305866" y="76466"/>
                  <a:pt x="303197" y="75399"/>
                </a:cubicBezTo>
                <a:cubicBezTo>
                  <a:pt x="300528" y="74331"/>
                  <a:pt x="298059" y="72974"/>
                  <a:pt x="295789" y="71328"/>
                </a:cubicBezTo>
                <a:cubicBezTo>
                  <a:pt x="293520" y="69682"/>
                  <a:pt x="291630" y="67613"/>
                  <a:pt x="290118" y="65122"/>
                </a:cubicBezTo>
                <a:cubicBezTo>
                  <a:pt x="288606" y="62631"/>
                  <a:pt x="287849" y="59429"/>
                  <a:pt x="287849" y="55515"/>
                </a:cubicBezTo>
                <a:cubicBezTo>
                  <a:pt x="287849" y="51778"/>
                  <a:pt x="288539" y="48552"/>
                  <a:pt x="289918" y="45838"/>
                </a:cubicBezTo>
                <a:cubicBezTo>
                  <a:pt x="291298" y="43125"/>
                  <a:pt x="293099" y="40901"/>
                  <a:pt x="295323" y="39166"/>
                </a:cubicBezTo>
                <a:cubicBezTo>
                  <a:pt x="297546" y="37431"/>
                  <a:pt x="300059" y="36141"/>
                  <a:pt x="302861" y="35297"/>
                </a:cubicBezTo>
                <a:cubicBezTo>
                  <a:pt x="305664" y="34451"/>
                  <a:pt x="308445" y="34028"/>
                  <a:pt x="311203" y="34028"/>
                </a:cubicBezTo>
                <a:cubicBezTo>
                  <a:pt x="314939" y="34028"/>
                  <a:pt x="318253" y="34562"/>
                  <a:pt x="321144" y="35631"/>
                </a:cubicBezTo>
                <a:cubicBezTo>
                  <a:pt x="324036" y="36698"/>
                  <a:pt x="326994" y="38254"/>
                  <a:pt x="330019" y="40300"/>
                </a:cubicBezTo>
                <a:cubicBezTo>
                  <a:pt x="329219" y="42080"/>
                  <a:pt x="328552" y="43993"/>
                  <a:pt x="328017" y="46040"/>
                </a:cubicBezTo>
                <a:cubicBezTo>
                  <a:pt x="327483" y="48086"/>
                  <a:pt x="327084" y="50087"/>
                  <a:pt x="326818" y="52045"/>
                </a:cubicBezTo>
                <a:lnTo>
                  <a:pt x="323081" y="52045"/>
                </a:lnTo>
                <a:cubicBezTo>
                  <a:pt x="322814" y="50977"/>
                  <a:pt x="322368" y="49798"/>
                  <a:pt x="321745" y="48508"/>
                </a:cubicBezTo>
                <a:cubicBezTo>
                  <a:pt x="321122" y="47218"/>
                  <a:pt x="320277" y="45995"/>
                  <a:pt x="319210" y="44839"/>
                </a:cubicBezTo>
                <a:cubicBezTo>
                  <a:pt x="318143" y="43682"/>
                  <a:pt x="316853" y="42726"/>
                  <a:pt x="315339" y="41970"/>
                </a:cubicBezTo>
                <a:cubicBezTo>
                  <a:pt x="313827" y="41213"/>
                  <a:pt x="312004" y="40835"/>
                  <a:pt x="309870" y="40835"/>
                </a:cubicBezTo>
                <a:cubicBezTo>
                  <a:pt x="307199" y="40835"/>
                  <a:pt x="304952" y="41547"/>
                  <a:pt x="303128" y="42971"/>
                </a:cubicBezTo>
                <a:cubicBezTo>
                  <a:pt x="301304" y="44394"/>
                  <a:pt x="300393" y="46262"/>
                  <a:pt x="300393" y="48575"/>
                </a:cubicBezTo>
                <a:cubicBezTo>
                  <a:pt x="300393" y="50711"/>
                  <a:pt x="301171" y="52423"/>
                  <a:pt x="302728" y="53713"/>
                </a:cubicBezTo>
                <a:cubicBezTo>
                  <a:pt x="304286" y="55002"/>
                  <a:pt x="306221" y="56137"/>
                  <a:pt x="308534" y="57115"/>
                </a:cubicBezTo>
                <a:cubicBezTo>
                  <a:pt x="310847" y="58094"/>
                  <a:pt x="313382" y="59073"/>
                  <a:pt x="316139" y="60052"/>
                </a:cubicBezTo>
                <a:cubicBezTo>
                  <a:pt x="318898" y="61030"/>
                  <a:pt x="321434" y="62298"/>
                  <a:pt x="323747" y="63855"/>
                </a:cubicBezTo>
                <a:cubicBezTo>
                  <a:pt x="326060" y="65411"/>
                  <a:pt x="327995" y="67434"/>
                  <a:pt x="329552" y="69925"/>
                </a:cubicBezTo>
                <a:cubicBezTo>
                  <a:pt x="331109" y="72417"/>
                  <a:pt x="331888" y="75620"/>
                  <a:pt x="331888" y="79535"/>
                </a:cubicBezTo>
                <a:cubicBezTo>
                  <a:pt x="331888" y="83450"/>
                  <a:pt x="331176" y="86808"/>
                  <a:pt x="329752" y="89610"/>
                </a:cubicBezTo>
                <a:cubicBezTo>
                  <a:pt x="328329" y="92412"/>
                  <a:pt x="326416" y="94725"/>
                  <a:pt x="324014" y="96550"/>
                </a:cubicBezTo>
                <a:cubicBezTo>
                  <a:pt x="321612" y="98373"/>
                  <a:pt x="318877" y="99685"/>
                  <a:pt x="315807" y="100486"/>
                </a:cubicBezTo>
                <a:cubicBezTo>
                  <a:pt x="312738" y="101287"/>
                  <a:pt x="309513" y="101687"/>
                  <a:pt x="306133" y="101687"/>
                </a:cubicBezTo>
                <a:cubicBezTo>
                  <a:pt x="302128" y="101687"/>
                  <a:pt x="298525" y="101109"/>
                  <a:pt x="295323" y="99952"/>
                </a:cubicBezTo>
                <a:cubicBezTo>
                  <a:pt x="292120" y="98796"/>
                  <a:pt x="289585" y="97595"/>
                  <a:pt x="287717" y="96350"/>
                </a:cubicBezTo>
                <a:cubicBezTo>
                  <a:pt x="288784" y="92079"/>
                  <a:pt x="289451" y="87809"/>
                  <a:pt x="289719" y="83538"/>
                </a:cubicBezTo>
                <a:lnTo>
                  <a:pt x="293054" y="83538"/>
                </a:lnTo>
                <a:close/>
                <a:moveTo>
                  <a:pt x="375125" y="79669"/>
                </a:moveTo>
                <a:cubicBezTo>
                  <a:pt x="375125" y="75844"/>
                  <a:pt x="375147" y="72930"/>
                  <a:pt x="375192" y="70927"/>
                </a:cubicBezTo>
                <a:cubicBezTo>
                  <a:pt x="375237" y="68925"/>
                  <a:pt x="375259" y="67168"/>
                  <a:pt x="375259" y="65655"/>
                </a:cubicBezTo>
                <a:cubicBezTo>
                  <a:pt x="373390" y="66724"/>
                  <a:pt x="371410" y="67592"/>
                  <a:pt x="369320" y="68260"/>
                </a:cubicBezTo>
                <a:cubicBezTo>
                  <a:pt x="367229" y="68926"/>
                  <a:pt x="365316" y="69771"/>
                  <a:pt x="363581" y="70795"/>
                </a:cubicBezTo>
                <a:cubicBezTo>
                  <a:pt x="361846" y="71817"/>
                  <a:pt x="360423" y="73218"/>
                  <a:pt x="359311" y="74998"/>
                </a:cubicBezTo>
                <a:cubicBezTo>
                  <a:pt x="358199" y="76778"/>
                  <a:pt x="357644" y="79357"/>
                  <a:pt x="357644" y="82738"/>
                </a:cubicBezTo>
                <a:cubicBezTo>
                  <a:pt x="357644" y="86030"/>
                  <a:pt x="358333" y="88543"/>
                  <a:pt x="359712" y="90278"/>
                </a:cubicBezTo>
                <a:cubicBezTo>
                  <a:pt x="361092" y="92013"/>
                  <a:pt x="362937" y="92880"/>
                  <a:pt x="365249" y="92880"/>
                </a:cubicBezTo>
                <a:cubicBezTo>
                  <a:pt x="368185" y="92880"/>
                  <a:pt x="370565" y="91769"/>
                  <a:pt x="372388" y="89545"/>
                </a:cubicBezTo>
                <a:cubicBezTo>
                  <a:pt x="374213" y="87320"/>
                  <a:pt x="375125" y="84028"/>
                  <a:pt x="375125" y="79669"/>
                </a:cubicBezTo>
                <a:moveTo>
                  <a:pt x="343498" y="43370"/>
                </a:moveTo>
                <a:cubicBezTo>
                  <a:pt x="347235" y="40346"/>
                  <a:pt x="351261" y="38033"/>
                  <a:pt x="355575" y="36431"/>
                </a:cubicBezTo>
                <a:cubicBezTo>
                  <a:pt x="359890" y="34829"/>
                  <a:pt x="364183" y="34028"/>
                  <a:pt x="368452" y="34028"/>
                </a:cubicBezTo>
                <a:cubicBezTo>
                  <a:pt x="372012" y="34028"/>
                  <a:pt x="375281" y="34429"/>
                  <a:pt x="378261" y="35229"/>
                </a:cubicBezTo>
                <a:cubicBezTo>
                  <a:pt x="381242" y="36030"/>
                  <a:pt x="383822" y="37298"/>
                  <a:pt x="386001" y="39033"/>
                </a:cubicBezTo>
                <a:cubicBezTo>
                  <a:pt x="388181" y="40768"/>
                  <a:pt x="389871" y="43015"/>
                  <a:pt x="391071" y="45773"/>
                </a:cubicBezTo>
                <a:cubicBezTo>
                  <a:pt x="392272" y="48530"/>
                  <a:pt x="392873" y="51866"/>
                  <a:pt x="392873" y="55782"/>
                </a:cubicBezTo>
                <a:cubicBezTo>
                  <a:pt x="392873" y="61475"/>
                  <a:pt x="392807" y="66746"/>
                  <a:pt x="392674" y="71595"/>
                </a:cubicBezTo>
                <a:cubicBezTo>
                  <a:pt x="392540" y="76443"/>
                  <a:pt x="392474" y="81269"/>
                  <a:pt x="392474" y="86073"/>
                </a:cubicBezTo>
                <a:cubicBezTo>
                  <a:pt x="392474" y="88208"/>
                  <a:pt x="392629" y="89877"/>
                  <a:pt x="392940" y="91078"/>
                </a:cubicBezTo>
                <a:cubicBezTo>
                  <a:pt x="393253" y="92280"/>
                  <a:pt x="393719" y="93192"/>
                  <a:pt x="394341" y="93815"/>
                </a:cubicBezTo>
                <a:cubicBezTo>
                  <a:pt x="394964" y="94437"/>
                  <a:pt x="395787" y="94837"/>
                  <a:pt x="396809" y="95014"/>
                </a:cubicBezTo>
                <a:cubicBezTo>
                  <a:pt x="397833" y="95192"/>
                  <a:pt x="399012" y="95281"/>
                  <a:pt x="400346" y="95281"/>
                </a:cubicBezTo>
                <a:lnTo>
                  <a:pt x="400346" y="98484"/>
                </a:lnTo>
                <a:cubicBezTo>
                  <a:pt x="397767" y="99553"/>
                  <a:pt x="395587" y="100353"/>
                  <a:pt x="393808" y="100887"/>
                </a:cubicBezTo>
                <a:cubicBezTo>
                  <a:pt x="392028" y="101420"/>
                  <a:pt x="390115" y="101687"/>
                  <a:pt x="388070" y="101687"/>
                </a:cubicBezTo>
                <a:cubicBezTo>
                  <a:pt x="384778" y="101687"/>
                  <a:pt x="382109" y="100887"/>
                  <a:pt x="380063" y="99286"/>
                </a:cubicBezTo>
                <a:cubicBezTo>
                  <a:pt x="378017" y="97685"/>
                  <a:pt x="376460" y="95371"/>
                  <a:pt x="375392" y="92347"/>
                </a:cubicBezTo>
                <a:cubicBezTo>
                  <a:pt x="373346" y="95194"/>
                  <a:pt x="370966" y="97462"/>
                  <a:pt x="368253" y="99152"/>
                </a:cubicBezTo>
                <a:cubicBezTo>
                  <a:pt x="365539" y="100842"/>
                  <a:pt x="362136" y="101687"/>
                  <a:pt x="358045" y="101687"/>
                </a:cubicBezTo>
                <a:cubicBezTo>
                  <a:pt x="354663" y="101687"/>
                  <a:pt x="351771" y="101242"/>
                  <a:pt x="349368" y="100351"/>
                </a:cubicBezTo>
                <a:cubicBezTo>
                  <a:pt x="346967" y="99462"/>
                  <a:pt x="344987" y="98195"/>
                  <a:pt x="343430" y="96550"/>
                </a:cubicBezTo>
                <a:cubicBezTo>
                  <a:pt x="341873" y="94903"/>
                  <a:pt x="340739" y="93034"/>
                  <a:pt x="340028" y="90944"/>
                </a:cubicBezTo>
                <a:cubicBezTo>
                  <a:pt x="339316" y="88853"/>
                  <a:pt x="338961" y="86740"/>
                  <a:pt x="338961" y="84605"/>
                </a:cubicBezTo>
                <a:cubicBezTo>
                  <a:pt x="338961" y="81670"/>
                  <a:pt x="339428" y="79135"/>
                  <a:pt x="340362" y="76999"/>
                </a:cubicBezTo>
                <a:cubicBezTo>
                  <a:pt x="341296" y="74864"/>
                  <a:pt x="342630" y="73040"/>
                  <a:pt x="344365" y="71528"/>
                </a:cubicBezTo>
                <a:cubicBezTo>
                  <a:pt x="346100" y="70016"/>
                  <a:pt x="348168" y="68748"/>
                  <a:pt x="350570" y="67724"/>
                </a:cubicBezTo>
                <a:cubicBezTo>
                  <a:pt x="352972" y="66701"/>
                  <a:pt x="355686" y="65833"/>
                  <a:pt x="358711" y="65122"/>
                </a:cubicBezTo>
                <a:cubicBezTo>
                  <a:pt x="362448" y="64233"/>
                  <a:pt x="365406" y="63455"/>
                  <a:pt x="367585" y="62788"/>
                </a:cubicBezTo>
                <a:cubicBezTo>
                  <a:pt x="369765" y="62120"/>
                  <a:pt x="371388" y="61453"/>
                  <a:pt x="372455" y="60787"/>
                </a:cubicBezTo>
                <a:cubicBezTo>
                  <a:pt x="373524" y="60119"/>
                  <a:pt x="374213" y="59384"/>
                  <a:pt x="374524" y="58583"/>
                </a:cubicBezTo>
                <a:cubicBezTo>
                  <a:pt x="374836" y="57783"/>
                  <a:pt x="374993" y="56804"/>
                  <a:pt x="374993" y="55647"/>
                </a:cubicBezTo>
                <a:cubicBezTo>
                  <a:pt x="374993" y="52445"/>
                  <a:pt x="373858" y="49709"/>
                  <a:pt x="371588" y="47441"/>
                </a:cubicBezTo>
                <a:cubicBezTo>
                  <a:pt x="369320" y="45171"/>
                  <a:pt x="366184" y="44036"/>
                  <a:pt x="362180" y="44036"/>
                </a:cubicBezTo>
                <a:cubicBezTo>
                  <a:pt x="360668" y="44036"/>
                  <a:pt x="359111" y="44237"/>
                  <a:pt x="357509" y="44637"/>
                </a:cubicBezTo>
                <a:cubicBezTo>
                  <a:pt x="355909" y="45038"/>
                  <a:pt x="354374" y="45594"/>
                  <a:pt x="352905" y="46307"/>
                </a:cubicBezTo>
                <a:cubicBezTo>
                  <a:pt x="351438" y="47018"/>
                  <a:pt x="350103" y="47797"/>
                  <a:pt x="348902" y="48642"/>
                </a:cubicBezTo>
                <a:cubicBezTo>
                  <a:pt x="347702" y="49487"/>
                  <a:pt x="346790" y="50398"/>
                  <a:pt x="346167" y="51377"/>
                </a:cubicBezTo>
                <a:lnTo>
                  <a:pt x="345233" y="51377"/>
                </a:lnTo>
                <a:lnTo>
                  <a:pt x="343498" y="43370"/>
                </a:lnTo>
                <a:close/>
                <a:moveTo>
                  <a:pt x="435044" y="39500"/>
                </a:moveTo>
                <a:cubicBezTo>
                  <a:pt x="428993" y="39500"/>
                  <a:pt x="425968" y="45371"/>
                  <a:pt x="425968" y="57115"/>
                </a:cubicBezTo>
                <a:cubicBezTo>
                  <a:pt x="425968" y="60052"/>
                  <a:pt x="426235" y="62521"/>
                  <a:pt x="426768" y="64523"/>
                </a:cubicBezTo>
                <a:cubicBezTo>
                  <a:pt x="427303" y="66524"/>
                  <a:pt x="427993" y="68148"/>
                  <a:pt x="428837" y="69394"/>
                </a:cubicBezTo>
                <a:cubicBezTo>
                  <a:pt x="429683" y="70639"/>
                  <a:pt x="430617" y="71528"/>
                  <a:pt x="431639" y="72062"/>
                </a:cubicBezTo>
                <a:cubicBezTo>
                  <a:pt x="432663" y="72595"/>
                  <a:pt x="433709" y="72862"/>
                  <a:pt x="434777" y="72862"/>
                </a:cubicBezTo>
                <a:cubicBezTo>
                  <a:pt x="437712" y="72862"/>
                  <a:pt x="439891" y="71572"/>
                  <a:pt x="441316" y="68993"/>
                </a:cubicBezTo>
                <a:cubicBezTo>
                  <a:pt x="442740" y="66412"/>
                  <a:pt x="443452" y="62053"/>
                  <a:pt x="443452" y="55914"/>
                </a:cubicBezTo>
                <a:cubicBezTo>
                  <a:pt x="443452" y="49865"/>
                  <a:pt x="442651" y="45617"/>
                  <a:pt x="441049" y="43171"/>
                </a:cubicBezTo>
                <a:cubicBezTo>
                  <a:pt x="439447" y="40723"/>
                  <a:pt x="437445" y="39500"/>
                  <a:pt x="435044" y="39500"/>
                </a:cubicBezTo>
                <a:moveTo>
                  <a:pt x="454928" y="40835"/>
                </a:moveTo>
                <a:cubicBezTo>
                  <a:pt x="457152" y="42436"/>
                  <a:pt x="458908" y="44460"/>
                  <a:pt x="460198" y="46907"/>
                </a:cubicBezTo>
                <a:cubicBezTo>
                  <a:pt x="461489" y="49354"/>
                  <a:pt x="462134" y="52267"/>
                  <a:pt x="462134" y="55647"/>
                </a:cubicBezTo>
                <a:cubicBezTo>
                  <a:pt x="462134" y="58939"/>
                  <a:pt x="461511" y="61942"/>
                  <a:pt x="460265" y="64656"/>
                </a:cubicBezTo>
                <a:cubicBezTo>
                  <a:pt x="459020" y="67369"/>
                  <a:pt x="457263" y="69705"/>
                  <a:pt x="454993" y="71662"/>
                </a:cubicBezTo>
                <a:cubicBezTo>
                  <a:pt x="452725" y="73619"/>
                  <a:pt x="450011" y="75131"/>
                  <a:pt x="446852" y="76199"/>
                </a:cubicBezTo>
                <a:cubicBezTo>
                  <a:pt x="443695" y="77266"/>
                  <a:pt x="440159" y="77800"/>
                  <a:pt x="436245" y="77800"/>
                </a:cubicBezTo>
                <a:cubicBezTo>
                  <a:pt x="435266" y="77800"/>
                  <a:pt x="434309" y="77778"/>
                  <a:pt x="433374" y="77735"/>
                </a:cubicBezTo>
                <a:cubicBezTo>
                  <a:pt x="432440" y="77690"/>
                  <a:pt x="431395" y="77667"/>
                  <a:pt x="430238" y="77667"/>
                </a:cubicBezTo>
                <a:cubicBezTo>
                  <a:pt x="429171" y="77667"/>
                  <a:pt x="428260" y="78157"/>
                  <a:pt x="427503" y="79136"/>
                </a:cubicBezTo>
                <a:cubicBezTo>
                  <a:pt x="426747" y="80113"/>
                  <a:pt x="426369" y="81225"/>
                  <a:pt x="426369" y="82471"/>
                </a:cubicBezTo>
                <a:cubicBezTo>
                  <a:pt x="426369" y="84606"/>
                  <a:pt x="427192" y="86297"/>
                  <a:pt x="428837" y="87543"/>
                </a:cubicBezTo>
                <a:cubicBezTo>
                  <a:pt x="430484" y="88788"/>
                  <a:pt x="433086" y="89455"/>
                  <a:pt x="436644" y="89543"/>
                </a:cubicBezTo>
                <a:lnTo>
                  <a:pt x="446520" y="89677"/>
                </a:lnTo>
                <a:cubicBezTo>
                  <a:pt x="453993" y="89766"/>
                  <a:pt x="459486" y="91166"/>
                  <a:pt x="463000" y="93880"/>
                </a:cubicBezTo>
                <a:cubicBezTo>
                  <a:pt x="466514" y="96594"/>
                  <a:pt x="468272" y="100931"/>
                  <a:pt x="468272" y="106892"/>
                </a:cubicBezTo>
                <a:cubicBezTo>
                  <a:pt x="468272" y="112230"/>
                  <a:pt x="467182" y="116700"/>
                  <a:pt x="465001" y="120303"/>
                </a:cubicBezTo>
                <a:cubicBezTo>
                  <a:pt x="462823" y="123907"/>
                  <a:pt x="460021" y="126843"/>
                  <a:pt x="456596" y="129112"/>
                </a:cubicBezTo>
                <a:cubicBezTo>
                  <a:pt x="453171" y="131380"/>
                  <a:pt x="449367" y="133004"/>
                  <a:pt x="445184" y="133982"/>
                </a:cubicBezTo>
                <a:cubicBezTo>
                  <a:pt x="441003" y="134961"/>
                  <a:pt x="436956" y="135451"/>
                  <a:pt x="433042" y="135451"/>
                </a:cubicBezTo>
                <a:cubicBezTo>
                  <a:pt x="424679" y="135451"/>
                  <a:pt x="418161" y="133827"/>
                  <a:pt x="413490" y="130580"/>
                </a:cubicBezTo>
                <a:cubicBezTo>
                  <a:pt x="408820" y="127333"/>
                  <a:pt x="406485" y="123040"/>
                  <a:pt x="406485" y="117700"/>
                </a:cubicBezTo>
                <a:cubicBezTo>
                  <a:pt x="406485" y="113431"/>
                  <a:pt x="407663" y="109984"/>
                  <a:pt x="410020" y="107358"/>
                </a:cubicBezTo>
                <a:cubicBezTo>
                  <a:pt x="412378" y="104734"/>
                  <a:pt x="415559" y="102666"/>
                  <a:pt x="419564" y="101154"/>
                </a:cubicBezTo>
                <a:lnTo>
                  <a:pt x="419564" y="100887"/>
                </a:lnTo>
                <a:cubicBezTo>
                  <a:pt x="417251" y="100086"/>
                  <a:pt x="415405" y="98863"/>
                  <a:pt x="414025" y="97218"/>
                </a:cubicBezTo>
                <a:cubicBezTo>
                  <a:pt x="412646" y="95571"/>
                  <a:pt x="411957" y="93502"/>
                  <a:pt x="411957" y="91011"/>
                </a:cubicBezTo>
                <a:cubicBezTo>
                  <a:pt x="411957" y="88075"/>
                  <a:pt x="413091" y="85228"/>
                  <a:pt x="415359" y="82471"/>
                </a:cubicBezTo>
                <a:cubicBezTo>
                  <a:pt x="417628" y="79712"/>
                  <a:pt x="420630" y="77844"/>
                  <a:pt x="424368" y="76865"/>
                </a:cubicBezTo>
                <a:lnTo>
                  <a:pt x="424368" y="76598"/>
                </a:lnTo>
                <a:cubicBezTo>
                  <a:pt x="418940" y="75264"/>
                  <a:pt x="414759" y="72862"/>
                  <a:pt x="411824" y="69392"/>
                </a:cubicBezTo>
                <a:cubicBezTo>
                  <a:pt x="408798" y="65834"/>
                  <a:pt x="407285" y="61208"/>
                  <a:pt x="407285" y="55515"/>
                </a:cubicBezTo>
                <a:cubicBezTo>
                  <a:pt x="407285" y="52133"/>
                  <a:pt x="407975" y="49108"/>
                  <a:pt x="409354" y="46439"/>
                </a:cubicBezTo>
                <a:cubicBezTo>
                  <a:pt x="410733" y="43770"/>
                  <a:pt x="412669" y="41524"/>
                  <a:pt x="415160" y="39701"/>
                </a:cubicBezTo>
                <a:cubicBezTo>
                  <a:pt x="417651" y="37877"/>
                  <a:pt x="420631" y="36475"/>
                  <a:pt x="424101" y="35496"/>
                </a:cubicBezTo>
                <a:cubicBezTo>
                  <a:pt x="427571" y="34517"/>
                  <a:pt x="431396" y="34028"/>
                  <a:pt x="435577" y="34028"/>
                </a:cubicBezTo>
                <a:cubicBezTo>
                  <a:pt x="437179" y="34028"/>
                  <a:pt x="438825" y="34095"/>
                  <a:pt x="440515" y="34230"/>
                </a:cubicBezTo>
                <a:cubicBezTo>
                  <a:pt x="442205" y="34363"/>
                  <a:pt x="443851" y="34473"/>
                  <a:pt x="445453" y="34562"/>
                </a:cubicBezTo>
                <a:cubicBezTo>
                  <a:pt x="446610" y="34651"/>
                  <a:pt x="447788" y="34718"/>
                  <a:pt x="448988" y="34763"/>
                </a:cubicBezTo>
                <a:cubicBezTo>
                  <a:pt x="450190" y="34808"/>
                  <a:pt x="451502" y="34830"/>
                  <a:pt x="452926" y="34830"/>
                </a:cubicBezTo>
                <a:cubicBezTo>
                  <a:pt x="455150" y="34830"/>
                  <a:pt x="457462" y="34808"/>
                  <a:pt x="459864" y="34763"/>
                </a:cubicBezTo>
                <a:cubicBezTo>
                  <a:pt x="462267" y="34718"/>
                  <a:pt x="464669" y="34696"/>
                  <a:pt x="467070" y="34696"/>
                </a:cubicBezTo>
                <a:cubicBezTo>
                  <a:pt x="466982" y="35229"/>
                  <a:pt x="466915" y="35764"/>
                  <a:pt x="466871" y="36299"/>
                </a:cubicBezTo>
                <a:cubicBezTo>
                  <a:pt x="466826" y="36832"/>
                  <a:pt x="466803" y="37366"/>
                  <a:pt x="466803" y="37899"/>
                </a:cubicBezTo>
                <a:cubicBezTo>
                  <a:pt x="466803" y="38433"/>
                  <a:pt x="466826" y="38966"/>
                  <a:pt x="466871" y="39500"/>
                </a:cubicBezTo>
                <a:cubicBezTo>
                  <a:pt x="466915" y="40033"/>
                  <a:pt x="466982" y="40567"/>
                  <a:pt x="467070" y="41102"/>
                </a:cubicBezTo>
                <a:lnTo>
                  <a:pt x="455327" y="40569"/>
                </a:lnTo>
                <a:lnTo>
                  <a:pt x="454928" y="40835"/>
                </a:lnTo>
                <a:moveTo>
                  <a:pt x="452792" y="114098"/>
                </a:moveTo>
                <a:cubicBezTo>
                  <a:pt x="452792" y="111518"/>
                  <a:pt x="452347" y="109405"/>
                  <a:pt x="451456" y="107759"/>
                </a:cubicBezTo>
                <a:cubicBezTo>
                  <a:pt x="450567" y="106114"/>
                  <a:pt x="449300" y="104846"/>
                  <a:pt x="447654" y="103956"/>
                </a:cubicBezTo>
                <a:cubicBezTo>
                  <a:pt x="446009" y="103066"/>
                  <a:pt x="443985" y="102466"/>
                  <a:pt x="441582" y="102154"/>
                </a:cubicBezTo>
                <a:cubicBezTo>
                  <a:pt x="439181" y="101843"/>
                  <a:pt x="436467" y="101687"/>
                  <a:pt x="433441" y="101687"/>
                </a:cubicBezTo>
                <a:cubicBezTo>
                  <a:pt x="428815" y="101687"/>
                  <a:pt x="425612" y="102132"/>
                  <a:pt x="423834" y="103021"/>
                </a:cubicBezTo>
                <a:cubicBezTo>
                  <a:pt x="422766" y="103556"/>
                  <a:pt x="421631" y="104846"/>
                  <a:pt x="420429" y="106892"/>
                </a:cubicBezTo>
                <a:cubicBezTo>
                  <a:pt x="419229" y="108938"/>
                  <a:pt x="418629" y="111518"/>
                  <a:pt x="418629" y="114632"/>
                </a:cubicBezTo>
                <a:cubicBezTo>
                  <a:pt x="418629" y="117212"/>
                  <a:pt x="419096" y="119459"/>
                  <a:pt x="420030" y="121372"/>
                </a:cubicBezTo>
                <a:cubicBezTo>
                  <a:pt x="420964" y="123285"/>
                  <a:pt x="422232" y="124863"/>
                  <a:pt x="423832" y="126108"/>
                </a:cubicBezTo>
                <a:cubicBezTo>
                  <a:pt x="425434" y="127354"/>
                  <a:pt x="427280" y="128311"/>
                  <a:pt x="429371" y="128977"/>
                </a:cubicBezTo>
                <a:cubicBezTo>
                  <a:pt x="431463" y="129645"/>
                  <a:pt x="433709" y="129979"/>
                  <a:pt x="436111" y="129979"/>
                </a:cubicBezTo>
                <a:cubicBezTo>
                  <a:pt x="438691" y="129979"/>
                  <a:pt x="441005" y="129556"/>
                  <a:pt x="443050" y="128711"/>
                </a:cubicBezTo>
                <a:cubicBezTo>
                  <a:pt x="445096" y="127865"/>
                  <a:pt x="446853" y="126708"/>
                  <a:pt x="448320" y="125241"/>
                </a:cubicBezTo>
                <a:cubicBezTo>
                  <a:pt x="449789" y="123773"/>
                  <a:pt x="450902" y="122083"/>
                  <a:pt x="451658" y="120170"/>
                </a:cubicBezTo>
                <a:cubicBezTo>
                  <a:pt x="452414" y="118258"/>
                  <a:pt x="452792" y="116234"/>
                  <a:pt x="452792" y="114098"/>
                </a:cubicBezTo>
                <a:close/>
                <a:moveTo>
                  <a:pt x="495497" y="52312"/>
                </a:moveTo>
                <a:cubicBezTo>
                  <a:pt x="497810" y="46173"/>
                  <a:pt x="500612" y="41658"/>
                  <a:pt x="503902" y="38766"/>
                </a:cubicBezTo>
                <a:cubicBezTo>
                  <a:pt x="507194" y="35875"/>
                  <a:pt x="511109" y="34429"/>
                  <a:pt x="515648" y="34429"/>
                </a:cubicBezTo>
                <a:cubicBezTo>
                  <a:pt x="516092" y="34429"/>
                  <a:pt x="516469" y="34452"/>
                  <a:pt x="516780" y="34496"/>
                </a:cubicBezTo>
                <a:cubicBezTo>
                  <a:pt x="517092" y="34540"/>
                  <a:pt x="517426" y="34562"/>
                  <a:pt x="517782" y="34562"/>
                </a:cubicBezTo>
                <a:cubicBezTo>
                  <a:pt x="517514" y="35896"/>
                  <a:pt x="517314" y="37320"/>
                  <a:pt x="517181" y="38834"/>
                </a:cubicBezTo>
                <a:cubicBezTo>
                  <a:pt x="517048" y="40346"/>
                  <a:pt x="516981" y="42125"/>
                  <a:pt x="516981" y="44171"/>
                </a:cubicBezTo>
                <a:lnTo>
                  <a:pt x="516981" y="48441"/>
                </a:lnTo>
                <a:cubicBezTo>
                  <a:pt x="516981" y="49152"/>
                  <a:pt x="516981" y="49908"/>
                  <a:pt x="516981" y="50709"/>
                </a:cubicBezTo>
                <a:cubicBezTo>
                  <a:pt x="516981" y="51510"/>
                  <a:pt x="517026" y="52266"/>
                  <a:pt x="517114" y="52978"/>
                </a:cubicBezTo>
                <a:lnTo>
                  <a:pt x="515914" y="54047"/>
                </a:lnTo>
                <a:cubicBezTo>
                  <a:pt x="515024" y="53512"/>
                  <a:pt x="514023" y="53067"/>
                  <a:pt x="512911" y="52711"/>
                </a:cubicBezTo>
                <a:cubicBezTo>
                  <a:pt x="511799" y="52355"/>
                  <a:pt x="510531" y="52177"/>
                  <a:pt x="509107" y="52177"/>
                </a:cubicBezTo>
                <a:cubicBezTo>
                  <a:pt x="505104" y="52177"/>
                  <a:pt x="501946" y="53490"/>
                  <a:pt x="499632" y="56116"/>
                </a:cubicBezTo>
                <a:cubicBezTo>
                  <a:pt x="497319" y="58740"/>
                  <a:pt x="496163" y="61831"/>
                  <a:pt x="496163" y="65389"/>
                </a:cubicBezTo>
                <a:lnTo>
                  <a:pt x="496163" y="70728"/>
                </a:lnTo>
                <a:cubicBezTo>
                  <a:pt x="496163" y="76154"/>
                  <a:pt x="496229" y="81269"/>
                  <a:pt x="496362" y="86073"/>
                </a:cubicBezTo>
                <a:cubicBezTo>
                  <a:pt x="496497" y="90877"/>
                  <a:pt x="496786" y="95504"/>
                  <a:pt x="497232" y="99952"/>
                </a:cubicBezTo>
                <a:cubicBezTo>
                  <a:pt x="496075" y="99774"/>
                  <a:pt x="494629" y="99686"/>
                  <a:pt x="492894" y="99686"/>
                </a:cubicBezTo>
                <a:cubicBezTo>
                  <a:pt x="491159" y="99686"/>
                  <a:pt x="489268" y="99686"/>
                  <a:pt x="487221" y="99686"/>
                </a:cubicBezTo>
                <a:cubicBezTo>
                  <a:pt x="485176" y="99686"/>
                  <a:pt x="483308" y="99686"/>
                  <a:pt x="481618" y="99686"/>
                </a:cubicBezTo>
                <a:cubicBezTo>
                  <a:pt x="479927" y="99686"/>
                  <a:pt x="478459" y="99774"/>
                  <a:pt x="477213" y="99952"/>
                </a:cubicBezTo>
                <a:cubicBezTo>
                  <a:pt x="477658" y="95504"/>
                  <a:pt x="477947" y="90877"/>
                  <a:pt x="478081" y="86073"/>
                </a:cubicBezTo>
                <a:cubicBezTo>
                  <a:pt x="478214" y="81269"/>
                  <a:pt x="478280" y="76154"/>
                  <a:pt x="478280" y="70728"/>
                </a:cubicBezTo>
                <a:lnTo>
                  <a:pt x="478280" y="65389"/>
                </a:lnTo>
                <a:cubicBezTo>
                  <a:pt x="478280" y="59963"/>
                  <a:pt x="478214" y="54870"/>
                  <a:pt x="478081" y="50111"/>
                </a:cubicBezTo>
                <a:cubicBezTo>
                  <a:pt x="477947" y="45350"/>
                  <a:pt x="477658" y="40567"/>
                  <a:pt x="477213" y="35763"/>
                </a:cubicBezTo>
                <a:cubicBezTo>
                  <a:pt x="478725" y="35941"/>
                  <a:pt x="480260" y="36097"/>
                  <a:pt x="481817" y="36231"/>
                </a:cubicBezTo>
                <a:cubicBezTo>
                  <a:pt x="483374" y="36364"/>
                  <a:pt x="484909" y="36431"/>
                  <a:pt x="486421" y="36431"/>
                </a:cubicBezTo>
                <a:cubicBezTo>
                  <a:pt x="487933" y="36431"/>
                  <a:pt x="489468" y="36364"/>
                  <a:pt x="491025" y="36231"/>
                </a:cubicBezTo>
                <a:cubicBezTo>
                  <a:pt x="492582" y="36097"/>
                  <a:pt x="494117" y="35941"/>
                  <a:pt x="495629" y="35763"/>
                </a:cubicBezTo>
                <a:lnTo>
                  <a:pt x="495230" y="52045"/>
                </a:lnTo>
                <a:lnTo>
                  <a:pt x="495497" y="52312"/>
                </a:lnTo>
                <a:close/>
                <a:moveTo>
                  <a:pt x="545272" y="68058"/>
                </a:moveTo>
                <a:cubicBezTo>
                  <a:pt x="545272" y="71616"/>
                  <a:pt x="545628" y="74952"/>
                  <a:pt x="546339" y="78066"/>
                </a:cubicBezTo>
                <a:cubicBezTo>
                  <a:pt x="547052" y="81181"/>
                  <a:pt x="548142" y="83872"/>
                  <a:pt x="549610" y="86140"/>
                </a:cubicBezTo>
                <a:cubicBezTo>
                  <a:pt x="551077" y="88409"/>
                  <a:pt x="552945" y="90188"/>
                  <a:pt x="555213" y="91479"/>
                </a:cubicBezTo>
                <a:cubicBezTo>
                  <a:pt x="557483" y="92769"/>
                  <a:pt x="560130" y="93414"/>
                  <a:pt x="563155" y="93414"/>
                </a:cubicBezTo>
                <a:cubicBezTo>
                  <a:pt x="569293" y="93414"/>
                  <a:pt x="574765" y="91412"/>
                  <a:pt x="579569" y="87409"/>
                </a:cubicBezTo>
                <a:lnTo>
                  <a:pt x="581170" y="88610"/>
                </a:lnTo>
                <a:lnTo>
                  <a:pt x="578233" y="96083"/>
                </a:lnTo>
                <a:cubicBezTo>
                  <a:pt x="576010" y="97774"/>
                  <a:pt x="573341" y="99130"/>
                  <a:pt x="570227" y="100152"/>
                </a:cubicBezTo>
                <a:cubicBezTo>
                  <a:pt x="567113" y="101175"/>
                  <a:pt x="563020" y="101687"/>
                  <a:pt x="557950" y="101687"/>
                </a:cubicBezTo>
                <a:cubicBezTo>
                  <a:pt x="553591" y="101687"/>
                  <a:pt x="549454" y="101087"/>
                  <a:pt x="545539" y="99885"/>
                </a:cubicBezTo>
                <a:cubicBezTo>
                  <a:pt x="541625" y="98685"/>
                  <a:pt x="538178" y="96706"/>
                  <a:pt x="535197" y="93947"/>
                </a:cubicBezTo>
                <a:cubicBezTo>
                  <a:pt x="532217" y="91189"/>
                  <a:pt x="529860" y="87697"/>
                  <a:pt x="528125" y="83471"/>
                </a:cubicBezTo>
                <a:cubicBezTo>
                  <a:pt x="526390" y="79245"/>
                  <a:pt x="525523" y="74196"/>
                  <a:pt x="525523" y="68325"/>
                </a:cubicBezTo>
                <a:cubicBezTo>
                  <a:pt x="525523" y="62542"/>
                  <a:pt x="526300" y="57516"/>
                  <a:pt x="527856" y="53246"/>
                </a:cubicBezTo>
                <a:cubicBezTo>
                  <a:pt x="529413" y="48976"/>
                  <a:pt x="531571" y="45417"/>
                  <a:pt x="534329" y="42570"/>
                </a:cubicBezTo>
                <a:cubicBezTo>
                  <a:pt x="537088" y="39722"/>
                  <a:pt x="540357" y="37587"/>
                  <a:pt x="544138" y="36164"/>
                </a:cubicBezTo>
                <a:cubicBezTo>
                  <a:pt x="547919" y="34740"/>
                  <a:pt x="552033" y="34028"/>
                  <a:pt x="556482" y="34028"/>
                </a:cubicBezTo>
                <a:cubicBezTo>
                  <a:pt x="565290" y="34028"/>
                  <a:pt x="572028" y="36608"/>
                  <a:pt x="576698" y="41768"/>
                </a:cubicBezTo>
                <a:cubicBezTo>
                  <a:pt x="581369" y="46928"/>
                  <a:pt x="583705" y="54223"/>
                  <a:pt x="583705" y="63654"/>
                </a:cubicBezTo>
                <a:lnTo>
                  <a:pt x="583705" y="66458"/>
                </a:lnTo>
                <a:cubicBezTo>
                  <a:pt x="583705" y="67257"/>
                  <a:pt x="583661" y="67791"/>
                  <a:pt x="583572" y="68058"/>
                </a:cubicBezTo>
                <a:lnTo>
                  <a:pt x="545272" y="68058"/>
                </a:lnTo>
                <a:moveTo>
                  <a:pt x="565824" y="62053"/>
                </a:moveTo>
                <a:cubicBezTo>
                  <a:pt x="565645" y="55381"/>
                  <a:pt x="564822" y="50043"/>
                  <a:pt x="563354" y="46040"/>
                </a:cubicBezTo>
                <a:cubicBezTo>
                  <a:pt x="561887" y="42035"/>
                  <a:pt x="559418" y="40033"/>
                  <a:pt x="555948" y="40033"/>
                </a:cubicBezTo>
                <a:cubicBezTo>
                  <a:pt x="553991" y="40033"/>
                  <a:pt x="552345" y="40700"/>
                  <a:pt x="551011" y="42035"/>
                </a:cubicBezTo>
                <a:cubicBezTo>
                  <a:pt x="549676" y="43369"/>
                  <a:pt x="548608" y="45082"/>
                  <a:pt x="547807" y="47174"/>
                </a:cubicBezTo>
                <a:cubicBezTo>
                  <a:pt x="547007" y="49265"/>
                  <a:pt x="546406" y="51622"/>
                  <a:pt x="546005" y="54246"/>
                </a:cubicBezTo>
                <a:cubicBezTo>
                  <a:pt x="545606" y="56870"/>
                  <a:pt x="545362" y="59473"/>
                  <a:pt x="545272" y="62053"/>
                </a:cubicBezTo>
                <a:lnTo>
                  <a:pt x="565824" y="62053"/>
                </a:lnTo>
                <a:close/>
                <a:moveTo>
                  <a:pt x="611997" y="68058"/>
                </a:moveTo>
                <a:cubicBezTo>
                  <a:pt x="611997" y="71616"/>
                  <a:pt x="612353" y="74952"/>
                  <a:pt x="613064" y="78066"/>
                </a:cubicBezTo>
                <a:cubicBezTo>
                  <a:pt x="613777" y="81181"/>
                  <a:pt x="614867" y="83872"/>
                  <a:pt x="616334" y="86140"/>
                </a:cubicBezTo>
                <a:cubicBezTo>
                  <a:pt x="617802" y="88409"/>
                  <a:pt x="619670" y="90188"/>
                  <a:pt x="621938" y="91479"/>
                </a:cubicBezTo>
                <a:cubicBezTo>
                  <a:pt x="624208" y="92769"/>
                  <a:pt x="626855" y="93414"/>
                  <a:pt x="629879" y="93414"/>
                </a:cubicBezTo>
                <a:cubicBezTo>
                  <a:pt x="636018" y="93414"/>
                  <a:pt x="641490" y="91412"/>
                  <a:pt x="646294" y="87409"/>
                </a:cubicBezTo>
                <a:lnTo>
                  <a:pt x="647894" y="88610"/>
                </a:lnTo>
                <a:lnTo>
                  <a:pt x="644958" y="96083"/>
                </a:lnTo>
                <a:cubicBezTo>
                  <a:pt x="642734" y="97774"/>
                  <a:pt x="640066" y="99130"/>
                  <a:pt x="636951" y="100152"/>
                </a:cubicBezTo>
                <a:cubicBezTo>
                  <a:pt x="633837" y="101175"/>
                  <a:pt x="629745" y="101687"/>
                  <a:pt x="624675" y="101687"/>
                </a:cubicBezTo>
                <a:cubicBezTo>
                  <a:pt x="620316" y="101687"/>
                  <a:pt x="616179" y="101087"/>
                  <a:pt x="612264" y="99885"/>
                </a:cubicBezTo>
                <a:cubicBezTo>
                  <a:pt x="608350" y="98685"/>
                  <a:pt x="604903" y="96706"/>
                  <a:pt x="601921" y="93947"/>
                </a:cubicBezTo>
                <a:cubicBezTo>
                  <a:pt x="598942" y="91189"/>
                  <a:pt x="596584" y="87697"/>
                  <a:pt x="594850" y="83471"/>
                </a:cubicBezTo>
                <a:cubicBezTo>
                  <a:pt x="593115" y="79245"/>
                  <a:pt x="592247" y="74196"/>
                  <a:pt x="592247" y="68325"/>
                </a:cubicBezTo>
                <a:cubicBezTo>
                  <a:pt x="592247" y="62542"/>
                  <a:pt x="593025" y="57516"/>
                  <a:pt x="594581" y="53246"/>
                </a:cubicBezTo>
                <a:cubicBezTo>
                  <a:pt x="596138" y="48976"/>
                  <a:pt x="598296" y="45417"/>
                  <a:pt x="601054" y="42570"/>
                </a:cubicBezTo>
                <a:cubicBezTo>
                  <a:pt x="603812" y="39722"/>
                  <a:pt x="607082" y="37587"/>
                  <a:pt x="610863" y="36164"/>
                </a:cubicBezTo>
                <a:cubicBezTo>
                  <a:pt x="614643" y="34740"/>
                  <a:pt x="618758" y="34028"/>
                  <a:pt x="623207" y="34028"/>
                </a:cubicBezTo>
                <a:cubicBezTo>
                  <a:pt x="632014" y="34028"/>
                  <a:pt x="638753" y="36608"/>
                  <a:pt x="643423" y="41768"/>
                </a:cubicBezTo>
                <a:cubicBezTo>
                  <a:pt x="648094" y="46928"/>
                  <a:pt x="650429" y="54223"/>
                  <a:pt x="650429" y="63654"/>
                </a:cubicBezTo>
                <a:lnTo>
                  <a:pt x="650429" y="66458"/>
                </a:lnTo>
                <a:cubicBezTo>
                  <a:pt x="650429" y="67257"/>
                  <a:pt x="650385" y="67791"/>
                  <a:pt x="650297" y="68058"/>
                </a:cubicBezTo>
                <a:lnTo>
                  <a:pt x="611997" y="68058"/>
                </a:lnTo>
                <a:moveTo>
                  <a:pt x="632549" y="62053"/>
                </a:moveTo>
                <a:cubicBezTo>
                  <a:pt x="632370" y="55381"/>
                  <a:pt x="631546" y="50043"/>
                  <a:pt x="630079" y="46040"/>
                </a:cubicBezTo>
                <a:cubicBezTo>
                  <a:pt x="628612" y="42035"/>
                  <a:pt x="626143" y="40033"/>
                  <a:pt x="622673" y="40033"/>
                </a:cubicBezTo>
                <a:cubicBezTo>
                  <a:pt x="620716" y="40033"/>
                  <a:pt x="619070" y="40700"/>
                  <a:pt x="617735" y="42035"/>
                </a:cubicBezTo>
                <a:cubicBezTo>
                  <a:pt x="616401" y="43369"/>
                  <a:pt x="615333" y="45082"/>
                  <a:pt x="614532" y="47174"/>
                </a:cubicBezTo>
                <a:cubicBezTo>
                  <a:pt x="613731" y="49265"/>
                  <a:pt x="613130" y="51622"/>
                  <a:pt x="612730" y="54246"/>
                </a:cubicBezTo>
                <a:cubicBezTo>
                  <a:pt x="612331" y="56870"/>
                  <a:pt x="612087" y="59473"/>
                  <a:pt x="611997" y="62053"/>
                </a:cubicBezTo>
                <a:lnTo>
                  <a:pt x="632549" y="62053"/>
                </a:lnTo>
                <a:close/>
              </a:path>
            </a:pathLst>
          </a:custGeom>
          <a:solidFill xmlns:a="http://schemas.openxmlformats.org/drawingml/2006/main">
            <a:srgbClr val="1271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EE5AD-316E-4E9D-8EE4-7F27C7ED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393" y="606850"/>
            <a:ext cx="161819" cy="161816"/>
          </a:xfrm>
          <a:custGeom xmlns:a="http://schemas.openxmlformats.org/drawingml/2006/main">
            <a:pathLst>
              <a:path w="161819" h="161816">
                <a:moveTo>
                  <a:pt x="133033" y="28786"/>
                </a:moveTo>
                <a:cubicBezTo>
                  <a:pt x="161819" y="57571"/>
                  <a:pt x="161819" y="104245"/>
                  <a:pt x="133033" y="133031"/>
                </a:cubicBezTo>
                <a:cubicBezTo>
                  <a:pt x="104245" y="161816"/>
                  <a:pt x="57574" y="161816"/>
                  <a:pt x="28788" y="133031"/>
                </a:cubicBezTo>
                <a:cubicBezTo>
                  <a:pt x="0" y="104245"/>
                  <a:pt x="0" y="57571"/>
                  <a:pt x="28788" y="28786"/>
                </a:cubicBezTo>
                <a:cubicBezTo>
                  <a:pt x="57574" y="0"/>
                  <a:pt x="104245" y="0"/>
                  <a:pt x="133033" y="28786"/>
                </a:cubicBezTo>
                <a:close/>
                <a:moveTo>
                  <a:pt x="133033" y="28786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DB9DF-D9D8-4726-9946-862C8CFD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395" y="606849"/>
            <a:ext cx="161818" cy="161818"/>
          </a:xfrm>
          <a:custGeom xmlns:a="http://schemas.openxmlformats.org/drawingml/2006/main">
            <a:pathLst>
              <a:path w="161818" h="161818" fill="none">
                <a:moveTo>
                  <a:pt x="133031" y="28786"/>
                </a:moveTo>
                <a:cubicBezTo>
                  <a:pt x="161818" y="57573"/>
                  <a:pt x="161818" y="104245"/>
                  <a:pt x="133031" y="133031"/>
                </a:cubicBezTo>
                <a:cubicBezTo>
                  <a:pt x="104245" y="161818"/>
                  <a:pt x="57573" y="161818"/>
                  <a:pt x="28786" y="133031"/>
                </a:cubicBezTo>
                <a:cubicBezTo>
                  <a:pt x="0" y="104245"/>
                  <a:pt x="0" y="57573"/>
                  <a:pt x="28786" y="28786"/>
                </a:cubicBezTo>
                <a:cubicBezTo>
                  <a:pt x="57573" y="0"/>
                  <a:pt x="104245" y="0"/>
                  <a:pt x="133031" y="28786"/>
                </a:cubicBezTo>
                <a:close/>
                <a:moveTo>
                  <a:pt x="133031" y="28786"/>
                </a:moveTo>
              </a:path>
            </a:pathLst>
          </a:custGeom>
          <a:noFill xmlns:a="http://schemas.openxmlformats.org/drawingml/2006/main"/>
          <a:ln xmlns:a="http://schemas.openxmlformats.org/drawingml/2006/main" w="7149" cap="flat">
            <a:solidFill>
              <a:srgbClr val="FFFFFF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CE18C-6F58-4412-AD50-239D4F94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21" y="765172"/>
            <a:ext cx="295764" cy="152848"/>
          </a:xfrm>
          <a:custGeom xmlns:a="http://schemas.openxmlformats.org/drawingml/2006/main">
            <a:pathLst>
              <a:path w="295764" h="152848">
                <a:moveTo>
                  <a:pt x="68289" y="0"/>
                </a:moveTo>
                <a:lnTo>
                  <a:pt x="227476" y="0"/>
                </a:lnTo>
                <a:cubicBezTo>
                  <a:pt x="247515" y="0"/>
                  <a:pt x="259538" y="0"/>
                  <a:pt x="267554" y="3346"/>
                </a:cubicBezTo>
                <a:cubicBezTo>
                  <a:pt x="279108" y="7552"/>
                  <a:pt x="288210" y="16654"/>
                  <a:pt x="292416" y="28208"/>
                </a:cubicBezTo>
                <a:cubicBezTo>
                  <a:pt x="295764" y="36224"/>
                  <a:pt x="295764" y="48247"/>
                  <a:pt x="295764" y="68289"/>
                </a:cubicBezTo>
                <a:lnTo>
                  <a:pt x="295764" y="84559"/>
                </a:lnTo>
                <a:cubicBezTo>
                  <a:pt x="295764" y="104599"/>
                  <a:pt x="295764" y="116622"/>
                  <a:pt x="292416" y="124638"/>
                </a:cubicBezTo>
                <a:cubicBezTo>
                  <a:pt x="288210" y="136194"/>
                  <a:pt x="279108" y="145296"/>
                  <a:pt x="267554" y="149502"/>
                </a:cubicBezTo>
                <a:cubicBezTo>
                  <a:pt x="259538" y="152848"/>
                  <a:pt x="247515" y="152848"/>
                  <a:pt x="227476" y="152848"/>
                </a:cubicBezTo>
                <a:lnTo>
                  <a:pt x="68289" y="152848"/>
                </a:lnTo>
                <a:cubicBezTo>
                  <a:pt x="48250" y="152848"/>
                  <a:pt x="36226" y="152848"/>
                  <a:pt x="28210" y="149502"/>
                </a:cubicBezTo>
                <a:cubicBezTo>
                  <a:pt x="16654" y="145296"/>
                  <a:pt x="7552" y="136194"/>
                  <a:pt x="3346" y="124638"/>
                </a:cubicBezTo>
                <a:cubicBezTo>
                  <a:pt x="0" y="116622"/>
                  <a:pt x="0" y="104599"/>
                  <a:pt x="0" y="84559"/>
                </a:cubicBezTo>
                <a:lnTo>
                  <a:pt x="0" y="68289"/>
                </a:lnTo>
                <a:cubicBezTo>
                  <a:pt x="0" y="48247"/>
                  <a:pt x="0" y="36224"/>
                  <a:pt x="3346" y="28208"/>
                </a:cubicBezTo>
                <a:cubicBezTo>
                  <a:pt x="7552" y="16654"/>
                  <a:pt x="16654" y="7552"/>
                  <a:pt x="28210" y="3346"/>
                </a:cubicBezTo>
                <a:cubicBezTo>
                  <a:pt x="36226" y="0"/>
                  <a:pt x="48250" y="0"/>
                  <a:pt x="68289" y="0"/>
                </a:cubicBezTo>
                <a:close/>
                <a:moveTo>
                  <a:pt x="68289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05073-01EC-4F0C-A43D-72C1706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21" y="765173"/>
            <a:ext cx="295764" cy="152850"/>
          </a:xfrm>
          <a:custGeom xmlns:a="http://schemas.openxmlformats.org/drawingml/2006/main">
            <a:pathLst>
              <a:path w="295764" h="152850" fill="none">
                <a:moveTo>
                  <a:pt x="68289" y="0"/>
                </a:moveTo>
                <a:lnTo>
                  <a:pt x="227475" y="0"/>
                </a:lnTo>
                <a:cubicBezTo>
                  <a:pt x="247515" y="0"/>
                  <a:pt x="259538" y="0"/>
                  <a:pt x="267554" y="3346"/>
                </a:cubicBezTo>
                <a:cubicBezTo>
                  <a:pt x="279109" y="7552"/>
                  <a:pt x="288212" y="16655"/>
                  <a:pt x="292418" y="28210"/>
                </a:cubicBezTo>
                <a:cubicBezTo>
                  <a:pt x="295764" y="36226"/>
                  <a:pt x="295764" y="48250"/>
                  <a:pt x="295764" y="68289"/>
                </a:cubicBezTo>
                <a:lnTo>
                  <a:pt x="295764" y="84561"/>
                </a:lnTo>
                <a:cubicBezTo>
                  <a:pt x="295764" y="104600"/>
                  <a:pt x="295764" y="116624"/>
                  <a:pt x="292418" y="124639"/>
                </a:cubicBezTo>
                <a:cubicBezTo>
                  <a:pt x="288212" y="136195"/>
                  <a:pt x="279109" y="145297"/>
                  <a:pt x="267554" y="149503"/>
                </a:cubicBezTo>
                <a:cubicBezTo>
                  <a:pt x="259538" y="152850"/>
                  <a:pt x="247515" y="152850"/>
                  <a:pt x="227475" y="152850"/>
                </a:cubicBezTo>
                <a:lnTo>
                  <a:pt x="68289" y="152850"/>
                </a:lnTo>
                <a:cubicBezTo>
                  <a:pt x="48250" y="152850"/>
                  <a:pt x="36226" y="152850"/>
                  <a:pt x="28210" y="149503"/>
                </a:cubicBezTo>
                <a:cubicBezTo>
                  <a:pt x="16655" y="145297"/>
                  <a:pt x="7552" y="136195"/>
                  <a:pt x="3346" y="124639"/>
                </a:cubicBezTo>
                <a:cubicBezTo>
                  <a:pt x="0" y="116624"/>
                  <a:pt x="0" y="104600"/>
                  <a:pt x="0" y="84561"/>
                </a:cubicBezTo>
                <a:lnTo>
                  <a:pt x="0" y="68289"/>
                </a:lnTo>
                <a:cubicBezTo>
                  <a:pt x="0" y="48250"/>
                  <a:pt x="0" y="36226"/>
                  <a:pt x="3346" y="28210"/>
                </a:cubicBezTo>
                <a:cubicBezTo>
                  <a:pt x="7552" y="16655"/>
                  <a:pt x="16655" y="7552"/>
                  <a:pt x="28210" y="3346"/>
                </a:cubicBezTo>
                <a:cubicBezTo>
                  <a:pt x="36226" y="0"/>
                  <a:pt x="48250" y="0"/>
                  <a:pt x="68289" y="0"/>
                </a:cubicBezTo>
                <a:close/>
                <a:moveTo>
                  <a:pt x="6828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8102" cap="flat">
            <a:solidFill>
              <a:srgbClr val="FFFFFF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7B7DA-4167-4F1D-864B-3EFE821D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21" y="884752"/>
            <a:ext cx="295764" cy="72448"/>
          </a:xfrm>
          <a:custGeom xmlns:a="http://schemas.openxmlformats.org/drawingml/2006/main">
            <a:pathLst>
              <a:path w="295764" h="72448">
                <a:moveTo>
                  <a:pt x="0" y="72448"/>
                </a:moveTo>
                <a:lnTo>
                  <a:pt x="295764" y="72448"/>
                </a:lnTo>
                <a:lnTo>
                  <a:pt x="295764" y="0"/>
                </a:lnTo>
                <a:lnTo>
                  <a:pt x="0" y="0"/>
                </a:lnTo>
                <a:lnTo>
                  <a:pt x="0" y="724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AA298-E628-4DCB-AEC0-369E97A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675" y="3439891"/>
            <a:ext cx="271804" cy="225494"/>
          </a:xfrm>
          <a:custGeom xmlns:a="http://schemas.openxmlformats.org/drawingml/2006/main">
            <a:pathLst>
              <a:path w="271804" h="225494">
                <a:moveTo>
                  <a:pt x="27875" y="0"/>
                </a:moveTo>
                <a:lnTo>
                  <a:pt x="243928" y="0"/>
                </a:lnTo>
                <a:cubicBezTo>
                  <a:pt x="252109" y="0"/>
                  <a:pt x="257017" y="0"/>
                  <a:pt x="260289" y="1366"/>
                </a:cubicBezTo>
                <a:cubicBezTo>
                  <a:pt x="265005" y="3083"/>
                  <a:pt x="268721" y="6798"/>
                  <a:pt x="270438" y="11517"/>
                </a:cubicBezTo>
                <a:cubicBezTo>
                  <a:pt x="271804" y="14789"/>
                  <a:pt x="271804" y="19697"/>
                  <a:pt x="271804" y="27878"/>
                </a:cubicBezTo>
                <a:lnTo>
                  <a:pt x="271804" y="197618"/>
                </a:lnTo>
                <a:cubicBezTo>
                  <a:pt x="271804" y="205798"/>
                  <a:pt x="271804" y="210706"/>
                  <a:pt x="270438" y="213978"/>
                </a:cubicBezTo>
                <a:cubicBezTo>
                  <a:pt x="268721" y="218695"/>
                  <a:pt x="265005" y="222411"/>
                  <a:pt x="260289" y="224128"/>
                </a:cubicBezTo>
                <a:cubicBezTo>
                  <a:pt x="257017" y="225494"/>
                  <a:pt x="252109" y="225494"/>
                  <a:pt x="243928" y="225494"/>
                </a:cubicBezTo>
                <a:lnTo>
                  <a:pt x="27875" y="225494"/>
                </a:lnTo>
                <a:cubicBezTo>
                  <a:pt x="19695" y="225494"/>
                  <a:pt x="14787" y="225494"/>
                  <a:pt x="11515" y="224128"/>
                </a:cubicBezTo>
                <a:cubicBezTo>
                  <a:pt x="6798" y="222411"/>
                  <a:pt x="3083" y="218695"/>
                  <a:pt x="1366" y="213978"/>
                </a:cubicBezTo>
                <a:cubicBezTo>
                  <a:pt x="0" y="210706"/>
                  <a:pt x="0" y="205798"/>
                  <a:pt x="0" y="197618"/>
                </a:cubicBezTo>
                <a:lnTo>
                  <a:pt x="0" y="27878"/>
                </a:lnTo>
                <a:cubicBezTo>
                  <a:pt x="0" y="19697"/>
                  <a:pt x="0" y="14789"/>
                  <a:pt x="1366" y="11517"/>
                </a:cubicBezTo>
                <a:cubicBezTo>
                  <a:pt x="3083" y="6798"/>
                  <a:pt x="6798" y="3083"/>
                  <a:pt x="11515" y="1366"/>
                </a:cubicBezTo>
                <a:cubicBezTo>
                  <a:pt x="14787" y="0"/>
                  <a:pt x="19695" y="0"/>
                  <a:pt x="27875" y="0"/>
                </a:cubicBezTo>
                <a:close/>
                <a:moveTo>
                  <a:pt x="27875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E3DB9-31FF-4B97-8C03-B87B8B1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94" y="3485742"/>
            <a:ext cx="68991" cy="68991"/>
          </a:xfrm>
          <a:custGeom xmlns:a="http://schemas.openxmlformats.org/drawingml/2006/main">
            <a:pathLst>
              <a:path w="68991" h="68991">
                <a:moveTo>
                  <a:pt x="56719" y="12273"/>
                </a:moveTo>
                <a:cubicBezTo>
                  <a:pt x="68991" y="24545"/>
                  <a:pt x="68991" y="44446"/>
                  <a:pt x="56719" y="56719"/>
                </a:cubicBezTo>
                <a:cubicBezTo>
                  <a:pt x="44446" y="68991"/>
                  <a:pt x="24548" y="68991"/>
                  <a:pt x="12273" y="56719"/>
                </a:cubicBezTo>
                <a:cubicBezTo>
                  <a:pt x="0" y="44446"/>
                  <a:pt x="0" y="24545"/>
                  <a:pt x="12273" y="12273"/>
                </a:cubicBezTo>
                <a:cubicBezTo>
                  <a:pt x="24548" y="0"/>
                  <a:pt x="44446" y="0"/>
                  <a:pt x="56719" y="12273"/>
                </a:cubicBezTo>
                <a:close/>
                <a:moveTo>
                  <a:pt x="56719" y="122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C4775-4250-4E05-8132-C873BB1C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044" y="3485742"/>
            <a:ext cx="68994" cy="68991"/>
          </a:xfrm>
          <a:custGeom xmlns:a="http://schemas.openxmlformats.org/drawingml/2006/main">
            <a:pathLst>
              <a:path w="68994" h="68991">
                <a:moveTo>
                  <a:pt x="56719" y="12273"/>
                </a:moveTo>
                <a:cubicBezTo>
                  <a:pt x="68994" y="24545"/>
                  <a:pt x="68994" y="44446"/>
                  <a:pt x="56719" y="56719"/>
                </a:cubicBezTo>
                <a:cubicBezTo>
                  <a:pt x="44446" y="68991"/>
                  <a:pt x="24548" y="68991"/>
                  <a:pt x="12275" y="56719"/>
                </a:cubicBezTo>
                <a:cubicBezTo>
                  <a:pt x="0" y="44446"/>
                  <a:pt x="0" y="24545"/>
                  <a:pt x="12275" y="12273"/>
                </a:cubicBezTo>
                <a:cubicBezTo>
                  <a:pt x="24548" y="0"/>
                  <a:pt x="44446" y="0"/>
                  <a:pt x="56719" y="12273"/>
                </a:cubicBezTo>
                <a:close/>
                <a:moveTo>
                  <a:pt x="56719" y="122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80DA2-7BCB-4403-AB39-12CA2F0D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439" y="3523346"/>
            <a:ext cx="62854" cy="62854"/>
          </a:xfrm>
          <a:custGeom xmlns:a="http://schemas.openxmlformats.org/drawingml/2006/main">
            <a:pathLst>
              <a:path w="62854" h="62854">
                <a:moveTo>
                  <a:pt x="8647" y="0"/>
                </a:moveTo>
                <a:lnTo>
                  <a:pt x="54207" y="0"/>
                </a:lnTo>
                <a:cubicBezTo>
                  <a:pt x="56744" y="0"/>
                  <a:pt x="58267" y="0"/>
                  <a:pt x="59281" y="423"/>
                </a:cubicBezTo>
                <a:cubicBezTo>
                  <a:pt x="60744" y="957"/>
                  <a:pt x="61897" y="2110"/>
                  <a:pt x="62431" y="3573"/>
                </a:cubicBezTo>
                <a:cubicBezTo>
                  <a:pt x="62854" y="4587"/>
                  <a:pt x="62854" y="6110"/>
                  <a:pt x="62854" y="8647"/>
                </a:cubicBezTo>
                <a:lnTo>
                  <a:pt x="62854" y="54207"/>
                </a:lnTo>
                <a:cubicBezTo>
                  <a:pt x="62854" y="56744"/>
                  <a:pt x="62854" y="58267"/>
                  <a:pt x="62431" y="59281"/>
                </a:cubicBezTo>
                <a:cubicBezTo>
                  <a:pt x="61897" y="60746"/>
                  <a:pt x="60744" y="61900"/>
                  <a:pt x="59281" y="62431"/>
                </a:cubicBezTo>
                <a:cubicBezTo>
                  <a:pt x="58267" y="62854"/>
                  <a:pt x="56744" y="62854"/>
                  <a:pt x="54207" y="62854"/>
                </a:cubicBezTo>
                <a:lnTo>
                  <a:pt x="8647" y="62854"/>
                </a:lnTo>
                <a:cubicBezTo>
                  <a:pt x="6110" y="62854"/>
                  <a:pt x="4587" y="62854"/>
                  <a:pt x="3573" y="62431"/>
                </a:cubicBezTo>
                <a:cubicBezTo>
                  <a:pt x="2107" y="61900"/>
                  <a:pt x="954" y="60746"/>
                  <a:pt x="423" y="59281"/>
                </a:cubicBezTo>
                <a:cubicBezTo>
                  <a:pt x="0" y="58267"/>
                  <a:pt x="0" y="56744"/>
                  <a:pt x="0" y="54207"/>
                </a:cubicBezTo>
                <a:lnTo>
                  <a:pt x="0" y="8647"/>
                </a:lnTo>
                <a:cubicBezTo>
                  <a:pt x="0" y="6110"/>
                  <a:pt x="0" y="4587"/>
                  <a:pt x="423" y="3573"/>
                </a:cubicBezTo>
                <a:cubicBezTo>
                  <a:pt x="954" y="2110"/>
                  <a:pt x="2107" y="957"/>
                  <a:pt x="3573" y="423"/>
                </a:cubicBezTo>
                <a:cubicBezTo>
                  <a:pt x="4587" y="0"/>
                  <a:pt x="6110" y="0"/>
                  <a:pt x="8647" y="0"/>
                </a:cubicBezTo>
                <a:close/>
                <a:moveTo>
                  <a:pt x="8647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010C9-FCDA-498B-A957-578B346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220" y="3523346"/>
            <a:ext cx="62856" cy="62854"/>
          </a:xfrm>
          <a:custGeom xmlns:a="http://schemas.openxmlformats.org/drawingml/2006/main">
            <a:pathLst>
              <a:path w="62856" h="62854">
                <a:moveTo>
                  <a:pt x="8649" y="0"/>
                </a:moveTo>
                <a:lnTo>
                  <a:pt x="54207" y="0"/>
                </a:lnTo>
                <a:cubicBezTo>
                  <a:pt x="56744" y="0"/>
                  <a:pt x="58267" y="0"/>
                  <a:pt x="59284" y="423"/>
                </a:cubicBezTo>
                <a:cubicBezTo>
                  <a:pt x="60746" y="957"/>
                  <a:pt x="61900" y="2110"/>
                  <a:pt x="62431" y="3573"/>
                </a:cubicBezTo>
                <a:cubicBezTo>
                  <a:pt x="62856" y="4587"/>
                  <a:pt x="62856" y="6110"/>
                  <a:pt x="62856" y="8647"/>
                </a:cubicBezTo>
                <a:lnTo>
                  <a:pt x="62856" y="54207"/>
                </a:lnTo>
                <a:cubicBezTo>
                  <a:pt x="62856" y="56744"/>
                  <a:pt x="62856" y="58267"/>
                  <a:pt x="62431" y="59281"/>
                </a:cubicBezTo>
                <a:cubicBezTo>
                  <a:pt x="61900" y="60746"/>
                  <a:pt x="60746" y="61900"/>
                  <a:pt x="59284" y="62431"/>
                </a:cubicBezTo>
                <a:cubicBezTo>
                  <a:pt x="58267" y="62854"/>
                  <a:pt x="56744" y="62854"/>
                  <a:pt x="54207" y="62854"/>
                </a:cubicBezTo>
                <a:lnTo>
                  <a:pt x="8649" y="62854"/>
                </a:lnTo>
                <a:cubicBezTo>
                  <a:pt x="6110" y="62854"/>
                  <a:pt x="4587" y="62854"/>
                  <a:pt x="3573" y="62431"/>
                </a:cubicBezTo>
                <a:cubicBezTo>
                  <a:pt x="2110" y="61900"/>
                  <a:pt x="957" y="60746"/>
                  <a:pt x="423" y="59281"/>
                </a:cubicBezTo>
                <a:cubicBezTo>
                  <a:pt x="0" y="58267"/>
                  <a:pt x="0" y="56744"/>
                  <a:pt x="0" y="54207"/>
                </a:cubicBezTo>
                <a:lnTo>
                  <a:pt x="0" y="8647"/>
                </a:lnTo>
                <a:cubicBezTo>
                  <a:pt x="0" y="6110"/>
                  <a:pt x="0" y="4587"/>
                  <a:pt x="423" y="3573"/>
                </a:cubicBezTo>
                <a:cubicBezTo>
                  <a:pt x="957" y="2110"/>
                  <a:pt x="2110" y="957"/>
                  <a:pt x="3573" y="423"/>
                </a:cubicBezTo>
                <a:cubicBezTo>
                  <a:pt x="4587" y="0"/>
                  <a:pt x="6110" y="0"/>
                  <a:pt x="8649" y="0"/>
                </a:cubicBezTo>
                <a:close/>
                <a:moveTo>
                  <a:pt x="8649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D92F5-D861-4932-9F1E-C0B6372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371" y="3592737"/>
            <a:ext cx="86019" cy="39621"/>
          </a:xfrm>
          <a:custGeom xmlns:a="http://schemas.openxmlformats.org/drawingml/2006/main">
            <a:pathLst>
              <a:path w="86019" h="39621" fill="none">
                <a:moveTo>
                  <a:pt x="0" y="1608"/>
                </a:moveTo>
                <a:cubicBezTo>
                  <a:pt x="31164" y="39621"/>
                  <a:pt x="59837" y="39085"/>
                  <a:pt x="860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FFFFFF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67A72-6EE7-4D7B-A307-4809ECE5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279" y="582141"/>
            <a:ext cx="2592290" cy="2637633"/>
          </a:xfrm>
          <a:custGeom xmlns:a="http://schemas.openxmlformats.org/drawingml/2006/main">
            <a:pathLst>
              <a:path w="2592290" h="2637633">
                <a:moveTo>
                  <a:pt x="46993" y="0"/>
                </a:moveTo>
                <a:lnTo>
                  <a:pt x="2545298" y="0"/>
                </a:lnTo>
                <a:cubicBezTo>
                  <a:pt x="2559086" y="0"/>
                  <a:pt x="2567361" y="0"/>
                  <a:pt x="2572877" y="2304"/>
                </a:cubicBezTo>
                <a:cubicBezTo>
                  <a:pt x="2580829" y="5197"/>
                  <a:pt x="2587093" y="11462"/>
                  <a:pt x="2589986" y="19413"/>
                </a:cubicBezTo>
                <a:cubicBezTo>
                  <a:pt x="2592290" y="24929"/>
                  <a:pt x="2592290" y="33202"/>
                  <a:pt x="2592290" y="46993"/>
                </a:cubicBezTo>
                <a:lnTo>
                  <a:pt x="2592290" y="2590640"/>
                </a:lnTo>
                <a:cubicBezTo>
                  <a:pt x="2592290" y="2604429"/>
                  <a:pt x="2592290" y="2612704"/>
                  <a:pt x="2589986" y="2618220"/>
                </a:cubicBezTo>
                <a:cubicBezTo>
                  <a:pt x="2587093" y="2626171"/>
                  <a:pt x="2580829" y="2632436"/>
                  <a:pt x="2572877" y="2635329"/>
                </a:cubicBezTo>
                <a:cubicBezTo>
                  <a:pt x="2567361" y="2637633"/>
                  <a:pt x="2559086" y="2637633"/>
                  <a:pt x="2545298" y="2637633"/>
                </a:cubicBezTo>
                <a:lnTo>
                  <a:pt x="46993" y="2637633"/>
                </a:lnTo>
                <a:cubicBezTo>
                  <a:pt x="33204" y="2637633"/>
                  <a:pt x="24929" y="2637633"/>
                  <a:pt x="19413" y="2635329"/>
                </a:cubicBezTo>
                <a:cubicBezTo>
                  <a:pt x="11462" y="2632436"/>
                  <a:pt x="5197" y="2626171"/>
                  <a:pt x="2304" y="2618220"/>
                </a:cubicBezTo>
                <a:cubicBezTo>
                  <a:pt x="0" y="2612704"/>
                  <a:pt x="0" y="2604429"/>
                  <a:pt x="0" y="2590640"/>
                </a:cubicBezTo>
                <a:lnTo>
                  <a:pt x="0" y="46993"/>
                </a:lnTo>
                <a:cubicBezTo>
                  <a:pt x="0" y="33202"/>
                  <a:pt x="0" y="24929"/>
                  <a:pt x="2304" y="19413"/>
                </a:cubicBezTo>
                <a:cubicBezTo>
                  <a:pt x="5197" y="11462"/>
                  <a:pt x="11462" y="5197"/>
                  <a:pt x="19413" y="2304"/>
                </a:cubicBezTo>
                <a:cubicBezTo>
                  <a:pt x="24929" y="0"/>
                  <a:pt x="33204" y="0"/>
                  <a:pt x="46993" y="0"/>
                </a:cubicBezTo>
                <a:close/>
                <a:moveTo>
                  <a:pt x="46993" y="0"/>
                </a:move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2E1A5-E54F-4F88-B0AB-7F7C8D0B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370" y="1660064"/>
            <a:ext cx="730602" cy="162045"/>
          </a:xfrm>
          <a:custGeom xmlns:a="http://schemas.openxmlformats.org/drawingml/2006/main">
            <a:pathLst>
              <a:path w="730602" h="162045">
                <a:moveTo>
                  <a:pt x="0" y="0"/>
                </a:moveTo>
                <a:lnTo>
                  <a:pt x="730602" y="0"/>
                </a:lnTo>
                <a:lnTo>
                  <a:pt x="730602" y="162045"/>
                </a:lnTo>
                <a:lnTo>
                  <a:pt x="0" y="1620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B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99D07-21C1-4F2B-889C-B5713B96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370" y="2527482"/>
            <a:ext cx="687314" cy="162045"/>
          </a:xfrm>
          <a:custGeom xmlns:a="http://schemas.openxmlformats.org/drawingml/2006/main">
            <a:pathLst>
              <a:path w="687314" h="162045">
                <a:moveTo>
                  <a:pt x="0" y="0"/>
                </a:moveTo>
                <a:lnTo>
                  <a:pt x="687314" y="0"/>
                </a:lnTo>
                <a:lnTo>
                  <a:pt x="687314" y="162045"/>
                </a:lnTo>
                <a:lnTo>
                  <a:pt x="0" y="1620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>
              <a:alpha val="506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SupposeyouarefromNigeria,inthe">
            <a:extLst xmlns:a="http://schemas.openxmlformats.org/drawingml/2006/main">
              <a:ext uri="{FF2B5EF4-FFF2-40B4-BE49-F238E27FC236}">
                <a16:creationId xmlns:a16="http://schemas.microsoft.com/office/drawing/2014/main" id="{1D6DDC8A-D8D4-4353-AECA-66B14C7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74" y="652790"/>
            <a:ext cx="2398827" cy="136520"/>
          </a:xfrm>
          <a:custGeom xmlns:a="http://schemas.openxmlformats.org/drawingml/2006/main">
            <a:pathLst>
              <a:path w="2398827" h="136520">
                <a:moveTo>
                  <a:pt x="4138" y="83672"/>
                </a:moveTo>
                <a:cubicBezTo>
                  <a:pt x="4849" y="85274"/>
                  <a:pt x="5805" y="86898"/>
                  <a:pt x="7005" y="88545"/>
                </a:cubicBezTo>
                <a:cubicBezTo>
                  <a:pt x="8206" y="90190"/>
                  <a:pt x="9674" y="91680"/>
                  <a:pt x="11409" y="93015"/>
                </a:cubicBezTo>
                <a:cubicBezTo>
                  <a:pt x="13144" y="94349"/>
                  <a:pt x="15168" y="95439"/>
                  <a:pt x="17481" y="96285"/>
                </a:cubicBezTo>
                <a:cubicBezTo>
                  <a:pt x="19795" y="97129"/>
                  <a:pt x="22375" y="97552"/>
                  <a:pt x="25221" y="97552"/>
                </a:cubicBezTo>
                <a:cubicBezTo>
                  <a:pt x="28158" y="97552"/>
                  <a:pt x="30805" y="97040"/>
                  <a:pt x="33163" y="96018"/>
                </a:cubicBezTo>
                <a:cubicBezTo>
                  <a:pt x="35521" y="94995"/>
                  <a:pt x="37522" y="93615"/>
                  <a:pt x="39168" y="91881"/>
                </a:cubicBezTo>
                <a:cubicBezTo>
                  <a:pt x="40813" y="90146"/>
                  <a:pt x="42080" y="88099"/>
                  <a:pt x="42969" y="85741"/>
                </a:cubicBezTo>
                <a:cubicBezTo>
                  <a:pt x="43860" y="83383"/>
                  <a:pt x="44305" y="80870"/>
                  <a:pt x="44305" y="78201"/>
                </a:cubicBezTo>
                <a:cubicBezTo>
                  <a:pt x="44305" y="74109"/>
                  <a:pt x="43260" y="70863"/>
                  <a:pt x="41169" y="68461"/>
                </a:cubicBezTo>
                <a:cubicBezTo>
                  <a:pt x="39079" y="66059"/>
                  <a:pt x="36476" y="64057"/>
                  <a:pt x="33362" y="62456"/>
                </a:cubicBezTo>
                <a:cubicBezTo>
                  <a:pt x="30248" y="60855"/>
                  <a:pt x="26890" y="59386"/>
                  <a:pt x="23287" y="58052"/>
                </a:cubicBezTo>
                <a:cubicBezTo>
                  <a:pt x="19684" y="56716"/>
                  <a:pt x="16325" y="55048"/>
                  <a:pt x="13211" y="53047"/>
                </a:cubicBezTo>
                <a:cubicBezTo>
                  <a:pt x="10097" y="51045"/>
                  <a:pt x="7495" y="48487"/>
                  <a:pt x="5404" y="45374"/>
                </a:cubicBezTo>
                <a:cubicBezTo>
                  <a:pt x="3314" y="42260"/>
                  <a:pt x="2268" y="38078"/>
                  <a:pt x="2268" y="32829"/>
                </a:cubicBezTo>
                <a:cubicBezTo>
                  <a:pt x="2268" y="29093"/>
                  <a:pt x="2936" y="25690"/>
                  <a:pt x="4270" y="22621"/>
                </a:cubicBezTo>
                <a:cubicBezTo>
                  <a:pt x="5604" y="19552"/>
                  <a:pt x="7540" y="16905"/>
                  <a:pt x="10075" y="14682"/>
                </a:cubicBezTo>
                <a:cubicBezTo>
                  <a:pt x="12611" y="12457"/>
                  <a:pt x="15658" y="10722"/>
                  <a:pt x="19216" y="9477"/>
                </a:cubicBezTo>
                <a:cubicBezTo>
                  <a:pt x="22776" y="8231"/>
                  <a:pt x="26780" y="7608"/>
                  <a:pt x="31228" y="7608"/>
                </a:cubicBezTo>
                <a:cubicBezTo>
                  <a:pt x="35498" y="7608"/>
                  <a:pt x="39189" y="8119"/>
                  <a:pt x="42303" y="9143"/>
                </a:cubicBezTo>
                <a:cubicBezTo>
                  <a:pt x="45418" y="10165"/>
                  <a:pt x="48309" y="11744"/>
                  <a:pt x="50978" y="13879"/>
                </a:cubicBezTo>
                <a:cubicBezTo>
                  <a:pt x="50177" y="15391"/>
                  <a:pt x="49510" y="16993"/>
                  <a:pt x="48976" y="18685"/>
                </a:cubicBezTo>
                <a:cubicBezTo>
                  <a:pt x="48443" y="20375"/>
                  <a:pt x="47909" y="22510"/>
                  <a:pt x="47374" y="25089"/>
                </a:cubicBezTo>
                <a:lnTo>
                  <a:pt x="45773" y="25089"/>
                </a:lnTo>
                <a:cubicBezTo>
                  <a:pt x="45328" y="23844"/>
                  <a:pt x="44727" y="22488"/>
                  <a:pt x="43971" y="21020"/>
                </a:cubicBezTo>
                <a:cubicBezTo>
                  <a:pt x="43215" y="19552"/>
                  <a:pt x="42192" y="18195"/>
                  <a:pt x="40903" y="16950"/>
                </a:cubicBezTo>
                <a:cubicBezTo>
                  <a:pt x="39613" y="15704"/>
                  <a:pt x="38078" y="14658"/>
                  <a:pt x="36299" y="13814"/>
                </a:cubicBezTo>
                <a:cubicBezTo>
                  <a:pt x="34519" y="12968"/>
                  <a:pt x="32383" y="12545"/>
                  <a:pt x="29892" y="12545"/>
                </a:cubicBezTo>
                <a:cubicBezTo>
                  <a:pt x="27401" y="12545"/>
                  <a:pt x="25111" y="12946"/>
                  <a:pt x="23020" y="13747"/>
                </a:cubicBezTo>
                <a:cubicBezTo>
                  <a:pt x="20929" y="14546"/>
                  <a:pt x="19106" y="15681"/>
                  <a:pt x="17549" y="17149"/>
                </a:cubicBezTo>
                <a:cubicBezTo>
                  <a:pt x="15992" y="18617"/>
                  <a:pt x="14790" y="20374"/>
                  <a:pt x="13944" y="22421"/>
                </a:cubicBezTo>
                <a:cubicBezTo>
                  <a:pt x="13100" y="24467"/>
                  <a:pt x="12678" y="26691"/>
                  <a:pt x="12678" y="29092"/>
                </a:cubicBezTo>
                <a:cubicBezTo>
                  <a:pt x="12678" y="33273"/>
                  <a:pt x="13723" y="36565"/>
                  <a:pt x="15814" y="38968"/>
                </a:cubicBezTo>
                <a:cubicBezTo>
                  <a:pt x="17904" y="41370"/>
                  <a:pt x="20507" y="43394"/>
                  <a:pt x="23621" y="45040"/>
                </a:cubicBezTo>
                <a:cubicBezTo>
                  <a:pt x="26735" y="46686"/>
                  <a:pt x="30093" y="48154"/>
                  <a:pt x="33696" y="49445"/>
                </a:cubicBezTo>
                <a:cubicBezTo>
                  <a:pt x="37299" y="50734"/>
                  <a:pt x="40658" y="52313"/>
                  <a:pt x="43772" y="54181"/>
                </a:cubicBezTo>
                <a:cubicBezTo>
                  <a:pt x="46886" y="56049"/>
                  <a:pt x="49488" y="58451"/>
                  <a:pt x="51579" y="61387"/>
                </a:cubicBezTo>
                <a:cubicBezTo>
                  <a:pt x="53669" y="64324"/>
                  <a:pt x="54715" y="68238"/>
                  <a:pt x="54715" y="73131"/>
                </a:cubicBezTo>
                <a:cubicBezTo>
                  <a:pt x="54715" y="77223"/>
                  <a:pt x="53980" y="81094"/>
                  <a:pt x="52511" y="84741"/>
                </a:cubicBezTo>
                <a:cubicBezTo>
                  <a:pt x="51044" y="88389"/>
                  <a:pt x="48908" y="91570"/>
                  <a:pt x="46105" y="94283"/>
                </a:cubicBezTo>
                <a:cubicBezTo>
                  <a:pt x="43303" y="96996"/>
                  <a:pt x="39878" y="99086"/>
                  <a:pt x="35830" y="100555"/>
                </a:cubicBezTo>
                <a:cubicBezTo>
                  <a:pt x="31783" y="102023"/>
                  <a:pt x="27180" y="102756"/>
                  <a:pt x="22020" y="102756"/>
                </a:cubicBezTo>
                <a:cubicBezTo>
                  <a:pt x="16503" y="102756"/>
                  <a:pt x="12032" y="102023"/>
                  <a:pt x="8607" y="100555"/>
                </a:cubicBezTo>
                <a:cubicBezTo>
                  <a:pt x="5182" y="99086"/>
                  <a:pt x="2313" y="97418"/>
                  <a:pt x="0" y="95550"/>
                </a:cubicBezTo>
                <a:cubicBezTo>
                  <a:pt x="801" y="93504"/>
                  <a:pt x="1357" y="91659"/>
                  <a:pt x="1668" y="90013"/>
                </a:cubicBezTo>
                <a:cubicBezTo>
                  <a:pt x="1980" y="88367"/>
                  <a:pt x="2269" y="86253"/>
                  <a:pt x="2535" y="83672"/>
                </a:cubicBezTo>
                <a:lnTo>
                  <a:pt x="4138" y="83672"/>
                </a:lnTo>
                <a:close/>
                <a:moveTo>
                  <a:pt x="70862" y="80870"/>
                </a:moveTo>
                <a:cubicBezTo>
                  <a:pt x="70862" y="76156"/>
                  <a:pt x="70929" y="72131"/>
                  <a:pt x="71062" y="68795"/>
                </a:cubicBezTo>
                <a:cubicBezTo>
                  <a:pt x="71195" y="65459"/>
                  <a:pt x="71261" y="62144"/>
                  <a:pt x="71261" y="58852"/>
                </a:cubicBezTo>
                <a:cubicBezTo>
                  <a:pt x="71261" y="55738"/>
                  <a:pt x="71239" y="52357"/>
                  <a:pt x="71194" y="48710"/>
                </a:cubicBezTo>
                <a:cubicBezTo>
                  <a:pt x="71151" y="45062"/>
                  <a:pt x="71084" y="41370"/>
                  <a:pt x="70995" y="37632"/>
                </a:cubicBezTo>
                <a:cubicBezTo>
                  <a:pt x="73220" y="38078"/>
                  <a:pt x="75088" y="38300"/>
                  <a:pt x="76601" y="38300"/>
                </a:cubicBezTo>
                <a:cubicBezTo>
                  <a:pt x="78023" y="38300"/>
                  <a:pt x="79847" y="38078"/>
                  <a:pt x="82072" y="37632"/>
                </a:cubicBezTo>
                <a:cubicBezTo>
                  <a:pt x="81627" y="42971"/>
                  <a:pt x="81293" y="48822"/>
                  <a:pt x="81070" y="55183"/>
                </a:cubicBezTo>
                <a:cubicBezTo>
                  <a:pt x="80848" y="61543"/>
                  <a:pt x="80736" y="68059"/>
                  <a:pt x="80736" y="74731"/>
                </a:cubicBezTo>
                <a:cubicBezTo>
                  <a:pt x="80736" y="79357"/>
                  <a:pt x="81137" y="82894"/>
                  <a:pt x="81938" y="85342"/>
                </a:cubicBezTo>
                <a:cubicBezTo>
                  <a:pt x="82739" y="87788"/>
                  <a:pt x="83717" y="89634"/>
                  <a:pt x="84874" y="90879"/>
                </a:cubicBezTo>
                <a:cubicBezTo>
                  <a:pt x="86120" y="92303"/>
                  <a:pt x="87700" y="93482"/>
                  <a:pt x="89612" y="94416"/>
                </a:cubicBezTo>
                <a:cubicBezTo>
                  <a:pt x="91525" y="95350"/>
                  <a:pt x="93771" y="95817"/>
                  <a:pt x="96350" y="95817"/>
                </a:cubicBezTo>
                <a:cubicBezTo>
                  <a:pt x="100088" y="95817"/>
                  <a:pt x="103202" y="94994"/>
                  <a:pt x="105693" y="93349"/>
                </a:cubicBezTo>
                <a:cubicBezTo>
                  <a:pt x="108184" y="91702"/>
                  <a:pt x="110008" y="89678"/>
                  <a:pt x="111164" y="87277"/>
                </a:cubicBezTo>
                <a:cubicBezTo>
                  <a:pt x="111786" y="85764"/>
                  <a:pt x="112275" y="84475"/>
                  <a:pt x="112630" y="83408"/>
                </a:cubicBezTo>
                <a:cubicBezTo>
                  <a:pt x="112987" y="82339"/>
                  <a:pt x="113276" y="80915"/>
                  <a:pt x="113498" y="79136"/>
                </a:cubicBezTo>
                <a:cubicBezTo>
                  <a:pt x="113720" y="77356"/>
                  <a:pt x="113854" y="74954"/>
                  <a:pt x="113899" y="71929"/>
                </a:cubicBezTo>
                <a:cubicBezTo>
                  <a:pt x="113944" y="68905"/>
                  <a:pt x="113966" y="64768"/>
                  <a:pt x="113966" y="59518"/>
                </a:cubicBezTo>
                <a:lnTo>
                  <a:pt x="113966" y="48308"/>
                </a:lnTo>
                <a:cubicBezTo>
                  <a:pt x="113966" y="46352"/>
                  <a:pt x="113944" y="44484"/>
                  <a:pt x="113899" y="42705"/>
                </a:cubicBezTo>
                <a:cubicBezTo>
                  <a:pt x="113854" y="40925"/>
                  <a:pt x="113788" y="39234"/>
                  <a:pt x="113699" y="37632"/>
                </a:cubicBezTo>
                <a:cubicBezTo>
                  <a:pt x="114678" y="37811"/>
                  <a:pt x="115612" y="37968"/>
                  <a:pt x="116501" y="38101"/>
                </a:cubicBezTo>
                <a:cubicBezTo>
                  <a:pt x="117390" y="38234"/>
                  <a:pt x="118324" y="38300"/>
                  <a:pt x="119303" y="38300"/>
                </a:cubicBezTo>
                <a:cubicBezTo>
                  <a:pt x="120282" y="38300"/>
                  <a:pt x="121216" y="38234"/>
                  <a:pt x="122105" y="38101"/>
                </a:cubicBezTo>
                <a:cubicBezTo>
                  <a:pt x="122996" y="37968"/>
                  <a:pt x="123885" y="37811"/>
                  <a:pt x="124775" y="37632"/>
                </a:cubicBezTo>
                <a:cubicBezTo>
                  <a:pt x="124331" y="44572"/>
                  <a:pt x="124064" y="51267"/>
                  <a:pt x="123974" y="57718"/>
                </a:cubicBezTo>
                <a:cubicBezTo>
                  <a:pt x="123886" y="64168"/>
                  <a:pt x="123842" y="70995"/>
                  <a:pt x="123842" y="78201"/>
                </a:cubicBezTo>
                <a:cubicBezTo>
                  <a:pt x="123842" y="82206"/>
                  <a:pt x="123886" y="86121"/>
                  <a:pt x="123974" y="89946"/>
                </a:cubicBezTo>
                <a:cubicBezTo>
                  <a:pt x="124064" y="93772"/>
                  <a:pt x="124198" y="97463"/>
                  <a:pt x="124375" y="101021"/>
                </a:cubicBezTo>
                <a:cubicBezTo>
                  <a:pt x="122596" y="100844"/>
                  <a:pt x="120861" y="100755"/>
                  <a:pt x="119171" y="100755"/>
                </a:cubicBezTo>
                <a:cubicBezTo>
                  <a:pt x="117481" y="100755"/>
                  <a:pt x="115746" y="100844"/>
                  <a:pt x="113966" y="101021"/>
                </a:cubicBezTo>
                <a:cubicBezTo>
                  <a:pt x="114054" y="100220"/>
                  <a:pt x="114121" y="99375"/>
                  <a:pt x="114166" y="98486"/>
                </a:cubicBezTo>
                <a:cubicBezTo>
                  <a:pt x="114210" y="97597"/>
                  <a:pt x="114233" y="96663"/>
                  <a:pt x="114233" y="95684"/>
                </a:cubicBezTo>
                <a:lnTo>
                  <a:pt x="114233" y="89946"/>
                </a:lnTo>
                <a:lnTo>
                  <a:pt x="113966" y="89946"/>
                </a:lnTo>
                <a:cubicBezTo>
                  <a:pt x="111653" y="94215"/>
                  <a:pt x="108672" y="97351"/>
                  <a:pt x="105025" y="99354"/>
                </a:cubicBezTo>
                <a:cubicBezTo>
                  <a:pt x="101377" y="101355"/>
                  <a:pt x="97418" y="102355"/>
                  <a:pt x="93147" y="102355"/>
                </a:cubicBezTo>
                <a:cubicBezTo>
                  <a:pt x="86208" y="102355"/>
                  <a:pt x="80759" y="100510"/>
                  <a:pt x="76800" y="96819"/>
                </a:cubicBezTo>
                <a:cubicBezTo>
                  <a:pt x="72842" y="93126"/>
                  <a:pt x="70862" y="87810"/>
                  <a:pt x="70862" y="80870"/>
                </a:cubicBezTo>
                <a:close/>
                <a:moveTo>
                  <a:pt x="143592" y="76466"/>
                </a:moveTo>
                <a:cubicBezTo>
                  <a:pt x="143592" y="73441"/>
                  <a:pt x="143569" y="70150"/>
                  <a:pt x="143525" y="66592"/>
                </a:cubicBezTo>
                <a:cubicBezTo>
                  <a:pt x="143480" y="63033"/>
                  <a:pt x="143413" y="59496"/>
                  <a:pt x="143323" y="55983"/>
                </a:cubicBezTo>
                <a:cubicBezTo>
                  <a:pt x="143235" y="52469"/>
                  <a:pt x="143124" y="49110"/>
                  <a:pt x="142991" y="45908"/>
                </a:cubicBezTo>
                <a:cubicBezTo>
                  <a:pt x="142858" y="42704"/>
                  <a:pt x="142703" y="39945"/>
                  <a:pt x="142525" y="37632"/>
                </a:cubicBezTo>
                <a:cubicBezTo>
                  <a:pt x="145016" y="38078"/>
                  <a:pt x="147017" y="38300"/>
                  <a:pt x="148530" y="38300"/>
                </a:cubicBezTo>
                <a:cubicBezTo>
                  <a:pt x="150042" y="38300"/>
                  <a:pt x="152044" y="38078"/>
                  <a:pt x="154535" y="37632"/>
                </a:cubicBezTo>
                <a:cubicBezTo>
                  <a:pt x="154179" y="39945"/>
                  <a:pt x="153912" y="42170"/>
                  <a:pt x="153734" y="44305"/>
                </a:cubicBezTo>
                <a:cubicBezTo>
                  <a:pt x="153557" y="46441"/>
                  <a:pt x="153468" y="48576"/>
                  <a:pt x="153468" y="50711"/>
                </a:cubicBezTo>
                <a:lnTo>
                  <a:pt x="153734" y="50711"/>
                </a:lnTo>
                <a:cubicBezTo>
                  <a:pt x="154356" y="49287"/>
                  <a:pt x="155245" y="47753"/>
                  <a:pt x="156402" y="46107"/>
                </a:cubicBezTo>
                <a:cubicBezTo>
                  <a:pt x="157559" y="44462"/>
                  <a:pt x="159048" y="42906"/>
                  <a:pt x="160872" y="41438"/>
                </a:cubicBezTo>
                <a:cubicBezTo>
                  <a:pt x="162696" y="39969"/>
                  <a:pt x="164898" y="38745"/>
                  <a:pt x="167477" y="37767"/>
                </a:cubicBezTo>
                <a:cubicBezTo>
                  <a:pt x="170058" y="36788"/>
                  <a:pt x="172994" y="36299"/>
                  <a:pt x="176286" y="36299"/>
                </a:cubicBezTo>
                <a:cubicBezTo>
                  <a:pt x="179668" y="36299"/>
                  <a:pt x="183004" y="36944"/>
                  <a:pt x="186294" y="38235"/>
                </a:cubicBezTo>
                <a:cubicBezTo>
                  <a:pt x="189586" y="39525"/>
                  <a:pt x="192500" y="41504"/>
                  <a:pt x="195036" y="44173"/>
                </a:cubicBezTo>
                <a:cubicBezTo>
                  <a:pt x="197572" y="46842"/>
                  <a:pt x="199618" y="50245"/>
                  <a:pt x="201175" y="54383"/>
                </a:cubicBezTo>
                <a:cubicBezTo>
                  <a:pt x="202732" y="58519"/>
                  <a:pt x="203511" y="63434"/>
                  <a:pt x="203511" y="69127"/>
                </a:cubicBezTo>
                <a:cubicBezTo>
                  <a:pt x="203511" y="74821"/>
                  <a:pt x="202665" y="79759"/>
                  <a:pt x="200974" y="83941"/>
                </a:cubicBezTo>
                <a:cubicBezTo>
                  <a:pt x="199284" y="88122"/>
                  <a:pt x="197082" y="91592"/>
                  <a:pt x="194368" y="94351"/>
                </a:cubicBezTo>
                <a:cubicBezTo>
                  <a:pt x="191654" y="97108"/>
                  <a:pt x="188563" y="99131"/>
                  <a:pt x="185093" y="100421"/>
                </a:cubicBezTo>
                <a:cubicBezTo>
                  <a:pt x="181624" y="101710"/>
                  <a:pt x="178155" y="102355"/>
                  <a:pt x="174686" y="102355"/>
                </a:cubicBezTo>
                <a:cubicBezTo>
                  <a:pt x="164899" y="102355"/>
                  <a:pt x="157916" y="98130"/>
                  <a:pt x="153734" y="89679"/>
                </a:cubicBezTo>
                <a:lnTo>
                  <a:pt x="153468" y="89679"/>
                </a:lnTo>
                <a:lnTo>
                  <a:pt x="153468" y="98085"/>
                </a:lnTo>
                <a:cubicBezTo>
                  <a:pt x="153468" y="100932"/>
                  <a:pt x="153489" y="104112"/>
                  <a:pt x="153533" y="107627"/>
                </a:cubicBezTo>
                <a:cubicBezTo>
                  <a:pt x="153578" y="111142"/>
                  <a:pt x="153644" y="114634"/>
                  <a:pt x="153732" y="118104"/>
                </a:cubicBezTo>
                <a:cubicBezTo>
                  <a:pt x="153822" y="121573"/>
                  <a:pt x="153933" y="124887"/>
                  <a:pt x="154066" y="128045"/>
                </a:cubicBezTo>
                <a:cubicBezTo>
                  <a:pt x="154201" y="131204"/>
                  <a:pt x="154357" y="133895"/>
                  <a:pt x="154535" y="136119"/>
                </a:cubicBezTo>
                <a:cubicBezTo>
                  <a:pt x="152044" y="135673"/>
                  <a:pt x="150042" y="135451"/>
                  <a:pt x="148530" y="135451"/>
                </a:cubicBezTo>
                <a:cubicBezTo>
                  <a:pt x="147017" y="135451"/>
                  <a:pt x="145016" y="135673"/>
                  <a:pt x="142525" y="136119"/>
                </a:cubicBezTo>
                <a:cubicBezTo>
                  <a:pt x="142703" y="133895"/>
                  <a:pt x="142858" y="131204"/>
                  <a:pt x="142991" y="128045"/>
                </a:cubicBezTo>
                <a:cubicBezTo>
                  <a:pt x="143124" y="124887"/>
                  <a:pt x="143235" y="121573"/>
                  <a:pt x="143323" y="118104"/>
                </a:cubicBezTo>
                <a:cubicBezTo>
                  <a:pt x="143413" y="114634"/>
                  <a:pt x="143480" y="111142"/>
                  <a:pt x="143525" y="107627"/>
                </a:cubicBezTo>
                <a:cubicBezTo>
                  <a:pt x="143569" y="104112"/>
                  <a:pt x="143592" y="100932"/>
                  <a:pt x="143592" y="98085"/>
                </a:cubicBezTo>
                <a:lnTo>
                  <a:pt x="143592" y="76466"/>
                </a:lnTo>
                <a:moveTo>
                  <a:pt x="191766" y="68993"/>
                </a:moveTo>
                <a:cubicBezTo>
                  <a:pt x="191766" y="63655"/>
                  <a:pt x="191210" y="59251"/>
                  <a:pt x="190098" y="55782"/>
                </a:cubicBezTo>
                <a:cubicBezTo>
                  <a:pt x="188986" y="52312"/>
                  <a:pt x="187563" y="49532"/>
                  <a:pt x="185828" y="47441"/>
                </a:cubicBezTo>
                <a:cubicBezTo>
                  <a:pt x="184093" y="45350"/>
                  <a:pt x="182113" y="43905"/>
                  <a:pt x="179888" y="43106"/>
                </a:cubicBezTo>
                <a:cubicBezTo>
                  <a:pt x="177665" y="42305"/>
                  <a:pt x="175485" y="41904"/>
                  <a:pt x="173350" y="41904"/>
                </a:cubicBezTo>
                <a:cubicBezTo>
                  <a:pt x="169792" y="41904"/>
                  <a:pt x="166745" y="42661"/>
                  <a:pt x="164209" y="44173"/>
                </a:cubicBezTo>
                <a:cubicBezTo>
                  <a:pt x="161673" y="45685"/>
                  <a:pt x="159604" y="47709"/>
                  <a:pt x="158002" y="50245"/>
                </a:cubicBezTo>
                <a:cubicBezTo>
                  <a:pt x="156402" y="52779"/>
                  <a:pt x="155246" y="55760"/>
                  <a:pt x="154535" y="59186"/>
                </a:cubicBezTo>
                <a:cubicBezTo>
                  <a:pt x="153823" y="62611"/>
                  <a:pt x="153468" y="66236"/>
                  <a:pt x="153468" y="70062"/>
                </a:cubicBezTo>
                <a:cubicBezTo>
                  <a:pt x="153468" y="88566"/>
                  <a:pt x="159962" y="97818"/>
                  <a:pt x="172951" y="97818"/>
                </a:cubicBezTo>
                <a:cubicBezTo>
                  <a:pt x="176153" y="97818"/>
                  <a:pt x="178933" y="97085"/>
                  <a:pt x="181289" y="95617"/>
                </a:cubicBezTo>
                <a:cubicBezTo>
                  <a:pt x="183647" y="94150"/>
                  <a:pt x="185605" y="92104"/>
                  <a:pt x="187162" y="89480"/>
                </a:cubicBezTo>
                <a:cubicBezTo>
                  <a:pt x="188719" y="86854"/>
                  <a:pt x="189875" y="83785"/>
                  <a:pt x="190632" y="80272"/>
                </a:cubicBezTo>
                <a:cubicBezTo>
                  <a:pt x="191388" y="76757"/>
                  <a:pt x="191766" y="72998"/>
                  <a:pt x="191766" y="68993"/>
                </a:cubicBezTo>
                <a:close/>
                <a:moveTo>
                  <a:pt x="217789" y="76466"/>
                </a:moveTo>
                <a:cubicBezTo>
                  <a:pt x="217789" y="73441"/>
                  <a:pt x="217767" y="70150"/>
                  <a:pt x="217722" y="66592"/>
                </a:cubicBezTo>
                <a:cubicBezTo>
                  <a:pt x="217677" y="63033"/>
                  <a:pt x="217610" y="59496"/>
                  <a:pt x="217521" y="55983"/>
                </a:cubicBezTo>
                <a:cubicBezTo>
                  <a:pt x="217432" y="52469"/>
                  <a:pt x="217322" y="49110"/>
                  <a:pt x="217189" y="45908"/>
                </a:cubicBezTo>
                <a:cubicBezTo>
                  <a:pt x="217056" y="42704"/>
                  <a:pt x="216900" y="39945"/>
                  <a:pt x="216722" y="37632"/>
                </a:cubicBezTo>
                <a:cubicBezTo>
                  <a:pt x="219213" y="38078"/>
                  <a:pt x="221215" y="38300"/>
                  <a:pt x="222727" y="38300"/>
                </a:cubicBezTo>
                <a:cubicBezTo>
                  <a:pt x="224240" y="38300"/>
                  <a:pt x="226241" y="38078"/>
                  <a:pt x="228732" y="37632"/>
                </a:cubicBezTo>
                <a:cubicBezTo>
                  <a:pt x="228377" y="39945"/>
                  <a:pt x="228110" y="42170"/>
                  <a:pt x="227932" y="44305"/>
                </a:cubicBezTo>
                <a:cubicBezTo>
                  <a:pt x="227754" y="46441"/>
                  <a:pt x="227665" y="48576"/>
                  <a:pt x="227665" y="50711"/>
                </a:cubicBezTo>
                <a:lnTo>
                  <a:pt x="227932" y="50711"/>
                </a:lnTo>
                <a:cubicBezTo>
                  <a:pt x="228554" y="49287"/>
                  <a:pt x="229443" y="47753"/>
                  <a:pt x="230599" y="46107"/>
                </a:cubicBezTo>
                <a:cubicBezTo>
                  <a:pt x="231756" y="44462"/>
                  <a:pt x="233246" y="42906"/>
                  <a:pt x="235069" y="41438"/>
                </a:cubicBezTo>
                <a:cubicBezTo>
                  <a:pt x="236894" y="39969"/>
                  <a:pt x="239095" y="38745"/>
                  <a:pt x="241675" y="37767"/>
                </a:cubicBezTo>
                <a:cubicBezTo>
                  <a:pt x="244255" y="36788"/>
                  <a:pt x="247192" y="36299"/>
                  <a:pt x="250484" y="36299"/>
                </a:cubicBezTo>
                <a:cubicBezTo>
                  <a:pt x="253865" y="36299"/>
                  <a:pt x="257201" y="36944"/>
                  <a:pt x="260492" y="38235"/>
                </a:cubicBezTo>
                <a:cubicBezTo>
                  <a:pt x="263784" y="39525"/>
                  <a:pt x="266698" y="41504"/>
                  <a:pt x="269234" y="44173"/>
                </a:cubicBezTo>
                <a:cubicBezTo>
                  <a:pt x="271769" y="46842"/>
                  <a:pt x="273816" y="50245"/>
                  <a:pt x="275373" y="54383"/>
                </a:cubicBezTo>
                <a:cubicBezTo>
                  <a:pt x="276930" y="58519"/>
                  <a:pt x="277709" y="63434"/>
                  <a:pt x="277709" y="69127"/>
                </a:cubicBezTo>
                <a:cubicBezTo>
                  <a:pt x="277709" y="74821"/>
                  <a:pt x="276863" y="79759"/>
                  <a:pt x="275171" y="83941"/>
                </a:cubicBezTo>
                <a:cubicBezTo>
                  <a:pt x="273481" y="88122"/>
                  <a:pt x="271279" y="91592"/>
                  <a:pt x="268566" y="94351"/>
                </a:cubicBezTo>
                <a:cubicBezTo>
                  <a:pt x="265852" y="97108"/>
                  <a:pt x="262760" y="99131"/>
                  <a:pt x="259291" y="100421"/>
                </a:cubicBezTo>
                <a:cubicBezTo>
                  <a:pt x="255822" y="101710"/>
                  <a:pt x="252353" y="102355"/>
                  <a:pt x="248883" y="102355"/>
                </a:cubicBezTo>
                <a:cubicBezTo>
                  <a:pt x="239097" y="102355"/>
                  <a:pt x="232113" y="98130"/>
                  <a:pt x="227932" y="89679"/>
                </a:cubicBezTo>
                <a:lnTo>
                  <a:pt x="227665" y="89679"/>
                </a:lnTo>
                <a:lnTo>
                  <a:pt x="227665" y="98085"/>
                </a:lnTo>
                <a:cubicBezTo>
                  <a:pt x="227665" y="100932"/>
                  <a:pt x="227687" y="104112"/>
                  <a:pt x="227730" y="107627"/>
                </a:cubicBezTo>
                <a:cubicBezTo>
                  <a:pt x="227775" y="111142"/>
                  <a:pt x="227842" y="114634"/>
                  <a:pt x="227930" y="118104"/>
                </a:cubicBezTo>
                <a:cubicBezTo>
                  <a:pt x="228020" y="121573"/>
                  <a:pt x="228131" y="124887"/>
                  <a:pt x="228264" y="128045"/>
                </a:cubicBezTo>
                <a:cubicBezTo>
                  <a:pt x="228398" y="131204"/>
                  <a:pt x="228554" y="133895"/>
                  <a:pt x="228732" y="136119"/>
                </a:cubicBezTo>
                <a:cubicBezTo>
                  <a:pt x="226241" y="135673"/>
                  <a:pt x="224240" y="135451"/>
                  <a:pt x="222727" y="135451"/>
                </a:cubicBezTo>
                <a:cubicBezTo>
                  <a:pt x="221215" y="135451"/>
                  <a:pt x="219213" y="135673"/>
                  <a:pt x="216722" y="136119"/>
                </a:cubicBezTo>
                <a:cubicBezTo>
                  <a:pt x="216900" y="133895"/>
                  <a:pt x="217056" y="131204"/>
                  <a:pt x="217189" y="128045"/>
                </a:cubicBezTo>
                <a:cubicBezTo>
                  <a:pt x="217322" y="124887"/>
                  <a:pt x="217432" y="121573"/>
                  <a:pt x="217521" y="118104"/>
                </a:cubicBezTo>
                <a:cubicBezTo>
                  <a:pt x="217610" y="114634"/>
                  <a:pt x="217677" y="111142"/>
                  <a:pt x="217722" y="107627"/>
                </a:cubicBezTo>
                <a:cubicBezTo>
                  <a:pt x="217767" y="104112"/>
                  <a:pt x="217789" y="100932"/>
                  <a:pt x="217789" y="98085"/>
                </a:cubicBezTo>
                <a:lnTo>
                  <a:pt x="217789" y="76466"/>
                </a:lnTo>
                <a:moveTo>
                  <a:pt x="265963" y="68993"/>
                </a:moveTo>
                <a:cubicBezTo>
                  <a:pt x="265963" y="63655"/>
                  <a:pt x="265407" y="59251"/>
                  <a:pt x="264296" y="55782"/>
                </a:cubicBezTo>
                <a:cubicBezTo>
                  <a:pt x="263184" y="52312"/>
                  <a:pt x="261760" y="49532"/>
                  <a:pt x="260026" y="47441"/>
                </a:cubicBezTo>
                <a:cubicBezTo>
                  <a:pt x="258291" y="45350"/>
                  <a:pt x="256311" y="43905"/>
                  <a:pt x="254086" y="43106"/>
                </a:cubicBezTo>
                <a:cubicBezTo>
                  <a:pt x="251862" y="42305"/>
                  <a:pt x="249683" y="41904"/>
                  <a:pt x="247547" y="41904"/>
                </a:cubicBezTo>
                <a:cubicBezTo>
                  <a:pt x="243989" y="41904"/>
                  <a:pt x="240942" y="42661"/>
                  <a:pt x="238407" y="44173"/>
                </a:cubicBezTo>
                <a:cubicBezTo>
                  <a:pt x="235871" y="45685"/>
                  <a:pt x="233802" y="47709"/>
                  <a:pt x="232200" y="50245"/>
                </a:cubicBezTo>
                <a:cubicBezTo>
                  <a:pt x="230599" y="52779"/>
                  <a:pt x="229444" y="55760"/>
                  <a:pt x="228732" y="59186"/>
                </a:cubicBezTo>
                <a:cubicBezTo>
                  <a:pt x="228021" y="62611"/>
                  <a:pt x="227665" y="66236"/>
                  <a:pt x="227665" y="70062"/>
                </a:cubicBezTo>
                <a:cubicBezTo>
                  <a:pt x="227665" y="88566"/>
                  <a:pt x="234160" y="97818"/>
                  <a:pt x="247148" y="97818"/>
                </a:cubicBezTo>
                <a:cubicBezTo>
                  <a:pt x="250351" y="97818"/>
                  <a:pt x="253130" y="97085"/>
                  <a:pt x="255487" y="95617"/>
                </a:cubicBezTo>
                <a:cubicBezTo>
                  <a:pt x="257845" y="94150"/>
                  <a:pt x="259802" y="92104"/>
                  <a:pt x="261359" y="89480"/>
                </a:cubicBezTo>
                <a:cubicBezTo>
                  <a:pt x="262916" y="86854"/>
                  <a:pt x="264073" y="83785"/>
                  <a:pt x="264829" y="80272"/>
                </a:cubicBezTo>
                <a:cubicBezTo>
                  <a:pt x="265585" y="76757"/>
                  <a:pt x="265963" y="72998"/>
                  <a:pt x="265963" y="68993"/>
                </a:cubicBezTo>
                <a:close/>
                <a:moveTo>
                  <a:pt x="299726" y="69528"/>
                </a:moveTo>
                <a:cubicBezTo>
                  <a:pt x="299726" y="73264"/>
                  <a:pt x="300059" y="76867"/>
                  <a:pt x="300726" y="80337"/>
                </a:cubicBezTo>
                <a:cubicBezTo>
                  <a:pt x="301394" y="83807"/>
                  <a:pt x="302528" y="86898"/>
                  <a:pt x="304129" y="89612"/>
                </a:cubicBezTo>
                <a:cubicBezTo>
                  <a:pt x="305730" y="92326"/>
                  <a:pt x="307866" y="94484"/>
                  <a:pt x="310535" y="96085"/>
                </a:cubicBezTo>
                <a:cubicBezTo>
                  <a:pt x="313204" y="97686"/>
                  <a:pt x="316495" y="98486"/>
                  <a:pt x="320411" y="98486"/>
                </a:cubicBezTo>
                <a:cubicBezTo>
                  <a:pt x="324326" y="98486"/>
                  <a:pt x="327618" y="97686"/>
                  <a:pt x="330286" y="96085"/>
                </a:cubicBezTo>
                <a:cubicBezTo>
                  <a:pt x="332955" y="94484"/>
                  <a:pt x="335090" y="92326"/>
                  <a:pt x="336691" y="89612"/>
                </a:cubicBezTo>
                <a:cubicBezTo>
                  <a:pt x="338292" y="86898"/>
                  <a:pt x="339427" y="83807"/>
                  <a:pt x="340093" y="80337"/>
                </a:cubicBezTo>
                <a:cubicBezTo>
                  <a:pt x="340761" y="76867"/>
                  <a:pt x="341095" y="73264"/>
                  <a:pt x="341095" y="69528"/>
                </a:cubicBezTo>
                <a:cubicBezTo>
                  <a:pt x="341095" y="65791"/>
                  <a:pt x="340761" y="62188"/>
                  <a:pt x="340093" y="58718"/>
                </a:cubicBezTo>
                <a:cubicBezTo>
                  <a:pt x="339427" y="55248"/>
                  <a:pt x="338292" y="52157"/>
                  <a:pt x="336691" y="49445"/>
                </a:cubicBezTo>
                <a:cubicBezTo>
                  <a:pt x="335090" y="46731"/>
                  <a:pt x="332955" y="44573"/>
                  <a:pt x="330286" y="42971"/>
                </a:cubicBezTo>
                <a:cubicBezTo>
                  <a:pt x="327618" y="41370"/>
                  <a:pt x="324326" y="40569"/>
                  <a:pt x="320411" y="40569"/>
                </a:cubicBezTo>
                <a:cubicBezTo>
                  <a:pt x="316495" y="40569"/>
                  <a:pt x="313204" y="41370"/>
                  <a:pt x="310535" y="42971"/>
                </a:cubicBezTo>
                <a:cubicBezTo>
                  <a:pt x="307866" y="44573"/>
                  <a:pt x="305730" y="46731"/>
                  <a:pt x="304129" y="49445"/>
                </a:cubicBezTo>
                <a:cubicBezTo>
                  <a:pt x="302528" y="52157"/>
                  <a:pt x="301394" y="55248"/>
                  <a:pt x="300726" y="58718"/>
                </a:cubicBezTo>
                <a:cubicBezTo>
                  <a:pt x="300059" y="62188"/>
                  <a:pt x="299726" y="65791"/>
                  <a:pt x="299726" y="69528"/>
                </a:cubicBezTo>
                <a:moveTo>
                  <a:pt x="287983" y="69528"/>
                </a:moveTo>
                <a:cubicBezTo>
                  <a:pt x="287983" y="63478"/>
                  <a:pt x="288939" y="58340"/>
                  <a:pt x="290852" y="54114"/>
                </a:cubicBezTo>
                <a:cubicBezTo>
                  <a:pt x="292765" y="49888"/>
                  <a:pt x="295278" y="46463"/>
                  <a:pt x="298390" y="43839"/>
                </a:cubicBezTo>
                <a:cubicBezTo>
                  <a:pt x="301504" y="41215"/>
                  <a:pt x="304997" y="39302"/>
                  <a:pt x="308867" y="38101"/>
                </a:cubicBezTo>
                <a:cubicBezTo>
                  <a:pt x="312737" y="36899"/>
                  <a:pt x="316585" y="36299"/>
                  <a:pt x="320411" y="36299"/>
                </a:cubicBezTo>
                <a:cubicBezTo>
                  <a:pt x="324326" y="36299"/>
                  <a:pt x="328196" y="36899"/>
                  <a:pt x="332021" y="38101"/>
                </a:cubicBezTo>
                <a:cubicBezTo>
                  <a:pt x="335847" y="39302"/>
                  <a:pt x="339316" y="41215"/>
                  <a:pt x="342429" y="43839"/>
                </a:cubicBezTo>
                <a:cubicBezTo>
                  <a:pt x="345543" y="46463"/>
                  <a:pt x="348056" y="49888"/>
                  <a:pt x="349969" y="54114"/>
                </a:cubicBezTo>
                <a:cubicBezTo>
                  <a:pt x="351882" y="58340"/>
                  <a:pt x="352838" y="63478"/>
                  <a:pt x="352838" y="69528"/>
                </a:cubicBezTo>
                <a:cubicBezTo>
                  <a:pt x="352838" y="75577"/>
                  <a:pt x="351882" y="80715"/>
                  <a:pt x="349969" y="84941"/>
                </a:cubicBezTo>
                <a:cubicBezTo>
                  <a:pt x="348056" y="89167"/>
                  <a:pt x="345543" y="92593"/>
                  <a:pt x="342429" y="95218"/>
                </a:cubicBezTo>
                <a:cubicBezTo>
                  <a:pt x="339316" y="97842"/>
                  <a:pt x="335847" y="99688"/>
                  <a:pt x="332021" y="100755"/>
                </a:cubicBezTo>
                <a:cubicBezTo>
                  <a:pt x="328196" y="101822"/>
                  <a:pt x="324326" y="102355"/>
                  <a:pt x="320411" y="102355"/>
                </a:cubicBezTo>
                <a:cubicBezTo>
                  <a:pt x="316585" y="102355"/>
                  <a:pt x="312737" y="101822"/>
                  <a:pt x="308867" y="100755"/>
                </a:cubicBezTo>
                <a:cubicBezTo>
                  <a:pt x="304997" y="99688"/>
                  <a:pt x="301504" y="97842"/>
                  <a:pt x="298390" y="95218"/>
                </a:cubicBezTo>
                <a:cubicBezTo>
                  <a:pt x="295278" y="92593"/>
                  <a:pt x="292765" y="89167"/>
                  <a:pt x="290852" y="84941"/>
                </a:cubicBezTo>
                <a:cubicBezTo>
                  <a:pt x="288939" y="80715"/>
                  <a:pt x="287983" y="75577"/>
                  <a:pt x="287983" y="69528"/>
                </a:cubicBezTo>
                <a:close/>
                <a:moveTo>
                  <a:pt x="366984" y="88610"/>
                </a:moveTo>
                <a:cubicBezTo>
                  <a:pt x="367430" y="89501"/>
                  <a:pt x="368119" y="90480"/>
                  <a:pt x="369053" y="91547"/>
                </a:cubicBezTo>
                <a:cubicBezTo>
                  <a:pt x="369987" y="92614"/>
                  <a:pt x="371099" y="93615"/>
                  <a:pt x="372389" y="94550"/>
                </a:cubicBezTo>
                <a:cubicBezTo>
                  <a:pt x="373680" y="95484"/>
                  <a:pt x="375148" y="96263"/>
                  <a:pt x="376793" y="96886"/>
                </a:cubicBezTo>
                <a:cubicBezTo>
                  <a:pt x="378438" y="97507"/>
                  <a:pt x="380196" y="97818"/>
                  <a:pt x="382065" y="97818"/>
                </a:cubicBezTo>
                <a:cubicBezTo>
                  <a:pt x="383755" y="97818"/>
                  <a:pt x="385379" y="97552"/>
                  <a:pt x="386936" y="97018"/>
                </a:cubicBezTo>
                <a:cubicBezTo>
                  <a:pt x="388493" y="96485"/>
                  <a:pt x="389871" y="95728"/>
                  <a:pt x="391071" y="94750"/>
                </a:cubicBezTo>
                <a:cubicBezTo>
                  <a:pt x="392273" y="93771"/>
                  <a:pt x="393229" y="92525"/>
                  <a:pt x="393941" y="91013"/>
                </a:cubicBezTo>
                <a:cubicBezTo>
                  <a:pt x="394653" y="89501"/>
                  <a:pt x="395010" y="87766"/>
                  <a:pt x="395010" y="85808"/>
                </a:cubicBezTo>
                <a:cubicBezTo>
                  <a:pt x="395010" y="83050"/>
                  <a:pt x="394231" y="80937"/>
                  <a:pt x="392674" y="79469"/>
                </a:cubicBezTo>
                <a:cubicBezTo>
                  <a:pt x="391117" y="78002"/>
                  <a:pt x="389182" y="76801"/>
                  <a:pt x="386869" y="75867"/>
                </a:cubicBezTo>
                <a:cubicBezTo>
                  <a:pt x="384555" y="74932"/>
                  <a:pt x="382020" y="74109"/>
                  <a:pt x="379261" y="73397"/>
                </a:cubicBezTo>
                <a:cubicBezTo>
                  <a:pt x="376504" y="72686"/>
                  <a:pt x="373969" y="71686"/>
                  <a:pt x="371656" y="70396"/>
                </a:cubicBezTo>
                <a:cubicBezTo>
                  <a:pt x="369342" y="69105"/>
                  <a:pt x="367407" y="67392"/>
                  <a:pt x="365850" y="65258"/>
                </a:cubicBezTo>
                <a:cubicBezTo>
                  <a:pt x="364293" y="63123"/>
                  <a:pt x="363515" y="60187"/>
                  <a:pt x="363515" y="56449"/>
                </a:cubicBezTo>
                <a:cubicBezTo>
                  <a:pt x="363515" y="53513"/>
                  <a:pt x="364004" y="50822"/>
                  <a:pt x="364983" y="48376"/>
                </a:cubicBezTo>
                <a:cubicBezTo>
                  <a:pt x="365961" y="45929"/>
                  <a:pt x="367385" y="43816"/>
                  <a:pt x="369253" y="42037"/>
                </a:cubicBezTo>
                <a:cubicBezTo>
                  <a:pt x="371121" y="40257"/>
                  <a:pt x="373434" y="38856"/>
                  <a:pt x="376192" y="37834"/>
                </a:cubicBezTo>
                <a:cubicBezTo>
                  <a:pt x="378951" y="36810"/>
                  <a:pt x="382109" y="36299"/>
                  <a:pt x="385667" y="36299"/>
                </a:cubicBezTo>
                <a:cubicBezTo>
                  <a:pt x="388959" y="36299"/>
                  <a:pt x="391739" y="36744"/>
                  <a:pt x="394008" y="37634"/>
                </a:cubicBezTo>
                <a:cubicBezTo>
                  <a:pt x="396276" y="38524"/>
                  <a:pt x="398434" y="39324"/>
                  <a:pt x="400481" y="40035"/>
                </a:cubicBezTo>
                <a:cubicBezTo>
                  <a:pt x="399768" y="41370"/>
                  <a:pt x="399100" y="43016"/>
                  <a:pt x="398477" y="44973"/>
                </a:cubicBezTo>
                <a:cubicBezTo>
                  <a:pt x="397856" y="46931"/>
                  <a:pt x="397456" y="48443"/>
                  <a:pt x="397278" y="49510"/>
                </a:cubicBezTo>
                <a:lnTo>
                  <a:pt x="395675" y="49510"/>
                </a:lnTo>
                <a:cubicBezTo>
                  <a:pt x="394964" y="47374"/>
                  <a:pt x="393585" y="45462"/>
                  <a:pt x="391538" y="43772"/>
                </a:cubicBezTo>
                <a:cubicBezTo>
                  <a:pt x="389492" y="42082"/>
                  <a:pt x="386957" y="41236"/>
                  <a:pt x="383932" y="41236"/>
                </a:cubicBezTo>
                <a:cubicBezTo>
                  <a:pt x="382598" y="41236"/>
                  <a:pt x="381263" y="41459"/>
                  <a:pt x="379929" y="41904"/>
                </a:cubicBezTo>
                <a:cubicBezTo>
                  <a:pt x="378595" y="42348"/>
                  <a:pt x="377393" y="43016"/>
                  <a:pt x="376325" y="43906"/>
                </a:cubicBezTo>
                <a:cubicBezTo>
                  <a:pt x="375258" y="44795"/>
                  <a:pt x="374369" y="45952"/>
                  <a:pt x="373657" y="47376"/>
                </a:cubicBezTo>
                <a:cubicBezTo>
                  <a:pt x="372946" y="48799"/>
                  <a:pt x="372590" y="50489"/>
                  <a:pt x="372590" y="52446"/>
                </a:cubicBezTo>
                <a:cubicBezTo>
                  <a:pt x="372590" y="55293"/>
                  <a:pt x="373368" y="57495"/>
                  <a:pt x="374924" y="59052"/>
                </a:cubicBezTo>
                <a:cubicBezTo>
                  <a:pt x="376481" y="60609"/>
                  <a:pt x="378416" y="61833"/>
                  <a:pt x="380729" y="62723"/>
                </a:cubicBezTo>
                <a:cubicBezTo>
                  <a:pt x="383042" y="63612"/>
                  <a:pt x="385578" y="64391"/>
                  <a:pt x="388335" y="65059"/>
                </a:cubicBezTo>
                <a:cubicBezTo>
                  <a:pt x="391093" y="65725"/>
                  <a:pt x="393629" y="66659"/>
                  <a:pt x="395942" y="67861"/>
                </a:cubicBezTo>
                <a:cubicBezTo>
                  <a:pt x="398255" y="69061"/>
                  <a:pt x="400191" y="70728"/>
                  <a:pt x="401748" y="72864"/>
                </a:cubicBezTo>
                <a:cubicBezTo>
                  <a:pt x="403305" y="74999"/>
                  <a:pt x="404083" y="77935"/>
                  <a:pt x="404083" y="81671"/>
                </a:cubicBezTo>
                <a:cubicBezTo>
                  <a:pt x="404083" y="84251"/>
                  <a:pt x="403527" y="86787"/>
                  <a:pt x="402415" y="89278"/>
                </a:cubicBezTo>
                <a:cubicBezTo>
                  <a:pt x="401304" y="91769"/>
                  <a:pt x="399702" y="94016"/>
                  <a:pt x="397610" y="96018"/>
                </a:cubicBezTo>
                <a:cubicBezTo>
                  <a:pt x="395519" y="98019"/>
                  <a:pt x="393006" y="99576"/>
                  <a:pt x="390070" y="100687"/>
                </a:cubicBezTo>
                <a:cubicBezTo>
                  <a:pt x="387135" y="101799"/>
                  <a:pt x="383799" y="102355"/>
                  <a:pt x="380063" y="102355"/>
                </a:cubicBezTo>
                <a:cubicBezTo>
                  <a:pt x="375970" y="102355"/>
                  <a:pt x="372545" y="101955"/>
                  <a:pt x="369786" y="101154"/>
                </a:cubicBezTo>
                <a:cubicBezTo>
                  <a:pt x="367029" y="100354"/>
                  <a:pt x="364716" y="99420"/>
                  <a:pt x="362847" y="98352"/>
                </a:cubicBezTo>
                <a:cubicBezTo>
                  <a:pt x="363382" y="97195"/>
                  <a:pt x="363938" y="95616"/>
                  <a:pt x="364516" y="93615"/>
                </a:cubicBezTo>
                <a:cubicBezTo>
                  <a:pt x="365095" y="91613"/>
                  <a:pt x="365384" y="89945"/>
                  <a:pt x="365384" y="88610"/>
                </a:cubicBezTo>
                <a:lnTo>
                  <a:pt x="366984" y="88610"/>
                </a:lnTo>
                <a:close/>
                <a:moveTo>
                  <a:pt x="444920" y="40569"/>
                </a:moveTo>
                <a:cubicBezTo>
                  <a:pt x="441628" y="40569"/>
                  <a:pt x="438847" y="41325"/>
                  <a:pt x="436577" y="42837"/>
                </a:cubicBezTo>
                <a:cubicBezTo>
                  <a:pt x="434309" y="44349"/>
                  <a:pt x="432441" y="46240"/>
                  <a:pt x="430973" y="48510"/>
                </a:cubicBezTo>
                <a:cubicBezTo>
                  <a:pt x="429506" y="50778"/>
                  <a:pt x="428394" y="53269"/>
                  <a:pt x="427638" y="55983"/>
                </a:cubicBezTo>
                <a:cubicBezTo>
                  <a:pt x="426882" y="58697"/>
                  <a:pt x="426415" y="61254"/>
                  <a:pt x="426237" y="63656"/>
                </a:cubicBezTo>
                <a:cubicBezTo>
                  <a:pt x="428994" y="63745"/>
                  <a:pt x="431863" y="63835"/>
                  <a:pt x="434842" y="63925"/>
                </a:cubicBezTo>
                <a:cubicBezTo>
                  <a:pt x="437823" y="64013"/>
                  <a:pt x="440737" y="64057"/>
                  <a:pt x="443584" y="64057"/>
                </a:cubicBezTo>
                <a:cubicBezTo>
                  <a:pt x="446520" y="64057"/>
                  <a:pt x="449501" y="64013"/>
                  <a:pt x="452525" y="63925"/>
                </a:cubicBezTo>
                <a:cubicBezTo>
                  <a:pt x="455550" y="63835"/>
                  <a:pt x="458486" y="63745"/>
                  <a:pt x="461334" y="63656"/>
                </a:cubicBezTo>
                <a:cubicBezTo>
                  <a:pt x="461334" y="61254"/>
                  <a:pt x="461134" y="58719"/>
                  <a:pt x="460733" y="56050"/>
                </a:cubicBezTo>
                <a:cubicBezTo>
                  <a:pt x="460333" y="53380"/>
                  <a:pt x="459532" y="50888"/>
                  <a:pt x="458331" y="48575"/>
                </a:cubicBezTo>
                <a:cubicBezTo>
                  <a:pt x="457129" y="46262"/>
                  <a:pt x="455461" y="44349"/>
                  <a:pt x="453326" y="42837"/>
                </a:cubicBezTo>
                <a:cubicBezTo>
                  <a:pt x="451190" y="41325"/>
                  <a:pt x="448388" y="40569"/>
                  <a:pt x="444920" y="40569"/>
                </a:cubicBezTo>
                <a:moveTo>
                  <a:pt x="414093" y="71396"/>
                </a:moveTo>
                <a:cubicBezTo>
                  <a:pt x="414093" y="60453"/>
                  <a:pt x="416694" y="51868"/>
                  <a:pt x="421898" y="45641"/>
                </a:cubicBezTo>
                <a:cubicBezTo>
                  <a:pt x="427102" y="39413"/>
                  <a:pt x="434688" y="36299"/>
                  <a:pt x="444653" y="36299"/>
                </a:cubicBezTo>
                <a:cubicBezTo>
                  <a:pt x="449368" y="36299"/>
                  <a:pt x="453438" y="37033"/>
                  <a:pt x="456863" y="38502"/>
                </a:cubicBezTo>
                <a:cubicBezTo>
                  <a:pt x="460288" y="39969"/>
                  <a:pt x="463157" y="41926"/>
                  <a:pt x="465470" y="44372"/>
                </a:cubicBezTo>
                <a:cubicBezTo>
                  <a:pt x="467783" y="46819"/>
                  <a:pt x="469496" y="49688"/>
                  <a:pt x="470607" y="52980"/>
                </a:cubicBezTo>
                <a:cubicBezTo>
                  <a:pt x="471719" y="56272"/>
                  <a:pt x="472275" y="59786"/>
                  <a:pt x="472275" y="63521"/>
                </a:cubicBezTo>
                <a:cubicBezTo>
                  <a:pt x="472275" y="64412"/>
                  <a:pt x="472253" y="65280"/>
                  <a:pt x="472208" y="66126"/>
                </a:cubicBezTo>
                <a:cubicBezTo>
                  <a:pt x="472164" y="66970"/>
                  <a:pt x="472098" y="67837"/>
                  <a:pt x="472008" y="68726"/>
                </a:cubicBezTo>
                <a:cubicBezTo>
                  <a:pt x="467204" y="68638"/>
                  <a:pt x="462445" y="68550"/>
                  <a:pt x="457730" y="68461"/>
                </a:cubicBezTo>
                <a:cubicBezTo>
                  <a:pt x="453015" y="68372"/>
                  <a:pt x="448256" y="68327"/>
                  <a:pt x="443452" y="68327"/>
                </a:cubicBezTo>
                <a:cubicBezTo>
                  <a:pt x="440515" y="68327"/>
                  <a:pt x="437601" y="68372"/>
                  <a:pt x="434710" y="68461"/>
                </a:cubicBezTo>
                <a:cubicBezTo>
                  <a:pt x="431818" y="68550"/>
                  <a:pt x="428905" y="68638"/>
                  <a:pt x="425968" y="68726"/>
                </a:cubicBezTo>
                <a:cubicBezTo>
                  <a:pt x="425880" y="69171"/>
                  <a:pt x="425836" y="69839"/>
                  <a:pt x="425836" y="70728"/>
                </a:cubicBezTo>
                <a:lnTo>
                  <a:pt x="425836" y="72463"/>
                </a:lnTo>
                <a:cubicBezTo>
                  <a:pt x="425836" y="75932"/>
                  <a:pt x="426347" y="79180"/>
                  <a:pt x="427369" y="82206"/>
                </a:cubicBezTo>
                <a:cubicBezTo>
                  <a:pt x="428393" y="85231"/>
                  <a:pt x="429883" y="87833"/>
                  <a:pt x="431841" y="90013"/>
                </a:cubicBezTo>
                <a:cubicBezTo>
                  <a:pt x="433798" y="92192"/>
                  <a:pt x="436201" y="93927"/>
                  <a:pt x="439047" y="95218"/>
                </a:cubicBezTo>
                <a:cubicBezTo>
                  <a:pt x="441894" y="96508"/>
                  <a:pt x="445186" y="97152"/>
                  <a:pt x="448923" y="97152"/>
                </a:cubicBezTo>
                <a:cubicBezTo>
                  <a:pt x="450701" y="97152"/>
                  <a:pt x="452525" y="96908"/>
                  <a:pt x="454393" y="96419"/>
                </a:cubicBezTo>
                <a:cubicBezTo>
                  <a:pt x="456262" y="95929"/>
                  <a:pt x="458086" y="95261"/>
                  <a:pt x="459864" y="94416"/>
                </a:cubicBezTo>
                <a:cubicBezTo>
                  <a:pt x="461644" y="93570"/>
                  <a:pt x="463312" y="92569"/>
                  <a:pt x="464869" y="91414"/>
                </a:cubicBezTo>
                <a:cubicBezTo>
                  <a:pt x="466426" y="90258"/>
                  <a:pt x="467783" y="89011"/>
                  <a:pt x="468940" y="87676"/>
                </a:cubicBezTo>
                <a:lnTo>
                  <a:pt x="469608" y="88077"/>
                </a:lnTo>
                <a:lnTo>
                  <a:pt x="468807" y="94615"/>
                </a:lnTo>
                <a:cubicBezTo>
                  <a:pt x="466137" y="96751"/>
                  <a:pt x="462823" y="98574"/>
                  <a:pt x="458864" y="100087"/>
                </a:cubicBezTo>
                <a:cubicBezTo>
                  <a:pt x="454906" y="101599"/>
                  <a:pt x="450791" y="102355"/>
                  <a:pt x="446520" y="102355"/>
                </a:cubicBezTo>
                <a:cubicBezTo>
                  <a:pt x="441716" y="102355"/>
                  <a:pt x="437334" y="101621"/>
                  <a:pt x="433374" y="100154"/>
                </a:cubicBezTo>
                <a:cubicBezTo>
                  <a:pt x="429416" y="98686"/>
                  <a:pt x="425991" y="96552"/>
                  <a:pt x="423099" y="93750"/>
                </a:cubicBezTo>
                <a:cubicBezTo>
                  <a:pt x="420209" y="90947"/>
                  <a:pt x="417985" y="87632"/>
                  <a:pt x="416428" y="83807"/>
                </a:cubicBezTo>
                <a:cubicBezTo>
                  <a:pt x="414871" y="79981"/>
                  <a:pt x="414093" y="75844"/>
                  <a:pt x="414093" y="71396"/>
                </a:cubicBezTo>
                <a:close/>
                <a:moveTo>
                  <a:pt x="591192" y="101156"/>
                </a:moveTo>
                <a:cubicBezTo>
                  <a:pt x="590213" y="98753"/>
                  <a:pt x="588946" y="95639"/>
                  <a:pt x="587388" y="91813"/>
                </a:cubicBezTo>
                <a:cubicBezTo>
                  <a:pt x="585831" y="87988"/>
                  <a:pt x="584163" y="83962"/>
                  <a:pt x="582383" y="79736"/>
                </a:cubicBezTo>
                <a:cubicBezTo>
                  <a:pt x="580605" y="75510"/>
                  <a:pt x="578781" y="71195"/>
                  <a:pt x="576912" y="66792"/>
                </a:cubicBezTo>
                <a:cubicBezTo>
                  <a:pt x="575044" y="62388"/>
                  <a:pt x="573287" y="58251"/>
                  <a:pt x="571642" y="54381"/>
                </a:cubicBezTo>
                <a:cubicBezTo>
                  <a:pt x="569997" y="50510"/>
                  <a:pt x="568551" y="47108"/>
                  <a:pt x="567305" y="44173"/>
                </a:cubicBezTo>
                <a:cubicBezTo>
                  <a:pt x="566060" y="41236"/>
                  <a:pt x="565126" y="39056"/>
                  <a:pt x="564503" y="37632"/>
                </a:cubicBezTo>
                <a:cubicBezTo>
                  <a:pt x="565659" y="37811"/>
                  <a:pt x="566727" y="37968"/>
                  <a:pt x="567706" y="38101"/>
                </a:cubicBezTo>
                <a:cubicBezTo>
                  <a:pt x="568685" y="38234"/>
                  <a:pt x="569663" y="38300"/>
                  <a:pt x="570640" y="38300"/>
                </a:cubicBezTo>
                <a:cubicBezTo>
                  <a:pt x="571619" y="38300"/>
                  <a:pt x="572598" y="38234"/>
                  <a:pt x="573576" y="38101"/>
                </a:cubicBezTo>
                <a:cubicBezTo>
                  <a:pt x="574555" y="37968"/>
                  <a:pt x="575623" y="37811"/>
                  <a:pt x="576780" y="37632"/>
                </a:cubicBezTo>
                <a:cubicBezTo>
                  <a:pt x="579538" y="46174"/>
                  <a:pt x="582607" y="54626"/>
                  <a:pt x="585988" y="62990"/>
                </a:cubicBezTo>
                <a:cubicBezTo>
                  <a:pt x="589368" y="71352"/>
                  <a:pt x="592926" y="79981"/>
                  <a:pt x="596664" y="88877"/>
                </a:cubicBezTo>
                <a:cubicBezTo>
                  <a:pt x="600400" y="81048"/>
                  <a:pt x="603980" y="72686"/>
                  <a:pt x="607405" y="63790"/>
                </a:cubicBezTo>
                <a:cubicBezTo>
                  <a:pt x="610831" y="54893"/>
                  <a:pt x="613879" y="46174"/>
                  <a:pt x="616548" y="37632"/>
                </a:cubicBezTo>
                <a:cubicBezTo>
                  <a:pt x="618328" y="38078"/>
                  <a:pt x="619796" y="38300"/>
                  <a:pt x="620952" y="38300"/>
                </a:cubicBezTo>
                <a:cubicBezTo>
                  <a:pt x="622108" y="38300"/>
                  <a:pt x="623575" y="38078"/>
                  <a:pt x="625355" y="37632"/>
                </a:cubicBezTo>
                <a:cubicBezTo>
                  <a:pt x="624732" y="38878"/>
                  <a:pt x="623730" y="40992"/>
                  <a:pt x="622351" y="43973"/>
                </a:cubicBezTo>
                <a:cubicBezTo>
                  <a:pt x="620973" y="46953"/>
                  <a:pt x="619328" y="50512"/>
                  <a:pt x="617415" y="54649"/>
                </a:cubicBezTo>
                <a:cubicBezTo>
                  <a:pt x="615503" y="58786"/>
                  <a:pt x="613411" y="63367"/>
                  <a:pt x="611142" y="68394"/>
                </a:cubicBezTo>
                <a:cubicBezTo>
                  <a:pt x="608873" y="73420"/>
                  <a:pt x="606560" y="78580"/>
                  <a:pt x="604202" y="83874"/>
                </a:cubicBezTo>
                <a:cubicBezTo>
                  <a:pt x="601845" y="89167"/>
                  <a:pt x="599510" y="94416"/>
                  <a:pt x="597197" y="99620"/>
                </a:cubicBezTo>
                <a:cubicBezTo>
                  <a:pt x="594884" y="104825"/>
                  <a:pt x="592749" y="109762"/>
                  <a:pt x="590791" y="114432"/>
                </a:cubicBezTo>
                <a:cubicBezTo>
                  <a:pt x="588835" y="119103"/>
                  <a:pt x="587122" y="123329"/>
                  <a:pt x="585654" y="127110"/>
                </a:cubicBezTo>
                <a:cubicBezTo>
                  <a:pt x="584186" y="130892"/>
                  <a:pt x="583097" y="133895"/>
                  <a:pt x="582385" y="136119"/>
                </a:cubicBezTo>
                <a:cubicBezTo>
                  <a:pt x="580606" y="135673"/>
                  <a:pt x="579093" y="135451"/>
                  <a:pt x="577847" y="135451"/>
                </a:cubicBezTo>
                <a:cubicBezTo>
                  <a:pt x="576602" y="135451"/>
                  <a:pt x="575089" y="135673"/>
                  <a:pt x="573310" y="136119"/>
                </a:cubicBezTo>
                <a:cubicBezTo>
                  <a:pt x="580339" y="124464"/>
                  <a:pt x="586300" y="112810"/>
                  <a:pt x="591192" y="101156"/>
                </a:cubicBezTo>
                <a:close/>
                <a:moveTo>
                  <a:pt x="642304" y="69528"/>
                </a:moveTo>
                <a:cubicBezTo>
                  <a:pt x="642304" y="73264"/>
                  <a:pt x="642637" y="76867"/>
                  <a:pt x="643304" y="80337"/>
                </a:cubicBezTo>
                <a:cubicBezTo>
                  <a:pt x="643972" y="83807"/>
                  <a:pt x="645106" y="86898"/>
                  <a:pt x="646707" y="89612"/>
                </a:cubicBezTo>
                <a:cubicBezTo>
                  <a:pt x="648308" y="92326"/>
                  <a:pt x="650444" y="94484"/>
                  <a:pt x="653113" y="96085"/>
                </a:cubicBezTo>
                <a:cubicBezTo>
                  <a:pt x="655781" y="97686"/>
                  <a:pt x="659073" y="98486"/>
                  <a:pt x="662989" y="98486"/>
                </a:cubicBezTo>
                <a:cubicBezTo>
                  <a:pt x="666904" y="98486"/>
                  <a:pt x="670196" y="97686"/>
                  <a:pt x="672864" y="96085"/>
                </a:cubicBezTo>
                <a:cubicBezTo>
                  <a:pt x="675533" y="94484"/>
                  <a:pt x="677668" y="92326"/>
                  <a:pt x="679268" y="89612"/>
                </a:cubicBezTo>
                <a:cubicBezTo>
                  <a:pt x="680870" y="86898"/>
                  <a:pt x="682005" y="83807"/>
                  <a:pt x="682671" y="80337"/>
                </a:cubicBezTo>
                <a:cubicBezTo>
                  <a:pt x="683339" y="76867"/>
                  <a:pt x="683673" y="73264"/>
                  <a:pt x="683673" y="69528"/>
                </a:cubicBezTo>
                <a:cubicBezTo>
                  <a:pt x="683673" y="65791"/>
                  <a:pt x="683339" y="62188"/>
                  <a:pt x="682671" y="58718"/>
                </a:cubicBezTo>
                <a:cubicBezTo>
                  <a:pt x="682005" y="55248"/>
                  <a:pt x="680870" y="52157"/>
                  <a:pt x="679268" y="49445"/>
                </a:cubicBezTo>
                <a:cubicBezTo>
                  <a:pt x="677668" y="46731"/>
                  <a:pt x="675533" y="44573"/>
                  <a:pt x="672864" y="42971"/>
                </a:cubicBezTo>
                <a:cubicBezTo>
                  <a:pt x="670196" y="41370"/>
                  <a:pt x="666904" y="40569"/>
                  <a:pt x="662989" y="40569"/>
                </a:cubicBezTo>
                <a:cubicBezTo>
                  <a:pt x="659073" y="40569"/>
                  <a:pt x="655781" y="41370"/>
                  <a:pt x="653113" y="42971"/>
                </a:cubicBezTo>
                <a:cubicBezTo>
                  <a:pt x="650444" y="44573"/>
                  <a:pt x="648308" y="46731"/>
                  <a:pt x="646707" y="49445"/>
                </a:cubicBezTo>
                <a:cubicBezTo>
                  <a:pt x="645106" y="52157"/>
                  <a:pt x="643972" y="55248"/>
                  <a:pt x="643304" y="58718"/>
                </a:cubicBezTo>
                <a:cubicBezTo>
                  <a:pt x="642637" y="62188"/>
                  <a:pt x="642304" y="65791"/>
                  <a:pt x="642304" y="69528"/>
                </a:cubicBezTo>
                <a:moveTo>
                  <a:pt x="630561" y="69528"/>
                </a:moveTo>
                <a:cubicBezTo>
                  <a:pt x="630561" y="63478"/>
                  <a:pt x="631517" y="58340"/>
                  <a:pt x="633430" y="54114"/>
                </a:cubicBezTo>
                <a:cubicBezTo>
                  <a:pt x="635343" y="49888"/>
                  <a:pt x="637856" y="46463"/>
                  <a:pt x="640968" y="43839"/>
                </a:cubicBezTo>
                <a:cubicBezTo>
                  <a:pt x="644082" y="41215"/>
                  <a:pt x="647575" y="39302"/>
                  <a:pt x="651445" y="38101"/>
                </a:cubicBezTo>
                <a:cubicBezTo>
                  <a:pt x="655315" y="36899"/>
                  <a:pt x="659163" y="36299"/>
                  <a:pt x="662989" y="36299"/>
                </a:cubicBezTo>
                <a:cubicBezTo>
                  <a:pt x="666904" y="36299"/>
                  <a:pt x="670774" y="36899"/>
                  <a:pt x="674599" y="38101"/>
                </a:cubicBezTo>
                <a:cubicBezTo>
                  <a:pt x="678425" y="39302"/>
                  <a:pt x="681894" y="41215"/>
                  <a:pt x="685007" y="43839"/>
                </a:cubicBezTo>
                <a:cubicBezTo>
                  <a:pt x="688121" y="46463"/>
                  <a:pt x="690634" y="49888"/>
                  <a:pt x="692547" y="54114"/>
                </a:cubicBezTo>
                <a:cubicBezTo>
                  <a:pt x="694460" y="58340"/>
                  <a:pt x="695416" y="63478"/>
                  <a:pt x="695416" y="69528"/>
                </a:cubicBezTo>
                <a:cubicBezTo>
                  <a:pt x="695416" y="75577"/>
                  <a:pt x="694460" y="80715"/>
                  <a:pt x="692547" y="84941"/>
                </a:cubicBezTo>
                <a:cubicBezTo>
                  <a:pt x="690634" y="89167"/>
                  <a:pt x="688121" y="92593"/>
                  <a:pt x="685007" y="95218"/>
                </a:cubicBezTo>
                <a:cubicBezTo>
                  <a:pt x="681894" y="97842"/>
                  <a:pt x="678425" y="99688"/>
                  <a:pt x="674599" y="100755"/>
                </a:cubicBezTo>
                <a:cubicBezTo>
                  <a:pt x="670774" y="101822"/>
                  <a:pt x="666904" y="102355"/>
                  <a:pt x="662989" y="102355"/>
                </a:cubicBezTo>
                <a:cubicBezTo>
                  <a:pt x="659163" y="102355"/>
                  <a:pt x="655315" y="101822"/>
                  <a:pt x="651445" y="100755"/>
                </a:cubicBezTo>
                <a:cubicBezTo>
                  <a:pt x="647575" y="99688"/>
                  <a:pt x="644082" y="97842"/>
                  <a:pt x="640968" y="95218"/>
                </a:cubicBezTo>
                <a:cubicBezTo>
                  <a:pt x="637856" y="92593"/>
                  <a:pt x="635343" y="89167"/>
                  <a:pt x="633430" y="84941"/>
                </a:cubicBezTo>
                <a:cubicBezTo>
                  <a:pt x="631517" y="80715"/>
                  <a:pt x="630561" y="75577"/>
                  <a:pt x="630561" y="69528"/>
                </a:cubicBezTo>
                <a:close/>
                <a:moveTo>
                  <a:pt x="710229" y="80870"/>
                </a:moveTo>
                <a:cubicBezTo>
                  <a:pt x="710229" y="76156"/>
                  <a:pt x="710296" y="72131"/>
                  <a:pt x="710429" y="68795"/>
                </a:cubicBezTo>
                <a:cubicBezTo>
                  <a:pt x="710562" y="65459"/>
                  <a:pt x="710628" y="62144"/>
                  <a:pt x="710628" y="58852"/>
                </a:cubicBezTo>
                <a:cubicBezTo>
                  <a:pt x="710628" y="55738"/>
                  <a:pt x="710606" y="52357"/>
                  <a:pt x="710561" y="48710"/>
                </a:cubicBezTo>
                <a:cubicBezTo>
                  <a:pt x="710518" y="45062"/>
                  <a:pt x="710451" y="41370"/>
                  <a:pt x="710362" y="37632"/>
                </a:cubicBezTo>
                <a:cubicBezTo>
                  <a:pt x="712587" y="38078"/>
                  <a:pt x="714455" y="38300"/>
                  <a:pt x="715968" y="38300"/>
                </a:cubicBezTo>
                <a:cubicBezTo>
                  <a:pt x="717390" y="38300"/>
                  <a:pt x="719214" y="38078"/>
                  <a:pt x="721439" y="37632"/>
                </a:cubicBezTo>
                <a:cubicBezTo>
                  <a:pt x="720994" y="42971"/>
                  <a:pt x="720660" y="48822"/>
                  <a:pt x="720437" y="55183"/>
                </a:cubicBezTo>
                <a:cubicBezTo>
                  <a:pt x="720215" y="61543"/>
                  <a:pt x="720103" y="68059"/>
                  <a:pt x="720103" y="74731"/>
                </a:cubicBezTo>
                <a:cubicBezTo>
                  <a:pt x="720103" y="79357"/>
                  <a:pt x="720504" y="82894"/>
                  <a:pt x="721305" y="85342"/>
                </a:cubicBezTo>
                <a:cubicBezTo>
                  <a:pt x="722106" y="87788"/>
                  <a:pt x="723084" y="89634"/>
                  <a:pt x="724241" y="90879"/>
                </a:cubicBezTo>
                <a:cubicBezTo>
                  <a:pt x="725487" y="92303"/>
                  <a:pt x="727067" y="93482"/>
                  <a:pt x="728979" y="94416"/>
                </a:cubicBezTo>
                <a:cubicBezTo>
                  <a:pt x="730892" y="95350"/>
                  <a:pt x="733138" y="95817"/>
                  <a:pt x="735717" y="95817"/>
                </a:cubicBezTo>
                <a:cubicBezTo>
                  <a:pt x="739455" y="95817"/>
                  <a:pt x="742569" y="94994"/>
                  <a:pt x="745060" y="93349"/>
                </a:cubicBezTo>
                <a:cubicBezTo>
                  <a:pt x="747551" y="91702"/>
                  <a:pt x="749375" y="89678"/>
                  <a:pt x="750531" y="87277"/>
                </a:cubicBezTo>
                <a:cubicBezTo>
                  <a:pt x="751153" y="85764"/>
                  <a:pt x="751642" y="84475"/>
                  <a:pt x="751997" y="83408"/>
                </a:cubicBezTo>
                <a:cubicBezTo>
                  <a:pt x="752354" y="82339"/>
                  <a:pt x="752644" y="80915"/>
                  <a:pt x="752865" y="79136"/>
                </a:cubicBezTo>
                <a:cubicBezTo>
                  <a:pt x="753087" y="77356"/>
                  <a:pt x="753221" y="74954"/>
                  <a:pt x="753266" y="71929"/>
                </a:cubicBezTo>
                <a:cubicBezTo>
                  <a:pt x="753311" y="68905"/>
                  <a:pt x="753333" y="64768"/>
                  <a:pt x="753333" y="59518"/>
                </a:cubicBezTo>
                <a:lnTo>
                  <a:pt x="753333" y="48308"/>
                </a:lnTo>
                <a:cubicBezTo>
                  <a:pt x="753333" y="46352"/>
                  <a:pt x="753311" y="44484"/>
                  <a:pt x="753266" y="42705"/>
                </a:cubicBezTo>
                <a:cubicBezTo>
                  <a:pt x="753221" y="40925"/>
                  <a:pt x="753155" y="39234"/>
                  <a:pt x="753066" y="37632"/>
                </a:cubicBezTo>
                <a:cubicBezTo>
                  <a:pt x="754045" y="37811"/>
                  <a:pt x="754979" y="37968"/>
                  <a:pt x="755868" y="38101"/>
                </a:cubicBezTo>
                <a:cubicBezTo>
                  <a:pt x="756757" y="38234"/>
                  <a:pt x="757691" y="38300"/>
                  <a:pt x="758670" y="38300"/>
                </a:cubicBezTo>
                <a:cubicBezTo>
                  <a:pt x="759649" y="38300"/>
                  <a:pt x="760583" y="38234"/>
                  <a:pt x="761472" y="38101"/>
                </a:cubicBezTo>
                <a:cubicBezTo>
                  <a:pt x="762363" y="37968"/>
                  <a:pt x="763252" y="37811"/>
                  <a:pt x="764142" y="37632"/>
                </a:cubicBezTo>
                <a:cubicBezTo>
                  <a:pt x="763698" y="44572"/>
                  <a:pt x="763431" y="51267"/>
                  <a:pt x="763341" y="57718"/>
                </a:cubicBezTo>
                <a:cubicBezTo>
                  <a:pt x="763253" y="64168"/>
                  <a:pt x="763209" y="70995"/>
                  <a:pt x="763209" y="78201"/>
                </a:cubicBezTo>
                <a:cubicBezTo>
                  <a:pt x="763209" y="82206"/>
                  <a:pt x="763253" y="86121"/>
                  <a:pt x="763341" y="89946"/>
                </a:cubicBezTo>
                <a:cubicBezTo>
                  <a:pt x="763431" y="93772"/>
                  <a:pt x="763565" y="97463"/>
                  <a:pt x="763743" y="101021"/>
                </a:cubicBezTo>
                <a:cubicBezTo>
                  <a:pt x="761963" y="100844"/>
                  <a:pt x="760228" y="100755"/>
                  <a:pt x="758538" y="100755"/>
                </a:cubicBezTo>
                <a:cubicBezTo>
                  <a:pt x="756848" y="100755"/>
                  <a:pt x="755113" y="100844"/>
                  <a:pt x="753333" y="101021"/>
                </a:cubicBezTo>
                <a:cubicBezTo>
                  <a:pt x="753421" y="100220"/>
                  <a:pt x="753488" y="99375"/>
                  <a:pt x="753533" y="98486"/>
                </a:cubicBezTo>
                <a:cubicBezTo>
                  <a:pt x="753577" y="97597"/>
                  <a:pt x="753600" y="96663"/>
                  <a:pt x="753600" y="95684"/>
                </a:cubicBezTo>
                <a:lnTo>
                  <a:pt x="753600" y="89946"/>
                </a:lnTo>
                <a:lnTo>
                  <a:pt x="753333" y="89946"/>
                </a:lnTo>
                <a:cubicBezTo>
                  <a:pt x="751020" y="94215"/>
                  <a:pt x="748040" y="97351"/>
                  <a:pt x="744392" y="99354"/>
                </a:cubicBezTo>
                <a:cubicBezTo>
                  <a:pt x="740744" y="101355"/>
                  <a:pt x="736785" y="102355"/>
                  <a:pt x="732514" y="102355"/>
                </a:cubicBezTo>
                <a:cubicBezTo>
                  <a:pt x="725575" y="102355"/>
                  <a:pt x="720126" y="100510"/>
                  <a:pt x="716167" y="96819"/>
                </a:cubicBezTo>
                <a:cubicBezTo>
                  <a:pt x="712209" y="93126"/>
                  <a:pt x="710229" y="87810"/>
                  <a:pt x="710229" y="80870"/>
                </a:cubicBezTo>
                <a:close/>
                <a:moveTo>
                  <a:pt x="904144" y="67794"/>
                </a:moveTo>
                <a:cubicBezTo>
                  <a:pt x="902632" y="68327"/>
                  <a:pt x="900874" y="68772"/>
                  <a:pt x="898872" y="69127"/>
                </a:cubicBezTo>
                <a:cubicBezTo>
                  <a:pt x="896871" y="69483"/>
                  <a:pt x="894848" y="69861"/>
                  <a:pt x="892802" y="70261"/>
                </a:cubicBezTo>
                <a:cubicBezTo>
                  <a:pt x="890756" y="70662"/>
                  <a:pt x="888732" y="71174"/>
                  <a:pt x="886730" y="71797"/>
                </a:cubicBezTo>
                <a:cubicBezTo>
                  <a:pt x="884727" y="72419"/>
                  <a:pt x="882948" y="73264"/>
                  <a:pt x="881391" y="74332"/>
                </a:cubicBezTo>
                <a:cubicBezTo>
                  <a:pt x="879835" y="75399"/>
                  <a:pt x="878589" y="76733"/>
                  <a:pt x="877654" y="78335"/>
                </a:cubicBezTo>
                <a:cubicBezTo>
                  <a:pt x="876720" y="79937"/>
                  <a:pt x="876253" y="81984"/>
                  <a:pt x="876253" y="84475"/>
                </a:cubicBezTo>
                <a:cubicBezTo>
                  <a:pt x="876253" y="88656"/>
                  <a:pt x="877454" y="91814"/>
                  <a:pt x="879855" y="93949"/>
                </a:cubicBezTo>
                <a:cubicBezTo>
                  <a:pt x="882258" y="96085"/>
                  <a:pt x="884928" y="97152"/>
                  <a:pt x="887864" y="97152"/>
                </a:cubicBezTo>
                <a:cubicBezTo>
                  <a:pt x="891244" y="97152"/>
                  <a:pt x="894335" y="96218"/>
                  <a:pt x="897137" y="94351"/>
                </a:cubicBezTo>
                <a:cubicBezTo>
                  <a:pt x="899940" y="92481"/>
                  <a:pt x="902098" y="90301"/>
                  <a:pt x="903610" y="87810"/>
                </a:cubicBezTo>
                <a:lnTo>
                  <a:pt x="904144" y="67794"/>
                </a:lnTo>
                <a:moveTo>
                  <a:pt x="871183" y="44038"/>
                </a:moveTo>
                <a:cubicBezTo>
                  <a:pt x="875186" y="41014"/>
                  <a:pt x="878878" y="38968"/>
                  <a:pt x="882258" y="37901"/>
                </a:cubicBezTo>
                <a:cubicBezTo>
                  <a:pt x="885640" y="36833"/>
                  <a:pt x="889109" y="36299"/>
                  <a:pt x="892667" y="36299"/>
                </a:cubicBezTo>
                <a:cubicBezTo>
                  <a:pt x="895871" y="36299"/>
                  <a:pt x="898808" y="36766"/>
                  <a:pt x="901476" y="37699"/>
                </a:cubicBezTo>
                <a:cubicBezTo>
                  <a:pt x="904145" y="38633"/>
                  <a:pt x="906414" y="39968"/>
                  <a:pt x="908282" y="41703"/>
                </a:cubicBezTo>
                <a:cubicBezTo>
                  <a:pt x="910150" y="43438"/>
                  <a:pt x="911617" y="45529"/>
                  <a:pt x="912684" y="47977"/>
                </a:cubicBezTo>
                <a:cubicBezTo>
                  <a:pt x="913752" y="50423"/>
                  <a:pt x="914287" y="53113"/>
                  <a:pt x="914287" y="56048"/>
                </a:cubicBezTo>
                <a:cubicBezTo>
                  <a:pt x="914287" y="61120"/>
                  <a:pt x="914198" y="66169"/>
                  <a:pt x="914020" y="71196"/>
                </a:cubicBezTo>
                <a:cubicBezTo>
                  <a:pt x="913842" y="76223"/>
                  <a:pt x="913753" y="81538"/>
                  <a:pt x="913753" y="87142"/>
                </a:cubicBezTo>
                <a:cubicBezTo>
                  <a:pt x="913753" y="88211"/>
                  <a:pt x="913775" y="89345"/>
                  <a:pt x="913820" y="90547"/>
                </a:cubicBezTo>
                <a:cubicBezTo>
                  <a:pt x="913865" y="91747"/>
                  <a:pt x="914065" y="92814"/>
                  <a:pt x="914421" y="93748"/>
                </a:cubicBezTo>
                <a:cubicBezTo>
                  <a:pt x="914777" y="94682"/>
                  <a:pt x="915288" y="95460"/>
                  <a:pt x="915954" y="96083"/>
                </a:cubicBezTo>
                <a:cubicBezTo>
                  <a:pt x="916622" y="96707"/>
                  <a:pt x="917623" y="97018"/>
                  <a:pt x="918958" y="97018"/>
                </a:cubicBezTo>
                <a:cubicBezTo>
                  <a:pt x="919403" y="97018"/>
                  <a:pt x="919870" y="96996"/>
                  <a:pt x="920359" y="96951"/>
                </a:cubicBezTo>
                <a:cubicBezTo>
                  <a:pt x="920849" y="96906"/>
                  <a:pt x="921316" y="96751"/>
                  <a:pt x="921760" y="96485"/>
                </a:cubicBezTo>
                <a:lnTo>
                  <a:pt x="921760" y="99421"/>
                </a:lnTo>
                <a:cubicBezTo>
                  <a:pt x="920781" y="99865"/>
                  <a:pt x="919558" y="100220"/>
                  <a:pt x="918090" y="100488"/>
                </a:cubicBezTo>
                <a:cubicBezTo>
                  <a:pt x="916623" y="100755"/>
                  <a:pt x="914999" y="100889"/>
                  <a:pt x="913220" y="100889"/>
                </a:cubicBezTo>
                <a:cubicBezTo>
                  <a:pt x="910373" y="100889"/>
                  <a:pt x="908193" y="100155"/>
                  <a:pt x="906681" y="98688"/>
                </a:cubicBezTo>
                <a:cubicBezTo>
                  <a:pt x="905169" y="97219"/>
                  <a:pt x="904279" y="95328"/>
                  <a:pt x="904012" y="93015"/>
                </a:cubicBezTo>
                <a:cubicBezTo>
                  <a:pt x="900809" y="96217"/>
                  <a:pt x="897651" y="98574"/>
                  <a:pt x="894537" y="100087"/>
                </a:cubicBezTo>
                <a:cubicBezTo>
                  <a:pt x="891423" y="101599"/>
                  <a:pt x="887597" y="102355"/>
                  <a:pt x="883060" y="102355"/>
                </a:cubicBezTo>
                <a:cubicBezTo>
                  <a:pt x="880835" y="102355"/>
                  <a:pt x="878655" y="102044"/>
                  <a:pt x="876520" y="101420"/>
                </a:cubicBezTo>
                <a:cubicBezTo>
                  <a:pt x="874386" y="100799"/>
                  <a:pt x="872496" y="99777"/>
                  <a:pt x="870849" y="98354"/>
                </a:cubicBezTo>
                <a:cubicBezTo>
                  <a:pt x="869204" y="96930"/>
                  <a:pt x="867869" y="95217"/>
                  <a:pt x="866846" y="93216"/>
                </a:cubicBezTo>
                <a:cubicBezTo>
                  <a:pt x="865823" y="91214"/>
                  <a:pt x="865312" y="88923"/>
                  <a:pt x="865312" y="86342"/>
                </a:cubicBezTo>
                <a:cubicBezTo>
                  <a:pt x="865312" y="81004"/>
                  <a:pt x="866980" y="76868"/>
                  <a:pt x="870315" y="73933"/>
                </a:cubicBezTo>
                <a:cubicBezTo>
                  <a:pt x="873652" y="70997"/>
                  <a:pt x="878256" y="69039"/>
                  <a:pt x="884127" y="68060"/>
                </a:cubicBezTo>
                <a:cubicBezTo>
                  <a:pt x="888932" y="67259"/>
                  <a:pt x="892691" y="66570"/>
                  <a:pt x="895404" y="65991"/>
                </a:cubicBezTo>
                <a:cubicBezTo>
                  <a:pt x="898118" y="65413"/>
                  <a:pt x="900120" y="64812"/>
                  <a:pt x="901409" y="64189"/>
                </a:cubicBezTo>
                <a:cubicBezTo>
                  <a:pt x="902699" y="63566"/>
                  <a:pt x="903477" y="62832"/>
                  <a:pt x="903743" y="61988"/>
                </a:cubicBezTo>
                <a:cubicBezTo>
                  <a:pt x="904010" y="61142"/>
                  <a:pt x="904144" y="60052"/>
                  <a:pt x="904144" y="58718"/>
                </a:cubicBezTo>
                <a:cubicBezTo>
                  <a:pt x="904144" y="56494"/>
                  <a:pt x="903877" y="54360"/>
                  <a:pt x="903344" y="52314"/>
                </a:cubicBezTo>
                <a:cubicBezTo>
                  <a:pt x="902810" y="50267"/>
                  <a:pt x="901965" y="48487"/>
                  <a:pt x="900808" y="46975"/>
                </a:cubicBezTo>
                <a:cubicBezTo>
                  <a:pt x="899652" y="45462"/>
                  <a:pt x="898140" y="44239"/>
                  <a:pt x="896272" y="43305"/>
                </a:cubicBezTo>
                <a:cubicBezTo>
                  <a:pt x="894404" y="42371"/>
                  <a:pt x="892135" y="41904"/>
                  <a:pt x="889466" y="41904"/>
                </a:cubicBezTo>
                <a:cubicBezTo>
                  <a:pt x="885907" y="41904"/>
                  <a:pt x="882593" y="42705"/>
                  <a:pt x="879523" y="44307"/>
                </a:cubicBezTo>
                <a:cubicBezTo>
                  <a:pt x="876454" y="45908"/>
                  <a:pt x="874163" y="48131"/>
                  <a:pt x="872651" y="50978"/>
                </a:cubicBezTo>
                <a:lnTo>
                  <a:pt x="871183" y="50978"/>
                </a:lnTo>
                <a:lnTo>
                  <a:pt x="871183" y="44038"/>
                </a:lnTo>
                <a:close/>
                <a:moveTo>
                  <a:pt x="967131" y="48575"/>
                </a:moveTo>
                <a:cubicBezTo>
                  <a:pt x="966687" y="48042"/>
                  <a:pt x="965820" y="47553"/>
                  <a:pt x="964529" y="47109"/>
                </a:cubicBezTo>
                <a:cubicBezTo>
                  <a:pt x="963239" y="46664"/>
                  <a:pt x="961927" y="46441"/>
                  <a:pt x="960593" y="46441"/>
                </a:cubicBezTo>
                <a:cubicBezTo>
                  <a:pt x="958458" y="46441"/>
                  <a:pt x="956545" y="46931"/>
                  <a:pt x="954855" y="47909"/>
                </a:cubicBezTo>
                <a:cubicBezTo>
                  <a:pt x="953165" y="48888"/>
                  <a:pt x="951741" y="50200"/>
                  <a:pt x="950585" y="51845"/>
                </a:cubicBezTo>
                <a:cubicBezTo>
                  <a:pt x="949428" y="53491"/>
                  <a:pt x="948538" y="55448"/>
                  <a:pt x="947915" y="57718"/>
                </a:cubicBezTo>
                <a:cubicBezTo>
                  <a:pt x="947293" y="59986"/>
                  <a:pt x="946983" y="62410"/>
                  <a:pt x="946983" y="64990"/>
                </a:cubicBezTo>
                <a:lnTo>
                  <a:pt x="946983" y="79669"/>
                </a:lnTo>
                <a:cubicBezTo>
                  <a:pt x="946983" y="85630"/>
                  <a:pt x="947004" y="90190"/>
                  <a:pt x="947048" y="93349"/>
                </a:cubicBezTo>
                <a:cubicBezTo>
                  <a:pt x="947092" y="96506"/>
                  <a:pt x="947249" y="99064"/>
                  <a:pt x="947516" y="101021"/>
                </a:cubicBezTo>
                <a:cubicBezTo>
                  <a:pt x="945736" y="100844"/>
                  <a:pt x="943957" y="100755"/>
                  <a:pt x="942177" y="100755"/>
                </a:cubicBezTo>
                <a:cubicBezTo>
                  <a:pt x="940219" y="100755"/>
                  <a:pt x="938351" y="100844"/>
                  <a:pt x="936573" y="101021"/>
                </a:cubicBezTo>
                <a:cubicBezTo>
                  <a:pt x="936839" y="97997"/>
                  <a:pt x="936995" y="93882"/>
                  <a:pt x="937039" y="88677"/>
                </a:cubicBezTo>
                <a:cubicBezTo>
                  <a:pt x="937084" y="83473"/>
                  <a:pt x="937107" y="77090"/>
                  <a:pt x="937107" y="69528"/>
                </a:cubicBezTo>
                <a:lnTo>
                  <a:pt x="937107" y="65256"/>
                </a:lnTo>
                <a:cubicBezTo>
                  <a:pt x="937107" y="61788"/>
                  <a:pt x="937084" y="57785"/>
                  <a:pt x="937039" y="53248"/>
                </a:cubicBezTo>
                <a:cubicBezTo>
                  <a:pt x="936995" y="48710"/>
                  <a:pt x="936839" y="43505"/>
                  <a:pt x="936573" y="37632"/>
                </a:cubicBezTo>
                <a:cubicBezTo>
                  <a:pt x="937552" y="37811"/>
                  <a:pt x="938486" y="37968"/>
                  <a:pt x="939375" y="38101"/>
                </a:cubicBezTo>
                <a:cubicBezTo>
                  <a:pt x="940264" y="38234"/>
                  <a:pt x="941198" y="38300"/>
                  <a:pt x="942177" y="38300"/>
                </a:cubicBezTo>
                <a:cubicBezTo>
                  <a:pt x="942978" y="38300"/>
                  <a:pt x="943823" y="38234"/>
                  <a:pt x="944712" y="38101"/>
                </a:cubicBezTo>
                <a:cubicBezTo>
                  <a:pt x="945603" y="37968"/>
                  <a:pt x="946537" y="37811"/>
                  <a:pt x="947516" y="37632"/>
                </a:cubicBezTo>
                <a:cubicBezTo>
                  <a:pt x="947160" y="40836"/>
                  <a:pt x="946960" y="43372"/>
                  <a:pt x="946915" y="45240"/>
                </a:cubicBezTo>
                <a:cubicBezTo>
                  <a:pt x="946871" y="47108"/>
                  <a:pt x="946848" y="48887"/>
                  <a:pt x="946848" y="50577"/>
                </a:cubicBezTo>
                <a:lnTo>
                  <a:pt x="947115" y="50711"/>
                </a:lnTo>
                <a:cubicBezTo>
                  <a:pt x="952364" y="41103"/>
                  <a:pt x="958236" y="36299"/>
                  <a:pt x="964731" y="36299"/>
                </a:cubicBezTo>
                <a:cubicBezTo>
                  <a:pt x="965532" y="36299"/>
                  <a:pt x="966221" y="36343"/>
                  <a:pt x="966799" y="36433"/>
                </a:cubicBezTo>
                <a:cubicBezTo>
                  <a:pt x="967378" y="36521"/>
                  <a:pt x="968112" y="36743"/>
                  <a:pt x="969001" y="37099"/>
                </a:cubicBezTo>
                <a:cubicBezTo>
                  <a:pt x="968555" y="38167"/>
                  <a:pt x="968288" y="39791"/>
                  <a:pt x="968198" y="41972"/>
                </a:cubicBezTo>
                <a:cubicBezTo>
                  <a:pt x="968110" y="44150"/>
                  <a:pt x="968066" y="46130"/>
                  <a:pt x="968066" y="47909"/>
                </a:cubicBezTo>
                <a:lnTo>
                  <a:pt x="967131" y="48575"/>
                </a:lnTo>
                <a:close/>
                <a:moveTo>
                  <a:pt x="1006367" y="40569"/>
                </a:moveTo>
                <a:cubicBezTo>
                  <a:pt x="1003075" y="40569"/>
                  <a:pt x="1000295" y="41325"/>
                  <a:pt x="998025" y="42837"/>
                </a:cubicBezTo>
                <a:cubicBezTo>
                  <a:pt x="995756" y="44349"/>
                  <a:pt x="993888" y="46240"/>
                  <a:pt x="992421" y="48510"/>
                </a:cubicBezTo>
                <a:cubicBezTo>
                  <a:pt x="990954" y="50778"/>
                  <a:pt x="989842" y="53269"/>
                  <a:pt x="989086" y="55983"/>
                </a:cubicBezTo>
                <a:cubicBezTo>
                  <a:pt x="988329" y="58697"/>
                  <a:pt x="987862" y="61254"/>
                  <a:pt x="987685" y="63656"/>
                </a:cubicBezTo>
                <a:cubicBezTo>
                  <a:pt x="990442" y="63745"/>
                  <a:pt x="993310" y="63835"/>
                  <a:pt x="996290" y="63925"/>
                </a:cubicBezTo>
                <a:cubicBezTo>
                  <a:pt x="999271" y="64013"/>
                  <a:pt x="1002185" y="64057"/>
                  <a:pt x="1005032" y="64057"/>
                </a:cubicBezTo>
                <a:cubicBezTo>
                  <a:pt x="1007968" y="64057"/>
                  <a:pt x="1010948" y="64013"/>
                  <a:pt x="1013973" y="63925"/>
                </a:cubicBezTo>
                <a:cubicBezTo>
                  <a:pt x="1016997" y="63835"/>
                  <a:pt x="1019934" y="63745"/>
                  <a:pt x="1022782" y="63656"/>
                </a:cubicBezTo>
                <a:cubicBezTo>
                  <a:pt x="1022782" y="61254"/>
                  <a:pt x="1022582" y="58719"/>
                  <a:pt x="1022181" y="56050"/>
                </a:cubicBezTo>
                <a:cubicBezTo>
                  <a:pt x="1021781" y="53380"/>
                  <a:pt x="1020980" y="50888"/>
                  <a:pt x="1019778" y="48575"/>
                </a:cubicBezTo>
                <a:cubicBezTo>
                  <a:pt x="1018577" y="46262"/>
                  <a:pt x="1016909" y="44349"/>
                  <a:pt x="1014773" y="42837"/>
                </a:cubicBezTo>
                <a:cubicBezTo>
                  <a:pt x="1012638" y="41325"/>
                  <a:pt x="1009836" y="40569"/>
                  <a:pt x="1006367" y="40569"/>
                </a:cubicBezTo>
                <a:moveTo>
                  <a:pt x="975540" y="71396"/>
                </a:moveTo>
                <a:cubicBezTo>
                  <a:pt x="975540" y="60453"/>
                  <a:pt x="978142" y="51868"/>
                  <a:pt x="983345" y="45641"/>
                </a:cubicBezTo>
                <a:cubicBezTo>
                  <a:pt x="988550" y="39413"/>
                  <a:pt x="996135" y="36299"/>
                  <a:pt x="1006101" y="36299"/>
                </a:cubicBezTo>
                <a:cubicBezTo>
                  <a:pt x="1010815" y="36299"/>
                  <a:pt x="1014885" y="37033"/>
                  <a:pt x="1018310" y="38502"/>
                </a:cubicBezTo>
                <a:cubicBezTo>
                  <a:pt x="1021735" y="39969"/>
                  <a:pt x="1024604" y="41926"/>
                  <a:pt x="1026917" y="44372"/>
                </a:cubicBezTo>
                <a:cubicBezTo>
                  <a:pt x="1029231" y="46819"/>
                  <a:pt x="1030943" y="49688"/>
                  <a:pt x="1032055" y="52980"/>
                </a:cubicBezTo>
                <a:cubicBezTo>
                  <a:pt x="1033167" y="56272"/>
                  <a:pt x="1033723" y="59786"/>
                  <a:pt x="1033723" y="63521"/>
                </a:cubicBezTo>
                <a:cubicBezTo>
                  <a:pt x="1033723" y="64412"/>
                  <a:pt x="1033700" y="65280"/>
                  <a:pt x="1033655" y="66126"/>
                </a:cubicBezTo>
                <a:cubicBezTo>
                  <a:pt x="1033612" y="66970"/>
                  <a:pt x="1033546" y="67837"/>
                  <a:pt x="1033456" y="68726"/>
                </a:cubicBezTo>
                <a:cubicBezTo>
                  <a:pt x="1028652" y="68638"/>
                  <a:pt x="1023892" y="68550"/>
                  <a:pt x="1019178" y="68461"/>
                </a:cubicBezTo>
                <a:cubicBezTo>
                  <a:pt x="1014463" y="68372"/>
                  <a:pt x="1009704" y="68327"/>
                  <a:pt x="1004899" y="68327"/>
                </a:cubicBezTo>
                <a:cubicBezTo>
                  <a:pt x="1001963" y="68327"/>
                  <a:pt x="999049" y="68372"/>
                  <a:pt x="996158" y="68461"/>
                </a:cubicBezTo>
                <a:cubicBezTo>
                  <a:pt x="993266" y="68550"/>
                  <a:pt x="990352" y="68638"/>
                  <a:pt x="987416" y="68726"/>
                </a:cubicBezTo>
                <a:cubicBezTo>
                  <a:pt x="987328" y="69171"/>
                  <a:pt x="987284" y="69839"/>
                  <a:pt x="987284" y="70728"/>
                </a:cubicBezTo>
                <a:lnTo>
                  <a:pt x="987284" y="72463"/>
                </a:lnTo>
                <a:cubicBezTo>
                  <a:pt x="987284" y="75932"/>
                  <a:pt x="987795" y="79180"/>
                  <a:pt x="988817" y="82206"/>
                </a:cubicBezTo>
                <a:cubicBezTo>
                  <a:pt x="989840" y="85231"/>
                  <a:pt x="991331" y="87833"/>
                  <a:pt x="993288" y="90013"/>
                </a:cubicBezTo>
                <a:cubicBezTo>
                  <a:pt x="995246" y="92192"/>
                  <a:pt x="997648" y="93927"/>
                  <a:pt x="1000495" y="95218"/>
                </a:cubicBezTo>
                <a:cubicBezTo>
                  <a:pt x="1003342" y="96508"/>
                  <a:pt x="1006633" y="97152"/>
                  <a:pt x="1010371" y="97152"/>
                </a:cubicBezTo>
                <a:cubicBezTo>
                  <a:pt x="1012149" y="97152"/>
                  <a:pt x="1013972" y="96908"/>
                  <a:pt x="1015840" y="96419"/>
                </a:cubicBezTo>
                <a:cubicBezTo>
                  <a:pt x="1017709" y="95929"/>
                  <a:pt x="1019533" y="95261"/>
                  <a:pt x="1021312" y="94416"/>
                </a:cubicBezTo>
                <a:cubicBezTo>
                  <a:pt x="1023091" y="93570"/>
                  <a:pt x="1024760" y="92569"/>
                  <a:pt x="1026317" y="91414"/>
                </a:cubicBezTo>
                <a:cubicBezTo>
                  <a:pt x="1027874" y="90258"/>
                  <a:pt x="1029231" y="89011"/>
                  <a:pt x="1030387" y="87676"/>
                </a:cubicBezTo>
                <a:lnTo>
                  <a:pt x="1031055" y="88077"/>
                </a:lnTo>
                <a:lnTo>
                  <a:pt x="1030255" y="94615"/>
                </a:lnTo>
                <a:cubicBezTo>
                  <a:pt x="1027585" y="96751"/>
                  <a:pt x="1024270" y="98574"/>
                  <a:pt x="1020312" y="100087"/>
                </a:cubicBezTo>
                <a:cubicBezTo>
                  <a:pt x="1016353" y="101599"/>
                  <a:pt x="1012239" y="102355"/>
                  <a:pt x="1007968" y="102355"/>
                </a:cubicBezTo>
                <a:cubicBezTo>
                  <a:pt x="1003164" y="102355"/>
                  <a:pt x="998782" y="101621"/>
                  <a:pt x="994822" y="100154"/>
                </a:cubicBezTo>
                <a:cubicBezTo>
                  <a:pt x="990863" y="98686"/>
                  <a:pt x="987438" y="96552"/>
                  <a:pt x="984547" y="93750"/>
                </a:cubicBezTo>
                <a:cubicBezTo>
                  <a:pt x="981657" y="90947"/>
                  <a:pt x="979433" y="87632"/>
                  <a:pt x="977876" y="83807"/>
                </a:cubicBezTo>
                <a:cubicBezTo>
                  <a:pt x="976319" y="79981"/>
                  <a:pt x="975540" y="75844"/>
                  <a:pt x="975540" y="71396"/>
                </a:cubicBezTo>
                <a:close/>
                <a:moveTo>
                  <a:pt x="1161448" y="11476"/>
                </a:moveTo>
                <a:cubicBezTo>
                  <a:pt x="1159314" y="10142"/>
                  <a:pt x="1156868" y="9475"/>
                  <a:pt x="1154109" y="9475"/>
                </a:cubicBezTo>
                <a:cubicBezTo>
                  <a:pt x="1152152" y="9475"/>
                  <a:pt x="1150483" y="9853"/>
                  <a:pt x="1149104" y="10609"/>
                </a:cubicBezTo>
                <a:cubicBezTo>
                  <a:pt x="1147725" y="11365"/>
                  <a:pt x="1146591" y="12344"/>
                  <a:pt x="1145701" y="13545"/>
                </a:cubicBezTo>
                <a:cubicBezTo>
                  <a:pt x="1144812" y="14747"/>
                  <a:pt x="1144167" y="16148"/>
                  <a:pt x="1143767" y="17750"/>
                </a:cubicBezTo>
                <a:cubicBezTo>
                  <a:pt x="1143366" y="19351"/>
                  <a:pt x="1143166" y="21041"/>
                  <a:pt x="1143166" y="22820"/>
                </a:cubicBezTo>
                <a:cubicBezTo>
                  <a:pt x="1143166" y="24422"/>
                  <a:pt x="1143322" y="26736"/>
                  <a:pt x="1143633" y="29760"/>
                </a:cubicBezTo>
                <a:cubicBezTo>
                  <a:pt x="1143945" y="32785"/>
                  <a:pt x="1144323" y="35676"/>
                  <a:pt x="1144767" y="38435"/>
                </a:cubicBezTo>
                <a:cubicBezTo>
                  <a:pt x="1147080" y="38435"/>
                  <a:pt x="1149371" y="38412"/>
                  <a:pt x="1151639" y="38367"/>
                </a:cubicBezTo>
                <a:cubicBezTo>
                  <a:pt x="1153909" y="38323"/>
                  <a:pt x="1156200" y="38300"/>
                  <a:pt x="1158514" y="38300"/>
                </a:cubicBezTo>
                <a:cubicBezTo>
                  <a:pt x="1158424" y="38745"/>
                  <a:pt x="1158357" y="39191"/>
                  <a:pt x="1158312" y="39636"/>
                </a:cubicBezTo>
                <a:cubicBezTo>
                  <a:pt x="1158269" y="40080"/>
                  <a:pt x="1158247" y="40524"/>
                  <a:pt x="1158247" y="40970"/>
                </a:cubicBezTo>
                <a:cubicBezTo>
                  <a:pt x="1158247" y="41415"/>
                  <a:pt x="1158269" y="41860"/>
                  <a:pt x="1158312" y="42306"/>
                </a:cubicBezTo>
                <a:cubicBezTo>
                  <a:pt x="1158357" y="42749"/>
                  <a:pt x="1158424" y="43194"/>
                  <a:pt x="1158514" y="43639"/>
                </a:cubicBezTo>
                <a:cubicBezTo>
                  <a:pt x="1156200" y="43550"/>
                  <a:pt x="1153909" y="43461"/>
                  <a:pt x="1151639" y="43373"/>
                </a:cubicBezTo>
                <a:cubicBezTo>
                  <a:pt x="1149371" y="43283"/>
                  <a:pt x="1147080" y="43238"/>
                  <a:pt x="1144767" y="43238"/>
                </a:cubicBezTo>
                <a:cubicBezTo>
                  <a:pt x="1144767" y="52935"/>
                  <a:pt x="1144789" y="62566"/>
                  <a:pt x="1144834" y="72131"/>
                </a:cubicBezTo>
                <a:cubicBezTo>
                  <a:pt x="1144879" y="81694"/>
                  <a:pt x="1145035" y="91325"/>
                  <a:pt x="1145302" y="101021"/>
                </a:cubicBezTo>
                <a:cubicBezTo>
                  <a:pt x="1144323" y="100844"/>
                  <a:pt x="1143345" y="100755"/>
                  <a:pt x="1142366" y="100755"/>
                </a:cubicBezTo>
                <a:cubicBezTo>
                  <a:pt x="1141387" y="100755"/>
                  <a:pt x="1140453" y="100755"/>
                  <a:pt x="1139562" y="100755"/>
                </a:cubicBezTo>
                <a:cubicBezTo>
                  <a:pt x="1137694" y="100755"/>
                  <a:pt x="1135737" y="100844"/>
                  <a:pt x="1133691" y="101021"/>
                </a:cubicBezTo>
                <a:cubicBezTo>
                  <a:pt x="1134315" y="91325"/>
                  <a:pt x="1134670" y="81739"/>
                  <a:pt x="1134758" y="72263"/>
                </a:cubicBezTo>
                <a:cubicBezTo>
                  <a:pt x="1134848" y="62788"/>
                  <a:pt x="1134893" y="53113"/>
                  <a:pt x="1134893" y="43238"/>
                </a:cubicBezTo>
                <a:cubicBezTo>
                  <a:pt x="1133291" y="43238"/>
                  <a:pt x="1131689" y="43283"/>
                  <a:pt x="1130087" y="43373"/>
                </a:cubicBezTo>
                <a:cubicBezTo>
                  <a:pt x="1128487" y="43461"/>
                  <a:pt x="1126886" y="43550"/>
                  <a:pt x="1125284" y="43639"/>
                </a:cubicBezTo>
                <a:cubicBezTo>
                  <a:pt x="1125373" y="43194"/>
                  <a:pt x="1125440" y="42749"/>
                  <a:pt x="1125483" y="42306"/>
                </a:cubicBezTo>
                <a:cubicBezTo>
                  <a:pt x="1125528" y="41860"/>
                  <a:pt x="1125550" y="41415"/>
                  <a:pt x="1125550" y="40970"/>
                </a:cubicBezTo>
                <a:cubicBezTo>
                  <a:pt x="1125550" y="40524"/>
                  <a:pt x="1125528" y="40080"/>
                  <a:pt x="1125483" y="39636"/>
                </a:cubicBezTo>
                <a:cubicBezTo>
                  <a:pt x="1125440" y="39191"/>
                  <a:pt x="1125373" y="38745"/>
                  <a:pt x="1125284" y="38300"/>
                </a:cubicBezTo>
                <a:cubicBezTo>
                  <a:pt x="1126886" y="38300"/>
                  <a:pt x="1128509" y="38323"/>
                  <a:pt x="1130154" y="38367"/>
                </a:cubicBezTo>
                <a:cubicBezTo>
                  <a:pt x="1131801" y="38412"/>
                  <a:pt x="1133381" y="38435"/>
                  <a:pt x="1134893" y="38435"/>
                </a:cubicBezTo>
                <a:cubicBezTo>
                  <a:pt x="1134893" y="35854"/>
                  <a:pt x="1135160" y="33051"/>
                  <a:pt x="1135693" y="30027"/>
                </a:cubicBezTo>
                <a:cubicBezTo>
                  <a:pt x="1136227" y="27002"/>
                  <a:pt x="1137004" y="24022"/>
                  <a:pt x="1138027" y="21086"/>
                </a:cubicBezTo>
                <a:cubicBezTo>
                  <a:pt x="1139050" y="18149"/>
                  <a:pt x="1140274" y="15369"/>
                  <a:pt x="1141698" y="12745"/>
                </a:cubicBezTo>
                <a:cubicBezTo>
                  <a:pt x="1143122" y="10121"/>
                  <a:pt x="1144723" y="7919"/>
                  <a:pt x="1146502" y="6139"/>
                </a:cubicBezTo>
                <a:cubicBezTo>
                  <a:pt x="1148103" y="4537"/>
                  <a:pt x="1150128" y="3114"/>
                  <a:pt x="1152574" y="1869"/>
                </a:cubicBezTo>
                <a:cubicBezTo>
                  <a:pt x="1155020" y="623"/>
                  <a:pt x="1157533" y="0"/>
                  <a:pt x="1160114" y="0"/>
                </a:cubicBezTo>
                <a:cubicBezTo>
                  <a:pt x="1161093" y="0"/>
                  <a:pt x="1161983" y="134"/>
                  <a:pt x="1162784" y="401"/>
                </a:cubicBezTo>
                <a:cubicBezTo>
                  <a:pt x="1162694" y="2181"/>
                  <a:pt x="1162583" y="3961"/>
                  <a:pt x="1162450" y="5740"/>
                </a:cubicBezTo>
                <a:cubicBezTo>
                  <a:pt x="1162317" y="7519"/>
                  <a:pt x="1162250" y="9298"/>
                  <a:pt x="1162250" y="11077"/>
                </a:cubicBezTo>
                <a:lnTo>
                  <a:pt x="1161448" y="11476"/>
                </a:lnTo>
                <a:close/>
                <a:moveTo>
                  <a:pt x="1200815" y="48575"/>
                </a:moveTo>
                <a:cubicBezTo>
                  <a:pt x="1200372" y="48042"/>
                  <a:pt x="1199504" y="47553"/>
                  <a:pt x="1198213" y="47109"/>
                </a:cubicBezTo>
                <a:cubicBezTo>
                  <a:pt x="1196923" y="46664"/>
                  <a:pt x="1195611" y="46441"/>
                  <a:pt x="1194277" y="46441"/>
                </a:cubicBezTo>
                <a:cubicBezTo>
                  <a:pt x="1192142" y="46441"/>
                  <a:pt x="1190229" y="46931"/>
                  <a:pt x="1188539" y="47909"/>
                </a:cubicBezTo>
                <a:cubicBezTo>
                  <a:pt x="1186849" y="48888"/>
                  <a:pt x="1185425" y="50200"/>
                  <a:pt x="1184269" y="51845"/>
                </a:cubicBezTo>
                <a:cubicBezTo>
                  <a:pt x="1183112" y="53491"/>
                  <a:pt x="1182222" y="55448"/>
                  <a:pt x="1181599" y="57718"/>
                </a:cubicBezTo>
                <a:cubicBezTo>
                  <a:pt x="1180977" y="59986"/>
                  <a:pt x="1180667" y="62410"/>
                  <a:pt x="1180667" y="64990"/>
                </a:cubicBezTo>
                <a:lnTo>
                  <a:pt x="1180667" y="79669"/>
                </a:lnTo>
                <a:cubicBezTo>
                  <a:pt x="1180667" y="85630"/>
                  <a:pt x="1180688" y="90190"/>
                  <a:pt x="1180732" y="93349"/>
                </a:cubicBezTo>
                <a:cubicBezTo>
                  <a:pt x="1180777" y="96506"/>
                  <a:pt x="1180933" y="99064"/>
                  <a:pt x="1181200" y="101021"/>
                </a:cubicBezTo>
                <a:cubicBezTo>
                  <a:pt x="1179420" y="100844"/>
                  <a:pt x="1177641" y="100755"/>
                  <a:pt x="1175861" y="100755"/>
                </a:cubicBezTo>
                <a:cubicBezTo>
                  <a:pt x="1173903" y="100755"/>
                  <a:pt x="1172036" y="100844"/>
                  <a:pt x="1170257" y="101021"/>
                </a:cubicBezTo>
                <a:cubicBezTo>
                  <a:pt x="1170523" y="97997"/>
                  <a:pt x="1170679" y="93882"/>
                  <a:pt x="1170723" y="88677"/>
                </a:cubicBezTo>
                <a:cubicBezTo>
                  <a:pt x="1170768" y="83473"/>
                  <a:pt x="1170791" y="77090"/>
                  <a:pt x="1170791" y="69528"/>
                </a:cubicBezTo>
                <a:lnTo>
                  <a:pt x="1170791" y="65256"/>
                </a:lnTo>
                <a:cubicBezTo>
                  <a:pt x="1170791" y="61788"/>
                  <a:pt x="1170768" y="57785"/>
                  <a:pt x="1170723" y="53248"/>
                </a:cubicBezTo>
                <a:cubicBezTo>
                  <a:pt x="1170679" y="48710"/>
                  <a:pt x="1170523" y="43505"/>
                  <a:pt x="1170257" y="37632"/>
                </a:cubicBezTo>
                <a:cubicBezTo>
                  <a:pt x="1171236" y="37811"/>
                  <a:pt x="1172170" y="37968"/>
                  <a:pt x="1173059" y="38101"/>
                </a:cubicBezTo>
                <a:cubicBezTo>
                  <a:pt x="1173948" y="38234"/>
                  <a:pt x="1174882" y="38300"/>
                  <a:pt x="1175861" y="38300"/>
                </a:cubicBezTo>
                <a:cubicBezTo>
                  <a:pt x="1176662" y="38300"/>
                  <a:pt x="1177507" y="38234"/>
                  <a:pt x="1178396" y="38101"/>
                </a:cubicBezTo>
                <a:cubicBezTo>
                  <a:pt x="1179287" y="37968"/>
                  <a:pt x="1180221" y="37811"/>
                  <a:pt x="1181200" y="37632"/>
                </a:cubicBezTo>
                <a:cubicBezTo>
                  <a:pt x="1180844" y="40836"/>
                  <a:pt x="1180644" y="43372"/>
                  <a:pt x="1180599" y="45240"/>
                </a:cubicBezTo>
                <a:cubicBezTo>
                  <a:pt x="1180555" y="47108"/>
                  <a:pt x="1180532" y="48887"/>
                  <a:pt x="1180532" y="50577"/>
                </a:cubicBezTo>
                <a:lnTo>
                  <a:pt x="1180799" y="50711"/>
                </a:lnTo>
                <a:cubicBezTo>
                  <a:pt x="1186048" y="41103"/>
                  <a:pt x="1191920" y="36299"/>
                  <a:pt x="1198415" y="36299"/>
                </a:cubicBezTo>
                <a:cubicBezTo>
                  <a:pt x="1199216" y="36299"/>
                  <a:pt x="1199905" y="36343"/>
                  <a:pt x="1200484" y="36433"/>
                </a:cubicBezTo>
                <a:cubicBezTo>
                  <a:pt x="1201062" y="36521"/>
                  <a:pt x="1201796" y="36743"/>
                  <a:pt x="1202685" y="37099"/>
                </a:cubicBezTo>
                <a:cubicBezTo>
                  <a:pt x="1202239" y="38167"/>
                  <a:pt x="1201972" y="39791"/>
                  <a:pt x="1201882" y="41972"/>
                </a:cubicBezTo>
                <a:cubicBezTo>
                  <a:pt x="1201794" y="44150"/>
                  <a:pt x="1201750" y="46130"/>
                  <a:pt x="1201750" y="47909"/>
                </a:cubicBezTo>
                <a:lnTo>
                  <a:pt x="1200815" y="48575"/>
                </a:lnTo>
                <a:close/>
                <a:moveTo>
                  <a:pt x="1220967" y="69528"/>
                </a:moveTo>
                <a:cubicBezTo>
                  <a:pt x="1220967" y="73264"/>
                  <a:pt x="1221300" y="76867"/>
                  <a:pt x="1221967" y="80337"/>
                </a:cubicBezTo>
                <a:cubicBezTo>
                  <a:pt x="1222635" y="83807"/>
                  <a:pt x="1223769" y="86898"/>
                  <a:pt x="1225369" y="89612"/>
                </a:cubicBezTo>
                <a:cubicBezTo>
                  <a:pt x="1226971" y="92326"/>
                  <a:pt x="1229107" y="94484"/>
                  <a:pt x="1231776" y="96085"/>
                </a:cubicBezTo>
                <a:cubicBezTo>
                  <a:pt x="1234444" y="97686"/>
                  <a:pt x="1237736" y="98486"/>
                  <a:pt x="1241651" y="98486"/>
                </a:cubicBezTo>
                <a:cubicBezTo>
                  <a:pt x="1245566" y="98486"/>
                  <a:pt x="1248858" y="97686"/>
                  <a:pt x="1251527" y="96085"/>
                </a:cubicBezTo>
                <a:cubicBezTo>
                  <a:pt x="1254196" y="94484"/>
                  <a:pt x="1256331" y="92326"/>
                  <a:pt x="1257931" y="89612"/>
                </a:cubicBezTo>
                <a:cubicBezTo>
                  <a:pt x="1259533" y="86898"/>
                  <a:pt x="1260667" y="83807"/>
                  <a:pt x="1261334" y="80337"/>
                </a:cubicBezTo>
                <a:cubicBezTo>
                  <a:pt x="1262002" y="76867"/>
                  <a:pt x="1262336" y="73264"/>
                  <a:pt x="1262336" y="69528"/>
                </a:cubicBezTo>
                <a:cubicBezTo>
                  <a:pt x="1262336" y="65791"/>
                  <a:pt x="1262002" y="62188"/>
                  <a:pt x="1261334" y="58718"/>
                </a:cubicBezTo>
                <a:cubicBezTo>
                  <a:pt x="1260667" y="55248"/>
                  <a:pt x="1259533" y="52157"/>
                  <a:pt x="1257931" y="49445"/>
                </a:cubicBezTo>
                <a:cubicBezTo>
                  <a:pt x="1256331" y="46731"/>
                  <a:pt x="1254196" y="44573"/>
                  <a:pt x="1251527" y="42971"/>
                </a:cubicBezTo>
                <a:cubicBezTo>
                  <a:pt x="1248858" y="41370"/>
                  <a:pt x="1245566" y="40569"/>
                  <a:pt x="1241651" y="40569"/>
                </a:cubicBezTo>
                <a:cubicBezTo>
                  <a:pt x="1237736" y="40569"/>
                  <a:pt x="1234444" y="41370"/>
                  <a:pt x="1231776" y="42971"/>
                </a:cubicBezTo>
                <a:cubicBezTo>
                  <a:pt x="1229107" y="44573"/>
                  <a:pt x="1226971" y="46731"/>
                  <a:pt x="1225369" y="49445"/>
                </a:cubicBezTo>
                <a:cubicBezTo>
                  <a:pt x="1223769" y="52157"/>
                  <a:pt x="1222635" y="55248"/>
                  <a:pt x="1221967" y="58718"/>
                </a:cubicBezTo>
                <a:cubicBezTo>
                  <a:pt x="1221300" y="62188"/>
                  <a:pt x="1220967" y="65791"/>
                  <a:pt x="1220967" y="69528"/>
                </a:cubicBezTo>
                <a:moveTo>
                  <a:pt x="1209224" y="69528"/>
                </a:moveTo>
                <a:cubicBezTo>
                  <a:pt x="1209224" y="63478"/>
                  <a:pt x="1210180" y="58340"/>
                  <a:pt x="1212093" y="54114"/>
                </a:cubicBezTo>
                <a:cubicBezTo>
                  <a:pt x="1214006" y="49888"/>
                  <a:pt x="1216518" y="46463"/>
                  <a:pt x="1219631" y="43839"/>
                </a:cubicBezTo>
                <a:cubicBezTo>
                  <a:pt x="1222745" y="41215"/>
                  <a:pt x="1226238" y="39302"/>
                  <a:pt x="1230108" y="38101"/>
                </a:cubicBezTo>
                <a:cubicBezTo>
                  <a:pt x="1233978" y="36899"/>
                  <a:pt x="1237826" y="36299"/>
                  <a:pt x="1241651" y="36299"/>
                </a:cubicBezTo>
                <a:cubicBezTo>
                  <a:pt x="1245566" y="36299"/>
                  <a:pt x="1249437" y="36899"/>
                  <a:pt x="1253262" y="38101"/>
                </a:cubicBezTo>
                <a:cubicBezTo>
                  <a:pt x="1257088" y="39302"/>
                  <a:pt x="1260557" y="41215"/>
                  <a:pt x="1263670" y="43839"/>
                </a:cubicBezTo>
                <a:cubicBezTo>
                  <a:pt x="1266784" y="46463"/>
                  <a:pt x="1269297" y="49888"/>
                  <a:pt x="1271210" y="54114"/>
                </a:cubicBezTo>
                <a:cubicBezTo>
                  <a:pt x="1273123" y="58340"/>
                  <a:pt x="1274079" y="63478"/>
                  <a:pt x="1274079" y="69528"/>
                </a:cubicBezTo>
                <a:cubicBezTo>
                  <a:pt x="1274079" y="75577"/>
                  <a:pt x="1273123" y="80715"/>
                  <a:pt x="1271210" y="84941"/>
                </a:cubicBezTo>
                <a:cubicBezTo>
                  <a:pt x="1269297" y="89167"/>
                  <a:pt x="1266784" y="92593"/>
                  <a:pt x="1263670" y="95218"/>
                </a:cubicBezTo>
                <a:cubicBezTo>
                  <a:pt x="1260557" y="97842"/>
                  <a:pt x="1257088" y="99688"/>
                  <a:pt x="1253262" y="100755"/>
                </a:cubicBezTo>
                <a:cubicBezTo>
                  <a:pt x="1249437" y="101822"/>
                  <a:pt x="1245566" y="102355"/>
                  <a:pt x="1241651" y="102355"/>
                </a:cubicBezTo>
                <a:cubicBezTo>
                  <a:pt x="1237826" y="102355"/>
                  <a:pt x="1233978" y="101822"/>
                  <a:pt x="1230108" y="100755"/>
                </a:cubicBezTo>
                <a:cubicBezTo>
                  <a:pt x="1226238" y="99688"/>
                  <a:pt x="1222745" y="97842"/>
                  <a:pt x="1219631" y="95218"/>
                </a:cubicBezTo>
                <a:cubicBezTo>
                  <a:pt x="1216518" y="92593"/>
                  <a:pt x="1214006" y="89167"/>
                  <a:pt x="1212093" y="84941"/>
                </a:cubicBezTo>
                <a:cubicBezTo>
                  <a:pt x="1210180" y="80715"/>
                  <a:pt x="1209224" y="75577"/>
                  <a:pt x="1209224" y="69528"/>
                </a:cubicBezTo>
                <a:close/>
                <a:moveTo>
                  <a:pt x="1289160" y="62589"/>
                </a:moveTo>
                <a:cubicBezTo>
                  <a:pt x="1289160" y="58586"/>
                  <a:pt x="1289092" y="54382"/>
                  <a:pt x="1288958" y="49978"/>
                </a:cubicBezTo>
                <a:cubicBezTo>
                  <a:pt x="1288825" y="45574"/>
                  <a:pt x="1288536" y="41459"/>
                  <a:pt x="1288093" y="37632"/>
                </a:cubicBezTo>
                <a:cubicBezTo>
                  <a:pt x="1290584" y="38078"/>
                  <a:pt x="1292585" y="38300"/>
                  <a:pt x="1294098" y="38300"/>
                </a:cubicBezTo>
                <a:cubicBezTo>
                  <a:pt x="1294809" y="38300"/>
                  <a:pt x="1295587" y="38234"/>
                  <a:pt x="1296431" y="38101"/>
                </a:cubicBezTo>
                <a:cubicBezTo>
                  <a:pt x="1297277" y="37968"/>
                  <a:pt x="1298278" y="37811"/>
                  <a:pt x="1299435" y="37632"/>
                </a:cubicBezTo>
                <a:cubicBezTo>
                  <a:pt x="1299167" y="41192"/>
                  <a:pt x="1299033" y="44750"/>
                  <a:pt x="1299033" y="48308"/>
                </a:cubicBezTo>
                <a:lnTo>
                  <a:pt x="1299302" y="48308"/>
                </a:lnTo>
                <a:cubicBezTo>
                  <a:pt x="1304017" y="40302"/>
                  <a:pt x="1310644" y="36299"/>
                  <a:pt x="1319184" y="36299"/>
                </a:cubicBezTo>
                <a:cubicBezTo>
                  <a:pt x="1321409" y="36299"/>
                  <a:pt x="1323590" y="36632"/>
                  <a:pt x="1325725" y="37300"/>
                </a:cubicBezTo>
                <a:cubicBezTo>
                  <a:pt x="1327860" y="37967"/>
                  <a:pt x="1329795" y="38878"/>
                  <a:pt x="1331528" y="40035"/>
                </a:cubicBezTo>
                <a:cubicBezTo>
                  <a:pt x="1333263" y="41192"/>
                  <a:pt x="1334753" y="42593"/>
                  <a:pt x="1335998" y="44240"/>
                </a:cubicBezTo>
                <a:cubicBezTo>
                  <a:pt x="1337244" y="45885"/>
                  <a:pt x="1338090" y="47642"/>
                  <a:pt x="1338535" y="49510"/>
                </a:cubicBezTo>
                <a:lnTo>
                  <a:pt x="1338802" y="49510"/>
                </a:lnTo>
                <a:cubicBezTo>
                  <a:pt x="1340937" y="45239"/>
                  <a:pt x="1343851" y="41970"/>
                  <a:pt x="1347544" y="39701"/>
                </a:cubicBezTo>
                <a:cubicBezTo>
                  <a:pt x="1351236" y="37433"/>
                  <a:pt x="1355484" y="36299"/>
                  <a:pt x="1360286" y="36299"/>
                </a:cubicBezTo>
                <a:cubicBezTo>
                  <a:pt x="1363223" y="36299"/>
                  <a:pt x="1365936" y="36699"/>
                  <a:pt x="1368427" y="37500"/>
                </a:cubicBezTo>
                <a:cubicBezTo>
                  <a:pt x="1370919" y="38301"/>
                  <a:pt x="1373076" y="39546"/>
                  <a:pt x="1374899" y="41236"/>
                </a:cubicBezTo>
                <a:cubicBezTo>
                  <a:pt x="1376723" y="42927"/>
                  <a:pt x="1378147" y="45106"/>
                  <a:pt x="1379171" y="47775"/>
                </a:cubicBezTo>
                <a:cubicBezTo>
                  <a:pt x="1380194" y="50444"/>
                  <a:pt x="1380706" y="53647"/>
                  <a:pt x="1380706" y="57384"/>
                </a:cubicBezTo>
                <a:cubicBezTo>
                  <a:pt x="1380706" y="58896"/>
                  <a:pt x="1380661" y="60542"/>
                  <a:pt x="1380572" y="62322"/>
                </a:cubicBezTo>
                <a:cubicBezTo>
                  <a:pt x="1380482" y="64100"/>
                  <a:pt x="1380393" y="66169"/>
                  <a:pt x="1380303" y="68527"/>
                </a:cubicBezTo>
                <a:cubicBezTo>
                  <a:pt x="1380215" y="70885"/>
                  <a:pt x="1380126" y="73554"/>
                  <a:pt x="1380036" y="76535"/>
                </a:cubicBezTo>
                <a:cubicBezTo>
                  <a:pt x="1379948" y="79515"/>
                  <a:pt x="1379904" y="82962"/>
                  <a:pt x="1379904" y="86875"/>
                </a:cubicBezTo>
                <a:cubicBezTo>
                  <a:pt x="1379904" y="89278"/>
                  <a:pt x="1379926" y="91592"/>
                  <a:pt x="1379971" y="93817"/>
                </a:cubicBezTo>
                <a:cubicBezTo>
                  <a:pt x="1380016" y="96041"/>
                  <a:pt x="1380127" y="98442"/>
                  <a:pt x="1380305" y="101021"/>
                </a:cubicBezTo>
                <a:cubicBezTo>
                  <a:pt x="1379326" y="100844"/>
                  <a:pt x="1378348" y="100755"/>
                  <a:pt x="1377369" y="100755"/>
                </a:cubicBezTo>
                <a:cubicBezTo>
                  <a:pt x="1376390" y="100755"/>
                  <a:pt x="1375456" y="100755"/>
                  <a:pt x="1374567" y="100755"/>
                </a:cubicBezTo>
                <a:cubicBezTo>
                  <a:pt x="1373588" y="100755"/>
                  <a:pt x="1372609" y="100755"/>
                  <a:pt x="1371631" y="100755"/>
                </a:cubicBezTo>
                <a:cubicBezTo>
                  <a:pt x="1370652" y="100755"/>
                  <a:pt x="1369673" y="100844"/>
                  <a:pt x="1368694" y="101021"/>
                </a:cubicBezTo>
                <a:cubicBezTo>
                  <a:pt x="1368962" y="98798"/>
                  <a:pt x="1369251" y="94305"/>
                  <a:pt x="1369562" y="87543"/>
                </a:cubicBezTo>
                <a:cubicBezTo>
                  <a:pt x="1369874" y="80782"/>
                  <a:pt x="1370030" y="71351"/>
                  <a:pt x="1370030" y="59251"/>
                </a:cubicBezTo>
                <a:cubicBezTo>
                  <a:pt x="1370030" y="57028"/>
                  <a:pt x="1369785" y="54937"/>
                  <a:pt x="1369295" y="52980"/>
                </a:cubicBezTo>
                <a:cubicBezTo>
                  <a:pt x="1368806" y="51022"/>
                  <a:pt x="1368028" y="49332"/>
                  <a:pt x="1366959" y="47909"/>
                </a:cubicBezTo>
                <a:cubicBezTo>
                  <a:pt x="1365892" y="46485"/>
                  <a:pt x="1364469" y="45351"/>
                  <a:pt x="1362689" y="44507"/>
                </a:cubicBezTo>
                <a:cubicBezTo>
                  <a:pt x="1360910" y="43661"/>
                  <a:pt x="1358685" y="43238"/>
                  <a:pt x="1356016" y="43238"/>
                </a:cubicBezTo>
                <a:cubicBezTo>
                  <a:pt x="1352814" y="43238"/>
                  <a:pt x="1350100" y="43861"/>
                  <a:pt x="1347875" y="45107"/>
                </a:cubicBezTo>
                <a:cubicBezTo>
                  <a:pt x="1345652" y="46352"/>
                  <a:pt x="1343918" y="47820"/>
                  <a:pt x="1342673" y="49510"/>
                </a:cubicBezTo>
                <a:cubicBezTo>
                  <a:pt x="1341960" y="50489"/>
                  <a:pt x="1341403" y="51467"/>
                  <a:pt x="1341003" y="52446"/>
                </a:cubicBezTo>
                <a:cubicBezTo>
                  <a:pt x="1340604" y="53425"/>
                  <a:pt x="1340293" y="54915"/>
                  <a:pt x="1340070" y="56918"/>
                </a:cubicBezTo>
                <a:cubicBezTo>
                  <a:pt x="1339848" y="58919"/>
                  <a:pt x="1339692" y="61721"/>
                  <a:pt x="1339602" y="65324"/>
                </a:cubicBezTo>
                <a:cubicBezTo>
                  <a:pt x="1339514" y="68926"/>
                  <a:pt x="1339470" y="73886"/>
                  <a:pt x="1339470" y="80203"/>
                </a:cubicBezTo>
                <a:cubicBezTo>
                  <a:pt x="1339470" y="84029"/>
                  <a:pt x="1339536" y="87522"/>
                  <a:pt x="1339669" y="90681"/>
                </a:cubicBezTo>
                <a:cubicBezTo>
                  <a:pt x="1339802" y="93839"/>
                  <a:pt x="1339958" y="97285"/>
                  <a:pt x="1340138" y="101021"/>
                </a:cubicBezTo>
                <a:cubicBezTo>
                  <a:pt x="1338090" y="100844"/>
                  <a:pt x="1336133" y="100755"/>
                  <a:pt x="1334265" y="100755"/>
                </a:cubicBezTo>
                <a:cubicBezTo>
                  <a:pt x="1332397" y="100755"/>
                  <a:pt x="1330440" y="100844"/>
                  <a:pt x="1328392" y="101021"/>
                </a:cubicBezTo>
                <a:cubicBezTo>
                  <a:pt x="1328838" y="96129"/>
                  <a:pt x="1329149" y="91147"/>
                  <a:pt x="1329327" y="86075"/>
                </a:cubicBezTo>
                <a:cubicBezTo>
                  <a:pt x="1329505" y="81003"/>
                  <a:pt x="1329594" y="76021"/>
                  <a:pt x="1329594" y="71129"/>
                </a:cubicBezTo>
                <a:cubicBezTo>
                  <a:pt x="1329594" y="66948"/>
                  <a:pt x="1329571" y="63678"/>
                  <a:pt x="1329527" y="61320"/>
                </a:cubicBezTo>
                <a:cubicBezTo>
                  <a:pt x="1329483" y="58962"/>
                  <a:pt x="1329373" y="57094"/>
                  <a:pt x="1329195" y="55716"/>
                </a:cubicBezTo>
                <a:cubicBezTo>
                  <a:pt x="1329017" y="54337"/>
                  <a:pt x="1328772" y="53203"/>
                  <a:pt x="1328460" y="52314"/>
                </a:cubicBezTo>
                <a:cubicBezTo>
                  <a:pt x="1328149" y="51423"/>
                  <a:pt x="1327727" y="50445"/>
                  <a:pt x="1327193" y="49377"/>
                </a:cubicBezTo>
                <a:cubicBezTo>
                  <a:pt x="1326214" y="47686"/>
                  <a:pt x="1324679" y="46240"/>
                  <a:pt x="1322587" y="45040"/>
                </a:cubicBezTo>
                <a:cubicBezTo>
                  <a:pt x="1320496" y="43839"/>
                  <a:pt x="1318339" y="43238"/>
                  <a:pt x="1316116" y="43238"/>
                </a:cubicBezTo>
                <a:cubicBezTo>
                  <a:pt x="1310244" y="43238"/>
                  <a:pt x="1305930" y="45151"/>
                  <a:pt x="1303171" y="48976"/>
                </a:cubicBezTo>
                <a:cubicBezTo>
                  <a:pt x="1300413" y="52802"/>
                  <a:pt x="1299033" y="58184"/>
                  <a:pt x="1299033" y="65124"/>
                </a:cubicBezTo>
                <a:lnTo>
                  <a:pt x="1299033" y="76466"/>
                </a:lnTo>
                <a:cubicBezTo>
                  <a:pt x="1299033" y="80471"/>
                  <a:pt x="1299100" y="84675"/>
                  <a:pt x="1299233" y="89079"/>
                </a:cubicBezTo>
                <a:cubicBezTo>
                  <a:pt x="1299367" y="93482"/>
                  <a:pt x="1299657" y="97463"/>
                  <a:pt x="1300103" y="101021"/>
                </a:cubicBezTo>
                <a:cubicBezTo>
                  <a:pt x="1298055" y="100844"/>
                  <a:pt x="1296054" y="100755"/>
                  <a:pt x="1294098" y="100755"/>
                </a:cubicBezTo>
                <a:cubicBezTo>
                  <a:pt x="1292140" y="100755"/>
                  <a:pt x="1290138" y="100844"/>
                  <a:pt x="1288093" y="101021"/>
                </a:cubicBezTo>
                <a:cubicBezTo>
                  <a:pt x="1288536" y="97463"/>
                  <a:pt x="1288825" y="93482"/>
                  <a:pt x="1288958" y="89079"/>
                </a:cubicBezTo>
                <a:cubicBezTo>
                  <a:pt x="1289092" y="84675"/>
                  <a:pt x="1289160" y="80471"/>
                  <a:pt x="1289160" y="76466"/>
                </a:cubicBezTo>
                <a:lnTo>
                  <a:pt x="1289160" y="62589"/>
                </a:lnTo>
                <a:close/>
                <a:moveTo>
                  <a:pt x="1488413" y="35899"/>
                </a:moveTo>
                <a:cubicBezTo>
                  <a:pt x="1488413" y="29761"/>
                  <a:pt x="1488324" y="24601"/>
                  <a:pt x="1488144" y="20420"/>
                </a:cubicBezTo>
                <a:cubicBezTo>
                  <a:pt x="1487967" y="16237"/>
                  <a:pt x="1487833" y="12545"/>
                  <a:pt x="1487745" y="9342"/>
                </a:cubicBezTo>
                <a:cubicBezTo>
                  <a:pt x="1490236" y="9788"/>
                  <a:pt x="1492238" y="10010"/>
                  <a:pt x="1493750" y="10010"/>
                </a:cubicBezTo>
                <a:cubicBezTo>
                  <a:pt x="1495262" y="10010"/>
                  <a:pt x="1497264" y="9788"/>
                  <a:pt x="1499755" y="9342"/>
                </a:cubicBezTo>
                <a:cubicBezTo>
                  <a:pt x="1509453" y="20107"/>
                  <a:pt x="1519039" y="30695"/>
                  <a:pt x="1528513" y="41104"/>
                </a:cubicBezTo>
                <a:cubicBezTo>
                  <a:pt x="1537989" y="51512"/>
                  <a:pt x="1547709" y="62099"/>
                  <a:pt x="1557673" y="72864"/>
                </a:cubicBezTo>
                <a:lnTo>
                  <a:pt x="1557673" y="61253"/>
                </a:lnTo>
                <a:lnTo>
                  <a:pt x="1557673" y="48308"/>
                </a:lnTo>
                <a:cubicBezTo>
                  <a:pt x="1557673" y="43949"/>
                  <a:pt x="1557650" y="39657"/>
                  <a:pt x="1557606" y="35431"/>
                </a:cubicBezTo>
                <a:cubicBezTo>
                  <a:pt x="1557561" y="31205"/>
                  <a:pt x="1557516" y="27313"/>
                  <a:pt x="1557471" y="23755"/>
                </a:cubicBezTo>
                <a:cubicBezTo>
                  <a:pt x="1557428" y="20196"/>
                  <a:pt x="1557339" y="17126"/>
                  <a:pt x="1557204" y="14547"/>
                </a:cubicBezTo>
                <a:cubicBezTo>
                  <a:pt x="1557071" y="11966"/>
                  <a:pt x="1556916" y="10232"/>
                  <a:pt x="1556738" y="9342"/>
                </a:cubicBezTo>
                <a:cubicBezTo>
                  <a:pt x="1559229" y="9788"/>
                  <a:pt x="1561231" y="10010"/>
                  <a:pt x="1562743" y="10010"/>
                </a:cubicBezTo>
                <a:cubicBezTo>
                  <a:pt x="1564255" y="10010"/>
                  <a:pt x="1566257" y="9788"/>
                  <a:pt x="1568748" y="9342"/>
                </a:cubicBezTo>
                <a:cubicBezTo>
                  <a:pt x="1568304" y="17439"/>
                  <a:pt x="1567948" y="24756"/>
                  <a:pt x="1567681" y="31295"/>
                </a:cubicBezTo>
                <a:cubicBezTo>
                  <a:pt x="1567414" y="37833"/>
                  <a:pt x="1567191" y="43994"/>
                  <a:pt x="1567013" y="49777"/>
                </a:cubicBezTo>
                <a:cubicBezTo>
                  <a:pt x="1566835" y="55560"/>
                  <a:pt x="1566724" y="61276"/>
                  <a:pt x="1566679" y="66926"/>
                </a:cubicBezTo>
                <a:cubicBezTo>
                  <a:pt x="1566636" y="72575"/>
                  <a:pt x="1566614" y="78602"/>
                  <a:pt x="1566614" y="85008"/>
                </a:cubicBezTo>
                <a:lnTo>
                  <a:pt x="1566614" y="101021"/>
                </a:lnTo>
                <a:cubicBezTo>
                  <a:pt x="1564834" y="100844"/>
                  <a:pt x="1563011" y="100755"/>
                  <a:pt x="1561143" y="100755"/>
                </a:cubicBezTo>
                <a:cubicBezTo>
                  <a:pt x="1559185" y="100755"/>
                  <a:pt x="1557450" y="100844"/>
                  <a:pt x="1555938" y="101021"/>
                </a:cubicBezTo>
                <a:cubicBezTo>
                  <a:pt x="1537610" y="79669"/>
                  <a:pt x="1518171" y="58184"/>
                  <a:pt x="1497621" y="36565"/>
                </a:cubicBezTo>
                <a:cubicBezTo>
                  <a:pt x="1497532" y="39146"/>
                  <a:pt x="1497464" y="41727"/>
                  <a:pt x="1497420" y="44307"/>
                </a:cubicBezTo>
                <a:cubicBezTo>
                  <a:pt x="1497375" y="46886"/>
                  <a:pt x="1497352" y="49511"/>
                  <a:pt x="1497352" y="52179"/>
                </a:cubicBezTo>
                <a:lnTo>
                  <a:pt x="1497352" y="67659"/>
                </a:lnTo>
                <a:cubicBezTo>
                  <a:pt x="1497352" y="72997"/>
                  <a:pt x="1497375" y="77534"/>
                  <a:pt x="1497420" y="81272"/>
                </a:cubicBezTo>
                <a:cubicBezTo>
                  <a:pt x="1497464" y="85007"/>
                  <a:pt x="1497531" y="88166"/>
                  <a:pt x="1497619" y="90746"/>
                </a:cubicBezTo>
                <a:cubicBezTo>
                  <a:pt x="1497709" y="93326"/>
                  <a:pt x="1497798" y="95439"/>
                  <a:pt x="1497886" y="97085"/>
                </a:cubicBezTo>
                <a:cubicBezTo>
                  <a:pt x="1497975" y="98731"/>
                  <a:pt x="1498065" y="100043"/>
                  <a:pt x="1498155" y="101021"/>
                </a:cubicBezTo>
                <a:cubicBezTo>
                  <a:pt x="1497086" y="100844"/>
                  <a:pt x="1496018" y="100755"/>
                  <a:pt x="1494950" y="100755"/>
                </a:cubicBezTo>
                <a:cubicBezTo>
                  <a:pt x="1493883" y="100755"/>
                  <a:pt x="1492860" y="100755"/>
                  <a:pt x="1491881" y="100755"/>
                </a:cubicBezTo>
                <a:cubicBezTo>
                  <a:pt x="1489835" y="100755"/>
                  <a:pt x="1487789" y="100844"/>
                  <a:pt x="1485744" y="101021"/>
                </a:cubicBezTo>
                <a:cubicBezTo>
                  <a:pt x="1485921" y="100310"/>
                  <a:pt x="1486143" y="97775"/>
                  <a:pt x="1486409" y="93416"/>
                </a:cubicBezTo>
                <a:cubicBezTo>
                  <a:pt x="1486677" y="89056"/>
                  <a:pt x="1486966" y="83740"/>
                  <a:pt x="1487277" y="77468"/>
                </a:cubicBezTo>
                <a:cubicBezTo>
                  <a:pt x="1487589" y="71196"/>
                  <a:pt x="1487857" y="64390"/>
                  <a:pt x="1488079" y="57050"/>
                </a:cubicBezTo>
                <a:cubicBezTo>
                  <a:pt x="1488302" y="49710"/>
                  <a:pt x="1488413" y="42660"/>
                  <a:pt x="1488413" y="35899"/>
                </a:cubicBezTo>
                <a:close/>
                <a:moveTo>
                  <a:pt x="1587164" y="11611"/>
                </a:moveTo>
                <a:cubicBezTo>
                  <a:pt x="1587164" y="8675"/>
                  <a:pt x="1588187" y="6183"/>
                  <a:pt x="1590233" y="4138"/>
                </a:cubicBezTo>
                <a:cubicBezTo>
                  <a:pt x="1592280" y="2092"/>
                  <a:pt x="1594772" y="1069"/>
                  <a:pt x="1597708" y="1069"/>
                </a:cubicBezTo>
                <a:cubicBezTo>
                  <a:pt x="1600643" y="1069"/>
                  <a:pt x="1603133" y="2092"/>
                  <a:pt x="1605179" y="4138"/>
                </a:cubicBezTo>
                <a:cubicBezTo>
                  <a:pt x="1607226" y="6183"/>
                  <a:pt x="1608250" y="8675"/>
                  <a:pt x="1608250" y="11611"/>
                </a:cubicBezTo>
                <a:cubicBezTo>
                  <a:pt x="1608250" y="14547"/>
                  <a:pt x="1607226" y="17038"/>
                  <a:pt x="1605179" y="19084"/>
                </a:cubicBezTo>
                <a:cubicBezTo>
                  <a:pt x="1603133" y="21130"/>
                  <a:pt x="1600643" y="22153"/>
                  <a:pt x="1597708" y="22153"/>
                </a:cubicBezTo>
                <a:cubicBezTo>
                  <a:pt x="1594772" y="22153"/>
                  <a:pt x="1592280" y="21130"/>
                  <a:pt x="1590233" y="19084"/>
                </a:cubicBezTo>
                <a:cubicBezTo>
                  <a:pt x="1588187" y="17038"/>
                  <a:pt x="1587164" y="14547"/>
                  <a:pt x="1587164" y="11611"/>
                </a:cubicBezTo>
                <a:moveTo>
                  <a:pt x="1588767" y="66458"/>
                </a:moveTo>
                <a:cubicBezTo>
                  <a:pt x="1588767" y="61032"/>
                  <a:pt x="1588699" y="55939"/>
                  <a:pt x="1588565" y="51180"/>
                </a:cubicBezTo>
                <a:cubicBezTo>
                  <a:pt x="1588432" y="46419"/>
                  <a:pt x="1588143" y="41636"/>
                  <a:pt x="1587698" y="36832"/>
                </a:cubicBezTo>
                <a:cubicBezTo>
                  <a:pt x="1588944" y="37010"/>
                  <a:pt x="1590412" y="37166"/>
                  <a:pt x="1592102" y="37300"/>
                </a:cubicBezTo>
                <a:cubicBezTo>
                  <a:pt x="1593792" y="37433"/>
                  <a:pt x="1595661" y="37500"/>
                  <a:pt x="1597708" y="37500"/>
                </a:cubicBezTo>
                <a:cubicBezTo>
                  <a:pt x="1601889" y="37500"/>
                  <a:pt x="1605225" y="37277"/>
                  <a:pt x="1607716" y="36832"/>
                </a:cubicBezTo>
                <a:cubicBezTo>
                  <a:pt x="1607271" y="41636"/>
                  <a:pt x="1606981" y="46419"/>
                  <a:pt x="1606847" y="51180"/>
                </a:cubicBezTo>
                <a:cubicBezTo>
                  <a:pt x="1606714" y="55939"/>
                  <a:pt x="1606647" y="61032"/>
                  <a:pt x="1606647" y="66458"/>
                </a:cubicBezTo>
                <a:lnTo>
                  <a:pt x="1606647" y="71797"/>
                </a:lnTo>
                <a:cubicBezTo>
                  <a:pt x="1606647" y="77223"/>
                  <a:pt x="1606714" y="82338"/>
                  <a:pt x="1606847" y="87142"/>
                </a:cubicBezTo>
                <a:cubicBezTo>
                  <a:pt x="1606981" y="91946"/>
                  <a:pt x="1607271" y="96573"/>
                  <a:pt x="1607716" y="101021"/>
                </a:cubicBezTo>
                <a:cubicBezTo>
                  <a:pt x="1606560" y="100844"/>
                  <a:pt x="1605114" y="100755"/>
                  <a:pt x="1603379" y="100755"/>
                </a:cubicBezTo>
                <a:cubicBezTo>
                  <a:pt x="1601644" y="100755"/>
                  <a:pt x="1599754" y="100755"/>
                  <a:pt x="1597708" y="100755"/>
                </a:cubicBezTo>
                <a:cubicBezTo>
                  <a:pt x="1595661" y="100755"/>
                  <a:pt x="1593792" y="100755"/>
                  <a:pt x="1592102" y="100755"/>
                </a:cubicBezTo>
                <a:cubicBezTo>
                  <a:pt x="1590412" y="100755"/>
                  <a:pt x="1588944" y="100844"/>
                  <a:pt x="1587698" y="101021"/>
                </a:cubicBezTo>
                <a:cubicBezTo>
                  <a:pt x="1588143" y="96573"/>
                  <a:pt x="1588432" y="91946"/>
                  <a:pt x="1588565" y="87142"/>
                </a:cubicBezTo>
                <a:cubicBezTo>
                  <a:pt x="1588699" y="82338"/>
                  <a:pt x="1588767" y="77223"/>
                  <a:pt x="1588767" y="71797"/>
                </a:cubicBezTo>
                <a:lnTo>
                  <a:pt x="1588767" y="66458"/>
                </a:lnTo>
                <a:close/>
                <a:moveTo>
                  <a:pt x="1648817" y="40569"/>
                </a:moveTo>
                <a:cubicBezTo>
                  <a:pt x="1642767" y="40569"/>
                  <a:pt x="1639742" y="46441"/>
                  <a:pt x="1639742" y="58184"/>
                </a:cubicBezTo>
                <a:cubicBezTo>
                  <a:pt x="1639742" y="61121"/>
                  <a:pt x="1640009" y="63590"/>
                  <a:pt x="1640542" y="65592"/>
                </a:cubicBezTo>
                <a:cubicBezTo>
                  <a:pt x="1641077" y="67593"/>
                  <a:pt x="1641767" y="69217"/>
                  <a:pt x="1642611" y="70463"/>
                </a:cubicBezTo>
                <a:cubicBezTo>
                  <a:pt x="1643457" y="71708"/>
                  <a:pt x="1644391" y="72597"/>
                  <a:pt x="1645413" y="73131"/>
                </a:cubicBezTo>
                <a:cubicBezTo>
                  <a:pt x="1646436" y="73664"/>
                  <a:pt x="1647482" y="73931"/>
                  <a:pt x="1648551" y="73931"/>
                </a:cubicBezTo>
                <a:cubicBezTo>
                  <a:pt x="1651486" y="73931"/>
                  <a:pt x="1653665" y="72641"/>
                  <a:pt x="1655089" y="70062"/>
                </a:cubicBezTo>
                <a:cubicBezTo>
                  <a:pt x="1656513" y="67481"/>
                  <a:pt x="1657225" y="63122"/>
                  <a:pt x="1657225" y="56983"/>
                </a:cubicBezTo>
                <a:cubicBezTo>
                  <a:pt x="1657225" y="50934"/>
                  <a:pt x="1656424" y="46686"/>
                  <a:pt x="1654822" y="44240"/>
                </a:cubicBezTo>
                <a:cubicBezTo>
                  <a:pt x="1653221" y="41792"/>
                  <a:pt x="1651219" y="40569"/>
                  <a:pt x="1648817" y="40569"/>
                </a:cubicBezTo>
                <a:moveTo>
                  <a:pt x="1668702" y="41904"/>
                </a:moveTo>
                <a:cubicBezTo>
                  <a:pt x="1670925" y="43505"/>
                  <a:pt x="1672682" y="45529"/>
                  <a:pt x="1673972" y="47977"/>
                </a:cubicBezTo>
                <a:cubicBezTo>
                  <a:pt x="1675263" y="50423"/>
                  <a:pt x="1675908" y="53336"/>
                  <a:pt x="1675908" y="56716"/>
                </a:cubicBezTo>
                <a:cubicBezTo>
                  <a:pt x="1675908" y="60008"/>
                  <a:pt x="1675285" y="63011"/>
                  <a:pt x="1674039" y="65725"/>
                </a:cubicBezTo>
                <a:cubicBezTo>
                  <a:pt x="1672794" y="68438"/>
                  <a:pt x="1671037" y="70774"/>
                  <a:pt x="1668767" y="72731"/>
                </a:cubicBezTo>
                <a:cubicBezTo>
                  <a:pt x="1666498" y="74688"/>
                  <a:pt x="1663785" y="76200"/>
                  <a:pt x="1660626" y="77268"/>
                </a:cubicBezTo>
                <a:cubicBezTo>
                  <a:pt x="1657468" y="78335"/>
                  <a:pt x="1653933" y="78869"/>
                  <a:pt x="1650019" y="78869"/>
                </a:cubicBezTo>
                <a:cubicBezTo>
                  <a:pt x="1649040" y="78869"/>
                  <a:pt x="1648083" y="78847"/>
                  <a:pt x="1647148" y="78804"/>
                </a:cubicBezTo>
                <a:cubicBezTo>
                  <a:pt x="1646214" y="78759"/>
                  <a:pt x="1645169" y="78736"/>
                  <a:pt x="1644012" y="78736"/>
                </a:cubicBezTo>
                <a:cubicBezTo>
                  <a:pt x="1642945" y="78736"/>
                  <a:pt x="1642033" y="79226"/>
                  <a:pt x="1641277" y="80205"/>
                </a:cubicBezTo>
                <a:cubicBezTo>
                  <a:pt x="1640521" y="81182"/>
                  <a:pt x="1640143" y="82294"/>
                  <a:pt x="1640143" y="83540"/>
                </a:cubicBezTo>
                <a:cubicBezTo>
                  <a:pt x="1640143" y="85675"/>
                  <a:pt x="1640966" y="87366"/>
                  <a:pt x="1642611" y="88612"/>
                </a:cubicBezTo>
                <a:cubicBezTo>
                  <a:pt x="1644258" y="89857"/>
                  <a:pt x="1646860" y="90524"/>
                  <a:pt x="1650418" y="90612"/>
                </a:cubicBezTo>
                <a:lnTo>
                  <a:pt x="1660294" y="90746"/>
                </a:lnTo>
                <a:cubicBezTo>
                  <a:pt x="1667767" y="90835"/>
                  <a:pt x="1673260" y="92236"/>
                  <a:pt x="1676773" y="94949"/>
                </a:cubicBezTo>
                <a:cubicBezTo>
                  <a:pt x="1680288" y="97663"/>
                  <a:pt x="1682045" y="102000"/>
                  <a:pt x="1682045" y="107961"/>
                </a:cubicBezTo>
                <a:cubicBezTo>
                  <a:pt x="1682045" y="113299"/>
                  <a:pt x="1680955" y="117769"/>
                  <a:pt x="1678775" y="121372"/>
                </a:cubicBezTo>
                <a:cubicBezTo>
                  <a:pt x="1676596" y="124976"/>
                  <a:pt x="1673794" y="127912"/>
                  <a:pt x="1670369" y="130181"/>
                </a:cubicBezTo>
                <a:cubicBezTo>
                  <a:pt x="1666944" y="132449"/>
                  <a:pt x="1663141" y="134073"/>
                  <a:pt x="1658958" y="135051"/>
                </a:cubicBezTo>
                <a:cubicBezTo>
                  <a:pt x="1654777" y="136030"/>
                  <a:pt x="1650730" y="136520"/>
                  <a:pt x="1646816" y="136520"/>
                </a:cubicBezTo>
                <a:cubicBezTo>
                  <a:pt x="1638452" y="136520"/>
                  <a:pt x="1631935" y="134896"/>
                  <a:pt x="1627264" y="131649"/>
                </a:cubicBezTo>
                <a:cubicBezTo>
                  <a:pt x="1622594" y="128402"/>
                  <a:pt x="1620259" y="124109"/>
                  <a:pt x="1620259" y="118769"/>
                </a:cubicBezTo>
                <a:cubicBezTo>
                  <a:pt x="1620259" y="114500"/>
                  <a:pt x="1621437" y="111053"/>
                  <a:pt x="1623794" y="108427"/>
                </a:cubicBezTo>
                <a:cubicBezTo>
                  <a:pt x="1626152" y="105803"/>
                  <a:pt x="1629333" y="103735"/>
                  <a:pt x="1633338" y="102223"/>
                </a:cubicBezTo>
                <a:lnTo>
                  <a:pt x="1633338" y="101956"/>
                </a:lnTo>
                <a:cubicBezTo>
                  <a:pt x="1631025" y="101155"/>
                  <a:pt x="1629178" y="99932"/>
                  <a:pt x="1627799" y="98287"/>
                </a:cubicBezTo>
                <a:cubicBezTo>
                  <a:pt x="1626420" y="96640"/>
                  <a:pt x="1625730" y="94571"/>
                  <a:pt x="1625730" y="92080"/>
                </a:cubicBezTo>
                <a:cubicBezTo>
                  <a:pt x="1625730" y="89144"/>
                  <a:pt x="1626864" y="86297"/>
                  <a:pt x="1629133" y="83540"/>
                </a:cubicBezTo>
                <a:cubicBezTo>
                  <a:pt x="1631401" y="80782"/>
                  <a:pt x="1634404" y="78913"/>
                  <a:pt x="1638141" y="77934"/>
                </a:cubicBezTo>
                <a:lnTo>
                  <a:pt x="1638141" y="77667"/>
                </a:lnTo>
                <a:cubicBezTo>
                  <a:pt x="1632714" y="76333"/>
                  <a:pt x="1628533" y="73931"/>
                  <a:pt x="1625598" y="70461"/>
                </a:cubicBezTo>
                <a:cubicBezTo>
                  <a:pt x="1622572" y="66903"/>
                  <a:pt x="1621059" y="62277"/>
                  <a:pt x="1621059" y="56584"/>
                </a:cubicBezTo>
                <a:cubicBezTo>
                  <a:pt x="1621059" y="53202"/>
                  <a:pt x="1621749" y="50177"/>
                  <a:pt x="1623128" y="47508"/>
                </a:cubicBezTo>
                <a:cubicBezTo>
                  <a:pt x="1624507" y="44839"/>
                  <a:pt x="1626442" y="42593"/>
                  <a:pt x="1628933" y="40770"/>
                </a:cubicBezTo>
                <a:cubicBezTo>
                  <a:pt x="1631424" y="38946"/>
                  <a:pt x="1634405" y="37544"/>
                  <a:pt x="1637875" y="36565"/>
                </a:cubicBezTo>
                <a:cubicBezTo>
                  <a:pt x="1641344" y="35587"/>
                  <a:pt x="1645170" y="35097"/>
                  <a:pt x="1649351" y="35097"/>
                </a:cubicBezTo>
                <a:cubicBezTo>
                  <a:pt x="1650953" y="35097"/>
                  <a:pt x="1652599" y="35164"/>
                  <a:pt x="1654289" y="35299"/>
                </a:cubicBezTo>
                <a:cubicBezTo>
                  <a:pt x="1655979" y="35432"/>
                  <a:pt x="1657625" y="35542"/>
                  <a:pt x="1659227" y="35631"/>
                </a:cubicBezTo>
                <a:cubicBezTo>
                  <a:pt x="1660384" y="35720"/>
                  <a:pt x="1661562" y="35787"/>
                  <a:pt x="1662762" y="35832"/>
                </a:cubicBezTo>
                <a:cubicBezTo>
                  <a:pt x="1663963" y="35877"/>
                  <a:pt x="1665276" y="35899"/>
                  <a:pt x="1666700" y="35899"/>
                </a:cubicBezTo>
                <a:cubicBezTo>
                  <a:pt x="1668924" y="35899"/>
                  <a:pt x="1671236" y="35877"/>
                  <a:pt x="1673638" y="35832"/>
                </a:cubicBezTo>
                <a:cubicBezTo>
                  <a:pt x="1676040" y="35787"/>
                  <a:pt x="1678443" y="35765"/>
                  <a:pt x="1680844" y="35765"/>
                </a:cubicBezTo>
                <a:cubicBezTo>
                  <a:pt x="1680756" y="36299"/>
                  <a:pt x="1680689" y="36833"/>
                  <a:pt x="1680644" y="37368"/>
                </a:cubicBezTo>
                <a:cubicBezTo>
                  <a:pt x="1680600" y="37901"/>
                  <a:pt x="1680577" y="38435"/>
                  <a:pt x="1680577" y="38968"/>
                </a:cubicBezTo>
                <a:cubicBezTo>
                  <a:pt x="1680577" y="39502"/>
                  <a:pt x="1680600" y="40035"/>
                  <a:pt x="1680644" y="40569"/>
                </a:cubicBezTo>
                <a:cubicBezTo>
                  <a:pt x="1680689" y="41102"/>
                  <a:pt x="1680756" y="41636"/>
                  <a:pt x="1680844" y="42171"/>
                </a:cubicBezTo>
                <a:lnTo>
                  <a:pt x="1669101" y="41638"/>
                </a:lnTo>
                <a:lnTo>
                  <a:pt x="1668702" y="41904"/>
                </a:lnTo>
                <a:moveTo>
                  <a:pt x="1666566" y="115167"/>
                </a:moveTo>
                <a:cubicBezTo>
                  <a:pt x="1666566" y="112587"/>
                  <a:pt x="1666120" y="110474"/>
                  <a:pt x="1665230" y="108828"/>
                </a:cubicBezTo>
                <a:cubicBezTo>
                  <a:pt x="1664341" y="107183"/>
                  <a:pt x="1663073" y="105915"/>
                  <a:pt x="1661428" y="105025"/>
                </a:cubicBezTo>
                <a:cubicBezTo>
                  <a:pt x="1659783" y="104135"/>
                  <a:pt x="1657759" y="103535"/>
                  <a:pt x="1655356" y="103223"/>
                </a:cubicBezTo>
                <a:cubicBezTo>
                  <a:pt x="1652955" y="102912"/>
                  <a:pt x="1650241" y="102756"/>
                  <a:pt x="1647215" y="102756"/>
                </a:cubicBezTo>
                <a:cubicBezTo>
                  <a:pt x="1642589" y="102756"/>
                  <a:pt x="1639386" y="103201"/>
                  <a:pt x="1637608" y="104090"/>
                </a:cubicBezTo>
                <a:cubicBezTo>
                  <a:pt x="1636539" y="104625"/>
                  <a:pt x="1635405" y="105915"/>
                  <a:pt x="1634203" y="107961"/>
                </a:cubicBezTo>
                <a:cubicBezTo>
                  <a:pt x="1633003" y="110007"/>
                  <a:pt x="1632403" y="112587"/>
                  <a:pt x="1632403" y="115701"/>
                </a:cubicBezTo>
                <a:cubicBezTo>
                  <a:pt x="1632403" y="118281"/>
                  <a:pt x="1632870" y="120528"/>
                  <a:pt x="1633804" y="122441"/>
                </a:cubicBezTo>
                <a:cubicBezTo>
                  <a:pt x="1634738" y="124354"/>
                  <a:pt x="1636005" y="125932"/>
                  <a:pt x="1637606" y="127177"/>
                </a:cubicBezTo>
                <a:cubicBezTo>
                  <a:pt x="1639208" y="128423"/>
                  <a:pt x="1641054" y="129380"/>
                  <a:pt x="1643144" y="130046"/>
                </a:cubicBezTo>
                <a:cubicBezTo>
                  <a:pt x="1645236" y="130714"/>
                  <a:pt x="1647483" y="131048"/>
                  <a:pt x="1649885" y="131048"/>
                </a:cubicBezTo>
                <a:cubicBezTo>
                  <a:pt x="1652465" y="131048"/>
                  <a:pt x="1654778" y="130625"/>
                  <a:pt x="1656824" y="129780"/>
                </a:cubicBezTo>
                <a:cubicBezTo>
                  <a:pt x="1658870" y="128934"/>
                  <a:pt x="1660627" y="127777"/>
                  <a:pt x="1662094" y="126310"/>
                </a:cubicBezTo>
                <a:cubicBezTo>
                  <a:pt x="1663563" y="124842"/>
                  <a:pt x="1664675" y="123152"/>
                  <a:pt x="1665431" y="121239"/>
                </a:cubicBezTo>
                <a:cubicBezTo>
                  <a:pt x="1666188" y="119327"/>
                  <a:pt x="1666566" y="117303"/>
                  <a:pt x="1666566" y="115167"/>
                </a:cubicBezTo>
                <a:close/>
                <a:moveTo>
                  <a:pt x="1707135" y="69127"/>
                </a:moveTo>
                <a:cubicBezTo>
                  <a:pt x="1707135" y="72685"/>
                  <a:pt x="1707491" y="76021"/>
                  <a:pt x="1708202" y="79136"/>
                </a:cubicBezTo>
                <a:cubicBezTo>
                  <a:pt x="1708915" y="82250"/>
                  <a:pt x="1710005" y="84941"/>
                  <a:pt x="1711472" y="87209"/>
                </a:cubicBezTo>
                <a:cubicBezTo>
                  <a:pt x="1712940" y="89478"/>
                  <a:pt x="1714808" y="91257"/>
                  <a:pt x="1717076" y="92548"/>
                </a:cubicBezTo>
                <a:cubicBezTo>
                  <a:pt x="1719346" y="93838"/>
                  <a:pt x="1721993" y="94483"/>
                  <a:pt x="1725017" y="94483"/>
                </a:cubicBezTo>
                <a:cubicBezTo>
                  <a:pt x="1731156" y="94483"/>
                  <a:pt x="1736628" y="92481"/>
                  <a:pt x="1741432" y="88478"/>
                </a:cubicBezTo>
                <a:lnTo>
                  <a:pt x="1743032" y="89679"/>
                </a:lnTo>
                <a:lnTo>
                  <a:pt x="1740096" y="97152"/>
                </a:lnTo>
                <a:cubicBezTo>
                  <a:pt x="1737872" y="98843"/>
                  <a:pt x="1735204" y="100199"/>
                  <a:pt x="1732089" y="101221"/>
                </a:cubicBezTo>
                <a:cubicBezTo>
                  <a:pt x="1728975" y="102244"/>
                  <a:pt x="1724883" y="102756"/>
                  <a:pt x="1719813" y="102756"/>
                </a:cubicBezTo>
                <a:cubicBezTo>
                  <a:pt x="1715454" y="102756"/>
                  <a:pt x="1711317" y="102156"/>
                  <a:pt x="1707402" y="100954"/>
                </a:cubicBezTo>
                <a:cubicBezTo>
                  <a:pt x="1703488" y="99754"/>
                  <a:pt x="1700041" y="97775"/>
                  <a:pt x="1697059" y="95016"/>
                </a:cubicBezTo>
                <a:cubicBezTo>
                  <a:pt x="1694080" y="92258"/>
                  <a:pt x="1691722" y="88766"/>
                  <a:pt x="1689988" y="84540"/>
                </a:cubicBezTo>
                <a:cubicBezTo>
                  <a:pt x="1688253" y="80314"/>
                  <a:pt x="1687385" y="75265"/>
                  <a:pt x="1687385" y="69394"/>
                </a:cubicBezTo>
                <a:cubicBezTo>
                  <a:pt x="1687385" y="63611"/>
                  <a:pt x="1688163" y="58585"/>
                  <a:pt x="1689719" y="54315"/>
                </a:cubicBezTo>
                <a:cubicBezTo>
                  <a:pt x="1691276" y="50045"/>
                  <a:pt x="1693434" y="46486"/>
                  <a:pt x="1696192" y="43639"/>
                </a:cubicBezTo>
                <a:cubicBezTo>
                  <a:pt x="1698950" y="40791"/>
                  <a:pt x="1702220" y="38656"/>
                  <a:pt x="1706001" y="37233"/>
                </a:cubicBezTo>
                <a:cubicBezTo>
                  <a:pt x="1709781" y="35809"/>
                  <a:pt x="1713896" y="35097"/>
                  <a:pt x="1718345" y="35097"/>
                </a:cubicBezTo>
                <a:cubicBezTo>
                  <a:pt x="1727152" y="35097"/>
                  <a:pt x="1733891" y="37677"/>
                  <a:pt x="1738561" y="42837"/>
                </a:cubicBezTo>
                <a:cubicBezTo>
                  <a:pt x="1743232" y="47997"/>
                  <a:pt x="1745567" y="55292"/>
                  <a:pt x="1745567" y="64723"/>
                </a:cubicBezTo>
                <a:lnTo>
                  <a:pt x="1745567" y="67527"/>
                </a:lnTo>
                <a:cubicBezTo>
                  <a:pt x="1745567" y="68326"/>
                  <a:pt x="1745523" y="68860"/>
                  <a:pt x="1745435" y="69127"/>
                </a:cubicBezTo>
                <a:lnTo>
                  <a:pt x="1707135" y="69127"/>
                </a:lnTo>
                <a:moveTo>
                  <a:pt x="1727687" y="63122"/>
                </a:moveTo>
                <a:cubicBezTo>
                  <a:pt x="1727508" y="56450"/>
                  <a:pt x="1726684" y="51112"/>
                  <a:pt x="1725217" y="47109"/>
                </a:cubicBezTo>
                <a:cubicBezTo>
                  <a:pt x="1723750" y="43104"/>
                  <a:pt x="1721281" y="41102"/>
                  <a:pt x="1717811" y="41102"/>
                </a:cubicBezTo>
                <a:cubicBezTo>
                  <a:pt x="1715854" y="41102"/>
                  <a:pt x="1714208" y="41769"/>
                  <a:pt x="1712873" y="43104"/>
                </a:cubicBezTo>
                <a:cubicBezTo>
                  <a:pt x="1711539" y="44438"/>
                  <a:pt x="1710471" y="46151"/>
                  <a:pt x="1709670" y="48243"/>
                </a:cubicBezTo>
                <a:cubicBezTo>
                  <a:pt x="1708869" y="50334"/>
                  <a:pt x="1708268" y="52691"/>
                  <a:pt x="1707868" y="55315"/>
                </a:cubicBezTo>
                <a:cubicBezTo>
                  <a:pt x="1707469" y="57939"/>
                  <a:pt x="1707225" y="60542"/>
                  <a:pt x="1707135" y="63122"/>
                </a:cubicBezTo>
                <a:lnTo>
                  <a:pt x="1727687" y="63122"/>
                </a:lnTo>
                <a:close/>
                <a:moveTo>
                  <a:pt x="1775995" y="53381"/>
                </a:moveTo>
                <a:cubicBezTo>
                  <a:pt x="1778308" y="47242"/>
                  <a:pt x="1781110" y="42727"/>
                  <a:pt x="1784401" y="39836"/>
                </a:cubicBezTo>
                <a:cubicBezTo>
                  <a:pt x="1787693" y="36944"/>
                  <a:pt x="1791608" y="35498"/>
                  <a:pt x="1796146" y="35498"/>
                </a:cubicBezTo>
                <a:cubicBezTo>
                  <a:pt x="1796590" y="35498"/>
                  <a:pt x="1796967" y="35521"/>
                  <a:pt x="1797278" y="35565"/>
                </a:cubicBezTo>
                <a:cubicBezTo>
                  <a:pt x="1797590" y="35609"/>
                  <a:pt x="1797924" y="35631"/>
                  <a:pt x="1798280" y="35631"/>
                </a:cubicBezTo>
                <a:cubicBezTo>
                  <a:pt x="1798013" y="36965"/>
                  <a:pt x="1797812" y="38389"/>
                  <a:pt x="1797679" y="39903"/>
                </a:cubicBezTo>
                <a:cubicBezTo>
                  <a:pt x="1797546" y="41415"/>
                  <a:pt x="1797480" y="43194"/>
                  <a:pt x="1797480" y="45240"/>
                </a:cubicBezTo>
                <a:lnTo>
                  <a:pt x="1797480" y="49510"/>
                </a:lnTo>
                <a:cubicBezTo>
                  <a:pt x="1797480" y="50221"/>
                  <a:pt x="1797480" y="50977"/>
                  <a:pt x="1797480" y="51778"/>
                </a:cubicBezTo>
                <a:cubicBezTo>
                  <a:pt x="1797480" y="52579"/>
                  <a:pt x="1797524" y="53335"/>
                  <a:pt x="1797612" y="54047"/>
                </a:cubicBezTo>
                <a:lnTo>
                  <a:pt x="1796413" y="55116"/>
                </a:lnTo>
                <a:cubicBezTo>
                  <a:pt x="1795522" y="54581"/>
                  <a:pt x="1794521" y="54136"/>
                  <a:pt x="1793409" y="53780"/>
                </a:cubicBezTo>
                <a:cubicBezTo>
                  <a:pt x="1792297" y="53424"/>
                  <a:pt x="1791029" y="53246"/>
                  <a:pt x="1789605" y="53246"/>
                </a:cubicBezTo>
                <a:cubicBezTo>
                  <a:pt x="1785602" y="53246"/>
                  <a:pt x="1782444" y="54559"/>
                  <a:pt x="1780131" y="57185"/>
                </a:cubicBezTo>
                <a:cubicBezTo>
                  <a:pt x="1777817" y="59809"/>
                  <a:pt x="1776661" y="62900"/>
                  <a:pt x="1776661" y="66458"/>
                </a:cubicBezTo>
                <a:lnTo>
                  <a:pt x="1776661" y="71797"/>
                </a:lnTo>
                <a:cubicBezTo>
                  <a:pt x="1776661" y="77223"/>
                  <a:pt x="1776727" y="82338"/>
                  <a:pt x="1776860" y="87142"/>
                </a:cubicBezTo>
                <a:cubicBezTo>
                  <a:pt x="1776995" y="91946"/>
                  <a:pt x="1777285" y="96573"/>
                  <a:pt x="1777730" y="101021"/>
                </a:cubicBezTo>
                <a:cubicBezTo>
                  <a:pt x="1776573" y="100844"/>
                  <a:pt x="1775128" y="100755"/>
                  <a:pt x="1773393" y="100755"/>
                </a:cubicBezTo>
                <a:cubicBezTo>
                  <a:pt x="1771658" y="100755"/>
                  <a:pt x="1769767" y="100755"/>
                  <a:pt x="1767720" y="100755"/>
                </a:cubicBezTo>
                <a:cubicBezTo>
                  <a:pt x="1765674" y="100755"/>
                  <a:pt x="1763806" y="100755"/>
                  <a:pt x="1762116" y="100755"/>
                </a:cubicBezTo>
                <a:cubicBezTo>
                  <a:pt x="1760426" y="100755"/>
                  <a:pt x="1758958" y="100844"/>
                  <a:pt x="1757711" y="101021"/>
                </a:cubicBezTo>
                <a:cubicBezTo>
                  <a:pt x="1758157" y="96573"/>
                  <a:pt x="1758446" y="91946"/>
                  <a:pt x="1758579" y="87142"/>
                </a:cubicBezTo>
                <a:cubicBezTo>
                  <a:pt x="1758712" y="82338"/>
                  <a:pt x="1758778" y="77223"/>
                  <a:pt x="1758778" y="71797"/>
                </a:cubicBezTo>
                <a:lnTo>
                  <a:pt x="1758778" y="66458"/>
                </a:lnTo>
                <a:cubicBezTo>
                  <a:pt x="1758778" y="61032"/>
                  <a:pt x="1758712" y="55939"/>
                  <a:pt x="1758579" y="51180"/>
                </a:cubicBezTo>
                <a:cubicBezTo>
                  <a:pt x="1758446" y="46419"/>
                  <a:pt x="1758157" y="41636"/>
                  <a:pt x="1757711" y="36832"/>
                </a:cubicBezTo>
                <a:cubicBezTo>
                  <a:pt x="1759224" y="37010"/>
                  <a:pt x="1760758" y="37166"/>
                  <a:pt x="1762315" y="37300"/>
                </a:cubicBezTo>
                <a:cubicBezTo>
                  <a:pt x="1763872" y="37433"/>
                  <a:pt x="1765407" y="37500"/>
                  <a:pt x="1766919" y="37500"/>
                </a:cubicBezTo>
                <a:cubicBezTo>
                  <a:pt x="1768432" y="37500"/>
                  <a:pt x="1769966" y="37433"/>
                  <a:pt x="1771523" y="37300"/>
                </a:cubicBezTo>
                <a:cubicBezTo>
                  <a:pt x="1773080" y="37166"/>
                  <a:pt x="1774615" y="37010"/>
                  <a:pt x="1776127" y="36832"/>
                </a:cubicBezTo>
                <a:lnTo>
                  <a:pt x="1775728" y="53114"/>
                </a:lnTo>
                <a:lnTo>
                  <a:pt x="1775995" y="53381"/>
                </a:lnTo>
                <a:close/>
                <a:moveTo>
                  <a:pt x="1809622" y="11611"/>
                </a:moveTo>
                <a:cubicBezTo>
                  <a:pt x="1809622" y="8675"/>
                  <a:pt x="1810645" y="6183"/>
                  <a:pt x="1812691" y="4138"/>
                </a:cubicBezTo>
                <a:cubicBezTo>
                  <a:pt x="1814738" y="2092"/>
                  <a:pt x="1817230" y="1069"/>
                  <a:pt x="1820166" y="1069"/>
                </a:cubicBezTo>
                <a:cubicBezTo>
                  <a:pt x="1823101" y="1069"/>
                  <a:pt x="1825592" y="2092"/>
                  <a:pt x="1827637" y="4138"/>
                </a:cubicBezTo>
                <a:cubicBezTo>
                  <a:pt x="1829684" y="6183"/>
                  <a:pt x="1830708" y="8675"/>
                  <a:pt x="1830708" y="11611"/>
                </a:cubicBezTo>
                <a:cubicBezTo>
                  <a:pt x="1830708" y="14547"/>
                  <a:pt x="1829684" y="17038"/>
                  <a:pt x="1827637" y="19084"/>
                </a:cubicBezTo>
                <a:cubicBezTo>
                  <a:pt x="1825592" y="21130"/>
                  <a:pt x="1823101" y="22153"/>
                  <a:pt x="1820166" y="22153"/>
                </a:cubicBezTo>
                <a:cubicBezTo>
                  <a:pt x="1817230" y="22153"/>
                  <a:pt x="1814738" y="21130"/>
                  <a:pt x="1812691" y="19084"/>
                </a:cubicBezTo>
                <a:cubicBezTo>
                  <a:pt x="1810645" y="17038"/>
                  <a:pt x="1809622" y="14547"/>
                  <a:pt x="1809622" y="11611"/>
                </a:cubicBezTo>
                <a:moveTo>
                  <a:pt x="1811225" y="66458"/>
                </a:moveTo>
                <a:cubicBezTo>
                  <a:pt x="1811225" y="61032"/>
                  <a:pt x="1811158" y="55939"/>
                  <a:pt x="1811023" y="51180"/>
                </a:cubicBezTo>
                <a:cubicBezTo>
                  <a:pt x="1810890" y="46419"/>
                  <a:pt x="1810601" y="41636"/>
                  <a:pt x="1810156" y="36832"/>
                </a:cubicBezTo>
                <a:cubicBezTo>
                  <a:pt x="1811402" y="37010"/>
                  <a:pt x="1812870" y="37166"/>
                  <a:pt x="1814560" y="37300"/>
                </a:cubicBezTo>
                <a:cubicBezTo>
                  <a:pt x="1816250" y="37433"/>
                  <a:pt x="1818119" y="37500"/>
                  <a:pt x="1820166" y="37500"/>
                </a:cubicBezTo>
                <a:cubicBezTo>
                  <a:pt x="1824347" y="37500"/>
                  <a:pt x="1827683" y="37277"/>
                  <a:pt x="1830175" y="36832"/>
                </a:cubicBezTo>
                <a:cubicBezTo>
                  <a:pt x="1829729" y="41636"/>
                  <a:pt x="1829439" y="46419"/>
                  <a:pt x="1829305" y="51180"/>
                </a:cubicBezTo>
                <a:cubicBezTo>
                  <a:pt x="1829172" y="55939"/>
                  <a:pt x="1829105" y="61032"/>
                  <a:pt x="1829105" y="66458"/>
                </a:cubicBezTo>
                <a:lnTo>
                  <a:pt x="1829105" y="71797"/>
                </a:lnTo>
                <a:cubicBezTo>
                  <a:pt x="1829105" y="77223"/>
                  <a:pt x="1829172" y="82338"/>
                  <a:pt x="1829305" y="87142"/>
                </a:cubicBezTo>
                <a:cubicBezTo>
                  <a:pt x="1829439" y="91946"/>
                  <a:pt x="1829729" y="96573"/>
                  <a:pt x="1830175" y="101021"/>
                </a:cubicBezTo>
                <a:cubicBezTo>
                  <a:pt x="1829018" y="100844"/>
                  <a:pt x="1827572" y="100755"/>
                  <a:pt x="1825837" y="100755"/>
                </a:cubicBezTo>
                <a:cubicBezTo>
                  <a:pt x="1824102" y="100755"/>
                  <a:pt x="1822212" y="100755"/>
                  <a:pt x="1820166" y="100755"/>
                </a:cubicBezTo>
                <a:cubicBezTo>
                  <a:pt x="1818119" y="100755"/>
                  <a:pt x="1816250" y="100755"/>
                  <a:pt x="1814560" y="100755"/>
                </a:cubicBezTo>
                <a:cubicBezTo>
                  <a:pt x="1812870" y="100755"/>
                  <a:pt x="1811402" y="100844"/>
                  <a:pt x="1810156" y="101021"/>
                </a:cubicBezTo>
                <a:cubicBezTo>
                  <a:pt x="1810601" y="96573"/>
                  <a:pt x="1810890" y="91946"/>
                  <a:pt x="1811023" y="87142"/>
                </a:cubicBezTo>
                <a:cubicBezTo>
                  <a:pt x="1811158" y="82338"/>
                  <a:pt x="1811225" y="77223"/>
                  <a:pt x="1811225" y="71797"/>
                </a:cubicBezTo>
                <a:lnTo>
                  <a:pt x="1811225" y="66458"/>
                </a:lnTo>
                <a:close/>
                <a:moveTo>
                  <a:pt x="1878083" y="80738"/>
                </a:moveTo>
                <a:cubicBezTo>
                  <a:pt x="1878083" y="76913"/>
                  <a:pt x="1878105" y="73999"/>
                  <a:pt x="1878150" y="71996"/>
                </a:cubicBezTo>
                <a:cubicBezTo>
                  <a:pt x="1878195" y="69994"/>
                  <a:pt x="1878217" y="68237"/>
                  <a:pt x="1878217" y="66724"/>
                </a:cubicBezTo>
                <a:cubicBezTo>
                  <a:pt x="1876348" y="67793"/>
                  <a:pt x="1874368" y="68661"/>
                  <a:pt x="1872277" y="69329"/>
                </a:cubicBezTo>
                <a:cubicBezTo>
                  <a:pt x="1870187" y="69995"/>
                  <a:pt x="1868274" y="70840"/>
                  <a:pt x="1866539" y="71864"/>
                </a:cubicBezTo>
                <a:cubicBezTo>
                  <a:pt x="1864804" y="72886"/>
                  <a:pt x="1863381" y="74287"/>
                  <a:pt x="1862269" y="76067"/>
                </a:cubicBezTo>
                <a:cubicBezTo>
                  <a:pt x="1861157" y="77847"/>
                  <a:pt x="1860601" y="80427"/>
                  <a:pt x="1860601" y="83807"/>
                </a:cubicBezTo>
                <a:cubicBezTo>
                  <a:pt x="1860601" y="87099"/>
                  <a:pt x="1861291" y="89612"/>
                  <a:pt x="1862670" y="91347"/>
                </a:cubicBezTo>
                <a:cubicBezTo>
                  <a:pt x="1864050" y="93082"/>
                  <a:pt x="1865895" y="93949"/>
                  <a:pt x="1868207" y="93949"/>
                </a:cubicBezTo>
                <a:cubicBezTo>
                  <a:pt x="1871143" y="93949"/>
                  <a:pt x="1873523" y="92838"/>
                  <a:pt x="1875346" y="90614"/>
                </a:cubicBezTo>
                <a:cubicBezTo>
                  <a:pt x="1877171" y="88389"/>
                  <a:pt x="1878083" y="85097"/>
                  <a:pt x="1878083" y="80738"/>
                </a:cubicBezTo>
                <a:moveTo>
                  <a:pt x="1846455" y="44440"/>
                </a:moveTo>
                <a:cubicBezTo>
                  <a:pt x="1850193" y="41415"/>
                  <a:pt x="1854218" y="39102"/>
                  <a:pt x="1858533" y="37500"/>
                </a:cubicBezTo>
                <a:cubicBezTo>
                  <a:pt x="1862848" y="35898"/>
                  <a:pt x="1867141" y="35097"/>
                  <a:pt x="1871410" y="35097"/>
                </a:cubicBezTo>
                <a:cubicBezTo>
                  <a:pt x="1874969" y="35097"/>
                  <a:pt x="1878239" y="35498"/>
                  <a:pt x="1881219" y="36299"/>
                </a:cubicBezTo>
                <a:cubicBezTo>
                  <a:pt x="1884200" y="37099"/>
                  <a:pt x="1886780" y="38367"/>
                  <a:pt x="1888959" y="40102"/>
                </a:cubicBezTo>
                <a:cubicBezTo>
                  <a:pt x="1891139" y="41837"/>
                  <a:pt x="1892829" y="44084"/>
                  <a:pt x="1894029" y="46842"/>
                </a:cubicBezTo>
                <a:cubicBezTo>
                  <a:pt x="1895230" y="49599"/>
                  <a:pt x="1895831" y="52936"/>
                  <a:pt x="1895831" y="56851"/>
                </a:cubicBezTo>
                <a:cubicBezTo>
                  <a:pt x="1895831" y="62544"/>
                  <a:pt x="1895764" y="67815"/>
                  <a:pt x="1895631" y="72664"/>
                </a:cubicBezTo>
                <a:cubicBezTo>
                  <a:pt x="1895498" y="77512"/>
                  <a:pt x="1895432" y="82338"/>
                  <a:pt x="1895432" y="87142"/>
                </a:cubicBezTo>
                <a:cubicBezTo>
                  <a:pt x="1895432" y="89278"/>
                  <a:pt x="1895587" y="90946"/>
                  <a:pt x="1895898" y="92147"/>
                </a:cubicBezTo>
                <a:cubicBezTo>
                  <a:pt x="1896210" y="93349"/>
                  <a:pt x="1896677" y="94261"/>
                  <a:pt x="1897299" y="94884"/>
                </a:cubicBezTo>
                <a:cubicBezTo>
                  <a:pt x="1897922" y="95506"/>
                  <a:pt x="1898745" y="95906"/>
                  <a:pt x="1899767" y="96083"/>
                </a:cubicBezTo>
                <a:cubicBezTo>
                  <a:pt x="1900791" y="96261"/>
                  <a:pt x="1901970" y="96350"/>
                  <a:pt x="1903304" y="96350"/>
                </a:cubicBezTo>
                <a:lnTo>
                  <a:pt x="1903304" y="99553"/>
                </a:lnTo>
                <a:cubicBezTo>
                  <a:pt x="1900725" y="100622"/>
                  <a:pt x="1898545" y="101423"/>
                  <a:pt x="1896766" y="101956"/>
                </a:cubicBezTo>
                <a:cubicBezTo>
                  <a:pt x="1894986" y="102490"/>
                  <a:pt x="1893073" y="102756"/>
                  <a:pt x="1891027" y="102756"/>
                </a:cubicBezTo>
                <a:cubicBezTo>
                  <a:pt x="1887735" y="102756"/>
                  <a:pt x="1885067" y="101956"/>
                  <a:pt x="1883021" y="100356"/>
                </a:cubicBezTo>
                <a:cubicBezTo>
                  <a:pt x="1880975" y="98754"/>
                  <a:pt x="1879418" y="96440"/>
                  <a:pt x="1878350" y="93416"/>
                </a:cubicBezTo>
                <a:cubicBezTo>
                  <a:pt x="1876304" y="96263"/>
                  <a:pt x="1873924" y="98531"/>
                  <a:pt x="1871210" y="100221"/>
                </a:cubicBezTo>
                <a:cubicBezTo>
                  <a:pt x="1868497" y="101911"/>
                  <a:pt x="1865094" y="102756"/>
                  <a:pt x="1861003" y="102756"/>
                </a:cubicBezTo>
                <a:cubicBezTo>
                  <a:pt x="1857621" y="102756"/>
                  <a:pt x="1854729" y="102311"/>
                  <a:pt x="1852326" y="101420"/>
                </a:cubicBezTo>
                <a:cubicBezTo>
                  <a:pt x="1849925" y="100531"/>
                  <a:pt x="1847945" y="99264"/>
                  <a:pt x="1846388" y="97619"/>
                </a:cubicBezTo>
                <a:cubicBezTo>
                  <a:pt x="1844831" y="95972"/>
                  <a:pt x="1843697" y="94103"/>
                  <a:pt x="1842986" y="92013"/>
                </a:cubicBezTo>
                <a:cubicBezTo>
                  <a:pt x="1842274" y="89922"/>
                  <a:pt x="1841919" y="87809"/>
                  <a:pt x="1841919" y="85674"/>
                </a:cubicBezTo>
                <a:cubicBezTo>
                  <a:pt x="1841919" y="82739"/>
                  <a:pt x="1842386" y="80204"/>
                  <a:pt x="1843320" y="78069"/>
                </a:cubicBezTo>
                <a:cubicBezTo>
                  <a:pt x="1844254" y="75933"/>
                  <a:pt x="1845588" y="74109"/>
                  <a:pt x="1847323" y="72597"/>
                </a:cubicBezTo>
                <a:cubicBezTo>
                  <a:pt x="1849058" y="71085"/>
                  <a:pt x="1851126" y="69817"/>
                  <a:pt x="1853527" y="68793"/>
                </a:cubicBezTo>
                <a:cubicBezTo>
                  <a:pt x="1855930" y="67770"/>
                  <a:pt x="1858644" y="66902"/>
                  <a:pt x="1861668" y="66191"/>
                </a:cubicBezTo>
                <a:cubicBezTo>
                  <a:pt x="1865406" y="65302"/>
                  <a:pt x="1868364" y="64524"/>
                  <a:pt x="1870542" y="63857"/>
                </a:cubicBezTo>
                <a:cubicBezTo>
                  <a:pt x="1872723" y="63190"/>
                  <a:pt x="1874346" y="62522"/>
                  <a:pt x="1875413" y="61856"/>
                </a:cubicBezTo>
                <a:cubicBezTo>
                  <a:pt x="1876482" y="61188"/>
                  <a:pt x="1877171" y="60453"/>
                  <a:pt x="1877482" y="59653"/>
                </a:cubicBezTo>
                <a:cubicBezTo>
                  <a:pt x="1877794" y="58852"/>
                  <a:pt x="1877950" y="57873"/>
                  <a:pt x="1877950" y="56716"/>
                </a:cubicBezTo>
                <a:cubicBezTo>
                  <a:pt x="1877950" y="53514"/>
                  <a:pt x="1876816" y="50778"/>
                  <a:pt x="1874546" y="48510"/>
                </a:cubicBezTo>
                <a:cubicBezTo>
                  <a:pt x="1872277" y="46240"/>
                  <a:pt x="1869142" y="45105"/>
                  <a:pt x="1865138" y="45105"/>
                </a:cubicBezTo>
                <a:cubicBezTo>
                  <a:pt x="1863626" y="45105"/>
                  <a:pt x="1862069" y="45306"/>
                  <a:pt x="1860467" y="45706"/>
                </a:cubicBezTo>
                <a:cubicBezTo>
                  <a:pt x="1858867" y="46107"/>
                  <a:pt x="1857332" y="46663"/>
                  <a:pt x="1855863" y="47376"/>
                </a:cubicBezTo>
                <a:cubicBezTo>
                  <a:pt x="1854396" y="48087"/>
                  <a:pt x="1853061" y="48866"/>
                  <a:pt x="1851860" y="49711"/>
                </a:cubicBezTo>
                <a:cubicBezTo>
                  <a:pt x="1850660" y="50556"/>
                  <a:pt x="1849748" y="51467"/>
                  <a:pt x="1849125" y="52446"/>
                </a:cubicBezTo>
                <a:lnTo>
                  <a:pt x="1848190" y="52446"/>
                </a:lnTo>
                <a:lnTo>
                  <a:pt x="1846455" y="44440"/>
                </a:lnTo>
                <a:close/>
                <a:moveTo>
                  <a:pt x="1919718" y="90746"/>
                </a:moveTo>
                <a:cubicBezTo>
                  <a:pt x="1920074" y="89590"/>
                  <a:pt x="1920696" y="88456"/>
                  <a:pt x="1921586" y="87344"/>
                </a:cubicBezTo>
                <a:cubicBezTo>
                  <a:pt x="1922476" y="86231"/>
                  <a:pt x="1923811" y="85674"/>
                  <a:pt x="1925591" y="85674"/>
                </a:cubicBezTo>
                <a:cubicBezTo>
                  <a:pt x="1926658" y="85674"/>
                  <a:pt x="1927747" y="86030"/>
                  <a:pt x="1928859" y="86743"/>
                </a:cubicBezTo>
                <a:cubicBezTo>
                  <a:pt x="1929972" y="87454"/>
                  <a:pt x="1930529" y="88611"/>
                  <a:pt x="1930529" y="90213"/>
                </a:cubicBezTo>
                <a:cubicBezTo>
                  <a:pt x="1930529" y="91280"/>
                  <a:pt x="1930306" y="92259"/>
                  <a:pt x="1929861" y="93149"/>
                </a:cubicBezTo>
                <a:cubicBezTo>
                  <a:pt x="1929416" y="94038"/>
                  <a:pt x="1928971" y="94927"/>
                  <a:pt x="1928527" y="95817"/>
                </a:cubicBezTo>
                <a:lnTo>
                  <a:pt x="1911846" y="123707"/>
                </a:lnTo>
                <a:lnTo>
                  <a:pt x="1909443" y="122773"/>
                </a:lnTo>
                <a:lnTo>
                  <a:pt x="1919718" y="90746"/>
                </a:lnTo>
                <a:close/>
                <a:moveTo>
                  <a:pt x="2039704" y="14413"/>
                </a:moveTo>
                <a:cubicBezTo>
                  <a:pt x="2039704" y="12545"/>
                  <a:pt x="2040371" y="10944"/>
                  <a:pt x="2041706" y="9609"/>
                </a:cubicBezTo>
                <a:cubicBezTo>
                  <a:pt x="2043040" y="8275"/>
                  <a:pt x="2044642" y="7608"/>
                  <a:pt x="2046511" y="7608"/>
                </a:cubicBezTo>
                <a:cubicBezTo>
                  <a:pt x="2048379" y="7608"/>
                  <a:pt x="2049980" y="8275"/>
                  <a:pt x="2051315" y="9609"/>
                </a:cubicBezTo>
                <a:cubicBezTo>
                  <a:pt x="2052649" y="10944"/>
                  <a:pt x="2053316" y="12545"/>
                  <a:pt x="2053316" y="14413"/>
                </a:cubicBezTo>
                <a:cubicBezTo>
                  <a:pt x="2053316" y="16281"/>
                  <a:pt x="2052649" y="17883"/>
                  <a:pt x="2051315" y="19218"/>
                </a:cubicBezTo>
                <a:cubicBezTo>
                  <a:pt x="2049980" y="20553"/>
                  <a:pt x="2048379" y="21220"/>
                  <a:pt x="2046511" y="21220"/>
                </a:cubicBezTo>
                <a:cubicBezTo>
                  <a:pt x="2044642" y="21220"/>
                  <a:pt x="2043040" y="20553"/>
                  <a:pt x="2041706" y="19218"/>
                </a:cubicBezTo>
                <a:cubicBezTo>
                  <a:pt x="2040371" y="17883"/>
                  <a:pt x="2039704" y="16281"/>
                  <a:pt x="2039704" y="14413"/>
                </a:cubicBezTo>
                <a:moveTo>
                  <a:pt x="2041573" y="62589"/>
                </a:moveTo>
                <a:cubicBezTo>
                  <a:pt x="2041573" y="58586"/>
                  <a:pt x="2041506" y="54382"/>
                  <a:pt x="2041372" y="49978"/>
                </a:cubicBezTo>
                <a:cubicBezTo>
                  <a:pt x="2041239" y="45574"/>
                  <a:pt x="2040949" y="41459"/>
                  <a:pt x="2040504" y="37632"/>
                </a:cubicBezTo>
                <a:cubicBezTo>
                  <a:pt x="2042995" y="38078"/>
                  <a:pt x="2044997" y="38300"/>
                  <a:pt x="2046511" y="38300"/>
                </a:cubicBezTo>
                <a:cubicBezTo>
                  <a:pt x="2048023" y="38300"/>
                  <a:pt x="2050025" y="38078"/>
                  <a:pt x="2052516" y="37632"/>
                </a:cubicBezTo>
                <a:cubicBezTo>
                  <a:pt x="2052071" y="41459"/>
                  <a:pt x="2051781" y="45574"/>
                  <a:pt x="2051647" y="49978"/>
                </a:cubicBezTo>
                <a:cubicBezTo>
                  <a:pt x="2051514" y="54382"/>
                  <a:pt x="2051447" y="58586"/>
                  <a:pt x="2051447" y="62589"/>
                </a:cubicBezTo>
                <a:lnTo>
                  <a:pt x="2051447" y="76466"/>
                </a:lnTo>
                <a:cubicBezTo>
                  <a:pt x="2051447" y="80471"/>
                  <a:pt x="2051514" y="84675"/>
                  <a:pt x="2051647" y="89079"/>
                </a:cubicBezTo>
                <a:cubicBezTo>
                  <a:pt x="2051781" y="93482"/>
                  <a:pt x="2052071" y="97463"/>
                  <a:pt x="2052516" y="101021"/>
                </a:cubicBezTo>
                <a:cubicBezTo>
                  <a:pt x="2050469" y="100844"/>
                  <a:pt x="2048467" y="100755"/>
                  <a:pt x="2046511" y="100755"/>
                </a:cubicBezTo>
                <a:cubicBezTo>
                  <a:pt x="2044554" y="100755"/>
                  <a:pt x="2042551" y="100844"/>
                  <a:pt x="2040504" y="101021"/>
                </a:cubicBezTo>
                <a:cubicBezTo>
                  <a:pt x="2040949" y="97463"/>
                  <a:pt x="2041239" y="93482"/>
                  <a:pt x="2041372" y="89079"/>
                </a:cubicBezTo>
                <a:cubicBezTo>
                  <a:pt x="2041506" y="84675"/>
                  <a:pt x="2041573" y="80471"/>
                  <a:pt x="2041573" y="76466"/>
                </a:cubicBezTo>
                <a:lnTo>
                  <a:pt x="2041573" y="62589"/>
                </a:lnTo>
                <a:close/>
                <a:moveTo>
                  <a:pt x="2118705" y="63521"/>
                </a:moveTo>
                <a:cubicBezTo>
                  <a:pt x="2118705" y="56849"/>
                  <a:pt x="2117414" y="51801"/>
                  <a:pt x="2114834" y="48376"/>
                </a:cubicBezTo>
                <a:cubicBezTo>
                  <a:pt x="2112254" y="44951"/>
                  <a:pt x="2108696" y="43238"/>
                  <a:pt x="2104159" y="43238"/>
                </a:cubicBezTo>
                <a:cubicBezTo>
                  <a:pt x="2097933" y="43238"/>
                  <a:pt x="2093373" y="45151"/>
                  <a:pt x="2090482" y="48976"/>
                </a:cubicBezTo>
                <a:cubicBezTo>
                  <a:pt x="2087590" y="52802"/>
                  <a:pt x="2086145" y="58184"/>
                  <a:pt x="2086145" y="65124"/>
                </a:cubicBezTo>
                <a:lnTo>
                  <a:pt x="2086145" y="76466"/>
                </a:lnTo>
                <a:cubicBezTo>
                  <a:pt x="2086145" y="80471"/>
                  <a:pt x="2086211" y="84675"/>
                  <a:pt x="2086344" y="89079"/>
                </a:cubicBezTo>
                <a:cubicBezTo>
                  <a:pt x="2086477" y="93482"/>
                  <a:pt x="2086766" y="97463"/>
                  <a:pt x="2087212" y="101021"/>
                </a:cubicBezTo>
                <a:cubicBezTo>
                  <a:pt x="2085166" y="100844"/>
                  <a:pt x="2083164" y="100755"/>
                  <a:pt x="2081207" y="100755"/>
                </a:cubicBezTo>
                <a:cubicBezTo>
                  <a:pt x="2079249" y="100755"/>
                  <a:pt x="2077247" y="100844"/>
                  <a:pt x="2075202" y="101021"/>
                </a:cubicBezTo>
                <a:cubicBezTo>
                  <a:pt x="2075646" y="97463"/>
                  <a:pt x="2075934" y="93482"/>
                  <a:pt x="2076067" y="89079"/>
                </a:cubicBezTo>
                <a:cubicBezTo>
                  <a:pt x="2076202" y="84675"/>
                  <a:pt x="2076269" y="80471"/>
                  <a:pt x="2076269" y="76466"/>
                </a:cubicBezTo>
                <a:lnTo>
                  <a:pt x="2076269" y="62589"/>
                </a:lnTo>
                <a:cubicBezTo>
                  <a:pt x="2076269" y="58586"/>
                  <a:pt x="2076202" y="54382"/>
                  <a:pt x="2076067" y="49978"/>
                </a:cubicBezTo>
                <a:cubicBezTo>
                  <a:pt x="2075934" y="45574"/>
                  <a:pt x="2075646" y="41459"/>
                  <a:pt x="2075202" y="37632"/>
                </a:cubicBezTo>
                <a:cubicBezTo>
                  <a:pt x="2077693" y="38078"/>
                  <a:pt x="2079694" y="38300"/>
                  <a:pt x="2081207" y="38300"/>
                </a:cubicBezTo>
                <a:cubicBezTo>
                  <a:pt x="2081918" y="38300"/>
                  <a:pt x="2082696" y="38234"/>
                  <a:pt x="2083540" y="38101"/>
                </a:cubicBezTo>
                <a:cubicBezTo>
                  <a:pt x="2084386" y="37968"/>
                  <a:pt x="2085387" y="37811"/>
                  <a:pt x="2086544" y="37632"/>
                </a:cubicBezTo>
                <a:cubicBezTo>
                  <a:pt x="2086278" y="41192"/>
                  <a:pt x="2086145" y="44750"/>
                  <a:pt x="2086145" y="48308"/>
                </a:cubicBezTo>
                <a:lnTo>
                  <a:pt x="2086411" y="48308"/>
                </a:lnTo>
                <a:cubicBezTo>
                  <a:pt x="2088902" y="44483"/>
                  <a:pt x="2091883" y="41525"/>
                  <a:pt x="2095353" y="39434"/>
                </a:cubicBezTo>
                <a:cubicBezTo>
                  <a:pt x="2098822" y="37344"/>
                  <a:pt x="2102959" y="36299"/>
                  <a:pt x="2107764" y="36299"/>
                </a:cubicBezTo>
                <a:cubicBezTo>
                  <a:pt x="2110255" y="36299"/>
                  <a:pt x="2112767" y="36655"/>
                  <a:pt x="2115302" y="37368"/>
                </a:cubicBezTo>
                <a:cubicBezTo>
                  <a:pt x="2117838" y="38079"/>
                  <a:pt x="2120129" y="39302"/>
                  <a:pt x="2122174" y="41037"/>
                </a:cubicBezTo>
                <a:cubicBezTo>
                  <a:pt x="2124221" y="42772"/>
                  <a:pt x="2125890" y="45130"/>
                  <a:pt x="2127180" y="48111"/>
                </a:cubicBezTo>
                <a:cubicBezTo>
                  <a:pt x="2128469" y="51091"/>
                  <a:pt x="2129114" y="54893"/>
                  <a:pt x="2129114" y="59518"/>
                </a:cubicBezTo>
                <a:cubicBezTo>
                  <a:pt x="2129114" y="63344"/>
                  <a:pt x="2129025" y="67280"/>
                  <a:pt x="2128847" y="71328"/>
                </a:cubicBezTo>
                <a:cubicBezTo>
                  <a:pt x="2128669" y="75377"/>
                  <a:pt x="2128580" y="79670"/>
                  <a:pt x="2128580" y="84208"/>
                </a:cubicBezTo>
                <a:lnTo>
                  <a:pt x="2128580" y="92880"/>
                </a:lnTo>
                <a:cubicBezTo>
                  <a:pt x="2128580" y="94304"/>
                  <a:pt x="2128603" y="95706"/>
                  <a:pt x="2128648" y="97085"/>
                </a:cubicBezTo>
                <a:cubicBezTo>
                  <a:pt x="2128692" y="98464"/>
                  <a:pt x="2128759" y="99777"/>
                  <a:pt x="2128847" y="101021"/>
                </a:cubicBezTo>
                <a:cubicBezTo>
                  <a:pt x="2127068" y="100844"/>
                  <a:pt x="2125200" y="100755"/>
                  <a:pt x="2123243" y="100755"/>
                </a:cubicBezTo>
                <a:cubicBezTo>
                  <a:pt x="2121374" y="100755"/>
                  <a:pt x="2119550" y="100844"/>
                  <a:pt x="2117772" y="101021"/>
                </a:cubicBezTo>
                <a:cubicBezTo>
                  <a:pt x="2117950" y="96395"/>
                  <a:pt x="2118149" y="91636"/>
                  <a:pt x="2118371" y="86743"/>
                </a:cubicBezTo>
                <a:cubicBezTo>
                  <a:pt x="2118593" y="81849"/>
                  <a:pt x="2118705" y="76822"/>
                  <a:pt x="2118705" y="71662"/>
                </a:cubicBezTo>
                <a:lnTo>
                  <a:pt x="2118705" y="63521"/>
                </a:lnTo>
                <a:close/>
                <a:moveTo>
                  <a:pt x="2246964" y="19752"/>
                </a:moveTo>
                <a:cubicBezTo>
                  <a:pt x="2246697" y="23132"/>
                  <a:pt x="2246496" y="26446"/>
                  <a:pt x="2246362" y="29693"/>
                </a:cubicBezTo>
                <a:cubicBezTo>
                  <a:pt x="2246228" y="32940"/>
                  <a:pt x="2246073" y="36210"/>
                  <a:pt x="2245895" y="39502"/>
                </a:cubicBezTo>
                <a:cubicBezTo>
                  <a:pt x="2246874" y="39502"/>
                  <a:pt x="2248698" y="39479"/>
                  <a:pt x="2251367" y="39434"/>
                </a:cubicBezTo>
                <a:cubicBezTo>
                  <a:pt x="2254036" y="39390"/>
                  <a:pt x="2256927" y="39278"/>
                  <a:pt x="2260041" y="39100"/>
                </a:cubicBezTo>
                <a:cubicBezTo>
                  <a:pt x="2259953" y="39368"/>
                  <a:pt x="2259909" y="39857"/>
                  <a:pt x="2259909" y="40569"/>
                </a:cubicBezTo>
                <a:lnTo>
                  <a:pt x="2259909" y="41904"/>
                </a:lnTo>
                <a:lnTo>
                  <a:pt x="2259909" y="43373"/>
                </a:lnTo>
                <a:cubicBezTo>
                  <a:pt x="2259909" y="43994"/>
                  <a:pt x="2259953" y="44439"/>
                  <a:pt x="2260041" y="44706"/>
                </a:cubicBezTo>
                <a:cubicBezTo>
                  <a:pt x="2258885" y="44617"/>
                  <a:pt x="2257683" y="44550"/>
                  <a:pt x="2256437" y="44507"/>
                </a:cubicBezTo>
                <a:cubicBezTo>
                  <a:pt x="2255192" y="44462"/>
                  <a:pt x="2253858" y="44440"/>
                  <a:pt x="2252434" y="44440"/>
                </a:cubicBezTo>
                <a:lnTo>
                  <a:pt x="2245895" y="44440"/>
                </a:lnTo>
                <a:cubicBezTo>
                  <a:pt x="2245807" y="44795"/>
                  <a:pt x="2245696" y="46219"/>
                  <a:pt x="2245561" y="48710"/>
                </a:cubicBezTo>
                <a:cubicBezTo>
                  <a:pt x="2245428" y="51201"/>
                  <a:pt x="2245317" y="54159"/>
                  <a:pt x="2245227" y="57584"/>
                </a:cubicBezTo>
                <a:cubicBezTo>
                  <a:pt x="2245139" y="61009"/>
                  <a:pt x="2245073" y="64590"/>
                  <a:pt x="2245028" y="68327"/>
                </a:cubicBezTo>
                <a:cubicBezTo>
                  <a:pt x="2244983" y="72063"/>
                  <a:pt x="2244961" y="75399"/>
                  <a:pt x="2244961" y="78335"/>
                </a:cubicBezTo>
                <a:cubicBezTo>
                  <a:pt x="2244961" y="80826"/>
                  <a:pt x="2245027" y="83273"/>
                  <a:pt x="2245160" y="85676"/>
                </a:cubicBezTo>
                <a:cubicBezTo>
                  <a:pt x="2245294" y="88077"/>
                  <a:pt x="2245717" y="90235"/>
                  <a:pt x="2246429" y="92147"/>
                </a:cubicBezTo>
                <a:cubicBezTo>
                  <a:pt x="2247141" y="94060"/>
                  <a:pt x="2248209" y="95595"/>
                  <a:pt x="2249632" y="96751"/>
                </a:cubicBezTo>
                <a:cubicBezTo>
                  <a:pt x="2251056" y="97908"/>
                  <a:pt x="2253102" y="98486"/>
                  <a:pt x="2255771" y="98486"/>
                </a:cubicBezTo>
                <a:cubicBezTo>
                  <a:pt x="2256482" y="98486"/>
                  <a:pt x="2257439" y="98397"/>
                  <a:pt x="2258640" y="98219"/>
                </a:cubicBezTo>
                <a:cubicBezTo>
                  <a:pt x="2259842" y="98042"/>
                  <a:pt x="2260887" y="97819"/>
                  <a:pt x="2261776" y="97552"/>
                </a:cubicBezTo>
                <a:lnTo>
                  <a:pt x="2261776" y="100755"/>
                </a:lnTo>
                <a:cubicBezTo>
                  <a:pt x="2260264" y="101022"/>
                  <a:pt x="2258595" y="101355"/>
                  <a:pt x="2256771" y="101754"/>
                </a:cubicBezTo>
                <a:cubicBezTo>
                  <a:pt x="2254948" y="102155"/>
                  <a:pt x="2253191" y="102355"/>
                  <a:pt x="2251501" y="102355"/>
                </a:cubicBezTo>
                <a:cubicBezTo>
                  <a:pt x="2245896" y="102355"/>
                  <a:pt x="2241759" y="100977"/>
                  <a:pt x="2239090" y="98219"/>
                </a:cubicBezTo>
                <a:cubicBezTo>
                  <a:pt x="2236421" y="95461"/>
                  <a:pt x="2235087" y="91413"/>
                  <a:pt x="2235087" y="86075"/>
                </a:cubicBezTo>
                <a:cubicBezTo>
                  <a:pt x="2235087" y="83674"/>
                  <a:pt x="2235131" y="81072"/>
                  <a:pt x="2235219" y="78270"/>
                </a:cubicBezTo>
                <a:cubicBezTo>
                  <a:pt x="2235309" y="75467"/>
                  <a:pt x="2235420" y="72398"/>
                  <a:pt x="2235553" y="69062"/>
                </a:cubicBezTo>
                <a:cubicBezTo>
                  <a:pt x="2235686" y="65725"/>
                  <a:pt x="2235797" y="62033"/>
                  <a:pt x="2235887" y="57985"/>
                </a:cubicBezTo>
                <a:cubicBezTo>
                  <a:pt x="2235977" y="53937"/>
                  <a:pt x="2236021" y="49422"/>
                  <a:pt x="2236021" y="44440"/>
                </a:cubicBezTo>
                <a:lnTo>
                  <a:pt x="2231749" y="44440"/>
                </a:lnTo>
                <a:cubicBezTo>
                  <a:pt x="2231038" y="44440"/>
                  <a:pt x="2230282" y="44462"/>
                  <a:pt x="2229481" y="44507"/>
                </a:cubicBezTo>
                <a:cubicBezTo>
                  <a:pt x="2228680" y="44550"/>
                  <a:pt x="2227835" y="44617"/>
                  <a:pt x="2226946" y="44706"/>
                </a:cubicBezTo>
                <a:cubicBezTo>
                  <a:pt x="2227035" y="44173"/>
                  <a:pt x="2227102" y="43662"/>
                  <a:pt x="2227145" y="43173"/>
                </a:cubicBezTo>
                <a:cubicBezTo>
                  <a:pt x="2227190" y="42683"/>
                  <a:pt x="2227212" y="42171"/>
                  <a:pt x="2227212" y="41638"/>
                </a:cubicBezTo>
                <a:cubicBezTo>
                  <a:pt x="2227212" y="41192"/>
                  <a:pt x="2227190" y="40748"/>
                  <a:pt x="2227145" y="40304"/>
                </a:cubicBezTo>
                <a:cubicBezTo>
                  <a:pt x="2227102" y="39859"/>
                  <a:pt x="2227035" y="39413"/>
                  <a:pt x="2226946" y="38968"/>
                </a:cubicBezTo>
                <a:cubicBezTo>
                  <a:pt x="2230949" y="39234"/>
                  <a:pt x="2233885" y="39367"/>
                  <a:pt x="2235753" y="39367"/>
                </a:cubicBezTo>
                <a:cubicBezTo>
                  <a:pt x="2235664" y="37589"/>
                  <a:pt x="2235598" y="35365"/>
                  <a:pt x="2235553" y="32696"/>
                </a:cubicBezTo>
                <a:cubicBezTo>
                  <a:pt x="2235508" y="30028"/>
                  <a:pt x="2235397" y="27269"/>
                  <a:pt x="2235219" y="24421"/>
                </a:cubicBezTo>
                <a:lnTo>
                  <a:pt x="2246296" y="19752"/>
                </a:lnTo>
                <a:lnTo>
                  <a:pt x="2246964" y="19752"/>
                </a:lnTo>
                <a:close/>
                <a:moveTo>
                  <a:pt x="2272986" y="38834"/>
                </a:moveTo>
                <a:cubicBezTo>
                  <a:pt x="2272986" y="35809"/>
                  <a:pt x="2272963" y="32518"/>
                  <a:pt x="2272919" y="28960"/>
                </a:cubicBezTo>
                <a:cubicBezTo>
                  <a:pt x="2272874" y="25400"/>
                  <a:pt x="2272807" y="21886"/>
                  <a:pt x="2272717" y="18416"/>
                </a:cubicBezTo>
                <a:cubicBezTo>
                  <a:pt x="2272629" y="14946"/>
                  <a:pt x="2272518" y="11633"/>
                  <a:pt x="2272385" y="8475"/>
                </a:cubicBezTo>
                <a:cubicBezTo>
                  <a:pt x="2272252" y="5316"/>
                  <a:pt x="2272097" y="2625"/>
                  <a:pt x="2271919" y="401"/>
                </a:cubicBezTo>
                <a:cubicBezTo>
                  <a:pt x="2274410" y="846"/>
                  <a:pt x="2276412" y="1069"/>
                  <a:pt x="2277924" y="1069"/>
                </a:cubicBezTo>
                <a:cubicBezTo>
                  <a:pt x="2279436" y="1069"/>
                  <a:pt x="2281438" y="846"/>
                  <a:pt x="2283929" y="401"/>
                </a:cubicBezTo>
                <a:cubicBezTo>
                  <a:pt x="2283751" y="2625"/>
                  <a:pt x="2283595" y="5294"/>
                  <a:pt x="2283460" y="8408"/>
                </a:cubicBezTo>
                <a:cubicBezTo>
                  <a:pt x="2283327" y="11522"/>
                  <a:pt x="2283216" y="14791"/>
                  <a:pt x="2283126" y="18216"/>
                </a:cubicBezTo>
                <a:cubicBezTo>
                  <a:pt x="2283038" y="21641"/>
                  <a:pt x="2282972" y="25089"/>
                  <a:pt x="2282927" y="28559"/>
                </a:cubicBezTo>
                <a:cubicBezTo>
                  <a:pt x="2282883" y="32028"/>
                  <a:pt x="2282862" y="35232"/>
                  <a:pt x="2282862" y="38168"/>
                </a:cubicBezTo>
                <a:lnTo>
                  <a:pt x="2282862" y="48308"/>
                </a:lnTo>
                <a:lnTo>
                  <a:pt x="2283129" y="48308"/>
                </a:lnTo>
                <a:cubicBezTo>
                  <a:pt x="2285620" y="44483"/>
                  <a:pt x="2288600" y="41525"/>
                  <a:pt x="2292070" y="39434"/>
                </a:cubicBezTo>
                <a:cubicBezTo>
                  <a:pt x="2295540" y="37344"/>
                  <a:pt x="2299677" y="36299"/>
                  <a:pt x="2304481" y="36299"/>
                </a:cubicBezTo>
                <a:cubicBezTo>
                  <a:pt x="2306972" y="36299"/>
                  <a:pt x="2309485" y="36655"/>
                  <a:pt x="2312019" y="37368"/>
                </a:cubicBezTo>
                <a:cubicBezTo>
                  <a:pt x="2314555" y="38079"/>
                  <a:pt x="2316846" y="39302"/>
                  <a:pt x="2318892" y="41037"/>
                </a:cubicBezTo>
                <a:cubicBezTo>
                  <a:pt x="2320939" y="42772"/>
                  <a:pt x="2322607" y="45130"/>
                  <a:pt x="2323897" y="48111"/>
                </a:cubicBezTo>
                <a:cubicBezTo>
                  <a:pt x="2325186" y="51091"/>
                  <a:pt x="2325831" y="54893"/>
                  <a:pt x="2325831" y="59518"/>
                </a:cubicBezTo>
                <a:cubicBezTo>
                  <a:pt x="2325831" y="63344"/>
                  <a:pt x="2325742" y="67280"/>
                  <a:pt x="2325564" y="71328"/>
                </a:cubicBezTo>
                <a:cubicBezTo>
                  <a:pt x="2325387" y="75377"/>
                  <a:pt x="2325298" y="79670"/>
                  <a:pt x="2325298" y="84208"/>
                </a:cubicBezTo>
                <a:lnTo>
                  <a:pt x="2325298" y="92880"/>
                </a:lnTo>
                <a:cubicBezTo>
                  <a:pt x="2325298" y="94304"/>
                  <a:pt x="2325320" y="95706"/>
                  <a:pt x="2325365" y="97085"/>
                </a:cubicBezTo>
                <a:cubicBezTo>
                  <a:pt x="2325410" y="98464"/>
                  <a:pt x="2325476" y="99777"/>
                  <a:pt x="2325564" y="101021"/>
                </a:cubicBezTo>
                <a:cubicBezTo>
                  <a:pt x="2323785" y="100844"/>
                  <a:pt x="2321917" y="100755"/>
                  <a:pt x="2319961" y="100755"/>
                </a:cubicBezTo>
                <a:cubicBezTo>
                  <a:pt x="2318091" y="100755"/>
                  <a:pt x="2316267" y="100844"/>
                  <a:pt x="2314489" y="101021"/>
                </a:cubicBezTo>
                <a:cubicBezTo>
                  <a:pt x="2314667" y="96395"/>
                  <a:pt x="2314866" y="91636"/>
                  <a:pt x="2315088" y="86743"/>
                </a:cubicBezTo>
                <a:cubicBezTo>
                  <a:pt x="2315310" y="81849"/>
                  <a:pt x="2315422" y="76822"/>
                  <a:pt x="2315422" y="71662"/>
                </a:cubicBezTo>
                <a:lnTo>
                  <a:pt x="2315422" y="63521"/>
                </a:lnTo>
                <a:cubicBezTo>
                  <a:pt x="2315422" y="56849"/>
                  <a:pt x="2314131" y="51801"/>
                  <a:pt x="2311551" y="48376"/>
                </a:cubicBezTo>
                <a:cubicBezTo>
                  <a:pt x="2308971" y="44951"/>
                  <a:pt x="2305413" y="43238"/>
                  <a:pt x="2300877" y="43238"/>
                </a:cubicBezTo>
                <a:cubicBezTo>
                  <a:pt x="2294650" y="43238"/>
                  <a:pt x="2290091" y="45151"/>
                  <a:pt x="2287199" y="48976"/>
                </a:cubicBezTo>
                <a:cubicBezTo>
                  <a:pt x="2284308" y="52802"/>
                  <a:pt x="2282862" y="58184"/>
                  <a:pt x="2282862" y="65124"/>
                </a:cubicBezTo>
                <a:cubicBezTo>
                  <a:pt x="2282862" y="67615"/>
                  <a:pt x="2282883" y="70507"/>
                  <a:pt x="2282927" y="73798"/>
                </a:cubicBezTo>
                <a:cubicBezTo>
                  <a:pt x="2282972" y="77090"/>
                  <a:pt x="2283038" y="80405"/>
                  <a:pt x="2283126" y="83742"/>
                </a:cubicBezTo>
                <a:cubicBezTo>
                  <a:pt x="2283216" y="87077"/>
                  <a:pt x="2283327" y="90302"/>
                  <a:pt x="2283460" y="93416"/>
                </a:cubicBezTo>
                <a:cubicBezTo>
                  <a:pt x="2283595" y="96529"/>
                  <a:pt x="2283751" y="99064"/>
                  <a:pt x="2283929" y="101021"/>
                </a:cubicBezTo>
                <a:cubicBezTo>
                  <a:pt x="2281883" y="100844"/>
                  <a:pt x="2279881" y="100755"/>
                  <a:pt x="2277924" y="100755"/>
                </a:cubicBezTo>
                <a:cubicBezTo>
                  <a:pt x="2275966" y="100755"/>
                  <a:pt x="2273965" y="100844"/>
                  <a:pt x="2271919" y="101021"/>
                </a:cubicBezTo>
                <a:cubicBezTo>
                  <a:pt x="2272097" y="98976"/>
                  <a:pt x="2272252" y="96396"/>
                  <a:pt x="2272385" y="93282"/>
                </a:cubicBezTo>
                <a:cubicBezTo>
                  <a:pt x="2272518" y="90167"/>
                  <a:pt x="2272629" y="86875"/>
                  <a:pt x="2272717" y="83406"/>
                </a:cubicBezTo>
                <a:cubicBezTo>
                  <a:pt x="2272807" y="79936"/>
                  <a:pt x="2272874" y="76422"/>
                  <a:pt x="2272919" y="72864"/>
                </a:cubicBezTo>
                <a:cubicBezTo>
                  <a:pt x="2272963" y="69306"/>
                  <a:pt x="2272986" y="66014"/>
                  <a:pt x="2272986" y="62988"/>
                </a:cubicBezTo>
                <a:lnTo>
                  <a:pt x="2272986" y="38834"/>
                </a:lnTo>
                <a:close/>
                <a:moveTo>
                  <a:pt x="2371472" y="40569"/>
                </a:moveTo>
                <a:cubicBezTo>
                  <a:pt x="2368180" y="40569"/>
                  <a:pt x="2365399" y="41325"/>
                  <a:pt x="2363129" y="42837"/>
                </a:cubicBezTo>
                <a:cubicBezTo>
                  <a:pt x="2360861" y="44349"/>
                  <a:pt x="2358993" y="46240"/>
                  <a:pt x="2357526" y="48510"/>
                </a:cubicBezTo>
                <a:cubicBezTo>
                  <a:pt x="2356058" y="50778"/>
                  <a:pt x="2354946" y="53269"/>
                  <a:pt x="2354190" y="55983"/>
                </a:cubicBezTo>
                <a:cubicBezTo>
                  <a:pt x="2353434" y="58697"/>
                  <a:pt x="2352967" y="61254"/>
                  <a:pt x="2352789" y="63656"/>
                </a:cubicBezTo>
                <a:cubicBezTo>
                  <a:pt x="2355546" y="63745"/>
                  <a:pt x="2358415" y="63835"/>
                  <a:pt x="2361395" y="63925"/>
                </a:cubicBezTo>
                <a:cubicBezTo>
                  <a:pt x="2364376" y="64013"/>
                  <a:pt x="2367290" y="64057"/>
                  <a:pt x="2370136" y="64057"/>
                </a:cubicBezTo>
                <a:cubicBezTo>
                  <a:pt x="2373073" y="64057"/>
                  <a:pt x="2376053" y="64013"/>
                  <a:pt x="2379078" y="63925"/>
                </a:cubicBezTo>
                <a:cubicBezTo>
                  <a:pt x="2382102" y="63835"/>
                  <a:pt x="2385038" y="63745"/>
                  <a:pt x="2387886" y="63656"/>
                </a:cubicBezTo>
                <a:cubicBezTo>
                  <a:pt x="2387886" y="61254"/>
                  <a:pt x="2387686" y="58719"/>
                  <a:pt x="2387286" y="56050"/>
                </a:cubicBezTo>
                <a:cubicBezTo>
                  <a:pt x="2386885" y="53380"/>
                  <a:pt x="2386084" y="50888"/>
                  <a:pt x="2384883" y="48575"/>
                </a:cubicBezTo>
                <a:cubicBezTo>
                  <a:pt x="2383682" y="46262"/>
                  <a:pt x="2382013" y="44349"/>
                  <a:pt x="2379878" y="42837"/>
                </a:cubicBezTo>
                <a:cubicBezTo>
                  <a:pt x="2377742" y="41325"/>
                  <a:pt x="2374940" y="40569"/>
                  <a:pt x="2371472" y="40569"/>
                </a:cubicBezTo>
                <a:moveTo>
                  <a:pt x="2340645" y="71396"/>
                </a:moveTo>
                <a:cubicBezTo>
                  <a:pt x="2340645" y="60453"/>
                  <a:pt x="2343247" y="51868"/>
                  <a:pt x="2348450" y="45641"/>
                </a:cubicBezTo>
                <a:cubicBezTo>
                  <a:pt x="2353655" y="39413"/>
                  <a:pt x="2361240" y="36299"/>
                  <a:pt x="2371205" y="36299"/>
                </a:cubicBezTo>
                <a:cubicBezTo>
                  <a:pt x="2375920" y="36299"/>
                  <a:pt x="2379990" y="37033"/>
                  <a:pt x="2383415" y="38502"/>
                </a:cubicBezTo>
                <a:cubicBezTo>
                  <a:pt x="2386840" y="39969"/>
                  <a:pt x="2389709" y="41926"/>
                  <a:pt x="2392022" y="44372"/>
                </a:cubicBezTo>
                <a:cubicBezTo>
                  <a:pt x="2394335" y="46819"/>
                  <a:pt x="2396048" y="49688"/>
                  <a:pt x="2397160" y="52980"/>
                </a:cubicBezTo>
                <a:cubicBezTo>
                  <a:pt x="2398271" y="56272"/>
                  <a:pt x="2398827" y="59786"/>
                  <a:pt x="2398827" y="63521"/>
                </a:cubicBezTo>
                <a:cubicBezTo>
                  <a:pt x="2398827" y="64412"/>
                  <a:pt x="2398805" y="65280"/>
                  <a:pt x="2398760" y="66126"/>
                </a:cubicBezTo>
                <a:cubicBezTo>
                  <a:pt x="2398717" y="66970"/>
                  <a:pt x="2398650" y="67837"/>
                  <a:pt x="2398561" y="68726"/>
                </a:cubicBezTo>
                <a:cubicBezTo>
                  <a:pt x="2393756" y="68638"/>
                  <a:pt x="2388997" y="68550"/>
                  <a:pt x="2384282" y="68461"/>
                </a:cubicBezTo>
                <a:cubicBezTo>
                  <a:pt x="2379568" y="68372"/>
                  <a:pt x="2374808" y="68327"/>
                  <a:pt x="2370004" y="68327"/>
                </a:cubicBezTo>
                <a:cubicBezTo>
                  <a:pt x="2367068" y="68327"/>
                  <a:pt x="2364154" y="68372"/>
                  <a:pt x="2361262" y="68461"/>
                </a:cubicBezTo>
                <a:cubicBezTo>
                  <a:pt x="2358371" y="68550"/>
                  <a:pt x="2355457" y="68638"/>
                  <a:pt x="2352520" y="68726"/>
                </a:cubicBezTo>
                <a:cubicBezTo>
                  <a:pt x="2352432" y="69171"/>
                  <a:pt x="2352388" y="69839"/>
                  <a:pt x="2352388" y="70728"/>
                </a:cubicBezTo>
                <a:lnTo>
                  <a:pt x="2352388" y="72463"/>
                </a:lnTo>
                <a:cubicBezTo>
                  <a:pt x="2352388" y="75932"/>
                  <a:pt x="2352899" y="79180"/>
                  <a:pt x="2353921" y="82206"/>
                </a:cubicBezTo>
                <a:cubicBezTo>
                  <a:pt x="2354945" y="85231"/>
                  <a:pt x="2356436" y="87833"/>
                  <a:pt x="2358393" y="90013"/>
                </a:cubicBezTo>
                <a:cubicBezTo>
                  <a:pt x="2360351" y="92192"/>
                  <a:pt x="2362753" y="93927"/>
                  <a:pt x="2365599" y="95218"/>
                </a:cubicBezTo>
                <a:cubicBezTo>
                  <a:pt x="2368446" y="96508"/>
                  <a:pt x="2371738" y="97152"/>
                  <a:pt x="2375475" y="97152"/>
                </a:cubicBezTo>
                <a:cubicBezTo>
                  <a:pt x="2377254" y="97152"/>
                  <a:pt x="2379077" y="96908"/>
                  <a:pt x="2380945" y="96419"/>
                </a:cubicBezTo>
                <a:cubicBezTo>
                  <a:pt x="2382814" y="95929"/>
                  <a:pt x="2384638" y="95261"/>
                  <a:pt x="2386416" y="94416"/>
                </a:cubicBezTo>
                <a:cubicBezTo>
                  <a:pt x="2388196" y="93570"/>
                  <a:pt x="2389864" y="92569"/>
                  <a:pt x="2391421" y="91414"/>
                </a:cubicBezTo>
                <a:cubicBezTo>
                  <a:pt x="2392978" y="90258"/>
                  <a:pt x="2394335" y="89011"/>
                  <a:pt x="2395492" y="87676"/>
                </a:cubicBezTo>
                <a:lnTo>
                  <a:pt x="2396160" y="88077"/>
                </a:lnTo>
                <a:lnTo>
                  <a:pt x="2395360" y="94615"/>
                </a:lnTo>
                <a:cubicBezTo>
                  <a:pt x="2392689" y="96751"/>
                  <a:pt x="2389375" y="98574"/>
                  <a:pt x="2385416" y="100087"/>
                </a:cubicBezTo>
                <a:cubicBezTo>
                  <a:pt x="2381458" y="101599"/>
                  <a:pt x="2377343" y="102355"/>
                  <a:pt x="2373073" y="102355"/>
                </a:cubicBezTo>
                <a:cubicBezTo>
                  <a:pt x="2368268" y="102355"/>
                  <a:pt x="2363886" y="101621"/>
                  <a:pt x="2359926" y="100154"/>
                </a:cubicBezTo>
                <a:cubicBezTo>
                  <a:pt x="2355968" y="98686"/>
                  <a:pt x="2352543" y="96552"/>
                  <a:pt x="2349651" y="93750"/>
                </a:cubicBezTo>
                <a:cubicBezTo>
                  <a:pt x="2346761" y="90947"/>
                  <a:pt x="2344538" y="87632"/>
                  <a:pt x="2342981" y="83807"/>
                </a:cubicBezTo>
                <a:cubicBezTo>
                  <a:pt x="2341423" y="79981"/>
                  <a:pt x="2340645" y="75844"/>
                  <a:pt x="2340645" y="713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contextofHealth,whichactionismore">
            <a:extLst xmlns:a="http://schemas.openxmlformats.org/drawingml/2006/main">
              <a:ext uri="{FF2B5EF4-FFF2-40B4-BE49-F238E27FC236}">
                <a16:creationId xmlns:a16="http://schemas.microsoft.com/office/drawing/2014/main" id="{6083B78B-8F29-4569-B963-C8DECDE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975" y="814835"/>
            <a:ext cx="2399226" cy="123707"/>
          </a:xfrm>
          <a:custGeom xmlns:a="http://schemas.openxmlformats.org/drawingml/2006/main">
            <a:pathLst>
              <a:path w="2399226" h="123707">
                <a:moveTo>
                  <a:pt x="0" y="69528"/>
                </a:moveTo>
                <a:cubicBezTo>
                  <a:pt x="0" y="63745"/>
                  <a:pt x="978" y="58763"/>
                  <a:pt x="2934" y="54582"/>
                </a:cubicBezTo>
                <a:cubicBezTo>
                  <a:pt x="4892" y="50400"/>
                  <a:pt x="7449" y="46952"/>
                  <a:pt x="10607" y="44240"/>
                </a:cubicBezTo>
                <a:cubicBezTo>
                  <a:pt x="13766" y="41526"/>
                  <a:pt x="17391" y="39525"/>
                  <a:pt x="21483" y="38235"/>
                </a:cubicBezTo>
                <a:cubicBezTo>
                  <a:pt x="25576" y="36944"/>
                  <a:pt x="29757" y="36299"/>
                  <a:pt x="34028" y="36299"/>
                </a:cubicBezTo>
                <a:cubicBezTo>
                  <a:pt x="38922" y="36299"/>
                  <a:pt x="43303" y="36899"/>
                  <a:pt x="47172" y="38101"/>
                </a:cubicBezTo>
                <a:cubicBezTo>
                  <a:pt x="51042" y="39302"/>
                  <a:pt x="53823" y="40659"/>
                  <a:pt x="55513" y="42171"/>
                </a:cubicBezTo>
                <a:cubicBezTo>
                  <a:pt x="54891" y="43506"/>
                  <a:pt x="54335" y="44907"/>
                  <a:pt x="53845" y="46374"/>
                </a:cubicBezTo>
                <a:cubicBezTo>
                  <a:pt x="53356" y="47841"/>
                  <a:pt x="52934" y="49376"/>
                  <a:pt x="52579" y="50978"/>
                </a:cubicBezTo>
                <a:lnTo>
                  <a:pt x="51509" y="50978"/>
                </a:lnTo>
                <a:cubicBezTo>
                  <a:pt x="50888" y="49821"/>
                  <a:pt x="50043" y="48643"/>
                  <a:pt x="48974" y="47443"/>
                </a:cubicBezTo>
                <a:cubicBezTo>
                  <a:pt x="47907" y="46242"/>
                  <a:pt x="46639" y="45129"/>
                  <a:pt x="45171" y="44106"/>
                </a:cubicBezTo>
                <a:cubicBezTo>
                  <a:pt x="43703" y="43082"/>
                  <a:pt x="42080" y="42237"/>
                  <a:pt x="40300" y="41570"/>
                </a:cubicBezTo>
                <a:cubicBezTo>
                  <a:pt x="38521" y="40903"/>
                  <a:pt x="36565" y="40569"/>
                  <a:pt x="34429" y="40569"/>
                </a:cubicBezTo>
                <a:cubicBezTo>
                  <a:pt x="30426" y="40569"/>
                  <a:pt x="26979" y="41303"/>
                  <a:pt x="24087" y="42772"/>
                </a:cubicBezTo>
                <a:cubicBezTo>
                  <a:pt x="21196" y="44239"/>
                  <a:pt x="18838" y="46263"/>
                  <a:pt x="17013" y="48844"/>
                </a:cubicBezTo>
                <a:cubicBezTo>
                  <a:pt x="15190" y="51423"/>
                  <a:pt x="13855" y="54470"/>
                  <a:pt x="13010" y="57985"/>
                </a:cubicBezTo>
                <a:cubicBezTo>
                  <a:pt x="12165" y="61498"/>
                  <a:pt x="11743" y="65301"/>
                  <a:pt x="11743" y="69394"/>
                </a:cubicBezTo>
                <a:cubicBezTo>
                  <a:pt x="11743" y="78557"/>
                  <a:pt x="13700" y="85474"/>
                  <a:pt x="17614" y="90146"/>
                </a:cubicBezTo>
                <a:cubicBezTo>
                  <a:pt x="21529" y="94817"/>
                  <a:pt x="27267" y="97152"/>
                  <a:pt x="34828" y="97152"/>
                </a:cubicBezTo>
                <a:cubicBezTo>
                  <a:pt x="36608" y="97152"/>
                  <a:pt x="38432" y="96908"/>
                  <a:pt x="40300" y="96419"/>
                </a:cubicBezTo>
                <a:cubicBezTo>
                  <a:pt x="42169" y="95929"/>
                  <a:pt x="43993" y="95261"/>
                  <a:pt x="45771" y="94416"/>
                </a:cubicBezTo>
                <a:cubicBezTo>
                  <a:pt x="47551" y="93570"/>
                  <a:pt x="49219" y="92569"/>
                  <a:pt x="50776" y="91414"/>
                </a:cubicBezTo>
                <a:cubicBezTo>
                  <a:pt x="52333" y="90258"/>
                  <a:pt x="53690" y="89011"/>
                  <a:pt x="54847" y="87676"/>
                </a:cubicBezTo>
                <a:lnTo>
                  <a:pt x="55513" y="88077"/>
                </a:lnTo>
                <a:cubicBezTo>
                  <a:pt x="55069" y="90212"/>
                  <a:pt x="54802" y="92392"/>
                  <a:pt x="54713" y="94615"/>
                </a:cubicBezTo>
                <a:cubicBezTo>
                  <a:pt x="52044" y="96751"/>
                  <a:pt x="48729" y="98574"/>
                  <a:pt x="44769" y="100087"/>
                </a:cubicBezTo>
                <a:cubicBezTo>
                  <a:pt x="40811" y="101599"/>
                  <a:pt x="36697" y="102355"/>
                  <a:pt x="32428" y="102355"/>
                </a:cubicBezTo>
                <a:cubicBezTo>
                  <a:pt x="28602" y="102355"/>
                  <a:pt x="24754" y="101799"/>
                  <a:pt x="20884" y="100687"/>
                </a:cubicBezTo>
                <a:cubicBezTo>
                  <a:pt x="17014" y="99576"/>
                  <a:pt x="13522" y="97708"/>
                  <a:pt x="10407" y="95084"/>
                </a:cubicBezTo>
                <a:cubicBezTo>
                  <a:pt x="7295" y="92458"/>
                  <a:pt x="4782" y="89055"/>
                  <a:pt x="2869" y="84874"/>
                </a:cubicBezTo>
                <a:cubicBezTo>
                  <a:pt x="956" y="80693"/>
                  <a:pt x="0" y="75577"/>
                  <a:pt x="0" y="69528"/>
                </a:cubicBezTo>
                <a:close/>
                <a:moveTo>
                  <a:pt x="77533" y="69528"/>
                </a:moveTo>
                <a:cubicBezTo>
                  <a:pt x="77533" y="73264"/>
                  <a:pt x="77866" y="76867"/>
                  <a:pt x="78533" y="80337"/>
                </a:cubicBezTo>
                <a:cubicBezTo>
                  <a:pt x="79201" y="83807"/>
                  <a:pt x="80335" y="86898"/>
                  <a:pt x="81936" y="89612"/>
                </a:cubicBezTo>
                <a:cubicBezTo>
                  <a:pt x="83537" y="92326"/>
                  <a:pt x="85673" y="94484"/>
                  <a:pt x="88342" y="96085"/>
                </a:cubicBezTo>
                <a:cubicBezTo>
                  <a:pt x="91011" y="97686"/>
                  <a:pt x="94302" y="98486"/>
                  <a:pt x="98218" y="98486"/>
                </a:cubicBezTo>
                <a:cubicBezTo>
                  <a:pt x="102133" y="98486"/>
                  <a:pt x="105425" y="97686"/>
                  <a:pt x="108093" y="96085"/>
                </a:cubicBezTo>
                <a:cubicBezTo>
                  <a:pt x="110762" y="94484"/>
                  <a:pt x="112897" y="92326"/>
                  <a:pt x="114498" y="89612"/>
                </a:cubicBezTo>
                <a:cubicBezTo>
                  <a:pt x="116099" y="86898"/>
                  <a:pt x="117234" y="83807"/>
                  <a:pt x="117900" y="80337"/>
                </a:cubicBezTo>
                <a:cubicBezTo>
                  <a:pt x="118568" y="76867"/>
                  <a:pt x="118902" y="73264"/>
                  <a:pt x="118902" y="69528"/>
                </a:cubicBezTo>
                <a:cubicBezTo>
                  <a:pt x="118902" y="65791"/>
                  <a:pt x="118568" y="62188"/>
                  <a:pt x="117900" y="58718"/>
                </a:cubicBezTo>
                <a:cubicBezTo>
                  <a:pt x="117234" y="55248"/>
                  <a:pt x="116099" y="52157"/>
                  <a:pt x="114498" y="49445"/>
                </a:cubicBezTo>
                <a:cubicBezTo>
                  <a:pt x="112897" y="46731"/>
                  <a:pt x="110762" y="44573"/>
                  <a:pt x="108093" y="42971"/>
                </a:cubicBezTo>
                <a:cubicBezTo>
                  <a:pt x="105425" y="41370"/>
                  <a:pt x="102133" y="40569"/>
                  <a:pt x="98218" y="40569"/>
                </a:cubicBezTo>
                <a:cubicBezTo>
                  <a:pt x="94302" y="40569"/>
                  <a:pt x="91011" y="41370"/>
                  <a:pt x="88342" y="42971"/>
                </a:cubicBezTo>
                <a:cubicBezTo>
                  <a:pt x="85673" y="44573"/>
                  <a:pt x="83537" y="46731"/>
                  <a:pt x="81936" y="49445"/>
                </a:cubicBezTo>
                <a:cubicBezTo>
                  <a:pt x="80335" y="52157"/>
                  <a:pt x="79201" y="55248"/>
                  <a:pt x="78533" y="58718"/>
                </a:cubicBezTo>
                <a:cubicBezTo>
                  <a:pt x="77866" y="62188"/>
                  <a:pt x="77533" y="65791"/>
                  <a:pt x="77533" y="69528"/>
                </a:cubicBezTo>
                <a:moveTo>
                  <a:pt x="65790" y="69528"/>
                </a:moveTo>
                <a:cubicBezTo>
                  <a:pt x="65790" y="63478"/>
                  <a:pt x="66746" y="58340"/>
                  <a:pt x="68659" y="54114"/>
                </a:cubicBezTo>
                <a:cubicBezTo>
                  <a:pt x="70572" y="49888"/>
                  <a:pt x="73085" y="46463"/>
                  <a:pt x="76197" y="43839"/>
                </a:cubicBezTo>
                <a:cubicBezTo>
                  <a:pt x="79311" y="41215"/>
                  <a:pt x="82804" y="39302"/>
                  <a:pt x="86674" y="38101"/>
                </a:cubicBezTo>
                <a:cubicBezTo>
                  <a:pt x="90544" y="36899"/>
                  <a:pt x="94392" y="36299"/>
                  <a:pt x="98218" y="36299"/>
                </a:cubicBezTo>
                <a:cubicBezTo>
                  <a:pt x="102133" y="36299"/>
                  <a:pt x="106003" y="36899"/>
                  <a:pt x="109828" y="38101"/>
                </a:cubicBezTo>
                <a:cubicBezTo>
                  <a:pt x="113654" y="39302"/>
                  <a:pt x="117123" y="41215"/>
                  <a:pt x="120236" y="43839"/>
                </a:cubicBezTo>
                <a:cubicBezTo>
                  <a:pt x="123350" y="46463"/>
                  <a:pt x="125863" y="49888"/>
                  <a:pt x="127776" y="54114"/>
                </a:cubicBezTo>
                <a:cubicBezTo>
                  <a:pt x="129689" y="58340"/>
                  <a:pt x="130645" y="63478"/>
                  <a:pt x="130645" y="69528"/>
                </a:cubicBezTo>
                <a:cubicBezTo>
                  <a:pt x="130645" y="75577"/>
                  <a:pt x="129689" y="80715"/>
                  <a:pt x="127776" y="84941"/>
                </a:cubicBezTo>
                <a:cubicBezTo>
                  <a:pt x="125863" y="89167"/>
                  <a:pt x="123350" y="92593"/>
                  <a:pt x="120236" y="95218"/>
                </a:cubicBezTo>
                <a:cubicBezTo>
                  <a:pt x="117123" y="97842"/>
                  <a:pt x="113654" y="99688"/>
                  <a:pt x="109828" y="100755"/>
                </a:cubicBezTo>
                <a:cubicBezTo>
                  <a:pt x="106003" y="101822"/>
                  <a:pt x="102133" y="102355"/>
                  <a:pt x="98218" y="102355"/>
                </a:cubicBezTo>
                <a:cubicBezTo>
                  <a:pt x="94392" y="102355"/>
                  <a:pt x="90544" y="101822"/>
                  <a:pt x="86674" y="100755"/>
                </a:cubicBezTo>
                <a:cubicBezTo>
                  <a:pt x="82804" y="99688"/>
                  <a:pt x="79311" y="97842"/>
                  <a:pt x="76197" y="95218"/>
                </a:cubicBezTo>
                <a:cubicBezTo>
                  <a:pt x="73085" y="92593"/>
                  <a:pt x="70572" y="89167"/>
                  <a:pt x="68659" y="84941"/>
                </a:cubicBezTo>
                <a:cubicBezTo>
                  <a:pt x="66746" y="80715"/>
                  <a:pt x="65790" y="75577"/>
                  <a:pt x="65790" y="69528"/>
                </a:cubicBezTo>
                <a:close/>
                <a:moveTo>
                  <a:pt x="188962" y="63521"/>
                </a:moveTo>
                <a:cubicBezTo>
                  <a:pt x="188962" y="56849"/>
                  <a:pt x="187672" y="51801"/>
                  <a:pt x="185091" y="48376"/>
                </a:cubicBezTo>
                <a:cubicBezTo>
                  <a:pt x="182512" y="44951"/>
                  <a:pt x="178954" y="43238"/>
                  <a:pt x="174417" y="43238"/>
                </a:cubicBezTo>
                <a:cubicBezTo>
                  <a:pt x="168190" y="43238"/>
                  <a:pt x="163631" y="45151"/>
                  <a:pt x="160739" y="48976"/>
                </a:cubicBezTo>
                <a:cubicBezTo>
                  <a:pt x="157848" y="52802"/>
                  <a:pt x="156402" y="58184"/>
                  <a:pt x="156402" y="65124"/>
                </a:cubicBezTo>
                <a:lnTo>
                  <a:pt x="156402" y="76466"/>
                </a:lnTo>
                <a:cubicBezTo>
                  <a:pt x="156402" y="80471"/>
                  <a:pt x="156468" y="84675"/>
                  <a:pt x="156601" y="89079"/>
                </a:cubicBezTo>
                <a:cubicBezTo>
                  <a:pt x="156734" y="93482"/>
                  <a:pt x="157024" y="97463"/>
                  <a:pt x="157469" y="101021"/>
                </a:cubicBezTo>
                <a:cubicBezTo>
                  <a:pt x="155423" y="100844"/>
                  <a:pt x="153421" y="100755"/>
                  <a:pt x="151464" y="100755"/>
                </a:cubicBezTo>
                <a:cubicBezTo>
                  <a:pt x="149506" y="100755"/>
                  <a:pt x="147505" y="100844"/>
                  <a:pt x="145459" y="101021"/>
                </a:cubicBezTo>
                <a:cubicBezTo>
                  <a:pt x="145903" y="97463"/>
                  <a:pt x="146191" y="93482"/>
                  <a:pt x="146324" y="89079"/>
                </a:cubicBezTo>
                <a:cubicBezTo>
                  <a:pt x="146459" y="84675"/>
                  <a:pt x="146526" y="80471"/>
                  <a:pt x="146526" y="76466"/>
                </a:cubicBezTo>
                <a:lnTo>
                  <a:pt x="146526" y="62589"/>
                </a:lnTo>
                <a:cubicBezTo>
                  <a:pt x="146526" y="58586"/>
                  <a:pt x="146459" y="54382"/>
                  <a:pt x="146324" y="49978"/>
                </a:cubicBezTo>
                <a:cubicBezTo>
                  <a:pt x="146191" y="45574"/>
                  <a:pt x="145903" y="41459"/>
                  <a:pt x="145459" y="37632"/>
                </a:cubicBezTo>
                <a:cubicBezTo>
                  <a:pt x="147950" y="38078"/>
                  <a:pt x="149952" y="38300"/>
                  <a:pt x="151464" y="38300"/>
                </a:cubicBezTo>
                <a:cubicBezTo>
                  <a:pt x="152175" y="38300"/>
                  <a:pt x="152953" y="38234"/>
                  <a:pt x="153798" y="38101"/>
                </a:cubicBezTo>
                <a:cubicBezTo>
                  <a:pt x="154643" y="37968"/>
                  <a:pt x="155644" y="37811"/>
                  <a:pt x="156801" y="37632"/>
                </a:cubicBezTo>
                <a:cubicBezTo>
                  <a:pt x="156535" y="41192"/>
                  <a:pt x="156402" y="44750"/>
                  <a:pt x="156402" y="48308"/>
                </a:cubicBezTo>
                <a:lnTo>
                  <a:pt x="156669" y="48308"/>
                </a:lnTo>
                <a:cubicBezTo>
                  <a:pt x="159160" y="44483"/>
                  <a:pt x="162140" y="41525"/>
                  <a:pt x="165610" y="39434"/>
                </a:cubicBezTo>
                <a:cubicBezTo>
                  <a:pt x="169080" y="37344"/>
                  <a:pt x="173217" y="36299"/>
                  <a:pt x="178021" y="36299"/>
                </a:cubicBezTo>
                <a:cubicBezTo>
                  <a:pt x="180512" y="36299"/>
                  <a:pt x="183025" y="36655"/>
                  <a:pt x="185559" y="37368"/>
                </a:cubicBezTo>
                <a:cubicBezTo>
                  <a:pt x="188095" y="38079"/>
                  <a:pt x="190386" y="39302"/>
                  <a:pt x="192432" y="41037"/>
                </a:cubicBezTo>
                <a:cubicBezTo>
                  <a:pt x="194479" y="42772"/>
                  <a:pt x="196147" y="45130"/>
                  <a:pt x="197437" y="48111"/>
                </a:cubicBezTo>
                <a:cubicBezTo>
                  <a:pt x="198726" y="51091"/>
                  <a:pt x="199371" y="54893"/>
                  <a:pt x="199371" y="59518"/>
                </a:cubicBezTo>
                <a:cubicBezTo>
                  <a:pt x="199371" y="63344"/>
                  <a:pt x="199282" y="67280"/>
                  <a:pt x="199105" y="71328"/>
                </a:cubicBezTo>
                <a:cubicBezTo>
                  <a:pt x="198927" y="75377"/>
                  <a:pt x="198838" y="79670"/>
                  <a:pt x="198838" y="84208"/>
                </a:cubicBezTo>
                <a:lnTo>
                  <a:pt x="198838" y="92880"/>
                </a:lnTo>
                <a:cubicBezTo>
                  <a:pt x="198838" y="94304"/>
                  <a:pt x="198860" y="95706"/>
                  <a:pt x="198905" y="97085"/>
                </a:cubicBezTo>
                <a:cubicBezTo>
                  <a:pt x="198950" y="98464"/>
                  <a:pt x="199016" y="99777"/>
                  <a:pt x="199105" y="101021"/>
                </a:cubicBezTo>
                <a:cubicBezTo>
                  <a:pt x="197325" y="100844"/>
                  <a:pt x="195457" y="100755"/>
                  <a:pt x="193501" y="100755"/>
                </a:cubicBezTo>
                <a:cubicBezTo>
                  <a:pt x="191631" y="100755"/>
                  <a:pt x="189808" y="100844"/>
                  <a:pt x="188029" y="101021"/>
                </a:cubicBezTo>
                <a:cubicBezTo>
                  <a:pt x="188207" y="96395"/>
                  <a:pt x="188407" y="91636"/>
                  <a:pt x="188628" y="86743"/>
                </a:cubicBezTo>
                <a:cubicBezTo>
                  <a:pt x="188851" y="81849"/>
                  <a:pt x="188962" y="76822"/>
                  <a:pt x="188962" y="71662"/>
                </a:cubicBezTo>
                <a:lnTo>
                  <a:pt x="188962" y="63521"/>
                </a:lnTo>
                <a:close/>
                <a:moveTo>
                  <a:pt x="231801" y="19752"/>
                </a:moveTo>
                <a:cubicBezTo>
                  <a:pt x="231533" y="23132"/>
                  <a:pt x="231333" y="26446"/>
                  <a:pt x="231198" y="29693"/>
                </a:cubicBezTo>
                <a:cubicBezTo>
                  <a:pt x="231065" y="32940"/>
                  <a:pt x="230910" y="36210"/>
                  <a:pt x="230732" y="39502"/>
                </a:cubicBezTo>
                <a:cubicBezTo>
                  <a:pt x="231711" y="39502"/>
                  <a:pt x="233534" y="39479"/>
                  <a:pt x="236203" y="39434"/>
                </a:cubicBezTo>
                <a:cubicBezTo>
                  <a:pt x="238872" y="39390"/>
                  <a:pt x="241764" y="39278"/>
                  <a:pt x="244878" y="39100"/>
                </a:cubicBezTo>
                <a:cubicBezTo>
                  <a:pt x="244790" y="39368"/>
                  <a:pt x="244745" y="39857"/>
                  <a:pt x="244745" y="40569"/>
                </a:cubicBezTo>
                <a:lnTo>
                  <a:pt x="244745" y="41904"/>
                </a:lnTo>
                <a:lnTo>
                  <a:pt x="244745" y="43373"/>
                </a:lnTo>
                <a:cubicBezTo>
                  <a:pt x="244745" y="43994"/>
                  <a:pt x="244790" y="44439"/>
                  <a:pt x="244878" y="44706"/>
                </a:cubicBezTo>
                <a:cubicBezTo>
                  <a:pt x="243721" y="44617"/>
                  <a:pt x="242520" y="44550"/>
                  <a:pt x="241274" y="44507"/>
                </a:cubicBezTo>
                <a:cubicBezTo>
                  <a:pt x="240029" y="44462"/>
                  <a:pt x="238694" y="44440"/>
                  <a:pt x="237270" y="44440"/>
                </a:cubicBezTo>
                <a:lnTo>
                  <a:pt x="230732" y="44440"/>
                </a:lnTo>
                <a:cubicBezTo>
                  <a:pt x="230644" y="44795"/>
                  <a:pt x="230532" y="46219"/>
                  <a:pt x="230398" y="48710"/>
                </a:cubicBezTo>
                <a:cubicBezTo>
                  <a:pt x="230265" y="51201"/>
                  <a:pt x="230154" y="54159"/>
                  <a:pt x="230064" y="57584"/>
                </a:cubicBezTo>
                <a:cubicBezTo>
                  <a:pt x="229976" y="61009"/>
                  <a:pt x="229909" y="64590"/>
                  <a:pt x="229864" y="68327"/>
                </a:cubicBezTo>
                <a:cubicBezTo>
                  <a:pt x="229820" y="72063"/>
                  <a:pt x="229797" y="75399"/>
                  <a:pt x="229797" y="78335"/>
                </a:cubicBezTo>
                <a:cubicBezTo>
                  <a:pt x="229797" y="80826"/>
                  <a:pt x="229864" y="83273"/>
                  <a:pt x="229997" y="85676"/>
                </a:cubicBezTo>
                <a:cubicBezTo>
                  <a:pt x="230131" y="88077"/>
                  <a:pt x="230554" y="90235"/>
                  <a:pt x="231265" y="92147"/>
                </a:cubicBezTo>
                <a:cubicBezTo>
                  <a:pt x="231978" y="94060"/>
                  <a:pt x="233046" y="95595"/>
                  <a:pt x="234468" y="96751"/>
                </a:cubicBezTo>
                <a:cubicBezTo>
                  <a:pt x="235892" y="97908"/>
                  <a:pt x="237939" y="98486"/>
                  <a:pt x="240608" y="98486"/>
                </a:cubicBezTo>
                <a:cubicBezTo>
                  <a:pt x="241319" y="98486"/>
                  <a:pt x="242275" y="98397"/>
                  <a:pt x="243477" y="98219"/>
                </a:cubicBezTo>
                <a:cubicBezTo>
                  <a:pt x="244678" y="98042"/>
                  <a:pt x="245724" y="97819"/>
                  <a:pt x="246613" y="97552"/>
                </a:cubicBezTo>
                <a:lnTo>
                  <a:pt x="246613" y="100755"/>
                </a:lnTo>
                <a:cubicBezTo>
                  <a:pt x="245100" y="101022"/>
                  <a:pt x="243432" y="101355"/>
                  <a:pt x="241608" y="101754"/>
                </a:cubicBezTo>
                <a:cubicBezTo>
                  <a:pt x="239784" y="102155"/>
                  <a:pt x="238028" y="102355"/>
                  <a:pt x="236338" y="102355"/>
                </a:cubicBezTo>
                <a:cubicBezTo>
                  <a:pt x="230732" y="102355"/>
                  <a:pt x="226595" y="100977"/>
                  <a:pt x="223927" y="98219"/>
                </a:cubicBezTo>
                <a:cubicBezTo>
                  <a:pt x="221258" y="95461"/>
                  <a:pt x="219923" y="91413"/>
                  <a:pt x="219923" y="86075"/>
                </a:cubicBezTo>
                <a:cubicBezTo>
                  <a:pt x="219923" y="83674"/>
                  <a:pt x="219967" y="81072"/>
                  <a:pt x="220056" y="78270"/>
                </a:cubicBezTo>
                <a:cubicBezTo>
                  <a:pt x="220145" y="75467"/>
                  <a:pt x="220257" y="72398"/>
                  <a:pt x="220390" y="69062"/>
                </a:cubicBezTo>
                <a:cubicBezTo>
                  <a:pt x="220523" y="65725"/>
                  <a:pt x="220634" y="62033"/>
                  <a:pt x="220724" y="57985"/>
                </a:cubicBezTo>
                <a:cubicBezTo>
                  <a:pt x="220813" y="53937"/>
                  <a:pt x="220858" y="49422"/>
                  <a:pt x="220858" y="44440"/>
                </a:cubicBezTo>
                <a:lnTo>
                  <a:pt x="216586" y="44440"/>
                </a:lnTo>
                <a:cubicBezTo>
                  <a:pt x="215875" y="44440"/>
                  <a:pt x="215118" y="44462"/>
                  <a:pt x="214317" y="44507"/>
                </a:cubicBezTo>
                <a:cubicBezTo>
                  <a:pt x="213517" y="44550"/>
                  <a:pt x="212671" y="44617"/>
                  <a:pt x="211782" y="44706"/>
                </a:cubicBezTo>
                <a:cubicBezTo>
                  <a:pt x="211872" y="44173"/>
                  <a:pt x="211938" y="43662"/>
                  <a:pt x="211982" y="43173"/>
                </a:cubicBezTo>
                <a:cubicBezTo>
                  <a:pt x="212027" y="42683"/>
                  <a:pt x="212049" y="42171"/>
                  <a:pt x="212049" y="41638"/>
                </a:cubicBezTo>
                <a:cubicBezTo>
                  <a:pt x="212049" y="41192"/>
                  <a:pt x="212027" y="40748"/>
                  <a:pt x="211982" y="40304"/>
                </a:cubicBezTo>
                <a:cubicBezTo>
                  <a:pt x="211938" y="39859"/>
                  <a:pt x="211872" y="39413"/>
                  <a:pt x="211782" y="38968"/>
                </a:cubicBezTo>
                <a:cubicBezTo>
                  <a:pt x="215786" y="39234"/>
                  <a:pt x="218721" y="39367"/>
                  <a:pt x="220589" y="39367"/>
                </a:cubicBezTo>
                <a:cubicBezTo>
                  <a:pt x="220501" y="37589"/>
                  <a:pt x="220434" y="35365"/>
                  <a:pt x="220390" y="32696"/>
                </a:cubicBezTo>
                <a:cubicBezTo>
                  <a:pt x="220345" y="30028"/>
                  <a:pt x="220233" y="27269"/>
                  <a:pt x="220056" y="24421"/>
                </a:cubicBezTo>
                <a:lnTo>
                  <a:pt x="231133" y="19752"/>
                </a:lnTo>
                <a:lnTo>
                  <a:pt x="231801" y="19752"/>
                </a:lnTo>
                <a:close/>
                <a:moveTo>
                  <a:pt x="282111" y="40569"/>
                </a:moveTo>
                <a:cubicBezTo>
                  <a:pt x="278819" y="40569"/>
                  <a:pt x="276039" y="41325"/>
                  <a:pt x="273769" y="42837"/>
                </a:cubicBezTo>
                <a:cubicBezTo>
                  <a:pt x="271500" y="44349"/>
                  <a:pt x="269632" y="46240"/>
                  <a:pt x="268165" y="48510"/>
                </a:cubicBezTo>
                <a:cubicBezTo>
                  <a:pt x="266698" y="50778"/>
                  <a:pt x="265586" y="53269"/>
                  <a:pt x="264830" y="55983"/>
                </a:cubicBezTo>
                <a:cubicBezTo>
                  <a:pt x="264073" y="58697"/>
                  <a:pt x="263606" y="61254"/>
                  <a:pt x="263429" y="63656"/>
                </a:cubicBezTo>
                <a:cubicBezTo>
                  <a:pt x="266186" y="63745"/>
                  <a:pt x="269054" y="63835"/>
                  <a:pt x="272034" y="63925"/>
                </a:cubicBezTo>
                <a:cubicBezTo>
                  <a:pt x="275015" y="64013"/>
                  <a:pt x="277929" y="64057"/>
                  <a:pt x="280776" y="64057"/>
                </a:cubicBezTo>
                <a:cubicBezTo>
                  <a:pt x="283712" y="64057"/>
                  <a:pt x="286692" y="64013"/>
                  <a:pt x="289717" y="63925"/>
                </a:cubicBezTo>
                <a:cubicBezTo>
                  <a:pt x="292741" y="63835"/>
                  <a:pt x="295678" y="63745"/>
                  <a:pt x="298526" y="63656"/>
                </a:cubicBezTo>
                <a:cubicBezTo>
                  <a:pt x="298526" y="61254"/>
                  <a:pt x="298326" y="58719"/>
                  <a:pt x="297925" y="56050"/>
                </a:cubicBezTo>
                <a:cubicBezTo>
                  <a:pt x="297525" y="53380"/>
                  <a:pt x="296724" y="50888"/>
                  <a:pt x="295522" y="48575"/>
                </a:cubicBezTo>
                <a:cubicBezTo>
                  <a:pt x="294321" y="46262"/>
                  <a:pt x="292652" y="44349"/>
                  <a:pt x="290517" y="42837"/>
                </a:cubicBezTo>
                <a:cubicBezTo>
                  <a:pt x="288382" y="41325"/>
                  <a:pt x="285580" y="40569"/>
                  <a:pt x="282111" y="40569"/>
                </a:cubicBezTo>
                <a:moveTo>
                  <a:pt x="251284" y="71396"/>
                </a:moveTo>
                <a:cubicBezTo>
                  <a:pt x="251284" y="60453"/>
                  <a:pt x="253886" y="51868"/>
                  <a:pt x="259089" y="45641"/>
                </a:cubicBezTo>
                <a:cubicBezTo>
                  <a:pt x="264294" y="39413"/>
                  <a:pt x="271879" y="36299"/>
                  <a:pt x="281845" y="36299"/>
                </a:cubicBezTo>
                <a:cubicBezTo>
                  <a:pt x="286559" y="36299"/>
                  <a:pt x="290629" y="37033"/>
                  <a:pt x="294054" y="38502"/>
                </a:cubicBezTo>
                <a:cubicBezTo>
                  <a:pt x="297479" y="39969"/>
                  <a:pt x="300348" y="41926"/>
                  <a:pt x="302661" y="44372"/>
                </a:cubicBezTo>
                <a:cubicBezTo>
                  <a:pt x="304975" y="46819"/>
                  <a:pt x="306687" y="49688"/>
                  <a:pt x="307799" y="52980"/>
                </a:cubicBezTo>
                <a:cubicBezTo>
                  <a:pt x="308911" y="56272"/>
                  <a:pt x="309467" y="59786"/>
                  <a:pt x="309467" y="63521"/>
                </a:cubicBezTo>
                <a:cubicBezTo>
                  <a:pt x="309467" y="64412"/>
                  <a:pt x="309444" y="65280"/>
                  <a:pt x="309399" y="66126"/>
                </a:cubicBezTo>
                <a:cubicBezTo>
                  <a:pt x="309356" y="66970"/>
                  <a:pt x="309289" y="67837"/>
                  <a:pt x="309200" y="68726"/>
                </a:cubicBezTo>
                <a:cubicBezTo>
                  <a:pt x="304396" y="68638"/>
                  <a:pt x="299636" y="68550"/>
                  <a:pt x="294922" y="68461"/>
                </a:cubicBezTo>
                <a:cubicBezTo>
                  <a:pt x="290207" y="68372"/>
                  <a:pt x="285447" y="68327"/>
                  <a:pt x="280643" y="68327"/>
                </a:cubicBezTo>
                <a:cubicBezTo>
                  <a:pt x="277707" y="68327"/>
                  <a:pt x="274793" y="68372"/>
                  <a:pt x="271902" y="68461"/>
                </a:cubicBezTo>
                <a:cubicBezTo>
                  <a:pt x="269010" y="68550"/>
                  <a:pt x="266096" y="68638"/>
                  <a:pt x="263160" y="68726"/>
                </a:cubicBezTo>
                <a:cubicBezTo>
                  <a:pt x="263072" y="69171"/>
                  <a:pt x="263027" y="69839"/>
                  <a:pt x="263027" y="70728"/>
                </a:cubicBezTo>
                <a:lnTo>
                  <a:pt x="263027" y="72463"/>
                </a:lnTo>
                <a:cubicBezTo>
                  <a:pt x="263027" y="75932"/>
                  <a:pt x="263539" y="79180"/>
                  <a:pt x="264561" y="82206"/>
                </a:cubicBezTo>
                <a:cubicBezTo>
                  <a:pt x="265584" y="85231"/>
                  <a:pt x="267075" y="87833"/>
                  <a:pt x="269032" y="90013"/>
                </a:cubicBezTo>
                <a:cubicBezTo>
                  <a:pt x="270990" y="92192"/>
                  <a:pt x="273392" y="93927"/>
                  <a:pt x="276239" y="95218"/>
                </a:cubicBezTo>
                <a:cubicBezTo>
                  <a:pt x="279085" y="96508"/>
                  <a:pt x="282377" y="97152"/>
                  <a:pt x="286115" y="97152"/>
                </a:cubicBezTo>
                <a:cubicBezTo>
                  <a:pt x="287893" y="97152"/>
                  <a:pt x="289716" y="96908"/>
                  <a:pt x="291584" y="96419"/>
                </a:cubicBezTo>
                <a:cubicBezTo>
                  <a:pt x="293453" y="95929"/>
                  <a:pt x="295277" y="95261"/>
                  <a:pt x="297056" y="94416"/>
                </a:cubicBezTo>
                <a:cubicBezTo>
                  <a:pt x="298835" y="93570"/>
                  <a:pt x="300504" y="92569"/>
                  <a:pt x="302061" y="91414"/>
                </a:cubicBezTo>
                <a:cubicBezTo>
                  <a:pt x="303618" y="90258"/>
                  <a:pt x="304975" y="89011"/>
                  <a:pt x="306131" y="87676"/>
                </a:cubicBezTo>
                <a:lnTo>
                  <a:pt x="306799" y="88077"/>
                </a:lnTo>
                <a:lnTo>
                  <a:pt x="305999" y="94615"/>
                </a:lnTo>
                <a:cubicBezTo>
                  <a:pt x="303329" y="96751"/>
                  <a:pt x="300014" y="98574"/>
                  <a:pt x="296056" y="100087"/>
                </a:cubicBezTo>
                <a:cubicBezTo>
                  <a:pt x="292097" y="101599"/>
                  <a:pt x="287983" y="102355"/>
                  <a:pt x="283712" y="102355"/>
                </a:cubicBezTo>
                <a:cubicBezTo>
                  <a:pt x="278908" y="102355"/>
                  <a:pt x="274526" y="101621"/>
                  <a:pt x="270566" y="100154"/>
                </a:cubicBezTo>
                <a:cubicBezTo>
                  <a:pt x="266607" y="98686"/>
                  <a:pt x="263182" y="96552"/>
                  <a:pt x="260291" y="93750"/>
                </a:cubicBezTo>
                <a:cubicBezTo>
                  <a:pt x="257401" y="90947"/>
                  <a:pt x="255177" y="87632"/>
                  <a:pt x="253620" y="83807"/>
                </a:cubicBezTo>
                <a:cubicBezTo>
                  <a:pt x="252063" y="79981"/>
                  <a:pt x="251284" y="75844"/>
                  <a:pt x="251284" y="71396"/>
                </a:cubicBezTo>
                <a:close/>
                <a:moveTo>
                  <a:pt x="347901" y="62589"/>
                </a:moveTo>
                <a:cubicBezTo>
                  <a:pt x="351103" y="58318"/>
                  <a:pt x="354239" y="54159"/>
                  <a:pt x="357309" y="50111"/>
                </a:cubicBezTo>
                <a:cubicBezTo>
                  <a:pt x="360378" y="46062"/>
                  <a:pt x="363381" y="41903"/>
                  <a:pt x="366317" y="37632"/>
                </a:cubicBezTo>
                <a:cubicBezTo>
                  <a:pt x="367118" y="37811"/>
                  <a:pt x="367897" y="37968"/>
                  <a:pt x="368653" y="38101"/>
                </a:cubicBezTo>
                <a:cubicBezTo>
                  <a:pt x="369409" y="38234"/>
                  <a:pt x="370187" y="38300"/>
                  <a:pt x="370988" y="38300"/>
                </a:cubicBezTo>
                <a:cubicBezTo>
                  <a:pt x="372055" y="38300"/>
                  <a:pt x="373568" y="38078"/>
                  <a:pt x="375525" y="37632"/>
                </a:cubicBezTo>
                <a:cubicBezTo>
                  <a:pt x="371254" y="42526"/>
                  <a:pt x="367095" y="47353"/>
                  <a:pt x="363047" y="52112"/>
                </a:cubicBezTo>
                <a:cubicBezTo>
                  <a:pt x="358999" y="56872"/>
                  <a:pt x="354973" y="61653"/>
                  <a:pt x="350970" y="66458"/>
                </a:cubicBezTo>
                <a:cubicBezTo>
                  <a:pt x="354973" y="72330"/>
                  <a:pt x="359132" y="78136"/>
                  <a:pt x="363446" y="83874"/>
                </a:cubicBezTo>
                <a:cubicBezTo>
                  <a:pt x="367761" y="89612"/>
                  <a:pt x="372188" y="95328"/>
                  <a:pt x="376727" y="101021"/>
                </a:cubicBezTo>
                <a:cubicBezTo>
                  <a:pt x="375480" y="100844"/>
                  <a:pt x="374279" y="100755"/>
                  <a:pt x="373122" y="100755"/>
                </a:cubicBezTo>
                <a:cubicBezTo>
                  <a:pt x="371966" y="100755"/>
                  <a:pt x="370898" y="100755"/>
                  <a:pt x="369919" y="100755"/>
                </a:cubicBezTo>
                <a:cubicBezTo>
                  <a:pt x="368940" y="100755"/>
                  <a:pt x="367873" y="100755"/>
                  <a:pt x="366716" y="100755"/>
                </a:cubicBezTo>
                <a:cubicBezTo>
                  <a:pt x="365560" y="100755"/>
                  <a:pt x="364359" y="100844"/>
                  <a:pt x="363114" y="101021"/>
                </a:cubicBezTo>
                <a:cubicBezTo>
                  <a:pt x="360178" y="96662"/>
                  <a:pt x="357153" y="92237"/>
                  <a:pt x="354038" y="87745"/>
                </a:cubicBezTo>
                <a:cubicBezTo>
                  <a:pt x="350926" y="83252"/>
                  <a:pt x="347767" y="78736"/>
                  <a:pt x="344564" y="74198"/>
                </a:cubicBezTo>
                <a:cubicBezTo>
                  <a:pt x="341273" y="78736"/>
                  <a:pt x="338048" y="83252"/>
                  <a:pt x="334889" y="87745"/>
                </a:cubicBezTo>
                <a:cubicBezTo>
                  <a:pt x="331732" y="92237"/>
                  <a:pt x="328640" y="96662"/>
                  <a:pt x="325614" y="101021"/>
                </a:cubicBezTo>
                <a:cubicBezTo>
                  <a:pt x="324191" y="100844"/>
                  <a:pt x="322724" y="100755"/>
                  <a:pt x="321212" y="100755"/>
                </a:cubicBezTo>
                <a:cubicBezTo>
                  <a:pt x="319610" y="100755"/>
                  <a:pt x="318097" y="100844"/>
                  <a:pt x="316673" y="101021"/>
                </a:cubicBezTo>
                <a:cubicBezTo>
                  <a:pt x="320944" y="96039"/>
                  <a:pt x="325125" y="90991"/>
                  <a:pt x="329216" y="85876"/>
                </a:cubicBezTo>
                <a:cubicBezTo>
                  <a:pt x="333309" y="80759"/>
                  <a:pt x="337358" y="75532"/>
                  <a:pt x="341363" y="70194"/>
                </a:cubicBezTo>
                <a:cubicBezTo>
                  <a:pt x="337358" y="64768"/>
                  <a:pt x="333332" y="59386"/>
                  <a:pt x="329283" y="54049"/>
                </a:cubicBezTo>
                <a:cubicBezTo>
                  <a:pt x="325237" y="48710"/>
                  <a:pt x="321078" y="43237"/>
                  <a:pt x="316807" y="37632"/>
                </a:cubicBezTo>
                <a:cubicBezTo>
                  <a:pt x="318052" y="37811"/>
                  <a:pt x="319230" y="37968"/>
                  <a:pt x="320342" y="38101"/>
                </a:cubicBezTo>
                <a:cubicBezTo>
                  <a:pt x="321455" y="38234"/>
                  <a:pt x="322634" y="38300"/>
                  <a:pt x="323879" y="38300"/>
                </a:cubicBezTo>
                <a:cubicBezTo>
                  <a:pt x="325125" y="38300"/>
                  <a:pt x="326304" y="38234"/>
                  <a:pt x="327416" y="38101"/>
                </a:cubicBezTo>
                <a:cubicBezTo>
                  <a:pt x="328528" y="37968"/>
                  <a:pt x="329707" y="37811"/>
                  <a:pt x="330953" y="37632"/>
                </a:cubicBezTo>
                <a:cubicBezTo>
                  <a:pt x="333532" y="41903"/>
                  <a:pt x="336223" y="46062"/>
                  <a:pt x="339025" y="50111"/>
                </a:cubicBezTo>
                <a:cubicBezTo>
                  <a:pt x="341828" y="54159"/>
                  <a:pt x="344787" y="58318"/>
                  <a:pt x="347901" y="62589"/>
                </a:cubicBezTo>
                <a:close/>
                <a:moveTo>
                  <a:pt x="402349" y="19752"/>
                </a:moveTo>
                <a:cubicBezTo>
                  <a:pt x="402082" y="23132"/>
                  <a:pt x="401881" y="26446"/>
                  <a:pt x="401747" y="29693"/>
                </a:cubicBezTo>
                <a:cubicBezTo>
                  <a:pt x="401614" y="32940"/>
                  <a:pt x="401458" y="36210"/>
                  <a:pt x="401280" y="39502"/>
                </a:cubicBezTo>
                <a:cubicBezTo>
                  <a:pt x="402259" y="39502"/>
                  <a:pt x="404083" y="39479"/>
                  <a:pt x="406752" y="39434"/>
                </a:cubicBezTo>
                <a:cubicBezTo>
                  <a:pt x="409421" y="39390"/>
                  <a:pt x="412312" y="39278"/>
                  <a:pt x="415426" y="39100"/>
                </a:cubicBezTo>
                <a:cubicBezTo>
                  <a:pt x="415338" y="39368"/>
                  <a:pt x="415294" y="39857"/>
                  <a:pt x="415294" y="40569"/>
                </a:cubicBezTo>
                <a:lnTo>
                  <a:pt x="415294" y="41904"/>
                </a:lnTo>
                <a:lnTo>
                  <a:pt x="415294" y="43373"/>
                </a:lnTo>
                <a:cubicBezTo>
                  <a:pt x="415294" y="43994"/>
                  <a:pt x="415338" y="44439"/>
                  <a:pt x="415426" y="44706"/>
                </a:cubicBezTo>
                <a:cubicBezTo>
                  <a:pt x="414270" y="44617"/>
                  <a:pt x="413068" y="44550"/>
                  <a:pt x="411822" y="44507"/>
                </a:cubicBezTo>
                <a:cubicBezTo>
                  <a:pt x="410577" y="44462"/>
                  <a:pt x="409243" y="44440"/>
                  <a:pt x="407819" y="44440"/>
                </a:cubicBezTo>
                <a:lnTo>
                  <a:pt x="401280" y="44440"/>
                </a:lnTo>
                <a:cubicBezTo>
                  <a:pt x="401192" y="44795"/>
                  <a:pt x="401081" y="46219"/>
                  <a:pt x="400946" y="48710"/>
                </a:cubicBezTo>
                <a:cubicBezTo>
                  <a:pt x="400813" y="51201"/>
                  <a:pt x="400702" y="54159"/>
                  <a:pt x="400612" y="57584"/>
                </a:cubicBezTo>
                <a:cubicBezTo>
                  <a:pt x="400524" y="61009"/>
                  <a:pt x="400458" y="64590"/>
                  <a:pt x="400413" y="68327"/>
                </a:cubicBezTo>
                <a:cubicBezTo>
                  <a:pt x="400368" y="72063"/>
                  <a:pt x="400346" y="75399"/>
                  <a:pt x="400346" y="78335"/>
                </a:cubicBezTo>
                <a:cubicBezTo>
                  <a:pt x="400346" y="80826"/>
                  <a:pt x="400412" y="83273"/>
                  <a:pt x="400545" y="85676"/>
                </a:cubicBezTo>
                <a:cubicBezTo>
                  <a:pt x="400680" y="88077"/>
                  <a:pt x="401102" y="90235"/>
                  <a:pt x="401814" y="92147"/>
                </a:cubicBezTo>
                <a:cubicBezTo>
                  <a:pt x="402526" y="94060"/>
                  <a:pt x="403594" y="95595"/>
                  <a:pt x="405017" y="96751"/>
                </a:cubicBezTo>
                <a:cubicBezTo>
                  <a:pt x="406441" y="97908"/>
                  <a:pt x="408487" y="98486"/>
                  <a:pt x="411156" y="98486"/>
                </a:cubicBezTo>
                <a:cubicBezTo>
                  <a:pt x="411868" y="98486"/>
                  <a:pt x="412824" y="98397"/>
                  <a:pt x="414025" y="98219"/>
                </a:cubicBezTo>
                <a:cubicBezTo>
                  <a:pt x="415227" y="98042"/>
                  <a:pt x="416272" y="97819"/>
                  <a:pt x="417161" y="97552"/>
                </a:cubicBezTo>
                <a:lnTo>
                  <a:pt x="417161" y="100755"/>
                </a:lnTo>
                <a:cubicBezTo>
                  <a:pt x="415649" y="101022"/>
                  <a:pt x="413980" y="101355"/>
                  <a:pt x="412156" y="101754"/>
                </a:cubicBezTo>
                <a:cubicBezTo>
                  <a:pt x="410333" y="102155"/>
                  <a:pt x="408576" y="102355"/>
                  <a:pt x="406886" y="102355"/>
                </a:cubicBezTo>
                <a:cubicBezTo>
                  <a:pt x="401281" y="102355"/>
                  <a:pt x="397144" y="100977"/>
                  <a:pt x="394475" y="98219"/>
                </a:cubicBezTo>
                <a:cubicBezTo>
                  <a:pt x="391806" y="95461"/>
                  <a:pt x="390472" y="91413"/>
                  <a:pt x="390472" y="86075"/>
                </a:cubicBezTo>
                <a:cubicBezTo>
                  <a:pt x="390472" y="83674"/>
                  <a:pt x="390516" y="81072"/>
                  <a:pt x="390604" y="78270"/>
                </a:cubicBezTo>
                <a:cubicBezTo>
                  <a:pt x="390694" y="75467"/>
                  <a:pt x="390805" y="72398"/>
                  <a:pt x="390938" y="69062"/>
                </a:cubicBezTo>
                <a:cubicBezTo>
                  <a:pt x="391071" y="65725"/>
                  <a:pt x="391182" y="62033"/>
                  <a:pt x="391272" y="57985"/>
                </a:cubicBezTo>
                <a:cubicBezTo>
                  <a:pt x="391362" y="53937"/>
                  <a:pt x="391406" y="49422"/>
                  <a:pt x="391406" y="44440"/>
                </a:cubicBezTo>
                <a:lnTo>
                  <a:pt x="387134" y="44440"/>
                </a:lnTo>
                <a:cubicBezTo>
                  <a:pt x="386423" y="44440"/>
                  <a:pt x="385667" y="44462"/>
                  <a:pt x="384866" y="44507"/>
                </a:cubicBezTo>
                <a:cubicBezTo>
                  <a:pt x="384065" y="44550"/>
                  <a:pt x="383220" y="44617"/>
                  <a:pt x="382331" y="44706"/>
                </a:cubicBezTo>
                <a:cubicBezTo>
                  <a:pt x="382420" y="44173"/>
                  <a:pt x="382487" y="43662"/>
                  <a:pt x="382530" y="43173"/>
                </a:cubicBezTo>
                <a:cubicBezTo>
                  <a:pt x="382575" y="42683"/>
                  <a:pt x="382598" y="42171"/>
                  <a:pt x="382598" y="41638"/>
                </a:cubicBezTo>
                <a:cubicBezTo>
                  <a:pt x="382598" y="41192"/>
                  <a:pt x="382575" y="40748"/>
                  <a:pt x="382530" y="40304"/>
                </a:cubicBezTo>
                <a:cubicBezTo>
                  <a:pt x="382487" y="39859"/>
                  <a:pt x="382420" y="39413"/>
                  <a:pt x="382331" y="38968"/>
                </a:cubicBezTo>
                <a:cubicBezTo>
                  <a:pt x="386334" y="39234"/>
                  <a:pt x="389270" y="39367"/>
                  <a:pt x="391138" y="39367"/>
                </a:cubicBezTo>
                <a:cubicBezTo>
                  <a:pt x="391049" y="37589"/>
                  <a:pt x="390983" y="35365"/>
                  <a:pt x="390938" y="32696"/>
                </a:cubicBezTo>
                <a:cubicBezTo>
                  <a:pt x="390893" y="30028"/>
                  <a:pt x="390782" y="27269"/>
                  <a:pt x="390604" y="24421"/>
                </a:cubicBezTo>
                <a:lnTo>
                  <a:pt x="401681" y="19752"/>
                </a:lnTo>
                <a:lnTo>
                  <a:pt x="402349" y="19752"/>
                </a:lnTo>
                <a:close/>
                <a:moveTo>
                  <a:pt x="492195" y="69528"/>
                </a:moveTo>
                <a:cubicBezTo>
                  <a:pt x="492195" y="73264"/>
                  <a:pt x="492528" y="76867"/>
                  <a:pt x="493195" y="80337"/>
                </a:cubicBezTo>
                <a:cubicBezTo>
                  <a:pt x="493863" y="83807"/>
                  <a:pt x="494997" y="86898"/>
                  <a:pt x="496597" y="89612"/>
                </a:cubicBezTo>
                <a:cubicBezTo>
                  <a:pt x="498199" y="92326"/>
                  <a:pt x="500335" y="94484"/>
                  <a:pt x="503003" y="96085"/>
                </a:cubicBezTo>
                <a:cubicBezTo>
                  <a:pt x="505672" y="97686"/>
                  <a:pt x="508964" y="98486"/>
                  <a:pt x="512879" y="98486"/>
                </a:cubicBezTo>
                <a:cubicBezTo>
                  <a:pt x="516794" y="98486"/>
                  <a:pt x="520086" y="97686"/>
                  <a:pt x="522755" y="96085"/>
                </a:cubicBezTo>
                <a:cubicBezTo>
                  <a:pt x="525424" y="94484"/>
                  <a:pt x="527559" y="92326"/>
                  <a:pt x="529159" y="89612"/>
                </a:cubicBezTo>
                <a:cubicBezTo>
                  <a:pt x="530761" y="86898"/>
                  <a:pt x="531895" y="83807"/>
                  <a:pt x="532562" y="80337"/>
                </a:cubicBezTo>
                <a:cubicBezTo>
                  <a:pt x="533230" y="76867"/>
                  <a:pt x="533564" y="73264"/>
                  <a:pt x="533564" y="69528"/>
                </a:cubicBezTo>
                <a:cubicBezTo>
                  <a:pt x="533564" y="65791"/>
                  <a:pt x="533230" y="62188"/>
                  <a:pt x="532562" y="58718"/>
                </a:cubicBezTo>
                <a:cubicBezTo>
                  <a:pt x="531895" y="55248"/>
                  <a:pt x="530761" y="52157"/>
                  <a:pt x="529159" y="49445"/>
                </a:cubicBezTo>
                <a:cubicBezTo>
                  <a:pt x="527559" y="46731"/>
                  <a:pt x="525424" y="44573"/>
                  <a:pt x="522755" y="42971"/>
                </a:cubicBezTo>
                <a:cubicBezTo>
                  <a:pt x="520086" y="41370"/>
                  <a:pt x="516794" y="40569"/>
                  <a:pt x="512879" y="40569"/>
                </a:cubicBezTo>
                <a:cubicBezTo>
                  <a:pt x="508964" y="40569"/>
                  <a:pt x="505672" y="41370"/>
                  <a:pt x="503003" y="42971"/>
                </a:cubicBezTo>
                <a:cubicBezTo>
                  <a:pt x="500335" y="44573"/>
                  <a:pt x="498199" y="46731"/>
                  <a:pt x="496597" y="49445"/>
                </a:cubicBezTo>
                <a:cubicBezTo>
                  <a:pt x="494997" y="52157"/>
                  <a:pt x="493863" y="55248"/>
                  <a:pt x="493195" y="58718"/>
                </a:cubicBezTo>
                <a:cubicBezTo>
                  <a:pt x="492528" y="62188"/>
                  <a:pt x="492195" y="65791"/>
                  <a:pt x="492195" y="69528"/>
                </a:cubicBezTo>
                <a:moveTo>
                  <a:pt x="480452" y="69528"/>
                </a:moveTo>
                <a:cubicBezTo>
                  <a:pt x="480452" y="63478"/>
                  <a:pt x="481408" y="58340"/>
                  <a:pt x="483321" y="54114"/>
                </a:cubicBezTo>
                <a:cubicBezTo>
                  <a:pt x="485234" y="49888"/>
                  <a:pt x="487746" y="46463"/>
                  <a:pt x="490859" y="43839"/>
                </a:cubicBezTo>
                <a:cubicBezTo>
                  <a:pt x="493973" y="41215"/>
                  <a:pt x="497466" y="39302"/>
                  <a:pt x="501336" y="38101"/>
                </a:cubicBezTo>
                <a:cubicBezTo>
                  <a:pt x="505206" y="36899"/>
                  <a:pt x="509054" y="36299"/>
                  <a:pt x="512879" y="36299"/>
                </a:cubicBezTo>
                <a:cubicBezTo>
                  <a:pt x="516794" y="36299"/>
                  <a:pt x="520665" y="36899"/>
                  <a:pt x="524490" y="38101"/>
                </a:cubicBezTo>
                <a:cubicBezTo>
                  <a:pt x="528316" y="39302"/>
                  <a:pt x="531785" y="41215"/>
                  <a:pt x="534898" y="43839"/>
                </a:cubicBezTo>
                <a:cubicBezTo>
                  <a:pt x="538012" y="46463"/>
                  <a:pt x="540525" y="49888"/>
                  <a:pt x="542438" y="54114"/>
                </a:cubicBezTo>
                <a:cubicBezTo>
                  <a:pt x="544351" y="58340"/>
                  <a:pt x="545307" y="63478"/>
                  <a:pt x="545307" y="69528"/>
                </a:cubicBezTo>
                <a:cubicBezTo>
                  <a:pt x="545307" y="75577"/>
                  <a:pt x="544351" y="80715"/>
                  <a:pt x="542438" y="84941"/>
                </a:cubicBezTo>
                <a:cubicBezTo>
                  <a:pt x="540525" y="89167"/>
                  <a:pt x="538012" y="92593"/>
                  <a:pt x="534898" y="95218"/>
                </a:cubicBezTo>
                <a:cubicBezTo>
                  <a:pt x="531785" y="97842"/>
                  <a:pt x="528316" y="99688"/>
                  <a:pt x="524490" y="100755"/>
                </a:cubicBezTo>
                <a:cubicBezTo>
                  <a:pt x="520665" y="101822"/>
                  <a:pt x="516794" y="102355"/>
                  <a:pt x="512879" y="102355"/>
                </a:cubicBezTo>
                <a:cubicBezTo>
                  <a:pt x="509054" y="102355"/>
                  <a:pt x="505206" y="101822"/>
                  <a:pt x="501336" y="100755"/>
                </a:cubicBezTo>
                <a:cubicBezTo>
                  <a:pt x="497466" y="99688"/>
                  <a:pt x="493973" y="97842"/>
                  <a:pt x="490859" y="95218"/>
                </a:cubicBezTo>
                <a:cubicBezTo>
                  <a:pt x="487746" y="92593"/>
                  <a:pt x="485234" y="89167"/>
                  <a:pt x="483321" y="84941"/>
                </a:cubicBezTo>
                <a:cubicBezTo>
                  <a:pt x="481408" y="80715"/>
                  <a:pt x="480452" y="75577"/>
                  <a:pt x="480452" y="69528"/>
                </a:cubicBezTo>
                <a:close/>
                <a:moveTo>
                  <a:pt x="588411" y="11476"/>
                </a:moveTo>
                <a:cubicBezTo>
                  <a:pt x="586277" y="10142"/>
                  <a:pt x="583831" y="9475"/>
                  <a:pt x="581072" y="9475"/>
                </a:cubicBezTo>
                <a:cubicBezTo>
                  <a:pt x="579115" y="9475"/>
                  <a:pt x="577446" y="9853"/>
                  <a:pt x="576067" y="10609"/>
                </a:cubicBezTo>
                <a:cubicBezTo>
                  <a:pt x="574688" y="11365"/>
                  <a:pt x="573554" y="12344"/>
                  <a:pt x="572665" y="13545"/>
                </a:cubicBezTo>
                <a:cubicBezTo>
                  <a:pt x="571775" y="14747"/>
                  <a:pt x="571131" y="16148"/>
                  <a:pt x="570730" y="17750"/>
                </a:cubicBezTo>
                <a:cubicBezTo>
                  <a:pt x="570330" y="19351"/>
                  <a:pt x="570129" y="21041"/>
                  <a:pt x="570129" y="22820"/>
                </a:cubicBezTo>
                <a:cubicBezTo>
                  <a:pt x="570129" y="24422"/>
                  <a:pt x="570285" y="26736"/>
                  <a:pt x="570596" y="29760"/>
                </a:cubicBezTo>
                <a:cubicBezTo>
                  <a:pt x="570908" y="32785"/>
                  <a:pt x="571286" y="35676"/>
                  <a:pt x="571730" y="38435"/>
                </a:cubicBezTo>
                <a:cubicBezTo>
                  <a:pt x="574043" y="38435"/>
                  <a:pt x="576334" y="38412"/>
                  <a:pt x="578602" y="38367"/>
                </a:cubicBezTo>
                <a:cubicBezTo>
                  <a:pt x="580872" y="38323"/>
                  <a:pt x="583164" y="38300"/>
                  <a:pt x="585477" y="38300"/>
                </a:cubicBezTo>
                <a:cubicBezTo>
                  <a:pt x="585387" y="38745"/>
                  <a:pt x="585320" y="39191"/>
                  <a:pt x="585275" y="39636"/>
                </a:cubicBezTo>
                <a:cubicBezTo>
                  <a:pt x="585232" y="40080"/>
                  <a:pt x="585210" y="40524"/>
                  <a:pt x="585210" y="40970"/>
                </a:cubicBezTo>
                <a:cubicBezTo>
                  <a:pt x="585210" y="41415"/>
                  <a:pt x="585232" y="41860"/>
                  <a:pt x="585275" y="42306"/>
                </a:cubicBezTo>
                <a:cubicBezTo>
                  <a:pt x="585320" y="42749"/>
                  <a:pt x="585387" y="43194"/>
                  <a:pt x="585477" y="43639"/>
                </a:cubicBezTo>
                <a:cubicBezTo>
                  <a:pt x="583164" y="43550"/>
                  <a:pt x="580872" y="43461"/>
                  <a:pt x="578602" y="43373"/>
                </a:cubicBezTo>
                <a:cubicBezTo>
                  <a:pt x="576334" y="43283"/>
                  <a:pt x="574043" y="43238"/>
                  <a:pt x="571730" y="43238"/>
                </a:cubicBezTo>
                <a:cubicBezTo>
                  <a:pt x="571730" y="52935"/>
                  <a:pt x="571752" y="62566"/>
                  <a:pt x="571797" y="72131"/>
                </a:cubicBezTo>
                <a:cubicBezTo>
                  <a:pt x="571842" y="81694"/>
                  <a:pt x="571998" y="91325"/>
                  <a:pt x="572265" y="101021"/>
                </a:cubicBezTo>
                <a:cubicBezTo>
                  <a:pt x="571287" y="100844"/>
                  <a:pt x="570308" y="100755"/>
                  <a:pt x="569329" y="100755"/>
                </a:cubicBezTo>
                <a:cubicBezTo>
                  <a:pt x="568350" y="100755"/>
                  <a:pt x="567416" y="100755"/>
                  <a:pt x="566525" y="100755"/>
                </a:cubicBezTo>
                <a:cubicBezTo>
                  <a:pt x="564657" y="100755"/>
                  <a:pt x="562700" y="100844"/>
                  <a:pt x="560655" y="101021"/>
                </a:cubicBezTo>
                <a:cubicBezTo>
                  <a:pt x="561278" y="91325"/>
                  <a:pt x="561633" y="81739"/>
                  <a:pt x="561722" y="72263"/>
                </a:cubicBezTo>
                <a:cubicBezTo>
                  <a:pt x="561811" y="62788"/>
                  <a:pt x="561856" y="53113"/>
                  <a:pt x="561856" y="43238"/>
                </a:cubicBezTo>
                <a:cubicBezTo>
                  <a:pt x="560254" y="43238"/>
                  <a:pt x="558652" y="43283"/>
                  <a:pt x="557050" y="43373"/>
                </a:cubicBezTo>
                <a:cubicBezTo>
                  <a:pt x="555450" y="43461"/>
                  <a:pt x="553849" y="43550"/>
                  <a:pt x="552247" y="43639"/>
                </a:cubicBezTo>
                <a:cubicBezTo>
                  <a:pt x="552336" y="43194"/>
                  <a:pt x="552403" y="42749"/>
                  <a:pt x="552446" y="42306"/>
                </a:cubicBezTo>
                <a:cubicBezTo>
                  <a:pt x="552491" y="41860"/>
                  <a:pt x="552514" y="41415"/>
                  <a:pt x="552514" y="40970"/>
                </a:cubicBezTo>
                <a:cubicBezTo>
                  <a:pt x="552514" y="40524"/>
                  <a:pt x="552491" y="40080"/>
                  <a:pt x="552446" y="39636"/>
                </a:cubicBezTo>
                <a:cubicBezTo>
                  <a:pt x="552403" y="39191"/>
                  <a:pt x="552336" y="38745"/>
                  <a:pt x="552247" y="38300"/>
                </a:cubicBezTo>
                <a:cubicBezTo>
                  <a:pt x="553849" y="38300"/>
                  <a:pt x="555472" y="38323"/>
                  <a:pt x="557118" y="38367"/>
                </a:cubicBezTo>
                <a:cubicBezTo>
                  <a:pt x="558764" y="38412"/>
                  <a:pt x="560344" y="38435"/>
                  <a:pt x="561856" y="38435"/>
                </a:cubicBezTo>
                <a:cubicBezTo>
                  <a:pt x="561856" y="35854"/>
                  <a:pt x="562123" y="33051"/>
                  <a:pt x="562656" y="30027"/>
                </a:cubicBezTo>
                <a:cubicBezTo>
                  <a:pt x="563190" y="27002"/>
                  <a:pt x="563968" y="24022"/>
                  <a:pt x="564990" y="21086"/>
                </a:cubicBezTo>
                <a:cubicBezTo>
                  <a:pt x="566013" y="18149"/>
                  <a:pt x="567237" y="15369"/>
                  <a:pt x="568661" y="12745"/>
                </a:cubicBezTo>
                <a:cubicBezTo>
                  <a:pt x="570085" y="10121"/>
                  <a:pt x="571686" y="7919"/>
                  <a:pt x="573465" y="6139"/>
                </a:cubicBezTo>
                <a:cubicBezTo>
                  <a:pt x="575067" y="4537"/>
                  <a:pt x="577091" y="3114"/>
                  <a:pt x="579537" y="1869"/>
                </a:cubicBezTo>
                <a:cubicBezTo>
                  <a:pt x="581983" y="623"/>
                  <a:pt x="584497" y="0"/>
                  <a:pt x="587077" y="0"/>
                </a:cubicBezTo>
                <a:cubicBezTo>
                  <a:pt x="588056" y="0"/>
                  <a:pt x="588946" y="134"/>
                  <a:pt x="589747" y="401"/>
                </a:cubicBezTo>
                <a:cubicBezTo>
                  <a:pt x="589657" y="2181"/>
                  <a:pt x="589546" y="3961"/>
                  <a:pt x="589413" y="5740"/>
                </a:cubicBezTo>
                <a:cubicBezTo>
                  <a:pt x="589280" y="7519"/>
                  <a:pt x="589213" y="9298"/>
                  <a:pt x="589213" y="11077"/>
                </a:cubicBezTo>
                <a:lnTo>
                  <a:pt x="588411" y="11476"/>
                </a:lnTo>
                <a:close/>
                <a:moveTo>
                  <a:pt x="717894" y="56851"/>
                </a:moveTo>
                <a:cubicBezTo>
                  <a:pt x="714514" y="56761"/>
                  <a:pt x="711133" y="56650"/>
                  <a:pt x="707751" y="56517"/>
                </a:cubicBezTo>
                <a:cubicBezTo>
                  <a:pt x="704371" y="56384"/>
                  <a:pt x="700991" y="56317"/>
                  <a:pt x="697610" y="56317"/>
                </a:cubicBezTo>
                <a:cubicBezTo>
                  <a:pt x="694229" y="56317"/>
                  <a:pt x="690847" y="56362"/>
                  <a:pt x="687466" y="56451"/>
                </a:cubicBezTo>
                <a:cubicBezTo>
                  <a:pt x="684086" y="56540"/>
                  <a:pt x="680705" y="56673"/>
                  <a:pt x="677325" y="56851"/>
                </a:cubicBezTo>
                <a:lnTo>
                  <a:pt x="677325" y="64456"/>
                </a:lnTo>
                <a:cubicBezTo>
                  <a:pt x="677325" y="71841"/>
                  <a:pt x="677414" y="78402"/>
                  <a:pt x="677592" y="84141"/>
                </a:cubicBezTo>
                <a:cubicBezTo>
                  <a:pt x="677770" y="89879"/>
                  <a:pt x="678037" y="95506"/>
                  <a:pt x="678392" y="101021"/>
                </a:cubicBezTo>
                <a:cubicBezTo>
                  <a:pt x="676880" y="100844"/>
                  <a:pt x="675234" y="100755"/>
                  <a:pt x="673454" y="100755"/>
                </a:cubicBezTo>
                <a:cubicBezTo>
                  <a:pt x="671676" y="100755"/>
                  <a:pt x="669674" y="100755"/>
                  <a:pt x="667449" y="100755"/>
                </a:cubicBezTo>
                <a:cubicBezTo>
                  <a:pt x="665226" y="100755"/>
                  <a:pt x="663224" y="100755"/>
                  <a:pt x="661444" y="100755"/>
                </a:cubicBezTo>
                <a:cubicBezTo>
                  <a:pt x="659666" y="100755"/>
                  <a:pt x="658020" y="100844"/>
                  <a:pt x="656506" y="101021"/>
                </a:cubicBezTo>
                <a:cubicBezTo>
                  <a:pt x="656863" y="95506"/>
                  <a:pt x="657131" y="89879"/>
                  <a:pt x="657309" y="84141"/>
                </a:cubicBezTo>
                <a:cubicBezTo>
                  <a:pt x="657486" y="78402"/>
                  <a:pt x="657575" y="71841"/>
                  <a:pt x="657575" y="64456"/>
                </a:cubicBezTo>
                <a:lnTo>
                  <a:pt x="657575" y="46307"/>
                </a:lnTo>
                <a:cubicBezTo>
                  <a:pt x="657575" y="38923"/>
                  <a:pt x="657486" y="32362"/>
                  <a:pt x="657309" y="26624"/>
                </a:cubicBezTo>
                <a:cubicBezTo>
                  <a:pt x="657131" y="20886"/>
                  <a:pt x="656863" y="15125"/>
                  <a:pt x="656506" y="9342"/>
                </a:cubicBezTo>
                <a:cubicBezTo>
                  <a:pt x="658020" y="9520"/>
                  <a:pt x="659666" y="9676"/>
                  <a:pt x="661444" y="9811"/>
                </a:cubicBezTo>
                <a:cubicBezTo>
                  <a:pt x="663224" y="9944"/>
                  <a:pt x="665226" y="10010"/>
                  <a:pt x="667449" y="10010"/>
                </a:cubicBezTo>
                <a:cubicBezTo>
                  <a:pt x="669674" y="10010"/>
                  <a:pt x="671676" y="9944"/>
                  <a:pt x="673454" y="9811"/>
                </a:cubicBezTo>
                <a:cubicBezTo>
                  <a:pt x="675234" y="9676"/>
                  <a:pt x="676880" y="9520"/>
                  <a:pt x="678392" y="9342"/>
                </a:cubicBezTo>
                <a:cubicBezTo>
                  <a:pt x="677948" y="15125"/>
                  <a:pt x="677659" y="20842"/>
                  <a:pt x="677525" y="26492"/>
                </a:cubicBezTo>
                <a:cubicBezTo>
                  <a:pt x="677392" y="32140"/>
                  <a:pt x="677325" y="38657"/>
                  <a:pt x="677325" y="46040"/>
                </a:cubicBezTo>
                <a:cubicBezTo>
                  <a:pt x="679638" y="46130"/>
                  <a:pt x="682419" y="46197"/>
                  <a:pt x="685666" y="46242"/>
                </a:cubicBezTo>
                <a:cubicBezTo>
                  <a:pt x="688913" y="46285"/>
                  <a:pt x="692939" y="46307"/>
                  <a:pt x="697743" y="46307"/>
                </a:cubicBezTo>
                <a:cubicBezTo>
                  <a:pt x="702547" y="46307"/>
                  <a:pt x="706461" y="46285"/>
                  <a:pt x="709486" y="46242"/>
                </a:cubicBezTo>
                <a:cubicBezTo>
                  <a:pt x="712511" y="46197"/>
                  <a:pt x="715313" y="46130"/>
                  <a:pt x="717894" y="46040"/>
                </a:cubicBezTo>
                <a:cubicBezTo>
                  <a:pt x="717894" y="38657"/>
                  <a:pt x="717805" y="32140"/>
                  <a:pt x="717627" y="26492"/>
                </a:cubicBezTo>
                <a:cubicBezTo>
                  <a:pt x="717449" y="20842"/>
                  <a:pt x="717182" y="15125"/>
                  <a:pt x="716827" y="9342"/>
                </a:cubicBezTo>
                <a:cubicBezTo>
                  <a:pt x="718339" y="9520"/>
                  <a:pt x="719984" y="9676"/>
                  <a:pt x="721763" y="9811"/>
                </a:cubicBezTo>
                <a:cubicBezTo>
                  <a:pt x="723542" y="9944"/>
                  <a:pt x="725545" y="10010"/>
                  <a:pt x="727770" y="10010"/>
                </a:cubicBezTo>
                <a:cubicBezTo>
                  <a:pt x="729993" y="10010"/>
                  <a:pt x="731994" y="9944"/>
                  <a:pt x="733773" y="9811"/>
                </a:cubicBezTo>
                <a:cubicBezTo>
                  <a:pt x="735552" y="9676"/>
                  <a:pt x="737199" y="9520"/>
                  <a:pt x="738713" y="9342"/>
                </a:cubicBezTo>
                <a:cubicBezTo>
                  <a:pt x="738356" y="15125"/>
                  <a:pt x="738088" y="20886"/>
                  <a:pt x="737910" y="26624"/>
                </a:cubicBezTo>
                <a:cubicBezTo>
                  <a:pt x="737732" y="32362"/>
                  <a:pt x="737644" y="38923"/>
                  <a:pt x="737644" y="46307"/>
                </a:cubicBezTo>
                <a:lnTo>
                  <a:pt x="737644" y="64456"/>
                </a:lnTo>
                <a:cubicBezTo>
                  <a:pt x="737644" y="71841"/>
                  <a:pt x="737732" y="78402"/>
                  <a:pt x="737910" y="84141"/>
                </a:cubicBezTo>
                <a:cubicBezTo>
                  <a:pt x="738088" y="89879"/>
                  <a:pt x="738356" y="95506"/>
                  <a:pt x="738713" y="101021"/>
                </a:cubicBezTo>
                <a:cubicBezTo>
                  <a:pt x="737199" y="100844"/>
                  <a:pt x="735552" y="100755"/>
                  <a:pt x="733773" y="100755"/>
                </a:cubicBezTo>
                <a:cubicBezTo>
                  <a:pt x="731994" y="100755"/>
                  <a:pt x="729993" y="100755"/>
                  <a:pt x="727770" y="100755"/>
                </a:cubicBezTo>
                <a:cubicBezTo>
                  <a:pt x="725545" y="100755"/>
                  <a:pt x="723542" y="100755"/>
                  <a:pt x="721763" y="100755"/>
                </a:cubicBezTo>
                <a:cubicBezTo>
                  <a:pt x="719984" y="100755"/>
                  <a:pt x="718339" y="100844"/>
                  <a:pt x="716827" y="101021"/>
                </a:cubicBezTo>
                <a:cubicBezTo>
                  <a:pt x="717182" y="95506"/>
                  <a:pt x="717449" y="89879"/>
                  <a:pt x="717627" y="84141"/>
                </a:cubicBezTo>
                <a:cubicBezTo>
                  <a:pt x="717805" y="78402"/>
                  <a:pt x="717894" y="71841"/>
                  <a:pt x="717894" y="64456"/>
                </a:cubicBezTo>
                <a:lnTo>
                  <a:pt x="717894" y="56851"/>
                </a:lnTo>
                <a:close/>
                <a:moveTo>
                  <a:pt x="773675" y="69127"/>
                </a:moveTo>
                <a:cubicBezTo>
                  <a:pt x="773675" y="72685"/>
                  <a:pt x="774030" y="76021"/>
                  <a:pt x="774742" y="79136"/>
                </a:cubicBezTo>
                <a:cubicBezTo>
                  <a:pt x="775454" y="82250"/>
                  <a:pt x="776545" y="84941"/>
                  <a:pt x="778012" y="87209"/>
                </a:cubicBezTo>
                <a:cubicBezTo>
                  <a:pt x="779479" y="89478"/>
                  <a:pt x="781347" y="91257"/>
                  <a:pt x="783616" y="92548"/>
                </a:cubicBezTo>
                <a:cubicBezTo>
                  <a:pt x="785886" y="93838"/>
                  <a:pt x="788533" y="94483"/>
                  <a:pt x="791557" y="94483"/>
                </a:cubicBezTo>
                <a:cubicBezTo>
                  <a:pt x="797696" y="94483"/>
                  <a:pt x="803167" y="92481"/>
                  <a:pt x="807972" y="88478"/>
                </a:cubicBezTo>
                <a:lnTo>
                  <a:pt x="809572" y="89679"/>
                </a:lnTo>
                <a:lnTo>
                  <a:pt x="806636" y="97152"/>
                </a:lnTo>
                <a:cubicBezTo>
                  <a:pt x="804412" y="98843"/>
                  <a:pt x="801743" y="100199"/>
                  <a:pt x="798629" y="101221"/>
                </a:cubicBezTo>
                <a:cubicBezTo>
                  <a:pt x="795515" y="102244"/>
                  <a:pt x="791423" y="102756"/>
                  <a:pt x="786353" y="102756"/>
                </a:cubicBezTo>
                <a:cubicBezTo>
                  <a:pt x="781994" y="102756"/>
                  <a:pt x="777857" y="102156"/>
                  <a:pt x="773942" y="100954"/>
                </a:cubicBezTo>
                <a:cubicBezTo>
                  <a:pt x="770028" y="99754"/>
                  <a:pt x="766580" y="97775"/>
                  <a:pt x="763599" y="95016"/>
                </a:cubicBezTo>
                <a:cubicBezTo>
                  <a:pt x="760620" y="92258"/>
                  <a:pt x="758262" y="88766"/>
                  <a:pt x="756527" y="84540"/>
                </a:cubicBezTo>
                <a:cubicBezTo>
                  <a:pt x="754792" y="80314"/>
                  <a:pt x="753925" y="75265"/>
                  <a:pt x="753925" y="69394"/>
                </a:cubicBezTo>
                <a:cubicBezTo>
                  <a:pt x="753925" y="63611"/>
                  <a:pt x="754703" y="58585"/>
                  <a:pt x="756259" y="54315"/>
                </a:cubicBezTo>
                <a:cubicBezTo>
                  <a:pt x="757816" y="50045"/>
                  <a:pt x="759973" y="46486"/>
                  <a:pt x="762732" y="43639"/>
                </a:cubicBezTo>
                <a:cubicBezTo>
                  <a:pt x="765490" y="40791"/>
                  <a:pt x="768760" y="38656"/>
                  <a:pt x="772541" y="37233"/>
                </a:cubicBezTo>
                <a:cubicBezTo>
                  <a:pt x="776321" y="35809"/>
                  <a:pt x="780436" y="35097"/>
                  <a:pt x="784884" y="35097"/>
                </a:cubicBezTo>
                <a:cubicBezTo>
                  <a:pt x="793692" y="35097"/>
                  <a:pt x="800431" y="37677"/>
                  <a:pt x="805101" y="42837"/>
                </a:cubicBezTo>
                <a:cubicBezTo>
                  <a:pt x="809772" y="47997"/>
                  <a:pt x="812107" y="55292"/>
                  <a:pt x="812107" y="64723"/>
                </a:cubicBezTo>
                <a:lnTo>
                  <a:pt x="812107" y="67527"/>
                </a:lnTo>
                <a:cubicBezTo>
                  <a:pt x="812107" y="68326"/>
                  <a:pt x="812063" y="68860"/>
                  <a:pt x="811975" y="69127"/>
                </a:cubicBezTo>
                <a:lnTo>
                  <a:pt x="773675" y="69127"/>
                </a:lnTo>
                <a:moveTo>
                  <a:pt x="794227" y="63122"/>
                </a:moveTo>
                <a:cubicBezTo>
                  <a:pt x="794048" y="56450"/>
                  <a:pt x="793224" y="51112"/>
                  <a:pt x="791757" y="47109"/>
                </a:cubicBezTo>
                <a:cubicBezTo>
                  <a:pt x="790289" y="43104"/>
                  <a:pt x="787821" y="41102"/>
                  <a:pt x="784351" y="41102"/>
                </a:cubicBezTo>
                <a:cubicBezTo>
                  <a:pt x="782393" y="41102"/>
                  <a:pt x="780747" y="41769"/>
                  <a:pt x="779413" y="43104"/>
                </a:cubicBezTo>
                <a:cubicBezTo>
                  <a:pt x="778079" y="44438"/>
                  <a:pt x="777011" y="46151"/>
                  <a:pt x="776210" y="48243"/>
                </a:cubicBezTo>
                <a:cubicBezTo>
                  <a:pt x="775409" y="50334"/>
                  <a:pt x="774808" y="52691"/>
                  <a:pt x="774408" y="55315"/>
                </a:cubicBezTo>
                <a:cubicBezTo>
                  <a:pt x="774009" y="57939"/>
                  <a:pt x="773764" y="60542"/>
                  <a:pt x="773675" y="63122"/>
                </a:cubicBezTo>
                <a:lnTo>
                  <a:pt x="794227" y="63122"/>
                </a:lnTo>
                <a:close/>
                <a:moveTo>
                  <a:pt x="855613" y="80738"/>
                </a:moveTo>
                <a:cubicBezTo>
                  <a:pt x="855613" y="76913"/>
                  <a:pt x="855635" y="73999"/>
                  <a:pt x="855680" y="71996"/>
                </a:cubicBezTo>
                <a:cubicBezTo>
                  <a:pt x="855725" y="69994"/>
                  <a:pt x="855747" y="68237"/>
                  <a:pt x="855747" y="66724"/>
                </a:cubicBezTo>
                <a:cubicBezTo>
                  <a:pt x="853878" y="67793"/>
                  <a:pt x="851898" y="68661"/>
                  <a:pt x="849807" y="69329"/>
                </a:cubicBezTo>
                <a:cubicBezTo>
                  <a:pt x="847717" y="69995"/>
                  <a:pt x="845804" y="70840"/>
                  <a:pt x="844069" y="71864"/>
                </a:cubicBezTo>
                <a:cubicBezTo>
                  <a:pt x="842334" y="72886"/>
                  <a:pt x="840911" y="74287"/>
                  <a:pt x="839799" y="76067"/>
                </a:cubicBezTo>
                <a:cubicBezTo>
                  <a:pt x="838687" y="77847"/>
                  <a:pt x="838131" y="80427"/>
                  <a:pt x="838131" y="83807"/>
                </a:cubicBezTo>
                <a:cubicBezTo>
                  <a:pt x="838131" y="87099"/>
                  <a:pt x="838821" y="89612"/>
                  <a:pt x="840200" y="91347"/>
                </a:cubicBezTo>
                <a:cubicBezTo>
                  <a:pt x="841579" y="93082"/>
                  <a:pt x="843425" y="93949"/>
                  <a:pt x="845737" y="93949"/>
                </a:cubicBezTo>
                <a:cubicBezTo>
                  <a:pt x="848673" y="93949"/>
                  <a:pt x="851053" y="92838"/>
                  <a:pt x="852876" y="90614"/>
                </a:cubicBezTo>
                <a:cubicBezTo>
                  <a:pt x="854700" y="88389"/>
                  <a:pt x="855613" y="85097"/>
                  <a:pt x="855613" y="80738"/>
                </a:cubicBezTo>
                <a:moveTo>
                  <a:pt x="823985" y="44440"/>
                </a:moveTo>
                <a:cubicBezTo>
                  <a:pt x="827723" y="41415"/>
                  <a:pt x="831748" y="39102"/>
                  <a:pt x="836062" y="37500"/>
                </a:cubicBezTo>
                <a:cubicBezTo>
                  <a:pt x="840378" y="35898"/>
                  <a:pt x="844670" y="35097"/>
                  <a:pt x="848940" y="35097"/>
                </a:cubicBezTo>
                <a:cubicBezTo>
                  <a:pt x="852499" y="35097"/>
                  <a:pt x="855769" y="35498"/>
                  <a:pt x="858748" y="36299"/>
                </a:cubicBezTo>
                <a:cubicBezTo>
                  <a:pt x="861730" y="37099"/>
                  <a:pt x="864310" y="38367"/>
                  <a:pt x="866488" y="40102"/>
                </a:cubicBezTo>
                <a:cubicBezTo>
                  <a:pt x="868669" y="41837"/>
                  <a:pt x="870359" y="44084"/>
                  <a:pt x="871559" y="46842"/>
                </a:cubicBezTo>
                <a:cubicBezTo>
                  <a:pt x="872760" y="49599"/>
                  <a:pt x="873361" y="52936"/>
                  <a:pt x="873361" y="56851"/>
                </a:cubicBezTo>
                <a:cubicBezTo>
                  <a:pt x="873361" y="62544"/>
                  <a:pt x="873294" y="67815"/>
                  <a:pt x="873161" y="72664"/>
                </a:cubicBezTo>
                <a:cubicBezTo>
                  <a:pt x="873028" y="77512"/>
                  <a:pt x="872962" y="82338"/>
                  <a:pt x="872962" y="87142"/>
                </a:cubicBezTo>
                <a:cubicBezTo>
                  <a:pt x="872962" y="89278"/>
                  <a:pt x="873117" y="90946"/>
                  <a:pt x="873428" y="92147"/>
                </a:cubicBezTo>
                <a:cubicBezTo>
                  <a:pt x="873740" y="93349"/>
                  <a:pt x="874207" y="94261"/>
                  <a:pt x="874829" y="94884"/>
                </a:cubicBezTo>
                <a:cubicBezTo>
                  <a:pt x="875452" y="95506"/>
                  <a:pt x="876275" y="95906"/>
                  <a:pt x="877297" y="96083"/>
                </a:cubicBezTo>
                <a:cubicBezTo>
                  <a:pt x="878320" y="96261"/>
                  <a:pt x="879499" y="96350"/>
                  <a:pt x="880834" y="96350"/>
                </a:cubicBezTo>
                <a:lnTo>
                  <a:pt x="880834" y="99553"/>
                </a:lnTo>
                <a:cubicBezTo>
                  <a:pt x="878255" y="100622"/>
                  <a:pt x="876075" y="101423"/>
                  <a:pt x="874295" y="101956"/>
                </a:cubicBezTo>
                <a:cubicBezTo>
                  <a:pt x="872516" y="102490"/>
                  <a:pt x="870603" y="102756"/>
                  <a:pt x="868557" y="102756"/>
                </a:cubicBezTo>
                <a:cubicBezTo>
                  <a:pt x="865265" y="102756"/>
                  <a:pt x="862596" y="101956"/>
                  <a:pt x="860551" y="100356"/>
                </a:cubicBezTo>
                <a:cubicBezTo>
                  <a:pt x="858505" y="98754"/>
                  <a:pt x="856948" y="96440"/>
                  <a:pt x="855879" y="93416"/>
                </a:cubicBezTo>
                <a:cubicBezTo>
                  <a:pt x="853834" y="96263"/>
                  <a:pt x="851454" y="98531"/>
                  <a:pt x="848740" y="100221"/>
                </a:cubicBezTo>
                <a:cubicBezTo>
                  <a:pt x="846027" y="101911"/>
                  <a:pt x="842624" y="102756"/>
                  <a:pt x="838532" y="102756"/>
                </a:cubicBezTo>
                <a:cubicBezTo>
                  <a:pt x="835151" y="102756"/>
                  <a:pt x="832259" y="102311"/>
                  <a:pt x="829856" y="101420"/>
                </a:cubicBezTo>
                <a:cubicBezTo>
                  <a:pt x="827454" y="100531"/>
                  <a:pt x="825475" y="99264"/>
                  <a:pt x="823918" y="97619"/>
                </a:cubicBezTo>
                <a:cubicBezTo>
                  <a:pt x="822361" y="95972"/>
                  <a:pt x="821227" y="94103"/>
                  <a:pt x="820515" y="92013"/>
                </a:cubicBezTo>
                <a:cubicBezTo>
                  <a:pt x="819804" y="89922"/>
                  <a:pt x="819448" y="87809"/>
                  <a:pt x="819448" y="85674"/>
                </a:cubicBezTo>
                <a:cubicBezTo>
                  <a:pt x="819448" y="82739"/>
                  <a:pt x="819915" y="80204"/>
                  <a:pt x="820849" y="78069"/>
                </a:cubicBezTo>
                <a:cubicBezTo>
                  <a:pt x="821783" y="75933"/>
                  <a:pt x="823118" y="74109"/>
                  <a:pt x="824853" y="72597"/>
                </a:cubicBezTo>
                <a:cubicBezTo>
                  <a:pt x="826588" y="71085"/>
                  <a:pt x="828656" y="69817"/>
                  <a:pt x="831057" y="68793"/>
                </a:cubicBezTo>
                <a:cubicBezTo>
                  <a:pt x="833460" y="67770"/>
                  <a:pt x="836174" y="66902"/>
                  <a:pt x="839198" y="66191"/>
                </a:cubicBezTo>
                <a:cubicBezTo>
                  <a:pt x="842936" y="65302"/>
                  <a:pt x="845894" y="64524"/>
                  <a:pt x="848072" y="63857"/>
                </a:cubicBezTo>
                <a:cubicBezTo>
                  <a:pt x="850252" y="63190"/>
                  <a:pt x="851876" y="62522"/>
                  <a:pt x="852943" y="61856"/>
                </a:cubicBezTo>
                <a:cubicBezTo>
                  <a:pt x="854011" y="61188"/>
                  <a:pt x="854701" y="60453"/>
                  <a:pt x="855012" y="59653"/>
                </a:cubicBezTo>
                <a:cubicBezTo>
                  <a:pt x="855324" y="58852"/>
                  <a:pt x="855480" y="57873"/>
                  <a:pt x="855480" y="56716"/>
                </a:cubicBezTo>
                <a:cubicBezTo>
                  <a:pt x="855480" y="53514"/>
                  <a:pt x="854345" y="50778"/>
                  <a:pt x="852076" y="48510"/>
                </a:cubicBezTo>
                <a:cubicBezTo>
                  <a:pt x="849807" y="46240"/>
                  <a:pt x="846671" y="45105"/>
                  <a:pt x="842668" y="45105"/>
                </a:cubicBezTo>
                <a:cubicBezTo>
                  <a:pt x="841156" y="45105"/>
                  <a:pt x="839599" y="45306"/>
                  <a:pt x="837997" y="45706"/>
                </a:cubicBezTo>
                <a:cubicBezTo>
                  <a:pt x="836396" y="46107"/>
                  <a:pt x="834862" y="46663"/>
                  <a:pt x="833393" y="47376"/>
                </a:cubicBezTo>
                <a:cubicBezTo>
                  <a:pt x="831925" y="48087"/>
                  <a:pt x="830591" y="48866"/>
                  <a:pt x="829390" y="49711"/>
                </a:cubicBezTo>
                <a:cubicBezTo>
                  <a:pt x="828190" y="50556"/>
                  <a:pt x="827278" y="51467"/>
                  <a:pt x="826655" y="52446"/>
                </a:cubicBezTo>
                <a:lnTo>
                  <a:pt x="825720" y="52446"/>
                </a:lnTo>
                <a:lnTo>
                  <a:pt x="823985" y="44440"/>
                </a:lnTo>
                <a:close/>
                <a:moveTo>
                  <a:pt x="892579" y="46574"/>
                </a:moveTo>
                <a:cubicBezTo>
                  <a:pt x="892579" y="37856"/>
                  <a:pt x="892489" y="29849"/>
                  <a:pt x="892310" y="22554"/>
                </a:cubicBezTo>
                <a:cubicBezTo>
                  <a:pt x="892132" y="15258"/>
                  <a:pt x="891865" y="7874"/>
                  <a:pt x="891510" y="401"/>
                </a:cubicBezTo>
                <a:cubicBezTo>
                  <a:pt x="892666" y="579"/>
                  <a:pt x="894134" y="735"/>
                  <a:pt x="895914" y="869"/>
                </a:cubicBezTo>
                <a:cubicBezTo>
                  <a:pt x="897694" y="1003"/>
                  <a:pt x="899562" y="1069"/>
                  <a:pt x="901520" y="1069"/>
                </a:cubicBezTo>
                <a:cubicBezTo>
                  <a:pt x="903476" y="1069"/>
                  <a:pt x="905344" y="1003"/>
                  <a:pt x="907124" y="869"/>
                </a:cubicBezTo>
                <a:cubicBezTo>
                  <a:pt x="908903" y="735"/>
                  <a:pt x="910372" y="579"/>
                  <a:pt x="911528" y="401"/>
                </a:cubicBezTo>
                <a:cubicBezTo>
                  <a:pt x="911173" y="7874"/>
                  <a:pt x="910905" y="15258"/>
                  <a:pt x="910726" y="22554"/>
                </a:cubicBezTo>
                <a:cubicBezTo>
                  <a:pt x="910548" y="29849"/>
                  <a:pt x="910459" y="37856"/>
                  <a:pt x="910459" y="46574"/>
                </a:cubicBezTo>
                <a:lnTo>
                  <a:pt x="910459" y="55248"/>
                </a:lnTo>
                <a:cubicBezTo>
                  <a:pt x="910459" y="63967"/>
                  <a:pt x="910548" y="71975"/>
                  <a:pt x="910726" y="79270"/>
                </a:cubicBezTo>
                <a:cubicBezTo>
                  <a:pt x="910905" y="86565"/>
                  <a:pt x="911173" y="93816"/>
                  <a:pt x="911528" y="101021"/>
                </a:cubicBezTo>
                <a:cubicBezTo>
                  <a:pt x="910372" y="100844"/>
                  <a:pt x="908903" y="100755"/>
                  <a:pt x="907124" y="100755"/>
                </a:cubicBezTo>
                <a:cubicBezTo>
                  <a:pt x="905344" y="100755"/>
                  <a:pt x="903476" y="100755"/>
                  <a:pt x="901520" y="100755"/>
                </a:cubicBezTo>
                <a:cubicBezTo>
                  <a:pt x="899562" y="100755"/>
                  <a:pt x="897694" y="100755"/>
                  <a:pt x="895914" y="100755"/>
                </a:cubicBezTo>
                <a:cubicBezTo>
                  <a:pt x="894134" y="100755"/>
                  <a:pt x="892666" y="100844"/>
                  <a:pt x="891510" y="101021"/>
                </a:cubicBezTo>
                <a:cubicBezTo>
                  <a:pt x="891865" y="93816"/>
                  <a:pt x="892132" y="86565"/>
                  <a:pt x="892310" y="79270"/>
                </a:cubicBezTo>
                <a:cubicBezTo>
                  <a:pt x="892489" y="71975"/>
                  <a:pt x="892579" y="63967"/>
                  <a:pt x="892579" y="55248"/>
                </a:cubicBezTo>
                <a:lnTo>
                  <a:pt x="892579" y="46574"/>
                </a:lnTo>
                <a:close/>
                <a:moveTo>
                  <a:pt x="962238" y="37500"/>
                </a:moveTo>
                <a:cubicBezTo>
                  <a:pt x="961972" y="38834"/>
                  <a:pt x="961839" y="40035"/>
                  <a:pt x="961839" y="41102"/>
                </a:cubicBezTo>
                <a:cubicBezTo>
                  <a:pt x="961839" y="42259"/>
                  <a:pt x="961972" y="43371"/>
                  <a:pt x="962238" y="44440"/>
                </a:cubicBezTo>
                <a:lnTo>
                  <a:pt x="950495" y="44173"/>
                </a:lnTo>
                <a:cubicBezTo>
                  <a:pt x="950317" y="46219"/>
                  <a:pt x="950161" y="48576"/>
                  <a:pt x="950028" y="51245"/>
                </a:cubicBezTo>
                <a:cubicBezTo>
                  <a:pt x="949895" y="53914"/>
                  <a:pt x="949806" y="56627"/>
                  <a:pt x="949762" y="59386"/>
                </a:cubicBezTo>
                <a:cubicBezTo>
                  <a:pt x="949717" y="62143"/>
                  <a:pt x="949672" y="64812"/>
                  <a:pt x="949627" y="67392"/>
                </a:cubicBezTo>
                <a:cubicBezTo>
                  <a:pt x="949582" y="69973"/>
                  <a:pt x="949560" y="72152"/>
                  <a:pt x="949560" y="73931"/>
                </a:cubicBezTo>
                <a:cubicBezTo>
                  <a:pt x="949560" y="78557"/>
                  <a:pt x="949671" y="82294"/>
                  <a:pt x="949894" y="85140"/>
                </a:cubicBezTo>
                <a:cubicBezTo>
                  <a:pt x="950117" y="87987"/>
                  <a:pt x="950495" y="90167"/>
                  <a:pt x="951028" y="91681"/>
                </a:cubicBezTo>
                <a:cubicBezTo>
                  <a:pt x="951563" y="93193"/>
                  <a:pt x="952319" y="94216"/>
                  <a:pt x="953297" y="94750"/>
                </a:cubicBezTo>
                <a:cubicBezTo>
                  <a:pt x="954275" y="95283"/>
                  <a:pt x="955521" y="95550"/>
                  <a:pt x="957033" y="95550"/>
                </a:cubicBezTo>
                <a:cubicBezTo>
                  <a:pt x="958725" y="95550"/>
                  <a:pt x="959970" y="95439"/>
                  <a:pt x="960770" y="95216"/>
                </a:cubicBezTo>
                <a:cubicBezTo>
                  <a:pt x="961571" y="94993"/>
                  <a:pt x="962372" y="94660"/>
                  <a:pt x="963172" y="94216"/>
                </a:cubicBezTo>
                <a:lnTo>
                  <a:pt x="963172" y="99688"/>
                </a:lnTo>
                <a:cubicBezTo>
                  <a:pt x="961393" y="100489"/>
                  <a:pt x="959168" y="101200"/>
                  <a:pt x="956500" y="101822"/>
                </a:cubicBezTo>
                <a:cubicBezTo>
                  <a:pt x="953831" y="102445"/>
                  <a:pt x="951207" y="102756"/>
                  <a:pt x="948627" y="102756"/>
                </a:cubicBezTo>
                <a:cubicBezTo>
                  <a:pt x="937329" y="102756"/>
                  <a:pt x="931680" y="95995"/>
                  <a:pt x="931680" y="82473"/>
                </a:cubicBezTo>
                <a:cubicBezTo>
                  <a:pt x="931680" y="79892"/>
                  <a:pt x="931724" y="76978"/>
                  <a:pt x="931812" y="73731"/>
                </a:cubicBezTo>
                <a:cubicBezTo>
                  <a:pt x="931901" y="70484"/>
                  <a:pt x="932013" y="67148"/>
                  <a:pt x="932146" y="63723"/>
                </a:cubicBezTo>
                <a:cubicBezTo>
                  <a:pt x="932279" y="60298"/>
                  <a:pt x="932389" y="56917"/>
                  <a:pt x="932478" y="53580"/>
                </a:cubicBezTo>
                <a:cubicBezTo>
                  <a:pt x="932567" y="50244"/>
                  <a:pt x="932612" y="47152"/>
                  <a:pt x="932612" y="44305"/>
                </a:cubicBezTo>
                <a:lnTo>
                  <a:pt x="923272" y="44440"/>
                </a:lnTo>
                <a:cubicBezTo>
                  <a:pt x="923538" y="43371"/>
                  <a:pt x="923671" y="42259"/>
                  <a:pt x="923671" y="41102"/>
                </a:cubicBezTo>
                <a:cubicBezTo>
                  <a:pt x="923671" y="40035"/>
                  <a:pt x="923538" y="38834"/>
                  <a:pt x="923272" y="37500"/>
                </a:cubicBezTo>
                <a:lnTo>
                  <a:pt x="932612" y="37901"/>
                </a:lnTo>
                <a:cubicBezTo>
                  <a:pt x="932612" y="35143"/>
                  <a:pt x="932567" y="32563"/>
                  <a:pt x="932478" y="30161"/>
                </a:cubicBezTo>
                <a:cubicBezTo>
                  <a:pt x="932389" y="27758"/>
                  <a:pt x="932256" y="24867"/>
                  <a:pt x="932079" y="21487"/>
                </a:cubicBezTo>
                <a:cubicBezTo>
                  <a:pt x="935193" y="20241"/>
                  <a:pt x="938262" y="18928"/>
                  <a:pt x="941287" y="17549"/>
                </a:cubicBezTo>
                <a:cubicBezTo>
                  <a:pt x="944311" y="16169"/>
                  <a:pt x="947336" y="14724"/>
                  <a:pt x="950362" y="13211"/>
                </a:cubicBezTo>
                <a:lnTo>
                  <a:pt x="951696" y="14146"/>
                </a:lnTo>
                <a:cubicBezTo>
                  <a:pt x="951518" y="15570"/>
                  <a:pt x="951362" y="17238"/>
                  <a:pt x="951228" y="19151"/>
                </a:cubicBezTo>
                <a:cubicBezTo>
                  <a:pt x="951095" y="21064"/>
                  <a:pt x="950962" y="23066"/>
                  <a:pt x="950829" y="25156"/>
                </a:cubicBezTo>
                <a:cubicBezTo>
                  <a:pt x="950696" y="27247"/>
                  <a:pt x="950607" y="29382"/>
                  <a:pt x="950562" y="31562"/>
                </a:cubicBezTo>
                <a:cubicBezTo>
                  <a:pt x="950517" y="33741"/>
                  <a:pt x="950495" y="35809"/>
                  <a:pt x="950495" y="37767"/>
                </a:cubicBezTo>
                <a:lnTo>
                  <a:pt x="962238" y="37500"/>
                </a:lnTo>
                <a:close/>
                <a:moveTo>
                  <a:pt x="972648" y="46574"/>
                </a:moveTo>
                <a:cubicBezTo>
                  <a:pt x="972648" y="37856"/>
                  <a:pt x="972559" y="29849"/>
                  <a:pt x="972381" y="22554"/>
                </a:cubicBezTo>
                <a:cubicBezTo>
                  <a:pt x="972203" y="15258"/>
                  <a:pt x="971936" y="7874"/>
                  <a:pt x="971579" y="401"/>
                </a:cubicBezTo>
                <a:cubicBezTo>
                  <a:pt x="972735" y="579"/>
                  <a:pt x="974204" y="735"/>
                  <a:pt x="975983" y="869"/>
                </a:cubicBezTo>
                <a:cubicBezTo>
                  <a:pt x="977763" y="1003"/>
                  <a:pt x="979632" y="1069"/>
                  <a:pt x="981589" y="1069"/>
                </a:cubicBezTo>
                <a:cubicBezTo>
                  <a:pt x="983545" y="1069"/>
                  <a:pt x="985413" y="1003"/>
                  <a:pt x="987193" y="869"/>
                </a:cubicBezTo>
                <a:cubicBezTo>
                  <a:pt x="988973" y="735"/>
                  <a:pt x="990441" y="579"/>
                  <a:pt x="991597" y="401"/>
                </a:cubicBezTo>
                <a:cubicBezTo>
                  <a:pt x="991242" y="7874"/>
                  <a:pt x="990975" y="15258"/>
                  <a:pt x="990797" y="22554"/>
                </a:cubicBezTo>
                <a:cubicBezTo>
                  <a:pt x="990619" y="29849"/>
                  <a:pt x="990530" y="37856"/>
                  <a:pt x="990530" y="46574"/>
                </a:cubicBezTo>
                <a:lnTo>
                  <a:pt x="990797" y="46840"/>
                </a:lnTo>
                <a:cubicBezTo>
                  <a:pt x="993110" y="43104"/>
                  <a:pt x="995935" y="40214"/>
                  <a:pt x="999270" y="38168"/>
                </a:cubicBezTo>
                <a:cubicBezTo>
                  <a:pt x="1002607" y="36121"/>
                  <a:pt x="1006410" y="35097"/>
                  <a:pt x="1010679" y="35097"/>
                </a:cubicBezTo>
                <a:cubicBezTo>
                  <a:pt x="1017353" y="35097"/>
                  <a:pt x="1022491" y="37032"/>
                  <a:pt x="1026094" y="40903"/>
                </a:cubicBezTo>
                <a:cubicBezTo>
                  <a:pt x="1029697" y="44773"/>
                  <a:pt x="1031498" y="51023"/>
                  <a:pt x="1031498" y="59653"/>
                </a:cubicBezTo>
                <a:cubicBezTo>
                  <a:pt x="1031498" y="64189"/>
                  <a:pt x="1031409" y="68193"/>
                  <a:pt x="1031231" y="71662"/>
                </a:cubicBezTo>
                <a:cubicBezTo>
                  <a:pt x="1031053" y="75132"/>
                  <a:pt x="1030965" y="78602"/>
                  <a:pt x="1030965" y="82072"/>
                </a:cubicBezTo>
                <a:cubicBezTo>
                  <a:pt x="1030965" y="84919"/>
                  <a:pt x="1031031" y="88010"/>
                  <a:pt x="1031164" y="91347"/>
                </a:cubicBezTo>
                <a:cubicBezTo>
                  <a:pt x="1031299" y="94682"/>
                  <a:pt x="1031455" y="97907"/>
                  <a:pt x="1031632" y="101021"/>
                </a:cubicBezTo>
                <a:cubicBezTo>
                  <a:pt x="1030476" y="100844"/>
                  <a:pt x="1029008" y="100755"/>
                  <a:pt x="1027228" y="100755"/>
                </a:cubicBezTo>
                <a:cubicBezTo>
                  <a:pt x="1025448" y="100755"/>
                  <a:pt x="1023580" y="100755"/>
                  <a:pt x="1021622" y="100755"/>
                </a:cubicBezTo>
                <a:cubicBezTo>
                  <a:pt x="1019666" y="100755"/>
                  <a:pt x="1017798" y="100755"/>
                  <a:pt x="1016018" y="100755"/>
                </a:cubicBezTo>
                <a:cubicBezTo>
                  <a:pt x="1014239" y="100755"/>
                  <a:pt x="1012770" y="100844"/>
                  <a:pt x="1011614" y="101021"/>
                </a:cubicBezTo>
                <a:cubicBezTo>
                  <a:pt x="1012237" y="96395"/>
                  <a:pt x="1012637" y="90946"/>
                  <a:pt x="1012815" y="84674"/>
                </a:cubicBezTo>
                <a:cubicBezTo>
                  <a:pt x="1012993" y="78402"/>
                  <a:pt x="1013082" y="71219"/>
                  <a:pt x="1013082" y="63122"/>
                </a:cubicBezTo>
                <a:cubicBezTo>
                  <a:pt x="1013082" y="57517"/>
                  <a:pt x="1012126" y="53403"/>
                  <a:pt x="1010213" y="50778"/>
                </a:cubicBezTo>
                <a:cubicBezTo>
                  <a:pt x="1008300" y="48153"/>
                  <a:pt x="1005609" y="46840"/>
                  <a:pt x="1002139" y="46840"/>
                </a:cubicBezTo>
                <a:cubicBezTo>
                  <a:pt x="998136" y="46840"/>
                  <a:pt x="995200" y="48575"/>
                  <a:pt x="993332" y="52045"/>
                </a:cubicBezTo>
                <a:cubicBezTo>
                  <a:pt x="991464" y="55515"/>
                  <a:pt x="990530" y="60319"/>
                  <a:pt x="990530" y="66458"/>
                </a:cubicBezTo>
                <a:lnTo>
                  <a:pt x="990530" y="71797"/>
                </a:lnTo>
                <a:cubicBezTo>
                  <a:pt x="990530" y="73042"/>
                  <a:pt x="990552" y="74843"/>
                  <a:pt x="990596" y="77201"/>
                </a:cubicBezTo>
                <a:cubicBezTo>
                  <a:pt x="990640" y="79559"/>
                  <a:pt x="990707" y="82139"/>
                  <a:pt x="990795" y="84941"/>
                </a:cubicBezTo>
                <a:cubicBezTo>
                  <a:pt x="990885" y="87743"/>
                  <a:pt x="990996" y="90590"/>
                  <a:pt x="991129" y="93481"/>
                </a:cubicBezTo>
                <a:cubicBezTo>
                  <a:pt x="991263" y="96373"/>
                  <a:pt x="991420" y="98886"/>
                  <a:pt x="991597" y="101021"/>
                </a:cubicBezTo>
                <a:cubicBezTo>
                  <a:pt x="990441" y="100844"/>
                  <a:pt x="988973" y="100755"/>
                  <a:pt x="987193" y="100755"/>
                </a:cubicBezTo>
                <a:cubicBezTo>
                  <a:pt x="985413" y="100755"/>
                  <a:pt x="983545" y="100755"/>
                  <a:pt x="981589" y="100755"/>
                </a:cubicBezTo>
                <a:cubicBezTo>
                  <a:pt x="979632" y="100755"/>
                  <a:pt x="977763" y="100755"/>
                  <a:pt x="975983" y="100755"/>
                </a:cubicBezTo>
                <a:cubicBezTo>
                  <a:pt x="974204" y="100755"/>
                  <a:pt x="972735" y="100844"/>
                  <a:pt x="971579" y="101021"/>
                </a:cubicBezTo>
                <a:cubicBezTo>
                  <a:pt x="971936" y="93816"/>
                  <a:pt x="972203" y="86565"/>
                  <a:pt x="972381" y="79270"/>
                </a:cubicBezTo>
                <a:cubicBezTo>
                  <a:pt x="972559" y="71975"/>
                  <a:pt x="972648" y="63967"/>
                  <a:pt x="972648" y="55248"/>
                </a:cubicBezTo>
                <a:lnTo>
                  <a:pt x="972648" y="46574"/>
                </a:lnTo>
                <a:close/>
                <a:moveTo>
                  <a:pt x="1052984" y="90746"/>
                </a:moveTo>
                <a:cubicBezTo>
                  <a:pt x="1053339" y="89590"/>
                  <a:pt x="1053962" y="88456"/>
                  <a:pt x="1054851" y="87344"/>
                </a:cubicBezTo>
                <a:cubicBezTo>
                  <a:pt x="1055741" y="86231"/>
                  <a:pt x="1057076" y="85674"/>
                  <a:pt x="1058856" y="85674"/>
                </a:cubicBezTo>
                <a:cubicBezTo>
                  <a:pt x="1059923" y="85674"/>
                  <a:pt x="1061013" y="86030"/>
                  <a:pt x="1062124" y="86743"/>
                </a:cubicBezTo>
                <a:cubicBezTo>
                  <a:pt x="1063238" y="87454"/>
                  <a:pt x="1063794" y="88611"/>
                  <a:pt x="1063794" y="90213"/>
                </a:cubicBezTo>
                <a:cubicBezTo>
                  <a:pt x="1063794" y="91280"/>
                  <a:pt x="1063571" y="92259"/>
                  <a:pt x="1063126" y="93149"/>
                </a:cubicBezTo>
                <a:cubicBezTo>
                  <a:pt x="1062681" y="94038"/>
                  <a:pt x="1062236" y="94927"/>
                  <a:pt x="1061792" y="95817"/>
                </a:cubicBezTo>
                <a:lnTo>
                  <a:pt x="1045111" y="123707"/>
                </a:lnTo>
                <a:lnTo>
                  <a:pt x="1042709" y="122773"/>
                </a:lnTo>
                <a:lnTo>
                  <a:pt x="1052984" y="90746"/>
                </a:lnTo>
                <a:close/>
                <a:moveTo>
                  <a:pt x="1160179" y="101021"/>
                </a:moveTo>
                <a:cubicBezTo>
                  <a:pt x="1159112" y="97729"/>
                  <a:pt x="1157688" y="93548"/>
                  <a:pt x="1155908" y="88478"/>
                </a:cubicBezTo>
                <a:cubicBezTo>
                  <a:pt x="1154130" y="83406"/>
                  <a:pt x="1152195" y="78001"/>
                  <a:pt x="1150103" y="72263"/>
                </a:cubicBezTo>
                <a:cubicBezTo>
                  <a:pt x="1148012" y="66525"/>
                  <a:pt x="1145833" y="60654"/>
                  <a:pt x="1143565" y="54649"/>
                </a:cubicBezTo>
                <a:cubicBezTo>
                  <a:pt x="1141296" y="48644"/>
                  <a:pt x="1139050" y="42971"/>
                  <a:pt x="1136827" y="37632"/>
                </a:cubicBezTo>
                <a:cubicBezTo>
                  <a:pt x="1137894" y="37811"/>
                  <a:pt x="1138938" y="37968"/>
                  <a:pt x="1139960" y="38101"/>
                </a:cubicBezTo>
                <a:cubicBezTo>
                  <a:pt x="1140984" y="38234"/>
                  <a:pt x="1142030" y="38300"/>
                  <a:pt x="1143098" y="38300"/>
                </a:cubicBezTo>
                <a:cubicBezTo>
                  <a:pt x="1144077" y="38300"/>
                  <a:pt x="1145056" y="38234"/>
                  <a:pt x="1146035" y="38101"/>
                </a:cubicBezTo>
                <a:cubicBezTo>
                  <a:pt x="1147013" y="37968"/>
                  <a:pt x="1148080" y="37811"/>
                  <a:pt x="1149236" y="37632"/>
                </a:cubicBezTo>
                <a:cubicBezTo>
                  <a:pt x="1151549" y="45996"/>
                  <a:pt x="1154106" y="54381"/>
                  <a:pt x="1156908" y="62788"/>
                </a:cubicBezTo>
                <a:cubicBezTo>
                  <a:pt x="1159712" y="71195"/>
                  <a:pt x="1162848" y="79848"/>
                  <a:pt x="1166318" y="88745"/>
                </a:cubicBezTo>
                <a:cubicBezTo>
                  <a:pt x="1167386" y="86254"/>
                  <a:pt x="1168677" y="82962"/>
                  <a:pt x="1170189" y="78869"/>
                </a:cubicBezTo>
                <a:cubicBezTo>
                  <a:pt x="1171701" y="74776"/>
                  <a:pt x="1173257" y="70372"/>
                  <a:pt x="1174858" y="65657"/>
                </a:cubicBezTo>
                <a:cubicBezTo>
                  <a:pt x="1176460" y="60943"/>
                  <a:pt x="1178061" y="56139"/>
                  <a:pt x="1179662" y="51247"/>
                </a:cubicBezTo>
                <a:cubicBezTo>
                  <a:pt x="1181263" y="46353"/>
                  <a:pt x="1182687" y="41815"/>
                  <a:pt x="1183934" y="37632"/>
                </a:cubicBezTo>
                <a:cubicBezTo>
                  <a:pt x="1185535" y="38078"/>
                  <a:pt x="1186870" y="38300"/>
                  <a:pt x="1187937" y="38300"/>
                </a:cubicBezTo>
                <a:cubicBezTo>
                  <a:pt x="1188648" y="38300"/>
                  <a:pt x="1189271" y="38234"/>
                  <a:pt x="1189804" y="38101"/>
                </a:cubicBezTo>
                <a:cubicBezTo>
                  <a:pt x="1190339" y="37968"/>
                  <a:pt x="1190962" y="37811"/>
                  <a:pt x="1191673" y="37632"/>
                </a:cubicBezTo>
                <a:cubicBezTo>
                  <a:pt x="1193897" y="46174"/>
                  <a:pt x="1196477" y="54604"/>
                  <a:pt x="1199413" y="62923"/>
                </a:cubicBezTo>
                <a:cubicBezTo>
                  <a:pt x="1202350" y="71240"/>
                  <a:pt x="1205419" y="79848"/>
                  <a:pt x="1208621" y="88745"/>
                </a:cubicBezTo>
                <a:cubicBezTo>
                  <a:pt x="1209778" y="85898"/>
                  <a:pt x="1211135" y="82406"/>
                  <a:pt x="1212692" y="78270"/>
                </a:cubicBezTo>
                <a:cubicBezTo>
                  <a:pt x="1214249" y="74132"/>
                  <a:pt x="1215873" y="69773"/>
                  <a:pt x="1217563" y="65191"/>
                </a:cubicBezTo>
                <a:cubicBezTo>
                  <a:pt x="1219253" y="60610"/>
                  <a:pt x="1220965" y="55917"/>
                  <a:pt x="1222700" y="51112"/>
                </a:cubicBezTo>
                <a:cubicBezTo>
                  <a:pt x="1224435" y="46308"/>
                  <a:pt x="1226059" y="41815"/>
                  <a:pt x="1227571" y="37632"/>
                </a:cubicBezTo>
                <a:cubicBezTo>
                  <a:pt x="1229351" y="38078"/>
                  <a:pt x="1230774" y="38300"/>
                  <a:pt x="1231841" y="38300"/>
                </a:cubicBezTo>
                <a:cubicBezTo>
                  <a:pt x="1232998" y="38300"/>
                  <a:pt x="1234332" y="38078"/>
                  <a:pt x="1235844" y="37632"/>
                </a:cubicBezTo>
                <a:cubicBezTo>
                  <a:pt x="1230774" y="48397"/>
                  <a:pt x="1226037" y="59029"/>
                  <a:pt x="1221633" y="69528"/>
                </a:cubicBezTo>
                <a:cubicBezTo>
                  <a:pt x="1217229" y="80026"/>
                  <a:pt x="1213115" y="90524"/>
                  <a:pt x="1209289" y="101021"/>
                </a:cubicBezTo>
                <a:cubicBezTo>
                  <a:pt x="1208310" y="100844"/>
                  <a:pt x="1207154" y="100755"/>
                  <a:pt x="1205819" y="100755"/>
                </a:cubicBezTo>
                <a:cubicBezTo>
                  <a:pt x="1205196" y="100755"/>
                  <a:pt x="1204573" y="100755"/>
                  <a:pt x="1203950" y="100755"/>
                </a:cubicBezTo>
                <a:cubicBezTo>
                  <a:pt x="1203328" y="100755"/>
                  <a:pt x="1202795" y="100844"/>
                  <a:pt x="1202350" y="101021"/>
                </a:cubicBezTo>
                <a:cubicBezTo>
                  <a:pt x="1200036" y="93103"/>
                  <a:pt x="1197501" y="85140"/>
                  <a:pt x="1194742" y="77134"/>
                </a:cubicBezTo>
                <a:cubicBezTo>
                  <a:pt x="1191985" y="69127"/>
                  <a:pt x="1188827" y="60720"/>
                  <a:pt x="1185267" y="51913"/>
                </a:cubicBezTo>
                <a:cubicBezTo>
                  <a:pt x="1184200" y="54582"/>
                  <a:pt x="1182911" y="57896"/>
                  <a:pt x="1181398" y="61856"/>
                </a:cubicBezTo>
                <a:cubicBezTo>
                  <a:pt x="1179886" y="65814"/>
                  <a:pt x="1178329" y="70062"/>
                  <a:pt x="1176727" y="74599"/>
                </a:cubicBezTo>
                <a:cubicBezTo>
                  <a:pt x="1175125" y="79136"/>
                  <a:pt x="1173524" y="83740"/>
                  <a:pt x="1171922" y="88411"/>
                </a:cubicBezTo>
                <a:cubicBezTo>
                  <a:pt x="1170321" y="93082"/>
                  <a:pt x="1168898" y="97285"/>
                  <a:pt x="1167652" y="101021"/>
                </a:cubicBezTo>
                <a:cubicBezTo>
                  <a:pt x="1166585" y="100844"/>
                  <a:pt x="1165339" y="100755"/>
                  <a:pt x="1163915" y="100755"/>
                </a:cubicBezTo>
                <a:cubicBezTo>
                  <a:pt x="1162492" y="100755"/>
                  <a:pt x="1161247" y="100844"/>
                  <a:pt x="1160179" y="101021"/>
                </a:cubicBezTo>
                <a:close/>
                <a:moveTo>
                  <a:pt x="1247055" y="38834"/>
                </a:moveTo>
                <a:cubicBezTo>
                  <a:pt x="1247055" y="35809"/>
                  <a:pt x="1247033" y="32518"/>
                  <a:pt x="1246988" y="28960"/>
                </a:cubicBezTo>
                <a:cubicBezTo>
                  <a:pt x="1246943" y="25400"/>
                  <a:pt x="1246876" y="21886"/>
                  <a:pt x="1246786" y="18416"/>
                </a:cubicBezTo>
                <a:cubicBezTo>
                  <a:pt x="1246698" y="14946"/>
                  <a:pt x="1246588" y="11633"/>
                  <a:pt x="1246455" y="8475"/>
                </a:cubicBezTo>
                <a:cubicBezTo>
                  <a:pt x="1246322" y="5316"/>
                  <a:pt x="1246166" y="2625"/>
                  <a:pt x="1245988" y="401"/>
                </a:cubicBezTo>
                <a:cubicBezTo>
                  <a:pt x="1248479" y="846"/>
                  <a:pt x="1250481" y="1069"/>
                  <a:pt x="1251993" y="1069"/>
                </a:cubicBezTo>
                <a:cubicBezTo>
                  <a:pt x="1253505" y="1069"/>
                  <a:pt x="1255507" y="846"/>
                  <a:pt x="1257998" y="401"/>
                </a:cubicBezTo>
                <a:cubicBezTo>
                  <a:pt x="1257820" y="2625"/>
                  <a:pt x="1257664" y="5294"/>
                  <a:pt x="1257530" y="8408"/>
                </a:cubicBezTo>
                <a:cubicBezTo>
                  <a:pt x="1257397" y="11522"/>
                  <a:pt x="1257285" y="14791"/>
                  <a:pt x="1257196" y="18216"/>
                </a:cubicBezTo>
                <a:cubicBezTo>
                  <a:pt x="1257108" y="21641"/>
                  <a:pt x="1257041" y="25089"/>
                  <a:pt x="1256996" y="28559"/>
                </a:cubicBezTo>
                <a:cubicBezTo>
                  <a:pt x="1256953" y="32028"/>
                  <a:pt x="1256931" y="35232"/>
                  <a:pt x="1256931" y="38168"/>
                </a:cubicBezTo>
                <a:lnTo>
                  <a:pt x="1256931" y="48308"/>
                </a:lnTo>
                <a:lnTo>
                  <a:pt x="1257198" y="48308"/>
                </a:lnTo>
                <a:cubicBezTo>
                  <a:pt x="1259689" y="44483"/>
                  <a:pt x="1262669" y="41525"/>
                  <a:pt x="1266139" y="39434"/>
                </a:cubicBezTo>
                <a:cubicBezTo>
                  <a:pt x="1269609" y="37344"/>
                  <a:pt x="1273746" y="36299"/>
                  <a:pt x="1278550" y="36299"/>
                </a:cubicBezTo>
                <a:cubicBezTo>
                  <a:pt x="1281041" y="36299"/>
                  <a:pt x="1283554" y="36655"/>
                  <a:pt x="1286089" y="37368"/>
                </a:cubicBezTo>
                <a:cubicBezTo>
                  <a:pt x="1288624" y="38079"/>
                  <a:pt x="1290915" y="39302"/>
                  <a:pt x="1292961" y="41037"/>
                </a:cubicBezTo>
                <a:cubicBezTo>
                  <a:pt x="1295008" y="42772"/>
                  <a:pt x="1296676" y="45130"/>
                  <a:pt x="1297966" y="48111"/>
                </a:cubicBezTo>
                <a:cubicBezTo>
                  <a:pt x="1299256" y="51091"/>
                  <a:pt x="1299901" y="54893"/>
                  <a:pt x="1299901" y="59518"/>
                </a:cubicBezTo>
                <a:cubicBezTo>
                  <a:pt x="1299901" y="63344"/>
                  <a:pt x="1299812" y="67280"/>
                  <a:pt x="1299634" y="71328"/>
                </a:cubicBezTo>
                <a:cubicBezTo>
                  <a:pt x="1299456" y="75377"/>
                  <a:pt x="1299367" y="79670"/>
                  <a:pt x="1299367" y="84208"/>
                </a:cubicBezTo>
                <a:lnTo>
                  <a:pt x="1299367" y="92880"/>
                </a:lnTo>
                <a:cubicBezTo>
                  <a:pt x="1299367" y="94304"/>
                  <a:pt x="1299389" y="95706"/>
                  <a:pt x="1299434" y="97085"/>
                </a:cubicBezTo>
                <a:cubicBezTo>
                  <a:pt x="1299479" y="98464"/>
                  <a:pt x="1299546" y="99777"/>
                  <a:pt x="1299634" y="101021"/>
                </a:cubicBezTo>
                <a:cubicBezTo>
                  <a:pt x="1297854" y="100844"/>
                  <a:pt x="1295986" y="100755"/>
                  <a:pt x="1294030" y="100755"/>
                </a:cubicBezTo>
                <a:cubicBezTo>
                  <a:pt x="1292161" y="100755"/>
                  <a:pt x="1290337" y="100844"/>
                  <a:pt x="1288559" y="101021"/>
                </a:cubicBezTo>
                <a:cubicBezTo>
                  <a:pt x="1288736" y="96395"/>
                  <a:pt x="1288936" y="91636"/>
                  <a:pt x="1289157" y="86743"/>
                </a:cubicBezTo>
                <a:cubicBezTo>
                  <a:pt x="1289380" y="81849"/>
                  <a:pt x="1289491" y="76822"/>
                  <a:pt x="1289491" y="71662"/>
                </a:cubicBezTo>
                <a:lnTo>
                  <a:pt x="1289491" y="63521"/>
                </a:lnTo>
                <a:cubicBezTo>
                  <a:pt x="1289491" y="56849"/>
                  <a:pt x="1288201" y="51801"/>
                  <a:pt x="1285620" y="48376"/>
                </a:cubicBezTo>
                <a:cubicBezTo>
                  <a:pt x="1283041" y="44951"/>
                  <a:pt x="1279483" y="43238"/>
                  <a:pt x="1274946" y="43238"/>
                </a:cubicBezTo>
                <a:cubicBezTo>
                  <a:pt x="1268719" y="43238"/>
                  <a:pt x="1264160" y="45151"/>
                  <a:pt x="1261268" y="48976"/>
                </a:cubicBezTo>
                <a:cubicBezTo>
                  <a:pt x="1258377" y="52802"/>
                  <a:pt x="1256931" y="58184"/>
                  <a:pt x="1256931" y="65124"/>
                </a:cubicBezTo>
                <a:cubicBezTo>
                  <a:pt x="1256931" y="67615"/>
                  <a:pt x="1256953" y="70507"/>
                  <a:pt x="1256996" y="73798"/>
                </a:cubicBezTo>
                <a:cubicBezTo>
                  <a:pt x="1257041" y="77090"/>
                  <a:pt x="1257108" y="80405"/>
                  <a:pt x="1257196" y="83742"/>
                </a:cubicBezTo>
                <a:cubicBezTo>
                  <a:pt x="1257285" y="87077"/>
                  <a:pt x="1257397" y="90302"/>
                  <a:pt x="1257530" y="93416"/>
                </a:cubicBezTo>
                <a:cubicBezTo>
                  <a:pt x="1257664" y="96529"/>
                  <a:pt x="1257820" y="99064"/>
                  <a:pt x="1257998" y="101021"/>
                </a:cubicBezTo>
                <a:cubicBezTo>
                  <a:pt x="1255952" y="100844"/>
                  <a:pt x="1253951" y="100755"/>
                  <a:pt x="1251993" y="100755"/>
                </a:cubicBezTo>
                <a:cubicBezTo>
                  <a:pt x="1250036" y="100755"/>
                  <a:pt x="1248034" y="100844"/>
                  <a:pt x="1245988" y="101021"/>
                </a:cubicBezTo>
                <a:cubicBezTo>
                  <a:pt x="1246166" y="98976"/>
                  <a:pt x="1246322" y="96396"/>
                  <a:pt x="1246455" y="93282"/>
                </a:cubicBezTo>
                <a:cubicBezTo>
                  <a:pt x="1246588" y="90167"/>
                  <a:pt x="1246698" y="86875"/>
                  <a:pt x="1246786" y="83406"/>
                </a:cubicBezTo>
                <a:cubicBezTo>
                  <a:pt x="1246876" y="79936"/>
                  <a:pt x="1246943" y="76422"/>
                  <a:pt x="1246988" y="72864"/>
                </a:cubicBezTo>
                <a:cubicBezTo>
                  <a:pt x="1247033" y="69306"/>
                  <a:pt x="1247055" y="66014"/>
                  <a:pt x="1247055" y="62988"/>
                </a:cubicBezTo>
                <a:lnTo>
                  <a:pt x="1247055" y="38834"/>
                </a:lnTo>
                <a:close/>
                <a:moveTo>
                  <a:pt x="1321786" y="14413"/>
                </a:moveTo>
                <a:cubicBezTo>
                  <a:pt x="1321786" y="12545"/>
                  <a:pt x="1322454" y="10944"/>
                  <a:pt x="1323788" y="9609"/>
                </a:cubicBezTo>
                <a:cubicBezTo>
                  <a:pt x="1325122" y="8275"/>
                  <a:pt x="1326724" y="7608"/>
                  <a:pt x="1328594" y="7608"/>
                </a:cubicBezTo>
                <a:cubicBezTo>
                  <a:pt x="1330462" y="7608"/>
                  <a:pt x="1332063" y="8275"/>
                  <a:pt x="1333397" y="9609"/>
                </a:cubicBezTo>
                <a:cubicBezTo>
                  <a:pt x="1334732" y="10944"/>
                  <a:pt x="1335399" y="12545"/>
                  <a:pt x="1335399" y="14413"/>
                </a:cubicBezTo>
                <a:cubicBezTo>
                  <a:pt x="1335399" y="16281"/>
                  <a:pt x="1334732" y="17883"/>
                  <a:pt x="1333397" y="19218"/>
                </a:cubicBezTo>
                <a:cubicBezTo>
                  <a:pt x="1332063" y="20553"/>
                  <a:pt x="1330462" y="21220"/>
                  <a:pt x="1328594" y="21220"/>
                </a:cubicBezTo>
                <a:cubicBezTo>
                  <a:pt x="1326724" y="21220"/>
                  <a:pt x="1325122" y="20553"/>
                  <a:pt x="1323788" y="19218"/>
                </a:cubicBezTo>
                <a:cubicBezTo>
                  <a:pt x="1322454" y="17883"/>
                  <a:pt x="1321786" y="16281"/>
                  <a:pt x="1321786" y="14413"/>
                </a:cubicBezTo>
                <a:moveTo>
                  <a:pt x="1323656" y="62589"/>
                </a:moveTo>
                <a:cubicBezTo>
                  <a:pt x="1323656" y="58586"/>
                  <a:pt x="1323588" y="54382"/>
                  <a:pt x="1323454" y="49978"/>
                </a:cubicBezTo>
                <a:cubicBezTo>
                  <a:pt x="1323321" y="45574"/>
                  <a:pt x="1323032" y="41459"/>
                  <a:pt x="1322587" y="37632"/>
                </a:cubicBezTo>
                <a:cubicBezTo>
                  <a:pt x="1325078" y="38078"/>
                  <a:pt x="1327080" y="38300"/>
                  <a:pt x="1328594" y="38300"/>
                </a:cubicBezTo>
                <a:cubicBezTo>
                  <a:pt x="1330106" y="38300"/>
                  <a:pt x="1332107" y="38078"/>
                  <a:pt x="1334599" y="37632"/>
                </a:cubicBezTo>
                <a:cubicBezTo>
                  <a:pt x="1334153" y="41459"/>
                  <a:pt x="1333863" y="45574"/>
                  <a:pt x="1333729" y="49978"/>
                </a:cubicBezTo>
                <a:cubicBezTo>
                  <a:pt x="1333596" y="54382"/>
                  <a:pt x="1333529" y="58586"/>
                  <a:pt x="1333529" y="62589"/>
                </a:cubicBezTo>
                <a:lnTo>
                  <a:pt x="1333529" y="76466"/>
                </a:lnTo>
                <a:cubicBezTo>
                  <a:pt x="1333529" y="80471"/>
                  <a:pt x="1333596" y="84675"/>
                  <a:pt x="1333729" y="89079"/>
                </a:cubicBezTo>
                <a:cubicBezTo>
                  <a:pt x="1333863" y="93482"/>
                  <a:pt x="1334153" y="97463"/>
                  <a:pt x="1334599" y="101021"/>
                </a:cubicBezTo>
                <a:cubicBezTo>
                  <a:pt x="1332551" y="100844"/>
                  <a:pt x="1330550" y="100755"/>
                  <a:pt x="1328594" y="100755"/>
                </a:cubicBezTo>
                <a:cubicBezTo>
                  <a:pt x="1326636" y="100755"/>
                  <a:pt x="1324634" y="100844"/>
                  <a:pt x="1322587" y="101021"/>
                </a:cubicBezTo>
                <a:cubicBezTo>
                  <a:pt x="1323032" y="97463"/>
                  <a:pt x="1323321" y="93482"/>
                  <a:pt x="1323454" y="89079"/>
                </a:cubicBezTo>
                <a:cubicBezTo>
                  <a:pt x="1323588" y="84675"/>
                  <a:pt x="1323656" y="80471"/>
                  <a:pt x="1323656" y="76466"/>
                </a:cubicBezTo>
                <a:lnTo>
                  <a:pt x="1323656" y="62589"/>
                </a:lnTo>
                <a:close/>
                <a:moveTo>
                  <a:pt x="1352747" y="69528"/>
                </a:moveTo>
                <a:cubicBezTo>
                  <a:pt x="1352747" y="63745"/>
                  <a:pt x="1353725" y="58763"/>
                  <a:pt x="1355681" y="54582"/>
                </a:cubicBezTo>
                <a:cubicBezTo>
                  <a:pt x="1357639" y="50400"/>
                  <a:pt x="1360196" y="46952"/>
                  <a:pt x="1363354" y="44240"/>
                </a:cubicBezTo>
                <a:cubicBezTo>
                  <a:pt x="1366513" y="41526"/>
                  <a:pt x="1370138" y="39525"/>
                  <a:pt x="1374229" y="38235"/>
                </a:cubicBezTo>
                <a:cubicBezTo>
                  <a:pt x="1378322" y="36944"/>
                  <a:pt x="1382504" y="36299"/>
                  <a:pt x="1386775" y="36299"/>
                </a:cubicBezTo>
                <a:cubicBezTo>
                  <a:pt x="1391669" y="36299"/>
                  <a:pt x="1396050" y="36899"/>
                  <a:pt x="1399919" y="38101"/>
                </a:cubicBezTo>
                <a:cubicBezTo>
                  <a:pt x="1403789" y="39302"/>
                  <a:pt x="1406569" y="40659"/>
                  <a:pt x="1408260" y="42171"/>
                </a:cubicBezTo>
                <a:cubicBezTo>
                  <a:pt x="1407638" y="43506"/>
                  <a:pt x="1407082" y="44907"/>
                  <a:pt x="1406592" y="46374"/>
                </a:cubicBezTo>
                <a:cubicBezTo>
                  <a:pt x="1406103" y="47841"/>
                  <a:pt x="1405681" y="49376"/>
                  <a:pt x="1405325" y="50978"/>
                </a:cubicBezTo>
                <a:lnTo>
                  <a:pt x="1404256" y="50978"/>
                </a:lnTo>
                <a:cubicBezTo>
                  <a:pt x="1403635" y="49821"/>
                  <a:pt x="1402789" y="48643"/>
                  <a:pt x="1401721" y="47443"/>
                </a:cubicBezTo>
                <a:cubicBezTo>
                  <a:pt x="1400654" y="46242"/>
                  <a:pt x="1399386" y="45129"/>
                  <a:pt x="1397917" y="44106"/>
                </a:cubicBezTo>
                <a:cubicBezTo>
                  <a:pt x="1396450" y="43082"/>
                  <a:pt x="1394826" y="42237"/>
                  <a:pt x="1393047" y="41570"/>
                </a:cubicBezTo>
                <a:cubicBezTo>
                  <a:pt x="1391268" y="40903"/>
                  <a:pt x="1389311" y="40569"/>
                  <a:pt x="1387176" y="40569"/>
                </a:cubicBezTo>
                <a:cubicBezTo>
                  <a:pt x="1383173" y="40569"/>
                  <a:pt x="1379725" y="41303"/>
                  <a:pt x="1376834" y="42772"/>
                </a:cubicBezTo>
                <a:cubicBezTo>
                  <a:pt x="1373942" y="44239"/>
                  <a:pt x="1371584" y="46263"/>
                  <a:pt x="1369760" y="48844"/>
                </a:cubicBezTo>
                <a:cubicBezTo>
                  <a:pt x="1367937" y="51423"/>
                  <a:pt x="1366602" y="54470"/>
                  <a:pt x="1365757" y="57985"/>
                </a:cubicBezTo>
                <a:cubicBezTo>
                  <a:pt x="1364912" y="61498"/>
                  <a:pt x="1364490" y="65301"/>
                  <a:pt x="1364490" y="69394"/>
                </a:cubicBezTo>
                <a:cubicBezTo>
                  <a:pt x="1364490" y="78557"/>
                  <a:pt x="1366447" y="85474"/>
                  <a:pt x="1370361" y="90146"/>
                </a:cubicBezTo>
                <a:cubicBezTo>
                  <a:pt x="1374276" y="94817"/>
                  <a:pt x="1380014" y="97152"/>
                  <a:pt x="1387575" y="97152"/>
                </a:cubicBezTo>
                <a:cubicBezTo>
                  <a:pt x="1389355" y="97152"/>
                  <a:pt x="1391179" y="96908"/>
                  <a:pt x="1393047" y="96419"/>
                </a:cubicBezTo>
                <a:cubicBezTo>
                  <a:pt x="1394916" y="95929"/>
                  <a:pt x="1396740" y="95261"/>
                  <a:pt x="1398518" y="94416"/>
                </a:cubicBezTo>
                <a:cubicBezTo>
                  <a:pt x="1400298" y="93570"/>
                  <a:pt x="1401966" y="92569"/>
                  <a:pt x="1403523" y="91414"/>
                </a:cubicBezTo>
                <a:cubicBezTo>
                  <a:pt x="1405080" y="90258"/>
                  <a:pt x="1406437" y="89011"/>
                  <a:pt x="1407594" y="87676"/>
                </a:cubicBezTo>
                <a:lnTo>
                  <a:pt x="1408260" y="88077"/>
                </a:lnTo>
                <a:cubicBezTo>
                  <a:pt x="1407816" y="90212"/>
                  <a:pt x="1407549" y="92392"/>
                  <a:pt x="1407459" y="94615"/>
                </a:cubicBezTo>
                <a:cubicBezTo>
                  <a:pt x="1404790" y="96751"/>
                  <a:pt x="1401476" y="98574"/>
                  <a:pt x="1397516" y="100087"/>
                </a:cubicBezTo>
                <a:cubicBezTo>
                  <a:pt x="1393558" y="101599"/>
                  <a:pt x="1389444" y="102355"/>
                  <a:pt x="1385174" y="102355"/>
                </a:cubicBezTo>
                <a:cubicBezTo>
                  <a:pt x="1381349" y="102355"/>
                  <a:pt x="1377501" y="101799"/>
                  <a:pt x="1373631" y="100687"/>
                </a:cubicBezTo>
                <a:cubicBezTo>
                  <a:pt x="1369760" y="99576"/>
                  <a:pt x="1366268" y="97708"/>
                  <a:pt x="1363154" y="95084"/>
                </a:cubicBezTo>
                <a:cubicBezTo>
                  <a:pt x="1360041" y="92458"/>
                  <a:pt x="1357529" y="89055"/>
                  <a:pt x="1355616" y="84874"/>
                </a:cubicBezTo>
                <a:cubicBezTo>
                  <a:pt x="1353703" y="80693"/>
                  <a:pt x="1352747" y="75577"/>
                  <a:pt x="1352747" y="69528"/>
                </a:cubicBezTo>
                <a:close/>
                <a:moveTo>
                  <a:pt x="1422673" y="38834"/>
                </a:moveTo>
                <a:cubicBezTo>
                  <a:pt x="1422673" y="35809"/>
                  <a:pt x="1422651" y="32518"/>
                  <a:pt x="1422606" y="28960"/>
                </a:cubicBezTo>
                <a:cubicBezTo>
                  <a:pt x="1422561" y="25400"/>
                  <a:pt x="1422494" y="21886"/>
                  <a:pt x="1422404" y="18416"/>
                </a:cubicBezTo>
                <a:cubicBezTo>
                  <a:pt x="1422316" y="14946"/>
                  <a:pt x="1422205" y="11633"/>
                  <a:pt x="1422072" y="8475"/>
                </a:cubicBezTo>
                <a:cubicBezTo>
                  <a:pt x="1421939" y="5316"/>
                  <a:pt x="1421784" y="2625"/>
                  <a:pt x="1421606" y="401"/>
                </a:cubicBezTo>
                <a:cubicBezTo>
                  <a:pt x="1424097" y="846"/>
                  <a:pt x="1426099" y="1069"/>
                  <a:pt x="1427611" y="1069"/>
                </a:cubicBezTo>
                <a:cubicBezTo>
                  <a:pt x="1429123" y="1069"/>
                  <a:pt x="1431125" y="846"/>
                  <a:pt x="1433616" y="401"/>
                </a:cubicBezTo>
                <a:cubicBezTo>
                  <a:pt x="1433438" y="2625"/>
                  <a:pt x="1433282" y="5294"/>
                  <a:pt x="1433147" y="8408"/>
                </a:cubicBezTo>
                <a:cubicBezTo>
                  <a:pt x="1433014" y="11522"/>
                  <a:pt x="1432903" y="14791"/>
                  <a:pt x="1432814" y="18216"/>
                </a:cubicBezTo>
                <a:cubicBezTo>
                  <a:pt x="1432725" y="21641"/>
                  <a:pt x="1432659" y="25089"/>
                  <a:pt x="1432614" y="28559"/>
                </a:cubicBezTo>
                <a:cubicBezTo>
                  <a:pt x="1432571" y="32028"/>
                  <a:pt x="1432549" y="35232"/>
                  <a:pt x="1432549" y="38168"/>
                </a:cubicBezTo>
                <a:lnTo>
                  <a:pt x="1432549" y="48308"/>
                </a:lnTo>
                <a:lnTo>
                  <a:pt x="1432816" y="48308"/>
                </a:lnTo>
                <a:cubicBezTo>
                  <a:pt x="1435307" y="44483"/>
                  <a:pt x="1438287" y="41525"/>
                  <a:pt x="1441757" y="39434"/>
                </a:cubicBezTo>
                <a:cubicBezTo>
                  <a:pt x="1445227" y="37344"/>
                  <a:pt x="1449364" y="36299"/>
                  <a:pt x="1454168" y="36299"/>
                </a:cubicBezTo>
                <a:cubicBezTo>
                  <a:pt x="1456659" y="36299"/>
                  <a:pt x="1459172" y="36655"/>
                  <a:pt x="1461706" y="37368"/>
                </a:cubicBezTo>
                <a:cubicBezTo>
                  <a:pt x="1464242" y="38079"/>
                  <a:pt x="1466533" y="39302"/>
                  <a:pt x="1468579" y="41037"/>
                </a:cubicBezTo>
                <a:cubicBezTo>
                  <a:pt x="1470626" y="42772"/>
                  <a:pt x="1472294" y="45130"/>
                  <a:pt x="1473584" y="48111"/>
                </a:cubicBezTo>
                <a:cubicBezTo>
                  <a:pt x="1474873" y="51091"/>
                  <a:pt x="1475518" y="54893"/>
                  <a:pt x="1475518" y="59518"/>
                </a:cubicBezTo>
                <a:cubicBezTo>
                  <a:pt x="1475518" y="63344"/>
                  <a:pt x="1475429" y="67280"/>
                  <a:pt x="1475251" y="71328"/>
                </a:cubicBezTo>
                <a:cubicBezTo>
                  <a:pt x="1475074" y="75377"/>
                  <a:pt x="1474985" y="79670"/>
                  <a:pt x="1474985" y="84208"/>
                </a:cubicBezTo>
                <a:lnTo>
                  <a:pt x="1474985" y="92880"/>
                </a:lnTo>
                <a:cubicBezTo>
                  <a:pt x="1474985" y="94304"/>
                  <a:pt x="1475007" y="95706"/>
                  <a:pt x="1475052" y="97085"/>
                </a:cubicBezTo>
                <a:cubicBezTo>
                  <a:pt x="1475097" y="98464"/>
                  <a:pt x="1475163" y="99777"/>
                  <a:pt x="1475251" y="101021"/>
                </a:cubicBezTo>
                <a:cubicBezTo>
                  <a:pt x="1473472" y="100844"/>
                  <a:pt x="1471604" y="100755"/>
                  <a:pt x="1469648" y="100755"/>
                </a:cubicBezTo>
                <a:cubicBezTo>
                  <a:pt x="1467778" y="100755"/>
                  <a:pt x="1465955" y="100844"/>
                  <a:pt x="1464176" y="101021"/>
                </a:cubicBezTo>
                <a:cubicBezTo>
                  <a:pt x="1464354" y="96395"/>
                  <a:pt x="1464554" y="91636"/>
                  <a:pt x="1464775" y="86743"/>
                </a:cubicBezTo>
                <a:cubicBezTo>
                  <a:pt x="1464997" y="81849"/>
                  <a:pt x="1465109" y="76822"/>
                  <a:pt x="1465109" y="71662"/>
                </a:cubicBezTo>
                <a:lnTo>
                  <a:pt x="1465109" y="63521"/>
                </a:lnTo>
                <a:cubicBezTo>
                  <a:pt x="1465109" y="56849"/>
                  <a:pt x="1463818" y="51801"/>
                  <a:pt x="1461238" y="48376"/>
                </a:cubicBezTo>
                <a:cubicBezTo>
                  <a:pt x="1458659" y="44951"/>
                  <a:pt x="1455101" y="43238"/>
                  <a:pt x="1450564" y="43238"/>
                </a:cubicBezTo>
                <a:cubicBezTo>
                  <a:pt x="1444337" y="43238"/>
                  <a:pt x="1439778" y="45151"/>
                  <a:pt x="1436886" y="48976"/>
                </a:cubicBezTo>
                <a:cubicBezTo>
                  <a:pt x="1433995" y="52802"/>
                  <a:pt x="1432549" y="58184"/>
                  <a:pt x="1432549" y="65124"/>
                </a:cubicBezTo>
                <a:cubicBezTo>
                  <a:pt x="1432549" y="67615"/>
                  <a:pt x="1432571" y="70507"/>
                  <a:pt x="1432614" y="73798"/>
                </a:cubicBezTo>
                <a:cubicBezTo>
                  <a:pt x="1432659" y="77090"/>
                  <a:pt x="1432725" y="80405"/>
                  <a:pt x="1432814" y="83742"/>
                </a:cubicBezTo>
                <a:cubicBezTo>
                  <a:pt x="1432903" y="87077"/>
                  <a:pt x="1433014" y="90302"/>
                  <a:pt x="1433147" y="93416"/>
                </a:cubicBezTo>
                <a:cubicBezTo>
                  <a:pt x="1433282" y="96529"/>
                  <a:pt x="1433438" y="99064"/>
                  <a:pt x="1433616" y="101021"/>
                </a:cubicBezTo>
                <a:cubicBezTo>
                  <a:pt x="1431570" y="100844"/>
                  <a:pt x="1429568" y="100755"/>
                  <a:pt x="1427611" y="100755"/>
                </a:cubicBezTo>
                <a:cubicBezTo>
                  <a:pt x="1425653" y="100755"/>
                  <a:pt x="1423652" y="100844"/>
                  <a:pt x="1421606" y="101021"/>
                </a:cubicBezTo>
                <a:cubicBezTo>
                  <a:pt x="1421784" y="98976"/>
                  <a:pt x="1421939" y="96396"/>
                  <a:pt x="1422072" y="93282"/>
                </a:cubicBezTo>
                <a:cubicBezTo>
                  <a:pt x="1422205" y="90167"/>
                  <a:pt x="1422316" y="86875"/>
                  <a:pt x="1422404" y="83406"/>
                </a:cubicBezTo>
                <a:cubicBezTo>
                  <a:pt x="1422494" y="79936"/>
                  <a:pt x="1422561" y="76422"/>
                  <a:pt x="1422606" y="72864"/>
                </a:cubicBezTo>
                <a:cubicBezTo>
                  <a:pt x="1422651" y="69306"/>
                  <a:pt x="1422673" y="66014"/>
                  <a:pt x="1422673" y="62988"/>
                </a:cubicBezTo>
                <a:lnTo>
                  <a:pt x="1422673" y="38834"/>
                </a:lnTo>
                <a:close/>
                <a:moveTo>
                  <a:pt x="1588719" y="67794"/>
                </a:moveTo>
                <a:cubicBezTo>
                  <a:pt x="1587207" y="68327"/>
                  <a:pt x="1585450" y="68772"/>
                  <a:pt x="1583447" y="69127"/>
                </a:cubicBezTo>
                <a:cubicBezTo>
                  <a:pt x="1581446" y="69483"/>
                  <a:pt x="1579423" y="69861"/>
                  <a:pt x="1577377" y="70261"/>
                </a:cubicBezTo>
                <a:cubicBezTo>
                  <a:pt x="1575331" y="70662"/>
                  <a:pt x="1573307" y="71174"/>
                  <a:pt x="1571305" y="71797"/>
                </a:cubicBezTo>
                <a:cubicBezTo>
                  <a:pt x="1569303" y="72419"/>
                  <a:pt x="1567523" y="73264"/>
                  <a:pt x="1565966" y="74332"/>
                </a:cubicBezTo>
                <a:cubicBezTo>
                  <a:pt x="1564410" y="75399"/>
                  <a:pt x="1563165" y="76733"/>
                  <a:pt x="1562229" y="78335"/>
                </a:cubicBezTo>
                <a:cubicBezTo>
                  <a:pt x="1561295" y="79937"/>
                  <a:pt x="1560828" y="81984"/>
                  <a:pt x="1560828" y="84475"/>
                </a:cubicBezTo>
                <a:cubicBezTo>
                  <a:pt x="1560828" y="88656"/>
                  <a:pt x="1562029" y="91814"/>
                  <a:pt x="1564430" y="93949"/>
                </a:cubicBezTo>
                <a:cubicBezTo>
                  <a:pt x="1566833" y="96085"/>
                  <a:pt x="1569503" y="97152"/>
                  <a:pt x="1572439" y="97152"/>
                </a:cubicBezTo>
                <a:cubicBezTo>
                  <a:pt x="1575819" y="97152"/>
                  <a:pt x="1578910" y="96218"/>
                  <a:pt x="1581712" y="94351"/>
                </a:cubicBezTo>
                <a:cubicBezTo>
                  <a:pt x="1584516" y="92481"/>
                  <a:pt x="1586673" y="90301"/>
                  <a:pt x="1588186" y="87810"/>
                </a:cubicBezTo>
                <a:lnTo>
                  <a:pt x="1588719" y="67794"/>
                </a:lnTo>
                <a:moveTo>
                  <a:pt x="1555758" y="44038"/>
                </a:moveTo>
                <a:cubicBezTo>
                  <a:pt x="1559761" y="41014"/>
                  <a:pt x="1563453" y="38968"/>
                  <a:pt x="1566833" y="37901"/>
                </a:cubicBezTo>
                <a:cubicBezTo>
                  <a:pt x="1570215" y="36833"/>
                  <a:pt x="1573685" y="36299"/>
                  <a:pt x="1577243" y="36299"/>
                </a:cubicBezTo>
                <a:cubicBezTo>
                  <a:pt x="1580446" y="36299"/>
                  <a:pt x="1583383" y="36766"/>
                  <a:pt x="1586052" y="37699"/>
                </a:cubicBezTo>
                <a:cubicBezTo>
                  <a:pt x="1588720" y="38633"/>
                  <a:pt x="1590989" y="39968"/>
                  <a:pt x="1592857" y="41703"/>
                </a:cubicBezTo>
                <a:cubicBezTo>
                  <a:pt x="1594725" y="43438"/>
                  <a:pt x="1596192" y="45529"/>
                  <a:pt x="1597259" y="47977"/>
                </a:cubicBezTo>
                <a:cubicBezTo>
                  <a:pt x="1598328" y="50423"/>
                  <a:pt x="1598862" y="53113"/>
                  <a:pt x="1598862" y="56048"/>
                </a:cubicBezTo>
                <a:cubicBezTo>
                  <a:pt x="1598862" y="61120"/>
                  <a:pt x="1598773" y="66169"/>
                  <a:pt x="1598595" y="71196"/>
                </a:cubicBezTo>
                <a:cubicBezTo>
                  <a:pt x="1598417" y="76223"/>
                  <a:pt x="1598328" y="81538"/>
                  <a:pt x="1598328" y="87142"/>
                </a:cubicBezTo>
                <a:cubicBezTo>
                  <a:pt x="1598328" y="88211"/>
                  <a:pt x="1598351" y="89345"/>
                  <a:pt x="1598395" y="90547"/>
                </a:cubicBezTo>
                <a:cubicBezTo>
                  <a:pt x="1598440" y="91747"/>
                  <a:pt x="1598640" y="92814"/>
                  <a:pt x="1598996" y="93748"/>
                </a:cubicBezTo>
                <a:cubicBezTo>
                  <a:pt x="1599352" y="94682"/>
                  <a:pt x="1599863" y="95460"/>
                  <a:pt x="1600529" y="96083"/>
                </a:cubicBezTo>
                <a:cubicBezTo>
                  <a:pt x="1601197" y="96707"/>
                  <a:pt x="1602199" y="97018"/>
                  <a:pt x="1603533" y="97018"/>
                </a:cubicBezTo>
                <a:cubicBezTo>
                  <a:pt x="1603978" y="97018"/>
                  <a:pt x="1604445" y="96996"/>
                  <a:pt x="1604934" y="96951"/>
                </a:cubicBezTo>
                <a:cubicBezTo>
                  <a:pt x="1605424" y="96906"/>
                  <a:pt x="1605891" y="96751"/>
                  <a:pt x="1606335" y="96485"/>
                </a:cubicBezTo>
                <a:lnTo>
                  <a:pt x="1606335" y="99421"/>
                </a:lnTo>
                <a:cubicBezTo>
                  <a:pt x="1605356" y="99865"/>
                  <a:pt x="1604133" y="100220"/>
                  <a:pt x="1602665" y="100488"/>
                </a:cubicBezTo>
                <a:cubicBezTo>
                  <a:pt x="1601198" y="100755"/>
                  <a:pt x="1599574" y="100889"/>
                  <a:pt x="1597795" y="100889"/>
                </a:cubicBezTo>
                <a:cubicBezTo>
                  <a:pt x="1594948" y="100889"/>
                  <a:pt x="1592769" y="100155"/>
                  <a:pt x="1591256" y="98688"/>
                </a:cubicBezTo>
                <a:cubicBezTo>
                  <a:pt x="1589744" y="97219"/>
                  <a:pt x="1588854" y="95328"/>
                  <a:pt x="1588587" y="93015"/>
                </a:cubicBezTo>
                <a:cubicBezTo>
                  <a:pt x="1585384" y="96217"/>
                  <a:pt x="1582226" y="98574"/>
                  <a:pt x="1579112" y="100087"/>
                </a:cubicBezTo>
                <a:cubicBezTo>
                  <a:pt x="1575998" y="101599"/>
                  <a:pt x="1572172" y="102355"/>
                  <a:pt x="1567636" y="102355"/>
                </a:cubicBezTo>
                <a:cubicBezTo>
                  <a:pt x="1565411" y="102355"/>
                  <a:pt x="1563230" y="102044"/>
                  <a:pt x="1561095" y="101420"/>
                </a:cubicBezTo>
                <a:cubicBezTo>
                  <a:pt x="1558961" y="100799"/>
                  <a:pt x="1557071" y="99777"/>
                  <a:pt x="1555424" y="98354"/>
                </a:cubicBezTo>
                <a:cubicBezTo>
                  <a:pt x="1553779" y="96930"/>
                  <a:pt x="1552444" y="95217"/>
                  <a:pt x="1551421" y="93216"/>
                </a:cubicBezTo>
                <a:cubicBezTo>
                  <a:pt x="1550399" y="91214"/>
                  <a:pt x="1549887" y="88923"/>
                  <a:pt x="1549887" y="86342"/>
                </a:cubicBezTo>
                <a:cubicBezTo>
                  <a:pt x="1549887" y="81004"/>
                  <a:pt x="1551555" y="76868"/>
                  <a:pt x="1554891" y="73933"/>
                </a:cubicBezTo>
                <a:cubicBezTo>
                  <a:pt x="1558227" y="70997"/>
                  <a:pt x="1562831" y="69039"/>
                  <a:pt x="1568703" y="68060"/>
                </a:cubicBezTo>
                <a:cubicBezTo>
                  <a:pt x="1573507" y="67259"/>
                  <a:pt x="1577266" y="66570"/>
                  <a:pt x="1579979" y="65991"/>
                </a:cubicBezTo>
                <a:cubicBezTo>
                  <a:pt x="1582693" y="65413"/>
                  <a:pt x="1584695" y="64812"/>
                  <a:pt x="1585984" y="64189"/>
                </a:cubicBezTo>
                <a:cubicBezTo>
                  <a:pt x="1587274" y="63566"/>
                  <a:pt x="1588052" y="62832"/>
                  <a:pt x="1588318" y="61988"/>
                </a:cubicBezTo>
                <a:cubicBezTo>
                  <a:pt x="1588585" y="61142"/>
                  <a:pt x="1588719" y="60052"/>
                  <a:pt x="1588719" y="58718"/>
                </a:cubicBezTo>
                <a:cubicBezTo>
                  <a:pt x="1588719" y="56494"/>
                  <a:pt x="1588452" y="54360"/>
                  <a:pt x="1587919" y="52314"/>
                </a:cubicBezTo>
                <a:cubicBezTo>
                  <a:pt x="1587385" y="50267"/>
                  <a:pt x="1586540" y="48487"/>
                  <a:pt x="1585384" y="46975"/>
                </a:cubicBezTo>
                <a:cubicBezTo>
                  <a:pt x="1584227" y="45462"/>
                  <a:pt x="1582715" y="44239"/>
                  <a:pt x="1580847" y="43305"/>
                </a:cubicBezTo>
                <a:cubicBezTo>
                  <a:pt x="1578979" y="42371"/>
                  <a:pt x="1576711" y="41904"/>
                  <a:pt x="1574042" y="41904"/>
                </a:cubicBezTo>
                <a:cubicBezTo>
                  <a:pt x="1570482" y="41904"/>
                  <a:pt x="1567168" y="42705"/>
                  <a:pt x="1564099" y="44307"/>
                </a:cubicBezTo>
                <a:cubicBezTo>
                  <a:pt x="1561029" y="45908"/>
                  <a:pt x="1558738" y="48131"/>
                  <a:pt x="1557226" y="50978"/>
                </a:cubicBezTo>
                <a:lnTo>
                  <a:pt x="1555758" y="50978"/>
                </a:lnTo>
                <a:lnTo>
                  <a:pt x="1555758" y="44038"/>
                </a:lnTo>
                <a:close/>
                <a:moveTo>
                  <a:pt x="1616613" y="69528"/>
                </a:moveTo>
                <a:cubicBezTo>
                  <a:pt x="1616613" y="63745"/>
                  <a:pt x="1617591" y="58763"/>
                  <a:pt x="1619547" y="54582"/>
                </a:cubicBezTo>
                <a:cubicBezTo>
                  <a:pt x="1621504" y="50400"/>
                  <a:pt x="1624062" y="46952"/>
                  <a:pt x="1627220" y="44240"/>
                </a:cubicBezTo>
                <a:cubicBezTo>
                  <a:pt x="1630378" y="41526"/>
                  <a:pt x="1634004" y="39525"/>
                  <a:pt x="1638095" y="38235"/>
                </a:cubicBezTo>
                <a:cubicBezTo>
                  <a:pt x="1642188" y="36944"/>
                  <a:pt x="1646370" y="36299"/>
                  <a:pt x="1650641" y="36299"/>
                </a:cubicBezTo>
                <a:cubicBezTo>
                  <a:pt x="1655535" y="36299"/>
                  <a:pt x="1659916" y="36899"/>
                  <a:pt x="1663785" y="38101"/>
                </a:cubicBezTo>
                <a:cubicBezTo>
                  <a:pt x="1667655" y="39302"/>
                  <a:pt x="1670435" y="40659"/>
                  <a:pt x="1672125" y="42171"/>
                </a:cubicBezTo>
                <a:cubicBezTo>
                  <a:pt x="1671504" y="43506"/>
                  <a:pt x="1670948" y="44907"/>
                  <a:pt x="1670458" y="46374"/>
                </a:cubicBezTo>
                <a:cubicBezTo>
                  <a:pt x="1669969" y="47841"/>
                  <a:pt x="1669547" y="49376"/>
                  <a:pt x="1669191" y="50978"/>
                </a:cubicBezTo>
                <a:lnTo>
                  <a:pt x="1668122" y="50978"/>
                </a:lnTo>
                <a:cubicBezTo>
                  <a:pt x="1667500" y="49821"/>
                  <a:pt x="1666655" y="48643"/>
                  <a:pt x="1665587" y="47443"/>
                </a:cubicBezTo>
                <a:cubicBezTo>
                  <a:pt x="1664520" y="46242"/>
                  <a:pt x="1663252" y="45129"/>
                  <a:pt x="1661783" y="44106"/>
                </a:cubicBezTo>
                <a:cubicBezTo>
                  <a:pt x="1660316" y="43082"/>
                  <a:pt x="1658692" y="42237"/>
                  <a:pt x="1656912" y="41570"/>
                </a:cubicBezTo>
                <a:cubicBezTo>
                  <a:pt x="1655134" y="40903"/>
                  <a:pt x="1653177" y="40569"/>
                  <a:pt x="1651042" y="40569"/>
                </a:cubicBezTo>
                <a:cubicBezTo>
                  <a:pt x="1647039" y="40569"/>
                  <a:pt x="1643591" y="41303"/>
                  <a:pt x="1640700" y="42772"/>
                </a:cubicBezTo>
                <a:cubicBezTo>
                  <a:pt x="1637808" y="44239"/>
                  <a:pt x="1635450" y="46263"/>
                  <a:pt x="1633626" y="48844"/>
                </a:cubicBezTo>
                <a:cubicBezTo>
                  <a:pt x="1631803" y="51423"/>
                  <a:pt x="1630468" y="54470"/>
                  <a:pt x="1629622" y="57985"/>
                </a:cubicBezTo>
                <a:cubicBezTo>
                  <a:pt x="1628778" y="61498"/>
                  <a:pt x="1628356" y="65301"/>
                  <a:pt x="1628356" y="69394"/>
                </a:cubicBezTo>
                <a:cubicBezTo>
                  <a:pt x="1628356" y="78557"/>
                  <a:pt x="1630313" y="85474"/>
                  <a:pt x="1634226" y="90146"/>
                </a:cubicBezTo>
                <a:cubicBezTo>
                  <a:pt x="1638141" y="94817"/>
                  <a:pt x="1643880" y="97152"/>
                  <a:pt x="1651441" y="97152"/>
                </a:cubicBezTo>
                <a:cubicBezTo>
                  <a:pt x="1653221" y="97152"/>
                  <a:pt x="1655044" y="96908"/>
                  <a:pt x="1656912" y="96419"/>
                </a:cubicBezTo>
                <a:cubicBezTo>
                  <a:pt x="1658782" y="95929"/>
                  <a:pt x="1660606" y="95261"/>
                  <a:pt x="1662384" y="94416"/>
                </a:cubicBezTo>
                <a:cubicBezTo>
                  <a:pt x="1664164" y="93570"/>
                  <a:pt x="1665832" y="92569"/>
                  <a:pt x="1667389" y="91414"/>
                </a:cubicBezTo>
                <a:cubicBezTo>
                  <a:pt x="1668946" y="90258"/>
                  <a:pt x="1670303" y="89011"/>
                  <a:pt x="1671460" y="87676"/>
                </a:cubicBezTo>
                <a:lnTo>
                  <a:pt x="1672125" y="88077"/>
                </a:lnTo>
                <a:cubicBezTo>
                  <a:pt x="1671681" y="90212"/>
                  <a:pt x="1671415" y="92392"/>
                  <a:pt x="1671325" y="94615"/>
                </a:cubicBezTo>
                <a:cubicBezTo>
                  <a:pt x="1668656" y="96751"/>
                  <a:pt x="1665342" y="98574"/>
                  <a:pt x="1661382" y="100087"/>
                </a:cubicBezTo>
                <a:cubicBezTo>
                  <a:pt x="1657424" y="101599"/>
                  <a:pt x="1653310" y="102355"/>
                  <a:pt x="1649040" y="102355"/>
                </a:cubicBezTo>
                <a:cubicBezTo>
                  <a:pt x="1645215" y="102355"/>
                  <a:pt x="1641367" y="101799"/>
                  <a:pt x="1637497" y="100687"/>
                </a:cubicBezTo>
                <a:cubicBezTo>
                  <a:pt x="1633626" y="99576"/>
                  <a:pt x="1630134" y="97708"/>
                  <a:pt x="1627020" y="95084"/>
                </a:cubicBezTo>
                <a:cubicBezTo>
                  <a:pt x="1623907" y="92458"/>
                  <a:pt x="1621394" y="89055"/>
                  <a:pt x="1619482" y="84874"/>
                </a:cubicBezTo>
                <a:cubicBezTo>
                  <a:pt x="1617569" y="80693"/>
                  <a:pt x="1616613" y="75577"/>
                  <a:pt x="1616613" y="69528"/>
                </a:cubicBezTo>
                <a:close/>
                <a:moveTo>
                  <a:pt x="1700018" y="19752"/>
                </a:moveTo>
                <a:cubicBezTo>
                  <a:pt x="1699750" y="23132"/>
                  <a:pt x="1699549" y="26446"/>
                  <a:pt x="1699415" y="29693"/>
                </a:cubicBezTo>
                <a:cubicBezTo>
                  <a:pt x="1699282" y="32940"/>
                  <a:pt x="1699127" y="36210"/>
                  <a:pt x="1698949" y="39502"/>
                </a:cubicBezTo>
                <a:cubicBezTo>
                  <a:pt x="1699928" y="39502"/>
                  <a:pt x="1701751" y="39479"/>
                  <a:pt x="1704420" y="39434"/>
                </a:cubicBezTo>
                <a:cubicBezTo>
                  <a:pt x="1707089" y="39390"/>
                  <a:pt x="1709981" y="39278"/>
                  <a:pt x="1713095" y="39100"/>
                </a:cubicBezTo>
                <a:cubicBezTo>
                  <a:pt x="1713006" y="39368"/>
                  <a:pt x="1712962" y="39857"/>
                  <a:pt x="1712962" y="40569"/>
                </a:cubicBezTo>
                <a:lnTo>
                  <a:pt x="1712962" y="41904"/>
                </a:lnTo>
                <a:lnTo>
                  <a:pt x="1712962" y="43373"/>
                </a:lnTo>
                <a:cubicBezTo>
                  <a:pt x="1712962" y="43994"/>
                  <a:pt x="1713006" y="44439"/>
                  <a:pt x="1713095" y="44706"/>
                </a:cubicBezTo>
                <a:cubicBezTo>
                  <a:pt x="1711938" y="44617"/>
                  <a:pt x="1710737" y="44550"/>
                  <a:pt x="1709491" y="44507"/>
                </a:cubicBezTo>
                <a:cubicBezTo>
                  <a:pt x="1708246" y="44462"/>
                  <a:pt x="1706911" y="44440"/>
                  <a:pt x="1705487" y="44440"/>
                </a:cubicBezTo>
                <a:lnTo>
                  <a:pt x="1698949" y="44440"/>
                </a:lnTo>
                <a:cubicBezTo>
                  <a:pt x="1698861" y="44795"/>
                  <a:pt x="1698749" y="46219"/>
                  <a:pt x="1698615" y="48710"/>
                </a:cubicBezTo>
                <a:cubicBezTo>
                  <a:pt x="1698482" y="51201"/>
                  <a:pt x="1698370" y="54159"/>
                  <a:pt x="1698281" y="57584"/>
                </a:cubicBezTo>
                <a:cubicBezTo>
                  <a:pt x="1698193" y="61009"/>
                  <a:pt x="1698126" y="64590"/>
                  <a:pt x="1698081" y="68327"/>
                </a:cubicBezTo>
                <a:cubicBezTo>
                  <a:pt x="1698037" y="72063"/>
                  <a:pt x="1698014" y="75399"/>
                  <a:pt x="1698014" y="78335"/>
                </a:cubicBezTo>
                <a:cubicBezTo>
                  <a:pt x="1698014" y="80826"/>
                  <a:pt x="1698081" y="83273"/>
                  <a:pt x="1698214" y="85676"/>
                </a:cubicBezTo>
                <a:cubicBezTo>
                  <a:pt x="1698348" y="88077"/>
                  <a:pt x="1698771" y="90235"/>
                  <a:pt x="1699482" y="92147"/>
                </a:cubicBezTo>
                <a:cubicBezTo>
                  <a:pt x="1700195" y="94060"/>
                  <a:pt x="1701263" y="95595"/>
                  <a:pt x="1702685" y="96751"/>
                </a:cubicBezTo>
                <a:cubicBezTo>
                  <a:pt x="1704109" y="97908"/>
                  <a:pt x="1706156" y="98486"/>
                  <a:pt x="1708825" y="98486"/>
                </a:cubicBezTo>
                <a:cubicBezTo>
                  <a:pt x="1709536" y="98486"/>
                  <a:pt x="1710492" y="98397"/>
                  <a:pt x="1711694" y="98219"/>
                </a:cubicBezTo>
                <a:cubicBezTo>
                  <a:pt x="1712895" y="98042"/>
                  <a:pt x="1713940" y="97819"/>
                  <a:pt x="1714830" y="97552"/>
                </a:cubicBezTo>
                <a:lnTo>
                  <a:pt x="1714830" y="100755"/>
                </a:lnTo>
                <a:cubicBezTo>
                  <a:pt x="1713317" y="101022"/>
                  <a:pt x="1711649" y="101355"/>
                  <a:pt x="1709824" y="101754"/>
                </a:cubicBezTo>
                <a:cubicBezTo>
                  <a:pt x="1708001" y="102155"/>
                  <a:pt x="1706245" y="102355"/>
                  <a:pt x="1704555" y="102355"/>
                </a:cubicBezTo>
                <a:cubicBezTo>
                  <a:pt x="1698949" y="102355"/>
                  <a:pt x="1694812" y="100977"/>
                  <a:pt x="1692144" y="98219"/>
                </a:cubicBezTo>
                <a:cubicBezTo>
                  <a:pt x="1689475" y="95461"/>
                  <a:pt x="1688140" y="91413"/>
                  <a:pt x="1688140" y="86075"/>
                </a:cubicBezTo>
                <a:cubicBezTo>
                  <a:pt x="1688140" y="83674"/>
                  <a:pt x="1688184" y="81072"/>
                  <a:pt x="1688273" y="78270"/>
                </a:cubicBezTo>
                <a:cubicBezTo>
                  <a:pt x="1688362" y="75467"/>
                  <a:pt x="1688474" y="72398"/>
                  <a:pt x="1688607" y="69062"/>
                </a:cubicBezTo>
                <a:cubicBezTo>
                  <a:pt x="1688740" y="65725"/>
                  <a:pt x="1688851" y="62033"/>
                  <a:pt x="1688940" y="57985"/>
                </a:cubicBezTo>
                <a:cubicBezTo>
                  <a:pt x="1689030" y="53937"/>
                  <a:pt x="1689075" y="49422"/>
                  <a:pt x="1689075" y="44440"/>
                </a:cubicBezTo>
                <a:lnTo>
                  <a:pt x="1684803" y="44440"/>
                </a:lnTo>
                <a:cubicBezTo>
                  <a:pt x="1684091" y="44440"/>
                  <a:pt x="1683335" y="44462"/>
                  <a:pt x="1682534" y="44507"/>
                </a:cubicBezTo>
                <a:cubicBezTo>
                  <a:pt x="1681733" y="44550"/>
                  <a:pt x="1680888" y="44617"/>
                  <a:pt x="1679999" y="44706"/>
                </a:cubicBezTo>
                <a:cubicBezTo>
                  <a:pt x="1680089" y="44173"/>
                  <a:pt x="1680155" y="43662"/>
                  <a:pt x="1680199" y="43173"/>
                </a:cubicBezTo>
                <a:cubicBezTo>
                  <a:pt x="1680244" y="42683"/>
                  <a:pt x="1680266" y="42171"/>
                  <a:pt x="1680266" y="41638"/>
                </a:cubicBezTo>
                <a:cubicBezTo>
                  <a:pt x="1680266" y="41192"/>
                  <a:pt x="1680244" y="40748"/>
                  <a:pt x="1680199" y="40304"/>
                </a:cubicBezTo>
                <a:cubicBezTo>
                  <a:pt x="1680155" y="39859"/>
                  <a:pt x="1680089" y="39413"/>
                  <a:pt x="1679999" y="38968"/>
                </a:cubicBezTo>
                <a:cubicBezTo>
                  <a:pt x="1684003" y="39234"/>
                  <a:pt x="1686938" y="39367"/>
                  <a:pt x="1688806" y="39367"/>
                </a:cubicBezTo>
                <a:cubicBezTo>
                  <a:pt x="1688718" y="37589"/>
                  <a:pt x="1688651" y="35365"/>
                  <a:pt x="1688607" y="32696"/>
                </a:cubicBezTo>
                <a:cubicBezTo>
                  <a:pt x="1688562" y="30028"/>
                  <a:pt x="1688450" y="27269"/>
                  <a:pt x="1688273" y="24421"/>
                </a:cubicBezTo>
                <a:lnTo>
                  <a:pt x="1699350" y="19752"/>
                </a:lnTo>
                <a:lnTo>
                  <a:pt x="1700018" y="19752"/>
                </a:lnTo>
                <a:close/>
                <a:moveTo>
                  <a:pt x="1726573" y="14413"/>
                </a:moveTo>
                <a:cubicBezTo>
                  <a:pt x="1726573" y="12545"/>
                  <a:pt x="1727240" y="10944"/>
                  <a:pt x="1728575" y="9609"/>
                </a:cubicBezTo>
                <a:cubicBezTo>
                  <a:pt x="1729909" y="8275"/>
                  <a:pt x="1731511" y="7608"/>
                  <a:pt x="1733380" y="7608"/>
                </a:cubicBezTo>
                <a:cubicBezTo>
                  <a:pt x="1735248" y="7608"/>
                  <a:pt x="1736849" y="8275"/>
                  <a:pt x="1738184" y="9609"/>
                </a:cubicBezTo>
                <a:cubicBezTo>
                  <a:pt x="1739518" y="10944"/>
                  <a:pt x="1740185" y="12545"/>
                  <a:pt x="1740185" y="14413"/>
                </a:cubicBezTo>
                <a:cubicBezTo>
                  <a:pt x="1740185" y="16281"/>
                  <a:pt x="1739518" y="17883"/>
                  <a:pt x="1738184" y="19218"/>
                </a:cubicBezTo>
                <a:cubicBezTo>
                  <a:pt x="1736849" y="20553"/>
                  <a:pt x="1735248" y="21220"/>
                  <a:pt x="1733380" y="21220"/>
                </a:cubicBezTo>
                <a:cubicBezTo>
                  <a:pt x="1731511" y="21220"/>
                  <a:pt x="1729909" y="20553"/>
                  <a:pt x="1728575" y="19218"/>
                </a:cubicBezTo>
                <a:cubicBezTo>
                  <a:pt x="1727240" y="17883"/>
                  <a:pt x="1726573" y="16281"/>
                  <a:pt x="1726573" y="14413"/>
                </a:cubicBezTo>
                <a:moveTo>
                  <a:pt x="1728442" y="62589"/>
                </a:moveTo>
                <a:cubicBezTo>
                  <a:pt x="1728442" y="58586"/>
                  <a:pt x="1728375" y="54382"/>
                  <a:pt x="1728241" y="49978"/>
                </a:cubicBezTo>
                <a:cubicBezTo>
                  <a:pt x="1728108" y="45574"/>
                  <a:pt x="1727818" y="41459"/>
                  <a:pt x="1727373" y="37632"/>
                </a:cubicBezTo>
                <a:cubicBezTo>
                  <a:pt x="1729864" y="38078"/>
                  <a:pt x="1731867" y="38300"/>
                  <a:pt x="1733380" y="38300"/>
                </a:cubicBezTo>
                <a:cubicBezTo>
                  <a:pt x="1734892" y="38300"/>
                  <a:pt x="1736894" y="38078"/>
                  <a:pt x="1739385" y="37632"/>
                </a:cubicBezTo>
                <a:cubicBezTo>
                  <a:pt x="1738940" y="41459"/>
                  <a:pt x="1738650" y="45574"/>
                  <a:pt x="1738516" y="49978"/>
                </a:cubicBezTo>
                <a:cubicBezTo>
                  <a:pt x="1738383" y="54382"/>
                  <a:pt x="1738316" y="58586"/>
                  <a:pt x="1738316" y="62589"/>
                </a:cubicBezTo>
                <a:lnTo>
                  <a:pt x="1738316" y="76466"/>
                </a:lnTo>
                <a:cubicBezTo>
                  <a:pt x="1738316" y="80471"/>
                  <a:pt x="1738383" y="84675"/>
                  <a:pt x="1738516" y="89079"/>
                </a:cubicBezTo>
                <a:cubicBezTo>
                  <a:pt x="1738650" y="93482"/>
                  <a:pt x="1738940" y="97463"/>
                  <a:pt x="1739385" y="101021"/>
                </a:cubicBezTo>
                <a:cubicBezTo>
                  <a:pt x="1737338" y="100844"/>
                  <a:pt x="1735336" y="100755"/>
                  <a:pt x="1733380" y="100755"/>
                </a:cubicBezTo>
                <a:cubicBezTo>
                  <a:pt x="1731423" y="100755"/>
                  <a:pt x="1729420" y="100844"/>
                  <a:pt x="1727373" y="101021"/>
                </a:cubicBezTo>
                <a:cubicBezTo>
                  <a:pt x="1727818" y="97463"/>
                  <a:pt x="1728108" y="93482"/>
                  <a:pt x="1728241" y="89079"/>
                </a:cubicBezTo>
                <a:cubicBezTo>
                  <a:pt x="1728375" y="84675"/>
                  <a:pt x="1728442" y="80471"/>
                  <a:pt x="1728442" y="76466"/>
                </a:cubicBezTo>
                <a:lnTo>
                  <a:pt x="1728442" y="62589"/>
                </a:lnTo>
                <a:close/>
                <a:moveTo>
                  <a:pt x="1768343" y="69528"/>
                </a:moveTo>
                <a:cubicBezTo>
                  <a:pt x="1768343" y="73264"/>
                  <a:pt x="1768676" y="76867"/>
                  <a:pt x="1769343" y="80337"/>
                </a:cubicBezTo>
                <a:cubicBezTo>
                  <a:pt x="1770010" y="83807"/>
                  <a:pt x="1771145" y="86898"/>
                  <a:pt x="1772745" y="89612"/>
                </a:cubicBezTo>
                <a:cubicBezTo>
                  <a:pt x="1774347" y="92326"/>
                  <a:pt x="1776482" y="94484"/>
                  <a:pt x="1779151" y="96085"/>
                </a:cubicBezTo>
                <a:cubicBezTo>
                  <a:pt x="1781820" y="97686"/>
                  <a:pt x="1785112" y="98486"/>
                  <a:pt x="1789027" y="98486"/>
                </a:cubicBezTo>
                <a:cubicBezTo>
                  <a:pt x="1792942" y="98486"/>
                  <a:pt x="1796234" y="97686"/>
                  <a:pt x="1798903" y="96085"/>
                </a:cubicBezTo>
                <a:cubicBezTo>
                  <a:pt x="1801572" y="94484"/>
                  <a:pt x="1803707" y="92326"/>
                  <a:pt x="1805307" y="89612"/>
                </a:cubicBezTo>
                <a:cubicBezTo>
                  <a:pt x="1806909" y="86898"/>
                  <a:pt x="1808043" y="83807"/>
                  <a:pt x="1808710" y="80337"/>
                </a:cubicBezTo>
                <a:cubicBezTo>
                  <a:pt x="1809378" y="76867"/>
                  <a:pt x="1809712" y="73264"/>
                  <a:pt x="1809712" y="69528"/>
                </a:cubicBezTo>
                <a:cubicBezTo>
                  <a:pt x="1809712" y="65791"/>
                  <a:pt x="1809378" y="62188"/>
                  <a:pt x="1808710" y="58718"/>
                </a:cubicBezTo>
                <a:cubicBezTo>
                  <a:pt x="1808043" y="55248"/>
                  <a:pt x="1806909" y="52157"/>
                  <a:pt x="1805307" y="49445"/>
                </a:cubicBezTo>
                <a:cubicBezTo>
                  <a:pt x="1803707" y="46731"/>
                  <a:pt x="1801572" y="44573"/>
                  <a:pt x="1798903" y="42971"/>
                </a:cubicBezTo>
                <a:cubicBezTo>
                  <a:pt x="1796234" y="41370"/>
                  <a:pt x="1792942" y="40569"/>
                  <a:pt x="1789027" y="40569"/>
                </a:cubicBezTo>
                <a:cubicBezTo>
                  <a:pt x="1785112" y="40569"/>
                  <a:pt x="1781820" y="41370"/>
                  <a:pt x="1779151" y="42971"/>
                </a:cubicBezTo>
                <a:cubicBezTo>
                  <a:pt x="1776482" y="44573"/>
                  <a:pt x="1774347" y="46731"/>
                  <a:pt x="1772745" y="49445"/>
                </a:cubicBezTo>
                <a:cubicBezTo>
                  <a:pt x="1771145" y="52157"/>
                  <a:pt x="1770010" y="55248"/>
                  <a:pt x="1769343" y="58718"/>
                </a:cubicBezTo>
                <a:cubicBezTo>
                  <a:pt x="1768676" y="62188"/>
                  <a:pt x="1768343" y="65791"/>
                  <a:pt x="1768343" y="69528"/>
                </a:cubicBezTo>
                <a:moveTo>
                  <a:pt x="1756600" y="69528"/>
                </a:moveTo>
                <a:cubicBezTo>
                  <a:pt x="1756600" y="63478"/>
                  <a:pt x="1757556" y="58340"/>
                  <a:pt x="1759469" y="54114"/>
                </a:cubicBezTo>
                <a:cubicBezTo>
                  <a:pt x="1761381" y="49888"/>
                  <a:pt x="1763894" y="46463"/>
                  <a:pt x="1767007" y="43839"/>
                </a:cubicBezTo>
                <a:cubicBezTo>
                  <a:pt x="1770121" y="41215"/>
                  <a:pt x="1773613" y="39302"/>
                  <a:pt x="1777484" y="38101"/>
                </a:cubicBezTo>
                <a:cubicBezTo>
                  <a:pt x="1781354" y="36899"/>
                  <a:pt x="1785202" y="36299"/>
                  <a:pt x="1789027" y="36299"/>
                </a:cubicBezTo>
                <a:cubicBezTo>
                  <a:pt x="1792942" y="36299"/>
                  <a:pt x="1796813" y="36899"/>
                  <a:pt x="1800638" y="38101"/>
                </a:cubicBezTo>
                <a:cubicBezTo>
                  <a:pt x="1804463" y="39302"/>
                  <a:pt x="1807933" y="41215"/>
                  <a:pt x="1811045" y="43839"/>
                </a:cubicBezTo>
                <a:cubicBezTo>
                  <a:pt x="1814159" y="46463"/>
                  <a:pt x="1816673" y="49888"/>
                  <a:pt x="1818586" y="54114"/>
                </a:cubicBezTo>
                <a:cubicBezTo>
                  <a:pt x="1820498" y="58340"/>
                  <a:pt x="1821455" y="63478"/>
                  <a:pt x="1821455" y="69528"/>
                </a:cubicBezTo>
                <a:cubicBezTo>
                  <a:pt x="1821455" y="75577"/>
                  <a:pt x="1820498" y="80715"/>
                  <a:pt x="1818586" y="84941"/>
                </a:cubicBezTo>
                <a:cubicBezTo>
                  <a:pt x="1816673" y="89167"/>
                  <a:pt x="1814159" y="92593"/>
                  <a:pt x="1811045" y="95218"/>
                </a:cubicBezTo>
                <a:cubicBezTo>
                  <a:pt x="1807933" y="97842"/>
                  <a:pt x="1804463" y="99688"/>
                  <a:pt x="1800638" y="100755"/>
                </a:cubicBezTo>
                <a:cubicBezTo>
                  <a:pt x="1796813" y="101822"/>
                  <a:pt x="1792942" y="102355"/>
                  <a:pt x="1789027" y="102355"/>
                </a:cubicBezTo>
                <a:cubicBezTo>
                  <a:pt x="1785202" y="102355"/>
                  <a:pt x="1781354" y="101822"/>
                  <a:pt x="1777484" y="100755"/>
                </a:cubicBezTo>
                <a:cubicBezTo>
                  <a:pt x="1773613" y="99688"/>
                  <a:pt x="1770121" y="97842"/>
                  <a:pt x="1767007" y="95218"/>
                </a:cubicBezTo>
                <a:cubicBezTo>
                  <a:pt x="1763894" y="92593"/>
                  <a:pt x="1761381" y="89167"/>
                  <a:pt x="1759469" y="84941"/>
                </a:cubicBezTo>
                <a:cubicBezTo>
                  <a:pt x="1757556" y="80715"/>
                  <a:pt x="1756600" y="75577"/>
                  <a:pt x="1756600" y="69528"/>
                </a:cubicBezTo>
                <a:close/>
                <a:moveTo>
                  <a:pt x="1879771" y="63521"/>
                </a:moveTo>
                <a:cubicBezTo>
                  <a:pt x="1879771" y="56849"/>
                  <a:pt x="1878481" y="51801"/>
                  <a:pt x="1875901" y="48376"/>
                </a:cubicBezTo>
                <a:cubicBezTo>
                  <a:pt x="1873321" y="44951"/>
                  <a:pt x="1869763" y="43238"/>
                  <a:pt x="1865226" y="43238"/>
                </a:cubicBezTo>
                <a:cubicBezTo>
                  <a:pt x="1858999" y="43238"/>
                  <a:pt x="1854440" y="45151"/>
                  <a:pt x="1851549" y="48976"/>
                </a:cubicBezTo>
                <a:cubicBezTo>
                  <a:pt x="1848657" y="52802"/>
                  <a:pt x="1847212" y="58184"/>
                  <a:pt x="1847212" y="65124"/>
                </a:cubicBezTo>
                <a:lnTo>
                  <a:pt x="1847212" y="76466"/>
                </a:lnTo>
                <a:cubicBezTo>
                  <a:pt x="1847212" y="80471"/>
                  <a:pt x="1847278" y="84675"/>
                  <a:pt x="1847411" y="89079"/>
                </a:cubicBezTo>
                <a:cubicBezTo>
                  <a:pt x="1847544" y="93482"/>
                  <a:pt x="1847833" y="97463"/>
                  <a:pt x="1848279" y="101021"/>
                </a:cubicBezTo>
                <a:cubicBezTo>
                  <a:pt x="1846233" y="100844"/>
                  <a:pt x="1844231" y="100755"/>
                  <a:pt x="1842274" y="100755"/>
                </a:cubicBezTo>
                <a:cubicBezTo>
                  <a:pt x="1840316" y="100755"/>
                  <a:pt x="1838314" y="100844"/>
                  <a:pt x="1836269" y="101021"/>
                </a:cubicBezTo>
                <a:cubicBezTo>
                  <a:pt x="1836713" y="97463"/>
                  <a:pt x="1837001" y="93482"/>
                  <a:pt x="1837134" y="89079"/>
                </a:cubicBezTo>
                <a:cubicBezTo>
                  <a:pt x="1837268" y="84675"/>
                  <a:pt x="1837336" y="80471"/>
                  <a:pt x="1837336" y="76466"/>
                </a:cubicBezTo>
                <a:lnTo>
                  <a:pt x="1837336" y="62589"/>
                </a:lnTo>
                <a:cubicBezTo>
                  <a:pt x="1837336" y="58586"/>
                  <a:pt x="1837268" y="54382"/>
                  <a:pt x="1837134" y="49978"/>
                </a:cubicBezTo>
                <a:cubicBezTo>
                  <a:pt x="1837001" y="45574"/>
                  <a:pt x="1836713" y="41459"/>
                  <a:pt x="1836269" y="37632"/>
                </a:cubicBezTo>
                <a:cubicBezTo>
                  <a:pt x="1838760" y="38078"/>
                  <a:pt x="1840761" y="38300"/>
                  <a:pt x="1842274" y="38300"/>
                </a:cubicBezTo>
                <a:cubicBezTo>
                  <a:pt x="1842985" y="38300"/>
                  <a:pt x="1843763" y="38234"/>
                  <a:pt x="1844607" y="38101"/>
                </a:cubicBezTo>
                <a:cubicBezTo>
                  <a:pt x="1845453" y="37968"/>
                  <a:pt x="1846454" y="37811"/>
                  <a:pt x="1847611" y="37632"/>
                </a:cubicBezTo>
                <a:cubicBezTo>
                  <a:pt x="1847345" y="41192"/>
                  <a:pt x="1847212" y="44750"/>
                  <a:pt x="1847212" y="48308"/>
                </a:cubicBezTo>
                <a:lnTo>
                  <a:pt x="1847478" y="48308"/>
                </a:lnTo>
                <a:cubicBezTo>
                  <a:pt x="1849969" y="44483"/>
                  <a:pt x="1852950" y="41525"/>
                  <a:pt x="1856420" y="39434"/>
                </a:cubicBezTo>
                <a:cubicBezTo>
                  <a:pt x="1859889" y="37344"/>
                  <a:pt x="1864026" y="36299"/>
                  <a:pt x="1868831" y="36299"/>
                </a:cubicBezTo>
                <a:cubicBezTo>
                  <a:pt x="1871322" y="36299"/>
                  <a:pt x="1873834" y="36655"/>
                  <a:pt x="1876369" y="37368"/>
                </a:cubicBezTo>
                <a:cubicBezTo>
                  <a:pt x="1878905" y="38079"/>
                  <a:pt x="1881195" y="39302"/>
                  <a:pt x="1883241" y="41037"/>
                </a:cubicBezTo>
                <a:cubicBezTo>
                  <a:pt x="1885288" y="42772"/>
                  <a:pt x="1886957" y="45130"/>
                  <a:pt x="1888246" y="48111"/>
                </a:cubicBezTo>
                <a:cubicBezTo>
                  <a:pt x="1889536" y="51091"/>
                  <a:pt x="1890181" y="54893"/>
                  <a:pt x="1890181" y="59518"/>
                </a:cubicBezTo>
                <a:cubicBezTo>
                  <a:pt x="1890181" y="63344"/>
                  <a:pt x="1890092" y="67280"/>
                  <a:pt x="1889914" y="71328"/>
                </a:cubicBezTo>
                <a:cubicBezTo>
                  <a:pt x="1889736" y="75377"/>
                  <a:pt x="1889647" y="79670"/>
                  <a:pt x="1889647" y="84208"/>
                </a:cubicBezTo>
                <a:lnTo>
                  <a:pt x="1889647" y="92880"/>
                </a:lnTo>
                <a:cubicBezTo>
                  <a:pt x="1889647" y="94304"/>
                  <a:pt x="1889670" y="95706"/>
                  <a:pt x="1889715" y="97085"/>
                </a:cubicBezTo>
                <a:cubicBezTo>
                  <a:pt x="1889759" y="98464"/>
                  <a:pt x="1889826" y="99777"/>
                  <a:pt x="1889914" y="101021"/>
                </a:cubicBezTo>
                <a:cubicBezTo>
                  <a:pt x="1888134" y="100844"/>
                  <a:pt x="1886266" y="100755"/>
                  <a:pt x="1884310" y="100755"/>
                </a:cubicBezTo>
                <a:cubicBezTo>
                  <a:pt x="1882441" y="100755"/>
                  <a:pt x="1880617" y="100844"/>
                  <a:pt x="1878839" y="101021"/>
                </a:cubicBezTo>
                <a:cubicBezTo>
                  <a:pt x="1879017" y="96395"/>
                  <a:pt x="1879216" y="91636"/>
                  <a:pt x="1879438" y="86743"/>
                </a:cubicBezTo>
                <a:cubicBezTo>
                  <a:pt x="1879660" y="81849"/>
                  <a:pt x="1879771" y="76822"/>
                  <a:pt x="1879771" y="71662"/>
                </a:cubicBezTo>
                <a:lnTo>
                  <a:pt x="1879771" y="63521"/>
                </a:lnTo>
                <a:close/>
                <a:moveTo>
                  <a:pt x="1970686" y="14413"/>
                </a:moveTo>
                <a:cubicBezTo>
                  <a:pt x="1970686" y="12545"/>
                  <a:pt x="1971353" y="10944"/>
                  <a:pt x="1972688" y="9609"/>
                </a:cubicBezTo>
                <a:cubicBezTo>
                  <a:pt x="1974022" y="8275"/>
                  <a:pt x="1975624" y="7608"/>
                  <a:pt x="1977493" y="7608"/>
                </a:cubicBezTo>
                <a:cubicBezTo>
                  <a:pt x="1979361" y="7608"/>
                  <a:pt x="1980962" y="8275"/>
                  <a:pt x="1982297" y="9609"/>
                </a:cubicBezTo>
                <a:cubicBezTo>
                  <a:pt x="1983631" y="10944"/>
                  <a:pt x="1984298" y="12545"/>
                  <a:pt x="1984298" y="14413"/>
                </a:cubicBezTo>
                <a:cubicBezTo>
                  <a:pt x="1984298" y="16281"/>
                  <a:pt x="1983631" y="17883"/>
                  <a:pt x="1982297" y="19218"/>
                </a:cubicBezTo>
                <a:cubicBezTo>
                  <a:pt x="1980962" y="20553"/>
                  <a:pt x="1979361" y="21220"/>
                  <a:pt x="1977493" y="21220"/>
                </a:cubicBezTo>
                <a:cubicBezTo>
                  <a:pt x="1975624" y="21220"/>
                  <a:pt x="1974022" y="20553"/>
                  <a:pt x="1972688" y="19218"/>
                </a:cubicBezTo>
                <a:cubicBezTo>
                  <a:pt x="1971353" y="17883"/>
                  <a:pt x="1970686" y="16281"/>
                  <a:pt x="1970686" y="14413"/>
                </a:cubicBezTo>
                <a:moveTo>
                  <a:pt x="1972555" y="62589"/>
                </a:moveTo>
                <a:cubicBezTo>
                  <a:pt x="1972555" y="58586"/>
                  <a:pt x="1972488" y="54382"/>
                  <a:pt x="1972354" y="49978"/>
                </a:cubicBezTo>
                <a:cubicBezTo>
                  <a:pt x="1972221" y="45574"/>
                  <a:pt x="1971932" y="41459"/>
                  <a:pt x="1971486" y="37632"/>
                </a:cubicBezTo>
                <a:cubicBezTo>
                  <a:pt x="1973977" y="38078"/>
                  <a:pt x="1975980" y="38300"/>
                  <a:pt x="1977493" y="38300"/>
                </a:cubicBezTo>
                <a:cubicBezTo>
                  <a:pt x="1979006" y="38300"/>
                  <a:pt x="1981007" y="38078"/>
                  <a:pt x="1983498" y="37632"/>
                </a:cubicBezTo>
                <a:cubicBezTo>
                  <a:pt x="1983053" y="41459"/>
                  <a:pt x="1982763" y="45574"/>
                  <a:pt x="1982629" y="49978"/>
                </a:cubicBezTo>
                <a:cubicBezTo>
                  <a:pt x="1982496" y="54382"/>
                  <a:pt x="1982429" y="58586"/>
                  <a:pt x="1982429" y="62589"/>
                </a:cubicBezTo>
                <a:lnTo>
                  <a:pt x="1982429" y="76466"/>
                </a:lnTo>
                <a:cubicBezTo>
                  <a:pt x="1982429" y="80471"/>
                  <a:pt x="1982496" y="84675"/>
                  <a:pt x="1982629" y="89079"/>
                </a:cubicBezTo>
                <a:cubicBezTo>
                  <a:pt x="1982763" y="93482"/>
                  <a:pt x="1983053" y="97463"/>
                  <a:pt x="1983498" y="101021"/>
                </a:cubicBezTo>
                <a:cubicBezTo>
                  <a:pt x="1981451" y="100844"/>
                  <a:pt x="1979449" y="100755"/>
                  <a:pt x="1977493" y="100755"/>
                </a:cubicBezTo>
                <a:cubicBezTo>
                  <a:pt x="1975536" y="100755"/>
                  <a:pt x="1973533" y="100844"/>
                  <a:pt x="1971486" y="101021"/>
                </a:cubicBezTo>
                <a:cubicBezTo>
                  <a:pt x="1971932" y="97463"/>
                  <a:pt x="1972221" y="93482"/>
                  <a:pt x="1972354" y="89079"/>
                </a:cubicBezTo>
                <a:cubicBezTo>
                  <a:pt x="1972488" y="84675"/>
                  <a:pt x="1972555" y="80471"/>
                  <a:pt x="1972555" y="76466"/>
                </a:cubicBezTo>
                <a:lnTo>
                  <a:pt x="1972555" y="62589"/>
                </a:lnTo>
                <a:close/>
                <a:moveTo>
                  <a:pt x="2005517" y="88610"/>
                </a:moveTo>
                <a:cubicBezTo>
                  <a:pt x="2005962" y="89501"/>
                  <a:pt x="2006651" y="90480"/>
                  <a:pt x="2007585" y="91547"/>
                </a:cubicBezTo>
                <a:cubicBezTo>
                  <a:pt x="2008519" y="92614"/>
                  <a:pt x="2009631" y="93615"/>
                  <a:pt x="2010921" y="94550"/>
                </a:cubicBezTo>
                <a:cubicBezTo>
                  <a:pt x="2012212" y="95484"/>
                  <a:pt x="2013680" y="96263"/>
                  <a:pt x="2015325" y="96886"/>
                </a:cubicBezTo>
                <a:cubicBezTo>
                  <a:pt x="2016971" y="97507"/>
                  <a:pt x="2018728" y="97818"/>
                  <a:pt x="2020597" y="97818"/>
                </a:cubicBezTo>
                <a:cubicBezTo>
                  <a:pt x="2022287" y="97818"/>
                  <a:pt x="2023911" y="97552"/>
                  <a:pt x="2025468" y="97018"/>
                </a:cubicBezTo>
                <a:cubicBezTo>
                  <a:pt x="2027025" y="96485"/>
                  <a:pt x="2028404" y="95728"/>
                  <a:pt x="2029604" y="94750"/>
                </a:cubicBezTo>
                <a:cubicBezTo>
                  <a:pt x="2030805" y="93771"/>
                  <a:pt x="2031761" y="92525"/>
                  <a:pt x="2032473" y="91013"/>
                </a:cubicBezTo>
                <a:cubicBezTo>
                  <a:pt x="2033185" y="89501"/>
                  <a:pt x="2033542" y="87766"/>
                  <a:pt x="2033542" y="85808"/>
                </a:cubicBezTo>
                <a:cubicBezTo>
                  <a:pt x="2033542" y="83050"/>
                  <a:pt x="2032763" y="80937"/>
                  <a:pt x="2031206" y="79469"/>
                </a:cubicBezTo>
                <a:cubicBezTo>
                  <a:pt x="2029649" y="78002"/>
                  <a:pt x="2027714" y="76801"/>
                  <a:pt x="2025401" y="75867"/>
                </a:cubicBezTo>
                <a:cubicBezTo>
                  <a:pt x="2023087" y="74932"/>
                  <a:pt x="2020552" y="74109"/>
                  <a:pt x="2017793" y="73397"/>
                </a:cubicBezTo>
                <a:cubicBezTo>
                  <a:pt x="2015036" y="72686"/>
                  <a:pt x="2012501" y="71686"/>
                  <a:pt x="2010188" y="70396"/>
                </a:cubicBezTo>
                <a:cubicBezTo>
                  <a:pt x="2007875" y="69105"/>
                  <a:pt x="2005939" y="67392"/>
                  <a:pt x="2004382" y="65258"/>
                </a:cubicBezTo>
                <a:cubicBezTo>
                  <a:pt x="2002825" y="63123"/>
                  <a:pt x="2002047" y="60187"/>
                  <a:pt x="2002047" y="56449"/>
                </a:cubicBezTo>
                <a:cubicBezTo>
                  <a:pt x="2002047" y="53513"/>
                  <a:pt x="2002536" y="50822"/>
                  <a:pt x="2003515" y="48376"/>
                </a:cubicBezTo>
                <a:cubicBezTo>
                  <a:pt x="2004494" y="45929"/>
                  <a:pt x="2005917" y="43816"/>
                  <a:pt x="2007785" y="42037"/>
                </a:cubicBezTo>
                <a:cubicBezTo>
                  <a:pt x="2009653" y="40257"/>
                  <a:pt x="2011966" y="38856"/>
                  <a:pt x="2014725" y="37834"/>
                </a:cubicBezTo>
                <a:cubicBezTo>
                  <a:pt x="2017483" y="36810"/>
                  <a:pt x="2020641" y="36299"/>
                  <a:pt x="2024199" y="36299"/>
                </a:cubicBezTo>
                <a:cubicBezTo>
                  <a:pt x="2027491" y="36299"/>
                  <a:pt x="2030271" y="36744"/>
                  <a:pt x="2032540" y="37634"/>
                </a:cubicBezTo>
                <a:cubicBezTo>
                  <a:pt x="2034808" y="38524"/>
                  <a:pt x="2036966" y="39324"/>
                  <a:pt x="2039013" y="40035"/>
                </a:cubicBezTo>
                <a:cubicBezTo>
                  <a:pt x="2038300" y="41370"/>
                  <a:pt x="2037633" y="43016"/>
                  <a:pt x="2037009" y="44973"/>
                </a:cubicBezTo>
                <a:cubicBezTo>
                  <a:pt x="2036388" y="46931"/>
                  <a:pt x="2035988" y="48443"/>
                  <a:pt x="2035810" y="49510"/>
                </a:cubicBezTo>
                <a:lnTo>
                  <a:pt x="2034208" y="49510"/>
                </a:lnTo>
                <a:cubicBezTo>
                  <a:pt x="2033496" y="47374"/>
                  <a:pt x="2032117" y="45462"/>
                  <a:pt x="2030070" y="43772"/>
                </a:cubicBezTo>
                <a:cubicBezTo>
                  <a:pt x="2028024" y="42082"/>
                  <a:pt x="2025489" y="41236"/>
                  <a:pt x="2022464" y="41236"/>
                </a:cubicBezTo>
                <a:cubicBezTo>
                  <a:pt x="2021130" y="41236"/>
                  <a:pt x="2019796" y="41459"/>
                  <a:pt x="2018461" y="41904"/>
                </a:cubicBezTo>
                <a:cubicBezTo>
                  <a:pt x="2017127" y="42348"/>
                  <a:pt x="2015925" y="43016"/>
                  <a:pt x="2014857" y="43906"/>
                </a:cubicBezTo>
                <a:cubicBezTo>
                  <a:pt x="2013790" y="44795"/>
                  <a:pt x="2012901" y="45952"/>
                  <a:pt x="2012189" y="47376"/>
                </a:cubicBezTo>
                <a:cubicBezTo>
                  <a:pt x="2011478" y="48799"/>
                  <a:pt x="2011122" y="50489"/>
                  <a:pt x="2011122" y="52446"/>
                </a:cubicBezTo>
                <a:cubicBezTo>
                  <a:pt x="2011122" y="55293"/>
                  <a:pt x="2011900" y="57495"/>
                  <a:pt x="2013456" y="59052"/>
                </a:cubicBezTo>
                <a:cubicBezTo>
                  <a:pt x="2015013" y="60609"/>
                  <a:pt x="2016948" y="61833"/>
                  <a:pt x="2019261" y="62723"/>
                </a:cubicBezTo>
                <a:cubicBezTo>
                  <a:pt x="2021575" y="63612"/>
                  <a:pt x="2024110" y="64391"/>
                  <a:pt x="2026867" y="65059"/>
                </a:cubicBezTo>
                <a:cubicBezTo>
                  <a:pt x="2029625" y="65725"/>
                  <a:pt x="2032161" y="66659"/>
                  <a:pt x="2034474" y="67861"/>
                </a:cubicBezTo>
                <a:cubicBezTo>
                  <a:pt x="2036788" y="69061"/>
                  <a:pt x="2038723" y="70728"/>
                  <a:pt x="2040280" y="72864"/>
                </a:cubicBezTo>
                <a:cubicBezTo>
                  <a:pt x="2041837" y="74999"/>
                  <a:pt x="2042615" y="77935"/>
                  <a:pt x="2042615" y="81671"/>
                </a:cubicBezTo>
                <a:cubicBezTo>
                  <a:pt x="2042615" y="84251"/>
                  <a:pt x="2042059" y="86787"/>
                  <a:pt x="2040948" y="89278"/>
                </a:cubicBezTo>
                <a:cubicBezTo>
                  <a:pt x="2039836" y="91769"/>
                  <a:pt x="2038234" y="94016"/>
                  <a:pt x="2036142" y="96018"/>
                </a:cubicBezTo>
                <a:cubicBezTo>
                  <a:pt x="2034051" y="98019"/>
                  <a:pt x="2031538" y="99576"/>
                  <a:pt x="2028602" y="100687"/>
                </a:cubicBezTo>
                <a:cubicBezTo>
                  <a:pt x="2025667" y="101799"/>
                  <a:pt x="2022331" y="102355"/>
                  <a:pt x="2018595" y="102355"/>
                </a:cubicBezTo>
                <a:cubicBezTo>
                  <a:pt x="2014503" y="102355"/>
                  <a:pt x="2011077" y="101955"/>
                  <a:pt x="2008318" y="101154"/>
                </a:cubicBezTo>
                <a:cubicBezTo>
                  <a:pt x="2005561" y="100354"/>
                  <a:pt x="2003248" y="99420"/>
                  <a:pt x="2001379" y="98352"/>
                </a:cubicBezTo>
                <a:cubicBezTo>
                  <a:pt x="2001914" y="97195"/>
                  <a:pt x="2002470" y="95616"/>
                  <a:pt x="2003049" y="93615"/>
                </a:cubicBezTo>
                <a:cubicBezTo>
                  <a:pt x="2003627" y="91613"/>
                  <a:pt x="2003916" y="89945"/>
                  <a:pt x="2003916" y="88610"/>
                </a:cubicBezTo>
                <a:lnTo>
                  <a:pt x="2005517" y="88610"/>
                </a:lnTo>
                <a:close/>
                <a:moveTo>
                  <a:pt x="2116983" y="62589"/>
                </a:moveTo>
                <a:cubicBezTo>
                  <a:pt x="2116983" y="58586"/>
                  <a:pt x="2116916" y="54382"/>
                  <a:pt x="2116782" y="49978"/>
                </a:cubicBezTo>
                <a:cubicBezTo>
                  <a:pt x="2116649" y="45574"/>
                  <a:pt x="2116360" y="41459"/>
                  <a:pt x="2115916" y="37632"/>
                </a:cubicBezTo>
                <a:cubicBezTo>
                  <a:pt x="2118407" y="38078"/>
                  <a:pt x="2120409" y="38300"/>
                  <a:pt x="2121921" y="38300"/>
                </a:cubicBezTo>
                <a:cubicBezTo>
                  <a:pt x="2122633" y="38300"/>
                  <a:pt x="2123410" y="38234"/>
                  <a:pt x="2124255" y="38101"/>
                </a:cubicBezTo>
                <a:cubicBezTo>
                  <a:pt x="2125101" y="37968"/>
                  <a:pt x="2126102" y="37811"/>
                  <a:pt x="2127258" y="37632"/>
                </a:cubicBezTo>
                <a:cubicBezTo>
                  <a:pt x="2126991" y="41192"/>
                  <a:pt x="2126857" y="44750"/>
                  <a:pt x="2126857" y="48308"/>
                </a:cubicBezTo>
                <a:lnTo>
                  <a:pt x="2127126" y="48308"/>
                </a:lnTo>
                <a:cubicBezTo>
                  <a:pt x="2131841" y="40302"/>
                  <a:pt x="2138468" y="36299"/>
                  <a:pt x="2147008" y="36299"/>
                </a:cubicBezTo>
                <a:cubicBezTo>
                  <a:pt x="2149233" y="36299"/>
                  <a:pt x="2151413" y="36632"/>
                  <a:pt x="2153549" y="37300"/>
                </a:cubicBezTo>
                <a:cubicBezTo>
                  <a:pt x="2155684" y="37967"/>
                  <a:pt x="2157618" y="38878"/>
                  <a:pt x="2159352" y="40035"/>
                </a:cubicBezTo>
                <a:cubicBezTo>
                  <a:pt x="2161087" y="41192"/>
                  <a:pt x="2162577" y="42593"/>
                  <a:pt x="2163822" y="44240"/>
                </a:cubicBezTo>
                <a:cubicBezTo>
                  <a:pt x="2165068" y="45885"/>
                  <a:pt x="2165913" y="47642"/>
                  <a:pt x="2166359" y="49510"/>
                </a:cubicBezTo>
                <a:lnTo>
                  <a:pt x="2166625" y="49510"/>
                </a:lnTo>
                <a:cubicBezTo>
                  <a:pt x="2168761" y="45239"/>
                  <a:pt x="2171675" y="41970"/>
                  <a:pt x="2175367" y="39701"/>
                </a:cubicBezTo>
                <a:cubicBezTo>
                  <a:pt x="2179060" y="37433"/>
                  <a:pt x="2183307" y="36299"/>
                  <a:pt x="2188110" y="36299"/>
                </a:cubicBezTo>
                <a:cubicBezTo>
                  <a:pt x="2191046" y="36299"/>
                  <a:pt x="2193760" y="36699"/>
                  <a:pt x="2196251" y="37500"/>
                </a:cubicBezTo>
                <a:cubicBezTo>
                  <a:pt x="2198742" y="38301"/>
                  <a:pt x="2200899" y="39546"/>
                  <a:pt x="2202722" y="41236"/>
                </a:cubicBezTo>
                <a:cubicBezTo>
                  <a:pt x="2204547" y="42927"/>
                  <a:pt x="2205971" y="45106"/>
                  <a:pt x="2206995" y="47775"/>
                </a:cubicBezTo>
                <a:cubicBezTo>
                  <a:pt x="2208018" y="50444"/>
                  <a:pt x="2208530" y="53647"/>
                  <a:pt x="2208530" y="57384"/>
                </a:cubicBezTo>
                <a:cubicBezTo>
                  <a:pt x="2208530" y="58896"/>
                  <a:pt x="2208485" y="60542"/>
                  <a:pt x="2208395" y="62322"/>
                </a:cubicBezTo>
                <a:cubicBezTo>
                  <a:pt x="2208306" y="64100"/>
                  <a:pt x="2208216" y="66169"/>
                  <a:pt x="2208127" y="68527"/>
                </a:cubicBezTo>
                <a:cubicBezTo>
                  <a:pt x="2208038" y="70885"/>
                  <a:pt x="2207950" y="73554"/>
                  <a:pt x="2207860" y="76535"/>
                </a:cubicBezTo>
                <a:cubicBezTo>
                  <a:pt x="2207772" y="79515"/>
                  <a:pt x="2207728" y="82962"/>
                  <a:pt x="2207728" y="86875"/>
                </a:cubicBezTo>
                <a:cubicBezTo>
                  <a:pt x="2207728" y="89278"/>
                  <a:pt x="2207750" y="91592"/>
                  <a:pt x="2207795" y="93817"/>
                </a:cubicBezTo>
                <a:cubicBezTo>
                  <a:pt x="2207840" y="96041"/>
                  <a:pt x="2207951" y="98442"/>
                  <a:pt x="2208129" y="101021"/>
                </a:cubicBezTo>
                <a:cubicBezTo>
                  <a:pt x="2207150" y="100844"/>
                  <a:pt x="2206171" y="100755"/>
                  <a:pt x="2205192" y="100755"/>
                </a:cubicBezTo>
                <a:cubicBezTo>
                  <a:pt x="2204214" y="100755"/>
                  <a:pt x="2203280" y="100755"/>
                  <a:pt x="2202391" y="100755"/>
                </a:cubicBezTo>
                <a:cubicBezTo>
                  <a:pt x="2201412" y="100755"/>
                  <a:pt x="2200433" y="100755"/>
                  <a:pt x="2199454" y="100755"/>
                </a:cubicBezTo>
                <a:cubicBezTo>
                  <a:pt x="2198475" y="100755"/>
                  <a:pt x="2197497" y="100844"/>
                  <a:pt x="2196518" y="101021"/>
                </a:cubicBezTo>
                <a:cubicBezTo>
                  <a:pt x="2196785" y="98798"/>
                  <a:pt x="2197074" y="94305"/>
                  <a:pt x="2197385" y="87543"/>
                </a:cubicBezTo>
                <a:cubicBezTo>
                  <a:pt x="2197698" y="80782"/>
                  <a:pt x="2197854" y="71351"/>
                  <a:pt x="2197854" y="59251"/>
                </a:cubicBezTo>
                <a:cubicBezTo>
                  <a:pt x="2197854" y="57028"/>
                  <a:pt x="2197609" y="54937"/>
                  <a:pt x="2197119" y="52980"/>
                </a:cubicBezTo>
                <a:cubicBezTo>
                  <a:pt x="2196630" y="51022"/>
                  <a:pt x="2195851" y="49332"/>
                  <a:pt x="2194783" y="47909"/>
                </a:cubicBezTo>
                <a:cubicBezTo>
                  <a:pt x="2193716" y="46485"/>
                  <a:pt x="2192293" y="45351"/>
                  <a:pt x="2190513" y="44507"/>
                </a:cubicBezTo>
                <a:cubicBezTo>
                  <a:pt x="2188733" y="43661"/>
                  <a:pt x="2186509" y="43238"/>
                  <a:pt x="2183840" y="43238"/>
                </a:cubicBezTo>
                <a:cubicBezTo>
                  <a:pt x="2180638" y="43238"/>
                  <a:pt x="2177924" y="43861"/>
                  <a:pt x="2175699" y="45107"/>
                </a:cubicBezTo>
                <a:cubicBezTo>
                  <a:pt x="2173475" y="46352"/>
                  <a:pt x="2171741" y="47820"/>
                  <a:pt x="2170496" y="49510"/>
                </a:cubicBezTo>
                <a:cubicBezTo>
                  <a:pt x="2169784" y="50489"/>
                  <a:pt x="2169227" y="51467"/>
                  <a:pt x="2168827" y="52446"/>
                </a:cubicBezTo>
                <a:cubicBezTo>
                  <a:pt x="2168428" y="53425"/>
                  <a:pt x="2168117" y="54915"/>
                  <a:pt x="2167894" y="56918"/>
                </a:cubicBezTo>
                <a:cubicBezTo>
                  <a:pt x="2167671" y="58919"/>
                  <a:pt x="2167515" y="61721"/>
                  <a:pt x="2167426" y="65324"/>
                </a:cubicBezTo>
                <a:cubicBezTo>
                  <a:pt x="2167337" y="68926"/>
                  <a:pt x="2167293" y="73886"/>
                  <a:pt x="2167293" y="80203"/>
                </a:cubicBezTo>
                <a:cubicBezTo>
                  <a:pt x="2167293" y="84029"/>
                  <a:pt x="2167360" y="87522"/>
                  <a:pt x="2167493" y="90681"/>
                </a:cubicBezTo>
                <a:cubicBezTo>
                  <a:pt x="2167626" y="93839"/>
                  <a:pt x="2167782" y="97285"/>
                  <a:pt x="2167961" y="101021"/>
                </a:cubicBezTo>
                <a:cubicBezTo>
                  <a:pt x="2165914" y="100844"/>
                  <a:pt x="2163957" y="100755"/>
                  <a:pt x="2162089" y="100755"/>
                </a:cubicBezTo>
                <a:cubicBezTo>
                  <a:pt x="2160221" y="100755"/>
                  <a:pt x="2158263" y="100844"/>
                  <a:pt x="2156216" y="101021"/>
                </a:cubicBezTo>
                <a:cubicBezTo>
                  <a:pt x="2156661" y="96129"/>
                  <a:pt x="2156973" y="91147"/>
                  <a:pt x="2157151" y="86075"/>
                </a:cubicBezTo>
                <a:cubicBezTo>
                  <a:pt x="2157329" y="81003"/>
                  <a:pt x="2157417" y="76021"/>
                  <a:pt x="2157417" y="71129"/>
                </a:cubicBezTo>
                <a:cubicBezTo>
                  <a:pt x="2157417" y="66948"/>
                  <a:pt x="2157395" y="63678"/>
                  <a:pt x="2157350" y="61320"/>
                </a:cubicBezTo>
                <a:cubicBezTo>
                  <a:pt x="2157307" y="58962"/>
                  <a:pt x="2157196" y="57094"/>
                  <a:pt x="2157018" y="55716"/>
                </a:cubicBezTo>
                <a:cubicBezTo>
                  <a:pt x="2156841" y="54337"/>
                  <a:pt x="2156595" y="53203"/>
                  <a:pt x="2156283" y="52314"/>
                </a:cubicBezTo>
                <a:cubicBezTo>
                  <a:pt x="2155972" y="51423"/>
                  <a:pt x="2155550" y="50445"/>
                  <a:pt x="2155017" y="49377"/>
                </a:cubicBezTo>
                <a:cubicBezTo>
                  <a:pt x="2154038" y="47686"/>
                  <a:pt x="2152503" y="46240"/>
                  <a:pt x="2150411" y="45040"/>
                </a:cubicBezTo>
                <a:cubicBezTo>
                  <a:pt x="2148320" y="43839"/>
                  <a:pt x="2146163" y="43238"/>
                  <a:pt x="2143939" y="43238"/>
                </a:cubicBezTo>
                <a:cubicBezTo>
                  <a:pt x="2138068" y="43238"/>
                  <a:pt x="2133753" y="45151"/>
                  <a:pt x="2130995" y="48976"/>
                </a:cubicBezTo>
                <a:cubicBezTo>
                  <a:pt x="2128236" y="52802"/>
                  <a:pt x="2126857" y="58184"/>
                  <a:pt x="2126857" y="65124"/>
                </a:cubicBezTo>
                <a:lnTo>
                  <a:pt x="2126857" y="76466"/>
                </a:lnTo>
                <a:cubicBezTo>
                  <a:pt x="2126857" y="80471"/>
                  <a:pt x="2126924" y="84675"/>
                  <a:pt x="2127057" y="89079"/>
                </a:cubicBezTo>
                <a:cubicBezTo>
                  <a:pt x="2127191" y="93482"/>
                  <a:pt x="2127481" y="97463"/>
                  <a:pt x="2127926" y="101021"/>
                </a:cubicBezTo>
                <a:cubicBezTo>
                  <a:pt x="2125879" y="100844"/>
                  <a:pt x="2123877" y="100755"/>
                  <a:pt x="2121921" y="100755"/>
                </a:cubicBezTo>
                <a:cubicBezTo>
                  <a:pt x="2119964" y="100755"/>
                  <a:pt x="2117962" y="100844"/>
                  <a:pt x="2115916" y="101021"/>
                </a:cubicBezTo>
                <a:cubicBezTo>
                  <a:pt x="2116360" y="97463"/>
                  <a:pt x="2116649" y="93482"/>
                  <a:pt x="2116782" y="89079"/>
                </a:cubicBezTo>
                <a:cubicBezTo>
                  <a:pt x="2116916" y="84675"/>
                  <a:pt x="2116983" y="80471"/>
                  <a:pt x="2116983" y="76466"/>
                </a:cubicBezTo>
                <a:lnTo>
                  <a:pt x="2116983" y="62589"/>
                </a:lnTo>
                <a:close/>
                <a:moveTo>
                  <a:pt x="2234152" y="69528"/>
                </a:moveTo>
                <a:cubicBezTo>
                  <a:pt x="2234152" y="73264"/>
                  <a:pt x="2234485" y="76867"/>
                  <a:pt x="2235151" y="80337"/>
                </a:cubicBezTo>
                <a:cubicBezTo>
                  <a:pt x="2235819" y="83807"/>
                  <a:pt x="2236953" y="86898"/>
                  <a:pt x="2238554" y="89612"/>
                </a:cubicBezTo>
                <a:cubicBezTo>
                  <a:pt x="2240156" y="92326"/>
                  <a:pt x="2242291" y="94484"/>
                  <a:pt x="2244960" y="96085"/>
                </a:cubicBezTo>
                <a:cubicBezTo>
                  <a:pt x="2247629" y="97686"/>
                  <a:pt x="2250921" y="98486"/>
                  <a:pt x="2254836" y="98486"/>
                </a:cubicBezTo>
                <a:cubicBezTo>
                  <a:pt x="2258751" y="98486"/>
                  <a:pt x="2262043" y="97686"/>
                  <a:pt x="2264712" y="96085"/>
                </a:cubicBezTo>
                <a:cubicBezTo>
                  <a:pt x="2267381" y="94484"/>
                  <a:pt x="2269515" y="92326"/>
                  <a:pt x="2271116" y="89612"/>
                </a:cubicBezTo>
                <a:cubicBezTo>
                  <a:pt x="2272718" y="86898"/>
                  <a:pt x="2273852" y="83807"/>
                  <a:pt x="2274519" y="80337"/>
                </a:cubicBezTo>
                <a:cubicBezTo>
                  <a:pt x="2275186" y="76867"/>
                  <a:pt x="2275520" y="73264"/>
                  <a:pt x="2275520" y="69528"/>
                </a:cubicBezTo>
                <a:cubicBezTo>
                  <a:pt x="2275520" y="65791"/>
                  <a:pt x="2275186" y="62188"/>
                  <a:pt x="2274519" y="58718"/>
                </a:cubicBezTo>
                <a:cubicBezTo>
                  <a:pt x="2273852" y="55248"/>
                  <a:pt x="2272718" y="52157"/>
                  <a:pt x="2271116" y="49445"/>
                </a:cubicBezTo>
                <a:cubicBezTo>
                  <a:pt x="2269515" y="46731"/>
                  <a:pt x="2267381" y="44573"/>
                  <a:pt x="2264712" y="42971"/>
                </a:cubicBezTo>
                <a:cubicBezTo>
                  <a:pt x="2262043" y="41370"/>
                  <a:pt x="2258751" y="40569"/>
                  <a:pt x="2254836" y="40569"/>
                </a:cubicBezTo>
                <a:cubicBezTo>
                  <a:pt x="2250921" y="40569"/>
                  <a:pt x="2247629" y="41370"/>
                  <a:pt x="2244960" y="42971"/>
                </a:cubicBezTo>
                <a:cubicBezTo>
                  <a:pt x="2242291" y="44573"/>
                  <a:pt x="2240156" y="46731"/>
                  <a:pt x="2238554" y="49445"/>
                </a:cubicBezTo>
                <a:cubicBezTo>
                  <a:pt x="2236953" y="52157"/>
                  <a:pt x="2235819" y="55248"/>
                  <a:pt x="2235151" y="58718"/>
                </a:cubicBezTo>
                <a:cubicBezTo>
                  <a:pt x="2234485" y="62188"/>
                  <a:pt x="2234152" y="65791"/>
                  <a:pt x="2234152" y="69528"/>
                </a:cubicBezTo>
                <a:moveTo>
                  <a:pt x="2222408" y="69528"/>
                </a:moveTo>
                <a:cubicBezTo>
                  <a:pt x="2222408" y="63478"/>
                  <a:pt x="2223365" y="58340"/>
                  <a:pt x="2225277" y="54114"/>
                </a:cubicBezTo>
                <a:cubicBezTo>
                  <a:pt x="2227190" y="49888"/>
                  <a:pt x="2229703" y="46463"/>
                  <a:pt x="2232816" y="43839"/>
                </a:cubicBezTo>
                <a:cubicBezTo>
                  <a:pt x="2235930" y="41215"/>
                  <a:pt x="2239422" y="39302"/>
                  <a:pt x="2243292" y="38101"/>
                </a:cubicBezTo>
                <a:cubicBezTo>
                  <a:pt x="2247163" y="36899"/>
                  <a:pt x="2251010" y="36299"/>
                  <a:pt x="2254836" y="36299"/>
                </a:cubicBezTo>
                <a:cubicBezTo>
                  <a:pt x="2258751" y="36299"/>
                  <a:pt x="2262621" y="36899"/>
                  <a:pt x="2266447" y="38101"/>
                </a:cubicBezTo>
                <a:cubicBezTo>
                  <a:pt x="2270272" y="39302"/>
                  <a:pt x="2273741" y="41215"/>
                  <a:pt x="2276854" y="43839"/>
                </a:cubicBezTo>
                <a:cubicBezTo>
                  <a:pt x="2279968" y="46463"/>
                  <a:pt x="2282482" y="49888"/>
                  <a:pt x="2284394" y="54114"/>
                </a:cubicBezTo>
                <a:cubicBezTo>
                  <a:pt x="2286307" y="58340"/>
                  <a:pt x="2287264" y="63478"/>
                  <a:pt x="2287264" y="69528"/>
                </a:cubicBezTo>
                <a:cubicBezTo>
                  <a:pt x="2287264" y="75577"/>
                  <a:pt x="2286307" y="80715"/>
                  <a:pt x="2284394" y="84941"/>
                </a:cubicBezTo>
                <a:cubicBezTo>
                  <a:pt x="2282482" y="89167"/>
                  <a:pt x="2279968" y="92593"/>
                  <a:pt x="2276854" y="95218"/>
                </a:cubicBezTo>
                <a:cubicBezTo>
                  <a:pt x="2273741" y="97842"/>
                  <a:pt x="2270272" y="99688"/>
                  <a:pt x="2266447" y="100755"/>
                </a:cubicBezTo>
                <a:cubicBezTo>
                  <a:pt x="2262621" y="101822"/>
                  <a:pt x="2258751" y="102355"/>
                  <a:pt x="2254836" y="102355"/>
                </a:cubicBezTo>
                <a:cubicBezTo>
                  <a:pt x="2251010" y="102355"/>
                  <a:pt x="2247163" y="101822"/>
                  <a:pt x="2243292" y="100755"/>
                </a:cubicBezTo>
                <a:cubicBezTo>
                  <a:pt x="2239422" y="99688"/>
                  <a:pt x="2235930" y="97842"/>
                  <a:pt x="2232816" y="95218"/>
                </a:cubicBezTo>
                <a:cubicBezTo>
                  <a:pt x="2229703" y="92593"/>
                  <a:pt x="2227190" y="89167"/>
                  <a:pt x="2225277" y="84941"/>
                </a:cubicBezTo>
                <a:cubicBezTo>
                  <a:pt x="2223365" y="80715"/>
                  <a:pt x="2222408" y="75577"/>
                  <a:pt x="2222408" y="69528"/>
                </a:cubicBezTo>
                <a:close/>
                <a:moveTo>
                  <a:pt x="2332635" y="48575"/>
                </a:moveTo>
                <a:cubicBezTo>
                  <a:pt x="2332191" y="48042"/>
                  <a:pt x="2331324" y="47553"/>
                  <a:pt x="2330033" y="47109"/>
                </a:cubicBezTo>
                <a:cubicBezTo>
                  <a:pt x="2328743" y="46664"/>
                  <a:pt x="2327431" y="46441"/>
                  <a:pt x="2326097" y="46441"/>
                </a:cubicBezTo>
                <a:cubicBezTo>
                  <a:pt x="2323962" y="46441"/>
                  <a:pt x="2322049" y="46931"/>
                  <a:pt x="2320359" y="47909"/>
                </a:cubicBezTo>
                <a:cubicBezTo>
                  <a:pt x="2318669" y="48888"/>
                  <a:pt x="2317245" y="50200"/>
                  <a:pt x="2316089" y="51845"/>
                </a:cubicBezTo>
                <a:cubicBezTo>
                  <a:pt x="2314932" y="53491"/>
                  <a:pt x="2314042" y="55448"/>
                  <a:pt x="2313419" y="57718"/>
                </a:cubicBezTo>
                <a:cubicBezTo>
                  <a:pt x="2312797" y="59986"/>
                  <a:pt x="2312487" y="62410"/>
                  <a:pt x="2312487" y="64990"/>
                </a:cubicBezTo>
                <a:lnTo>
                  <a:pt x="2312487" y="79669"/>
                </a:lnTo>
                <a:cubicBezTo>
                  <a:pt x="2312487" y="85630"/>
                  <a:pt x="2312508" y="90190"/>
                  <a:pt x="2312552" y="93349"/>
                </a:cubicBezTo>
                <a:cubicBezTo>
                  <a:pt x="2312596" y="96506"/>
                  <a:pt x="2312753" y="99064"/>
                  <a:pt x="2313020" y="101021"/>
                </a:cubicBezTo>
                <a:cubicBezTo>
                  <a:pt x="2311240" y="100844"/>
                  <a:pt x="2309461" y="100755"/>
                  <a:pt x="2307681" y="100755"/>
                </a:cubicBezTo>
                <a:cubicBezTo>
                  <a:pt x="2305723" y="100755"/>
                  <a:pt x="2303855" y="100844"/>
                  <a:pt x="2302077" y="101021"/>
                </a:cubicBezTo>
                <a:cubicBezTo>
                  <a:pt x="2302343" y="97997"/>
                  <a:pt x="2302499" y="93882"/>
                  <a:pt x="2302543" y="88677"/>
                </a:cubicBezTo>
                <a:cubicBezTo>
                  <a:pt x="2302588" y="83473"/>
                  <a:pt x="2302611" y="77090"/>
                  <a:pt x="2302611" y="69528"/>
                </a:cubicBezTo>
                <a:lnTo>
                  <a:pt x="2302611" y="65256"/>
                </a:lnTo>
                <a:cubicBezTo>
                  <a:pt x="2302611" y="61788"/>
                  <a:pt x="2302588" y="57785"/>
                  <a:pt x="2302543" y="53248"/>
                </a:cubicBezTo>
                <a:cubicBezTo>
                  <a:pt x="2302499" y="48710"/>
                  <a:pt x="2302343" y="43505"/>
                  <a:pt x="2302077" y="37632"/>
                </a:cubicBezTo>
                <a:cubicBezTo>
                  <a:pt x="2303056" y="37811"/>
                  <a:pt x="2303990" y="37968"/>
                  <a:pt x="2304879" y="38101"/>
                </a:cubicBezTo>
                <a:cubicBezTo>
                  <a:pt x="2305768" y="38234"/>
                  <a:pt x="2306702" y="38300"/>
                  <a:pt x="2307681" y="38300"/>
                </a:cubicBezTo>
                <a:cubicBezTo>
                  <a:pt x="2308482" y="38300"/>
                  <a:pt x="2309327" y="38234"/>
                  <a:pt x="2310216" y="38101"/>
                </a:cubicBezTo>
                <a:cubicBezTo>
                  <a:pt x="2311107" y="37968"/>
                  <a:pt x="2312041" y="37811"/>
                  <a:pt x="2313020" y="37632"/>
                </a:cubicBezTo>
                <a:cubicBezTo>
                  <a:pt x="2312664" y="40836"/>
                  <a:pt x="2312464" y="43372"/>
                  <a:pt x="2312419" y="45240"/>
                </a:cubicBezTo>
                <a:cubicBezTo>
                  <a:pt x="2312375" y="47108"/>
                  <a:pt x="2312352" y="48887"/>
                  <a:pt x="2312352" y="50577"/>
                </a:cubicBezTo>
                <a:lnTo>
                  <a:pt x="2312619" y="50711"/>
                </a:lnTo>
                <a:cubicBezTo>
                  <a:pt x="2317868" y="41103"/>
                  <a:pt x="2323740" y="36299"/>
                  <a:pt x="2330235" y="36299"/>
                </a:cubicBezTo>
                <a:cubicBezTo>
                  <a:pt x="2331036" y="36299"/>
                  <a:pt x="2331725" y="36343"/>
                  <a:pt x="2332303" y="36433"/>
                </a:cubicBezTo>
                <a:cubicBezTo>
                  <a:pt x="2332882" y="36521"/>
                  <a:pt x="2333616" y="36743"/>
                  <a:pt x="2334505" y="37099"/>
                </a:cubicBezTo>
                <a:cubicBezTo>
                  <a:pt x="2334059" y="38167"/>
                  <a:pt x="2333792" y="39791"/>
                  <a:pt x="2333702" y="41972"/>
                </a:cubicBezTo>
                <a:cubicBezTo>
                  <a:pt x="2333614" y="44150"/>
                  <a:pt x="2333570" y="46130"/>
                  <a:pt x="2333570" y="47909"/>
                </a:cubicBezTo>
                <a:lnTo>
                  <a:pt x="2332635" y="48575"/>
                </a:lnTo>
                <a:close/>
                <a:moveTo>
                  <a:pt x="2371871" y="40569"/>
                </a:moveTo>
                <a:cubicBezTo>
                  <a:pt x="2368579" y="40569"/>
                  <a:pt x="2365798" y="41325"/>
                  <a:pt x="2363529" y="42837"/>
                </a:cubicBezTo>
                <a:cubicBezTo>
                  <a:pt x="2361260" y="44349"/>
                  <a:pt x="2359392" y="46240"/>
                  <a:pt x="2357925" y="48510"/>
                </a:cubicBezTo>
                <a:cubicBezTo>
                  <a:pt x="2356457" y="50778"/>
                  <a:pt x="2355345" y="53269"/>
                  <a:pt x="2354589" y="55983"/>
                </a:cubicBezTo>
                <a:cubicBezTo>
                  <a:pt x="2353833" y="58697"/>
                  <a:pt x="2353366" y="61254"/>
                  <a:pt x="2353188" y="63656"/>
                </a:cubicBezTo>
                <a:cubicBezTo>
                  <a:pt x="2355945" y="63745"/>
                  <a:pt x="2358814" y="63835"/>
                  <a:pt x="2361794" y="63925"/>
                </a:cubicBezTo>
                <a:cubicBezTo>
                  <a:pt x="2364775" y="64013"/>
                  <a:pt x="2367689" y="64057"/>
                  <a:pt x="2370535" y="64057"/>
                </a:cubicBezTo>
                <a:cubicBezTo>
                  <a:pt x="2373472" y="64057"/>
                  <a:pt x="2376452" y="64013"/>
                  <a:pt x="2379477" y="63925"/>
                </a:cubicBezTo>
                <a:cubicBezTo>
                  <a:pt x="2382501" y="63835"/>
                  <a:pt x="2385437" y="63745"/>
                  <a:pt x="2388286" y="63656"/>
                </a:cubicBezTo>
                <a:cubicBezTo>
                  <a:pt x="2388286" y="61254"/>
                  <a:pt x="2388085" y="58719"/>
                  <a:pt x="2387685" y="56050"/>
                </a:cubicBezTo>
                <a:cubicBezTo>
                  <a:pt x="2387284" y="53380"/>
                  <a:pt x="2386483" y="50888"/>
                  <a:pt x="2385282" y="48575"/>
                </a:cubicBezTo>
                <a:cubicBezTo>
                  <a:pt x="2384081" y="46262"/>
                  <a:pt x="2382412" y="44349"/>
                  <a:pt x="2380277" y="42837"/>
                </a:cubicBezTo>
                <a:cubicBezTo>
                  <a:pt x="2378142" y="41325"/>
                  <a:pt x="2375340" y="40569"/>
                  <a:pt x="2371871" y="40569"/>
                </a:cubicBezTo>
                <a:moveTo>
                  <a:pt x="2341044" y="71396"/>
                </a:moveTo>
                <a:cubicBezTo>
                  <a:pt x="2341044" y="60453"/>
                  <a:pt x="2343646" y="51868"/>
                  <a:pt x="2348849" y="45641"/>
                </a:cubicBezTo>
                <a:cubicBezTo>
                  <a:pt x="2354054" y="39413"/>
                  <a:pt x="2361639" y="36299"/>
                  <a:pt x="2371604" y="36299"/>
                </a:cubicBezTo>
                <a:cubicBezTo>
                  <a:pt x="2376319" y="36299"/>
                  <a:pt x="2380389" y="37033"/>
                  <a:pt x="2383814" y="38502"/>
                </a:cubicBezTo>
                <a:cubicBezTo>
                  <a:pt x="2387239" y="39969"/>
                  <a:pt x="2390108" y="41926"/>
                  <a:pt x="2392421" y="44372"/>
                </a:cubicBezTo>
                <a:cubicBezTo>
                  <a:pt x="2394734" y="46819"/>
                  <a:pt x="2396447" y="49688"/>
                  <a:pt x="2397559" y="52980"/>
                </a:cubicBezTo>
                <a:cubicBezTo>
                  <a:pt x="2398670" y="56272"/>
                  <a:pt x="2399226" y="59786"/>
                  <a:pt x="2399226" y="63521"/>
                </a:cubicBezTo>
                <a:cubicBezTo>
                  <a:pt x="2399226" y="64412"/>
                  <a:pt x="2399204" y="65280"/>
                  <a:pt x="2399159" y="66126"/>
                </a:cubicBezTo>
                <a:cubicBezTo>
                  <a:pt x="2399116" y="66970"/>
                  <a:pt x="2399049" y="67837"/>
                  <a:pt x="2398960" y="68726"/>
                </a:cubicBezTo>
                <a:cubicBezTo>
                  <a:pt x="2394155" y="68638"/>
                  <a:pt x="2389396" y="68550"/>
                  <a:pt x="2384681" y="68461"/>
                </a:cubicBezTo>
                <a:cubicBezTo>
                  <a:pt x="2379967" y="68372"/>
                  <a:pt x="2375207" y="68327"/>
                  <a:pt x="2370403" y="68327"/>
                </a:cubicBezTo>
                <a:cubicBezTo>
                  <a:pt x="2367467" y="68327"/>
                  <a:pt x="2364553" y="68372"/>
                  <a:pt x="2361661" y="68461"/>
                </a:cubicBezTo>
                <a:cubicBezTo>
                  <a:pt x="2358770" y="68550"/>
                  <a:pt x="2355856" y="68638"/>
                  <a:pt x="2352920" y="68726"/>
                </a:cubicBezTo>
                <a:cubicBezTo>
                  <a:pt x="2352831" y="69171"/>
                  <a:pt x="2352787" y="69839"/>
                  <a:pt x="2352787" y="70728"/>
                </a:cubicBezTo>
                <a:lnTo>
                  <a:pt x="2352787" y="72463"/>
                </a:lnTo>
                <a:cubicBezTo>
                  <a:pt x="2352787" y="75932"/>
                  <a:pt x="2353298" y="79180"/>
                  <a:pt x="2354321" y="82206"/>
                </a:cubicBezTo>
                <a:cubicBezTo>
                  <a:pt x="2355344" y="85231"/>
                  <a:pt x="2356835" y="87833"/>
                  <a:pt x="2358792" y="90013"/>
                </a:cubicBezTo>
                <a:cubicBezTo>
                  <a:pt x="2360750" y="92192"/>
                  <a:pt x="2363152" y="93927"/>
                  <a:pt x="2365999" y="95218"/>
                </a:cubicBezTo>
                <a:cubicBezTo>
                  <a:pt x="2368845" y="96508"/>
                  <a:pt x="2372137" y="97152"/>
                  <a:pt x="2375874" y="97152"/>
                </a:cubicBezTo>
                <a:cubicBezTo>
                  <a:pt x="2377653" y="97152"/>
                  <a:pt x="2379476" y="96908"/>
                  <a:pt x="2381344" y="96419"/>
                </a:cubicBezTo>
                <a:cubicBezTo>
                  <a:pt x="2383213" y="95929"/>
                  <a:pt x="2385037" y="95261"/>
                  <a:pt x="2386815" y="94416"/>
                </a:cubicBezTo>
                <a:cubicBezTo>
                  <a:pt x="2388595" y="93570"/>
                  <a:pt x="2390263" y="92569"/>
                  <a:pt x="2391820" y="91414"/>
                </a:cubicBezTo>
                <a:cubicBezTo>
                  <a:pt x="2393378" y="90258"/>
                  <a:pt x="2394734" y="89011"/>
                  <a:pt x="2395891" y="87676"/>
                </a:cubicBezTo>
                <a:lnTo>
                  <a:pt x="2396559" y="88077"/>
                </a:lnTo>
                <a:lnTo>
                  <a:pt x="2395759" y="94615"/>
                </a:lnTo>
                <a:cubicBezTo>
                  <a:pt x="2393088" y="96751"/>
                  <a:pt x="2389774" y="98574"/>
                  <a:pt x="2385816" y="100087"/>
                </a:cubicBezTo>
                <a:cubicBezTo>
                  <a:pt x="2381857" y="101599"/>
                  <a:pt x="2377742" y="102355"/>
                  <a:pt x="2373472" y="102355"/>
                </a:cubicBezTo>
                <a:cubicBezTo>
                  <a:pt x="2368667" y="102355"/>
                  <a:pt x="2364285" y="101621"/>
                  <a:pt x="2360325" y="100154"/>
                </a:cubicBezTo>
                <a:cubicBezTo>
                  <a:pt x="2356367" y="98686"/>
                  <a:pt x="2352942" y="96552"/>
                  <a:pt x="2350050" y="93750"/>
                </a:cubicBezTo>
                <a:cubicBezTo>
                  <a:pt x="2347160" y="90947"/>
                  <a:pt x="2344937" y="87632"/>
                  <a:pt x="2343380" y="83807"/>
                </a:cubicBezTo>
                <a:cubicBezTo>
                  <a:pt x="2341823" y="79981"/>
                  <a:pt x="2341044" y="75844"/>
                  <a:pt x="2341044" y="713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alignedwithyourvalueon'SocialPower:">
            <a:extLst xmlns:a="http://schemas.openxmlformats.org/drawingml/2006/main">
              <a:ext uri="{FF2B5EF4-FFF2-40B4-BE49-F238E27FC236}">
                <a16:creationId xmlns:a16="http://schemas.microsoft.com/office/drawing/2014/main" id="{E6261656-D0EA-458E-AAC1-8550A153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975" y="977282"/>
            <a:ext cx="2395490" cy="136119"/>
          </a:xfrm>
          <a:custGeom xmlns:a="http://schemas.openxmlformats.org/drawingml/2006/main">
            <a:pathLst>
              <a:path w="2395490" h="136119">
                <a:moveTo>
                  <a:pt x="38832" y="67392"/>
                </a:moveTo>
                <a:cubicBezTo>
                  <a:pt x="37319" y="67926"/>
                  <a:pt x="35562" y="68370"/>
                  <a:pt x="33560" y="68726"/>
                </a:cubicBezTo>
                <a:cubicBezTo>
                  <a:pt x="31559" y="69082"/>
                  <a:pt x="29535" y="69460"/>
                  <a:pt x="27490" y="69860"/>
                </a:cubicBezTo>
                <a:cubicBezTo>
                  <a:pt x="25444" y="70261"/>
                  <a:pt x="23420" y="70773"/>
                  <a:pt x="21417" y="71396"/>
                </a:cubicBezTo>
                <a:cubicBezTo>
                  <a:pt x="19415" y="72017"/>
                  <a:pt x="17635" y="72862"/>
                  <a:pt x="16078" y="73931"/>
                </a:cubicBezTo>
                <a:cubicBezTo>
                  <a:pt x="14523" y="74998"/>
                  <a:pt x="13277" y="76332"/>
                  <a:pt x="12342" y="77934"/>
                </a:cubicBezTo>
                <a:cubicBezTo>
                  <a:pt x="11408" y="79536"/>
                  <a:pt x="10941" y="81582"/>
                  <a:pt x="10941" y="84073"/>
                </a:cubicBezTo>
                <a:cubicBezTo>
                  <a:pt x="10941" y="88255"/>
                  <a:pt x="12142" y="91413"/>
                  <a:pt x="14543" y="93548"/>
                </a:cubicBezTo>
                <a:cubicBezTo>
                  <a:pt x="16946" y="95684"/>
                  <a:pt x="19615" y="96751"/>
                  <a:pt x="22552" y="96751"/>
                </a:cubicBezTo>
                <a:cubicBezTo>
                  <a:pt x="25932" y="96751"/>
                  <a:pt x="29023" y="95817"/>
                  <a:pt x="31825" y="93949"/>
                </a:cubicBezTo>
                <a:cubicBezTo>
                  <a:pt x="34628" y="92080"/>
                  <a:pt x="36786" y="89900"/>
                  <a:pt x="38298" y="87409"/>
                </a:cubicBezTo>
                <a:lnTo>
                  <a:pt x="38832" y="67392"/>
                </a:lnTo>
                <a:moveTo>
                  <a:pt x="5871" y="43637"/>
                </a:moveTo>
                <a:cubicBezTo>
                  <a:pt x="9874" y="40613"/>
                  <a:pt x="13566" y="38567"/>
                  <a:pt x="16946" y="37500"/>
                </a:cubicBezTo>
                <a:cubicBezTo>
                  <a:pt x="20327" y="36432"/>
                  <a:pt x="23797" y="35897"/>
                  <a:pt x="27355" y="35897"/>
                </a:cubicBezTo>
                <a:cubicBezTo>
                  <a:pt x="30559" y="35897"/>
                  <a:pt x="33495" y="36364"/>
                  <a:pt x="36164" y="37298"/>
                </a:cubicBezTo>
                <a:cubicBezTo>
                  <a:pt x="38833" y="38232"/>
                  <a:pt x="41101" y="39567"/>
                  <a:pt x="42969" y="41302"/>
                </a:cubicBezTo>
                <a:cubicBezTo>
                  <a:pt x="44837" y="43037"/>
                  <a:pt x="46305" y="45128"/>
                  <a:pt x="47372" y="47575"/>
                </a:cubicBezTo>
                <a:cubicBezTo>
                  <a:pt x="48440" y="50022"/>
                  <a:pt x="48974" y="52712"/>
                  <a:pt x="48974" y="55647"/>
                </a:cubicBezTo>
                <a:cubicBezTo>
                  <a:pt x="48974" y="60719"/>
                  <a:pt x="48885" y="65768"/>
                  <a:pt x="48708" y="70795"/>
                </a:cubicBezTo>
                <a:cubicBezTo>
                  <a:pt x="48530" y="75822"/>
                  <a:pt x="48441" y="81137"/>
                  <a:pt x="48441" y="86741"/>
                </a:cubicBezTo>
                <a:cubicBezTo>
                  <a:pt x="48441" y="87809"/>
                  <a:pt x="48463" y="88944"/>
                  <a:pt x="48508" y="90146"/>
                </a:cubicBezTo>
                <a:cubicBezTo>
                  <a:pt x="48553" y="91346"/>
                  <a:pt x="48753" y="92413"/>
                  <a:pt x="49109" y="93347"/>
                </a:cubicBezTo>
                <a:cubicBezTo>
                  <a:pt x="49464" y="94281"/>
                  <a:pt x="49975" y="95059"/>
                  <a:pt x="50642" y="95682"/>
                </a:cubicBezTo>
                <a:cubicBezTo>
                  <a:pt x="51310" y="96305"/>
                  <a:pt x="52311" y="96617"/>
                  <a:pt x="53646" y="96617"/>
                </a:cubicBezTo>
                <a:cubicBezTo>
                  <a:pt x="54091" y="96617"/>
                  <a:pt x="54558" y="96595"/>
                  <a:pt x="55046" y="96550"/>
                </a:cubicBezTo>
                <a:cubicBezTo>
                  <a:pt x="55537" y="96505"/>
                  <a:pt x="56004" y="96349"/>
                  <a:pt x="56447" y="96083"/>
                </a:cubicBezTo>
                <a:lnTo>
                  <a:pt x="56447" y="99020"/>
                </a:lnTo>
                <a:cubicBezTo>
                  <a:pt x="55469" y="99464"/>
                  <a:pt x="54246" y="99819"/>
                  <a:pt x="52778" y="100087"/>
                </a:cubicBezTo>
                <a:cubicBezTo>
                  <a:pt x="51311" y="100354"/>
                  <a:pt x="49687" y="100488"/>
                  <a:pt x="47907" y="100488"/>
                </a:cubicBezTo>
                <a:cubicBezTo>
                  <a:pt x="45061" y="100488"/>
                  <a:pt x="42881" y="99754"/>
                  <a:pt x="41369" y="98287"/>
                </a:cubicBezTo>
                <a:cubicBezTo>
                  <a:pt x="39857" y="96818"/>
                  <a:pt x="38967" y="94927"/>
                  <a:pt x="38699" y="92614"/>
                </a:cubicBezTo>
                <a:cubicBezTo>
                  <a:pt x="35497" y="95816"/>
                  <a:pt x="32339" y="98173"/>
                  <a:pt x="29225" y="99686"/>
                </a:cubicBezTo>
                <a:cubicBezTo>
                  <a:pt x="26110" y="101198"/>
                  <a:pt x="22285" y="101954"/>
                  <a:pt x="17748" y="101954"/>
                </a:cubicBezTo>
                <a:cubicBezTo>
                  <a:pt x="15523" y="101954"/>
                  <a:pt x="13343" y="101642"/>
                  <a:pt x="11208" y="101019"/>
                </a:cubicBezTo>
                <a:cubicBezTo>
                  <a:pt x="9074" y="100398"/>
                  <a:pt x="7183" y="99375"/>
                  <a:pt x="5537" y="97953"/>
                </a:cubicBezTo>
                <a:cubicBezTo>
                  <a:pt x="3891" y="96529"/>
                  <a:pt x="2557" y="94816"/>
                  <a:pt x="1533" y="92815"/>
                </a:cubicBezTo>
                <a:cubicBezTo>
                  <a:pt x="511" y="90813"/>
                  <a:pt x="0" y="88521"/>
                  <a:pt x="0" y="85941"/>
                </a:cubicBezTo>
                <a:cubicBezTo>
                  <a:pt x="0" y="80603"/>
                  <a:pt x="1668" y="76467"/>
                  <a:pt x="5003" y="73532"/>
                </a:cubicBezTo>
                <a:cubicBezTo>
                  <a:pt x="8340" y="70595"/>
                  <a:pt x="12944" y="68638"/>
                  <a:pt x="18815" y="67659"/>
                </a:cubicBezTo>
                <a:cubicBezTo>
                  <a:pt x="23619" y="66858"/>
                  <a:pt x="27378" y="66169"/>
                  <a:pt x="30092" y="65590"/>
                </a:cubicBezTo>
                <a:cubicBezTo>
                  <a:pt x="32806" y="65012"/>
                  <a:pt x="34807" y="64411"/>
                  <a:pt x="36097" y="63788"/>
                </a:cubicBezTo>
                <a:cubicBezTo>
                  <a:pt x="37387" y="63165"/>
                  <a:pt x="38164" y="62431"/>
                  <a:pt x="38431" y="61587"/>
                </a:cubicBezTo>
                <a:cubicBezTo>
                  <a:pt x="38698" y="60741"/>
                  <a:pt x="38832" y="59651"/>
                  <a:pt x="38832" y="58317"/>
                </a:cubicBezTo>
                <a:cubicBezTo>
                  <a:pt x="38832" y="56093"/>
                  <a:pt x="38565" y="53958"/>
                  <a:pt x="38031" y="51913"/>
                </a:cubicBezTo>
                <a:cubicBezTo>
                  <a:pt x="37498" y="49866"/>
                  <a:pt x="36653" y="48086"/>
                  <a:pt x="35496" y="46574"/>
                </a:cubicBezTo>
                <a:cubicBezTo>
                  <a:pt x="34340" y="45061"/>
                  <a:pt x="32827" y="43838"/>
                  <a:pt x="30959" y="42904"/>
                </a:cubicBezTo>
                <a:cubicBezTo>
                  <a:pt x="29092" y="41970"/>
                  <a:pt x="26823" y="41503"/>
                  <a:pt x="24154" y="41503"/>
                </a:cubicBezTo>
                <a:cubicBezTo>
                  <a:pt x="20595" y="41503"/>
                  <a:pt x="17280" y="42304"/>
                  <a:pt x="14211" y="43906"/>
                </a:cubicBezTo>
                <a:cubicBezTo>
                  <a:pt x="11142" y="45507"/>
                  <a:pt x="8851" y="47730"/>
                  <a:pt x="7339" y="50577"/>
                </a:cubicBezTo>
                <a:lnTo>
                  <a:pt x="5871" y="50577"/>
                </a:lnTo>
                <a:lnTo>
                  <a:pt x="5871" y="43637"/>
                </a:lnTo>
                <a:close/>
                <a:moveTo>
                  <a:pt x="74731" y="38433"/>
                </a:moveTo>
                <a:cubicBezTo>
                  <a:pt x="74731" y="35408"/>
                  <a:pt x="74709" y="32117"/>
                  <a:pt x="74664" y="28559"/>
                </a:cubicBezTo>
                <a:cubicBezTo>
                  <a:pt x="74619" y="24999"/>
                  <a:pt x="74552" y="21485"/>
                  <a:pt x="74462" y="18015"/>
                </a:cubicBezTo>
                <a:cubicBezTo>
                  <a:pt x="74374" y="14545"/>
                  <a:pt x="74263" y="11231"/>
                  <a:pt x="74129" y="8074"/>
                </a:cubicBezTo>
                <a:cubicBezTo>
                  <a:pt x="73995" y="4915"/>
                  <a:pt x="73840" y="2224"/>
                  <a:pt x="73662" y="0"/>
                </a:cubicBezTo>
                <a:cubicBezTo>
                  <a:pt x="76153" y="445"/>
                  <a:pt x="78156" y="668"/>
                  <a:pt x="79669" y="668"/>
                </a:cubicBezTo>
                <a:cubicBezTo>
                  <a:pt x="81181" y="668"/>
                  <a:pt x="83183" y="445"/>
                  <a:pt x="85674" y="0"/>
                </a:cubicBezTo>
                <a:cubicBezTo>
                  <a:pt x="85496" y="2224"/>
                  <a:pt x="85340" y="4915"/>
                  <a:pt x="85206" y="8074"/>
                </a:cubicBezTo>
                <a:cubicBezTo>
                  <a:pt x="85073" y="11231"/>
                  <a:pt x="84961" y="14545"/>
                  <a:pt x="84872" y="18015"/>
                </a:cubicBezTo>
                <a:cubicBezTo>
                  <a:pt x="84784" y="21485"/>
                  <a:pt x="84717" y="24999"/>
                  <a:pt x="84672" y="28559"/>
                </a:cubicBezTo>
                <a:cubicBezTo>
                  <a:pt x="84628" y="32117"/>
                  <a:pt x="84605" y="35408"/>
                  <a:pt x="84605" y="38433"/>
                </a:cubicBezTo>
                <a:lnTo>
                  <a:pt x="84605" y="62587"/>
                </a:lnTo>
                <a:cubicBezTo>
                  <a:pt x="84605" y="65613"/>
                  <a:pt x="84628" y="68905"/>
                  <a:pt x="84672" y="72463"/>
                </a:cubicBezTo>
                <a:cubicBezTo>
                  <a:pt x="84717" y="76021"/>
                  <a:pt x="84784" y="79535"/>
                  <a:pt x="84872" y="83004"/>
                </a:cubicBezTo>
                <a:cubicBezTo>
                  <a:pt x="84961" y="86474"/>
                  <a:pt x="85073" y="89766"/>
                  <a:pt x="85206" y="92880"/>
                </a:cubicBezTo>
                <a:cubicBezTo>
                  <a:pt x="85340" y="95994"/>
                  <a:pt x="85496" y="98574"/>
                  <a:pt x="85674" y="100620"/>
                </a:cubicBezTo>
                <a:cubicBezTo>
                  <a:pt x="83627" y="100442"/>
                  <a:pt x="81625" y="100353"/>
                  <a:pt x="79669" y="100353"/>
                </a:cubicBezTo>
                <a:cubicBezTo>
                  <a:pt x="77712" y="100353"/>
                  <a:pt x="75709" y="100442"/>
                  <a:pt x="73662" y="100620"/>
                </a:cubicBezTo>
                <a:cubicBezTo>
                  <a:pt x="73840" y="98574"/>
                  <a:pt x="73995" y="95994"/>
                  <a:pt x="74129" y="92880"/>
                </a:cubicBezTo>
                <a:cubicBezTo>
                  <a:pt x="74263" y="89766"/>
                  <a:pt x="74374" y="86474"/>
                  <a:pt x="74462" y="83004"/>
                </a:cubicBezTo>
                <a:cubicBezTo>
                  <a:pt x="74552" y="79535"/>
                  <a:pt x="74619" y="76021"/>
                  <a:pt x="74664" y="72463"/>
                </a:cubicBezTo>
                <a:cubicBezTo>
                  <a:pt x="74709" y="68905"/>
                  <a:pt x="74731" y="65613"/>
                  <a:pt x="74731" y="62587"/>
                </a:cubicBezTo>
                <a:lnTo>
                  <a:pt x="74731" y="38433"/>
                </a:lnTo>
                <a:close/>
                <a:moveTo>
                  <a:pt x="109961" y="14012"/>
                </a:moveTo>
                <a:cubicBezTo>
                  <a:pt x="109961" y="12144"/>
                  <a:pt x="110628" y="10542"/>
                  <a:pt x="111962" y="9208"/>
                </a:cubicBezTo>
                <a:cubicBezTo>
                  <a:pt x="113297" y="7874"/>
                  <a:pt x="114899" y="7206"/>
                  <a:pt x="116768" y="7206"/>
                </a:cubicBezTo>
                <a:cubicBezTo>
                  <a:pt x="118636" y="7206"/>
                  <a:pt x="120237" y="7874"/>
                  <a:pt x="121571" y="9208"/>
                </a:cubicBezTo>
                <a:cubicBezTo>
                  <a:pt x="122906" y="10542"/>
                  <a:pt x="123573" y="12144"/>
                  <a:pt x="123573" y="14012"/>
                </a:cubicBezTo>
                <a:cubicBezTo>
                  <a:pt x="123573" y="15880"/>
                  <a:pt x="122906" y="17481"/>
                  <a:pt x="121571" y="18817"/>
                </a:cubicBezTo>
                <a:cubicBezTo>
                  <a:pt x="120237" y="20152"/>
                  <a:pt x="118636" y="20819"/>
                  <a:pt x="116768" y="20819"/>
                </a:cubicBezTo>
                <a:cubicBezTo>
                  <a:pt x="114899" y="20819"/>
                  <a:pt x="113297" y="20152"/>
                  <a:pt x="111962" y="18817"/>
                </a:cubicBezTo>
                <a:cubicBezTo>
                  <a:pt x="110628" y="17481"/>
                  <a:pt x="109961" y="15880"/>
                  <a:pt x="109961" y="14012"/>
                </a:cubicBezTo>
                <a:moveTo>
                  <a:pt x="111830" y="62188"/>
                </a:moveTo>
                <a:cubicBezTo>
                  <a:pt x="111830" y="58184"/>
                  <a:pt x="111763" y="53981"/>
                  <a:pt x="111628" y="49577"/>
                </a:cubicBezTo>
                <a:cubicBezTo>
                  <a:pt x="111495" y="45173"/>
                  <a:pt x="111206" y="41058"/>
                  <a:pt x="110761" y="37231"/>
                </a:cubicBezTo>
                <a:cubicBezTo>
                  <a:pt x="113252" y="37676"/>
                  <a:pt x="115254" y="37899"/>
                  <a:pt x="116768" y="37899"/>
                </a:cubicBezTo>
                <a:cubicBezTo>
                  <a:pt x="118280" y="37899"/>
                  <a:pt x="120282" y="37676"/>
                  <a:pt x="122773" y="37231"/>
                </a:cubicBezTo>
                <a:cubicBezTo>
                  <a:pt x="122328" y="41058"/>
                  <a:pt x="122038" y="45173"/>
                  <a:pt x="121903" y="49577"/>
                </a:cubicBezTo>
                <a:cubicBezTo>
                  <a:pt x="121770" y="53981"/>
                  <a:pt x="121704" y="58184"/>
                  <a:pt x="121704" y="62188"/>
                </a:cubicBezTo>
                <a:lnTo>
                  <a:pt x="121704" y="76065"/>
                </a:lnTo>
                <a:cubicBezTo>
                  <a:pt x="121704" y="80070"/>
                  <a:pt x="121770" y="84274"/>
                  <a:pt x="121903" y="88677"/>
                </a:cubicBezTo>
                <a:cubicBezTo>
                  <a:pt x="122038" y="93081"/>
                  <a:pt x="122328" y="97062"/>
                  <a:pt x="122773" y="100620"/>
                </a:cubicBezTo>
                <a:cubicBezTo>
                  <a:pt x="120726" y="100442"/>
                  <a:pt x="118724" y="100353"/>
                  <a:pt x="116768" y="100353"/>
                </a:cubicBezTo>
                <a:cubicBezTo>
                  <a:pt x="114810" y="100353"/>
                  <a:pt x="112808" y="100442"/>
                  <a:pt x="110761" y="100620"/>
                </a:cubicBezTo>
                <a:cubicBezTo>
                  <a:pt x="111206" y="97062"/>
                  <a:pt x="111495" y="93081"/>
                  <a:pt x="111628" y="88677"/>
                </a:cubicBezTo>
                <a:cubicBezTo>
                  <a:pt x="111763" y="84274"/>
                  <a:pt x="111830" y="80070"/>
                  <a:pt x="111830" y="76065"/>
                </a:cubicBezTo>
                <a:lnTo>
                  <a:pt x="111830" y="62188"/>
                </a:lnTo>
                <a:close/>
                <a:moveTo>
                  <a:pt x="189363" y="114766"/>
                </a:moveTo>
                <a:cubicBezTo>
                  <a:pt x="189363" y="109428"/>
                  <a:pt x="187806" y="105692"/>
                  <a:pt x="184692" y="103557"/>
                </a:cubicBezTo>
                <a:cubicBezTo>
                  <a:pt x="181579" y="101421"/>
                  <a:pt x="176419" y="100353"/>
                  <a:pt x="169212" y="100353"/>
                </a:cubicBezTo>
                <a:cubicBezTo>
                  <a:pt x="162540" y="100353"/>
                  <a:pt x="157380" y="101443"/>
                  <a:pt x="153732" y="103622"/>
                </a:cubicBezTo>
                <a:cubicBezTo>
                  <a:pt x="150085" y="105802"/>
                  <a:pt x="148261" y="109739"/>
                  <a:pt x="148261" y="115434"/>
                </a:cubicBezTo>
                <a:cubicBezTo>
                  <a:pt x="148261" y="118459"/>
                  <a:pt x="148772" y="121039"/>
                  <a:pt x="149794" y="123174"/>
                </a:cubicBezTo>
                <a:cubicBezTo>
                  <a:pt x="150818" y="125309"/>
                  <a:pt x="152197" y="127044"/>
                  <a:pt x="153932" y="128379"/>
                </a:cubicBezTo>
                <a:cubicBezTo>
                  <a:pt x="155667" y="129713"/>
                  <a:pt x="157735" y="130691"/>
                  <a:pt x="160136" y="131313"/>
                </a:cubicBezTo>
                <a:cubicBezTo>
                  <a:pt x="162539" y="131936"/>
                  <a:pt x="165120" y="132248"/>
                  <a:pt x="167878" y="132248"/>
                </a:cubicBezTo>
                <a:cubicBezTo>
                  <a:pt x="170547" y="132248"/>
                  <a:pt x="173171" y="131892"/>
                  <a:pt x="175751" y="131181"/>
                </a:cubicBezTo>
                <a:cubicBezTo>
                  <a:pt x="178331" y="130469"/>
                  <a:pt x="180622" y="129402"/>
                  <a:pt x="182623" y="127977"/>
                </a:cubicBezTo>
                <a:cubicBezTo>
                  <a:pt x="184625" y="126553"/>
                  <a:pt x="186249" y="124751"/>
                  <a:pt x="187494" y="122571"/>
                </a:cubicBezTo>
                <a:cubicBezTo>
                  <a:pt x="188740" y="120392"/>
                  <a:pt x="189363" y="117791"/>
                  <a:pt x="189363" y="114766"/>
                </a:cubicBezTo>
                <a:moveTo>
                  <a:pt x="182157" y="56983"/>
                </a:moveTo>
                <a:cubicBezTo>
                  <a:pt x="182157" y="51378"/>
                  <a:pt x="180822" y="47108"/>
                  <a:pt x="178153" y="44173"/>
                </a:cubicBezTo>
                <a:cubicBezTo>
                  <a:pt x="175484" y="41236"/>
                  <a:pt x="171971" y="39768"/>
                  <a:pt x="167612" y="39768"/>
                </a:cubicBezTo>
                <a:cubicBezTo>
                  <a:pt x="162807" y="39768"/>
                  <a:pt x="159071" y="41392"/>
                  <a:pt x="156402" y="44639"/>
                </a:cubicBezTo>
                <a:cubicBezTo>
                  <a:pt x="153733" y="47886"/>
                  <a:pt x="152399" y="52223"/>
                  <a:pt x="152399" y="57649"/>
                </a:cubicBezTo>
                <a:cubicBezTo>
                  <a:pt x="152399" y="63254"/>
                  <a:pt x="153622" y="67680"/>
                  <a:pt x="156068" y="70927"/>
                </a:cubicBezTo>
                <a:cubicBezTo>
                  <a:pt x="158514" y="74175"/>
                  <a:pt x="162317" y="75798"/>
                  <a:pt x="167477" y="75798"/>
                </a:cubicBezTo>
                <a:cubicBezTo>
                  <a:pt x="170058" y="75798"/>
                  <a:pt x="172260" y="75287"/>
                  <a:pt x="174083" y="74265"/>
                </a:cubicBezTo>
                <a:cubicBezTo>
                  <a:pt x="175907" y="73241"/>
                  <a:pt x="177420" y="71862"/>
                  <a:pt x="178620" y="70127"/>
                </a:cubicBezTo>
                <a:cubicBezTo>
                  <a:pt x="179821" y="68392"/>
                  <a:pt x="180711" y="66391"/>
                  <a:pt x="181289" y="64122"/>
                </a:cubicBezTo>
                <a:cubicBezTo>
                  <a:pt x="181867" y="61854"/>
                  <a:pt x="182157" y="59474"/>
                  <a:pt x="182157" y="56983"/>
                </a:cubicBezTo>
                <a:moveTo>
                  <a:pt x="141989" y="57649"/>
                </a:moveTo>
                <a:cubicBezTo>
                  <a:pt x="141989" y="53913"/>
                  <a:pt x="142656" y="50688"/>
                  <a:pt x="143991" y="47975"/>
                </a:cubicBezTo>
                <a:cubicBezTo>
                  <a:pt x="145325" y="45261"/>
                  <a:pt x="147171" y="43015"/>
                  <a:pt x="149527" y="41236"/>
                </a:cubicBezTo>
                <a:cubicBezTo>
                  <a:pt x="151885" y="39457"/>
                  <a:pt x="154599" y="38122"/>
                  <a:pt x="157668" y="37233"/>
                </a:cubicBezTo>
                <a:cubicBezTo>
                  <a:pt x="160738" y="36343"/>
                  <a:pt x="164007" y="35897"/>
                  <a:pt x="167477" y="35897"/>
                </a:cubicBezTo>
                <a:cubicBezTo>
                  <a:pt x="169167" y="35897"/>
                  <a:pt x="170791" y="35942"/>
                  <a:pt x="172348" y="36032"/>
                </a:cubicBezTo>
                <a:cubicBezTo>
                  <a:pt x="173905" y="36120"/>
                  <a:pt x="175885" y="36253"/>
                  <a:pt x="178288" y="36431"/>
                </a:cubicBezTo>
                <a:cubicBezTo>
                  <a:pt x="180333" y="36609"/>
                  <a:pt x="182157" y="36742"/>
                  <a:pt x="183757" y="36832"/>
                </a:cubicBezTo>
                <a:cubicBezTo>
                  <a:pt x="185359" y="36920"/>
                  <a:pt x="186649" y="36964"/>
                  <a:pt x="187628" y="36964"/>
                </a:cubicBezTo>
                <a:cubicBezTo>
                  <a:pt x="192610" y="36964"/>
                  <a:pt x="196214" y="36742"/>
                  <a:pt x="198439" y="36299"/>
                </a:cubicBezTo>
                <a:cubicBezTo>
                  <a:pt x="198349" y="36742"/>
                  <a:pt x="198282" y="37209"/>
                  <a:pt x="198237" y="37699"/>
                </a:cubicBezTo>
                <a:cubicBezTo>
                  <a:pt x="198192" y="38188"/>
                  <a:pt x="198170" y="38655"/>
                  <a:pt x="198170" y="39100"/>
                </a:cubicBezTo>
                <a:cubicBezTo>
                  <a:pt x="198170" y="39546"/>
                  <a:pt x="198192" y="40013"/>
                  <a:pt x="198237" y="40503"/>
                </a:cubicBezTo>
                <a:cubicBezTo>
                  <a:pt x="198282" y="40992"/>
                  <a:pt x="198349" y="41458"/>
                  <a:pt x="198439" y="41902"/>
                </a:cubicBezTo>
                <a:cubicBezTo>
                  <a:pt x="195858" y="41725"/>
                  <a:pt x="193345" y="41524"/>
                  <a:pt x="190898" y="41302"/>
                </a:cubicBezTo>
                <a:cubicBezTo>
                  <a:pt x="188452" y="41079"/>
                  <a:pt x="186028" y="40924"/>
                  <a:pt x="183625" y="40835"/>
                </a:cubicBezTo>
                <a:lnTo>
                  <a:pt x="183358" y="41102"/>
                </a:lnTo>
                <a:cubicBezTo>
                  <a:pt x="186117" y="42614"/>
                  <a:pt x="188341" y="44950"/>
                  <a:pt x="190031" y="48109"/>
                </a:cubicBezTo>
                <a:cubicBezTo>
                  <a:pt x="191721" y="51266"/>
                  <a:pt x="192566" y="54536"/>
                  <a:pt x="192566" y="57918"/>
                </a:cubicBezTo>
                <a:cubicBezTo>
                  <a:pt x="192566" y="64590"/>
                  <a:pt x="190319" y="69816"/>
                  <a:pt x="185826" y="73597"/>
                </a:cubicBezTo>
                <a:cubicBezTo>
                  <a:pt x="181334" y="77378"/>
                  <a:pt x="175307" y="79268"/>
                  <a:pt x="167744" y="79268"/>
                </a:cubicBezTo>
                <a:cubicBezTo>
                  <a:pt x="166499" y="79268"/>
                  <a:pt x="165276" y="79224"/>
                  <a:pt x="164075" y="79136"/>
                </a:cubicBezTo>
                <a:cubicBezTo>
                  <a:pt x="162873" y="79046"/>
                  <a:pt x="161650" y="79001"/>
                  <a:pt x="160405" y="79001"/>
                </a:cubicBezTo>
                <a:cubicBezTo>
                  <a:pt x="158803" y="79001"/>
                  <a:pt x="157313" y="79579"/>
                  <a:pt x="155934" y="80736"/>
                </a:cubicBezTo>
                <a:cubicBezTo>
                  <a:pt x="154556" y="81893"/>
                  <a:pt x="153867" y="83361"/>
                  <a:pt x="153867" y="85140"/>
                </a:cubicBezTo>
                <a:cubicBezTo>
                  <a:pt x="153867" y="87454"/>
                  <a:pt x="154423" y="89144"/>
                  <a:pt x="155534" y="90213"/>
                </a:cubicBezTo>
                <a:cubicBezTo>
                  <a:pt x="156646" y="91280"/>
                  <a:pt x="158714" y="91857"/>
                  <a:pt x="161739" y="91946"/>
                </a:cubicBezTo>
                <a:cubicBezTo>
                  <a:pt x="164230" y="92035"/>
                  <a:pt x="166676" y="92103"/>
                  <a:pt x="169078" y="92147"/>
                </a:cubicBezTo>
                <a:cubicBezTo>
                  <a:pt x="171480" y="92191"/>
                  <a:pt x="173927" y="92257"/>
                  <a:pt x="176418" y="92347"/>
                </a:cubicBezTo>
                <a:cubicBezTo>
                  <a:pt x="180511" y="92435"/>
                  <a:pt x="184004" y="92924"/>
                  <a:pt x="186895" y="93815"/>
                </a:cubicBezTo>
                <a:cubicBezTo>
                  <a:pt x="189787" y="94704"/>
                  <a:pt x="192144" y="95905"/>
                  <a:pt x="193967" y="97417"/>
                </a:cubicBezTo>
                <a:cubicBezTo>
                  <a:pt x="195792" y="98929"/>
                  <a:pt x="197126" y="100664"/>
                  <a:pt x="197970" y="102622"/>
                </a:cubicBezTo>
                <a:cubicBezTo>
                  <a:pt x="198816" y="104579"/>
                  <a:pt x="199239" y="106715"/>
                  <a:pt x="199239" y="109028"/>
                </a:cubicBezTo>
                <a:cubicBezTo>
                  <a:pt x="199239" y="112142"/>
                  <a:pt x="198638" y="115300"/>
                  <a:pt x="197437" y="118503"/>
                </a:cubicBezTo>
                <a:cubicBezTo>
                  <a:pt x="196235" y="121705"/>
                  <a:pt x="194367" y="124596"/>
                  <a:pt x="191831" y="127175"/>
                </a:cubicBezTo>
                <a:cubicBezTo>
                  <a:pt x="189296" y="129756"/>
                  <a:pt x="186027" y="131891"/>
                  <a:pt x="182022" y="133581"/>
                </a:cubicBezTo>
                <a:cubicBezTo>
                  <a:pt x="178019" y="135273"/>
                  <a:pt x="173215" y="136119"/>
                  <a:pt x="167612" y="136119"/>
                </a:cubicBezTo>
                <a:cubicBezTo>
                  <a:pt x="158982" y="136119"/>
                  <a:pt x="152176" y="134405"/>
                  <a:pt x="147194" y="130979"/>
                </a:cubicBezTo>
                <a:cubicBezTo>
                  <a:pt x="142212" y="127554"/>
                  <a:pt x="139721" y="122861"/>
                  <a:pt x="139721" y="116900"/>
                </a:cubicBezTo>
                <a:cubicBezTo>
                  <a:pt x="139721" y="114588"/>
                  <a:pt x="140143" y="112454"/>
                  <a:pt x="140987" y="110496"/>
                </a:cubicBezTo>
                <a:cubicBezTo>
                  <a:pt x="141833" y="108539"/>
                  <a:pt x="142923" y="106804"/>
                  <a:pt x="144258" y="105291"/>
                </a:cubicBezTo>
                <a:cubicBezTo>
                  <a:pt x="145592" y="103779"/>
                  <a:pt x="147104" y="102578"/>
                  <a:pt x="148794" y="101687"/>
                </a:cubicBezTo>
                <a:cubicBezTo>
                  <a:pt x="150485" y="100798"/>
                  <a:pt x="152219" y="100131"/>
                  <a:pt x="153999" y="99686"/>
                </a:cubicBezTo>
                <a:lnTo>
                  <a:pt x="153999" y="99419"/>
                </a:lnTo>
                <a:cubicBezTo>
                  <a:pt x="151241" y="98618"/>
                  <a:pt x="149149" y="97283"/>
                  <a:pt x="147725" y="95416"/>
                </a:cubicBezTo>
                <a:cubicBezTo>
                  <a:pt x="146303" y="93548"/>
                  <a:pt x="145591" y="91323"/>
                  <a:pt x="145591" y="88743"/>
                </a:cubicBezTo>
                <a:cubicBezTo>
                  <a:pt x="145591" y="87230"/>
                  <a:pt x="145881" y="85852"/>
                  <a:pt x="146459" y="84607"/>
                </a:cubicBezTo>
                <a:cubicBezTo>
                  <a:pt x="147037" y="83361"/>
                  <a:pt x="147771" y="82248"/>
                  <a:pt x="148660" y="81270"/>
                </a:cubicBezTo>
                <a:cubicBezTo>
                  <a:pt x="149551" y="80291"/>
                  <a:pt x="150574" y="79491"/>
                  <a:pt x="151731" y="78869"/>
                </a:cubicBezTo>
                <a:cubicBezTo>
                  <a:pt x="152887" y="78246"/>
                  <a:pt x="153999" y="77845"/>
                  <a:pt x="155066" y="77667"/>
                </a:cubicBezTo>
                <a:lnTo>
                  <a:pt x="155066" y="77401"/>
                </a:lnTo>
                <a:cubicBezTo>
                  <a:pt x="150975" y="75621"/>
                  <a:pt x="147772" y="73108"/>
                  <a:pt x="145459" y="69860"/>
                </a:cubicBezTo>
                <a:cubicBezTo>
                  <a:pt x="143146" y="66613"/>
                  <a:pt x="141989" y="62543"/>
                  <a:pt x="141989" y="57649"/>
                </a:cubicBezTo>
                <a:close/>
                <a:moveTo>
                  <a:pt x="255686" y="63120"/>
                </a:moveTo>
                <a:cubicBezTo>
                  <a:pt x="255686" y="56448"/>
                  <a:pt x="254396" y="51400"/>
                  <a:pt x="251815" y="47975"/>
                </a:cubicBezTo>
                <a:cubicBezTo>
                  <a:pt x="249236" y="44550"/>
                  <a:pt x="245678" y="42837"/>
                  <a:pt x="241141" y="42837"/>
                </a:cubicBezTo>
                <a:cubicBezTo>
                  <a:pt x="234914" y="42837"/>
                  <a:pt x="230355" y="44750"/>
                  <a:pt x="227463" y="48575"/>
                </a:cubicBezTo>
                <a:cubicBezTo>
                  <a:pt x="224572" y="52401"/>
                  <a:pt x="223126" y="57783"/>
                  <a:pt x="223126" y="64723"/>
                </a:cubicBezTo>
                <a:lnTo>
                  <a:pt x="223126" y="76065"/>
                </a:lnTo>
                <a:cubicBezTo>
                  <a:pt x="223126" y="80070"/>
                  <a:pt x="223193" y="84274"/>
                  <a:pt x="223326" y="88677"/>
                </a:cubicBezTo>
                <a:cubicBezTo>
                  <a:pt x="223459" y="93081"/>
                  <a:pt x="223748" y="97062"/>
                  <a:pt x="224193" y="100620"/>
                </a:cubicBezTo>
                <a:cubicBezTo>
                  <a:pt x="222147" y="100442"/>
                  <a:pt x="220146" y="100353"/>
                  <a:pt x="218188" y="100353"/>
                </a:cubicBezTo>
                <a:cubicBezTo>
                  <a:pt x="216231" y="100353"/>
                  <a:pt x="214229" y="100442"/>
                  <a:pt x="212183" y="100620"/>
                </a:cubicBezTo>
                <a:cubicBezTo>
                  <a:pt x="212627" y="97062"/>
                  <a:pt x="212916" y="93081"/>
                  <a:pt x="213049" y="88677"/>
                </a:cubicBezTo>
                <a:cubicBezTo>
                  <a:pt x="213183" y="84274"/>
                  <a:pt x="213250" y="80070"/>
                  <a:pt x="213250" y="76065"/>
                </a:cubicBezTo>
                <a:lnTo>
                  <a:pt x="213250" y="62188"/>
                </a:lnTo>
                <a:cubicBezTo>
                  <a:pt x="213250" y="58184"/>
                  <a:pt x="213183" y="53981"/>
                  <a:pt x="213049" y="49577"/>
                </a:cubicBezTo>
                <a:cubicBezTo>
                  <a:pt x="212916" y="45173"/>
                  <a:pt x="212627" y="41058"/>
                  <a:pt x="212183" y="37231"/>
                </a:cubicBezTo>
                <a:cubicBezTo>
                  <a:pt x="214674" y="37676"/>
                  <a:pt x="216676" y="37899"/>
                  <a:pt x="218188" y="37899"/>
                </a:cubicBezTo>
                <a:cubicBezTo>
                  <a:pt x="218900" y="37899"/>
                  <a:pt x="219677" y="37833"/>
                  <a:pt x="220522" y="37699"/>
                </a:cubicBezTo>
                <a:cubicBezTo>
                  <a:pt x="221368" y="37566"/>
                  <a:pt x="222369" y="37410"/>
                  <a:pt x="223525" y="37231"/>
                </a:cubicBezTo>
                <a:cubicBezTo>
                  <a:pt x="223259" y="40791"/>
                  <a:pt x="223126" y="44349"/>
                  <a:pt x="223126" y="47907"/>
                </a:cubicBezTo>
                <a:lnTo>
                  <a:pt x="223393" y="47907"/>
                </a:lnTo>
                <a:cubicBezTo>
                  <a:pt x="225884" y="44082"/>
                  <a:pt x="228864" y="41124"/>
                  <a:pt x="232334" y="39033"/>
                </a:cubicBezTo>
                <a:cubicBezTo>
                  <a:pt x="235804" y="36943"/>
                  <a:pt x="239941" y="35897"/>
                  <a:pt x="244745" y="35897"/>
                </a:cubicBezTo>
                <a:cubicBezTo>
                  <a:pt x="247236" y="35897"/>
                  <a:pt x="249749" y="36254"/>
                  <a:pt x="252284" y="36966"/>
                </a:cubicBezTo>
                <a:cubicBezTo>
                  <a:pt x="254819" y="37678"/>
                  <a:pt x="257110" y="38901"/>
                  <a:pt x="259156" y="40636"/>
                </a:cubicBezTo>
                <a:cubicBezTo>
                  <a:pt x="261203" y="42371"/>
                  <a:pt x="262872" y="44729"/>
                  <a:pt x="264161" y="47710"/>
                </a:cubicBezTo>
                <a:cubicBezTo>
                  <a:pt x="265451" y="50690"/>
                  <a:pt x="266096" y="54492"/>
                  <a:pt x="266096" y="59117"/>
                </a:cubicBezTo>
                <a:cubicBezTo>
                  <a:pt x="266096" y="62942"/>
                  <a:pt x="266007" y="66879"/>
                  <a:pt x="265829" y="70927"/>
                </a:cubicBezTo>
                <a:cubicBezTo>
                  <a:pt x="265651" y="74975"/>
                  <a:pt x="265562" y="79269"/>
                  <a:pt x="265562" y="83807"/>
                </a:cubicBezTo>
                <a:lnTo>
                  <a:pt x="265562" y="92479"/>
                </a:lnTo>
                <a:cubicBezTo>
                  <a:pt x="265562" y="93903"/>
                  <a:pt x="265584" y="95305"/>
                  <a:pt x="265629" y="96684"/>
                </a:cubicBezTo>
                <a:cubicBezTo>
                  <a:pt x="265674" y="98063"/>
                  <a:pt x="265741" y="99375"/>
                  <a:pt x="265829" y="100620"/>
                </a:cubicBezTo>
                <a:cubicBezTo>
                  <a:pt x="264049" y="100442"/>
                  <a:pt x="262181" y="100353"/>
                  <a:pt x="260225" y="100353"/>
                </a:cubicBezTo>
                <a:cubicBezTo>
                  <a:pt x="258356" y="100353"/>
                  <a:pt x="256532" y="100442"/>
                  <a:pt x="254754" y="100620"/>
                </a:cubicBezTo>
                <a:cubicBezTo>
                  <a:pt x="254931" y="95994"/>
                  <a:pt x="255131" y="91234"/>
                  <a:pt x="255352" y="86342"/>
                </a:cubicBezTo>
                <a:cubicBezTo>
                  <a:pt x="255575" y="81448"/>
                  <a:pt x="255686" y="76421"/>
                  <a:pt x="255686" y="71261"/>
                </a:cubicBezTo>
                <a:lnTo>
                  <a:pt x="255686" y="63120"/>
                </a:lnTo>
                <a:close/>
                <a:moveTo>
                  <a:pt x="311737" y="40167"/>
                </a:moveTo>
                <a:cubicBezTo>
                  <a:pt x="308445" y="40167"/>
                  <a:pt x="305664" y="40924"/>
                  <a:pt x="303394" y="42436"/>
                </a:cubicBezTo>
                <a:cubicBezTo>
                  <a:pt x="301126" y="43948"/>
                  <a:pt x="299258" y="45839"/>
                  <a:pt x="297790" y="48109"/>
                </a:cubicBezTo>
                <a:cubicBezTo>
                  <a:pt x="296323" y="50377"/>
                  <a:pt x="295211" y="52868"/>
                  <a:pt x="294455" y="55582"/>
                </a:cubicBezTo>
                <a:cubicBezTo>
                  <a:pt x="293699" y="58296"/>
                  <a:pt x="293232" y="60853"/>
                  <a:pt x="293054" y="63255"/>
                </a:cubicBezTo>
                <a:cubicBezTo>
                  <a:pt x="295811" y="63344"/>
                  <a:pt x="298680" y="63434"/>
                  <a:pt x="301659" y="63523"/>
                </a:cubicBezTo>
                <a:cubicBezTo>
                  <a:pt x="304640" y="63612"/>
                  <a:pt x="307554" y="63656"/>
                  <a:pt x="310401" y="63656"/>
                </a:cubicBezTo>
                <a:cubicBezTo>
                  <a:pt x="313337" y="63656"/>
                  <a:pt x="316318" y="63612"/>
                  <a:pt x="319342" y="63523"/>
                </a:cubicBezTo>
                <a:cubicBezTo>
                  <a:pt x="322367" y="63434"/>
                  <a:pt x="325303" y="63344"/>
                  <a:pt x="328151" y="63255"/>
                </a:cubicBezTo>
                <a:cubicBezTo>
                  <a:pt x="328151" y="60853"/>
                  <a:pt x="327951" y="58318"/>
                  <a:pt x="327550" y="55649"/>
                </a:cubicBezTo>
                <a:cubicBezTo>
                  <a:pt x="327150" y="52979"/>
                  <a:pt x="326349" y="50487"/>
                  <a:pt x="325148" y="48174"/>
                </a:cubicBezTo>
                <a:cubicBezTo>
                  <a:pt x="323946" y="45861"/>
                  <a:pt x="322278" y="43948"/>
                  <a:pt x="320143" y="42436"/>
                </a:cubicBezTo>
                <a:cubicBezTo>
                  <a:pt x="318007" y="40924"/>
                  <a:pt x="315205" y="40167"/>
                  <a:pt x="311737" y="40167"/>
                </a:cubicBezTo>
                <a:moveTo>
                  <a:pt x="280910" y="70995"/>
                </a:moveTo>
                <a:cubicBezTo>
                  <a:pt x="280910" y="60052"/>
                  <a:pt x="283511" y="51467"/>
                  <a:pt x="288715" y="45240"/>
                </a:cubicBezTo>
                <a:cubicBezTo>
                  <a:pt x="293919" y="39012"/>
                  <a:pt x="301505" y="35897"/>
                  <a:pt x="311470" y="35897"/>
                </a:cubicBezTo>
                <a:cubicBezTo>
                  <a:pt x="316185" y="35897"/>
                  <a:pt x="320255" y="36632"/>
                  <a:pt x="323680" y="38101"/>
                </a:cubicBezTo>
                <a:cubicBezTo>
                  <a:pt x="327105" y="39568"/>
                  <a:pt x="329974" y="41525"/>
                  <a:pt x="332287" y="43971"/>
                </a:cubicBezTo>
                <a:cubicBezTo>
                  <a:pt x="334600" y="46417"/>
                  <a:pt x="336313" y="49287"/>
                  <a:pt x="337424" y="52579"/>
                </a:cubicBezTo>
                <a:cubicBezTo>
                  <a:pt x="338536" y="55870"/>
                  <a:pt x="339092" y="59384"/>
                  <a:pt x="339092" y="63120"/>
                </a:cubicBezTo>
                <a:cubicBezTo>
                  <a:pt x="339092" y="64011"/>
                  <a:pt x="339070" y="64879"/>
                  <a:pt x="339025" y="65725"/>
                </a:cubicBezTo>
                <a:cubicBezTo>
                  <a:pt x="338981" y="66569"/>
                  <a:pt x="338915" y="67436"/>
                  <a:pt x="338825" y="68325"/>
                </a:cubicBezTo>
                <a:cubicBezTo>
                  <a:pt x="334021" y="68237"/>
                  <a:pt x="329262" y="68149"/>
                  <a:pt x="324547" y="68060"/>
                </a:cubicBezTo>
                <a:cubicBezTo>
                  <a:pt x="319832" y="67971"/>
                  <a:pt x="315073" y="67926"/>
                  <a:pt x="310269" y="67926"/>
                </a:cubicBezTo>
                <a:cubicBezTo>
                  <a:pt x="307332" y="67926"/>
                  <a:pt x="304418" y="67971"/>
                  <a:pt x="301527" y="68060"/>
                </a:cubicBezTo>
                <a:cubicBezTo>
                  <a:pt x="298635" y="68149"/>
                  <a:pt x="295722" y="68237"/>
                  <a:pt x="292785" y="68325"/>
                </a:cubicBezTo>
                <a:cubicBezTo>
                  <a:pt x="292697" y="68770"/>
                  <a:pt x="292653" y="69437"/>
                  <a:pt x="292653" y="70327"/>
                </a:cubicBezTo>
                <a:lnTo>
                  <a:pt x="292653" y="72062"/>
                </a:lnTo>
                <a:cubicBezTo>
                  <a:pt x="292653" y="75531"/>
                  <a:pt x="293164" y="78779"/>
                  <a:pt x="294186" y="81805"/>
                </a:cubicBezTo>
                <a:cubicBezTo>
                  <a:pt x="295210" y="84830"/>
                  <a:pt x="296700" y="87432"/>
                  <a:pt x="298658" y="89612"/>
                </a:cubicBezTo>
                <a:cubicBezTo>
                  <a:pt x="300615" y="91791"/>
                  <a:pt x="303017" y="93526"/>
                  <a:pt x="305864" y="94817"/>
                </a:cubicBezTo>
                <a:cubicBezTo>
                  <a:pt x="308711" y="96106"/>
                  <a:pt x="312003" y="96751"/>
                  <a:pt x="315740" y="96751"/>
                </a:cubicBezTo>
                <a:cubicBezTo>
                  <a:pt x="317518" y="96751"/>
                  <a:pt x="319342" y="96507"/>
                  <a:pt x="321210" y="96018"/>
                </a:cubicBezTo>
                <a:cubicBezTo>
                  <a:pt x="323079" y="95528"/>
                  <a:pt x="324903" y="94860"/>
                  <a:pt x="326681" y="94015"/>
                </a:cubicBezTo>
                <a:cubicBezTo>
                  <a:pt x="328461" y="93169"/>
                  <a:pt x="330129" y="92168"/>
                  <a:pt x="331686" y="91013"/>
                </a:cubicBezTo>
                <a:cubicBezTo>
                  <a:pt x="333243" y="89856"/>
                  <a:pt x="334600" y="88610"/>
                  <a:pt x="335757" y="87275"/>
                </a:cubicBezTo>
                <a:lnTo>
                  <a:pt x="336425" y="87676"/>
                </a:lnTo>
                <a:lnTo>
                  <a:pt x="335624" y="94214"/>
                </a:lnTo>
                <a:cubicBezTo>
                  <a:pt x="332954" y="96349"/>
                  <a:pt x="329640" y="98173"/>
                  <a:pt x="325681" y="99686"/>
                </a:cubicBezTo>
                <a:cubicBezTo>
                  <a:pt x="321723" y="101198"/>
                  <a:pt x="317608" y="101954"/>
                  <a:pt x="313337" y="101954"/>
                </a:cubicBezTo>
                <a:cubicBezTo>
                  <a:pt x="308533" y="101954"/>
                  <a:pt x="304151" y="101220"/>
                  <a:pt x="300191" y="99753"/>
                </a:cubicBezTo>
                <a:cubicBezTo>
                  <a:pt x="296233" y="98285"/>
                  <a:pt x="292808" y="96151"/>
                  <a:pt x="289916" y="93349"/>
                </a:cubicBezTo>
                <a:cubicBezTo>
                  <a:pt x="287026" y="90545"/>
                  <a:pt x="284802" y="87231"/>
                  <a:pt x="283245" y="83406"/>
                </a:cubicBezTo>
                <a:cubicBezTo>
                  <a:pt x="281688" y="79580"/>
                  <a:pt x="280910" y="75443"/>
                  <a:pt x="280910" y="70995"/>
                </a:cubicBezTo>
                <a:close/>
                <a:moveTo>
                  <a:pt x="360312" y="70327"/>
                </a:moveTo>
                <a:cubicBezTo>
                  <a:pt x="360312" y="75666"/>
                  <a:pt x="360868" y="80070"/>
                  <a:pt x="361980" y="83540"/>
                </a:cubicBezTo>
                <a:cubicBezTo>
                  <a:pt x="363092" y="87008"/>
                  <a:pt x="364515" y="89789"/>
                  <a:pt x="366250" y="91881"/>
                </a:cubicBezTo>
                <a:cubicBezTo>
                  <a:pt x="367985" y="93971"/>
                  <a:pt x="369964" y="95417"/>
                  <a:pt x="372188" y="96218"/>
                </a:cubicBezTo>
                <a:cubicBezTo>
                  <a:pt x="374413" y="97017"/>
                  <a:pt x="376593" y="97417"/>
                  <a:pt x="378728" y="97417"/>
                </a:cubicBezTo>
                <a:cubicBezTo>
                  <a:pt x="382198" y="97417"/>
                  <a:pt x="385178" y="96550"/>
                  <a:pt x="387669" y="94815"/>
                </a:cubicBezTo>
                <a:cubicBezTo>
                  <a:pt x="390160" y="93080"/>
                  <a:pt x="392229" y="90812"/>
                  <a:pt x="393874" y="88010"/>
                </a:cubicBezTo>
                <a:cubicBezTo>
                  <a:pt x="395519" y="85208"/>
                  <a:pt x="396720" y="82028"/>
                  <a:pt x="397476" y="78470"/>
                </a:cubicBezTo>
                <a:cubicBezTo>
                  <a:pt x="398234" y="74910"/>
                  <a:pt x="398612" y="71351"/>
                  <a:pt x="398612" y="67791"/>
                </a:cubicBezTo>
                <a:cubicBezTo>
                  <a:pt x="398612" y="59251"/>
                  <a:pt x="396966" y="52735"/>
                  <a:pt x="393674" y="48243"/>
                </a:cubicBezTo>
                <a:cubicBezTo>
                  <a:pt x="390382" y="43750"/>
                  <a:pt x="385533" y="41503"/>
                  <a:pt x="379127" y="41503"/>
                </a:cubicBezTo>
                <a:cubicBezTo>
                  <a:pt x="375925" y="41503"/>
                  <a:pt x="373145" y="42237"/>
                  <a:pt x="370787" y="43704"/>
                </a:cubicBezTo>
                <a:cubicBezTo>
                  <a:pt x="368430" y="45172"/>
                  <a:pt x="366473" y="47218"/>
                  <a:pt x="364916" y="49844"/>
                </a:cubicBezTo>
                <a:cubicBezTo>
                  <a:pt x="363359" y="52468"/>
                  <a:pt x="362202" y="55537"/>
                  <a:pt x="361446" y="59052"/>
                </a:cubicBezTo>
                <a:cubicBezTo>
                  <a:pt x="360690" y="62565"/>
                  <a:pt x="360312" y="66323"/>
                  <a:pt x="360312" y="70327"/>
                </a:cubicBezTo>
                <a:moveTo>
                  <a:pt x="398211" y="87942"/>
                </a:moveTo>
                <a:cubicBezTo>
                  <a:pt x="397500" y="89366"/>
                  <a:pt x="396544" y="90902"/>
                  <a:pt x="395342" y="92548"/>
                </a:cubicBezTo>
                <a:cubicBezTo>
                  <a:pt x="394141" y="94194"/>
                  <a:pt x="392628" y="95728"/>
                  <a:pt x="390803" y="97152"/>
                </a:cubicBezTo>
                <a:cubicBezTo>
                  <a:pt x="388980" y="98575"/>
                  <a:pt x="386823" y="99731"/>
                  <a:pt x="384332" y="100620"/>
                </a:cubicBezTo>
                <a:cubicBezTo>
                  <a:pt x="381841" y="101509"/>
                  <a:pt x="378949" y="101954"/>
                  <a:pt x="375657" y="101954"/>
                </a:cubicBezTo>
                <a:cubicBezTo>
                  <a:pt x="372277" y="101954"/>
                  <a:pt x="368964" y="101376"/>
                  <a:pt x="365716" y="100219"/>
                </a:cubicBezTo>
                <a:cubicBezTo>
                  <a:pt x="362469" y="99062"/>
                  <a:pt x="359578" y="97172"/>
                  <a:pt x="357042" y="94548"/>
                </a:cubicBezTo>
                <a:cubicBezTo>
                  <a:pt x="354506" y="91924"/>
                  <a:pt x="352460" y="88544"/>
                  <a:pt x="350903" y="84407"/>
                </a:cubicBezTo>
                <a:cubicBezTo>
                  <a:pt x="349347" y="80270"/>
                  <a:pt x="348569" y="75309"/>
                  <a:pt x="348569" y="69526"/>
                </a:cubicBezTo>
                <a:cubicBezTo>
                  <a:pt x="348569" y="63833"/>
                  <a:pt x="349414" y="58896"/>
                  <a:pt x="351104" y="54715"/>
                </a:cubicBezTo>
                <a:cubicBezTo>
                  <a:pt x="352794" y="50532"/>
                  <a:pt x="354996" y="47040"/>
                  <a:pt x="357710" y="44238"/>
                </a:cubicBezTo>
                <a:cubicBezTo>
                  <a:pt x="360423" y="41436"/>
                  <a:pt x="363493" y="39345"/>
                  <a:pt x="366918" y="37966"/>
                </a:cubicBezTo>
                <a:cubicBezTo>
                  <a:pt x="370343" y="36587"/>
                  <a:pt x="373790" y="35897"/>
                  <a:pt x="377260" y="35897"/>
                </a:cubicBezTo>
                <a:cubicBezTo>
                  <a:pt x="387135" y="35897"/>
                  <a:pt x="393985" y="40346"/>
                  <a:pt x="397810" y="49243"/>
                </a:cubicBezTo>
                <a:lnTo>
                  <a:pt x="398077" y="49243"/>
                </a:lnTo>
                <a:lnTo>
                  <a:pt x="398077" y="36164"/>
                </a:lnTo>
                <a:cubicBezTo>
                  <a:pt x="398077" y="32784"/>
                  <a:pt x="398054" y="29381"/>
                  <a:pt x="398010" y="25956"/>
                </a:cubicBezTo>
                <a:cubicBezTo>
                  <a:pt x="397966" y="22531"/>
                  <a:pt x="397922" y="19262"/>
                  <a:pt x="397877" y="16148"/>
                </a:cubicBezTo>
                <a:cubicBezTo>
                  <a:pt x="397832" y="13033"/>
                  <a:pt x="397788" y="10098"/>
                  <a:pt x="397743" y="7341"/>
                </a:cubicBezTo>
                <a:cubicBezTo>
                  <a:pt x="397699" y="4582"/>
                  <a:pt x="397633" y="2135"/>
                  <a:pt x="397543" y="0"/>
                </a:cubicBezTo>
                <a:cubicBezTo>
                  <a:pt x="398612" y="178"/>
                  <a:pt x="399635" y="334"/>
                  <a:pt x="400612" y="468"/>
                </a:cubicBezTo>
                <a:cubicBezTo>
                  <a:pt x="401591" y="601"/>
                  <a:pt x="402570" y="668"/>
                  <a:pt x="403548" y="668"/>
                </a:cubicBezTo>
                <a:cubicBezTo>
                  <a:pt x="404527" y="668"/>
                  <a:pt x="405483" y="601"/>
                  <a:pt x="406417" y="468"/>
                </a:cubicBezTo>
                <a:cubicBezTo>
                  <a:pt x="407351" y="334"/>
                  <a:pt x="408397" y="178"/>
                  <a:pt x="409553" y="0"/>
                </a:cubicBezTo>
                <a:cubicBezTo>
                  <a:pt x="409287" y="2847"/>
                  <a:pt x="409065" y="6961"/>
                  <a:pt x="408887" y="12344"/>
                </a:cubicBezTo>
                <a:cubicBezTo>
                  <a:pt x="408710" y="17726"/>
                  <a:pt x="408553" y="23665"/>
                  <a:pt x="408419" y="30159"/>
                </a:cubicBezTo>
                <a:cubicBezTo>
                  <a:pt x="408286" y="36654"/>
                  <a:pt x="408175" y="43326"/>
                  <a:pt x="408085" y="50178"/>
                </a:cubicBezTo>
                <a:cubicBezTo>
                  <a:pt x="407997" y="57028"/>
                  <a:pt x="407953" y="63299"/>
                  <a:pt x="407953" y="68993"/>
                </a:cubicBezTo>
                <a:cubicBezTo>
                  <a:pt x="407953" y="75132"/>
                  <a:pt x="407997" y="80648"/>
                  <a:pt x="408085" y="85542"/>
                </a:cubicBezTo>
                <a:cubicBezTo>
                  <a:pt x="408175" y="90434"/>
                  <a:pt x="408264" y="95460"/>
                  <a:pt x="408354" y="100620"/>
                </a:cubicBezTo>
                <a:cubicBezTo>
                  <a:pt x="406574" y="100442"/>
                  <a:pt x="404839" y="100353"/>
                  <a:pt x="403149" y="100353"/>
                </a:cubicBezTo>
                <a:cubicBezTo>
                  <a:pt x="401547" y="100353"/>
                  <a:pt x="399857" y="100442"/>
                  <a:pt x="398077" y="100620"/>
                </a:cubicBezTo>
                <a:lnTo>
                  <a:pt x="398478" y="87942"/>
                </a:lnTo>
                <a:lnTo>
                  <a:pt x="398211" y="87942"/>
                </a:lnTo>
                <a:close/>
                <a:moveTo>
                  <a:pt x="481896" y="100620"/>
                </a:moveTo>
                <a:cubicBezTo>
                  <a:pt x="480829" y="97328"/>
                  <a:pt x="479405" y="93147"/>
                  <a:pt x="477626" y="88077"/>
                </a:cubicBezTo>
                <a:cubicBezTo>
                  <a:pt x="475847" y="83005"/>
                  <a:pt x="473912" y="77600"/>
                  <a:pt x="471820" y="71862"/>
                </a:cubicBezTo>
                <a:cubicBezTo>
                  <a:pt x="469730" y="66124"/>
                  <a:pt x="467550" y="60253"/>
                  <a:pt x="465282" y="54248"/>
                </a:cubicBezTo>
                <a:cubicBezTo>
                  <a:pt x="463013" y="48243"/>
                  <a:pt x="460767" y="42570"/>
                  <a:pt x="458544" y="37231"/>
                </a:cubicBezTo>
                <a:cubicBezTo>
                  <a:pt x="459611" y="37410"/>
                  <a:pt x="460655" y="37566"/>
                  <a:pt x="461678" y="37699"/>
                </a:cubicBezTo>
                <a:cubicBezTo>
                  <a:pt x="462701" y="37833"/>
                  <a:pt x="463747" y="37899"/>
                  <a:pt x="464816" y="37899"/>
                </a:cubicBezTo>
                <a:cubicBezTo>
                  <a:pt x="465794" y="37899"/>
                  <a:pt x="466773" y="37833"/>
                  <a:pt x="467752" y="37699"/>
                </a:cubicBezTo>
                <a:cubicBezTo>
                  <a:pt x="468731" y="37566"/>
                  <a:pt x="469798" y="37410"/>
                  <a:pt x="470953" y="37231"/>
                </a:cubicBezTo>
                <a:cubicBezTo>
                  <a:pt x="473266" y="45595"/>
                  <a:pt x="475824" y="53980"/>
                  <a:pt x="478625" y="62387"/>
                </a:cubicBezTo>
                <a:cubicBezTo>
                  <a:pt x="481429" y="70794"/>
                  <a:pt x="484565" y="79446"/>
                  <a:pt x="488035" y="88344"/>
                </a:cubicBezTo>
                <a:cubicBezTo>
                  <a:pt x="489103" y="85853"/>
                  <a:pt x="490394" y="82561"/>
                  <a:pt x="491906" y="78468"/>
                </a:cubicBezTo>
                <a:cubicBezTo>
                  <a:pt x="493418" y="74375"/>
                  <a:pt x="494975" y="69971"/>
                  <a:pt x="496575" y="65256"/>
                </a:cubicBezTo>
                <a:cubicBezTo>
                  <a:pt x="498177" y="60542"/>
                  <a:pt x="499778" y="55738"/>
                  <a:pt x="501379" y="50846"/>
                </a:cubicBezTo>
                <a:cubicBezTo>
                  <a:pt x="502981" y="45952"/>
                  <a:pt x="504405" y="41414"/>
                  <a:pt x="505651" y="37231"/>
                </a:cubicBezTo>
                <a:cubicBezTo>
                  <a:pt x="507253" y="37676"/>
                  <a:pt x="508587" y="37899"/>
                  <a:pt x="509654" y="37899"/>
                </a:cubicBezTo>
                <a:cubicBezTo>
                  <a:pt x="510366" y="37899"/>
                  <a:pt x="510988" y="37833"/>
                  <a:pt x="511521" y="37699"/>
                </a:cubicBezTo>
                <a:cubicBezTo>
                  <a:pt x="512056" y="37566"/>
                  <a:pt x="512679" y="37410"/>
                  <a:pt x="513391" y="37231"/>
                </a:cubicBezTo>
                <a:cubicBezTo>
                  <a:pt x="515614" y="45773"/>
                  <a:pt x="518194" y="54203"/>
                  <a:pt x="521131" y="62522"/>
                </a:cubicBezTo>
                <a:cubicBezTo>
                  <a:pt x="524067" y="70839"/>
                  <a:pt x="527136" y="79446"/>
                  <a:pt x="530339" y="88344"/>
                </a:cubicBezTo>
                <a:cubicBezTo>
                  <a:pt x="531495" y="85497"/>
                  <a:pt x="532852" y="82005"/>
                  <a:pt x="534409" y="77869"/>
                </a:cubicBezTo>
                <a:cubicBezTo>
                  <a:pt x="535966" y="73731"/>
                  <a:pt x="537590" y="69372"/>
                  <a:pt x="539280" y="64790"/>
                </a:cubicBezTo>
                <a:cubicBezTo>
                  <a:pt x="540970" y="60208"/>
                  <a:pt x="542682" y="55515"/>
                  <a:pt x="544417" y="50711"/>
                </a:cubicBezTo>
                <a:cubicBezTo>
                  <a:pt x="546152" y="45907"/>
                  <a:pt x="547776" y="41414"/>
                  <a:pt x="549288" y="37231"/>
                </a:cubicBezTo>
                <a:cubicBezTo>
                  <a:pt x="551068" y="37676"/>
                  <a:pt x="552491" y="37899"/>
                  <a:pt x="553558" y="37899"/>
                </a:cubicBezTo>
                <a:cubicBezTo>
                  <a:pt x="554715" y="37899"/>
                  <a:pt x="556049" y="37676"/>
                  <a:pt x="557561" y="37231"/>
                </a:cubicBezTo>
                <a:cubicBezTo>
                  <a:pt x="552491" y="47996"/>
                  <a:pt x="547754" y="58628"/>
                  <a:pt x="543350" y="69127"/>
                </a:cubicBezTo>
                <a:cubicBezTo>
                  <a:pt x="538947" y="79625"/>
                  <a:pt x="534832" y="90123"/>
                  <a:pt x="531006" y="100620"/>
                </a:cubicBezTo>
                <a:cubicBezTo>
                  <a:pt x="530028" y="100442"/>
                  <a:pt x="528871" y="100353"/>
                  <a:pt x="527537" y="100353"/>
                </a:cubicBezTo>
                <a:cubicBezTo>
                  <a:pt x="526914" y="100353"/>
                  <a:pt x="526290" y="100353"/>
                  <a:pt x="525667" y="100353"/>
                </a:cubicBezTo>
                <a:cubicBezTo>
                  <a:pt x="525046" y="100353"/>
                  <a:pt x="524512" y="100442"/>
                  <a:pt x="524067" y="100620"/>
                </a:cubicBezTo>
                <a:cubicBezTo>
                  <a:pt x="521754" y="92702"/>
                  <a:pt x="519218" y="84739"/>
                  <a:pt x="516459" y="76733"/>
                </a:cubicBezTo>
                <a:cubicBezTo>
                  <a:pt x="513702" y="68726"/>
                  <a:pt x="510544" y="60319"/>
                  <a:pt x="506985" y="51512"/>
                </a:cubicBezTo>
                <a:cubicBezTo>
                  <a:pt x="505918" y="54180"/>
                  <a:pt x="504628" y="57495"/>
                  <a:pt x="503116" y="61455"/>
                </a:cubicBezTo>
                <a:cubicBezTo>
                  <a:pt x="501603" y="65413"/>
                  <a:pt x="500046" y="69661"/>
                  <a:pt x="498445" y="74198"/>
                </a:cubicBezTo>
                <a:cubicBezTo>
                  <a:pt x="496843" y="78734"/>
                  <a:pt x="495241" y="83338"/>
                  <a:pt x="493639" y="88010"/>
                </a:cubicBezTo>
                <a:cubicBezTo>
                  <a:pt x="492038" y="92681"/>
                  <a:pt x="490615" y="96884"/>
                  <a:pt x="489369" y="100620"/>
                </a:cubicBezTo>
                <a:cubicBezTo>
                  <a:pt x="488302" y="100442"/>
                  <a:pt x="487056" y="100353"/>
                  <a:pt x="485632" y="100353"/>
                </a:cubicBezTo>
                <a:cubicBezTo>
                  <a:pt x="484210" y="100353"/>
                  <a:pt x="482964" y="100442"/>
                  <a:pt x="481896" y="100620"/>
                </a:cubicBezTo>
                <a:close/>
                <a:moveTo>
                  <a:pt x="571708" y="14012"/>
                </a:moveTo>
                <a:cubicBezTo>
                  <a:pt x="571708" y="12144"/>
                  <a:pt x="572376" y="10542"/>
                  <a:pt x="573710" y="9208"/>
                </a:cubicBezTo>
                <a:cubicBezTo>
                  <a:pt x="575044" y="7874"/>
                  <a:pt x="576646" y="7206"/>
                  <a:pt x="578516" y="7206"/>
                </a:cubicBezTo>
                <a:cubicBezTo>
                  <a:pt x="580383" y="7206"/>
                  <a:pt x="581985" y="7874"/>
                  <a:pt x="583319" y="9208"/>
                </a:cubicBezTo>
                <a:cubicBezTo>
                  <a:pt x="584654" y="10542"/>
                  <a:pt x="585321" y="12144"/>
                  <a:pt x="585321" y="14012"/>
                </a:cubicBezTo>
                <a:cubicBezTo>
                  <a:pt x="585321" y="15880"/>
                  <a:pt x="584654" y="17481"/>
                  <a:pt x="583319" y="18817"/>
                </a:cubicBezTo>
                <a:cubicBezTo>
                  <a:pt x="581985" y="20152"/>
                  <a:pt x="580383" y="20819"/>
                  <a:pt x="578516" y="20819"/>
                </a:cubicBezTo>
                <a:cubicBezTo>
                  <a:pt x="576646" y="20819"/>
                  <a:pt x="575044" y="20152"/>
                  <a:pt x="573710" y="18817"/>
                </a:cubicBezTo>
                <a:cubicBezTo>
                  <a:pt x="572376" y="17481"/>
                  <a:pt x="571708" y="15880"/>
                  <a:pt x="571708" y="14012"/>
                </a:cubicBezTo>
                <a:moveTo>
                  <a:pt x="573578" y="62188"/>
                </a:moveTo>
                <a:cubicBezTo>
                  <a:pt x="573578" y="58184"/>
                  <a:pt x="573510" y="53981"/>
                  <a:pt x="573376" y="49577"/>
                </a:cubicBezTo>
                <a:cubicBezTo>
                  <a:pt x="573243" y="45173"/>
                  <a:pt x="572954" y="41058"/>
                  <a:pt x="572509" y="37231"/>
                </a:cubicBezTo>
                <a:cubicBezTo>
                  <a:pt x="575000" y="37676"/>
                  <a:pt x="577002" y="37899"/>
                  <a:pt x="578516" y="37899"/>
                </a:cubicBezTo>
                <a:cubicBezTo>
                  <a:pt x="580028" y="37899"/>
                  <a:pt x="582029" y="37676"/>
                  <a:pt x="584520" y="37231"/>
                </a:cubicBezTo>
                <a:cubicBezTo>
                  <a:pt x="584075" y="41058"/>
                  <a:pt x="583785" y="45173"/>
                  <a:pt x="583651" y="49577"/>
                </a:cubicBezTo>
                <a:cubicBezTo>
                  <a:pt x="583518" y="53981"/>
                  <a:pt x="583451" y="58184"/>
                  <a:pt x="583451" y="62188"/>
                </a:cubicBezTo>
                <a:lnTo>
                  <a:pt x="583451" y="76065"/>
                </a:lnTo>
                <a:cubicBezTo>
                  <a:pt x="583451" y="80070"/>
                  <a:pt x="583518" y="84274"/>
                  <a:pt x="583651" y="88677"/>
                </a:cubicBezTo>
                <a:cubicBezTo>
                  <a:pt x="583785" y="93081"/>
                  <a:pt x="584075" y="97062"/>
                  <a:pt x="584520" y="100620"/>
                </a:cubicBezTo>
                <a:cubicBezTo>
                  <a:pt x="582473" y="100442"/>
                  <a:pt x="580472" y="100353"/>
                  <a:pt x="578516" y="100353"/>
                </a:cubicBezTo>
                <a:cubicBezTo>
                  <a:pt x="576558" y="100353"/>
                  <a:pt x="574556" y="100442"/>
                  <a:pt x="572509" y="100620"/>
                </a:cubicBezTo>
                <a:cubicBezTo>
                  <a:pt x="572954" y="97062"/>
                  <a:pt x="573243" y="93081"/>
                  <a:pt x="573376" y="88677"/>
                </a:cubicBezTo>
                <a:cubicBezTo>
                  <a:pt x="573510" y="84274"/>
                  <a:pt x="573578" y="80070"/>
                  <a:pt x="573578" y="76065"/>
                </a:cubicBezTo>
                <a:lnTo>
                  <a:pt x="573578" y="62188"/>
                </a:lnTo>
                <a:close/>
                <a:moveTo>
                  <a:pt x="619351" y="19351"/>
                </a:moveTo>
                <a:cubicBezTo>
                  <a:pt x="619084" y="22731"/>
                  <a:pt x="618883" y="26045"/>
                  <a:pt x="618749" y="29292"/>
                </a:cubicBezTo>
                <a:cubicBezTo>
                  <a:pt x="618616" y="32539"/>
                  <a:pt x="618460" y="35808"/>
                  <a:pt x="618282" y="39100"/>
                </a:cubicBezTo>
                <a:cubicBezTo>
                  <a:pt x="619261" y="39100"/>
                  <a:pt x="621085" y="39078"/>
                  <a:pt x="623754" y="39033"/>
                </a:cubicBezTo>
                <a:cubicBezTo>
                  <a:pt x="626423" y="38988"/>
                  <a:pt x="629314" y="38877"/>
                  <a:pt x="632428" y="38699"/>
                </a:cubicBezTo>
                <a:cubicBezTo>
                  <a:pt x="632340" y="38967"/>
                  <a:pt x="632296" y="39456"/>
                  <a:pt x="632296" y="40167"/>
                </a:cubicBezTo>
                <a:lnTo>
                  <a:pt x="632296" y="41503"/>
                </a:lnTo>
                <a:lnTo>
                  <a:pt x="632296" y="42971"/>
                </a:lnTo>
                <a:cubicBezTo>
                  <a:pt x="632296" y="43593"/>
                  <a:pt x="632340" y="44038"/>
                  <a:pt x="632428" y="44305"/>
                </a:cubicBezTo>
                <a:cubicBezTo>
                  <a:pt x="631272" y="44216"/>
                  <a:pt x="630070" y="44149"/>
                  <a:pt x="628824" y="44106"/>
                </a:cubicBezTo>
                <a:cubicBezTo>
                  <a:pt x="627579" y="44061"/>
                  <a:pt x="626245" y="44038"/>
                  <a:pt x="624821" y="44038"/>
                </a:cubicBezTo>
                <a:lnTo>
                  <a:pt x="618282" y="44038"/>
                </a:lnTo>
                <a:cubicBezTo>
                  <a:pt x="618194" y="44394"/>
                  <a:pt x="618083" y="45817"/>
                  <a:pt x="617948" y="48308"/>
                </a:cubicBezTo>
                <a:cubicBezTo>
                  <a:pt x="617815" y="50799"/>
                  <a:pt x="617704" y="53758"/>
                  <a:pt x="617614" y="57183"/>
                </a:cubicBezTo>
                <a:cubicBezTo>
                  <a:pt x="617526" y="60608"/>
                  <a:pt x="617460" y="64189"/>
                  <a:pt x="617415" y="67926"/>
                </a:cubicBezTo>
                <a:cubicBezTo>
                  <a:pt x="617370" y="71662"/>
                  <a:pt x="617348" y="74998"/>
                  <a:pt x="617348" y="77934"/>
                </a:cubicBezTo>
                <a:cubicBezTo>
                  <a:pt x="617348" y="80425"/>
                  <a:pt x="617414" y="82872"/>
                  <a:pt x="617547" y="85275"/>
                </a:cubicBezTo>
                <a:cubicBezTo>
                  <a:pt x="617682" y="87676"/>
                  <a:pt x="618104" y="89833"/>
                  <a:pt x="618816" y="91746"/>
                </a:cubicBezTo>
                <a:cubicBezTo>
                  <a:pt x="619528" y="93659"/>
                  <a:pt x="620596" y="95194"/>
                  <a:pt x="622019" y="96350"/>
                </a:cubicBezTo>
                <a:cubicBezTo>
                  <a:pt x="623443" y="97507"/>
                  <a:pt x="625489" y="98085"/>
                  <a:pt x="628158" y="98085"/>
                </a:cubicBezTo>
                <a:cubicBezTo>
                  <a:pt x="628870" y="98085"/>
                  <a:pt x="629826" y="97996"/>
                  <a:pt x="631027" y="97818"/>
                </a:cubicBezTo>
                <a:cubicBezTo>
                  <a:pt x="632229" y="97640"/>
                  <a:pt x="633274" y="97418"/>
                  <a:pt x="634163" y="97150"/>
                </a:cubicBezTo>
                <a:lnTo>
                  <a:pt x="634163" y="100353"/>
                </a:lnTo>
                <a:cubicBezTo>
                  <a:pt x="632651" y="100621"/>
                  <a:pt x="630982" y="100954"/>
                  <a:pt x="629158" y="101353"/>
                </a:cubicBezTo>
                <a:cubicBezTo>
                  <a:pt x="627335" y="101754"/>
                  <a:pt x="625578" y="101954"/>
                  <a:pt x="623888" y="101954"/>
                </a:cubicBezTo>
                <a:cubicBezTo>
                  <a:pt x="618283" y="101954"/>
                  <a:pt x="614146" y="100575"/>
                  <a:pt x="611477" y="97818"/>
                </a:cubicBezTo>
                <a:cubicBezTo>
                  <a:pt x="608808" y="95060"/>
                  <a:pt x="607474" y="91012"/>
                  <a:pt x="607474" y="85674"/>
                </a:cubicBezTo>
                <a:cubicBezTo>
                  <a:pt x="607474" y="83273"/>
                  <a:pt x="607518" y="80671"/>
                  <a:pt x="607606" y="77869"/>
                </a:cubicBezTo>
                <a:cubicBezTo>
                  <a:pt x="607696" y="75066"/>
                  <a:pt x="607807" y="71996"/>
                  <a:pt x="607940" y="68661"/>
                </a:cubicBezTo>
                <a:cubicBezTo>
                  <a:pt x="608073" y="65324"/>
                  <a:pt x="608184" y="61632"/>
                  <a:pt x="608274" y="57584"/>
                </a:cubicBezTo>
                <a:cubicBezTo>
                  <a:pt x="608364" y="53536"/>
                  <a:pt x="608408" y="49020"/>
                  <a:pt x="608408" y="44038"/>
                </a:cubicBezTo>
                <a:lnTo>
                  <a:pt x="604136" y="44038"/>
                </a:lnTo>
                <a:cubicBezTo>
                  <a:pt x="603425" y="44038"/>
                  <a:pt x="602669" y="44061"/>
                  <a:pt x="601868" y="44106"/>
                </a:cubicBezTo>
                <a:cubicBezTo>
                  <a:pt x="601067" y="44149"/>
                  <a:pt x="600222" y="44216"/>
                  <a:pt x="599333" y="44305"/>
                </a:cubicBezTo>
                <a:cubicBezTo>
                  <a:pt x="599422" y="43772"/>
                  <a:pt x="599489" y="43261"/>
                  <a:pt x="599532" y="42772"/>
                </a:cubicBezTo>
                <a:cubicBezTo>
                  <a:pt x="599577" y="42282"/>
                  <a:pt x="599599" y="41770"/>
                  <a:pt x="599599" y="41236"/>
                </a:cubicBezTo>
                <a:cubicBezTo>
                  <a:pt x="599599" y="40791"/>
                  <a:pt x="599577" y="40347"/>
                  <a:pt x="599532" y="39903"/>
                </a:cubicBezTo>
                <a:cubicBezTo>
                  <a:pt x="599489" y="39457"/>
                  <a:pt x="599422" y="39012"/>
                  <a:pt x="599333" y="38567"/>
                </a:cubicBezTo>
                <a:cubicBezTo>
                  <a:pt x="603336" y="38833"/>
                  <a:pt x="606272" y="38966"/>
                  <a:pt x="608140" y="38966"/>
                </a:cubicBezTo>
                <a:cubicBezTo>
                  <a:pt x="608051" y="37188"/>
                  <a:pt x="607985" y="34964"/>
                  <a:pt x="607940" y="32295"/>
                </a:cubicBezTo>
                <a:cubicBezTo>
                  <a:pt x="607895" y="29626"/>
                  <a:pt x="607784" y="26868"/>
                  <a:pt x="607606" y="24020"/>
                </a:cubicBezTo>
                <a:lnTo>
                  <a:pt x="618683" y="19351"/>
                </a:lnTo>
                <a:lnTo>
                  <a:pt x="619351" y="19351"/>
                </a:lnTo>
                <a:close/>
                <a:moveTo>
                  <a:pt x="645372" y="38433"/>
                </a:moveTo>
                <a:cubicBezTo>
                  <a:pt x="645372" y="35408"/>
                  <a:pt x="645350" y="32117"/>
                  <a:pt x="645305" y="28559"/>
                </a:cubicBezTo>
                <a:cubicBezTo>
                  <a:pt x="645260" y="24999"/>
                  <a:pt x="645193" y="21485"/>
                  <a:pt x="645103" y="18015"/>
                </a:cubicBezTo>
                <a:cubicBezTo>
                  <a:pt x="645015" y="14545"/>
                  <a:pt x="644904" y="11231"/>
                  <a:pt x="644771" y="8074"/>
                </a:cubicBezTo>
                <a:cubicBezTo>
                  <a:pt x="644638" y="4915"/>
                  <a:pt x="644483" y="2224"/>
                  <a:pt x="644305" y="0"/>
                </a:cubicBezTo>
                <a:cubicBezTo>
                  <a:pt x="646796" y="445"/>
                  <a:pt x="648798" y="668"/>
                  <a:pt x="650310" y="668"/>
                </a:cubicBezTo>
                <a:cubicBezTo>
                  <a:pt x="651822" y="668"/>
                  <a:pt x="653824" y="445"/>
                  <a:pt x="656315" y="0"/>
                </a:cubicBezTo>
                <a:cubicBezTo>
                  <a:pt x="656137" y="2224"/>
                  <a:pt x="655981" y="4892"/>
                  <a:pt x="655847" y="8007"/>
                </a:cubicBezTo>
                <a:cubicBezTo>
                  <a:pt x="655714" y="11121"/>
                  <a:pt x="655602" y="14390"/>
                  <a:pt x="655513" y="17815"/>
                </a:cubicBezTo>
                <a:cubicBezTo>
                  <a:pt x="655424" y="21240"/>
                  <a:pt x="655358" y="24688"/>
                  <a:pt x="655313" y="28158"/>
                </a:cubicBezTo>
                <a:cubicBezTo>
                  <a:pt x="655270" y="31627"/>
                  <a:pt x="655248" y="34830"/>
                  <a:pt x="655248" y="37767"/>
                </a:cubicBezTo>
                <a:lnTo>
                  <a:pt x="655248" y="47907"/>
                </a:lnTo>
                <a:lnTo>
                  <a:pt x="655515" y="47907"/>
                </a:lnTo>
                <a:cubicBezTo>
                  <a:pt x="658006" y="44082"/>
                  <a:pt x="660986" y="41124"/>
                  <a:pt x="664456" y="39033"/>
                </a:cubicBezTo>
                <a:cubicBezTo>
                  <a:pt x="667926" y="36943"/>
                  <a:pt x="672063" y="35897"/>
                  <a:pt x="676867" y="35897"/>
                </a:cubicBezTo>
                <a:cubicBezTo>
                  <a:pt x="679358" y="35897"/>
                  <a:pt x="681871" y="36254"/>
                  <a:pt x="684405" y="36966"/>
                </a:cubicBezTo>
                <a:cubicBezTo>
                  <a:pt x="686941" y="37678"/>
                  <a:pt x="689232" y="38901"/>
                  <a:pt x="691278" y="40636"/>
                </a:cubicBezTo>
                <a:cubicBezTo>
                  <a:pt x="693325" y="42371"/>
                  <a:pt x="694993" y="44729"/>
                  <a:pt x="696283" y="47710"/>
                </a:cubicBezTo>
                <a:cubicBezTo>
                  <a:pt x="697573" y="50690"/>
                  <a:pt x="698217" y="54492"/>
                  <a:pt x="698217" y="59117"/>
                </a:cubicBezTo>
                <a:cubicBezTo>
                  <a:pt x="698217" y="62942"/>
                  <a:pt x="698128" y="66879"/>
                  <a:pt x="697951" y="70927"/>
                </a:cubicBezTo>
                <a:cubicBezTo>
                  <a:pt x="697773" y="74975"/>
                  <a:pt x="697684" y="79269"/>
                  <a:pt x="697684" y="83807"/>
                </a:cubicBezTo>
                <a:lnTo>
                  <a:pt x="697684" y="92479"/>
                </a:lnTo>
                <a:cubicBezTo>
                  <a:pt x="697684" y="93903"/>
                  <a:pt x="697706" y="95305"/>
                  <a:pt x="697751" y="96684"/>
                </a:cubicBezTo>
                <a:cubicBezTo>
                  <a:pt x="697796" y="98063"/>
                  <a:pt x="697862" y="99375"/>
                  <a:pt x="697951" y="100620"/>
                </a:cubicBezTo>
                <a:cubicBezTo>
                  <a:pt x="696171" y="100442"/>
                  <a:pt x="694303" y="100353"/>
                  <a:pt x="692347" y="100353"/>
                </a:cubicBezTo>
                <a:cubicBezTo>
                  <a:pt x="690477" y="100353"/>
                  <a:pt x="688654" y="100442"/>
                  <a:pt x="686875" y="100620"/>
                </a:cubicBezTo>
                <a:cubicBezTo>
                  <a:pt x="687053" y="95994"/>
                  <a:pt x="687253" y="91234"/>
                  <a:pt x="687474" y="86342"/>
                </a:cubicBezTo>
                <a:cubicBezTo>
                  <a:pt x="687697" y="81448"/>
                  <a:pt x="687808" y="76421"/>
                  <a:pt x="687808" y="71261"/>
                </a:cubicBezTo>
                <a:lnTo>
                  <a:pt x="687808" y="63120"/>
                </a:lnTo>
                <a:cubicBezTo>
                  <a:pt x="687808" y="56448"/>
                  <a:pt x="686518" y="51400"/>
                  <a:pt x="683937" y="47975"/>
                </a:cubicBezTo>
                <a:cubicBezTo>
                  <a:pt x="681358" y="44550"/>
                  <a:pt x="677800" y="42837"/>
                  <a:pt x="673263" y="42837"/>
                </a:cubicBezTo>
                <a:cubicBezTo>
                  <a:pt x="667036" y="42837"/>
                  <a:pt x="662477" y="44750"/>
                  <a:pt x="659585" y="48575"/>
                </a:cubicBezTo>
                <a:cubicBezTo>
                  <a:pt x="656694" y="52401"/>
                  <a:pt x="655248" y="57783"/>
                  <a:pt x="655248" y="64723"/>
                </a:cubicBezTo>
                <a:cubicBezTo>
                  <a:pt x="655248" y="67214"/>
                  <a:pt x="655270" y="70105"/>
                  <a:pt x="655313" y="73397"/>
                </a:cubicBezTo>
                <a:cubicBezTo>
                  <a:pt x="655358" y="76689"/>
                  <a:pt x="655424" y="80004"/>
                  <a:pt x="655513" y="83340"/>
                </a:cubicBezTo>
                <a:cubicBezTo>
                  <a:pt x="655602" y="86676"/>
                  <a:pt x="655714" y="89901"/>
                  <a:pt x="655847" y="93015"/>
                </a:cubicBezTo>
                <a:cubicBezTo>
                  <a:pt x="655981" y="96128"/>
                  <a:pt x="656137" y="98663"/>
                  <a:pt x="656315" y="100620"/>
                </a:cubicBezTo>
                <a:cubicBezTo>
                  <a:pt x="654269" y="100442"/>
                  <a:pt x="652268" y="100353"/>
                  <a:pt x="650310" y="100353"/>
                </a:cubicBezTo>
                <a:cubicBezTo>
                  <a:pt x="648352" y="100353"/>
                  <a:pt x="646351" y="100442"/>
                  <a:pt x="644305" y="100620"/>
                </a:cubicBezTo>
                <a:cubicBezTo>
                  <a:pt x="644483" y="98574"/>
                  <a:pt x="644638" y="95994"/>
                  <a:pt x="644771" y="92880"/>
                </a:cubicBezTo>
                <a:cubicBezTo>
                  <a:pt x="644904" y="89766"/>
                  <a:pt x="645015" y="86474"/>
                  <a:pt x="645103" y="83004"/>
                </a:cubicBezTo>
                <a:cubicBezTo>
                  <a:pt x="645193" y="79535"/>
                  <a:pt x="645260" y="76021"/>
                  <a:pt x="645305" y="72463"/>
                </a:cubicBezTo>
                <a:cubicBezTo>
                  <a:pt x="645350" y="68905"/>
                  <a:pt x="645372" y="65613"/>
                  <a:pt x="645372" y="62587"/>
                </a:cubicBezTo>
                <a:lnTo>
                  <a:pt x="645372" y="38433"/>
                </a:lnTo>
                <a:close/>
                <a:moveTo>
                  <a:pt x="776967" y="100755"/>
                </a:moveTo>
                <a:cubicBezTo>
                  <a:pt x="775988" y="98352"/>
                  <a:pt x="774720" y="95238"/>
                  <a:pt x="773163" y="91412"/>
                </a:cubicBezTo>
                <a:cubicBezTo>
                  <a:pt x="771606" y="87587"/>
                  <a:pt x="769938" y="83561"/>
                  <a:pt x="768158" y="79335"/>
                </a:cubicBezTo>
                <a:cubicBezTo>
                  <a:pt x="766380" y="75109"/>
                  <a:pt x="764556" y="70794"/>
                  <a:pt x="762686" y="66391"/>
                </a:cubicBezTo>
                <a:cubicBezTo>
                  <a:pt x="760819" y="61987"/>
                  <a:pt x="759062" y="57850"/>
                  <a:pt x="757417" y="53979"/>
                </a:cubicBezTo>
                <a:cubicBezTo>
                  <a:pt x="755771" y="50109"/>
                  <a:pt x="754326" y="46707"/>
                  <a:pt x="753079" y="43772"/>
                </a:cubicBezTo>
                <a:cubicBezTo>
                  <a:pt x="751834" y="40835"/>
                  <a:pt x="750901" y="38655"/>
                  <a:pt x="750277" y="37231"/>
                </a:cubicBezTo>
                <a:cubicBezTo>
                  <a:pt x="751434" y="37410"/>
                  <a:pt x="752502" y="37566"/>
                  <a:pt x="753480" y="37699"/>
                </a:cubicBezTo>
                <a:cubicBezTo>
                  <a:pt x="754459" y="37833"/>
                  <a:pt x="755437" y="37899"/>
                  <a:pt x="756415" y="37899"/>
                </a:cubicBezTo>
                <a:cubicBezTo>
                  <a:pt x="757393" y="37899"/>
                  <a:pt x="758372" y="37833"/>
                  <a:pt x="759351" y="37699"/>
                </a:cubicBezTo>
                <a:cubicBezTo>
                  <a:pt x="760330" y="37566"/>
                  <a:pt x="761397" y="37410"/>
                  <a:pt x="762554" y="37231"/>
                </a:cubicBezTo>
                <a:cubicBezTo>
                  <a:pt x="765313" y="45773"/>
                  <a:pt x="768382" y="54225"/>
                  <a:pt x="771762" y="62589"/>
                </a:cubicBezTo>
                <a:cubicBezTo>
                  <a:pt x="775142" y="70951"/>
                  <a:pt x="778701" y="79580"/>
                  <a:pt x="782438" y="88476"/>
                </a:cubicBezTo>
                <a:cubicBezTo>
                  <a:pt x="786174" y="80647"/>
                  <a:pt x="789755" y="72285"/>
                  <a:pt x="793180" y="63389"/>
                </a:cubicBezTo>
                <a:cubicBezTo>
                  <a:pt x="796606" y="54492"/>
                  <a:pt x="799654" y="45773"/>
                  <a:pt x="802322" y="37231"/>
                </a:cubicBezTo>
                <a:cubicBezTo>
                  <a:pt x="804102" y="37676"/>
                  <a:pt x="805570" y="37899"/>
                  <a:pt x="806727" y="37899"/>
                </a:cubicBezTo>
                <a:cubicBezTo>
                  <a:pt x="807882" y="37899"/>
                  <a:pt x="809350" y="37676"/>
                  <a:pt x="811129" y="37231"/>
                </a:cubicBezTo>
                <a:cubicBezTo>
                  <a:pt x="810506" y="38477"/>
                  <a:pt x="809505" y="40591"/>
                  <a:pt x="808126" y="43572"/>
                </a:cubicBezTo>
                <a:cubicBezTo>
                  <a:pt x="806748" y="46552"/>
                  <a:pt x="805103" y="50111"/>
                  <a:pt x="803190" y="54248"/>
                </a:cubicBezTo>
                <a:cubicBezTo>
                  <a:pt x="801277" y="58385"/>
                  <a:pt x="799186" y="62966"/>
                  <a:pt x="796916" y="67993"/>
                </a:cubicBezTo>
                <a:cubicBezTo>
                  <a:pt x="794648" y="73019"/>
                  <a:pt x="792335" y="78178"/>
                  <a:pt x="789977" y="83473"/>
                </a:cubicBezTo>
                <a:cubicBezTo>
                  <a:pt x="787620" y="88766"/>
                  <a:pt x="785285" y="94015"/>
                  <a:pt x="782972" y="99219"/>
                </a:cubicBezTo>
                <a:cubicBezTo>
                  <a:pt x="780659" y="104424"/>
                  <a:pt x="778523" y="109361"/>
                  <a:pt x="776566" y="114031"/>
                </a:cubicBezTo>
                <a:cubicBezTo>
                  <a:pt x="774609" y="118702"/>
                  <a:pt x="772897" y="122928"/>
                  <a:pt x="771428" y="126709"/>
                </a:cubicBezTo>
                <a:cubicBezTo>
                  <a:pt x="769961" y="130491"/>
                  <a:pt x="768871" y="133494"/>
                  <a:pt x="768160" y="135717"/>
                </a:cubicBezTo>
                <a:cubicBezTo>
                  <a:pt x="766380" y="135272"/>
                  <a:pt x="764867" y="135049"/>
                  <a:pt x="763621" y="135049"/>
                </a:cubicBezTo>
                <a:cubicBezTo>
                  <a:pt x="762376" y="135049"/>
                  <a:pt x="760864" y="135272"/>
                  <a:pt x="759084" y="135717"/>
                </a:cubicBezTo>
                <a:cubicBezTo>
                  <a:pt x="766113" y="124063"/>
                  <a:pt x="772074" y="112409"/>
                  <a:pt x="776967" y="100755"/>
                </a:cubicBezTo>
                <a:close/>
                <a:moveTo>
                  <a:pt x="828078" y="69127"/>
                </a:moveTo>
                <a:cubicBezTo>
                  <a:pt x="828078" y="72863"/>
                  <a:pt x="828411" y="76466"/>
                  <a:pt x="829078" y="79936"/>
                </a:cubicBezTo>
                <a:cubicBezTo>
                  <a:pt x="829746" y="83406"/>
                  <a:pt x="830880" y="86497"/>
                  <a:pt x="832481" y="89211"/>
                </a:cubicBezTo>
                <a:cubicBezTo>
                  <a:pt x="834082" y="91925"/>
                  <a:pt x="836218" y="94082"/>
                  <a:pt x="838887" y="95684"/>
                </a:cubicBezTo>
                <a:cubicBezTo>
                  <a:pt x="841555" y="97285"/>
                  <a:pt x="844847" y="98085"/>
                  <a:pt x="848763" y="98085"/>
                </a:cubicBezTo>
                <a:cubicBezTo>
                  <a:pt x="852678" y="98085"/>
                  <a:pt x="855970" y="97285"/>
                  <a:pt x="858638" y="95684"/>
                </a:cubicBezTo>
                <a:cubicBezTo>
                  <a:pt x="861307" y="94082"/>
                  <a:pt x="863442" y="91925"/>
                  <a:pt x="865042" y="89211"/>
                </a:cubicBezTo>
                <a:cubicBezTo>
                  <a:pt x="866644" y="86497"/>
                  <a:pt x="867779" y="83406"/>
                  <a:pt x="868445" y="79936"/>
                </a:cubicBezTo>
                <a:cubicBezTo>
                  <a:pt x="869113" y="76466"/>
                  <a:pt x="869447" y="72863"/>
                  <a:pt x="869447" y="69127"/>
                </a:cubicBezTo>
                <a:cubicBezTo>
                  <a:pt x="869447" y="65390"/>
                  <a:pt x="869113" y="61787"/>
                  <a:pt x="868445" y="58317"/>
                </a:cubicBezTo>
                <a:cubicBezTo>
                  <a:pt x="867779" y="54847"/>
                  <a:pt x="866644" y="51756"/>
                  <a:pt x="865042" y="49044"/>
                </a:cubicBezTo>
                <a:cubicBezTo>
                  <a:pt x="863442" y="46330"/>
                  <a:pt x="861307" y="44172"/>
                  <a:pt x="858638" y="42570"/>
                </a:cubicBezTo>
                <a:cubicBezTo>
                  <a:pt x="855970" y="40968"/>
                  <a:pt x="852678" y="40167"/>
                  <a:pt x="848763" y="40167"/>
                </a:cubicBezTo>
                <a:cubicBezTo>
                  <a:pt x="844847" y="40167"/>
                  <a:pt x="841555" y="40968"/>
                  <a:pt x="838887" y="42570"/>
                </a:cubicBezTo>
                <a:cubicBezTo>
                  <a:pt x="836218" y="44172"/>
                  <a:pt x="834082" y="46330"/>
                  <a:pt x="832481" y="49044"/>
                </a:cubicBezTo>
                <a:cubicBezTo>
                  <a:pt x="830880" y="51756"/>
                  <a:pt x="829746" y="54847"/>
                  <a:pt x="829078" y="58317"/>
                </a:cubicBezTo>
                <a:cubicBezTo>
                  <a:pt x="828411" y="61787"/>
                  <a:pt x="828078" y="65390"/>
                  <a:pt x="828078" y="69127"/>
                </a:cubicBezTo>
                <a:moveTo>
                  <a:pt x="816335" y="69127"/>
                </a:moveTo>
                <a:cubicBezTo>
                  <a:pt x="816335" y="63077"/>
                  <a:pt x="817291" y="57939"/>
                  <a:pt x="819204" y="53713"/>
                </a:cubicBezTo>
                <a:cubicBezTo>
                  <a:pt x="821117" y="49487"/>
                  <a:pt x="823630" y="46062"/>
                  <a:pt x="826742" y="43438"/>
                </a:cubicBezTo>
                <a:cubicBezTo>
                  <a:pt x="829856" y="40814"/>
                  <a:pt x="833349" y="38901"/>
                  <a:pt x="837219" y="37699"/>
                </a:cubicBezTo>
                <a:cubicBezTo>
                  <a:pt x="841089" y="36498"/>
                  <a:pt x="844937" y="35897"/>
                  <a:pt x="848763" y="35897"/>
                </a:cubicBezTo>
                <a:cubicBezTo>
                  <a:pt x="852678" y="35897"/>
                  <a:pt x="856548" y="36498"/>
                  <a:pt x="860373" y="37699"/>
                </a:cubicBezTo>
                <a:cubicBezTo>
                  <a:pt x="864199" y="38901"/>
                  <a:pt x="867668" y="40814"/>
                  <a:pt x="870781" y="43438"/>
                </a:cubicBezTo>
                <a:cubicBezTo>
                  <a:pt x="873895" y="46062"/>
                  <a:pt x="876408" y="49487"/>
                  <a:pt x="878321" y="53713"/>
                </a:cubicBezTo>
                <a:cubicBezTo>
                  <a:pt x="880234" y="57939"/>
                  <a:pt x="881190" y="63077"/>
                  <a:pt x="881190" y="69127"/>
                </a:cubicBezTo>
                <a:cubicBezTo>
                  <a:pt x="881190" y="75176"/>
                  <a:pt x="880234" y="80314"/>
                  <a:pt x="878321" y="84540"/>
                </a:cubicBezTo>
                <a:cubicBezTo>
                  <a:pt x="876408" y="88766"/>
                  <a:pt x="873895" y="92191"/>
                  <a:pt x="870781" y="94817"/>
                </a:cubicBezTo>
                <a:cubicBezTo>
                  <a:pt x="867668" y="97441"/>
                  <a:pt x="864199" y="99286"/>
                  <a:pt x="860373" y="100353"/>
                </a:cubicBezTo>
                <a:cubicBezTo>
                  <a:pt x="856548" y="101420"/>
                  <a:pt x="852678" y="101954"/>
                  <a:pt x="848763" y="101954"/>
                </a:cubicBezTo>
                <a:cubicBezTo>
                  <a:pt x="844937" y="101954"/>
                  <a:pt x="841089" y="101420"/>
                  <a:pt x="837219" y="100353"/>
                </a:cubicBezTo>
                <a:cubicBezTo>
                  <a:pt x="833349" y="99286"/>
                  <a:pt x="829856" y="97441"/>
                  <a:pt x="826742" y="94817"/>
                </a:cubicBezTo>
                <a:cubicBezTo>
                  <a:pt x="823630" y="92191"/>
                  <a:pt x="821117" y="88766"/>
                  <a:pt x="819204" y="84540"/>
                </a:cubicBezTo>
                <a:cubicBezTo>
                  <a:pt x="817291" y="80314"/>
                  <a:pt x="816335" y="75176"/>
                  <a:pt x="816335" y="69127"/>
                </a:cubicBezTo>
                <a:close/>
                <a:moveTo>
                  <a:pt x="896003" y="80469"/>
                </a:moveTo>
                <a:cubicBezTo>
                  <a:pt x="896003" y="75755"/>
                  <a:pt x="896070" y="71730"/>
                  <a:pt x="896203" y="68394"/>
                </a:cubicBezTo>
                <a:cubicBezTo>
                  <a:pt x="896336" y="65057"/>
                  <a:pt x="896402" y="61743"/>
                  <a:pt x="896402" y="58451"/>
                </a:cubicBezTo>
                <a:cubicBezTo>
                  <a:pt x="896402" y="55337"/>
                  <a:pt x="896380" y="51956"/>
                  <a:pt x="896335" y="48308"/>
                </a:cubicBezTo>
                <a:cubicBezTo>
                  <a:pt x="896292" y="44661"/>
                  <a:pt x="896225" y="40968"/>
                  <a:pt x="896135" y="37231"/>
                </a:cubicBezTo>
                <a:cubicBezTo>
                  <a:pt x="898360" y="37676"/>
                  <a:pt x="900229" y="37899"/>
                  <a:pt x="901741" y="37899"/>
                </a:cubicBezTo>
                <a:cubicBezTo>
                  <a:pt x="903164" y="37899"/>
                  <a:pt x="904988" y="37676"/>
                  <a:pt x="907213" y="37231"/>
                </a:cubicBezTo>
                <a:cubicBezTo>
                  <a:pt x="906767" y="42570"/>
                  <a:pt x="906434" y="48420"/>
                  <a:pt x="906211" y="54782"/>
                </a:cubicBezTo>
                <a:cubicBezTo>
                  <a:pt x="905988" y="61142"/>
                  <a:pt x="905877" y="67658"/>
                  <a:pt x="905877" y="74330"/>
                </a:cubicBezTo>
                <a:cubicBezTo>
                  <a:pt x="905877" y="78956"/>
                  <a:pt x="906277" y="82493"/>
                  <a:pt x="907078" y="84941"/>
                </a:cubicBezTo>
                <a:cubicBezTo>
                  <a:pt x="907879" y="87387"/>
                  <a:pt x="908858" y="89233"/>
                  <a:pt x="910015" y="90478"/>
                </a:cubicBezTo>
                <a:cubicBezTo>
                  <a:pt x="911261" y="91902"/>
                  <a:pt x="912840" y="93081"/>
                  <a:pt x="914753" y="94015"/>
                </a:cubicBezTo>
                <a:cubicBezTo>
                  <a:pt x="916666" y="94949"/>
                  <a:pt x="918912" y="95416"/>
                  <a:pt x="921491" y="95416"/>
                </a:cubicBezTo>
                <a:cubicBezTo>
                  <a:pt x="925228" y="95416"/>
                  <a:pt x="928342" y="94593"/>
                  <a:pt x="930833" y="92948"/>
                </a:cubicBezTo>
                <a:cubicBezTo>
                  <a:pt x="933325" y="91301"/>
                  <a:pt x="935148" y="89277"/>
                  <a:pt x="936305" y="86875"/>
                </a:cubicBezTo>
                <a:cubicBezTo>
                  <a:pt x="936927" y="85363"/>
                  <a:pt x="937415" y="84073"/>
                  <a:pt x="937771" y="83006"/>
                </a:cubicBezTo>
                <a:cubicBezTo>
                  <a:pt x="938128" y="81938"/>
                  <a:pt x="938417" y="80514"/>
                  <a:pt x="938638" y="78734"/>
                </a:cubicBezTo>
                <a:cubicBezTo>
                  <a:pt x="938861" y="76955"/>
                  <a:pt x="938995" y="74553"/>
                  <a:pt x="939040" y="71528"/>
                </a:cubicBezTo>
                <a:cubicBezTo>
                  <a:pt x="939084" y="68503"/>
                  <a:pt x="939107" y="64366"/>
                  <a:pt x="939107" y="59117"/>
                </a:cubicBezTo>
                <a:lnTo>
                  <a:pt x="939107" y="47907"/>
                </a:lnTo>
                <a:cubicBezTo>
                  <a:pt x="939107" y="45951"/>
                  <a:pt x="939084" y="44083"/>
                  <a:pt x="939040" y="42303"/>
                </a:cubicBezTo>
                <a:cubicBezTo>
                  <a:pt x="938995" y="40524"/>
                  <a:pt x="938928" y="38833"/>
                  <a:pt x="938840" y="37231"/>
                </a:cubicBezTo>
                <a:cubicBezTo>
                  <a:pt x="939819" y="37410"/>
                  <a:pt x="940753" y="37566"/>
                  <a:pt x="941642" y="37699"/>
                </a:cubicBezTo>
                <a:cubicBezTo>
                  <a:pt x="942531" y="37833"/>
                  <a:pt x="943465" y="37899"/>
                  <a:pt x="944444" y="37899"/>
                </a:cubicBezTo>
                <a:cubicBezTo>
                  <a:pt x="945423" y="37899"/>
                  <a:pt x="946357" y="37833"/>
                  <a:pt x="947246" y="37699"/>
                </a:cubicBezTo>
                <a:cubicBezTo>
                  <a:pt x="948136" y="37566"/>
                  <a:pt x="949026" y="37410"/>
                  <a:pt x="949915" y="37231"/>
                </a:cubicBezTo>
                <a:cubicBezTo>
                  <a:pt x="949471" y="44171"/>
                  <a:pt x="949205" y="50866"/>
                  <a:pt x="949115" y="57317"/>
                </a:cubicBezTo>
                <a:cubicBezTo>
                  <a:pt x="949027" y="63766"/>
                  <a:pt x="948983" y="70594"/>
                  <a:pt x="948983" y="77800"/>
                </a:cubicBezTo>
                <a:cubicBezTo>
                  <a:pt x="948983" y="81804"/>
                  <a:pt x="949027" y="85719"/>
                  <a:pt x="949115" y="89545"/>
                </a:cubicBezTo>
                <a:cubicBezTo>
                  <a:pt x="949205" y="93370"/>
                  <a:pt x="949338" y="97062"/>
                  <a:pt x="949516" y="100620"/>
                </a:cubicBezTo>
                <a:cubicBezTo>
                  <a:pt x="947737" y="100442"/>
                  <a:pt x="946002" y="100353"/>
                  <a:pt x="944312" y="100353"/>
                </a:cubicBezTo>
                <a:cubicBezTo>
                  <a:pt x="942621" y="100353"/>
                  <a:pt x="940887" y="100442"/>
                  <a:pt x="939107" y="100620"/>
                </a:cubicBezTo>
                <a:cubicBezTo>
                  <a:pt x="939195" y="99819"/>
                  <a:pt x="939262" y="98974"/>
                  <a:pt x="939306" y="98085"/>
                </a:cubicBezTo>
                <a:cubicBezTo>
                  <a:pt x="939351" y="97196"/>
                  <a:pt x="939374" y="96262"/>
                  <a:pt x="939374" y="95283"/>
                </a:cubicBezTo>
                <a:lnTo>
                  <a:pt x="939374" y="89545"/>
                </a:lnTo>
                <a:lnTo>
                  <a:pt x="939107" y="89545"/>
                </a:lnTo>
                <a:cubicBezTo>
                  <a:pt x="936794" y="93814"/>
                  <a:pt x="933813" y="96950"/>
                  <a:pt x="930166" y="98953"/>
                </a:cubicBezTo>
                <a:cubicBezTo>
                  <a:pt x="926518" y="100953"/>
                  <a:pt x="922559" y="101954"/>
                  <a:pt x="918288" y="101954"/>
                </a:cubicBezTo>
                <a:cubicBezTo>
                  <a:pt x="911348" y="101954"/>
                  <a:pt x="905899" y="100108"/>
                  <a:pt x="901941" y="96417"/>
                </a:cubicBezTo>
                <a:cubicBezTo>
                  <a:pt x="897982" y="92725"/>
                  <a:pt x="896003" y="87409"/>
                  <a:pt x="896003" y="80469"/>
                </a:cubicBezTo>
                <a:close/>
                <a:moveTo>
                  <a:pt x="1000759" y="48174"/>
                </a:moveTo>
                <a:cubicBezTo>
                  <a:pt x="1000315" y="47641"/>
                  <a:pt x="999448" y="47152"/>
                  <a:pt x="998157" y="46708"/>
                </a:cubicBezTo>
                <a:cubicBezTo>
                  <a:pt x="996867" y="46263"/>
                  <a:pt x="995555" y="46040"/>
                  <a:pt x="994221" y="46040"/>
                </a:cubicBezTo>
                <a:cubicBezTo>
                  <a:pt x="992085" y="46040"/>
                  <a:pt x="990173" y="46529"/>
                  <a:pt x="988483" y="47508"/>
                </a:cubicBezTo>
                <a:cubicBezTo>
                  <a:pt x="986792" y="48487"/>
                  <a:pt x="985369" y="49799"/>
                  <a:pt x="984212" y="51444"/>
                </a:cubicBezTo>
                <a:cubicBezTo>
                  <a:pt x="983056" y="53090"/>
                  <a:pt x="982166" y="55047"/>
                  <a:pt x="981543" y="57317"/>
                </a:cubicBezTo>
                <a:cubicBezTo>
                  <a:pt x="980921" y="59585"/>
                  <a:pt x="980610" y="62009"/>
                  <a:pt x="980610" y="64588"/>
                </a:cubicBezTo>
                <a:lnTo>
                  <a:pt x="980610" y="79268"/>
                </a:lnTo>
                <a:cubicBezTo>
                  <a:pt x="980610" y="85229"/>
                  <a:pt x="980632" y="89789"/>
                  <a:pt x="980675" y="92948"/>
                </a:cubicBezTo>
                <a:cubicBezTo>
                  <a:pt x="980720" y="96105"/>
                  <a:pt x="980876" y="98663"/>
                  <a:pt x="981144" y="100620"/>
                </a:cubicBezTo>
                <a:cubicBezTo>
                  <a:pt x="979364" y="100442"/>
                  <a:pt x="977584" y="100353"/>
                  <a:pt x="975805" y="100353"/>
                </a:cubicBezTo>
                <a:cubicBezTo>
                  <a:pt x="973847" y="100353"/>
                  <a:pt x="971979" y="100442"/>
                  <a:pt x="970201" y="100620"/>
                </a:cubicBezTo>
                <a:cubicBezTo>
                  <a:pt x="970467" y="97596"/>
                  <a:pt x="970622" y="93481"/>
                  <a:pt x="970667" y="88276"/>
                </a:cubicBezTo>
                <a:cubicBezTo>
                  <a:pt x="970712" y="83072"/>
                  <a:pt x="970734" y="76689"/>
                  <a:pt x="970734" y="69127"/>
                </a:cubicBezTo>
                <a:lnTo>
                  <a:pt x="970734" y="64855"/>
                </a:lnTo>
                <a:cubicBezTo>
                  <a:pt x="970734" y="61387"/>
                  <a:pt x="970712" y="57384"/>
                  <a:pt x="970667" y="52847"/>
                </a:cubicBezTo>
                <a:cubicBezTo>
                  <a:pt x="970622" y="48309"/>
                  <a:pt x="970467" y="43104"/>
                  <a:pt x="970201" y="37231"/>
                </a:cubicBezTo>
                <a:cubicBezTo>
                  <a:pt x="971180" y="37410"/>
                  <a:pt x="972114" y="37566"/>
                  <a:pt x="973003" y="37699"/>
                </a:cubicBezTo>
                <a:cubicBezTo>
                  <a:pt x="973892" y="37833"/>
                  <a:pt x="974826" y="37899"/>
                  <a:pt x="975805" y="37899"/>
                </a:cubicBezTo>
                <a:cubicBezTo>
                  <a:pt x="976606" y="37899"/>
                  <a:pt x="977451" y="37833"/>
                  <a:pt x="978340" y="37699"/>
                </a:cubicBezTo>
                <a:cubicBezTo>
                  <a:pt x="979230" y="37566"/>
                  <a:pt x="980165" y="37410"/>
                  <a:pt x="981144" y="37231"/>
                </a:cubicBezTo>
                <a:cubicBezTo>
                  <a:pt x="980788" y="40435"/>
                  <a:pt x="980588" y="42971"/>
                  <a:pt x="980543" y="44839"/>
                </a:cubicBezTo>
                <a:cubicBezTo>
                  <a:pt x="980498" y="46707"/>
                  <a:pt x="980476" y="48486"/>
                  <a:pt x="980476" y="50176"/>
                </a:cubicBezTo>
                <a:lnTo>
                  <a:pt x="980743" y="50310"/>
                </a:lnTo>
                <a:cubicBezTo>
                  <a:pt x="985992" y="40702"/>
                  <a:pt x="991864" y="35897"/>
                  <a:pt x="998358" y="35897"/>
                </a:cubicBezTo>
                <a:cubicBezTo>
                  <a:pt x="999159" y="35897"/>
                  <a:pt x="999849" y="35942"/>
                  <a:pt x="1000427" y="36032"/>
                </a:cubicBezTo>
                <a:cubicBezTo>
                  <a:pt x="1001006" y="36120"/>
                  <a:pt x="1001739" y="36342"/>
                  <a:pt x="1002629" y="36698"/>
                </a:cubicBezTo>
                <a:cubicBezTo>
                  <a:pt x="1002183" y="37766"/>
                  <a:pt x="1001916" y="39390"/>
                  <a:pt x="1001826" y="41570"/>
                </a:cubicBezTo>
                <a:cubicBezTo>
                  <a:pt x="1001738" y="43749"/>
                  <a:pt x="1001694" y="45728"/>
                  <a:pt x="1001694" y="47508"/>
                </a:cubicBezTo>
                <a:lnTo>
                  <a:pt x="1000759" y="48174"/>
                </a:lnTo>
                <a:close/>
                <a:moveTo>
                  <a:pt x="1072170" y="100620"/>
                </a:moveTo>
                <a:cubicBezTo>
                  <a:pt x="1068078" y="90123"/>
                  <a:pt x="1063964" y="79625"/>
                  <a:pt x="1059826" y="69127"/>
                </a:cubicBezTo>
                <a:cubicBezTo>
                  <a:pt x="1055690" y="58628"/>
                  <a:pt x="1051174" y="47996"/>
                  <a:pt x="1046281" y="37231"/>
                </a:cubicBezTo>
                <a:cubicBezTo>
                  <a:pt x="1047437" y="37410"/>
                  <a:pt x="1048549" y="37566"/>
                  <a:pt x="1049616" y="37699"/>
                </a:cubicBezTo>
                <a:cubicBezTo>
                  <a:pt x="1050684" y="37833"/>
                  <a:pt x="1051797" y="37899"/>
                  <a:pt x="1052953" y="37899"/>
                </a:cubicBezTo>
                <a:cubicBezTo>
                  <a:pt x="1053932" y="37899"/>
                  <a:pt x="1054911" y="37833"/>
                  <a:pt x="1055890" y="37699"/>
                </a:cubicBezTo>
                <a:cubicBezTo>
                  <a:pt x="1056869" y="37566"/>
                  <a:pt x="1057847" y="37410"/>
                  <a:pt x="1058826" y="37231"/>
                </a:cubicBezTo>
                <a:cubicBezTo>
                  <a:pt x="1061583" y="46040"/>
                  <a:pt x="1064585" y="54693"/>
                  <a:pt x="1067832" y="63190"/>
                </a:cubicBezTo>
                <a:cubicBezTo>
                  <a:pt x="1071080" y="71685"/>
                  <a:pt x="1074706" y="80381"/>
                  <a:pt x="1078710" y="89278"/>
                </a:cubicBezTo>
                <a:cubicBezTo>
                  <a:pt x="1080489" y="85631"/>
                  <a:pt x="1082245" y="81694"/>
                  <a:pt x="1083980" y="77468"/>
                </a:cubicBezTo>
                <a:cubicBezTo>
                  <a:pt x="1085715" y="73242"/>
                  <a:pt x="1087450" y="68861"/>
                  <a:pt x="1089185" y="64324"/>
                </a:cubicBezTo>
                <a:cubicBezTo>
                  <a:pt x="1090920" y="59786"/>
                  <a:pt x="1092610" y="55226"/>
                  <a:pt x="1094255" y="50644"/>
                </a:cubicBezTo>
                <a:cubicBezTo>
                  <a:pt x="1095902" y="46062"/>
                  <a:pt x="1097526" y="41591"/>
                  <a:pt x="1099128" y="37231"/>
                </a:cubicBezTo>
                <a:cubicBezTo>
                  <a:pt x="1100728" y="37676"/>
                  <a:pt x="1102107" y="37899"/>
                  <a:pt x="1103264" y="37899"/>
                </a:cubicBezTo>
                <a:cubicBezTo>
                  <a:pt x="1104420" y="37899"/>
                  <a:pt x="1105799" y="37676"/>
                  <a:pt x="1107401" y="37231"/>
                </a:cubicBezTo>
                <a:cubicBezTo>
                  <a:pt x="1102597" y="47996"/>
                  <a:pt x="1097882" y="58628"/>
                  <a:pt x="1093255" y="69127"/>
                </a:cubicBezTo>
                <a:cubicBezTo>
                  <a:pt x="1088629" y="79625"/>
                  <a:pt x="1084403" y="90123"/>
                  <a:pt x="1080577" y="100620"/>
                </a:cubicBezTo>
                <a:cubicBezTo>
                  <a:pt x="1079243" y="100442"/>
                  <a:pt x="1077864" y="100353"/>
                  <a:pt x="1076440" y="100353"/>
                </a:cubicBezTo>
                <a:cubicBezTo>
                  <a:pt x="1075017" y="100353"/>
                  <a:pt x="1073594" y="100442"/>
                  <a:pt x="1072170" y="100620"/>
                </a:cubicBezTo>
                <a:close/>
                <a:moveTo>
                  <a:pt x="1151437" y="67392"/>
                </a:moveTo>
                <a:cubicBezTo>
                  <a:pt x="1149925" y="67926"/>
                  <a:pt x="1148167" y="68370"/>
                  <a:pt x="1146165" y="68726"/>
                </a:cubicBezTo>
                <a:cubicBezTo>
                  <a:pt x="1144164" y="69082"/>
                  <a:pt x="1142141" y="69460"/>
                  <a:pt x="1140095" y="69860"/>
                </a:cubicBezTo>
                <a:cubicBezTo>
                  <a:pt x="1138049" y="70261"/>
                  <a:pt x="1136025" y="70773"/>
                  <a:pt x="1134023" y="71396"/>
                </a:cubicBezTo>
                <a:cubicBezTo>
                  <a:pt x="1132020" y="72017"/>
                  <a:pt x="1130241" y="72862"/>
                  <a:pt x="1128684" y="73931"/>
                </a:cubicBezTo>
                <a:cubicBezTo>
                  <a:pt x="1127128" y="74998"/>
                  <a:pt x="1125882" y="76332"/>
                  <a:pt x="1124947" y="77934"/>
                </a:cubicBezTo>
                <a:cubicBezTo>
                  <a:pt x="1124013" y="79536"/>
                  <a:pt x="1123546" y="81582"/>
                  <a:pt x="1123546" y="84073"/>
                </a:cubicBezTo>
                <a:cubicBezTo>
                  <a:pt x="1123546" y="88255"/>
                  <a:pt x="1124747" y="91413"/>
                  <a:pt x="1127148" y="93548"/>
                </a:cubicBezTo>
                <a:cubicBezTo>
                  <a:pt x="1129551" y="95684"/>
                  <a:pt x="1132221" y="96751"/>
                  <a:pt x="1135157" y="96751"/>
                </a:cubicBezTo>
                <a:cubicBezTo>
                  <a:pt x="1138537" y="96751"/>
                  <a:pt x="1141628" y="95817"/>
                  <a:pt x="1144430" y="93949"/>
                </a:cubicBezTo>
                <a:cubicBezTo>
                  <a:pt x="1147233" y="92080"/>
                  <a:pt x="1149391" y="89900"/>
                  <a:pt x="1150903" y="87409"/>
                </a:cubicBezTo>
                <a:lnTo>
                  <a:pt x="1151437" y="67392"/>
                </a:lnTo>
                <a:moveTo>
                  <a:pt x="1118476" y="43637"/>
                </a:moveTo>
                <a:cubicBezTo>
                  <a:pt x="1122479" y="40613"/>
                  <a:pt x="1126171" y="38567"/>
                  <a:pt x="1129551" y="37500"/>
                </a:cubicBezTo>
                <a:cubicBezTo>
                  <a:pt x="1132933" y="36432"/>
                  <a:pt x="1136403" y="35897"/>
                  <a:pt x="1139961" y="35897"/>
                </a:cubicBezTo>
                <a:cubicBezTo>
                  <a:pt x="1143164" y="35897"/>
                  <a:pt x="1146101" y="36364"/>
                  <a:pt x="1148769" y="37298"/>
                </a:cubicBezTo>
                <a:cubicBezTo>
                  <a:pt x="1151438" y="38232"/>
                  <a:pt x="1153707" y="39567"/>
                  <a:pt x="1155575" y="41302"/>
                </a:cubicBezTo>
                <a:cubicBezTo>
                  <a:pt x="1157443" y="43037"/>
                  <a:pt x="1158910" y="45128"/>
                  <a:pt x="1159977" y="47575"/>
                </a:cubicBezTo>
                <a:cubicBezTo>
                  <a:pt x="1161045" y="50022"/>
                  <a:pt x="1161580" y="52712"/>
                  <a:pt x="1161580" y="55647"/>
                </a:cubicBezTo>
                <a:cubicBezTo>
                  <a:pt x="1161580" y="60719"/>
                  <a:pt x="1161491" y="65768"/>
                  <a:pt x="1161313" y="70795"/>
                </a:cubicBezTo>
                <a:cubicBezTo>
                  <a:pt x="1161135" y="75822"/>
                  <a:pt x="1161046" y="81137"/>
                  <a:pt x="1161046" y="86741"/>
                </a:cubicBezTo>
                <a:cubicBezTo>
                  <a:pt x="1161046" y="87809"/>
                  <a:pt x="1161069" y="88944"/>
                  <a:pt x="1161113" y="90146"/>
                </a:cubicBezTo>
                <a:cubicBezTo>
                  <a:pt x="1161158" y="91346"/>
                  <a:pt x="1161358" y="92413"/>
                  <a:pt x="1161714" y="93347"/>
                </a:cubicBezTo>
                <a:cubicBezTo>
                  <a:pt x="1162070" y="94281"/>
                  <a:pt x="1162581" y="95059"/>
                  <a:pt x="1163247" y="95682"/>
                </a:cubicBezTo>
                <a:cubicBezTo>
                  <a:pt x="1163915" y="96305"/>
                  <a:pt x="1164916" y="96617"/>
                  <a:pt x="1166251" y="96617"/>
                </a:cubicBezTo>
                <a:cubicBezTo>
                  <a:pt x="1166696" y="96617"/>
                  <a:pt x="1167163" y="96595"/>
                  <a:pt x="1167652" y="96550"/>
                </a:cubicBezTo>
                <a:cubicBezTo>
                  <a:pt x="1168142" y="96505"/>
                  <a:pt x="1168609" y="96349"/>
                  <a:pt x="1169053" y="96083"/>
                </a:cubicBezTo>
                <a:lnTo>
                  <a:pt x="1169053" y="99020"/>
                </a:lnTo>
                <a:cubicBezTo>
                  <a:pt x="1168074" y="99464"/>
                  <a:pt x="1166851" y="99819"/>
                  <a:pt x="1165383" y="100087"/>
                </a:cubicBezTo>
                <a:cubicBezTo>
                  <a:pt x="1163916" y="100354"/>
                  <a:pt x="1162292" y="100488"/>
                  <a:pt x="1160513" y="100488"/>
                </a:cubicBezTo>
                <a:cubicBezTo>
                  <a:pt x="1157666" y="100488"/>
                  <a:pt x="1155486" y="99754"/>
                  <a:pt x="1153974" y="98287"/>
                </a:cubicBezTo>
                <a:cubicBezTo>
                  <a:pt x="1152462" y="96818"/>
                  <a:pt x="1151572" y="94927"/>
                  <a:pt x="1151305" y="92614"/>
                </a:cubicBezTo>
                <a:cubicBezTo>
                  <a:pt x="1148102" y="95816"/>
                  <a:pt x="1144944" y="98173"/>
                  <a:pt x="1141830" y="99686"/>
                </a:cubicBezTo>
                <a:cubicBezTo>
                  <a:pt x="1138716" y="101198"/>
                  <a:pt x="1134890" y="101954"/>
                  <a:pt x="1130353" y="101954"/>
                </a:cubicBezTo>
                <a:cubicBezTo>
                  <a:pt x="1128129" y="101954"/>
                  <a:pt x="1125948" y="101642"/>
                  <a:pt x="1123813" y="101019"/>
                </a:cubicBezTo>
                <a:cubicBezTo>
                  <a:pt x="1121679" y="100398"/>
                  <a:pt x="1119789" y="99375"/>
                  <a:pt x="1118142" y="97953"/>
                </a:cubicBezTo>
                <a:cubicBezTo>
                  <a:pt x="1116497" y="96529"/>
                  <a:pt x="1115162" y="94816"/>
                  <a:pt x="1114139" y="92815"/>
                </a:cubicBezTo>
                <a:cubicBezTo>
                  <a:pt x="1113116" y="90813"/>
                  <a:pt x="1112605" y="88521"/>
                  <a:pt x="1112605" y="85941"/>
                </a:cubicBezTo>
                <a:cubicBezTo>
                  <a:pt x="1112605" y="80603"/>
                  <a:pt x="1114273" y="76467"/>
                  <a:pt x="1117608" y="73532"/>
                </a:cubicBezTo>
                <a:cubicBezTo>
                  <a:pt x="1120945" y="70595"/>
                  <a:pt x="1125549" y="68638"/>
                  <a:pt x="1131420" y="67659"/>
                </a:cubicBezTo>
                <a:cubicBezTo>
                  <a:pt x="1136225" y="66858"/>
                  <a:pt x="1139984" y="66169"/>
                  <a:pt x="1142697" y="65590"/>
                </a:cubicBezTo>
                <a:cubicBezTo>
                  <a:pt x="1145411" y="65012"/>
                  <a:pt x="1147413" y="64411"/>
                  <a:pt x="1148702" y="63788"/>
                </a:cubicBezTo>
                <a:cubicBezTo>
                  <a:pt x="1149992" y="63165"/>
                  <a:pt x="1150770" y="62431"/>
                  <a:pt x="1151036" y="61587"/>
                </a:cubicBezTo>
                <a:cubicBezTo>
                  <a:pt x="1151303" y="60741"/>
                  <a:pt x="1151437" y="59651"/>
                  <a:pt x="1151437" y="58317"/>
                </a:cubicBezTo>
                <a:cubicBezTo>
                  <a:pt x="1151437" y="56093"/>
                  <a:pt x="1151170" y="53958"/>
                  <a:pt x="1150637" y="51913"/>
                </a:cubicBezTo>
                <a:cubicBezTo>
                  <a:pt x="1150103" y="49866"/>
                  <a:pt x="1149258" y="48086"/>
                  <a:pt x="1148102" y="46574"/>
                </a:cubicBezTo>
                <a:cubicBezTo>
                  <a:pt x="1146945" y="45061"/>
                  <a:pt x="1145433" y="43838"/>
                  <a:pt x="1143565" y="42904"/>
                </a:cubicBezTo>
                <a:cubicBezTo>
                  <a:pt x="1141697" y="41970"/>
                  <a:pt x="1139428" y="41503"/>
                  <a:pt x="1136760" y="41503"/>
                </a:cubicBezTo>
                <a:cubicBezTo>
                  <a:pt x="1133200" y="41503"/>
                  <a:pt x="1129886" y="42304"/>
                  <a:pt x="1126816" y="43906"/>
                </a:cubicBezTo>
                <a:cubicBezTo>
                  <a:pt x="1123747" y="45507"/>
                  <a:pt x="1121456" y="47730"/>
                  <a:pt x="1119944" y="50577"/>
                </a:cubicBezTo>
                <a:lnTo>
                  <a:pt x="1118476" y="50577"/>
                </a:lnTo>
                <a:lnTo>
                  <a:pt x="1118476" y="43637"/>
                </a:lnTo>
                <a:close/>
                <a:moveTo>
                  <a:pt x="1187337" y="38433"/>
                </a:moveTo>
                <a:cubicBezTo>
                  <a:pt x="1187337" y="35408"/>
                  <a:pt x="1187315" y="32117"/>
                  <a:pt x="1187270" y="28559"/>
                </a:cubicBezTo>
                <a:cubicBezTo>
                  <a:pt x="1187225" y="24999"/>
                  <a:pt x="1187158" y="21485"/>
                  <a:pt x="1187069" y="18015"/>
                </a:cubicBezTo>
                <a:cubicBezTo>
                  <a:pt x="1186980" y="14545"/>
                  <a:pt x="1186869" y="11231"/>
                  <a:pt x="1186735" y="8074"/>
                </a:cubicBezTo>
                <a:cubicBezTo>
                  <a:pt x="1186602" y="4915"/>
                  <a:pt x="1186446" y="2224"/>
                  <a:pt x="1186268" y="0"/>
                </a:cubicBezTo>
                <a:cubicBezTo>
                  <a:pt x="1188759" y="445"/>
                  <a:pt x="1190762" y="668"/>
                  <a:pt x="1192275" y="668"/>
                </a:cubicBezTo>
                <a:cubicBezTo>
                  <a:pt x="1193788" y="668"/>
                  <a:pt x="1195789" y="445"/>
                  <a:pt x="1198280" y="0"/>
                </a:cubicBezTo>
                <a:cubicBezTo>
                  <a:pt x="1198103" y="2224"/>
                  <a:pt x="1197946" y="4915"/>
                  <a:pt x="1197812" y="8074"/>
                </a:cubicBezTo>
                <a:cubicBezTo>
                  <a:pt x="1197679" y="11231"/>
                  <a:pt x="1197568" y="14545"/>
                  <a:pt x="1197478" y="18015"/>
                </a:cubicBezTo>
                <a:cubicBezTo>
                  <a:pt x="1197390" y="21485"/>
                  <a:pt x="1197323" y="24999"/>
                  <a:pt x="1197279" y="28559"/>
                </a:cubicBezTo>
                <a:cubicBezTo>
                  <a:pt x="1197234" y="32117"/>
                  <a:pt x="1197211" y="35408"/>
                  <a:pt x="1197211" y="38433"/>
                </a:cubicBezTo>
                <a:lnTo>
                  <a:pt x="1197211" y="62587"/>
                </a:lnTo>
                <a:cubicBezTo>
                  <a:pt x="1197211" y="65613"/>
                  <a:pt x="1197234" y="68905"/>
                  <a:pt x="1197279" y="72463"/>
                </a:cubicBezTo>
                <a:cubicBezTo>
                  <a:pt x="1197323" y="76021"/>
                  <a:pt x="1197390" y="79535"/>
                  <a:pt x="1197478" y="83004"/>
                </a:cubicBezTo>
                <a:cubicBezTo>
                  <a:pt x="1197568" y="86474"/>
                  <a:pt x="1197679" y="89766"/>
                  <a:pt x="1197812" y="92880"/>
                </a:cubicBezTo>
                <a:cubicBezTo>
                  <a:pt x="1197946" y="95994"/>
                  <a:pt x="1198103" y="98574"/>
                  <a:pt x="1198280" y="100620"/>
                </a:cubicBezTo>
                <a:cubicBezTo>
                  <a:pt x="1196233" y="100442"/>
                  <a:pt x="1194232" y="100353"/>
                  <a:pt x="1192275" y="100353"/>
                </a:cubicBezTo>
                <a:cubicBezTo>
                  <a:pt x="1190318" y="100353"/>
                  <a:pt x="1188316" y="100442"/>
                  <a:pt x="1186268" y="100620"/>
                </a:cubicBezTo>
                <a:cubicBezTo>
                  <a:pt x="1186446" y="98574"/>
                  <a:pt x="1186602" y="95994"/>
                  <a:pt x="1186735" y="92880"/>
                </a:cubicBezTo>
                <a:cubicBezTo>
                  <a:pt x="1186869" y="89766"/>
                  <a:pt x="1186980" y="86474"/>
                  <a:pt x="1187069" y="83004"/>
                </a:cubicBezTo>
                <a:cubicBezTo>
                  <a:pt x="1187158" y="79535"/>
                  <a:pt x="1187225" y="76021"/>
                  <a:pt x="1187270" y="72463"/>
                </a:cubicBezTo>
                <a:cubicBezTo>
                  <a:pt x="1187315" y="68905"/>
                  <a:pt x="1187337" y="65613"/>
                  <a:pt x="1187337" y="62587"/>
                </a:cubicBezTo>
                <a:lnTo>
                  <a:pt x="1187337" y="38433"/>
                </a:lnTo>
                <a:close/>
                <a:moveTo>
                  <a:pt x="1220966" y="80469"/>
                </a:moveTo>
                <a:cubicBezTo>
                  <a:pt x="1220966" y="75755"/>
                  <a:pt x="1221033" y="71730"/>
                  <a:pt x="1221166" y="68394"/>
                </a:cubicBezTo>
                <a:cubicBezTo>
                  <a:pt x="1221299" y="65057"/>
                  <a:pt x="1221365" y="61743"/>
                  <a:pt x="1221365" y="58451"/>
                </a:cubicBezTo>
                <a:cubicBezTo>
                  <a:pt x="1221365" y="55337"/>
                  <a:pt x="1221343" y="51956"/>
                  <a:pt x="1221298" y="48308"/>
                </a:cubicBezTo>
                <a:cubicBezTo>
                  <a:pt x="1221254" y="44661"/>
                  <a:pt x="1221188" y="40968"/>
                  <a:pt x="1221098" y="37231"/>
                </a:cubicBezTo>
                <a:cubicBezTo>
                  <a:pt x="1223323" y="37676"/>
                  <a:pt x="1225192" y="37899"/>
                  <a:pt x="1226704" y="37899"/>
                </a:cubicBezTo>
                <a:cubicBezTo>
                  <a:pt x="1228127" y="37899"/>
                  <a:pt x="1229951" y="37676"/>
                  <a:pt x="1232176" y="37231"/>
                </a:cubicBezTo>
                <a:cubicBezTo>
                  <a:pt x="1231730" y="42570"/>
                  <a:pt x="1231396" y="48420"/>
                  <a:pt x="1231174" y="54782"/>
                </a:cubicBezTo>
                <a:cubicBezTo>
                  <a:pt x="1230951" y="61142"/>
                  <a:pt x="1230840" y="67658"/>
                  <a:pt x="1230840" y="74330"/>
                </a:cubicBezTo>
                <a:cubicBezTo>
                  <a:pt x="1230840" y="78956"/>
                  <a:pt x="1231240" y="82493"/>
                  <a:pt x="1232041" y="84941"/>
                </a:cubicBezTo>
                <a:cubicBezTo>
                  <a:pt x="1232842" y="87387"/>
                  <a:pt x="1233821" y="89233"/>
                  <a:pt x="1234978" y="90478"/>
                </a:cubicBezTo>
                <a:cubicBezTo>
                  <a:pt x="1236224" y="91902"/>
                  <a:pt x="1237803" y="93081"/>
                  <a:pt x="1239716" y="94015"/>
                </a:cubicBezTo>
                <a:cubicBezTo>
                  <a:pt x="1241629" y="94949"/>
                  <a:pt x="1243875" y="95416"/>
                  <a:pt x="1246454" y="95416"/>
                </a:cubicBezTo>
                <a:cubicBezTo>
                  <a:pt x="1250191" y="95416"/>
                  <a:pt x="1253305" y="94593"/>
                  <a:pt x="1255796" y="92948"/>
                </a:cubicBezTo>
                <a:cubicBezTo>
                  <a:pt x="1258287" y="91301"/>
                  <a:pt x="1260111" y="89277"/>
                  <a:pt x="1261268" y="86875"/>
                </a:cubicBezTo>
                <a:cubicBezTo>
                  <a:pt x="1261890" y="85363"/>
                  <a:pt x="1262378" y="84073"/>
                  <a:pt x="1262734" y="83006"/>
                </a:cubicBezTo>
                <a:cubicBezTo>
                  <a:pt x="1263091" y="81938"/>
                  <a:pt x="1263380" y="80514"/>
                  <a:pt x="1263601" y="78734"/>
                </a:cubicBezTo>
                <a:cubicBezTo>
                  <a:pt x="1263824" y="76955"/>
                  <a:pt x="1263958" y="74553"/>
                  <a:pt x="1264003" y="71528"/>
                </a:cubicBezTo>
                <a:cubicBezTo>
                  <a:pt x="1264047" y="68503"/>
                  <a:pt x="1264070" y="64366"/>
                  <a:pt x="1264070" y="59117"/>
                </a:cubicBezTo>
                <a:lnTo>
                  <a:pt x="1264070" y="47907"/>
                </a:lnTo>
                <a:cubicBezTo>
                  <a:pt x="1264070" y="45951"/>
                  <a:pt x="1264047" y="44083"/>
                  <a:pt x="1264003" y="42303"/>
                </a:cubicBezTo>
                <a:cubicBezTo>
                  <a:pt x="1263958" y="40524"/>
                  <a:pt x="1263891" y="38833"/>
                  <a:pt x="1263803" y="37231"/>
                </a:cubicBezTo>
                <a:cubicBezTo>
                  <a:pt x="1264782" y="37410"/>
                  <a:pt x="1265716" y="37566"/>
                  <a:pt x="1266605" y="37699"/>
                </a:cubicBezTo>
                <a:cubicBezTo>
                  <a:pt x="1267494" y="37833"/>
                  <a:pt x="1268428" y="37899"/>
                  <a:pt x="1269407" y="37899"/>
                </a:cubicBezTo>
                <a:cubicBezTo>
                  <a:pt x="1270386" y="37899"/>
                  <a:pt x="1271320" y="37833"/>
                  <a:pt x="1272209" y="37699"/>
                </a:cubicBezTo>
                <a:cubicBezTo>
                  <a:pt x="1273099" y="37566"/>
                  <a:pt x="1273989" y="37410"/>
                  <a:pt x="1274878" y="37231"/>
                </a:cubicBezTo>
                <a:cubicBezTo>
                  <a:pt x="1274434" y="44171"/>
                  <a:pt x="1274168" y="50866"/>
                  <a:pt x="1274078" y="57317"/>
                </a:cubicBezTo>
                <a:cubicBezTo>
                  <a:pt x="1273990" y="63766"/>
                  <a:pt x="1273946" y="70594"/>
                  <a:pt x="1273946" y="77800"/>
                </a:cubicBezTo>
                <a:cubicBezTo>
                  <a:pt x="1273946" y="81804"/>
                  <a:pt x="1273990" y="85719"/>
                  <a:pt x="1274078" y="89545"/>
                </a:cubicBezTo>
                <a:cubicBezTo>
                  <a:pt x="1274168" y="93370"/>
                  <a:pt x="1274301" y="97062"/>
                  <a:pt x="1274479" y="100620"/>
                </a:cubicBezTo>
                <a:cubicBezTo>
                  <a:pt x="1272699" y="100442"/>
                  <a:pt x="1270965" y="100353"/>
                  <a:pt x="1269274" y="100353"/>
                </a:cubicBezTo>
                <a:cubicBezTo>
                  <a:pt x="1267584" y="100353"/>
                  <a:pt x="1265849" y="100442"/>
                  <a:pt x="1264070" y="100620"/>
                </a:cubicBezTo>
                <a:cubicBezTo>
                  <a:pt x="1264158" y="99819"/>
                  <a:pt x="1264224" y="98974"/>
                  <a:pt x="1264269" y="98085"/>
                </a:cubicBezTo>
                <a:cubicBezTo>
                  <a:pt x="1264314" y="97196"/>
                  <a:pt x="1264336" y="96262"/>
                  <a:pt x="1264336" y="95283"/>
                </a:cubicBezTo>
                <a:lnTo>
                  <a:pt x="1264336" y="89545"/>
                </a:lnTo>
                <a:lnTo>
                  <a:pt x="1264070" y="89545"/>
                </a:lnTo>
                <a:cubicBezTo>
                  <a:pt x="1261757" y="93814"/>
                  <a:pt x="1258776" y="96950"/>
                  <a:pt x="1255128" y="98953"/>
                </a:cubicBezTo>
                <a:cubicBezTo>
                  <a:pt x="1251481" y="100953"/>
                  <a:pt x="1247522" y="101954"/>
                  <a:pt x="1243251" y="101954"/>
                </a:cubicBezTo>
                <a:cubicBezTo>
                  <a:pt x="1236311" y="101954"/>
                  <a:pt x="1230862" y="100108"/>
                  <a:pt x="1226904" y="96417"/>
                </a:cubicBezTo>
                <a:cubicBezTo>
                  <a:pt x="1222945" y="92725"/>
                  <a:pt x="1220966" y="87409"/>
                  <a:pt x="1220966" y="80469"/>
                </a:cubicBezTo>
                <a:close/>
                <a:moveTo>
                  <a:pt x="1320520" y="40167"/>
                </a:moveTo>
                <a:cubicBezTo>
                  <a:pt x="1317228" y="40167"/>
                  <a:pt x="1314447" y="40924"/>
                  <a:pt x="1312177" y="42436"/>
                </a:cubicBezTo>
                <a:cubicBezTo>
                  <a:pt x="1309909" y="43948"/>
                  <a:pt x="1308041" y="45839"/>
                  <a:pt x="1306574" y="48109"/>
                </a:cubicBezTo>
                <a:cubicBezTo>
                  <a:pt x="1305106" y="50377"/>
                  <a:pt x="1303994" y="52868"/>
                  <a:pt x="1303238" y="55582"/>
                </a:cubicBezTo>
                <a:cubicBezTo>
                  <a:pt x="1302482" y="58296"/>
                  <a:pt x="1302015" y="60853"/>
                  <a:pt x="1301837" y="63255"/>
                </a:cubicBezTo>
                <a:cubicBezTo>
                  <a:pt x="1304594" y="63344"/>
                  <a:pt x="1307463" y="63434"/>
                  <a:pt x="1310443" y="63523"/>
                </a:cubicBezTo>
                <a:cubicBezTo>
                  <a:pt x="1313424" y="63612"/>
                  <a:pt x="1316338" y="63656"/>
                  <a:pt x="1319184" y="63656"/>
                </a:cubicBezTo>
                <a:cubicBezTo>
                  <a:pt x="1322121" y="63656"/>
                  <a:pt x="1325101" y="63612"/>
                  <a:pt x="1328125" y="63523"/>
                </a:cubicBezTo>
                <a:cubicBezTo>
                  <a:pt x="1331150" y="63434"/>
                  <a:pt x="1334086" y="63344"/>
                  <a:pt x="1336934" y="63255"/>
                </a:cubicBezTo>
                <a:cubicBezTo>
                  <a:pt x="1336934" y="60853"/>
                  <a:pt x="1336734" y="58318"/>
                  <a:pt x="1336334" y="55649"/>
                </a:cubicBezTo>
                <a:cubicBezTo>
                  <a:pt x="1335933" y="52979"/>
                  <a:pt x="1335132" y="50487"/>
                  <a:pt x="1333931" y="48174"/>
                </a:cubicBezTo>
                <a:cubicBezTo>
                  <a:pt x="1332730" y="45861"/>
                  <a:pt x="1331061" y="43948"/>
                  <a:pt x="1328926" y="42436"/>
                </a:cubicBezTo>
                <a:cubicBezTo>
                  <a:pt x="1326790" y="40924"/>
                  <a:pt x="1323988" y="40167"/>
                  <a:pt x="1320520" y="40167"/>
                </a:cubicBezTo>
                <a:moveTo>
                  <a:pt x="1289693" y="70995"/>
                </a:moveTo>
                <a:cubicBezTo>
                  <a:pt x="1289693" y="60052"/>
                  <a:pt x="1292295" y="51467"/>
                  <a:pt x="1297498" y="45240"/>
                </a:cubicBezTo>
                <a:cubicBezTo>
                  <a:pt x="1302703" y="39012"/>
                  <a:pt x="1310288" y="35897"/>
                  <a:pt x="1320253" y="35897"/>
                </a:cubicBezTo>
                <a:cubicBezTo>
                  <a:pt x="1324968" y="35897"/>
                  <a:pt x="1329038" y="36632"/>
                  <a:pt x="1332463" y="38101"/>
                </a:cubicBezTo>
                <a:cubicBezTo>
                  <a:pt x="1335888" y="39568"/>
                  <a:pt x="1338757" y="41525"/>
                  <a:pt x="1341070" y="43971"/>
                </a:cubicBezTo>
                <a:cubicBezTo>
                  <a:pt x="1343383" y="46417"/>
                  <a:pt x="1345096" y="49287"/>
                  <a:pt x="1346208" y="52579"/>
                </a:cubicBezTo>
                <a:cubicBezTo>
                  <a:pt x="1347319" y="55870"/>
                  <a:pt x="1347875" y="59384"/>
                  <a:pt x="1347875" y="63120"/>
                </a:cubicBezTo>
                <a:cubicBezTo>
                  <a:pt x="1347875" y="64011"/>
                  <a:pt x="1347853" y="64879"/>
                  <a:pt x="1347808" y="65725"/>
                </a:cubicBezTo>
                <a:cubicBezTo>
                  <a:pt x="1347765" y="66569"/>
                  <a:pt x="1347698" y="67436"/>
                  <a:pt x="1347609" y="68325"/>
                </a:cubicBezTo>
                <a:cubicBezTo>
                  <a:pt x="1342804" y="68237"/>
                  <a:pt x="1338045" y="68149"/>
                  <a:pt x="1333330" y="68060"/>
                </a:cubicBezTo>
                <a:cubicBezTo>
                  <a:pt x="1328616" y="67971"/>
                  <a:pt x="1323856" y="67926"/>
                  <a:pt x="1319052" y="67926"/>
                </a:cubicBezTo>
                <a:cubicBezTo>
                  <a:pt x="1316116" y="67926"/>
                  <a:pt x="1313202" y="67971"/>
                  <a:pt x="1310310" y="68060"/>
                </a:cubicBezTo>
                <a:cubicBezTo>
                  <a:pt x="1307419" y="68149"/>
                  <a:pt x="1304505" y="68237"/>
                  <a:pt x="1301568" y="68325"/>
                </a:cubicBezTo>
                <a:cubicBezTo>
                  <a:pt x="1301480" y="68770"/>
                  <a:pt x="1301436" y="69437"/>
                  <a:pt x="1301436" y="70327"/>
                </a:cubicBezTo>
                <a:lnTo>
                  <a:pt x="1301436" y="72062"/>
                </a:lnTo>
                <a:cubicBezTo>
                  <a:pt x="1301436" y="75531"/>
                  <a:pt x="1301947" y="78779"/>
                  <a:pt x="1302969" y="81805"/>
                </a:cubicBezTo>
                <a:cubicBezTo>
                  <a:pt x="1303993" y="84830"/>
                  <a:pt x="1305484" y="87432"/>
                  <a:pt x="1307441" y="89612"/>
                </a:cubicBezTo>
                <a:cubicBezTo>
                  <a:pt x="1309399" y="91791"/>
                  <a:pt x="1311801" y="93526"/>
                  <a:pt x="1314647" y="94817"/>
                </a:cubicBezTo>
                <a:cubicBezTo>
                  <a:pt x="1317494" y="96106"/>
                  <a:pt x="1320786" y="96751"/>
                  <a:pt x="1324523" y="96751"/>
                </a:cubicBezTo>
                <a:cubicBezTo>
                  <a:pt x="1326302" y="96751"/>
                  <a:pt x="1328125" y="96507"/>
                  <a:pt x="1329993" y="96018"/>
                </a:cubicBezTo>
                <a:cubicBezTo>
                  <a:pt x="1331862" y="95528"/>
                  <a:pt x="1333686" y="94860"/>
                  <a:pt x="1335464" y="94015"/>
                </a:cubicBezTo>
                <a:cubicBezTo>
                  <a:pt x="1337244" y="93169"/>
                  <a:pt x="1338912" y="92168"/>
                  <a:pt x="1340469" y="91013"/>
                </a:cubicBezTo>
                <a:cubicBezTo>
                  <a:pt x="1342026" y="89856"/>
                  <a:pt x="1343383" y="88610"/>
                  <a:pt x="1344540" y="87275"/>
                </a:cubicBezTo>
                <a:lnTo>
                  <a:pt x="1345208" y="87676"/>
                </a:lnTo>
                <a:lnTo>
                  <a:pt x="1344408" y="94214"/>
                </a:lnTo>
                <a:cubicBezTo>
                  <a:pt x="1341737" y="96349"/>
                  <a:pt x="1338423" y="98173"/>
                  <a:pt x="1334464" y="99686"/>
                </a:cubicBezTo>
                <a:cubicBezTo>
                  <a:pt x="1330506" y="101198"/>
                  <a:pt x="1326391" y="101954"/>
                  <a:pt x="1322121" y="101954"/>
                </a:cubicBezTo>
                <a:cubicBezTo>
                  <a:pt x="1317316" y="101954"/>
                  <a:pt x="1312934" y="101220"/>
                  <a:pt x="1308974" y="99753"/>
                </a:cubicBezTo>
                <a:cubicBezTo>
                  <a:pt x="1305016" y="98285"/>
                  <a:pt x="1301591" y="96151"/>
                  <a:pt x="1298699" y="93349"/>
                </a:cubicBezTo>
                <a:cubicBezTo>
                  <a:pt x="1295809" y="90545"/>
                  <a:pt x="1293586" y="87231"/>
                  <a:pt x="1292029" y="83406"/>
                </a:cubicBezTo>
                <a:cubicBezTo>
                  <a:pt x="1290471" y="79580"/>
                  <a:pt x="1289693" y="75443"/>
                  <a:pt x="1289693" y="70995"/>
                </a:cubicBezTo>
                <a:close/>
                <a:moveTo>
                  <a:pt x="1407140" y="69127"/>
                </a:moveTo>
                <a:cubicBezTo>
                  <a:pt x="1407140" y="72863"/>
                  <a:pt x="1407473" y="76466"/>
                  <a:pt x="1408140" y="79936"/>
                </a:cubicBezTo>
                <a:cubicBezTo>
                  <a:pt x="1408808" y="83406"/>
                  <a:pt x="1409942" y="86497"/>
                  <a:pt x="1411543" y="89211"/>
                </a:cubicBezTo>
                <a:cubicBezTo>
                  <a:pt x="1413144" y="91925"/>
                  <a:pt x="1415280" y="94082"/>
                  <a:pt x="1417949" y="95684"/>
                </a:cubicBezTo>
                <a:cubicBezTo>
                  <a:pt x="1420618" y="97285"/>
                  <a:pt x="1423910" y="98085"/>
                  <a:pt x="1427825" y="98085"/>
                </a:cubicBezTo>
                <a:cubicBezTo>
                  <a:pt x="1431740" y="98085"/>
                  <a:pt x="1435032" y="97285"/>
                  <a:pt x="1437701" y="95684"/>
                </a:cubicBezTo>
                <a:cubicBezTo>
                  <a:pt x="1440369" y="94082"/>
                  <a:pt x="1442504" y="91925"/>
                  <a:pt x="1444105" y="89211"/>
                </a:cubicBezTo>
                <a:cubicBezTo>
                  <a:pt x="1445706" y="86497"/>
                  <a:pt x="1446841" y="83406"/>
                  <a:pt x="1447507" y="79936"/>
                </a:cubicBezTo>
                <a:cubicBezTo>
                  <a:pt x="1448175" y="76466"/>
                  <a:pt x="1448509" y="72863"/>
                  <a:pt x="1448509" y="69127"/>
                </a:cubicBezTo>
                <a:cubicBezTo>
                  <a:pt x="1448509" y="65390"/>
                  <a:pt x="1448175" y="61787"/>
                  <a:pt x="1447507" y="58317"/>
                </a:cubicBezTo>
                <a:cubicBezTo>
                  <a:pt x="1446841" y="54847"/>
                  <a:pt x="1445706" y="51756"/>
                  <a:pt x="1444105" y="49044"/>
                </a:cubicBezTo>
                <a:cubicBezTo>
                  <a:pt x="1442504" y="46330"/>
                  <a:pt x="1440369" y="44172"/>
                  <a:pt x="1437701" y="42570"/>
                </a:cubicBezTo>
                <a:cubicBezTo>
                  <a:pt x="1435032" y="40968"/>
                  <a:pt x="1431740" y="40167"/>
                  <a:pt x="1427825" y="40167"/>
                </a:cubicBezTo>
                <a:cubicBezTo>
                  <a:pt x="1423910" y="40167"/>
                  <a:pt x="1420618" y="40968"/>
                  <a:pt x="1417949" y="42570"/>
                </a:cubicBezTo>
                <a:cubicBezTo>
                  <a:pt x="1415280" y="44172"/>
                  <a:pt x="1413144" y="46330"/>
                  <a:pt x="1411543" y="49044"/>
                </a:cubicBezTo>
                <a:cubicBezTo>
                  <a:pt x="1409942" y="51756"/>
                  <a:pt x="1408808" y="54847"/>
                  <a:pt x="1408140" y="58317"/>
                </a:cubicBezTo>
                <a:cubicBezTo>
                  <a:pt x="1407473" y="61787"/>
                  <a:pt x="1407140" y="65390"/>
                  <a:pt x="1407140" y="69127"/>
                </a:cubicBezTo>
                <a:moveTo>
                  <a:pt x="1395397" y="69127"/>
                </a:moveTo>
                <a:cubicBezTo>
                  <a:pt x="1395397" y="63077"/>
                  <a:pt x="1396353" y="57939"/>
                  <a:pt x="1398266" y="53713"/>
                </a:cubicBezTo>
                <a:cubicBezTo>
                  <a:pt x="1400179" y="49487"/>
                  <a:pt x="1402692" y="46062"/>
                  <a:pt x="1405804" y="43438"/>
                </a:cubicBezTo>
                <a:cubicBezTo>
                  <a:pt x="1408919" y="40814"/>
                  <a:pt x="1412411" y="38901"/>
                  <a:pt x="1416281" y="37699"/>
                </a:cubicBezTo>
                <a:cubicBezTo>
                  <a:pt x="1420151" y="36498"/>
                  <a:pt x="1423999" y="35897"/>
                  <a:pt x="1427825" y="35897"/>
                </a:cubicBezTo>
                <a:cubicBezTo>
                  <a:pt x="1431740" y="35897"/>
                  <a:pt x="1435610" y="36498"/>
                  <a:pt x="1439435" y="37699"/>
                </a:cubicBezTo>
                <a:cubicBezTo>
                  <a:pt x="1443261" y="38901"/>
                  <a:pt x="1446730" y="40814"/>
                  <a:pt x="1449843" y="43438"/>
                </a:cubicBezTo>
                <a:cubicBezTo>
                  <a:pt x="1452957" y="46062"/>
                  <a:pt x="1455470" y="49487"/>
                  <a:pt x="1457383" y="53713"/>
                </a:cubicBezTo>
                <a:cubicBezTo>
                  <a:pt x="1459296" y="57939"/>
                  <a:pt x="1460252" y="63077"/>
                  <a:pt x="1460252" y="69127"/>
                </a:cubicBezTo>
                <a:cubicBezTo>
                  <a:pt x="1460252" y="75176"/>
                  <a:pt x="1459296" y="80314"/>
                  <a:pt x="1457383" y="84540"/>
                </a:cubicBezTo>
                <a:cubicBezTo>
                  <a:pt x="1455470" y="88766"/>
                  <a:pt x="1452957" y="92191"/>
                  <a:pt x="1449843" y="94817"/>
                </a:cubicBezTo>
                <a:cubicBezTo>
                  <a:pt x="1446730" y="97441"/>
                  <a:pt x="1443261" y="99286"/>
                  <a:pt x="1439435" y="100353"/>
                </a:cubicBezTo>
                <a:cubicBezTo>
                  <a:pt x="1435610" y="101420"/>
                  <a:pt x="1431740" y="101954"/>
                  <a:pt x="1427825" y="101954"/>
                </a:cubicBezTo>
                <a:cubicBezTo>
                  <a:pt x="1423999" y="101954"/>
                  <a:pt x="1420151" y="101420"/>
                  <a:pt x="1416281" y="100353"/>
                </a:cubicBezTo>
                <a:cubicBezTo>
                  <a:pt x="1412411" y="99286"/>
                  <a:pt x="1408919" y="97441"/>
                  <a:pt x="1405804" y="94817"/>
                </a:cubicBezTo>
                <a:cubicBezTo>
                  <a:pt x="1402692" y="92191"/>
                  <a:pt x="1400179" y="88766"/>
                  <a:pt x="1398266" y="84540"/>
                </a:cubicBezTo>
                <a:cubicBezTo>
                  <a:pt x="1396353" y="80314"/>
                  <a:pt x="1395397" y="75176"/>
                  <a:pt x="1395397" y="69127"/>
                </a:cubicBezTo>
                <a:close/>
                <a:moveTo>
                  <a:pt x="1518569" y="63120"/>
                </a:moveTo>
                <a:cubicBezTo>
                  <a:pt x="1518569" y="56448"/>
                  <a:pt x="1517279" y="51400"/>
                  <a:pt x="1514698" y="47975"/>
                </a:cubicBezTo>
                <a:cubicBezTo>
                  <a:pt x="1512119" y="44550"/>
                  <a:pt x="1508561" y="42837"/>
                  <a:pt x="1504024" y="42837"/>
                </a:cubicBezTo>
                <a:cubicBezTo>
                  <a:pt x="1497797" y="42837"/>
                  <a:pt x="1493238" y="44750"/>
                  <a:pt x="1490346" y="48575"/>
                </a:cubicBezTo>
                <a:cubicBezTo>
                  <a:pt x="1487455" y="52401"/>
                  <a:pt x="1486009" y="57783"/>
                  <a:pt x="1486009" y="64723"/>
                </a:cubicBezTo>
                <a:lnTo>
                  <a:pt x="1486009" y="76065"/>
                </a:lnTo>
                <a:cubicBezTo>
                  <a:pt x="1486009" y="80070"/>
                  <a:pt x="1486075" y="84274"/>
                  <a:pt x="1486208" y="88677"/>
                </a:cubicBezTo>
                <a:cubicBezTo>
                  <a:pt x="1486342" y="93081"/>
                  <a:pt x="1486631" y="97062"/>
                  <a:pt x="1487076" y="100620"/>
                </a:cubicBezTo>
                <a:cubicBezTo>
                  <a:pt x="1485030" y="100442"/>
                  <a:pt x="1483029" y="100353"/>
                  <a:pt x="1481071" y="100353"/>
                </a:cubicBezTo>
                <a:cubicBezTo>
                  <a:pt x="1479113" y="100353"/>
                  <a:pt x="1477112" y="100442"/>
                  <a:pt x="1475066" y="100620"/>
                </a:cubicBezTo>
                <a:cubicBezTo>
                  <a:pt x="1475510" y="97062"/>
                  <a:pt x="1475798" y="93081"/>
                  <a:pt x="1475931" y="88677"/>
                </a:cubicBezTo>
                <a:cubicBezTo>
                  <a:pt x="1476066" y="84274"/>
                  <a:pt x="1476133" y="80070"/>
                  <a:pt x="1476133" y="76065"/>
                </a:cubicBezTo>
                <a:lnTo>
                  <a:pt x="1476133" y="62188"/>
                </a:lnTo>
                <a:cubicBezTo>
                  <a:pt x="1476133" y="58184"/>
                  <a:pt x="1476066" y="53981"/>
                  <a:pt x="1475931" y="49577"/>
                </a:cubicBezTo>
                <a:cubicBezTo>
                  <a:pt x="1475798" y="45173"/>
                  <a:pt x="1475510" y="41058"/>
                  <a:pt x="1475066" y="37231"/>
                </a:cubicBezTo>
                <a:cubicBezTo>
                  <a:pt x="1477557" y="37676"/>
                  <a:pt x="1479559" y="37899"/>
                  <a:pt x="1481071" y="37899"/>
                </a:cubicBezTo>
                <a:cubicBezTo>
                  <a:pt x="1481782" y="37899"/>
                  <a:pt x="1482560" y="37833"/>
                  <a:pt x="1483405" y="37699"/>
                </a:cubicBezTo>
                <a:cubicBezTo>
                  <a:pt x="1484250" y="37566"/>
                  <a:pt x="1485251" y="37410"/>
                  <a:pt x="1486408" y="37231"/>
                </a:cubicBezTo>
                <a:cubicBezTo>
                  <a:pt x="1486142" y="40791"/>
                  <a:pt x="1486009" y="44349"/>
                  <a:pt x="1486009" y="47907"/>
                </a:cubicBezTo>
                <a:lnTo>
                  <a:pt x="1486276" y="47907"/>
                </a:lnTo>
                <a:cubicBezTo>
                  <a:pt x="1488767" y="44082"/>
                  <a:pt x="1491747" y="41124"/>
                  <a:pt x="1495217" y="39033"/>
                </a:cubicBezTo>
                <a:cubicBezTo>
                  <a:pt x="1498687" y="36943"/>
                  <a:pt x="1502824" y="35897"/>
                  <a:pt x="1507628" y="35897"/>
                </a:cubicBezTo>
                <a:cubicBezTo>
                  <a:pt x="1510119" y="35897"/>
                  <a:pt x="1512632" y="36254"/>
                  <a:pt x="1515166" y="36966"/>
                </a:cubicBezTo>
                <a:cubicBezTo>
                  <a:pt x="1517702" y="37678"/>
                  <a:pt x="1519993" y="38901"/>
                  <a:pt x="1522039" y="40636"/>
                </a:cubicBezTo>
                <a:cubicBezTo>
                  <a:pt x="1524086" y="42371"/>
                  <a:pt x="1525754" y="44729"/>
                  <a:pt x="1527044" y="47710"/>
                </a:cubicBezTo>
                <a:cubicBezTo>
                  <a:pt x="1528333" y="50690"/>
                  <a:pt x="1528978" y="54492"/>
                  <a:pt x="1528978" y="59117"/>
                </a:cubicBezTo>
                <a:cubicBezTo>
                  <a:pt x="1528978" y="62942"/>
                  <a:pt x="1528889" y="66879"/>
                  <a:pt x="1528712" y="70927"/>
                </a:cubicBezTo>
                <a:cubicBezTo>
                  <a:pt x="1528534" y="74975"/>
                  <a:pt x="1528445" y="79269"/>
                  <a:pt x="1528445" y="83807"/>
                </a:cubicBezTo>
                <a:lnTo>
                  <a:pt x="1528445" y="92479"/>
                </a:lnTo>
                <a:cubicBezTo>
                  <a:pt x="1528445" y="93903"/>
                  <a:pt x="1528467" y="95305"/>
                  <a:pt x="1528512" y="96684"/>
                </a:cubicBezTo>
                <a:cubicBezTo>
                  <a:pt x="1528557" y="98063"/>
                  <a:pt x="1528623" y="99375"/>
                  <a:pt x="1528712" y="100620"/>
                </a:cubicBezTo>
                <a:cubicBezTo>
                  <a:pt x="1526932" y="100442"/>
                  <a:pt x="1525064" y="100353"/>
                  <a:pt x="1523108" y="100353"/>
                </a:cubicBezTo>
                <a:cubicBezTo>
                  <a:pt x="1521238" y="100353"/>
                  <a:pt x="1519415" y="100442"/>
                  <a:pt x="1517636" y="100620"/>
                </a:cubicBezTo>
                <a:cubicBezTo>
                  <a:pt x="1517814" y="95994"/>
                  <a:pt x="1518014" y="91234"/>
                  <a:pt x="1518235" y="86342"/>
                </a:cubicBezTo>
                <a:cubicBezTo>
                  <a:pt x="1518458" y="81448"/>
                  <a:pt x="1518569" y="76421"/>
                  <a:pt x="1518569" y="71261"/>
                </a:cubicBezTo>
                <a:lnTo>
                  <a:pt x="1518569" y="63120"/>
                </a:lnTo>
                <a:close/>
                <a:moveTo>
                  <a:pt x="1603324" y="5873"/>
                </a:moveTo>
                <a:lnTo>
                  <a:pt x="1603324" y="51512"/>
                </a:lnTo>
                <a:lnTo>
                  <a:pt x="1589981" y="51512"/>
                </a:lnTo>
                <a:lnTo>
                  <a:pt x="1589981" y="5873"/>
                </a:lnTo>
                <a:lnTo>
                  <a:pt x="1603324" y="5873"/>
                </a:lnTo>
                <a:close/>
                <a:moveTo>
                  <a:pt x="1666446" y="26956"/>
                </a:moveTo>
                <a:cubicBezTo>
                  <a:pt x="1663599" y="19305"/>
                  <a:pt x="1658217" y="15480"/>
                  <a:pt x="1650298" y="15480"/>
                </a:cubicBezTo>
                <a:cubicBezTo>
                  <a:pt x="1646206" y="15480"/>
                  <a:pt x="1642869" y="16681"/>
                  <a:pt x="1640288" y="19084"/>
                </a:cubicBezTo>
                <a:cubicBezTo>
                  <a:pt x="1637709" y="21485"/>
                  <a:pt x="1636419" y="24287"/>
                  <a:pt x="1636419" y="27490"/>
                </a:cubicBezTo>
                <a:cubicBezTo>
                  <a:pt x="1636419" y="30782"/>
                  <a:pt x="1637420" y="33473"/>
                  <a:pt x="1639421" y="35563"/>
                </a:cubicBezTo>
                <a:cubicBezTo>
                  <a:pt x="1641423" y="37654"/>
                  <a:pt x="1643936" y="39545"/>
                  <a:pt x="1646961" y="41236"/>
                </a:cubicBezTo>
                <a:cubicBezTo>
                  <a:pt x="1649987" y="42927"/>
                  <a:pt x="1653235" y="44550"/>
                  <a:pt x="1656705" y="46107"/>
                </a:cubicBezTo>
                <a:cubicBezTo>
                  <a:pt x="1660174" y="47663"/>
                  <a:pt x="1663422" y="49576"/>
                  <a:pt x="1666446" y="51845"/>
                </a:cubicBezTo>
                <a:cubicBezTo>
                  <a:pt x="1669471" y="54114"/>
                  <a:pt x="1671983" y="56872"/>
                  <a:pt x="1673984" y="60119"/>
                </a:cubicBezTo>
                <a:cubicBezTo>
                  <a:pt x="1675987" y="63366"/>
                  <a:pt x="1676988" y="67525"/>
                  <a:pt x="1676988" y="72597"/>
                </a:cubicBezTo>
                <a:cubicBezTo>
                  <a:pt x="1676988" y="77044"/>
                  <a:pt x="1676143" y="81114"/>
                  <a:pt x="1674453" y="84807"/>
                </a:cubicBezTo>
                <a:cubicBezTo>
                  <a:pt x="1672763" y="88499"/>
                  <a:pt x="1670360" y="91657"/>
                  <a:pt x="1667246" y="94281"/>
                </a:cubicBezTo>
                <a:cubicBezTo>
                  <a:pt x="1664132" y="96905"/>
                  <a:pt x="1660417" y="98907"/>
                  <a:pt x="1656102" y="100286"/>
                </a:cubicBezTo>
                <a:cubicBezTo>
                  <a:pt x="1651788" y="101666"/>
                  <a:pt x="1646962" y="102355"/>
                  <a:pt x="1641624" y="102355"/>
                </a:cubicBezTo>
                <a:cubicBezTo>
                  <a:pt x="1636820" y="102355"/>
                  <a:pt x="1632527" y="101843"/>
                  <a:pt x="1628747" y="100820"/>
                </a:cubicBezTo>
                <a:cubicBezTo>
                  <a:pt x="1624966" y="99798"/>
                  <a:pt x="1622097" y="98530"/>
                  <a:pt x="1620139" y="97018"/>
                </a:cubicBezTo>
                <a:cubicBezTo>
                  <a:pt x="1621028" y="93904"/>
                  <a:pt x="1621785" y="91057"/>
                  <a:pt x="1622408" y="88478"/>
                </a:cubicBezTo>
                <a:cubicBezTo>
                  <a:pt x="1623031" y="85897"/>
                  <a:pt x="1623564" y="83095"/>
                  <a:pt x="1624008" y="80070"/>
                </a:cubicBezTo>
                <a:lnTo>
                  <a:pt x="1626545" y="80070"/>
                </a:lnTo>
                <a:cubicBezTo>
                  <a:pt x="1626901" y="82026"/>
                  <a:pt x="1627568" y="83872"/>
                  <a:pt x="1628545" y="85607"/>
                </a:cubicBezTo>
                <a:cubicBezTo>
                  <a:pt x="1629524" y="87342"/>
                  <a:pt x="1630769" y="88876"/>
                  <a:pt x="1632282" y="90211"/>
                </a:cubicBezTo>
                <a:cubicBezTo>
                  <a:pt x="1633795" y="91545"/>
                  <a:pt x="1635619" y="92591"/>
                  <a:pt x="1637753" y="93347"/>
                </a:cubicBezTo>
                <a:cubicBezTo>
                  <a:pt x="1639888" y="94103"/>
                  <a:pt x="1642291" y="94481"/>
                  <a:pt x="1644961" y="94481"/>
                </a:cubicBezTo>
                <a:cubicBezTo>
                  <a:pt x="1650299" y="94481"/>
                  <a:pt x="1654235" y="93146"/>
                  <a:pt x="1656770" y="90478"/>
                </a:cubicBezTo>
                <a:cubicBezTo>
                  <a:pt x="1659306" y="87809"/>
                  <a:pt x="1660573" y="84606"/>
                  <a:pt x="1660573" y="80870"/>
                </a:cubicBezTo>
                <a:cubicBezTo>
                  <a:pt x="1660573" y="77489"/>
                  <a:pt x="1659595" y="74731"/>
                  <a:pt x="1657637" y="72597"/>
                </a:cubicBezTo>
                <a:cubicBezTo>
                  <a:pt x="1655681" y="70462"/>
                  <a:pt x="1653235" y="68571"/>
                  <a:pt x="1650298" y="66926"/>
                </a:cubicBezTo>
                <a:cubicBezTo>
                  <a:pt x="1647362" y="65279"/>
                  <a:pt x="1644159" y="63678"/>
                  <a:pt x="1640689" y="62120"/>
                </a:cubicBezTo>
                <a:cubicBezTo>
                  <a:pt x="1637219" y="60563"/>
                  <a:pt x="1634016" y="58673"/>
                  <a:pt x="1631080" y="56449"/>
                </a:cubicBezTo>
                <a:cubicBezTo>
                  <a:pt x="1628145" y="54224"/>
                  <a:pt x="1625699" y="51488"/>
                  <a:pt x="1623741" y="48241"/>
                </a:cubicBezTo>
                <a:cubicBezTo>
                  <a:pt x="1621785" y="44994"/>
                  <a:pt x="1620807" y="40835"/>
                  <a:pt x="1620807" y="35765"/>
                </a:cubicBezTo>
                <a:cubicBezTo>
                  <a:pt x="1620807" y="31139"/>
                  <a:pt x="1621630" y="27046"/>
                  <a:pt x="1623275" y="23488"/>
                </a:cubicBezTo>
                <a:cubicBezTo>
                  <a:pt x="1624920" y="19929"/>
                  <a:pt x="1627122" y="16949"/>
                  <a:pt x="1629881" y="14547"/>
                </a:cubicBezTo>
                <a:cubicBezTo>
                  <a:pt x="1632639" y="12144"/>
                  <a:pt x="1635820" y="10320"/>
                  <a:pt x="1639423" y="9076"/>
                </a:cubicBezTo>
                <a:cubicBezTo>
                  <a:pt x="1643026" y="7829"/>
                  <a:pt x="1646829" y="7206"/>
                  <a:pt x="1650832" y="7206"/>
                </a:cubicBezTo>
                <a:cubicBezTo>
                  <a:pt x="1655636" y="7206"/>
                  <a:pt x="1659840" y="7785"/>
                  <a:pt x="1663443" y="8941"/>
                </a:cubicBezTo>
                <a:cubicBezTo>
                  <a:pt x="1667045" y="10098"/>
                  <a:pt x="1670137" y="11699"/>
                  <a:pt x="1672718" y="13745"/>
                </a:cubicBezTo>
                <a:cubicBezTo>
                  <a:pt x="1671917" y="15791"/>
                  <a:pt x="1671227" y="17771"/>
                  <a:pt x="1670649" y="19685"/>
                </a:cubicBezTo>
                <a:cubicBezTo>
                  <a:pt x="1670071" y="21597"/>
                  <a:pt x="1669337" y="24021"/>
                  <a:pt x="1668448" y="26956"/>
                </a:cubicBezTo>
                <a:lnTo>
                  <a:pt x="1666446" y="26956"/>
                </a:lnTo>
                <a:close/>
                <a:moveTo>
                  <a:pt x="1731969" y="65391"/>
                </a:moveTo>
                <a:cubicBezTo>
                  <a:pt x="1731969" y="57561"/>
                  <a:pt x="1730990" y="51488"/>
                  <a:pt x="1729033" y="47174"/>
                </a:cubicBezTo>
                <a:cubicBezTo>
                  <a:pt x="1727075" y="42859"/>
                  <a:pt x="1723828" y="40701"/>
                  <a:pt x="1719291" y="40701"/>
                </a:cubicBezTo>
                <a:cubicBezTo>
                  <a:pt x="1715198" y="40701"/>
                  <a:pt x="1711973" y="43103"/>
                  <a:pt x="1709615" y="47907"/>
                </a:cubicBezTo>
                <a:cubicBezTo>
                  <a:pt x="1707258" y="52712"/>
                  <a:pt x="1706080" y="60229"/>
                  <a:pt x="1706080" y="70461"/>
                </a:cubicBezTo>
                <a:cubicBezTo>
                  <a:pt x="1706080" y="74197"/>
                  <a:pt x="1706302" y="77667"/>
                  <a:pt x="1706746" y="80870"/>
                </a:cubicBezTo>
                <a:cubicBezTo>
                  <a:pt x="1707191" y="84073"/>
                  <a:pt x="1707925" y="86853"/>
                  <a:pt x="1708949" y="89211"/>
                </a:cubicBezTo>
                <a:cubicBezTo>
                  <a:pt x="1709973" y="91568"/>
                  <a:pt x="1711307" y="93414"/>
                  <a:pt x="1712952" y="94750"/>
                </a:cubicBezTo>
                <a:cubicBezTo>
                  <a:pt x="1714599" y="96084"/>
                  <a:pt x="1716668" y="96751"/>
                  <a:pt x="1719159" y="96751"/>
                </a:cubicBezTo>
                <a:cubicBezTo>
                  <a:pt x="1727699" y="96751"/>
                  <a:pt x="1731969" y="86298"/>
                  <a:pt x="1731969" y="65391"/>
                </a:cubicBezTo>
                <a:moveTo>
                  <a:pt x="1686330" y="70327"/>
                </a:moveTo>
                <a:cubicBezTo>
                  <a:pt x="1686330" y="64366"/>
                  <a:pt x="1687242" y="59162"/>
                  <a:pt x="1689065" y="54715"/>
                </a:cubicBezTo>
                <a:cubicBezTo>
                  <a:pt x="1690889" y="50266"/>
                  <a:pt x="1693314" y="46552"/>
                  <a:pt x="1696338" y="43572"/>
                </a:cubicBezTo>
                <a:cubicBezTo>
                  <a:pt x="1699363" y="40591"/>
                  <a:pt x="1702854" y="38367"/>
                  <a:pt x="1706813" y="36899"/>
                </a:cubicBezTo>
                <a:cubicBezTo>
                  <a:pt x="1710773" y="35430"/>
                  <a:pt x="1714843" y="34696"/>
                  <a:pt x="1719024" y="34696"/>
                </a:cubicBezTo>
                <a:cubicBezTo>
                  <a:pt x="1729434" y="34696"/>
                  <a:pt x="1737485" y="37632"/>
                  <a:pt x="1743179" y="43505"/>
                </a:cubicBezTo>
                <a:cubicBezTo>
                  <a:pt x="1748872" y="49376"/>
                  <a:pt x="1751719" y="57339"/>
                  <a:pt x="1751719" y="67392"/>
                </a:cubicBezTo>
                <a:cubicBezTo>
                  <a:pt x="1751719" y="72818"/>
                  <a:pt x="1750918" y="77712"/>
                  <a:pt x="1749316" y="82072"/>
                </a:cubicBezTo>
                <a:cubicBezTo>
                  <a:pt x="1747715" y="86431"/>
                  <a:pt x="1745469" y="90145"/>
                  <a:pt x="1742578" y="93214"/>
                </a:cubicBezTo>
                <a:cubicBezTo>
                  <a:pt x="1739686" y="96284"/>
                  <a:pt x="1736239" y="98574"/>
                  <a:pt x="1732236" y="100087"/>
                </a:cubicBezTo>
                <a:cubicBezTo>
                  <a:pt x="1728232" y="101599"/>
                  <a:pt x="1723829" y="102355"/>
                  <a:pt x="1719024" y="102355"/>
                </a:cubicBezTo>
                <a:cubicBezTo>
                  <a:pt x="1715021" y="102355"/>
                  <a:pt x="1711084" y="101821"/>
                  <a:pt x="1707214" y="100753"/>
                </a:cubicBezTo>
                <a:cubicBezTo>
                  <a:pt x="1703344" y="99686"/>
                  <a:pt x="1699852" y="97885"/>
                  <a:pt x="1696737" y="95350"/>
                </a:cubicBezTo>
                <a:cubicBezTo>
                  <a:pt x="1693625" y="92815"/>
                  <a:pt x="1691112" y="89500"/>
                  <a:pt x="1689199" y="85407"/>
                </a:cubicBezTo>
                <a:cubicBezTo>
                  <a:pt x="1687286" y="81314"/>
                  <a:pt x="1686330" y="76287"/>
                  <a:pt x="1686330" y="70327"/>
                </a:cubicBezTo>
                <a:close/>
                <a:moveTo>
                  <a:pt x="1811773" y="54847"/>
                </a:moveTo>
                <a:cubicBezTo>
                  <a:pt x="1811060" y="50844"/>
                  <a:pt x="1809658" y="47619"/>
                  <a:pt x="1807568" y="45173"/>
                </a:cubicBezTo>
                <a:cubicBezTo>
                  <a:pt x="1805477" y="42726"/>
                  <a:pt x="1802385" y="41503"/>
                  <a:pt x="1798293" y="41503"/>
                </a:cubicBezTo>
                <a:cubicBezTo>
                  <a:pt x="1792955" y="41503"/>
                  <a:pt x="1788952" y="43928"/>
                  <a:pt x="1786283" y="48777"/>
                </a:cubicBezTo>
                <a:cubicBezTo>
                  <a:pt x="1783614" y="53624"/>
                  <a:pt x="1782279" y="60363"/>
                  <a:pt x="1782279" y="68993"/>
                </a:cubicBezTo>
                <a:cubicBezTo>
                  <a:pt x="1782279" y="77089"/>
                  <a:pt x="1783969" y="83295"/>
                  <a:pt x="1787350" y="87610"/>
                </a:cubicBezTo>
                <a:cubicBezTo>
                  <a:pt x="1790731" y="91925"/>
                  <a:pt x="1795669" y="94082"/>
                  <a:pt x="1802164" y="94082"/>
                </a:cubicBezTo>
                <a:cubicBezTo>
                  <a:pt x="1804922" y="94082"/>
                  <a:pt x="1807591" y="93437"/>
                  <a:pt x="1810170" y="92147"/>
                </a:cubicBezTo>
                <a:cubicBezTo>
                  <a:pt x="1812751" y="90856"/>
                  <a:pt x="1814664" y="89411"/>
                  <a:pt x="1815908" y="87810"/>
                </a:cubicBezTo>
                <a:lnTo>
                  <a:pt x="1817511" y="89144"/>
                </a:lnTo>
                <a:cubicBezTo>
                  <a:pt x="1816888" y="90389"/>
                  <a:pt x="1816354" y="91679"/>
                  <a:pt x="1815908" y="93015"/>
                </a:cubicBezTo>
                <a:cubicBezTo>
                  <a:pt x="1815463" y="94349"/>
                  <a:pt x="1815019" y="95684"/>
                  <a:pt x="1814575" y="97018"/>
                </a:cubicBezTo>
                <a:cubicBezTo>
                  <a:pt x="1812617" y="98530"/>
                  <a:pt x="1810148" y="99798"/>
                  <a:pt x="1807167" y="100820"/>
                </a:cubicBezTo>
                <a:cubicBezTo>
                  <a:pt x="1804187" y="101843"/>
                  <a:pt x="1800651" y="102355"/>
                  <a:pt x="1796558" y="102355"/>
                </a:cubicBezTo>
                <a:cubicBezTo>
                  <a:pt x="1790063" y="102355"/>
                  <a:pt x="1784592" y="101421"/>
                  <a:pt x="1780143" y="99553"/>
                </a:cubicBezTo>
                <a:cubicBezTo>
                  <a:pt x="1775696" y="97685"/>
                  <a:pt x="1772116" y="95150"/>
                  <a:pt x="1769402" y="91948"/>
                </a:cubicBezTo>
                <a:cubicBezTo>
                  <a:pt x="1766688" y="88744"/>
                  <a:pt x="1764753" y="85118"/>
                  <a:pt x="1763597" y="81070"/>
                </a:cubicBezTo>
                <a:cubicBezTo>
                  <a:pt x="1762440" y="77022"/>
                  <a:pt x="1761862" y="72952"/>
                  <a:pt x="1761862" y="68861"/>
                </a:cubicBezTo>
                <a:cubicBezTo>
                  <a:pt x="1761862" y="63967"/>
                  <a:pt x="1762684" y="59429"/>
                  <a:pt x="1764330" y="55248"/>
                </a:cubicBezTo>
                <a:cubicBezTo>
                  <a:pt x="1765976" y="51067"/>
                  <a:pt x="1768334" y="47464"/>
                  <a:pt x="1771404" y="44440"/>
                </a:cubicBezTo>
                <a:cubicBezTo>
                  <a:pt x="1774473" y="41414"/>
                  <a:pt x="1778187" y="39033"/>
                  <a:pt x="1782546" y="37298"/>
                </a:cubicBezTo>
                <a:cubicBezTo>
                  <a:pt x="1786905" y="35563"/>
                  <a:pt x="1791754" y="34696"/>
                  <a:pt x="1797093" y="34696"/>
                </a:cubicBezTo>
                <a:cubicBezTo>
                  <a:pt x="1802164" y="34696"/>
                  <a:pt x="1806455" y="35274"/>
                  <a:pt x="1809969" y="36431"/>
                </a:cubicBezTo>
                <a:cubicBezTo>
                  <a:pt x="1813483" y="37587"/>
                  <a:pt x="1816842" y="39100"/>
                  <a:pt x="1820046" y="40968"/>
                </a:cubicBezTo>
                <a:cubicBezTo>
                  <a:pt x="1818978" y="42747"/>
                  <a:pt x="1817977" y="44928"/>
                  <a:pt x="1817043" y="47508"/>
                </a:cubicBezTo>
                <a:cubicBezTo>
                  <a:pt x="1816109" y="50087"/>
                  <a:pt x="1815419" y="52534"/>
                  <a:pt x="1814974" y="54847"/>
                </a:cubicBezTo>
                <a:lnTo>
                  <a:pt x="1811773" y="54847"/>
                </a:lnTo>
                <a:close/>
                <a:moveTo>
                  <a:pt x="1830854" y="11210"/>
                </a:moveTo>
                <a:cubicBezTo>
                  <a:pt x="1830854" y="8273"/>
                  <a:pt x="1831877" y="5782"/>
                  <a:pt x="1833923" y="3737"/>
                </a:cubicBezTo>
                <a:cubicBezTo>
                  <a:pt x="1835970" y="1691"/>
                  <a:pt x="1838462" y="668"/>
                  <a:pt x="1841398" y="668"/>
                </a:cubicBezTo>
                <a:cubicBezTo>
                  <a:pt x="1844333" y="668"/>
                  <a:pt x="1846824" y="1691"/>
                  <a:pt x="1848869" y="3737"/>
                </a:cubicBezTo>
                <a:cubicBezTo>
                  <a:pt x="1850916" y="5782"/>
                  <a:pt x="1851940" y="8273"/>
                  <a:pt x="1851940" y="11210"/>
                </a:cubicBezTo>
                <a:cubicBezTo>
                  <a:pt x="1851940" y="14146"/>
                  <a:pt x="1850916" y="16637"/>
                  <a:pt x="1848869" y="18683"/>
                </a:cubicBezTo>
                <a:cubicBezTo>
                  <a:pt x="1846824" y="20729"/>
                  <a:pt x="1844333" y="21751"/>
                  <a:pt x="1841398" y="21751"/>
                </a:cubicBezTo>
                <a:cubicBezTo>
                  <a:pt x="1838462" y="21751"/>
                  <a:pt x="1835970" y="20729"/>
                  <a:pt x="1833923" y="18683"/>
                </a:cubicBezTo>
                <a:cubicBezTo>
                  <a:pt x="1831877" y="16637"/>
                  <a:pt x="1830854" y="14146"/>
                  <a:pt x="1830854" y="11210"/>
                </a:cubicBezTo>
                <a:moveTo>
                  <a:pt x="1832457" y="66057"/>
                </a:moveTo>
                <a:cubicBezTo>
                  <a:pt x="1832457" y="60631"/>
                  <a:pt x="1832390" y="55538"/>
                  <a:pt x="1832255" y="50778"/>
                </a:cubicBezTo>
                <a:cubicBezTo>
                  <a:pt x="1832122" y="46018"/>
                  <a:pt x="1831833" y="41235"/>
                  <a:pt x="1831388" y="36431"/>
                </a:cubicBezTo>
                <a:cubicBezTo>
                  <a:pt x="1832634" y="36609"/>
                  <a:pt x="1834102" y="36765"/>
                  <a:pt x="1835792" y="36899"/>
                </a:cubicBezTo>
                <a:cubicBezTo>
                  <a:pt x="1837482" y="37032"/>
                  <a:pt x="1839351" y="37099"/>
                  <a:pt x="1841398" y="37099"/>
                </a:cubicBezTo>
                <a:cubicBezTo>
                  <a:pt x="1845579" y="37099"/>
                  <a:pt x="1848915" y="36876"/>
                  <a:pt x="1851406" y="36431"/>
                </a:cubicBezTo>
                <a:cubicBezTo>
                  <a:pt x="1850961" y="41235"/>
                  <a:pt x="1850671" y="46018"/>
                  <a:pt x="1850537" y="50778"/>
                </a:cubicBezTo>
                <a:cubicBezTo>
                  <a:pt x="1850404" y="55538"/>
                  <a:pt x="1850337" y="60631"/>
                  <a:pt x="1850337" y="66057"/>
                </a:cubicBezTo>
                <a:lnTo>
                  <a:pt x="1850337" y="71396"/>
                </a:lnTo>
                <a:cubicBezTo>
                  <a:pt x="1850337" y="76822"/>
                  <a:pt x="1850404" y="81937"/>
                  <a:pt x="1850537" y="86741"/>
                </a:cubicBezTo>
                <a:cubicBezTo>
                  <a:pt x="1850671" y="91545"/>
                  <a:pt x="1850961" y="96172"/>
                  <a:pt x="1851406" y="100620"/>
                </a:cubicBezTo>
                <a:cubicBezTo>
                  <a:pt x="1850250" y="100442"/>
                  <a:pt x="1848804" y="100353"/>
                  <a:pt x="1847069" y="100353"/>
                </a:cubicBezTo>
                <a:cubicBezTo>
                  <a:pt x="1845334" y="100353"/>
                  <a:pt x="1843444" y="100353"/>
                  <a:pt x="1841398" y="100353"/>
                </a:cubicBezTo>
                <a:cubicBezTo>
                  <a:pt x="1839351" y="100353"/>
                  <a:pt x="1837482" y="100353"/>
                  <a:pt x="1835792" y="100353"/>
                </a:cubicBezTo>
                <a:cubicBezTo>
                  <a:pt x="1834102" y="100353"/>
                  <a:pt x="1832634" y="100442"/>
                  <a:pt x="1831388" y="100620"/>
                </a:cubicBezTo>
                <a:cubicBezTo>
                  <a:pt x="1831833" y="96172"/>
                  <a:pt x="1832122" y="91545"/>
                  <a:pt x="1832255" y="86741"/>
                </a:cubicBezTo>
                <a:cubicBezTo>
                  <a:pt x="1832390" y="81937"/>
                  <a:pt x="1832457" y="76822"/>
                  <a:pt x="1832457" y="71396"/>
                </a:cubicBezTo>
                <a:lnTo>
                  <a:pt x="1832457" y="66057"/>
                </a:lnTo>
                <a:close/>
                <a:moveTo>
                  <a:pt x="1899314" y="80337"/>
                </a:moveTo>
                <a:cubicBezTo>
                  <a:pt x="1899314" y="76511"/>
                  <a:pt x="1899337" y="73598"/>
                  <a:pt x="1899381" y="71595"/>
                </a:cubicBezTo>
                <a:cubicBezTo>
                  <a:pt x="1899426" y="69593"/>
                  <a:pt x="1899449" y="67836"/>
                  <a:pt x="1899449" y="66323"/>
                </a:cubicBezTo>
                <a:cubicBezTo>
                  <a:pt x="1897579" y="67392"/>
                  <a:pt x="1895599" y="68260"/>
                  <a:pt x="1893509" y="68928"/>
                </a:cubicBezTo>
                <a:cubicBezTo>
                  <a:pt x="1891418" y="69594"/>
                  <a:pt x="1889506" y="70439"/>
                  <a:pt x="1887771" y="71463"/>
                </a:cubicBezTo>
                <a:cubicBezTo>
                  <a:pt x="1886036" y="72485"/>
                  <a:pt x="1884612" y="73886"/>
                  <a:pt x="1883501" y="75666"/>
                </a:cubicBezTo>
                <a:cubicBezTo>
                  <a:pt x="1882389" y="77445"/>
                  <a:pt x="1881833" y="80025"/>
                  <a:pt x="1881833" y="83406"/>
                </a:cubicBezTo>
                <a:cubicBezTo>
                  <a:pt x="1881833" y="86698"/>
                  <a:pt x="1882522" y="89211"/>
                  <a:pt x="1883902" y="90946"/>
                </a:cubicBezTo>
                <a:cubicBezTo>
                  <a:pt x="1885281" y="92681"/>
                  <a:pt x="1887126" y="93548"/>
                  <a:pt x="1889438" y="93548"/>
                </a:cubicBezTo>
                <a:cubicBezTo>
                  <a:pt x="1892375" y="93548"/>
                  <a:pt x="1894754" y="92436"/>
                  <a:pt x="1896577" y="90213"/>
                </a:cubicBezTo>
                <a:cubicBezTo>
                  <a:pt x="1898402" y="87988"/>
                  <a:pt x="1899314" y="84696"/>
                  <a:pt x="1899314" y="80337"/>
                </a:cubicBezTo>
                <a:moveTo>
                  <a:pt x="1867687" y="44038"/>
                </a:moveTo>
                <a:cubicBezTo>
                  <a:pt x="1871424" y="41014"/>
                  <a:pt x="1875450" y="38701"/>
                  <a:pt x="1879764" y="37099"/>
                </a:cubicBezTo>
                <a:cubicBezTo>
                  <a:pt x="1884080" y="35497"/>
                  <a:pt x="1888372" y="34696"/>
                  <a:pt x="1892641" y="34696"/>
                </a:cubicBezTo>
                <a:cubicBezTo>
                  <a:pt x="1896201" y="34696"/>
                  <a:pt x="1899470" y="35096"/>
                  <a:pt x="1902450" y="35897"/>
                </a:cubicBezTo>
                <a:cubicBezTo>
                  <a:pt x="1905431" y="36698"/>
                  <a:pt x="1908011" y="37966"/>
                  <a:pt x="1910190" y="39701"/>
                </a:cubicBezTo>
                <a:cubicBezTo>
                  <a:pt x="1912370" y="41436"/>
                  <a:pt x="1914060" y="43683"/>
                  <a:pt x="1915260" y="46441"/>
                </a:cubicBezTo>
                <a:cubicBezTo>
                  <a:pt x="1916462" y="49198"/>
                  <a:pt x="1917062" y="52534"/>
                  <a:pt x="1917062" y="56449"/>
                </a:cubicBezTo>
                <a:cubicBezTo>
                  <a:pt x="1917062" y="62143"/>
                  <a:pt x="1916996" y="67414"/>
                  <a:pt x="1916863" y="72263"/>
                </a:cubicBezTo>
                <a:cubicBezTo>
                  <a:pt x="1916730" y="77111"/>
                  <a:pt x="1916663" y="81937"/>
                  <a:pt x="1916663" y="86741"/>
                </a:cubicBezTo>
                <a:cubicBezTo>
                  <a:pt x="1916663" y="88876"/>
                  <a:pt x="1916819" y="90545"/>
                  <a:pt x="1917130" y="91746"/>
                </a:cubicBezTo>
                <a:cubicBezTo>
                  <a:pt x="1917442" y="92948"/>
                  <a:pt x="1917909" y="93860"/>
                  <a:pt x="1918531" y="94483"/>
                </a:cubicBezTo>
                <a:cubicBezTo>
                  <a:pt x="1919154" y="95105"/>
                  <a:pt x="1919976" y="95504"/>
                  <a:pt x="1920998" y="95682"/>
                </a:cubicBezTo>
                <a:cubicBezTo>
                  <a:pt x="1922022" y="95860"/>
                  <a:pt x="1923201" y="95949"/>
                  <a:pt x="1924535" y="95949"/>
                </a:cubicBezTo>
                <a:lnTo>
                  <a:pt x="1924535" y="99152"/>
                </a:lnTo>
                <a:cubicBezTo>
                  <a:pt x="1921956" y="100220"/>
                  <a:pt x="1919777" y="101021"/>
                  <a:pt x="1917997" y="101555"/>
                </a:cubicBezTo>
                <a:cubicBezTo>
                  <a:pt x="1916217" y="102088"/>
                  <a:pt x="1914305" y="102355"/>
                  <a:pt x="1912259" y="102355"/>
                </a:cubicBezTo>
                <a:cubicBezTo>
                  <a:pt x="1908967" y="102355"/>
                  <a:pt x="1906298" y="101555"/>
                  <a:pt x="1904252" y="99954"/>
                </a:cubicBezTo>
                <a:cubicBezTo>
                  <a:pt x="1902206" y="98352"/>
                  <a:pt x="1900649" y="96039"/>
                  <a:pt x="1899581" y="93015"/>
                </a:cubicBezTo>
                <a:cubicBezTo>
                  <a:pt x="1897535" y="95861"/>
                  <a:pt x="1895155" y="98130"/>
                  <a:pt x="1892442" y="99820"/>
                </a:cubicBezTo>
                <a:cubicBezTo>
                  <a:pt x="1889728" y="101510"/>
                  <a:pt x="1886326" y="102355"/>
                  <a:pt x="1882234" y="102355"/>
                </a:cubicBezTo>
                <a:cubicBezTo>
                  <a:pt x="1878852" y="102355"/>
                  <a:pt x="1875960" y="101910"/>
                  <a:pt x="1873557" y="101019"/>
                </a:cubicBezTo>
                <a:cubicBezTo>
                  <a:pt x="1871156" y="100130"/>
                  <a:pt x="1869177" y="98863"/>
                  <a:pt x="1867620" y="97218"/>
                </a:cubicBezTo>
                <a:cubicBezTo>
                  <a:pt x="1866063" y="95571"/>
                  <a:pt x="1864928" y="93702"/>
                  <a:pt x="1864217" y="91612"/>
                </a:cubicBezTo>
                <a:cubicBezTo>
                  <a:pt x="1863506" y="89521"/>
                  <a:pt x="1863150" y="87408"/>
                  <a:pt x="1863150" y="85273"/>
                </a:cubicBezTo>
                <a:cubicBezTo>
                  <a:pt x="1863150" y="82338"/>
                  <a:pt x="1863617" y="79803"/>
                  <a:pt x="1864551" y="77667"/>
                </a:cubicBezTo>
                <a:cubicBezTo>
                  <a:pt x="1865485" y="75532"/>
                  <a:pt x="1866819" y="73708"/>
                  <a:pt x="1868554" y="72196"/>
                </a:cubicBezTo>
                <a:cubicBezTo>
                  <a:pt x="1870289" y="70684"/>
                  <a:pt x="1872357" y="69416"/>
                  <a:pt x="1874759" y="68392"/>
                </a:cubicBezTo>
                <a:cubicBezTo>
                  <a:pt x="1877162" y="67369"/>
                  <a:pt x="1879875" y="66501"/>
                  <a:pt x="1882900" y="65790"/>
                </a:cubicBezTo>
                <a:cubicBezTo>
                  <a:pt x="1886637" y="64901"/>
                  <a:pt x="1889595" y="64123"/>
                  <a:pt x="1891774" y="63456"/>
                </a:cubicBezTo>
                <a:cubicBezTo>
                  <a:pt x="1893954" y="62788"/>
                  <a:pt x="1895578" y="62121"/>
                  <a:pt x="1896645" y="61455"/>
                </a:cubicBezTo>
                <a:cubicBezTo>
                  <a:pt x="1897713" y="60787"/>
                  <a:pt x="1898403" y="60052"/>
                  <a:pt x="1898714" y="59251"/>
                </a:cubicBezTo>
                <a:cubicBezTo>
                  <a:pt x="1899026" y="58450"/>
                  <a:pt x="1899182" y="57472"/>
                  <a:pt x="1899182" y="56315"/>
                </a:cubicBezTo>
                <a:cubicBezTo>
                  <a:pt x="1899182" y="53113"/>
                  <a:pt x="1898047" y="50377"/>
                  <a:pt x="1895777" y="48109"/>
                </a:cubicBezTo>
                <a:cubicBezTo>
                  <a:pt x="1893509" y="45839"/>
                  <a:pt x="1890373" y="44704"/>
                  <a:pt x="1886370" y="44704"/>
                </a:cubicBezTo>
                <a:cubicBezTo>
                  <a:pt x="1884857" y="44704"/>
                  <a:pt x="1883300" y="44904"/>
                  <a:pt x="1881698" y="45305"/>
                </a:cubicBezTo>
                <a:cubicBezTo>
                  <a:pt x="1880098" y="45705"/>
                  <a:pt x="1878563" y="46262"/>
                  <a:pt x="1877094" y="46975"/>
                </a:cubicBezTo>
                <a:cubicBezTo>
                  <a:pt x="1875627" y="47686"/>
                  <a:pt x="1874293" y="48465"/>
                  <a:pt x="1873091" y="49310"/>
                </a:cubicBezTo>
                <a:cubicBezTo>
                  <a:pt x="1871891" y="50155"/>
                  <a:pt x="1870980" y="51066"/>
                  <a:pt x="1870356" y="52045"/>
                </a:cubicBezTo>
                <a:lnTo>
                  <a:pt x="1869422" y="52045"/>
                </a:lnTo>
                <a:lnTo>
                  <a:pt x="1867687" y="44038"/>
                </a:lnTo>
                <a:close/>
                <a:moveTo>
                  <a:pt x="1936280" y="46172"/>
                </a:moveTo>
                <a:cubicBezTo>
                  <a:pt x="1936280" y="37454"/>
                  <a:pt x="1936190" y="29448"/>
                  <a:pt x="1936011" y="22153"/>
                </a:cubicBezTo>
                <a:cubicBezTo>
                  <a:pt x="1935833" y="14857"/>
                  <a:pt x="1935566" y="7473"/>
                  <a:pt x="1935211" y="0"/>
                </a:cubicBezTo>
                <a:cubicBezTo>
                  <a:pt x="1936367" y="178"/>
                  <a:pt x="1937835" y="334"/>
                  <a:pt x="1939615" y="468"/>
                </a:cubicBezTo>
                <a:cubicBezTo>
                  <a:pt x="1941395" y="601"/>
                  <a:pt x="1943263" y="668"/>
                  <a:pt x="1945221" y="668"/>
                </a:cubicBezTo>
                <a:cubicBezTo>
                  <a:pt x="1947177" y="668"/>
                  <a:pt x="1949045" y="601"/>
                  <a:pt x="1950825" y="468"/>
                </a:cubicBezTo>
                <a:cubicBezTo>
                  <a:pt x="1952604" y="334"/>
                  <a:pt x="1954073" y="178"/>
                  <a:pt x="1955229" y="0"/>
                </a:cubicBezTo>
                <a:cubicBezTo>
                  <a:pt x="1954874" y="7473"/>
                  <a:pt x="1954606" y="14857"/>
                  <a:pt x="1954427" y="22153"/>
                </a:cubicBezTo>
                <a:cubicBezTo>
                  <a:pt x="1954249" y="29448"/>
                  <a:pt x="1954160" y="37454"/>
                  <a:pt x="1954160" y="46172"/>
                </a:cubicBezTo>
                <a:lnTo>
                  <a:pt x="1954160" y="54847"/>
                </a:lnTo>
                <a:cubicBezTo>
                  <a:pt x="1954160" y="63566"/>
                  <a:pt x="1954249" y="71574"/>
                  <a:pt x="1954427" y="78869"/>
                </a:cubicBezTo>
                <a:cubicBezTo>
                  <a:pt x="1954606" y="86164"/>
                  <a:pt x="1954874" y="93415"/>
                  <a:pt x="1955229" y="100620"/>
                </a:cubicBezTo>
                <a:cubicBezTo>
                  <a:pt x="1954073" y="100442"/>
                  <a:pt x="1952604" y="100353"/>
                  <a:pt x="1950825" y="100353"/>
                </a:cubicBezTo>
                <a:cubicBezTo>
                  <a:pt x="1949045" y="100353"/>
                  <a:pt x="1947177" y="100353"/>
                  <a:pt x="1945221" y="100353"/>
                </a:cubicBezTo>
                <a:cubicBezTo>
                  <a:pt x="1943263" y="100353"/>
                  <a:pt x="1941395" y="100353"/>
                  <a:pt x="1939615" y="100353"/>
                </a:cubicBezTo>
                <a:cubicBezTo>
                  <a:pt x="1937835" y="100353"/>
                  <a:pt x="1936367" y="100442"/>
                  <a:pt x="1935211" y="100620"/>
                </a:cubicBezTo>
                <a:cubicBezTo>
                  <a:pt x="1935566" y="93415"/>
                  <a:pt x="1935833" y="86164"/>
                  <a:pt x="1936011" y="78869"/>
                </a:cubicBezTo>
                <a:cubicBezTo>
                  <a:pt x="1936190" y="71574"/>
                  <a:pt x="1936280" y="63566"/>
                  <a:pt x="1936280" y="54847"/>
                </a:cubicBezTo>
                <a:lnTo>
                  <a:pt x="1936280" y="46172"/>
                </a:lnTo>
                <a:close/>
                <a:moveTo>
                  <a:pt x="2053195" y="34564"/>
                </a:moveTo>
                <a:cubicBezTo>
                  <a:pt x="2053195" y="31182"/>
                  <a:pt x="2052816" y="28335"/>
                  <a:pt x="2052059" y="26024"/>
                </a:cubicBezTo>
                <a:cubicBezTo>
                  <a:pt x="2051303" y="23710"/>
                  <a:pt x="2050280" y="21864"/>
                  <a:pt x="2048990" y="20485"/>
                </a:cubicBezTo>
                <a:cubicBezTo>
                  <a:pt x="2047701" y="19106"/>
                  <a:pt x="2046188" y="18104"/>
                  <a:pt x="2044453" y="17481"/>
                </a:cubicBezTo>
                <a:cubicBezTo>
                  <a:pt x="2042718" y="16858"/>
                  <a:pt x="2040917" y="16547"/>
                  <a:pt x="2039049" y="16547"/>
                </a:cubicBezTo>
                <a:lnTo>
                  <a:pt x="2035978" y="16547"/>
                </a:lnTo>
                <a:cubicBezTo>
                  <a:pt x="2035535" y="16547"/>
                  <a:pt x="2035090" y="16547"/>
                  <a:pt x="2034645" y="16547"/>
                </a:cubicBezTo>
                <a:cubicBezTo>
                  <a:pt x="2034199" y="16547"/>
                  <a:pt x="2033799" y="16592"/>
                  <a:pt x="2033443" y="16681"/>
                </a:cubicBezTo>
                <a:cubicBezTo>
                  <a:pt x="2033355" y="23087"/>
                  <a:pt x="2033289" y="29382"/>
                  <a:pt x="2033244" y="35565"/>
                </a:cubicBezTo>
                <a:cubicBezTo>
                  <a:pt x="2033199" y="41748"/>
                  <a:pt x="2033177" y="47953"/>
                  <a:pt x="2033177" y="54181"/>
                </a:cubicBezTo>
                <a:cubicBezTo>
                  <a:pt x="2035401" y="54181"/>
                  <a:pt x="2037692" y="53958"/>
                  <a:pt x="2040049" y="53513"/>
                </a:cubicBezTo>
                <a:cubicBezTo>
                  <a:pt x="2042407" y="53068"/>
                  <a:pt x="2044565" y="52156"/>
                  <a:pt x="2046522" y="50778"/>
                </a:cubicBezTo>
                <a:cubicBezTo>
                  <a:pt x="2048480" y="49399"/>
                  <a:pt x="2050081" y="47419"/>
                  <a:pt x="2051326" y="44839"/>
                </a:cubicBezTo>
                <a:cubicBezTo>
                  <a:pt x="2052572" y="42258"/>
                  <a:pt x="2053195" y="38833"/>
                  <a:pt x="2053195" y="34564"/>
                </a:cubicBezTo>
                <a:moveTo>
                  <a:pt x="2013427" y="45906"/>
                </a:moveTo>
                <a:cubicBezTo>
                  <a:pt x="2013427" y="38522"/>
                  <a:pt x="2013338" y="31961"/>
                  <a:pt x="2013160" y="26223"/>
                </a:cubicBezTo>
                <a:cubicBezTo>
                  <a:pt x="2012982" y="20485"/>
                  <a:pt x="2012715" y="14724"/>
                  <a:pt x="2012360" y="8941"/>
                </a:cubicBezTo>
                <a:cubicBezTo>
                  <a:pt x="2013872" y="9119"/>
                  <a:pt x="2015517" y="9275"/>
                  <a:pt x="2017296" y="9410"/>
                </a:cubicBezTo>
                <a:cubicBezTo>
                  <a:pt x="2019075" y="9543"/>
                  <a:pt x="2021078" y="9609"/>
                  <a:pt x="2023303" y="9609"/>
                </a:cubicBezTo>
                <a:cubicBezTo>
                  <a:pt x="2026415" y="9609"/>
                  <a:pt x="2029640" y="9498"/>
                  <a:pt x="2032977" y="9275"/>
                </a:cubicBezTo>
                <a:cubicBezTo>
                  <a:pt x="2036314" y="9053"/>
                  <a:pt x="2039583" y="8941"/>
                  <a:pt x="2042786" y="8941"/>
                </a:cubicBezTo>
                <a:cubicBezTo>
                  <a:pt x="2049102" y="8941"/>
                  <a:pt x="2054039" y="9408"/>
                  <a:pt x="2057598" y="10342"/>
                </a:cubicBezTo>
                <a:cubicBezTo>
                  <a:pt x="2061157" y="11276"/>
                  <a:pt x="2063959" y="12633"/>
                  <a:pt x="2066005" y="14413"/>
                </a:cubicBezTo>
                <a:cubicBezTo>
                  <a:pt x="2068852" y="16726"/>
                  <a:pt x="2070943" y="19306"/>
                  <a:pt x="2072277" y="22153"/>
                </a:cubicBezTo>
                <a:cubicBezTo>
                  <a:pt x="2073611" y="24999"/>
                  <a:pt x="2074279" y="28424"/>
                  <a:pt x="2074279" y="32428"/>
                </a:cubicBezTo>
                <a:cubicBezTo>
                  <a:pt x="2074279" y="37499"/>
                  <a:pt x="2073434" y="41859"/>
                  <a:pt x="2071743" y="45507"/>
                </a:cubicBezTo>
                <a:cubicBezTo>
                  <a:pt x="2070053" y="49154"/>
                  <a:pt x="2067674" y="52112"/>
                  <a:pt x="2064604" y="54381"/>
                </a:cubicBezTo>
                <a:cubicBezTo>
                  <a:pt x="2061535" y="56649"/>
                  <a:pt x="2057910" y="58317"/>
                  <a:pt x="2053729" y="59386"/>
                </a:cubicBezTo>
                <a:cubicBezTo>
                  <a:pt x="2049547" y="60453"/>
                  <a:pt x="2044966" y="60986"/>
                  <a:pt x="2039984" y="60986"/>
                </a:cubicBezTo>
                <a:lnTo>
                  <a:pt x="2033177" y="60986"/>
                </a:lnTo>
                <a:cubicBezTo>
                  <a:pt x="2033177" y="67658"/>
                  <a:pt x="2033243" y="74309"/>
                  <a:pt x="2033376" y="80938"/>
                </a:cubicBezTo>
                <a:cubicBezTo>
                  <a:pt x="2033510" y="87565"/>
                  <a:pt x="2033800" y="94126"/>
                  <a:pt x="2034244" y="100620"/>
                </a:cubicBezTo>
                <a:cubicBezTo>
                  <a:pt x="2032731" y="100442"/>
                  <a:pt x="2031085" y="100353"/>
                  <a:pt x="2029306" y="100353"/>
                </a:cubicBezTo>
                <a:cubicBezTo>
                  <a:pt x="2027527" y="100353"/>
                  <a:pt x="2025526" y="100353"/>
                  <a:pt x="2023303" y="100353"/>
                </a:cubicBezTo>
                <a:cubicBezTo>
                  <a:pt x="2021078" y="100353"/>
                  <a:pt x="2019075" y="100353"/>
                  <a:pt x="2017296" y="100353"/>
                </a:cubicBezTo>
                <a:cubicBezTo>
                  <a:pt x="2015517" y="100353"/>
                  <a:pt x="2013872" y="100442"/>
                  <a:pt x="2012360" y="100620"/>
                </a:cubicBezTo>
                <a:cubicBezTo>
                  <a:pt x="2012715" y="95105"/>
                  <a:pt x="2012982" y="89478"/>
                  <a:pt x="2013160" y="83740"/>
                </a:cubicBezTo>
                <a:cubicBezTo>
                  <a:pt x="2013338" y="78001"/>
                  <a:pt x="2013427" y="71440"/>
                  <a:pt x="2013427" y="64055"/>
                </a:cubicBezTo>
                <a:lnTo>
                  <a:pt x="2013427" y="45906"/>
                </a:lnTo>
                <a:close/>
                <a:moveTo>
                  <a:pt x="2120986" y="65391"/>
                </a:moveTo>
                <a:cubicBezTo>
                  <a:pt x="2120986" y="57561"/>
                  <a:pt x="2120007" y="51488"/>
                  <a:pt x="2118050" y="47174"/>
                </a:cubicBezTo>
                <a:cubicBezTo>
                  <a:pt x="2116092" y="42859"/>
                  <a:pt x="2112845" y="40701"/>
                  <a:pt x="2108308" y="40701"/>
                </a:cubicBezTo>
                <a:cubicBezTo>
                  <a:pt x="2104215" y="40701"/>
                  <a:pt x="2100990" y="43103"/>
                  <a:pt x="2098632" y="47907"/>
                </a:cubicBezTo>
                <a:cubicBezTo>
                  <a:pt x="2096275" y="52712"/>
                  <a:pt x="2095097" y="60229"/>
                  <a:pt x="2095097" y="70461"/>
                </a:cubicBezTo>
                <a:cubicBezTo>
                  <a:pt x="2095097" y="74197"/>
                  <a:pt x="2095319" y="77667"/>
                  <a:pt x="2095763" y="80870"/>
                </a:cubicBezTo>
                <a:cubicBezTo>
                  <a:pt x="2096208" y="84073"/>
                  <a:pt x="2096943" y="86853"/>
                  <a:pt x="2097966" y="89211"/>
                </a:cubicBezTo>
                <a:cubicBezTo>
                  <a:pt x="2098990" y="91568"/>
                  <a:pt x="2100324" y="93414"/>
                  <a:pt x="2101969" y="94750"/>
                </a:cubicBezTo>
                <a:cubicBezTo>
                  <a:pt x="2103616" y="96084"/>
                  <a:pt x="2105685" y="96751"/>
                  <a:pt x="2108176" y="96751"/>
                </a:cubicBezTo>
                <a:cubicBezTo>
                  <a:pt x="2116716" y="96751"/>
                  <a:pt x="2120986" y="86298"/>
                  <a:pt x="2120986" y="65391"/>
                </a:cubicBezTo>
                <a:moveTo>
                  <a:pt x="2075347" y="70327"/>
                </a:moveTo>
                <a:cubicBezTo>
                  <a:pt x="2075347" y="64366"/>
                  <a:pt x="2076259" y="59162"/>
                  <a:pt x="2078082" y="54715"/>
                </a:cubicBezTo>
                <a:cubicBezTo>
                  <a:pt x="2079906" y="50266"/>
                  <a:pt x="2082331" y="46552"/>
                  <a:pt x="2085356" y="43572"/>
                </a:cubicBezTo>
                <a:cubicBezTo>
                  <a:pt x="2088380" y="40591"/>
                  <a:pt x="2091872" y="38367"/>
                  <a:pt x="2095830" y="36899"/>
                </a:cubicBezTo>
                <a:cubicBezTo>
                  <a:pt x="2099790" y="35430"/>
                  <a:pt x="2103860" y="34696"/>
                  <a:pt x="2108042" y="34696"/>
                </a:cubicBezTo>
                <a:cubicBezTo>
                  <a:pt x="2118451" y="34696"/>
                  <a:pt x="2126502" y="37632"/>
                  <a:pt x="2132196" y="43505"/>
                </a:cubicBezTo>
                <a:cubicBezTo>
                  <a:pt x="2137889" y="49376"/>
                  <a:pt x="2140736" y="57339"/>
                  <a:pt x="2140736" y="67392"/>
                </a:cubicBezTo>
                <a:cubicBezTo>
                  <a:pt x="2140736" y="72818"/>
                  <a:pt x="2139935" y="77712"/>
                  <a:pt x="2138333" y="82072"/>
                </a:cubicBezTo>
                <a:cubicBezTo>
                  <a:pt x="2136733" y="86431"/>
                  <a:pt x="2134487" y="90145"/>
                  <a:pt x="2131595" y="93214"/>
                </a:cubicBezTo>
                <a:cubicBezTo>
                  <a:pt x="2128704" y="96284"/>
                  <a:pt x="2125256" y="98574"/>
                  <a:pt x="2121253" y="100087"/>
                </a:cubicBezTo>
                <a:cubicBezTo>
                  <a:pt x="2117250" y="101599"/>
                  <a:pt x="2112846" y="102355"/>
                  <a:pt x="2108042" y="102355"/>
                </a:cubicBezTo>
                <a:cubicBezTo>
                  <a:pt x="2104038" y="102355"/>
                  <a:pt x="2100102" y="101821"/>
                  <a:pt x="2096231" y="100753"/>
                </a:cubicBezTo>
                <a:cubicBezTo>
                  <a:pt x="2092361" y="99686"/>
                  <a:pt x="2088869" y="97885"/>
                  <a:pt x="2085755" y="95350"/>
                </a:cubicBezTo>
                <a:cubicBezTo>
                  <a:pt x="2082642" y="92815"/>
                  <a:pt x="2080129" y="89500"/>
                  <a:pt x="2078216" y="85407"/>
                </a:cubicBezTo>
                <a:cubicBezTo>
                  <a:pt x="2076304" y="81314"/>
                  <a:pt x="2075347" y="76287"/>
                  <a:pt x="2075347" y="70327"/>
                </a:cubicBezTo>
                <a:close/>
                <a:moveTo>
                  <a:pt x="2221207" y="82605"/>
                </a:moveTo>
                <a:cubicBezTo>
                  <a:pt x="2226099" y="67124"/>
                  <a:pt x="2230592" y="51733"/>
                  <a:pt x="2234685" y="36431"/>
                </a:cubicBezTo>
                <a:cubicBezTo>
                  <a:pt x="2236643" y="36876"/>
                  <a:pt x="2238378" y="37099"/>
                  <a:pt x="2239890" y="37099"/>
                </a:cubicBezTo>
                <a:cubicBezTo>
                  <a:pt x="2240779" y="37099"/>
                  <a:pt x="2241646" y="37032"/>
                  <a:pt x="2242492" y="36899"/>
                </a:cubicBezTo>
                <a:cubicBezTo>
                  <a:pt x="2243338" y="36765"/>
                  <a:pt x="2244339" y="36609"/>
                  <a:pt x="2245496" y="36431"/>
                </a:cubicBezTo>
                <a:cubicBezTo>
                  <a:pt x="2244873" y="37587"/>
                  <a:pt x="2244027" y="39500"/>
                  <a:pt x="2242958" y="42169"/>
                </a:cubicBezTo>
                <a:cubicBezTo>
                  <a:pt x="2241891" y="44838"/>
                  <a:pt x="2240712" y="47996"/>
                  <a:pt x="2239421" y="51644"/>
                </a:cubicBezTo>
                <a:cubicBezTo>
                  <a:pt x="2238132" y="55292"/>
                  <a:pt x="2236753" y="59273"/>
                  <a:pt x="2235286" y="63589"/>
                </a:cubicBezTo>
                <a:cubicBezTo>
                  <a:pt x="2233818" y="67903"/>
                  <a:pt x="2232373" y="72240"/>
                  <a:pt x="2230949" y="76600"/>
                </a:cubicBezTo>
                <a:cubicBezTo>
                  <a:pt x="2229526" y="80959"/>
                  <a:pt x="2228125" y="85229"/>
                  <a:pt x="2226746" y="89411"/>
                </a:cubicBezTo>
                <a:cubicBezTo>
                  <a:pt x="2225366" y="93592"/>
                  <a:pt x="2224143" y="97328"/>
                  <a:pt x="2223074" y="100620"/>
                </a:cubicBezTo>
                <a:cubicBezTo>
                  <a:pt x="2221829" y="100442"/>
                  <a:pt x="2220606" y="100353"/>
                  <a:pt x="2219405" y="100353"/>
                </a:cubicBezTo>
                <a:cubicBezTo>
                  <a:pt x="2218204" y="100353"/>
                  <a:pt x="2216980" y="100353"/>
                  <a:pt x="2215736" y="100353"/>
                </a:cubicBezTo>
                <a:cubicBezTo>
                  <a:pt x="2214489" y="100353"/>
                  <a:pt x="2213243" y="100353"/>
                  <a:pt x="2211997" y="100353"/>
                </a:cubicBezTo>
                <a:cubicBezTo>
                  <a:pt x="2210752" y="100353"/>
                  <a:pt x="2209507" y="100442"/>
                  <a:pt x="2208262" y="100620"/>
                </a:cubicBezTo>
                <a:cubicBezTo>
                  <a:pt x="2207195" y="97240"/>
                  <a:pt x="2206084" y="93615"/>
                  <a:pt x="2204927" y="89745"/>
                </a:cubicBezTo>
                <a:cubicBezTo>
                  <a:pt x="2203770" y="85874"/>
                  <a:pt x="2202614" y="82049"/>
                  <a:pt x="2201457" y="78268"/>
                </a:cubicBezTo>
                <a:cubicBezTo>
                  <a:pt x="2200301" y="74487"/>
                  <a:pt x="2199188" y="70796"/>
                  <a:pt x="2198120" y="67193"/>
                </a:cubicBezTo>
                <a:cubicBezTo>
                  <a:pt x="2197053" y="63589"/>
                  <a:pt x="2196074" y="60229"/>
                  <a:pt x="2195183" y="57115"/>
                </a:cubicBezTo>
                <a:lnTo>
                  <a:pt x="2194917" y="57115"/>
                </a:lnTo>
                <a:cubicBezTo>
                  <a:pt x="2192604" y="64588"/>
                  <a:pt x="2190313" y="71929"/>
                  <a:pt x="2188044" y="79136"/>
                </a:cubicBezTo>
                <a:cubicBezTo>
                  <a:pt x="2185776" y="86341"/>
                  <a:pt x="2183619" y="93503"/>
                  <a:pt x="2181573" y="100620"/>
                </a:cubicBezTo>
                <a:cubicBezTo>
                  <a:pt x="2180327" y="100442"/>
                  <a:pt x="2179059" y="100353"/>
                  <a:pt x="2177769" y="100353"/>
                </a:cubicBezTo>
                <a:cubicBezTo>
                  <a:pt x="2176480" y="100353"/>
                  <a:pt x="2175212" y="100353"/>
                  <a:pt x="2173966" y="100353"/>
                </a:cubicBezTo>
                <a:cubicBezTo>
                  <a:pt x="2172721" y="100353"/>
                  <a:pt x="2171431" y="100353"/>
                  <a:pt x="2170097" y="100353"/>
                </a:cubicBezTo>
                <a:cubicBezTo>
                  <a:pt x="2168762" y="100353"/>
                  <a:pt x="2167428" y="100442"/>
                  <a:pt x="2166093" y="100620"/>
                </a:cubicBezTo>
                <a:cubicBezTo>
                  <a:pt x="2165115" y="97328"/>
                  <a:pt x="2163980" y="93525"/>
                  <a:pt x="2162689" y="89211"/>
                </a:cubicBezTo>
                <a:cubicBezTo>
                  <a:pt x="2161399" y="84895"/>
                  <a:pt x="2160042" y="80514"/>
                  <a:pt x="2158618" y="76067"/>
                </a:cubicBezTo>
                <a:cubicBezTo>
                  <a:pt x="2157196" y="71618"/>
                  <a:pt x="2155772" y="67215"/>
                  <a:pt x="2154348" y="62856"/>
                </a:cubicBezTo>
                <a:cubicBezTo>
                  <a:pt x="2152925" y="58495"/>
                  <a:pt x="2151613" y="54514"/>
                  <a:pt x="2150412" y="50911"/>
                </a:cubicBezTo>
                <a:cubicBezTo>
                  <a:pt x="2149211" y="47308"/>
                  <a:pt x="2148165" y="44217"/>
                  <a:pt x="2147276" y="41638"/>
                </a:cubicBezTo>
                <a:cubicBezTo>
                  <a:pt x="2146387" y="39057"/>
                  <a:pt x="2145765" y="37321"/>
                  <a:pt x="2145409" y="36431"/>
                </a:cubicBezTo>
                <a:cubicBezTo>
                  <a:pt x="2147365" y="36609"/>
                  <a:pt x="2149166" y="36765"/>
                  <a:pt x="2150811" y="36899"/>
                </a:cubicBezTo>
                <a:cubicBezTo>
                  <a:pt x="2152458" y="37032"/>
                  <a:pt x="2154126" y="37099"/>
                  <a:pt x="2155816" y="37099"/>
                </a:cubicBezTo>
                <a:cubicBezTo>
                  <a:pt x="2157418" y="37099"/>
                  <a:pt x="2159042" y="37032"/>
                  <a:pt x="2160687" y="36899"/>
                </a:cubicBezTo>
                <a:cubicBezTo>
                  <a:pt x="2162334" y="36765"/>
                  <a:pt x="2163957" y="36609"/>
                  <a:pt x="2165558" y="36431"/>
                </a:cubicBezTo>
                <a:cubicBezTo>
                  <a:pt x="2167693" y="44171"/>
                  <a:pt x="2169917" y="52112"/>
                  <a:pt x="2172231" y="60253"/>
                </a:cubicBezTo>
                <a:cubicBezTo>
                  <a:pt x="2174544" y="68393"/>
                  <a:pt x="2176724" y="75844"/>
                  <a:pt x="2178771" y="82605"/>
                </a:cubicBezTo>
                <a:lnTo>
                  <a:pt x="2179038" y="82605"/>
                </a:lnTo>
                <a:cubicBezTo>
                  <a:pt x="2181617" y="74777"/>
                  <a:pt x="2183974" y="67081"/>
                  <a:pt x="2186110" y="59518"/>
                </a:cubicBezTo>
                <a:cubicBezTo>
                  <a:pt x="2188245" y="51955"/>
                  <a:pt x="2190381" y="44260"/>
                  <a:pt x="2192516" y="36431"/>
                </a:cubicBezTo>
                <a:cubicBezTo>
                  <a:pt x="2193761" y="36609"/>
                  <a:pt x="2195006" y="36765"/>
                  <a:pt x="2196250" y="36899"/>
                </a:cubicBezTo>
                <a:cubicBezTo>
                  <a:pt x="2197497" y="37032"/>
                  <a:pt x="2198743" y="37099"/>
                  <a:pt x="2199989" y="37099"/>
                </a:cubicBezTo>
                <a:cubicBezTo>
                  <a:pt x="2201234" y="37099"/>
                  <a:pt x="2202479" y="37032"/>
                  <a:pt x="2203724" y="36899"/>
                </a:cubicBezTo>
                <a:cubicBezTo>
                  <a:pt x="2204970" y="36765"/>
                  <a:pt x="2206216" y="36609"/>
                  <a:pt x="2207462" y="36431"/>
                </a:cubicBezTo>
                <a:cubicBezTo>
                  <a:pt x="2209598" y="44260"/>
                  <a:pt x="2211777" y="51955"/>
                  <a:pt x="2214001" y="59518"/>
                </a:cubicBezTo>
                <a:cubicBezTo>
                  <a:pt x="2216224" y="67081"/>
                  <a:pt x="2218537" y="74777"/>
                  <a:pt x="2220940" y="82605"/>
                </a:cubicBezTo>
                <a:lnTo>
                  <a:pt x="2221207" y="82605"/>
                </a:lnTo>
                <a:close/>
                <a:moveTo>
                  <a:pt x="2271517" y="68726"/>
                </a:moveTo>
                <a:cubicBezTo>
                  <a:pt x="2271517" y="72284"/>
                  <a:pt x="2271873" y="75620"/>
                  <a:pt x="2272584" y="78734"/>
                </a:cubicBezTo>
                <a:cubicBezTo>
                  <a:pt x="2273297" y="81849"/>
                  <a:pt x="2274387" y="84540"/>
                  <a:pt x="2275854" y="86808"/>
                </a:cubicBezTo>
                <a:cubicBezTo>
                  <a:pt x="2277322" y="89077"/>
                  <a:pt x="2279190" y="90856"/>
                  <a:pt x="2281458" y="92147"/>
                </a:cubicBezTo>
                <a:cubicBezTo>
                  <a:pt x="2283728" y="93437"/>
                  <a:pt x="2286375" y="94082"/>
                  <a:pt x="2289400" y="94082"/>
                </a:cubicBezTo>
                <a:cubicBezTo>
                  <a:pt x="2295538" y="94082"/>
                  <a:pt x="2301010" y="92080"/>
                  <a:pt x="2305814" y="88077"/>
                </a:cubicBezTo>
                <a:lnTo>
                  <a:pt x="2307415" y="89278"/>
                </a:lnTo>
                <a:lnTo>
                  <a:pt x="2304478" y="96751"/>
                </a:lnTo>
                <a:cubicBezTo>
                  <a:pt x="2302255" y="98441"/>
                  <a:pt x="2299586" y="99798"/>
                  <a:pt x="2296472" y="100820"/>
                </a:cubicBezTo>
                <a:cubicBezTo>
                  <a:pt x="2293357" y="101843"/>
                  <a:pt x="2289265" y="102355"/>
                  <a:pt x="2284195" y="102355"/>
                </a:cubicBezTo>
                <a:cubicBezTo>
                  <a:pt x="2279836" y="102355"/>
                  <a:pt x="2275699" y="101754"/>
                  <a:pt x="2271784" y="100553"/>
                </a:cubicBezTo>
                <a:cubicBezTo>
                  <a:pt x="2267870" y="99353"/>
                  <a:pt x="2264423" y="97374"/>
                  <a:pt x="2261442" y="94615"/>
                </a:cubicBezTo>
                <a:cubicBezTo>
                  <a:pt x="2258462" y="91857"/>
                  <a:pt x="2256105" y="88365"/>
                  <a:pt x="2254370" y="84139"/>
                </a:cubicBezTo>
                <a:cubicBezTo>
                  <a:pt x="2252635" y="79913"/>
                  <a:pt x="2251767" y="74864"/>
                  <a:pt x="2251767" y="68993"/>
                </a:cubicBezTo>
                <a:cubicBezTo>
                  <a:pt x="2251767" y="63210"/>
                  <a:pt x="2252545" y="58184"/>
                  <a:pt x="2254101" y="53914"/>
                </a:cubicBezTo>
                <a:cubicBezTo>
                  <a:pt x="2255658" y="49644"/>
                  <a:pt x="2257816" y="46085"/>
                  <a:pt x="2260574" y="43238"/>
                </a:cubicBezTo>
                <a:cubicBezTo>
                  <a:pt x="2263333" y="40390"/>
                  <a:pt x="2266602" y="38255"/>
                  <a:pt x="2270383" y="36832"/>
                </a:cubicBezTo>
                <a:cubicBezTo>
                  <a:pt x="2274164" y="35408"/>
                  <a:pt x="2278278" y="34696"/>
                  <a:pt x="2282727" y="34696"/>
                </a:cubicBezTo>
                <a:cubicBezTo>
                  <a:pt x="2291534" y="34696"/>
                  <a:pt x="2298273" y="37276"/>
                  <a:pt x="2302943" y="42436"/>
                </a:cubicBezTo>
                <a:cubicBezTo>
                  <a:pt x="2307614" y="47596"/>
                  <a:pt x="2309950" y="54891"/>
                  <a:pt x="2309950" y="64322"/>
                </a:cubicBezTo>
                <a:lnTo>
                  <a:pt x="2309950" y="67126"/>
                </a:lnTo>
                <a:cubicBezTo>
                  <a:pt x="2309950" y="67925"/>
                  <a:pt x="2309906" y="68459"/>
                  <a:pt x="2309817" y="68726"/>
                </a:cubicBezTo>
                <a:lnTo>
                  <a:pt x="2271517" y="68726"/>
                </a:lnTo>
                <a:moveTo>
                  <a:pt x="2292069" y="62721"/>
                </a:moveTo>
                <a:cubicBezTo>
                  <a:pt x="2291890" y="56049"/>
                  <a:pt x="2291067" y="50711"/>
                  <a:pt x="2289599" y="46708"/>
                </a:cubicBezTo>
                <a:cubicBezTo>
                  <a:pt x="2288132" y="42703"/>
                  <a:pt x="2285663" y="40701"/>
                  <a:pt x="2282193" y="40701"/>
                </a:cubicBezTo>
                <a:cubicBezTo>
                  <a:pt x="2280236" y="40701"/>
                  <a:pt x="2278590" y="41368"/>
                  <a:pt x="2277255" y="42703"/>
                </a:cubicBezTo>
                <a:cubicBezTo>
                  <a:pt x="2275921" y="44037"/>
                  <a:pt x="2274853" y="45750"/>
                  <a:pt x="2274052" y="47842"/>
                </a:cubicBezTo>
                <a:cubicBezTo>
                  <a:pt x="2273251" y="49933"/>
                  <a:pt x="2272651" y="52290"/>
                  <a:pt x="2272250" y="54914"/>
                </a:cubicBezTo>
                <a:cubicBezTo>
                  <a:pt x="2271851" y="57538"/>
                  <a:pt x="2271607" y="60141"/>
                  <a:pt x="2271517" y="62721"/>
                </a:cubicBezTo>
                <a:lnTo>
                  <a:pt x="2292069" y="62721"/>
                </a:lnTo>
                <a:close/>
                <a:moveTo>
                  <a:pt x="2340377" y="52980"/>
                </a:moveTo>
                <a:cubicBezTo>
                  <a:pt x="2342690" y="46841"/>
                  <a:pt x="2345492" y="42326"/>
                  <a:pt x="2348783" y="39434"/>
                </a:cubicBezTo>
                <a:cubicBezTo>
                  <a:pt x="2352075" y="36543"/>
                  <a:pt x="2355990" y="35097"/>
                  <a:pt x="2360528" y="35097"/>
                </a:cubicBezTo>
                <a:cubicBezTo>
                  <a:pt x="2360972" y="35097"/>
                  <a:pt x="2361349" y="35120"/>
                  <a:pt x="2361660" y="35164"/>
                </a:cubicBezTo>
                <a:cubicBezTo>
                  <a:pt x="2361973" y="35208"/>
                  <a:pt x="2362306" y="35229"/>
                  <a:pt x="2362662" y="35229"/>
                </a:cubicBezTo>
                <a:cubicBezTo>
                  <a:pt x="2362395" y="36564"/>
                  <a:pt x="2362194" y="37988"/>
                  <a:pt x="2362061" y="39502"/>
                </a:cubicBezTo>
                <a:cubicBezTo>
                  <a:pt x="2361928" y="41014"/>
                  <a:pt x="2361862" y="42793"/>
                  <a:pt x="2361862" y="44839"/>
                </a:cubicBezTo>
                <a:lnTo>
                  <a:pt x="2361862" y="49109"/>
                </a:lnTo>
                <a:cubicBezTo>
                  <a:pt x="2361862" y="49820"/>
                  <a:pt x="2361862" y="50576"/>
                  <a:pt x="2361862" y="51377"/>
                </a:cubicBezTo>
                <a:cubicBezTo>
                  <a:pt x="2361862" y="52178"/>
                  <a:pt x="2361906" y="52934"/>
                  <a:pt x="2361994" y="53646"/>
                </a:cubicBezTo>
                <a:lnTo>
                  <a:pt x="2360795" y="54715"/>
                </a:lnTo>
                <a:cubicBezTo>
                  <a:pt x="2359904" y="54180"/>
                  <a:pt x="2358903" y="53734"/>
                  <a:pt x="2357791" y="53379"/>
                </a:cubicBezTo>
                <a:cubicBezTo>
                  <a:pt x="2356680" y="53023"/>
                  <a:pt x="2355412" y="52845"/>
                  <a:pt x="2353988" y="52845"/>
                </a:cubicBezTo>
                <a:cubicBezTo>
                  <a:pt x="2349984" y="52845"/>
                  <a:pt x="2346826" y="54158"/>
                  <a:pt x="2344513" y="56783"/>
                </a:cubicBezTo>
                <a:cubicBezTo>
                  <a:pt x="2342200" y="59407"/>
                  <a:pt x="2341043" y="62499"/>
                  <a:pt x="2341043" y="66057"/>
                </a:cubicBezTo>
                <a:lnTo>
                  <a:pt x="2341043" y="71396"/>
                </a:lnTo>
                <a:cubicBezTo>
                  <a:pt x="2341043" y="76822"/>
                  <a:pt x="2341110" y="81937"/>
                  <a:pt x="2341243" y="86741"/>
                </a:cubicBezTo>
                <a:cubicBezTo>
                  <a:pt x="2341377" y="91545"/>
                  <a:pt x="2341667" y="96172"/>
                  <a:pt x="2342112" y="100620"/>
                </a:cubicBezTo>
                <a:cubicBezTo>
                  <a:pt x="2340956" y="100442"/>
                  <a:pt x="2339510" y="100353"/>
                  <a:pt x="2337775" y="100353"/>
                </a:cubicBezTo>
                <a:cubicBezTo>
                  <a:pt x="2336040" y="100353"/>
                  <a:pt x="2334149" y="100353"/>
                  <a:pt x="2332102" y="100353"/>
                </a:cubicBezTo>
                <a:cubicBezTo>
                  <a:pt x="2330056" y="100353"/>
                  <a:pt x="2328188" y="100353"/>
                  <a:pt x="2326498" y="100353"/>
                </a:cubicBezTo>
                <a:cubicBezTo>
                  <a:pt x="2324808" y="100353"/>
                  <a:pt x="2323340" y="100442"/>
                  <a:pt x="2322094" y="100620"/>
                </a:cubicBezTo>
                <a:cubicBezTo>
                  <a:pt x="2322539" y="96172"/>
                  <a:pt x="2322828" y="91545"/>
                  <a:pt x="2322961" y="86741"/>
                </a:cubicBezTo>
                <a:cubicBezTo>
                  <a:pt x="2323094" y="81937"/>
                  <a:pt x="2323161" y="76822"/>
                  <a:pt x="2323161" y="71396"/>
                </a:cubicBezTo>
                <a:lnTo>
                  <a:pt x="2323161" y="66057"/>
                </a:lnTo>
                <a:cubicBezTo>
                  <a:pt x="2323161" y="60631"/>
                  <a:pt x="2323094" y="55538"/>
                  <a:pt x="2322961" y="50778"/>
                </a:cubicBezTo>
                <a:cubicBezTo>
                  <a:pt x="2322828" y="46018"/>
                  <a:pt x="2322539" y="41235"/>
                  <a:pt x="2322094" y="36431"/>
                </a:cubicBezTo>
                <a:cubicBezTo>
                  <a:pt x="2323606" y="36609"/>
                  <a:pt x="2325140" y="36765"/>
                  <a:pt x="2326698" y="36899"/>
                </a:cubicBezTo>
                <a:cubicBezTo>
                  <a:pt x="2328255" y="37032"/>
                  <a:pt x="2329789" y="37099"/>
                  <a:pt x="2331302" y="37099"/>
                </a:cubicBezTo>
                <a:cubicBezTo>
                  <a:pt x="2332814" y="37099"/>
                  <a:pt x="2334348" y="37032"/>
                  <a:pt x="2335906" y="36899"/>
                </a:cubicBezTo>
                <a:cubicBezTo>
                  <a:pt x="2337463" y="36765"/>
                  <a:pt x="2338997" y="36609"/>
                  <a:pt x="2340510" y="36431"/>
                </a:cubicBezTo>
                <a:lnTo>
                  <a:pt x="2340110" y="52713"/>
                </a:lnTo>
                <a:lnTo>
                  <a:pt x="2340377" y="52980"/>
                </a:lnTo>
                <a:close/>
                <a:moveTo>
                  <a:pt x="2373606" y="48042"/>
                </a:moveTo>
                <a:cubicBezTo>
                  <a:pt x="2373606" y="45017"/>
                  <a:pt x="2374673" y="42437"/>
                  <a:pt x="2376807" y="40302"/>
                </a:cubicBezTo>
                <a:cubicBezTo>
                  <a:pt x="2378942" y="38166"/>
                  <a:pt x="2381523" y="37099"/>
                  <a:pt x="2384549" y="37099"/>
                </a:cubicBezTo>
                <a:cubicBezTo>
                  <a:pt x="2387574" y="37099"/>
                  <a:pt x="2390153" y="38166"/>
                  <a:pt x="2392287" y="40302"/>
                </a:cubicBezTo>
                <a:cubicBezTo>
                  <a:pt x="2394422" y="42437"/>
                  <a:pt x="2395490" y="45017"/>
                  <a:pt x="2395490" y="48042"/>
                </a:cubicBezTo>
                <a:cubicBezTo>
                  <a:pt x="2395490" y="51066"/>
                  <a:pt x="2394422" y="53646"/>
                  <a:pt x="2392287" y="55782"/>
                </a:cubicBezTo>
                <a:cubicBezTo>
                  <a:pt x="2390153" y="57917"/>
                  <a:pt x="2387574" y="58985"/>
                  <a:pt x="2384549" y="58985"/>
                </a:cubicBezTo>
                <a:cubicBezTo>
                  <a:pt x="2381523" y="58985"/>
                  <a:pt x="2378942" y="57917"/>
                  <a:pt x="2376807" y="55782"/>
                </a:cubicBezTo>
                <a:cubicBezTo>
                  <a:pt x="2374673" y="53646"/>
                  <a:pt x="2373606" y="51066"/>
                  <a:pt x="2373606" y="48042"/>
                </a:cubicBezTo>
                <a:moveTo>
                  <a:pt x="2373606" y="91813"/>
                </a:moveTo>
                <a:cubicBezTo>
                  <a:pt x="2373606" y="88787"/>
                  <a:pt x="2374673" y="86208"/>
                  <a:pt x="2376807" y="84073"/>
                </a:cubicBezTo>
                <a:cubicBezTo>
                  <a:pt x="2378942" y="81938"/>
                  <a:pt x="2381523" y="80870"/>
                  <a:pt x="2384549" y="80870"/>
                </a:cubicBezTo>
                <a:cubicBezTo>
                  <a:pt x="2387574" y="80870"/>
                  <a:pt x="2390153" y="81938"/>
                  <a:pt x="2392287" y="84073"/>
                </a:cubicBezTo>
                <a:cubicBezTo>
                  <a:pt x="2394422" y="86208"/>
                  <a:pt x="2395490" y="88787"/>
                  <a:pt x="2395490" y="91813"/>
                </a:cubicBezTo>
                <a:cubicBezTo>
                  <a:pt x="2395490" y="94838"/>
                  <a:pt x="2394422" y="97351"/>
                  <a:pt x="2392287" y="99354"/>
                </a:cubicBezTo>
                <a:cubicBezTo>
                  <a:pt x="2390153" y="101355"/>
                  <a:pt x="2387574" y="102355"/>
                  <a:pt x="2384549" y="102355"/>
                </a:cubicBezTo>
                <a:cubicBezTo>
                  <a:pt x="2381523" y="102355"/>
                  <a:pt x="2378942" y="101355"/>
                  <a:pt x="2376807" y="99354"/>
                </a:cubicBezTo>
                <a:cubicBezTo>
                  <a:pt x="2374673" y="97351"/>
                  <a:pt x="2373606" y="94838"/>
                  <a:pt x="2373606" y="91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controloverothers,dominance'?Please">
            <a:extLst xmlns:a="http://schemas.openxmlformats.org/drawingml/2006/main">
              <a:ext uri="{FF2B5EF4-FFF2-40B4-BE49-F238E27FC236}">
                <a16:creationId xmlns:a16="http://schemas.microsoft.com/office/drawing/2014/main" id="{2DC3CDED-17FB-4CEC-8B27-E2AB083E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108" y="1139327"/>
            <a:ext cx="2399094" cy="125976"/>
          </a:xfrm>
          <a:custGeom xmlns:a="http://schemas.openxmlformats.org/drawingml/2006/main">
            <a:pathLst>
              <a:path w="2399094" h="125976">
                <a:moveTo>
                  <a:pt x="49911" y="54847"/>
                </a:moveTo>
                <a:cubicBezTo>
                  <a:pt x="49198" y="50844"/>
                  <a:pt x="47797" y="47619"/>
                  <a:pt x="45706" y="45173"/>
                </a:cubicBezTo>
                <a:cubicBezTo>
                  <a:pt x="43616" y="42726"/>
                  <a:pt x="40524" y="41503"/>
                  <a:pt x="36431" y="41503"/>
                </a:cubicBezTo>
                <a:cubicBezTo>
                  <a:pt x="31093" y="41503"/>
                  <a:pt x="27090" y="43928"/>
                  <a:pt x="24421" y="48777"/>
                </a:cubicBezTo>
                <a:cubicBezTo>
                  <a:pt x="21752" y="53624"/>
                  <a:pt x="20418" y="60363"/>
                  <a:pt x="20418" y="68993"/>
                </a:cubicBezTo>
                <a:cubicBezTo>
                  <a:pt x="20418" y="77089"/>
                  <a:pt x="22108" y="83295"/>
                  <a:pt x="25488" y="87610"/>
                </a:cubicBezTo>
                <a:cubicBezTo>
                  <a:pt x="28870" y="91925"/>
                  <a:pt x="33808" y="94082"/>
                  <a:pt x="40302" y="94082"/>
                </a:cubicBezTo>
                <a:cubicBezTo>
                  <a:pt x="43060" y="94082"/>
                  <a:pt x="45729" y="93437"/>
                  <a:pt x="48308" y="92147"/>
                </a:cubicBezTo>
                <a:cubicBezTo>
                  <a:pt x="50889" y="90856"/>
                  <a:pt x="52802" y="89411"/>
                  <a:pt x="54047" y="87810"/>
                </a:cubicBezTo>
                <a:lnTo>
                  <a:pt x="55649" y="89144"/>
                </a:lnTo>
                <a:cubicBezTo>
                  <a:pt x="55026" y="90389"/>
                  <a:pt x="54492" y="91679"/>
                  <a:pt x="54047" y="93015"/>
                </a:cubicBezTo>
                <a:cubicBezTo>
                  <a:pt x="53601" y="94349"/>
                  <a:pt x="53157" y="95684"/>
                  <a:pt x="52713" y="97018"/>
                </a:cubicBezTo>
                <a:cubicBezTo>
                  <a:pt x="50755" y="98530"/>
                  <a:pt x="48286" y="99798"/>
                  <a:pt x="45305" y="100820"/>
                </a:cubicBezTo>
                <a:cubicBezTo>
                  <a:pt x="42325" y="101843"/>
                  <a:pt x="38789" y="102355"/>
                  <a:pt x="34696" y="102355"/>
                </a:cubicBezTo>
                <a:cubicBezTo>
                  <a:pt x="28202" y="102355"/>
                  <a:pt x="22730" y="101421"/>
                  <a:pt x="18282" y="99553"/>
                </a:cubicBezTo>
                <a:cubicBezTo>
                  <a:pt x="13834" y="97685"/>
                  <a:pt x="10254" y="95150"/>
                  <a:pt x="7540" y="91948"/>
                </a:cubicBezTo>
                <a:cubicBezTo>
                  <a:pt x="4827" y="88744"/>
                  <a:pt x="2892" y="85118"/>
                  <a:pt x="1735" y="81070"/>
                </a:cubicBezTo>
                <a:cubicBezTo>
                  <a:pt x="578" y="77022"/>
                  <a:pt x="0" y="72952"/>
                  <a:pt x="0" y="68861"/>
                </a:cubicBezTo>
                <a:cubicBezTo>
                  <a:pt x="0" y="63967"/>
                  <a:pt x="823" y="59429"/>
                  <a:pt x="2468" y="55248"/>
                </a:cubicBezTo>
                <a:cubicBezTo>
                  <a:pt x="4115" y="51067"/>
                  <a:pt x="6473" y="47464"/>
                  <a:pt x="9542" y="44440"/>
                </a:cubicBezTo>
                <a:cubicBezTo>
                  <a:pt x="12611" y="41414"/>
                  <a:pt x="16325" y="39033"/>
                  <a:pt x="20684" y="37298"/>
                </a:cubicBezTo>
                <a:cubicBezTo>
                  <a:pt x="25043" y="35563"/>
                  <a:pt x="29892" y="34696"/>
                  <a:pt x="35232" y="34696"/>
                </a:cubicBezTo>
                <a:cubicBezTo>
                  <a:pt x="40302" y="34696"/>
                  <a:pt x="44594" y="35274"/>
                  <a:pt x="48107" y="36431"/>
                </a:cubicBezTo>
                <a:cubicBezTo>
                  <a:pt x="51621" y="37587"/>
                  <a:pt x="54981" y="39100"/>
                  <a:pt x="58184" y="40968"/>
                </a:cubicBezTo>
                <a:cubicBezTo>
                  <a:pt x="57116" y="42747"/>
                  <a:pt x="56115" y="44928"/>
                  <a:pt x="55181" y="47508"/>
                </a:cubicBezTo>
                <a:cubicBezTo>
                  <a:pt x="54247" y="50087"/>
                  <a:pt x="53557" y="52534"/>
                  <a:pt x="53112" y="54847"/>
                </a:cubicBezTo>
                <a:lnTo>
                  <a:pt x="49911" y="54847"/>
                </a:lnTo>
                <a:close/>
                <a:moveTo>
                  <a:pt x="111030" y="65391"/>
                </a:moveTo>
                <a:cubicBezTo>
                  <a:pt x="111030" y="57561"/>
                  <a:pt x="110051" y="51488"/>
                  <a:pt x="108093" y="47174"/>
                </a:cubicBezTo>
                <a:cubicBezTo>
                  <a:pt x="106136" y="42859"/>
                  <a:pt x="102889" y="40701"/>
                  <a:pt x="98352" y="40701"/>
                </a:cubicBezTo>
                <a:cubicBezTo>
                  <a:pt x="94259" y="40701"/>
                  <a:pt x="91034" y="43103"/>
                  <a:pt x="88676" y="47907"/>
                </a:cubicBezTo>
                <a:cubicBezTo>
                  <a:pt x="86319" y="52712"/>
                  <a:pt x="85141" y="60229"/>
                  <a:pt x="85141" y="70461"/>
                </a:cubicBezTo>
                <a:cubicBezTo>
                  <a:pt x="85141" y="74197"/>
                  <a:pt x="85363" y="77667"/>
                  <a:pt x="85807" y="80870"/>
                </a:cubicBezTo>
                <a:cubicBezTo>
                  <a:pt x="86252" y="84073"/>
                  <a:pt x="86986" y="86853"/>
                  <a:pt x="88010" y="89211"/>
                </a:cubicBezTo>
                <a:cubicBezTo>
                  <a:pt x="89033" y="91568"/>
                  <a:pt x="90368" y="93414"/>
                  <a:pt x="92013" y="94750"/>
                </a:cubicBezTo>
                <a:cubicBezTo>
                  <a:pt x="93660" y="96084"/>
                  <a:pt x="95729" y="96751"/>
                  <a:pt x="98220" y="96751"/>
                </a:cubicBezTo>
                <a:cubicBezTo>
                  <a:pt x="106760" y="96751"/>
                  <a:pt x="111030" y="86298"/>
                  <a:pt x="111030" y="65391"/>
                </a:cubicBezTo>
                <a:moveTo>
                  <a:pt x="65391" y="70327"/>
                </a:moveTo>
                <a:cubicBezTo>
                  <a:pt x="65391" y="64366"/>
                  <a:pt x="66302" y="59162"/>
                  <a:pt x="68126" y="54715"/>
                </a:cubicBezTo>
                <a:cubicBezTo>
                  <a:pt x="69950" y="50266"/>
                  <a:pt x="72375" y="46552"/>
                  <a:pt x="75399" y="43572"/>
                </a:cubicBezTo>
                <a:cubicBezTo>
                  <a:pt x="78424" y="40591"/>
                  <a:pt x="81915" y="38367"/>
                  <a:pt x="85874" y="36899"/>
                </a:cubicBezTo>
                <a:cubicBezTo>
                  <a:pt x="89834" y="35430"/>
                  <a:pt x="93904" y="34696"/>
                  <a:pt x="98085" y="34696"/>
                </a:cubicBezTo>
                <a:cubicBezTo>
                  <a:pt x="108495" y="34696"/>
                  <a:pt x="116546" y="37632"/>
                  <a:pt x="122239" y="43505"/>
                </a:cubicBezTo>
                <a:cubicBezTo>
                  <a:pt x="127933" y="49376"/>
                  <a:pt x="130780" y="57339"/>
                  <a:pt x="130780" y="67392"/>
                </a:cubicBezTo>
                <a:cubicBezTo>
                  <a:pt x="130780" y="72818"/>
                  <a:pt x="129979" y="77712"/>
                  <a:pt x="128377" y="82072"/>
                </a:cubicBezTo>
                <a:cubicBezTo>
                  <a:pt x="126776" y="86431"/>
                  <a:pt x="124530" y="90145"/>
                  <a:pt x="121639" y="93214"/>
                </a:cubicBezTo>
                <a:cubicBezTo>
                  <a:pt x="118747" y="96284"/>
                  <a:pt x="115300" y="98574"/>
                  <a:pt x="111297" y="100087"/>
                </a:cubicBezTo>
                <a:cubicBezTo>
                  <a:pt x="107293" y="101599"/>
                  <a:pt x="102889" y="102355"/>
                  <a:pt x="98085" y="102355"/>
                </a:cubicBezTo>
                <a:cubicBezTo>
                  <a:pt x="94082" y="102355"/>
                  <a:pt x="90145" y="101821"/>
                  <a:pt x="86275" y="100753"/>
                </a:cubicBezTo>
                <a:cubicBezTo>
                  <a:pt x="82405" y="99686"/>
                  <a:pt x="78912" y="97885"/>
                  <a:pt x="75798" y="95350"/>
                </a:cubicBezTo>
                <a:cubicBezTo>
                  <a:pt x="72685" y="92815"/>
                  <a:pt x="70173" y="89500"/>
                  <a:pt x="68260" y="85407"/>
                </a:cubicBezTo>
                <a:cubicBezTo>
                  <a:pt x="66347" y="81314"/>
                  <a:pt x="65391" y="76287"/>
                  <a:pt x="65391" y="70327"/>
                </a:cubicBezTo>
                <a:close/>
                <a:moveTo>
                  <a:pt x="161208" y="46439"/>
                </a:moveTo>
                <a:cubicBezTo>
                  <a:pt x="163699" y="42703"/>
                  <a:pt x="166612" y="39812"/>
                  <a:pt x="169947" y="37767"/>
                </a:cubicBezTo>
                <a:cubicBezTo>
                  <a:pt x="173284" y="35720"/>
                  <a:pt x="177087" y="34696"/>
                  <a:pt x="181356" y="34696"/>
                </a:cubicBezTo>
                <a:cubicBezTo>
                  <a:pt x="188030" y="34696"/>
                  <a:pt x="193168" y="36631"/>
                  <a:pt x="196771" y="40501"/>
                </a:cubicBezTo>
                <a:cubicBezTo>
                  <a:pt x="200374" y="44372"/>
                  <a:pt x="202175" y="50622"/>
                  <a:pt x="202175" y="59251"/>
                </a:cubicBezTo>
                <a:cubicBezTo>
                  <a:pt x="202175" y="63788"/>
                  <a:pt x="202086" y="67791"/>
                  <a:pt x="201908" y="71261"/>
                </a:cubicBezTo>
                <a:cubicBezTo>
                  <a:pt x="201731" y="74731"/>
                  <a:pt x="201642" y="78201"/>
                  <a:pt x="201642" y="81671"/>
                </a:cubicBezTo>
                <a:cubicBezTo>
                  <a:pt x="201642" y="84517"/>
                  <a:pt x="201708" y="87609"/>
                  <a:pt x="201841" y="90946"/>
                </a:cubicBezTo>
                <a:cubicBezTo>
                  <a:pt x="201976" y="94281"/>
                  <a:pt x="202132" y="97506"/>
                  <a:pt x="202310" y="100620"/>
                </a:cubicBezTo>
                <a:cubicBezTo>
                  <a:pt x="201153" y="100442"/>
                  <a:pt x="199685" y="100353"/>
                  <a:pt x="197905" y="100353"/>
                </a:cubicBezTo>
                <a:cubicBezTo>
                  <a:pt x="196125" y="100353"/>
                  <a:pt x="194257" y="100353"/>
                  <a:pt x="192299" y="100353"/>
                </a:cubicBezTo>
                <a:cubicBezTo>
                  <a:pt x="190343" y="100353"/>
                  <a:pt x="188475" y="100353"/>
                  <a:pt x="186695" y="100353"/>
                </a:cubicBezTo>
                <a:cubicBezTo>
                  <a:pt x="184916" y="100353"/>
                  <a:pt x="183448" y="100442"/>
                  <a:pt x="182291" y="100620"/>
                </a:cubicBezTo>
                <a:cubicBezTo>
                  <a:pt x="182914" y="95994"/>
                  <a:pt x="183315" y="90545"/>
                  <a:pt x="183492" y="84273"/>
                </a:cubicBezTo>
                <a:cubicBezTo>
                  <a:pt x="183670" y="78001"/>
                  <a:pt x="183759" y="70817"/>
                  <a:pt x="183759" y="62721"/>
                </a:cubicBezTo>
                <a:cubicBezTo>
                  <a:pt x="183759" y="57116"/>
                  <a:pt x="182803" y="53001"/>
                  <a:pt x="180890" y="50377"/>
                </a:cubicBezTo>
                <a:cubicBezTo>
                  <a:pt x="178977" y="47752"/>
                  <a:pt x="176286" y="46439"/>
                  <a:pt x="172816" y="46439"/>
                </a:cubicBezTo>
                <a:cubicBezTo>
                  <a:pt x="168813" y="46439"/>
                  <a:pt x="165877" y="48174"/>
                  <a:pt x="164009" y="51644"/>
                </a:cubicBezTo>
                <a:cubicBezTo>
                  <a:pt x="162141" y="55114"/>
                  <a:pt x="161208" y="59918"/>
                  <a:pt x="161208" y="66057"/>
                </a:cubicBezTo>
                <a:lnTo>
                  <a:pt x="161208" y="71396"/>
                </a:lnTo>
                <a:cubicBezTo>
                  <a:pt x="161208" y="76822"/>
                  <a:pt x="161274" y="81937"/>
                  <a:pt x="161407" y="86741"/>
                </a:cubicBezTo>
                <a:cubicBezTo>
                  <a:pt x="161540" y="91545"/>
                  <a:pt x="161829" y="96172"/>
                  <a:pt x="162275" y="100620"/>
                </a:cubicBezTo>
                <a:cubicBezTo>
                  <a:pt x="161118" y="100442"/>
                  <a:pt x="159672" y="100353"/>
                  <a:pt x="157937" y="100353"/>
                </a:cubicBezTo>
                <a:cubicBezTo>
                  <a:pt x="156202" y="100353"/>
                  <a:pt x="154312" y="100353"/>
                  <a:pt x="152266" y="100353"/>
                </a:cubicBezTo>
                <a:cubicBezTo>
                  <a:pt x="150219" y="100353"/>
                  <a:pt x="148350" y="100353"/>
                  <a:pt x="146660" y="100353"/>
                </a:cubicBezTo>
                <a:cubicBezTo>
                  <a:pt x="144970" y="100353"/>
                  <a:pt x="143502" y="100442"/>
                  <a:pt x="142256" y="100620"/>
                </a:cubicBezTo>
                <a:cubicBezTo>
                  <a:pt x="142701" y="96172"/>
                  <a:pt x="142990" y="91545"/>
                  <a:pt x="143123" y="86741"/>
                </a:cubicBezTo>
                <a:cubicBezTo>
                  <a:pt x="143258" y="81937"/>
                  <a:pt x="143325" y="76822"/>
                  <a:pt x="143325" y="71396"/>
                </a:cubicBezTo>
                <a:lnTo>
                  <a:pt x="143325" y="66057"/>
                </a:lnTo>
                <a:cubicBezTo>
                  <a:pt x="143325" y="60631"/>
                  <a:pt x="143258" y="55538"/>
                  <a:pt x="143123" y="50778"/>
                </a:cubicBezTo>
                <a:cubicBezTo>
                  <a:pt x="142990" y="46018"/>
                  <a:pt x="142701" y="41235"/>
                  <a:pt x="142256" y="36431"/>
                </a:cubicBezTo>
                <a:cubicBezTo>
                  <a:pt x="143858" y="36609"/>
                  <a:pt x="145437" y="36765"/>
                  <a:pt x="146994" y="36899"/>
                </a:cubicBezTo>
                <a:cubicBezTo>
                  <a:pt x="148551" y="37032"/>
                  <a:pt x="150130" y="37099"/>
                  <a:pt x="151731" y="37099"/>
                </a:cubicBezTo>
                <a:cubicBezTo>
                  <a:pt x="153333" y="37099"/>
                  <a:pt x="154912" y="37032"/>
                  <a:pt x="156469" y="36899"/>
                </a:cubicBezTo>
                <a:cubicBezTo>
                  <a:pt x="158026" y="36765"/>
                  <a:pt x="159695" y="36609"/>
                  <a:pt x="161474" y="36431"/>
                </a:cubicBezTo>
                <a:lnTo>
                  <a:pt x="160939" y="46439"/>
                </a:lnTo>
                <a:lnTo>
                  <a:pt x="161208" y="46439"/>
                </a:lnTo>
                <a:close/>
                <a:moveTo>
                  <a:pt x="251551" y="37099"/>
                </a:moveTo>
                <a:cubicBezTo>
                  <a:pt x="251285" y="38433"/>
                  <a:pt x="251152" y="39634"/>
                  <a:pt x="251152" y="40701"/>
                </a:cubicBezTo>
                <a:cubicBezTo>
                  <a:pt x="251152" y="41858"/>
                  <a:pt x="251285" y="42970"/>
                  <a:pt x="251551" y="44038"/>
                </a:cubicBezTo>
                <a:lnTo>
                  <a:pt x="239807" y="43772"/>
                </a:lnTo>
                <a:cubicBezTo>
                  <a:pt x="239630" y="45817"/>
                  <a:pt x="239474" y="48175"/>
                  <a:pt x="239341" y="50844"/>
                </a:cubicBezTo>
                <a:cubicBezTo>
                  <a:pt x="239208" y="53512"/>
                  <a:pt x="239119" y="56226"/>
                  <a:pt x="239074" y="58985"/>
                </a:cubicBezTo>
                <a:cubicBezTo>
                  <a:pt x="239030" y="61742"/>
                  <a:pt x="238985" y="64411"/>
                  <a:pt x="238940" y="66991"/>
                </a:cubicBezTo>
                <a:cubicBezTo>
                  <a:pt x="238895" y="69572"/>
                  <a:pt x="238873" y="71751"/>
                  <a:pt x="238873" y="73530"/>
                </a:cubicBezTo>
                <a:cubicBezTo>
                  <a:pt x="238873" y="78156"/>
                  <a:pt x="238984" y="81893"/>
                  <a:pt x="239207" y="84739"/>
                </a:cubicBezTo>
                <a:cubicBezTo>
                  <a:pt x="239429" y="87586"/>
                  <a:pt x="239807" y="89766"/>
                  <a:pt x="240341" y="91280"/>
                </a:cubicBezTo>
                <a:cubicBezTo>
                  <a:pt x="240876" y="92792"/>
                  <a:pt x="241632" y="93815"/>
                  <a:pt x="242609" y="94349"/>
                </a:cubicBezTo>
                <a:cubicBezTo>
                  <a:pt x="243588" y="94882"/>
                  <a:pt x="244834" y="95149"/>
                  <a:pt x="246346" y="95149"/>
                </a:cubicBezTo>
                <a:cubicBezTo>
                  <a:pt x="248037" y="95149"/>
                  <a:pt x="249283" y="95037"/>
                  <a:pt x="250082" y="94815"/>
                </a:cubicBezTo>
                <a:cubicBezTo>
                  <a:pt x="250883" y="94592"/>
                  <a:pt x="251684" y="94259"/>
                  <a:pt x="252485" y="93815"/>
                </a:cubicBezTo>
                <a:lnTo>
                  <a:pt x="252485" y="99286"/>
                </a:lnTo>
                <a:cubicBezTo>
                  <a:pt x="250706" y="100087"/>
                  <a:pt x="248481" y="100799"/>
                  <a:pt x="245812" y="101420"/>
                </a:cubicBezTo>
                <a:cubicBezTo>
                  <a:pt x="243144" y="102044"/>
                  <a:pt x="240519" y="102355"/>
                  <a:pt x="237940" y="102355"/>
                </a:cubicBezTo>
                <a:cubicBezTo>
                  <a:pt x="226642" y="102355"/>
                  <a:pt x="220992" y="95594"/>
                  <a:pt x="220992" y="82072"/>
                </a:cubicBezTo>
                <a:cubicBezTo>
                  <a:pt x="220992" y="79491"/>
                  <a:pt x="221036" y="76577"/>
                  <a:pt x="221125" y="73330"/>
                </a:cubicBezTo>
                <a:cubicBezTo>
                  <a:pt x="221214" y="70083"/>
                  <a:pt x="221326" y="66747"/>
                  <a:pt x="221459" y="63322"/>
                </a:cubicBezTo>
                <a:cubicBezTo>
                  <a:pt x="221592" y="59897"/>
                  <a:pt x="221702" y="56516"/>
                  <a:pt x="221791" y="53179"/>
                </a:cubicBezTo>
                <a:cubicBezTo>
                  <a:pt x="221880" y="49842"/>
                  <a:pt x="221925" y="46751"/>
                  <a:pt x="221925" y="43904"/>
                </a:cubicBezTo>
                <a:lnTo>
                  <a:pt x="212585" y="44038"/>
                </a:lnTo>
                <a:cubicBezTo>
                  <a:pt x="212851" y="42970"/>
                  <a:pt x="212984" y="41858"/>
                  <a:pt x="212984" y="40701"/>
                </a:cubicBezTo>
                <a:cubicBezTo>
                  <a:pt x="212984" y="39634"/>
                  <a:pt x="212851" y="38433"/>
                  <a:pt x="212585" y="37099"/>
                </a:cubicBezTo>
                <a:lnTo>
                  <a:pt x="221925" y="37500"/>
                </a:lnTo>
                <a:cubicBezTo>
                  <a:pt x="221925" y="34741"/>
                  <a:pt x="221880" y="32162"/>
                  <a:pt x="221791" y="29760"/>
                </a:cubicBezTo>
                <a:cubicBezTo>
                  <a:pt x="221702" y="27357"/>
                  <a:pt x="221569" y="24466"/>
                  <a:pt x="221391" y="21086"/>
                </a:cubicBezTo>
                <a:cubicBezTo>
                  <a:pt x="224506" y="19839"/>
                  <a:pt x="227575" y="18527"/>
                  <a:pt x="230599" y="17147"/>
                </a:cubicBezTo>
                <a:cubicBezTo>
                  <a:pt x="233624" y="15768"/>
                  <a:pt x="236649" y="14322"/>
                  <a:pt x="239675" y="12810"/>
                </a:cubicBezTo>
                <a:lnTo>
                  <a:pt x="241009" y="13745"/>
                </a:lnTo>
                <a:cubicBezTo>
                  <a:pt x="240831" y="15169"/>
                  <a:pt x="240675" y="16837"/>
                  <a:pt x="240541" y="18750"/>
                </a:cubicBezTo>
                <a:cubicBezTo>
                  <a:pt x="240407" y="20663"/>
                  <a:pt x="240274" y="22664"/>
                  <a:pt x="240141" y="24755"/>
                </a:cubicBezTo>
                <a:cubicBezTo>
                  <a:pt x="240008" y="26845"/>
                  <a:pt x="239919" y="28981"/>
                  <a:pt x="239875" y="31161"/>
                </a:cubicBezTo>
                <a:cubicBezTo>
                  <a:pt x="239830" y="33340"/>
                  <a:pt x="239807" y="35408"/>
                  <a:pt x="239807" y="37366"/>
                </a:cubicBezTo>
                <a:lnTo>
                  <a:pt x="251551" y="37099"/>
                </a:lnTo>
                <a:close/>
                <a:moveTo>
                  <a:pt x="280110" y="52980"/>
                </a:moveTo>
                <a:cubicBezTo>
                  <a:pt x="282423" y="46841"/>
                  <a:pt x="285225" y="42326"/>
                  <a:pt x="288516" y="39434"/>
                </a:cubicBezTo>
                <a:cubicBezTo>
                  <a:pt x="291808" y="36543"/>
                  <a:pt x="295723" y="35097"/>
                  <a:pt x="300261" y="35097"/>
                </a:cubicBezTo>
                <a:cubicBezTo>
                  <a:pt x="300705" y="35097"/>
                  <a:pt x="301082" y="35120"/>
                  <a:pt x="301393" y="35164"/>
                </a:cubicBezTo>
                <a:cubicBezTo>
                  <a:pt x="301706" y="35208"/>
                  <a:pt x="302039" y="35229"/>
                  <a:pt x="302395" y="35229"/>
                </a:cubicBezTo>
                <a:cubicBezTo>
                  <a:pt x="302128" y="36564"/>
                  <a:pt x="301927" y="37988"/>
                  <a:pt x="301794" y="39502"/>
                </a:cubicBezTo>
                <a:cubicBezTo>
                  <a:pt x="301661" y="41014"/>
                  <a:pt x="301595" y="42793"/>
                  <a:pt x="301595" y="44839"/>
                </a:cubicBezTo>
                <a:lnTo>
                  <a:pt x="301595" y="49109"/>
                </a:lnTo>
                <a:cubicBezTo>
                  <a:pt x="301595" y="49820"/>
                  <a:pt x="301595" y="50576"/>
                  <a:pt x="301595" y="51377"/>
                </a:cubicBezTo>
                <a:cubicBezTo>
                  <a:pt x="301595" y="52178"/>
                  <a:pt x="301639" y="52934"/>
                  <a:pt x="301727" y="53646"/>
                </a:cubicBezTo>
                <a:lnTo>
                  <a:pt x="300528" y="54715"/>
                </a:lnTo>
                <a:cubicBezTo>
                  <a:pt x="299637" y="54180"/>
                  <a:pt x="298636" y="53734"/>
                  <a:pt x="297524" y="53379"/>
                </a:cubicBezTo>
                <a:cubicBezTo>
                  <a:pt x="296413" y="53023"/>
                  <a:pt x="295145" y="52845"/>
                  <a:pt x="293721" y="52845"/>
                </a:cubicBezTo>
                <a:cubicBezTo>
                  <a:pt x="289717" y="52845"/>
                  <a:pt x="286559" y="54158"/>
                  <a:pt x="284246" y="56783"/>
                </a:cubicBezTo>
                <a:cubicBezTo>
                  <a:pt x="281933" y="59407"/>
                  <a:pt x="280776" y="62499"/>
                  <a:pt x="280776" y="66057"/>
                </a:cubicBezTo>
                <a:lnTo>
                  <a:pt x="280776" y="71396"/>
                </a:lnTo>
                <a:cubicBezTo>
                  <a:pt x="280776" y="76822"/>
                  <a:pt x="280843" y="81937"/>
                  <a:pt x="280976" y="86741"/>
                </a:cubicBezTo>
                <a:cubicBezTo>
                  <a:pt x="281110" y="91545"/>
                  <a:pt x="281400" y="96172"/>
                  <a:pt x="281845" y="100620"/>
                </a:cubicBezTo>
                <a:cubicBezTo>
                  <a:pt x="280689" y="100442"/>
                  <a:pt x="279243" y="100353"/>
                  <a:pt x="277508" y="100353"/>
                </a:cubicBezTo>
                <a:cubicBezTo>
                  <a:pt x="275773" y="100353"/>
                  <a:pt x="273882" y="100353"/>
                  <a:pt x="271835" y="100353"/>
                </a:cubicBezTo>
                <a:cubicBezTo>
                  <a:pt x="269789" y="100353"/>
                  <a:pt x="267921" y="100353"/>
                  <a:pt x="266231" y="100353"/>
                </a:cubicBezTo>
                <a:cubicBezTo>
                  <a:pt x="264541" y="100353"/>
                  <a:pt x="263073" y="100442"/>
                  <a:pt x="261827" y="100620"/>
                </a:cubicBezTo>
                <a:cubicBezTo>
                  <a:pt x="262272" y="96172"/>
                  <a:pt x="262561" y="91545"/>
                  <a:pt x="262694" y="86741"/>
                </a:cubicBezTo>
                <a:cubicBezTo>
                  <a:pt x="262827" y="81937"/>
                  <a:pt x="262894" y="76822"/>
                  <a:pt x="262894" y="71396"/>
                </a:cubicBezTo>
                <a:lnTo>
                  <a:pt x="262894" y="66057"/>
                </a:lnTo>
                <a:cubicBezTo>
                  <a:pt x="262894" y="60631"/>
                  <a:pt x="262827" y="55538"/>
                  <a:pt x="262694" y="50778"/>
                </a:cubicBezTo>
                <a:cubicBezTo>
                  <a:pt x="262561" y="46018"/>
                  <a:pt x="262272" y="41235"/>
                  <a:pt x="261827" y="36431"/>
                </a:cubicBezTo>
                <a:cubicBezTo>
                  <a:pt x="263339" y="36609"/>
                  <a:pt x="264873" y="36765"/>
                  <a:pt x="266431" y="36899"/>
                </a:cubicBezTo>
                <a:cubicBezTo>
                  <a:pt x="267988" y="37032"/>
                  <a:pt x="269522" y="37099"/>
                  <a:pt x="271035" y="37099"/>
                </a:cubicBezTo>
                <a:cubicBezTo>
                  <a:pt x="272547" y="37099"/>
                  <a:pt x="274082" y="37032"/>
                  <a:pt x="275639" y="36899"/>
                </a:cubicBezTo>
                <a:cubicBezTo>
                  <a:pt x="277196" y="36765"/>
                  <a:pt x="278730" y="36609"/>
                  <a:pt x="280243" y="36431"/>
                </a:cubicBezTo>
                <a:lnTo>
                  <a:pt x="279843" y="52713"/>
                </a:lnTo>
                <a:lnTo>
                  <a:pt x="280110" y="52980"/>
                </a:lnTo>
                <a:close/>
                <a:moveTo>
                  <a:pt x="355775" y="65391"/>
                </a:moveTo>
                <a:cubicBezTo>
                  <a:pt x="355775" y="57561"/>
                  <a:pt x="354796" y="51488"/>
                  <a:pt x="352839" y="47174"/>
                </a:cubicBezTo>
                <a:cubicBezTo>
                  <a:pt x="350881" y="42859"/>
                  <a:pt x="347634" y="40701"/>
                  <a:pt x="343097" y="40701"/>
                </a:cubicBezTo>
                <a:cubicBezTo>
                  <a:pt x="339004" y="40701"/>
                  <a:pt x="335779" y="43103"/>
                  <a:pt x="333421" y="47907"/>
                </a:cubicBezTo>
                <a:cubicBezTo>
                  <a:pt x="331064" y="52712"/>
                  <a:pt x="329886" y="60229"/>
                  <a:pt x="329886" y="70461"/>
                </a:cubicBezTo>
                <a:cubicBezTo>
                  <a:pt x="329886" y="74197"/>
                  <a:pt x="330108" y="77667"/>
                  <a:pt x="330552" y="80870"/>
                </a:cubicBezTo>
                <a:cubicBezTo>
                  <a:pt x="330997" y="84073"/>
                  <a:pt x="331731" y="86853"/>
                  <a:pt x="332755" y="89211"/>
                </a:cubicBezTo>
                <a:cubicBezTo>
                  <a:pt x="333778" y="91568"/>
                  <a:pt x="335113" y="93414"/>
                  <a:pt x="336758" y="94750"/>
                </a:cubicBezTo>
                <a:cubicBezTo>
                  <a:pt x="338405" y="96084"/>
                  <a:pt x="340474" y="96751"/>
                  <a:pt x="342965" y="96751"/>
                </a:cubicBezTo>
                <a:cubicBezTo>
                  <a:pt x="351505" y="96751"/>
                  <a:pt x="355775" y="86298"/>
                  <a:pt x="355775" y="65391"/>
                </a:cubicBezTo>
                <a:moveTo>
                  <a:pt x="310136" y="70327"/>
                </a:moveTo>
                <a:cubicBezTo>
                  <a:pt x="310136" y="64366"/>
                  <a:pt x="311048" y="59162"/>
                  <a:pt x="312871" y="54715"/>
                </a:cubicBezTo>
                <a:cubicBezTo>
                  <a:pt x="314695" y="50266"/>
                  <a:pt x="317120" y="46552"/>
                  <a:pt x="320144" y="43572"/>
                </a:cubicBezTo>
                <a:cubicBezTo>
                  <a:pt x="323169" y="40591"/>
                  <a:pt x="326660" y="38367"/>
                  <a:pt x="330619" y="36899"/>
                </a:cubicBezTo>
                <a:cubicBezTo>
                  <a:pt x="334579" y="35430"/>
                  <a:pt x="338649" y="34696"/>
                  <a:pt x="342830" y="34696"/>
                </a:cubicBezTo>
                <a:cubicBezTo>
                  <a:pt x="353240" y="34696"/>
                  <a:pt x="361291" y="37632"/>
                  <a:pt x="366985" y="43505"/>
                </a:cubicBezTo>
                <a:cubicBezTo>
                  <a:pt x="372678" y="49376"/>
                  <a:pt x="375525" y="57339"/>
                  <a:pt x="375525" y="67392"/>
                </a:cubicBezTo>
                <a:cubicBezTo>
                  <a:pt x="375525" y="72818"/>
                  <a:pt x="374724" y="77712"/>
                  <a:pt x="373122" y="82072"/>
                </a:cubicBezTo>
                <a:cubicBezTo>
                  <a:pt x="371521" y="86431"/>
                  <a:pt x="369275" y="90145"/>
                  <a:pt x="366384" y="93214"/>
                </a:cubicBezTo>
                <a:cubicBezTo>
                  <a:pt x="363492" y="96284"/>
                  <a:pt x="360045" y="98574"/>
                  <a:pt x="356042" y="100087"/>
                </a:cubicBezTo>
                <a:cubicBezTo>
                  <a:pt x="352038" y="101599"/>
                  <a:pt x="347635" y="102355"/>
                  <a:pt x="342830" y="102355"/>
                </a:cubicBezTo>
                <a:cubicBezTo>
                  <a:pt x="338827" y="102355"/>
                  <a:pt x="334890" y="101821"/>
                  <a:pt x="331020" y="100753"/>
                </a:cubicBezTo>
                <a:cubicBezTo>
                  <a:pt x="327150" y="99686"/>
                  <a:pt x="323658" y="97885"/>
                  <a:pt x="320543" y="95350"/>
                </a:cubicBezTo>
                <a:cubicBezTo>
                  <a:pt x="317431" y="92815"/>
                  <a:pt x="314918" y="89500"/>
                  <a:pt x="313005" y="85407"/>
                </a:cubicBezTo>
                <a:cubicBezTo>
                  <a:pt x="311092" y="81314"/>
                  <a:pt x="310136" y="76287"/>
                  <a:pt x="310136" y="70327"/>
                </a:cubicBezTo>
                <a:close/>
                <a:moveTo>
                  <a:pt x="389539" y="46172"/>
                </a:moveTo>
                <a:cubicBezTo>
                  <a:pt x="389539" y="37454"/>
                  <a:pt x="389450" y="29448"/>
                  <a:pt x="389270" y="22153"/>
                </a:cubicBezTo>
                <a:cubicBezTo>
                  <a:pt x="389093" y="14857"/>
                  <a:pt x="388826" y="7473"/>
                  <a:pt x="388470" y="0"/>
                </a:cubicBezTo>
                <a:cubicBezTo>
                  <a:pt x="389627" y="178"/>
                  <a:pt x="391095" y="334"/>
                  <a:pt x="392875" y="468"/>
                </a:cubicBezTo>
                <a:cubicBezTo>
                  <a:pt x="394654" y="601"/>
                  <a:pt x="396523" y="668"/>
                  <a:pt x="398480" y="668"/>
                </a:cubicBezTo>
                <a:cubicBezTo>
                  <a:pt x="400437" y="668"/>
                  <a:pt x="402305" y="601"/>
                  <a:pt x="404084" y="468"/>
                </a:cubicBezTo>
                <a:cubicBezTo>
                  <a:pt x="405864" y="334"/>
                  <a:pt x="407332" y="178"/>
                  <a:pt x="408489" y="0"/>
                </a:cubicBezTo>
                <a:cubicBezTo>
                  <a:pt x="408133" y="7473"/>
                  <a:pt x="407866" y="14857"/>
                  <a:pt x="407686" y="22153"/>
                </a:cubicBezTo>
                <a:cubicBezTo>
                  <a:pt x="407509" y="29448"/>
                  <a:pt x="407420" y="37454"/>
                  <a:pt x="407420" y="46172"/>
                </a:cubicBezTo>
                <a:lnTo>
                  <a:pt x="407420" y="54847"/>
                </a:lnTo>
                <a:cubicBezTo>
                  <a:pt x="407420" y="63566"/>
                  <a:pt x="407509" y="71574"/>
                  <a:pt x="407686" y="78869"/>
                </a:cubicBezTo>
                <a:cubicBezTo>
                  <a:pt x="407866" y="86164"/>
                  <a:pt x="408133" y="93415"/>
                  <a:pt x="408489" y="100620"/>
                </a:cubicBezTo>
                <a:cubicBezTo>
                  <a:pt x="407332" y="100442"/>
                  <a:pt x="405864" y="100353"/>
                  <a:pt x="404084" y="100353"/>
                </a:cubicBezTo>
                <a:cubicBezTo>
                  <a:pt x="402305" y="100353"/>
                  <a:pt x="400437" y="100353"/>
                  <a:pt x="398480" y="100353"/>
                </a:cubicBezTo>
                <a:cubicBezTo>
                  <a:pt x="396523" y="100353"/>
                  <a:pt x="394654" y="100353"/>
                  <a:pt x="392875" y="100353"/>
                </a:cubicBezTo>
                <a:cubicBezTo>
                  <a:pt x="391095" y="100353"/>
                  <a:pt x="389627" y="100442"/>
                  <a:pt x="388470" y="100620"/>
                </a:cubicBezTo>
                <a:cubicBezTo>
                  <a:pt x="388826" y="93415"/>
                  <a:pt x="389093" y="86164"/>
                  <a:pt x="389270" y="78869"/>
                </a:cubicBezTo>
                <a:cubicBezTo>
                  <a:pt x="389450" y="71574"/>
                  <a:pt x="389539" y="63566"/>
                  <a:pt x="389539" y="54847"/>
                </a:cubicBezTo>
                <a:lnTo>
                  <a:pt x="389539" y="46172"/>
                </a:lnTo>
                <a:close/>
                <a:moveTo>
                  <a:pt x="524943" y="65391"/>
                </a:moveTo>
                <a:cubicBezTo>
                  <a:pt x="524943" y="57561"/>
                  <a:pt x="523964" y="51488"/>
                  <a:pt x="522007" y="47174"/>
                </a:cubicBezTo>
                <a:cubicBezTo>
                  <a:pt x="520049" y="42859"/>
                  <a:pt x="516802" y="40701"/>
                  <a:pt x="512265" y="40701"/>
                </a:cubicBezTo>
                <a:cubicBezTo>
                  <a:pt x="508172" y="40701"/>
                  <a:pt x="504947" y="43103"/>
                  <a:pt x="502589" y="47907"/>
                </a:cubicBezTo>
                <a:cubicBezTo>
                  <a:pt x="500232" y="52712"/>
                  <a:pt x="499054" y="60229"/>
                  <a:pt x="499054" y="70461"/>
                </a:cubicBezTo>
                <a:cubicBezTo>
                  <a:pt x="499054" y="74197"/>
                  <a:pt x="499276" y="77667"/>
                  <a:pt x="499720" y="80870"/>
                </a:cubicBezTo>
                <a:cubicBezTo>
                  <a:pt x="500165" y="84073"/>
                  <a:pt x="500899" y="86853"/>
                  <a:pt x="501923" y="89211"/>
                </a:cubicBezTo>
                <a:cubicBezTo>
                  <a:pt x="502946" y="91568"/>
                  <a:pt x="504281" y="93414"/>
                  <a:pt x="505926" y="94750"/>
                </a:cubicBezTo>
                <a:cubicBezTo>
                  <a:pt x="507573" y="96084"/>
                  <a:pt x="509642" y="96751"/>
                  <a:pt x="512133" y="96751"/>
                </a:cubicBezTo>
                <a:cubicBezTo>
                  <a:pt x="520673" y="96751"/>
                  <a:pt x="524943" y="86298"/>
                  <a:pt x="524943" y="65391"/>
                </a:cubicBezTo>
                <a:moveTo>
                  <a:pt x="479304" y="70327"/>
                </a:moveTo>
                <a:cubicBezTo>
                  <a:pt x="479304" y="64366"/>
                  <a:pt x="480216" y="59162"/>
                  <a:pt x="482039" y="54715"/>
                </a:cubicBezTo>
                <a:cubicBezTo>
                  <a:pt x="483863" y="50266"/>
                  <a:pt x="486288" y="46552"/>
                  <a:pt x="489312" y="43572"/>
                </a:cubicBezTo>
                <a:cubicBezTo>
                  <a:pt x="492337" y="40591"/>
                  <a:pt x="495828" y="38367"/>
                  <a:pt x="499787" y="36899"/>
                </a:cubicBezTo>
                <a:cubicBezTo>
                  <a:pt x="503747" y="35430"/>
                  <a:pt x="507817" y="34696"/>
                  <a:pt x="511998" y="34696"/>
                </a:cubicBezTo>
                <a:cubicBezTo>
                  <a:pt x="522408" y="34696"/>
                  <a:pt x="530459" y="37632"/>
                  <a:pt x="536153" y="43505"/>
                </a:cubicBezTo>
                <a:cubicBezTo>
                  <a:pt x="541846" y="49376"/>
                  <a:pt x="544693" y="57339"/>
                  <a:pt x="544693" y="67392"/>
                </a:cubicBezTo>
                <a:cubicBezTo>
                  <a:pt x="544693" y="72818"/>
                  <a:pt x="543892" y="77712"/>
                  <a:pt x="542290" y="82072"/>
                </a:cubicBezTo>
                <a:cubicBezTo>
                  <a:pt x="540689" y="86431"/>
                  <a:pt x="538443" y="90145"/>
                  <a:pt x="535552" y="93214"/>
                </a:cubicBezTo>
                <a:cubicBezTo>
                  <a:pt x="532660" y="96284"/>
                  <a:pt x="529213" y="98574"/>
                  <a:pt x="525210" y="100087"/>
                </a:cubicBezTo>
                <a:cubicBezTo>
                  <a:pt x="521206" y="101599"/>
                  <a:pt x="516803" y="102355"/>
                  <a:pt x="511998" y="102355"/>
                </a:cubicBezTo>
                <a:cubicBezTo>
                  <a:pt x="507995" y="102355"/>
                  <a:pt x="504058" y="101821"/>
                  <a:pt x="500188" y="100753"/>
                </a:cubicBezTo>
                <a:cubicBezTo>
                  <a:pt x="496318" y="99686"/>
                  <a:pt x="492826" y="97885"/>
                  <a:pt x="489711" y="95350"/>
                </a:cubicBezTo>
                <a:cubicBezTo>
                  <a:pt x="486599" y="92815"/>
                  <a:pt x="484086" y="89500"/>
                  <a:pt x="482173" y="85407"/>
                </a:cubicBezTo>
                <a:cubicBezTo>
                  <a:pt x="480260" y="81314"/>
                  <a:pt x="479304" y="76287"/>
                  <a:pt x="479304" y="70327"/>
                </a:cubicBezTo>
                <a:close/>
                <a:moveTo>
                  <a:pt x="585128" y="83139"/>
                </a:moveTo>
                <a:cubicBezTo>
                  <a:pt x="587975" y="75310"/>
                  <a:pt x="590710" y="67525"/>
                  <a:pt x="593334" y="59785"/>
                </a:cubicBezTo>
                <a:cubicBezTo>
                  <a:pt x="595960" y="52044"/>
                  <a:pt x="598562" y="44260"/>
                  <a:pt x="601141" y="36431"/>
                </a:cubicBezTo>
                <a:cubicBezTo>
                  <a:pt x="602120" y="36609"/>
                  <a:pt x="603054" y="36765"/>
                  <a:pt x="603943" y="36899"/>
                </a:cubicBezTo>
                <a:cubicBezTo>
                  <a:pt x="604834" y="37032"/>
                  <a:pt x="605724" y="37099"/>
                  <a:pt x="606613" y="37099"/>
                </a:cubicBezTo>
                <a:cubicBezTo>
                  <a:pt x="607503" y="37099"/>
                  <a:pt x="608393" y="37032"/>
                  <a:pt x="609282" y="36899"/>
                </a:cubicBezTo>
                <a:cubicBezTo>
                  <a:pt x="610173" y="36765"/>
                  <a:pt x="611152" y="36609"/>
                  <a:pt x="612219" y="36431"/>
                </a:cubicBezTo>
                <a:cubicBezTo>
                  <a:pt x="610795" y="39901"/>
                  <a:pt x="609060" y="43926"/>
                  <a:pt x="607014" y="48508"/>
                </a:cubicBezTo>
                <a:cubicBezTo>
                  <a:pt x="604968" y="53090"/>
                  <a:pt x="602810" y="58116"/>
                  <a:pt x="600541" y="63589"/>
                </a:cubicBezTo>
                <a:cubicBezTo>
                  <a:pt x="598272" y="69059"/>
                  <a:pt x="595959" y="74931"/>
                  <a:pt x="593601" y="81204"/>
                </a:cubicBezTo>
                <a:cubicBezTo>
                  <a:pt x="591244" y="87476"/>
                  <a:pt x="589043" y="93948"/>
                  <a:pt x="586997" y="100620"/>
                </a:cubicBezTo>
                <a:cubicBezTo>
                  <a:pt x="585751" y="100442"/>
                  <a:pt x="584550" y="100353"/>
                  <a:pt x="583393" y="100353"/>
                </a:cubicBezTo>
                <a:cubicBezTo>
                  <a:pt x="582237" y="100353"/>
                  <a:pt x="581036" y="100353"/>
                  <a:pt x="579791" y="100353"/>
                </a:cubicBezTo>
                <a:cubicBezTo>
                  <a:pt x="578545" y="100353"/>
                  <a:pt x="577343" y="100353"/>
                  <a:pt x="576187" y="100353"/>
                </a:cubicBezTo>
                <a:cubicBezTo>
                  <a:pt x="575030" y="100353"/>
                  <a:pt x="573830" y="100442"/>
                  <a:pt x="572585" y="100620"/>
                </a:cubicBezTo>
                <a:cubicBezTo>
                  <a:pt x="570805" y="95550"/>
                  <a:pt x="568825" y="89945"/>
                  <a:pt x="566645" y="83807"/>
                </a:cubicBezTo>
                <a:cubicBezTo>
                  <a:pt x="564466" y="77668"/>
                  <a:pt x="562309" y="71641"/>
                  <a:pt x="560174" y="65725"/>
                </a:cubicBezTo>
                <a:cubicBezTo>
                  <a:pt x="558038" y="59807"/>
                  <a:pt x="556037" y="54269"/>
                  <a:pt x="554169" y="49109"/>
                </a:cubicBezTo>
                <a:cubicBezTo>
                  <a:pt x="552301" y="43949"/>
                  <a:pt x="550744" y="39723"/>
                  <a:pt x="549497" y="36431"/>
                </a:cubicBezTo>
                <a:cubicBezTo>
                  <a:pt x="551365" y="36609"/>
                  <a:pt x="553167" y="36765"/>
                  <a:pt x="554902" y="36899"/>
                </a:cubicBezTo>
                <a:cubicBezTo>
                  <a:pt x="556637" y="37032"/>
                  <a:pt x="558349" y="37099"/>
                  <a:pt x="560039" y="37099"/>
                </a:cubicBezTo>
                <a:cubicBezTo>
                  <a:pt x="561731" y="37099"/>
                  <a:pt x="563399" y="37032"/>
                  <a:pt x="565044" y="36899"/>
                </a:cubicBezTo>
                <a:cubicBezTo>
                  <a:pt x="566690" y="36765"/>
                  <a:pt x="568358" y="36609"/>
                  <a:pt x="570050" y="36431"/>
                </a:cubicBezTo>
                <a:cubicBezTo>
                  <a:pt x="572451" y="44260"/>
                  <a:pt x="574875" y="52044"/>
                  <a:pt x="577321" y="59785"/>
                </a:cubicBezTo>
                <a:cubicBezTo>
                  <a:pt x="579769" y="67525"/>
                  <a:pt x="582282" y="75310"/>
                  <a:pt x="584861" y="83139"/>
                </a:cubicBezTo>
                <a:lnTo>
                  <a:pt x="585128" y="83139"/>
                </a:lnTo>
                <a:close/>
                <a:moveTo>
                  <a:pt x="636773" y="68726"/>
                </a:moveTo>
                <a:cubicBezTo>
                  <a:pt x="636773" y="72284"/>
                  <a:pt x="637129" y="75620"/>
                  <a:pt x="637840" y="78734"/>
                </a:cubicBezTo>
                <a:cubicBezTo>
                  <a:pt x="638553" y="81849"/>
                  <a:pt x="639643" y="84540"/>
                  <a:pt x="641111" y="86808"/>
                </a:cubicBezTo>
                <a:cubicBezTo>
                  <a:pt x="642578" y="89077"/>
                  <a:pt x="644446" y="90856"/>
                  <a:pt x="646714" y="92147"/>
                </a:cubicBezTo>
                <a:cubicBezTo>
                  <a:pt x="648984" y="93437"/>
                  <a:pt x="651631" y="94082"/>
                  <a:pt x="654656" y="94082"/>
                </a:cubicBezTo>
                <a:cubicBezTo>
                  <a:pt x="660794" y="94082"/>
                  <a:pt x="666266" y="92080"/>
                  <a:pt x="671070" y="88077"/>
                </a:cubicBezTo>
                <a:lnTo>
                  <a:pt x="672671" y="89278"/>
                </a:lnTo>
                <a:lnTo>
                  <a:pt x="669734" y="96751"/>
                </a:lnTo>
                <a:cubicBezTo>
                  <a:pt x="667511" y="98441"/>
                  <a:pt x="664842" y="99798"/>
                  <a:pt x="661728" y="100820"/>
                </a:cubicBezTo>
                <a:cubicBezTo>
                  <a:pt x="658614" y="101843"/>
                  <a:pt x="654521" y="102355"/>
                  <a:pt x="649451" y="102355"/>
                </a:cubicBezTo>
                <a:cubicBezTo>
                  <a:pt x="645092" y="102355"/>
                  <a:pt x="640955" y="101754"/>
                  <a:pt x="637040" y="100553"/>
                </a:cubicBezTo>
                <a:cubicBezTo>
                  <a:pt x="633126" y="99353"/>
                  <a:pt x="629679" y="97374"/>
                  <a:pt x="626698" y="94615"/>
                </a:cubicBezTo>
                <a:cubicBezTo>
                  <a:pt x="623718" y="91857"/>
                  <a:pt x="621361" y="88365"/>
                  <a:pt x="619626" y="84139"/>
                </a:cubicBezTo>
                <a:cubicBezTo>
                  <a:pt x="617891" y="79913"/>
                  <a:pt x="617024" y="74864"/>
                  <a:pt x="617024" y="68993"/>
                </a:cubicBezTo>
                <a:cubicBezTo>
                  <a:pt x="617024" y="63210"/>
                  <a:pt x="617801" y="58184"/>
                  <a:pt x="619357" y="53914"/>
                </a:cubicBezTo>
                <a:cubicBezTo>
                  <a:pt x="620914" y="49644"/>
                  <a:pt x="623072" y="46085"/>
                  <a:pt x="625830" y="43238"/>
                </a:cubicBezTo>
                <a:cubicBezTo>
                  <a:pt x="628589" y="40390"/>
                  <a:pt x="631858" y="38255"/>
                  <a:pt x="635639" y="36832"/>
                </a:cubicBezTo>
                <a:cubicBezTo>
                  <a:pt x="639420" y="35408"/>
                  <a:pt x="643534" y="34696"/>
                  <a:pt x="647983" y="34696"/>
                </a:cubicBezTo>
                <a:cubicBezTo>
                  <a:pt x="656791" y="34696"/>
                  <a:pt x="663529" y="37276"/>
                  <a:pt x="668199" y="42436"/>
                </a:cubicBezTo>
                <a:cubicBezTo>
                  <a:pt x="672870" y="47596"/>
                  <a:pt x="675206" y="54891"/>
                  <a:pt x="675206" y="64322"/>
                </a:cubicBezTo>
                <a:lnTo>
                  <a:pt x="675206" y="67126"/>
                </a:lnTo>
                <a:cubicBezTo>
                  <a:pt x="675206" y="67925"/>
                  <a:pt x="675162" y="68459"/>
                  <a:pt x="675073" y="68726"/>
                </a:cubicBezTo>
                <a:lnTo>
                  <a:pt x="636773" y="68726"/>
                </a:lnTo>
                <a:moveTo>
                  <a:pt x="657325" y="62721"/>
                </a:moveTo>
                <a:cubicBezTo>
                  <a:pt x="657146" y="56049"/>
                  <a:pt x="656323" y="50711"/>
                  <a:pt x="654855" y="46708"/>
                </a:cubicBezTo>
                <a:cubicBezTo>
                  <a:pt x="653388" y="42703"/>
                  <a:pt x="650919" y="40701"/>
                  <a:pt x="647449" y="40701"/>
                </a:cubicBezTo>
                <a:cubicBezTo>
                  <a:pt x="645492" y="40701"/>
                  <a:pt x="643846" y="41368"/>
                  <a:pt x="642512" y="42703"/>
                </a:cubicBezTo>
                <a:cubicBezTo>
                  <a:pt x="641177" y="44037"/>
                  <a:pt x="640109" y="45750"/>
                  <a:pt x="639308" y="47842"/>
                </a:cubicBezTo>
                <a:cubicBezTo>
                  <a:pt x="638508" y="49933"/>
                  <a:pt x="637907" y="52290"/>
                  <a:pt x="637506" y="54914"/>
                </a:cubicBezTo>
                <a:cubicBezTo>
                  <a:pt x="637107" y="57538"/>
                  <a:pt x="636863" y="60141"/>
                  <a:pt x="636773" y="62721"/>
                </a:cubicBezTo>
                <a:lnTo>
                  <a:pt x="657325" y="62721"/>
                </a:lnTo>
                <a:close/>
                <a:moveTo>
                  <a:pt x="705633" y="52980"/>
                </a:moveTo>
                <a:cubicBezTo>
                  <a:pt x="707947" y="46841"/>
                  <a:pt x="710749" y="42326"/>
                  <a:pt x="714039" y="39434"/>
                </a:cubicBezTo>
                <a:cubicBezTo>
                  <a:pt x="717331" y="36543"/>
                  <a:pt x="721246" y="35097"/>
                  <a:pt x="725784" y="35097"/>
                </a:cubicBezTo>
                <a:cubicBezTo>
                  <a:pt x="726228" y="35097"/>
                  <a:pt x="726606" y="35120"/>
                  <a:pt x="726916" y="35164"/>
                </a:cubicBezTo>
                <a:cubicBezTo>
                  <a:pt x="727229" y="35208"/>
                  <a:pt x="727563" y="35229"/>
                  <a:pt x="727918" y="35229"/>
                </a:cubicBezTo>
                <a:cubicBezTo>
                  <a:pt x="727651" y="36564"/>
                  <a:pt x="727451" y="37988"/>
                  <a:pt x="727318" y="39502"/>
                </a:cubicBezTo>
                <a:cubicBezTo>
                  <a:pt x="727185" y="41014"/>
                  <a:pt x="727118" y="42793"/>
                  <a:pt x="727118" y="44839"/>
                </a:cubicBezTo>
                <a:lnTo>
                  <a:pt x="727118" y="49109"/>
                </a:lnTo>
                <a:cubicBezTo>
                  <a:pt x="727118" y="49820"/>
                  <a:pt x="727118" y="50576"/>
                  <a:pt x="727118" y="51377"/>
                </a:cubicBezTo>
                <a:cubicBezTo>
                  <a:pt x="727118" y="52178"/>
                  <a:pt x="727162" y="52934"/>
                  <a:pt x="727250" y="53646"/>
                </a:cubicBezTo>
                <a:lnTo>
                  <a:pt x="726051" y="54715"/>
                </a:lnTo>
                <a:cubicBezTo>
                  <a:pt x="725161" y="54180"/>
                  <a:pt x="724159" y="53734"/>
                  <a:pt x="723048" y="53379"/>
                </a:cubicBezTo>
                <a:cubicBezTo>
                  <a:pt x="721936" y="53023"/>
                  <a:pt x="720668" y="52845"/>
                  <a:pt x="719244" y="52845"/>
                </a:cubicBezTo>
                <a:cubicBezTo>
                  <a:pt x="715241" y="52845"/>
                  <a:pt x="712082" y="54158"/>
                  <a:pt x="709769" y="56783"/>
                </a:cubicBezTo>
                <a:cubicBezTo>
                  <a:pt x="707456" y="59407"/>
                  <a:pt x="706299" y="62499"/>
                  <a:pt x="706299" y="66057"/>
                </a:cubicBezTo>
                <a:lnTo>
                  <a:pt x="706299" y="71396"/>
                </a:lnTo>
                <a:cubicBezTo>
                  <a:pt x="706299" y="76822"/>
                  <a:pt x="706366" y="81937"/>
                  <a:pt x="706499" y="86741"/>
                </a:cubicBezTo>
                <a:cubicBezTo>
                  <a:pt x="706633" y="91545"/>
                  <a:pt x="706923" y="96172"/>
                  <a:pt x="707368" y="100620"/>
                </a:cubicBezTo>
                <a:cubicBezTo>
                  <a:pt x="706212" y="100442"/>
                  <a:pt x="704766" y="100353"/>
                  <a:pt x="703031" y="100353"/>
                </a:cubicBezTo>
                <a:cubicBezTo>
                  <a:pt x="701296" y="100353"/>
                  <a:pt x="699405" y="100353"/>
                  <a:pt x="697358" y="100353"/>
                </a:cubicBezTo>
                <a:cubicBezTo>
                  <a:pt x="695312" y="100353"/>
                  <a:pt x="693444" y="100353"/>
                  <a:pt x="691754" y="100353"/>
                </a:cubicBezTo>
                <a:cubicBezTo>
                  <a:pt x="690064" y="100353"/>
                  <a:pt x="688596" y="100442"/>
                  <a:pt x="687350" y="100620"/>
                </a:cubicBezTo>
                <a:cubicBezTo>
                  <a:pt x="687795" y="96172"/>
                  <a:pt x="688084" y="91545"/>
                  <a:pt x="688217" y="86741"/>
                </a:cubicBezTo>
                <a:cubicBezTo>
                  <a:pt x="688350" y="81937"/>
                  <a:pt x="688417" y="76822"/>
                  <a:pt x="688417" y="71396"/>
                </a:cubicBezTo>
                <a:lnTo>
                  <a:pt x="688417" y="66057"/>
                </a:lnTo>
                <a:cubicBezTo>
                  <a:pt x="688417" y="60631"/>
                  <a:pt x="688350" y="55538"/>
                  <a:pt x="688217" y="50778"/>
                </a:cubicBezTo>
                <a:cubicBezTo>
                  <a:pt x="688084" y="46018"/>
                  <a:pt x="687795" y="41235"/>
                  <a:pt x="687350" y="36431"/>
                </a:cubicBezTo>
                <a:cubicBezTo>
                  <a:pt x="688862" y="36609"/>
                  <a:pt x="690397" y="36765"/>
                  <a:pt x="691954" y="36899"/>
                </a:cubicBezTo>
                <a:cubicBezTo>
                  <a:pt x="693511" y="37032"/>
                  <a:pt x="695045" y="37099"/>
                  <a:pt x="696558" y="37099"/>
                </a:cubicBezTo>
                <a:cubicBezTo>
                  <a:pt x="698070" y="37099"/>
                  <a:pt x="699605" y="37032"/>
                  <a:pt x="701162" y="36899"/>
                </a:cubicBezTo>
                <a:cubicBezTo>
                  <a:pt x="702719" y="36765"/>
                  <a:pt x="704253" y="36609"/>
                  <a:pt x="705766" y="36431"/>
                </a:cubicBezTo>
                <a:lnTo>
                  <a:pt x="705367" y="52713"/>
                </a:lnTo>
                <a:lnTo>
                  <a:pt x="705633" y="52980"/>
                </a:lnTo>
                <a:close/>
                <a:moveTo>
                  <a:pt x="839169" y="65391"/>
                </a:moveTo>
                <a:cubicBezTo>
                  <a:pt x="839169" y="57561"/>
                  <a:pt x="838191" y="51488"/>
                  <a:pt x="836233" y="47174"/>
                </a:cubicBezTo>
                <a:cubicBezTo>
                  <a:pt x="834276" y="42859"/>
                  <a:pt x="831028" y="40701"/>
                  <a:pt x="826492" y="40701"/>
                </a:cubicBezTo>
                <a:cubicBezTo>
                  <a:pt x="822399" y="40701"/>
                  <a:pt x="819173" y="43103"/>
                  <a:pt x="816815" y="47907"/>
                </a:cubicBezTo>
                <a:cubicBezTo>
                  <a:pt x="814459" y="52712"/>
                  <a:pt x="813280" y="60229"/>
                  <a:pt x="813280" y="70461"/>
                </a:cubicBezTo>
                <a:cubicBezTo>
                  <a:pt x="813280" y="74197"/>
                  <a:pt x="813502" y="77667"/>
                  <a:pt x="813946" y="80870"/>
                </a:cubicBezTo>
                <a:cubicBezTo>
                  <a:pt x="814391" y="84073"/>
                  <a:pt x="815126" y="86853"/>
                  <a:pt x="816149" y="89211"/>
                </a:cubicBezTo>
                <a:cubicBezTo>
                  <a:pt x="817173" y="91568"/>
                  <a:pt x="818507" y="93414"/>
                  <a:pt x="820153" y="94750"/>
                </a:cubicBezTo>
                <a:cubicBezTo>
                  <a:pt x="821799" y="96084"/>
                  <a:pt x="823868" y="96751"/>
                  <a:pt x="826359" y="96751"/>
                </a:cubicBezTo>
                <a:cubicBezTo>
                  <a:pt x="834899" y="96751"/>
                  <a:pt x="839169" y="86298"/>
                  <a:pt x="839169" y="65391"/>
                </a:cubicBezTo>
                <a:moveTo>
                  <a:pt x="793530" y="70327"/>
                </a:moveTo>
                <a:cubicBezTo>
                  <a:pt x="793530" y="64366"/>
                  <a:pt x="794442" y="59162"/>
                  <a:pt x="796265" y="54715"/>
                </a:cubicBezTo>
                <a:cubicBezTo>
                  <a:pt x="798090" y="50266"/>
                  <a:pt x="800514" y="46552"/>
                  <a:pt x="803539" y="43572"/>
                </a:cubicBezTo>
                <a:cubicBezTo>
                  <a:pt x="806563" y="40591"/>
                  <a:pt x="810055" y="38367"/>
                  <a:pt x="814013" y="36899"/>
                </a:cubicBezTo>
                <a:cubicBezTo>
                  <a:pt x="817973" y="35430"/>
                  <a:pt x="822044" y="34696"/>
                  <a:pt x="826225" y="34696"/>
                </a:cubicBezTo>
                <a:cubicBezTo>
                  <a:pt x="836634" y="34696"/>
                  <a:pt x="844686" y="37632"/>
                  <a:pt x="850379" y="43505"/>
                </a:cubicBezTo>
                <a:cubicBezTo>
                  <a:pt x="856072" y="49376"/>
                  <a:pt x="858919" y="57339"/>
                  <a:pt x="858919" y="67392"/>
                </a:cubicBezTo>
                <a:cubicBezTo>
                  <a:pt x="858919" y="72818"/>
                  <a:pt x="858118" y="77712"/>
                  <a:pt x="856516" y="82072"/>
                </a:cubicBezTo>
                <a:cubicBezTo>
                  <a:pt x="854916" y="86431"/>
                  <a:pt x="852670" y="90145"/>
                  <a:pt x="849778" y="93214"/>
                </a:cubicBezTo>
                <a:cubicBezTo>
                  <a:pt x="846887" y="96284"/>
                  <a:pt x="843439" y="98574"/>
                  <a:pt x="839436" y="100087"/>
                </a:cubicBezTo>
                <a:cubicBezTo>
                  <a:pt x="835433" y="101599"/>
                  <a:pt x="831029" y="102355"/>
                  <a:pt x="826225" y="102355"/>
                </a:cubicBezTo>
                <a:cubicBezTo>
                  <a:pt x="822221" y="102355"/>
                  <a:pt x="818285" y="101821"/>
                  <a:pt x="814414" y="100753"/>
                </a:cubicBezTo>
                <a:cubicBezTo>
                  <a:pt x="810544" y="99686"/>
                  <a:pt x="807052" y="97885"/>
                  <a:pt x="803938" y="95350"/>
                </a:cubicBezTo>
                <a:cubicBezTo>
                  <a:pt x="800825" y="92815"/>
                  <a:pt x="798312" y="89500"/>
                  <a:pt x="796400" y="85407"/>
                </a:cubicBezTo>
                <a:cubicBezTo>
                  <a:pt x="794487" y="81314"/>
                  <a:pt x="793530" y="76287"/>
                  <a:pt x="793530" y="70327"/>
                </a:cubicBezTo>
                <a:close/>
                <a:moveTo>
                  <a:pt x="905493" y="37099"/>
                </a:moveTo>
                <a:cubicBezTo>
                  <a:pt x="905227" y="38433"/>
                  <a:pt x="905094" y="39634"/>
                  <a:pt x="905094" y="40701"/>
                </a:cubicBezTo>
                <a:cubicBezTo>
                  <a:pt x="905094" y="41858"/>
                  <a:pt x="905227" y="42970"/>
                  <a:pt x="905493" y="44038"/>
                </a:cubicBezTo>
                <a:lnTo>
                  <a:pt x="893749" y="43772"/>
                </a:lnTo>
                <a:cubicBezTo>
                  <a:pt x="893572" y="45817"/>
                  <a:pt x="893416" y="48175"/>
                  <a:pt x="893283" y="50844"/>
                </a:cubicBezTo>
                <a:cubicBezTo>
                  <a:pt x="893150" y="53512"/>
                  <a:pt x="893061" y="56226"/>
                  <a:pt x="893016" y="58985"/>
                </a:cubicBezTo>
                <a:cubicBezTo>
                  <a:pt x="892972" y="61742"/>
                  <a:pt x="892927" y="64411"/>
                  <a:pt x="892882" y="66991"/>
                </a:cubicBezTo>
                <a:cubicBezTo>
                  <a:pt x="892837" y="69572"/>
                  <a:pt x="892815" y="71751"/>
                  <a:pt x="892815" y="73530"/>
                </a:cubicBezTo>
                <a:cubicBezTo>
                  <a:pt x="892815" y="78156"/>
                  <a:pt x="892926" y="81893"/>
                  <a:pt x="893149" y="84739"/>
                </a:cubicBezTo>
                <a:cubicBezTo>
                  <a:pt x="893371" y="87586"/>
                  <a:pt x="893749" y="89766"/>
                  <a:pt x="894283" y="91280"/>
                </a:cubicBezTo>
                <a:cubicBezTo>
                  <a:pt x="894818" y="92792"/>
                  <a:pt x="895574" y="93815"/>
                  <a:pt x="896551" y="94349"/>
                </a:cubicBezTo>
                <a:cubicBezTo>
                  <a:pt x="897530" y="94882"/>
                  <a:pt x="898776" y="95149"/>
                  <a:pt x="900288" y="95149"/>
                </a:cubicBezTo>
                <a:cubicBezTo>
                  <a:pt x="901979" y="95149"/>
                  <a:pt x="903225" y="95037"/>
                  <a:pt x="904025" y="94815"/>
                </a:cubicBezTo>
                <a:cubicBezTo>
                  <a:pt x="904825" y="94592"/>
                  <a:pt x="905626" y="94259"/>
                  <a:pt x="906427" y="93815"/>
                </a:cubicBezTo>
                <a:lnTo>
                  <a:pt x="906427" y="99286"/>
                </a:lnTo>
                <a:cubicBezTo>
                  <a:pt x="904648" y="100087"/>
                  <a:pt x="902423" y="100799"/>
                  <a:pt x="899754" y="101420"/>
                </a:cubicBezTo>
                <a:cubicBezTo>
                  <a:pt x="897086" y="102044"/>
                  <a:pt x="894462" y="102355"/>
                  <a:pt x="891882" y="102355"/>
                </a:cubicBezTo>
                <a:cubicBezTo>
                  <a:pt x="880584" y="102355"/>
                  <a:pt x="874934" y="95594"/>
                  <a:pt x="874934" y="82072"/>
                </a:cubicBezTo>
                <a:cubicBezTo>
                  <a:pt x="874934" y="79491"/>
                  <a:pt x="874978" y="76577"/>
                  <a:pt x="875067" y="73330"/>
                </a:cubicBezTo>
                <a:cubicBezTo>
                  <a:pt x="875156" y="70083"/>
                  <a:pt x="875268" y="66747"/>
                  <a:pt x="875401" y="63322"/>
                </a:cubicBezTo>
                <a:cubicBezTo>
                  <a:pt x="875534" y="59897"/>
                  <a:pt x="875644" y="56516"/>
                  <a:pt x="875733" y="53179"/>
                </a:cubicBezTo>
                <a:cubicBezTo>
                  <a:pt x="875822" y="49842"/>
                  <a:pt x="875867" y="46751"/>
                  <a:pt x="875867" y="43904"/>
                </a:cubicBezTo>
                <a:lnTo>
                  <a:pt x="866527" y="44038"/>
                </a:lnTo>
                <a:cubicBezTo>
                  <a:pt x="866793" y="42970"/>
                  <a:pt x="866926" y="41858"/>
                  <a:pt x="866926" y="40701"/>
                </a:cubicBezTo>
                <a:cubicBezTo>
                  <a:pt x="866926" y="39634"/>
                  <a:pt x="866793" y="38433"/>
                  <a:pt x="866527" y="37099"/>
                </a:cubicBezTo>
                <a:lnTo>
                  <a:pt x="875867" y="37500"/>
                </a:lnTo>
                <a:cubicBezTo>
                  <a:pt x="875867" y="34741"/>
                  <a:pt x="875822" y="32162"/>
                  <a:pt x="875733" y="29760"/>
                </a:cubicBezTo>
                <a:cubicBezTo>
                  <a:pt x="875644" y="27357"/>
                  <a:pt x="875511" y="24466"/>
                  <a:pt x="875333" y="21086"/>
                </a:cubicBezTo>
                <a:cubicBezTo>
                  <a:pt x="878448" y="19839"/>
                  <a:pt x="881517" y="18527"/>
                  <a:pt x="884541" y="17147"/>
                </a:cubicBezTo>
                <a:cubicBezTo>
                  <a:pt x="887566" y="15768"/>
                  <a:pt x="890591" y="14322"/>
                  <a:pt x="893617" y="12810"/>
                </a:cubicBezTo>
                <a:lnTo>
                  <a:pt x="894951" y="13745"/>
                </a:lnTo>
                <a:cubicBezTo>
                  <a:pt x="894773" y="15169"/>
                  <a:pt x="894617" y="16837"/>
                  <a:pt x="894483" y="18750"/>
                </a:cubicBezTo>
                <a:cubicBezTo>
                  <a:pt x="894350" y="20663"/>
                  <a:pt x="894216" y="22664"/>
                  <a:pt x="894083" y="24755"/>
                </a:cubicBezTo>
                <a:cubicBezTo>
                  <a:pt x="893950" y="26845"/>
                  <a:pt x="893861" y="28981"/>
                  <a:pt x="893817" y="31161"/>
                </a:cubicBezTo>
                <a:cubicBezTo>
                  <a:pt x="893772" y="33340"/>
                  <a:pt x="893749" y="35408"/>
                  <a:pt x="893749" y="37366"/>
                </a:cubicBezTo>
                <a:lnTo>
                  <a:pt x="905493" y="37099"/>
                </a:lnTo>
                <a:close/>
                <a:moveTo>
                  <a:pt x="915903" y="46172"/>
                </a:moveTo>
                <a:cubicBezTo>
                  <a:pt x="915903" y="37454"/>
                  <a:pt x="915814" y="29448"/>
                  <a:pt x="915636" y="22153"/>
                </a:cubicBezTo>
                <a:cubicBezTo>
                  <a:pt x="915458" y="14857"/>
                  <a:pt x="915191" y="7473"/>
                  <a:pt x="914834" y="0"/>
                </a:cubicBezTo>
                <a:cubicBezTo>
                  <a:pt x="915990" y="178"/>
                  <a:pt x="917458" y="334"/>
                  <a:pt x="919238" y="468"/>
                </a:cubicBezTo>
                <a:cubicBezTo>
                  <a:pt x="921018" y="601"/>
                  <a:pt x="922886" y="668"/>
                  <a:pt x="924844" y="668"/>
                </a:cubicBezTo>
                <a:cubicBezTo>
                  <a:pt x="926800" y="668"/>
                  <a:pt x="928668" y="601"/>
                  <a:pt x="930448" y="468"/>
                </a:cubicBezTo>
                <a:cubicBezTo>
                  <a:pt x="932227" y="334"/>
                  <a:pt x="933696" y="178"/>
                  <a:pt x="934852" y="0"/>
                </a:cubicBezTo>
                <a:cubicBezTo>
                  <a:pt x="934497" y="7473"/>
                  <a:pt x="934230" y="14857"/>
                  <a:pt x="934052" y="22153"/>
                </a:cubicBezTo>
                <a:cubicBezTo>
                  <a:pt x="933874" y="29448"/>
                  <a:pt x="933785" y="37454"/>
                  <a:pt x="933785" y="46172"/>
                </a:cubicBezTo>
                <a:lnTo>
                  <a:pt x="934052" y="46439"/>
                </a:lnTo>
                <a:cubicBezTo>
                  <a:pt x="936365" y="42703"/>
                  <a:pt x="939189" y="39812"/>
                  <a:pt x="942525" y="37767"/>
                </a:cubicBezTo>
                <a:cubicBezTo>
                  <a:pt x="945862" y="35720"/>
                  <a:pt x="949665" y="34696"/>
                  <a:pt x="953934" y="34696"/>
                </a:cubicBezTo>
                <a:cubicBezTo>
                  <a:pt x="960608" y="34696"/>
                  <a:pt x="965746" y="36631"/>
                  <a:pt x="969349" y="40501"/>
                </a:cubicBezTo>
                <a:cubicBezTo>
                  <a:pt x="972951" y="44372"/>
                  <a:pt x="974753" y="50622"/>
                  <a:pt x="974753" y="59251"/>
                </a:cubicBezTo>
                <a:cubicBezTo>
                  <a:pt x="974753" y="63788"/>
                  <a:pt x="974664" y="67791"/>
                  <a:pt x="974486" y="71261"/>
                </a:cubicBezTo>
                <a:cubicBezTo>
                  <a:pt x="974308" y="74731"/>
                  <a:pt x="974219" y="78201"/>
                  <a:pt x="974219" y="81671"/>
                </a:cubicBezTo>
                <a:cubicBezTo>
                  <a:pt x="974219" y="84517"/>
                  <a:pt x="974286" y="87609"/>
                  <a:pt x="974419" y="90946"/>
                </a:cubicBezTo>
                <a:cubicBezTo>
                  <a:pt x="974553" y="94281"/>
                  <a:pt x="974709" y="97506"/>
                  <a:pt x="974887" y="100620"/>
                </a:cubicBezTo>
                <a:cubicBezTo>
                  <a:pt x="973731" y="100442"/>
                  <a:pt x="972263" y="100353"/>
                  <a:pt x="970483" y="100353"/>
                </a:cubicBezTo>
                <a:cubicBezTo>
                  <a:pt x="968703" y="100353"/>
                  <a:pt x="966835" y="100353"/>
                  <a:pt x="964877" y="100353"/>
                </a:cubicBezTo>
                <a:cubicBezTo>
                  <a:pt x="962921" y="100353"/>
                  <a:pt x="961053" y="100353"/>
                  <a:pt x="959273" y="100353"/>
                </a:cubicBezTo>
                <a:cubicBezTo>
                  <a:pt x="957493" y="100353"/>
                  <a:pt x="956025" y="100442"/>
                  <a:pt x="954869" y="100620"/>
                </a:cubicBezTo>
                <a:cubicBezTo>
                  <a:pt x="955492" y="95994"/>
                  <a:pt x="955892" y="90545"/>
                  <a:pt x="956070" y="84273"/>
                </a:cubicBezTo>
                <a:cubicBezTo>
                  <a:pt x="956248" y="78001"/>
                  <a:pt x="956337" y="70817"/>
                  <a:pt x="956337" y="62721"/>
                </a:cubicBezTo>
                <a:cubicBezTo>
                  <a:pt x="956337" y="57116"/>
                  <a:pt x="955381" y="53001"/>
                  <a:pt x="953468" y="50377"/>
                </a:cubicBezTo>
                <a:cubicBezTo>
                  <a:pt x="951555" y="47752"/>
                  <a:pt x="948864" y="46439"/>
                  <a:pt x="945394" y="46439"/>
                </a:cubicBezTo>
                <a:cubicBezTo>
                  <a:pt x="941391" y="46439"/>
                  <a:pt x="938455" y="48174"/>
                  <a:pt x="936587" y="51644"/>
                </a:cubicBezTo>
                <a:cubicBezTo>
                  <a:pt x="934719" y="55114"/>
                  <a:pt x="933785" y="59918"/>
                  <a:pt x="933785" y="66057"/>
                </a:cubicBezTo>
                <a:lnTo>
                  <a:pt x="933785" y="71396"/>
                </a:lnTo>
                <a:cubicBezTo>
                  <a:pt x="933785" y="72641"/>
                  <a:pt x="933807" y="74442"/>
                  <a:pt x="933850" y="76800"/>
                </a:cubicBezTo>
                <a:cubicBezTo>
                  <a:pt x="933895" y="79158"/>
                  <a:pt x="933962" y="81738"/>
                  <a:pt x="934050" y="84540"/>
                </a:cubicBezTo>
                <a:cubicBezTo>
                  <a:pt x="934140" y="87342"/>
                  <a:pt x="934251" y="90188"/>
                  <a:pt x="934384" y="93080"/>
                </a:cubicBezTo>
                <a:cubicBezTo>
                  <a:pt x="934518" y="95971"/>
                  <a:pt x="934674" y="98485"/>
                  <a:pt x="934852" y="100620"/>
                </a:cubicBezTo>
                <a:cubicBezTo>
                  <a:pt x="933696" y="100442"/>
                  <a:pt x="932227" y="100353"/>
                  <a:pt x="930448" y="100353"/>
                </a:cubicBezTo>
                <a:cubicBezTo>
                  <a:pt x="928668" y="100353"/>
                  <a:pt x="926800" y="100353"/>
                  <a:pt x="924844" y="100353"/>
                </a:cubicBezTo>
                <a:cubicBezTo>
                  <a:pt x="922886" y="100353"/>
                  <a:pt x="921018" y="100353"/>
                  <a:pt x="919238" y="100353"/>
                </a:cubicBezTo>
                <a:cubicBezTo>
                  <a:pt x="917458" y="100353"/>
                  <a:pt x="915990" y="100442"/>
                  <a:pt x="914834" y="100620"/>
                </a:cubicBezTo>
                <a:cubicBezTo>
                  <a:pt x="915191" y="93415"/>
                  <a:pt x="915458" y="86164"/>
                  <a:pt x="915636" y="78869"/>
                </a:cubicBezTo>
                <a:cubicBezTo>
                  <a:pt x="915814" y="71574"/>
                  <a:pt x="915903" y="63566"/>
                  <a:pt x="915903" y="54847"/>
                </a:cubicBezTo>
                <a:lnTo>
                  <a:pt x="915903" y="46172"/>
                </a:lnTo>
                <a:close/>
                <a:moveTo>
                  <a:pt x="1006113" y="68726"/>
                </a:moveTo>
                <a:cubicBezTo>
                  <a:pt x="1006113" y="72284"/>
                  <a:pt x="1006469" y="75620"/>
                  <a:pt x="1007180" y="78734"/>
                </a:cubicBezTo>
                <a:cubicBezTo>
                  <a:pt x="1007893" y="81849"/>
                  <a:pt x="1008983" y="84540"/>
                  <a:pt x="1010451" y="86808"/>
                </a:cubicBezTo>
                <a:cubicBezTo>
                  <a:pt x="1011918" y="89077"/>
                  <a:pt x="1013786" y="90856"/>
                  <a:pt x="1016055" y="92147"/>
                </a:cubicBezTo>
                <a:cubicBezTo>
                  <a:pt x="1018324" y="93437"/>
                  <a:pt x="1020971" y="94082"/>
                  <a:pt x="1023996" y="94082"/>
                </a:cubicBezTo>
                <a:cubicBezTo>
                  <a:pt x="1030135" y="94082"/>
                  <a:pt x="1035606" y="92080"/>
                  <a:pt x="1040410" y="88077"/>
                </a:cubicBezTo>
                <a:lnTo>
                  <a:pt x="1042011" y="89278"/>
                </a:lnTo>
                <a:lnTo>
                  <a:pt x="1039075" y="96751"/>
                </a:lnTo>
                <a:cubicBezTo>
                  <a:pt x="1036851" y="98441"/>
                  <a:pt x="1034182" y="99798"/>
                  <a:pt x="1031068" y="100820"/>
                </a:cubicBezTo>
                <a:cubicBezTo>
                  <a:pt x="1027954" y="101843"/>
                  <a:pt x="1023862" y="102355"/>
                  <a:pt x="1018791" y="102355"/>
                </a:cubicBezTo>
                <a:cubicBezTo>
                  <a:pt x="1014432" y="102355"/>
                  <a:pt x="1010295" y="101754"/>
                  <a:pt x="1006380" y="100553"/>
                </a:cubicBezTo>
                <a:cubicBezTo>
                  <a:pt x="1002467" y="99353"/>
                  <a:pt x="999019" y="97374"/>
                  <a:pt x="996038" y="94615"/>
                </a:cubicBezTo>
                <a:cubicBezTo>
                  <a:pt x="993058" y="91857"/>
                  <a:pt x="990701" y="88365"/>
                  <a:pt x="988966" y="84139"/>
                </a:cubicBezTo>
                <a:cubicBezTo>
                  <a:pt x="987231" y="79913"/>
                  <a:pt x="986364" y="74864"/>
                  <a:pt x="986364" y="68993"/>
                </a:cubicBezTo>
                <a:cubicBezTo>
                  <a:pt x="986364" y="63210"/>
                  <a:pt x="987142" y="58184"/>
                  <a:pt x="988697" y="53914"/>
                </a:cubicBezTo>
                <a:cubicBezTo>
                  <a:pt x="990254" y="49644"/>
                  <a:pt x="992412" y="46085"/>
                  <a:pt x="995171" y="43238"/>
                </a:cubicBezTo>
                <a:cubicBezTo>
                  <a:pt x="997929" y="40390"/>
                  <a:pt x="1001199" y="38255"/>
                  <a:pt x="1004979" y="36832"/>
                </a:cubicBezTo>
                <a:cubicBezTo>
                  <a:pt x="1008760" y="35408"/>
                  <a:pt x="1012875" y="34696"/>
                  <a:pt x="1017323" y="34696"/>
                </a:cubicBezTo>
                <a:cubicBezTo>
                  <a:pt x="1026131" y="34696"/>
                  <a:pt x="1032869" y="37276"/>
                  <a:pt x="1037539" y="42436"/>
                </a:cubicBezTo>
                <a:cubicBezTo>
                  <a:pt x="1042210" y="47596"/>
                  <a:pt x="1044546" y="54891"/>
                  <a:pt x="1044546" y="64322"/>
                </a:cubicBezTo>
                <a:lnTo>
                  <a:pt x="1044546" y="67126"/>
                </a:lnTo>
                <a:cubicBezTo>
                  <a:pt x="1044546" y="67925"/>
                  <a:pt x="1044502" y="68459"/>
                  <a:pt x="1044414" y="68726"/>
                </a:cubicBezTo>
                <a:lnTo>
                  <a:pt x="1006113" y="68726"/>
                </a:lnTo>
                <a:moveTo>
                  <a:pt x="1026666" y="62721"/>
                </a:moveTo>
                <a:cubicBezTo>
                  <a:pt x="1026486" y="56049"/>
                  <a:pt x="1025663" y="50711"/>
                  <a:pt x="1024196" y="46708"/>
                </a:cubicBezTo>
                <a:cubicBezTo>
                  <a:pt x="1022728" y="42703"/>
                  <a:pt x="1020259" y="40701"/>
                  <a:pt x="1016790" y="40701"/>
                </a:cubicBezTo>
                <a:cubicBezTo>
                  <a:pt x="1014832" y="40701"/>
                  <a:pt x="1013186" y="41368"/>
                  <a:pt x="1011852" y="42703"/>
                </a:cubicBezTo>
                <a:cubicBezTo>
                  <a:pt x="1010517" y="44037"/>
                  <a:pt x="1009450" y="45750"/>
                  <a:pt x="1008649" y="47842"/>
                </a:cubicBezTo>
                <a:cubicBezTo>
                  <a:pt x="1007848" y="49933"/>
                  <a:pt x="1007247" y="52290"/>
                  <a:pt x="1006847" y="54914"/>
                </a:cubicBezTo>
                <a:cubicBezTo>
                  <a:pt x="1006447" y="57538"/>
                  <a:pt x="1006203" y="60141"/>
                  <a:pt x="1006113" y="62721"/>
                </a:cubicBezTo>
                <a:lnTo>
                  <a:pt x="1026666" y="62721"/>
                </a:lnTo>
                <a:close/>
                <a:moveTo>
                  <a:pt x="1074974" y="52980"/>
                </a:moveTo>
                <a:cubicBezTo>
                  <a:pt x="1077288" y="46841"/>
                  <a:pt x="1080090" y="42326"/>
                  <a:pt x="1083380" y="39434"/>
                </a:cubicBezTo>
                <a:cubicBezTo>
                  <a:pt x="1086672" y="36543"/>
                  <a:pt x="1090587" y="35097"/>
                  <a:pt x="1095125" y="35097"/>
                </a:cubicBezTo>
                <a:cubicBezTo>
                  <a:pt x="1095569" y="35097"/>
                  <a:pt x="1095947" y="35120"/>
                  <a:pt x="1096258" y="35164"/>
                </a:cubicBezTo>
                <a:cubicBezTo>
                  <a:pt x="1096570" y="35208"/>
                  <a:pt x="1096904" y="35229"/>
                  <a:pt x="1097259" y="35229"/>
                </a:cubicBezTo>
                <a:cubicBezTo>
                  <a:pt x="1096992" y="36564"/>
                  <a:pt x="1096792" y="37988"/>
                  <a:pt x="1096659" y="39502"/>
                </a:cubicBezTo>
                <a:cubicBezTo>
                  <a:pt x="1096526" y="41014"/>
                  <a:pt x="1096459" y="42793"/>
                  <a:pt x="1096459" y="44839"/>
                </a:cubicBezTo>
                <a:lnTo>
                  <a:pt x="1096459" y="49109"/>
                </a:lnTo>
                <a:cubicBezTo>
                  <a:pt x="1096459" y="49820"/>
                  <a:pt x="1096459" y="50576"/>
                  <a:pt x="1096459" y="51377"/>
                </a:cubicBezTo>
                <a:cubicBezTo>
                  <a:pt x="1096459" y="52178"/>
                  <a:pt x="1096503" y="52934"/>
                  <a:pt x="1096591" y="53646"/>
                </a:cubicBezTo>
                <a:lnTo>
                  <a:pt x="1095392" y="54715"/>
                </a:lnTo>
                <a:cubicBezTo>
                  <a:pt x="1094502" y="54180"/>
                  <a:pt x="1093500" y="53734"/>
                  <a:pt x="1092389" y="53379"/>
                </a:cubicBezTo>
                <a:cubicBezTo>
                  <a:pt x="1091277" y="53023"/>
                  <a:pt x="1090009" y="52845"/>
                  <a:pt x="1088585" y="52845"/>
                </a:cubicBezTo>
                <a:cubicBezTo>
                  <a:pt x="1084582" y="52845"/>
                  <a:pt x="1081423" y="54158"/>
                  <a:pt x="1079110" y="56783"/>
                </a:cubicBezTo>
                <a:cubicBezTo>
                  <a:pt x="1076797" y="59407"/>
                  <a:pt x="1075640" y="62499"/>
                  <a:pt x="1075640" y="66057"/>
                </a:cubicBezTo>
                <a:lnTo>
                  <a:pt x="1075640" y="71396"/>
                </a:lnTo>
                <a:cubicBezTo>
                  <a:pt x="1075640" y="76822"/>
                  <a:pt x="1075707" y="81937"/>
                  <a:pt x="1075840" y="86741"/>
                </a:cubicBezTo>
                <a:cubicBezTo>
                  <a:pt x="1075974" y="91545"/>
                  <a:pt x="1076264" y="96172"/>
                  <a:pt x="1076709" y="100620"/>
                </a:cubicBezTo>
                <a:cubicBezTo>
                  <a:pt x="1075553" y="100442"/>
                  <a:pt x="1074107" y="100353"/>
                  <a:pt x="1072372" y="100353"/>
                </a:cubicBezTo>
                <a:cubicBezTo>
                  <a:pt x="1070637" y="100353"/>
                  <a:pt x="1068746" y="100353"/>
                  <a:pt x="1066699" y="100353"/>
                </a:cubicBezTo>
                <a:cubicBezTo>
                  <a:pt x="1064653" y="100353"/>
                  <a:pt x="1062785" y="100353"/>
                  <a:pt x="1061095" y="100353"/>
                </a:cubicBezTo>
                <a:cubicBezTo>
                  <a:pt x="1059405" y="100353"/>
                  <a:pt x="1057937" y="100442"/>
                  <a:pt x="1056691" y="100620"/>
                </a:cubicBezTo>
                <a:cubicBezTo>
                  <a:pt x="1057136" y="96172"/>
                  <a:pt x="1057425" y="91545"/>
                  <a:pt x="1057558" y="86741"/>
                </a:cubicBezTo>
                <a:cubicBezTo>
                  <a:pt x="1057691" y="81937"/>
                  <a:pt x="1057758" y="76822"/>
                  <a:pt x="1057758" y="71396"/>
                </a:cubicBezTo>
                <a:lnTo>
                  <a:pt x="1057758" y="66057"/>
                </a:lnTo>
                <a:cubicBezTo>
                  <a:pt x="1057758" y="60631"/>
                  <a:pt x="1057691" y="55538"/>
                  <a:pt x="1057558" y="50778"/>
                </a:cubicBezTo>
                <a:cubicBezTo>
                  <a:pt x="1057425" y="46018"/>
                  <a:pt x="1057136" y="41235"/>
                  <a:pt x="1056691" y="36431"/>
                </a:cubicBezTo>
                <a:cubicBezTo>
                  <a:pt x="1058203" y="36609"/>
                  <a:pt x="1059738" y="36765"/>
                  <a:pt x="1061295" y="36899"/>
                </a:cubicBezTo>
                <a:cubicBezTo>
                  <a:pt x="1062852" y="37032"/>
                  <a:pt x="1064387" y="37099"/>
                  <a:pt x="1065899" y="37099"/>
                </a:cubicBezTo>
                <a:cubicBezTo>
                  <a:pt x="1067411" y="37099"/>
                  <a:pt x="1068946" y="37032"/>
                  <a:pt x="1070503" y="36899"/>
                </a:cubicBezTo>
                <a:cubicBezTo>
                  <a:pt x="1072060" y="36765"/>
                  <a:pt x="1073595" y="36609"/>
                  <a:pt x="1075107" y="36431"/>
                </a:cubicBezTo>
                <a:lnTo>
                  <a:pt x="1074708" y="52713"/>
                </a:lnTo>
                <a:lnTo>
                  <a:pt x="1074974" y="52980"/>
                </a:lnTo>
                <a:close/>
                <a:moveTo>
                  <a:pt x="1109804" y="84206"/>
                </a:moveTo>
                <a:cubicBezTo>
                  <a:pt x="1110337" y="85630"/>
                  <a:pt x="1111026" y="86987"/>
                  <a:pt x="1111871" y="88276"/>
                </a:cubicBezTo>
                <a:cubicBezTo>
                  <a:pt x="1112716" y="89566"/>
                  <a:pt x="1113762" y="90723"/>
                  <a:pt x="1115006" y="91746"/>
                </a:cubicBezTo>
                <a:cubicBezTo>
                  <a:pt x="1116253" y="92770"/>
                  <a:pt x="1117743" y="93593"/>
                  <a:pt x="1119478" y="94216"/>
                </a:cubicBezTo>
                <a:cubicBezTo>
                  <a:pt x="1121213" y="94838"/>
                  <a:pt x="1123237" y="95149"/>
                  <a:pt x="1125550" y="95149"/>
                </a:cubicBezTo>
                <a:cubicBezTo>
                  <a:pt x="1128664" y="95149"/>
                  <a:pt x="1131067" y="94349"/>
                  <a:pt x="1132757" y="92748"/>
                </a:cubicBezTo>
                <a:cubicBezTo>
                  <a:pt x="1134447" y="91146"/>
                  <a:pt x="1135292" y="89411"/>
                  <a:pt x="1135292" y="87543"/>
                </a:cubicBezTo>
                <a:cubicBezTo>
                  <a:pt x="1135292" y="85496"/>
                  <a:pt x="1134536" y="83850"/>
                  <a:pt x="1133023" y="82605"/>
                </a:cubicBezTo>
                <a:cubicBezTo>
                  <a:pt x="1131511" y="81359"/>
                  <a:pt x="1129621" y="80225"/>
                  <a:pt x="1127352" y="79203"/>
                </a:cubicBezTo>
                <a:cubicBezTo>
                  <a:pt x="1125084" y="78179"/>
                  <a:pt x="1122615" y="77134"/>
                  <a:pt x="1119946" y="76067"/>
                </a:cubicBezTo>
                <a:cubicBezTo>
                  <a:pt x="1117278" y="74999"/>
                  <a:pt x="1114808" y="73642"/>
                  <a:pt x="1112539" y="71996"/>
                </a:cubicBezTo>
                <a:cubicBezTo>
                  <a:pt x="1110270" y="70350"/>
                  <a:pt x="1108380" y="68281"/>
                  <a:pt x="1106867" y="65790"/>
                </a:cubicBezTo>
                <a:cubicBezTo>
                  <a:pt x="1105355" y="63299"/>
                  <a:pt x="1104599" y="60096"/>
                  <a:pt x="1104599" y="56183"/>
                </a:cubicBezTo>
                <a:cubicBezTo>
                  <a:pt x="1104599" y="52445"/>
                  <a:pt x="1105289" y="49220"/>
                  <a:pt x="1106668" y="46506"/>
                </a:cubicBezTo>
                <a:cubicBezTo>
                  <a:pt x="1108047" y="43793"/>
                  <a:pt x="1109849" y="41568"/>
                  <a:pt x="1112072" y="39834"/>
                </a:cubicBezTo>
                <a:cubicBezTo>
                  <a:pt x="1114296" y="38099"/>
                  <a:pt x="1116809" y="36809"/>
                  <a:pt x="1119610" y="35965"/>
                </a:cubicBezTo>
                <a:cubicBezTo>
                  <a:pt x="1122414" y="35119"/>
                  <a:pt x="1125195" y="34696"/>
                  <a:pt x="1127953" y="34696"/>
                </a:cubicBezTo>
                <a:cubicBezTo>
                  <a:pt x="1131689" y="34696"/>
                  <a:pt x="1135003" y="35230"/>
                  <a:pt x="1137894" y="36299"/>
                </a:cubicBezTo>
                <a:cubicBezTo>
                  <a:pt x="1140786" y="37366"/>
                  <a:pt x="1143744" y="38922"/>
                  <a:pt x="1146768" y="40968"/>
                </a:cubicBezTo>
                <a:cubicBezTo>
                  <a:pt x="1145969" y="42747"/>
                  <a:pt x="1145301" y="44661"/>
                  <a:pt x="1144767" y="46708"/>
                </a:cubicBezTo>
                <a:cubicBezTo>
                  <a:pt x="1144233" y="48754"/>
                  <a:pt x="1143833" y="50755"/>
                  <a:pt x="1143567" y="52713"/>
                </a:cubicBezTo>
                <a:lnTo>
                  <a:pt x="1139831" y="52713"/>
                </a:lnTo>
                <a:cubicBezTo>
                  <a:pt x="1139563" y="51645"/>
                  <a:pt x="1139118" y="50466"/>
                  <a:pt x="1138495" y="49176"/>
                </a:cubicBezTo>
                <a:cubicBezTo>
                  <a:pt x="1137872" y="47886"/>
                  <a:pt x="1137027" y="46663"/>
                  <a:pt x="1135960" y="45507"/>
                </a:cubicBezTo>
                <a:cubicBezTo>
                  <a:pt x="1134893" y="44350"/>
                  <a:pt x="1133602" y="43394"/>
                  <a:pt x="1132089" y="42637"/>
                </a:cubicBezTo>
                <a:cubicBezTo>
                  <a:pt x="1130576" y="41881"/>
                  <a:pt x="1128753" y="41503"/>
                  <a:pt x="1126619" y="41503"/>
                </a:cubicBezTo>
                <a:cubicBezTo>
                  <a:pt x="1123949" y="41503"/>
                  <a:pt x="1121702" y="42215"/>
                  <a:pt x="1119877" y="43639"/>
                </a:cubicBezTo>
                <a:cubicBezTo>
                  <a:pt x="1118054" y="45062"/>
                  <a:pt x="1117143" y="46930"/>
                  <a:pt x="1117143" y="49243"/>
                </a:cubicBezTo>
                <a:cubicBezTo>
                  <a:pt x="1117143" y="51378"/>
                  <a:pt x="1117921" y="53091"/>
                  <a:pt x="1119478" y="54381"/>
                </a:cubicBezTo>
                <a:cubicBezTo>
                  <a:pt x="1121035" y="55670"/>
                  <a:pt x="1122970" y="56804"/>
                  <a:pt x="1125284" y="57783"/>
                </a:cubicBezTo>
                <a:cubicBezTo>
                  <a:pt x="1127597" y="58762"/>
                  <a:pt x="1130132" y="59741"/>
                  <a:pt x="1132889" y="60720"/>
                </a:cubicBezTo>
                <a:cubicBezTo>
                  <a:pt x="1135647" y="61698"/>
                  <a:pt x="1138183" y="62966"/>
                  <a:pt x="1140496" y="64523"/>
                </a:cubicBezTo>
                <a:cubicBezTo>
                  <a:pt x="1142810" y="66079"/>
                  <a:pt x="1144745" y="68102"/>
                  <a:pt x="1146302" y="70593"/>
                </a:cubicBezTo>
                <a:cubicBezTo>
                  <a:pt x="1147859" y="73084"/>
                  <a:pt x="1148637" y="76287"/>
                  <a:pt x="1148637" y="80203"/>
                </a:cubicBezTo>
                <a:cubicBezTo>
                  <a:pt x="1148637" y="84118"/>
                  <a:pt x="1147925" y="87476"/>
                  <a:pt x="1146501" y="90278"/>
                </a:cubicBezTo>
                <a:cubicBezTo>
                  <a:pt x="1145079" y="93080"/>
                  <a:pt x="1143166" y="95393"/>
                  <a:pt x="1140763" y="97218"/>
                </a:cubicBezTo>
                <a:cubicBezTo>
                  <a:pt x="1138362" y="99041"/>
                  <a:pt x="1135626" y="100353"/>
                  <a:pt x="1132557" y="101154"/>
                </a:cubicBezTo>
                <a:cubicBezTo>
                  <a:pt x="1129488" y="101955"/>
                  <a:pt x="1126263" y="102355"/>
                  <a:pt x="1122883" y="102355"/>
                </a:cubicBezTo>
                <a:cubicBezTo>
                  <a:pt x="1118878" y="102355"/>
                  <a:pt x="1115275" y="101777"/>
                  <a:pt x="1112072" y="100620"/>
                </a:cubicBezTo>
                <a:cubicBezTo>
                  <a:pt x="1108870" y="99464"/>
                  <a:pt x="1106335" y="98263"/>
                  <a:pt x="1104467" y="97018"/>
                </a:cubicBezTo>
                <a:cubicBezTo>
                  <a:pt x="1105534" y="92747"/>
                  <a:pt x="1106201" y="88477"/>
                  <a:pt x="1106468" y="84206"/>
                </a:cubicBezTo>
                <a:lnTo>
                  <a:pt x="1109804" y="84206"/>
                </a:lnTo>
                <a:close/>
                <a:moveTo>
                  <a:pt x="1155309" y="124642"/>
                </a:moveTo>
                <a:cubicBezTo>
                  <a:pt x="1157534" y="114678"/>
                  <a:pt x="1159403" y="106826"/>
                  <a:pt x="1160915" y="101087"/>
                </a:cubicBezTo>
                <a:cubicBezTo>
                  <a:pt x="1162427" y="95348"/>
                  <a:pt x="1163806" y="90967"/>
                  <a:pt x="1165051" y="87942"/>
                </a:cubicBezTo>
                <a:cubicBezTo>
                  <a:pt x="1166297" y="84918"/>
                  <a:pt x="1167542" y="82961"/>
                  <a:pt x="1168787" y="82072"/>
                </a:cubicBezTo>
                <a:cubicBezTo>
                  <a:pt x="1170033" y="81181"/>
                  <a:pt x="1171546" y="80736"/>
                  <a:pt x="1173326" y="80736"/>
                </a:cubicBezTo>
                <a:cubicBezTo>
                  <a:pt x="1174393" y="80736"/>
                  <a:pt x="1175482" y="80914"/>
                  <a:pt x="1176594" y="81270"/>
                </a:cubicBezTo>
                <a:cubicBezTo>
                  <a:pt x="1177706" y="81625"/>
                  <a:pt x="1178729" y="82137"/>
                  <a:pt x="1179663" y="82805"/>
                </a:cubicBezTo>
                <a:cubicBezTo>
                  <a:pt x="1180598" y="83473"/>
                  <a:pt x="1181355" y="84340"/>
                  <a:pt x="1181933" y="85407"/>
                </a:cubicBezTo>
                <a:cubicBezTo>
                  <a:pt x="1182512" y="86474"/>
                  <a:pt x="1182801" y="87675"/>
                  <a:pt x="1182801" y="89009"/>
                </a:cubicBezTo>
                <a:cubicBezTo>
                  <a:pt x="1182801" y="89810"/>
                  <a:pt x="1182600" y="90745"/>
                  <a:pt x="1182200" y="91813"/>
                </a:cubicBezTo>
                <a:cubicBezTo>
                  <a:pt x="1181800" y="92880"/>
                  <a:pt x="1180776" y="94638"/>
                  <a:pt x="1179129" y="97085"/>
                </a:cubicBezTo>
                <a:cubicBezTo>
                  <a:pt x="1177484" y="99531"/>
                  <a:pt x="1175059" y="103023"/>
                  <a:pt x="1171856" y="107560"/>
                </a:cubicBezTo>
                <a:cubicBezTo>
                  <a:pt x="1168653" y="112097"/>
                  <a:pt x="1164250" y="118235"/>
                  <a:pt x="1158646" y="125976"/>
                </a:cubicBezTo>
                <a:lnTo>
                  <a:pt x="1155309" y="124642"/>
                </a:lnTo>
                <a:close/>
                <a:moveTo>
                  <a:pt x="1271630" y="70060"/>
                </a:moveTo>
                <a:cubicBezTo>
                  <a:pt x="1271630" y="74598"/>
                  <a:pt x="1271942" y="78424"/>
                  <a:pt x="1272565" y="81538"/>
                </a:cubicBezTo>
                <a:cubicBezTo>
                  <a:pt x="1273188" y="84651"/>
                  <a:pt x="1274033" y="87164"/>
                  <a:pt x="1275100" y="89077"/>
                </a:cubicBezTo>
                <a:cubicBezTo>
                  <a:pt x="1276167" y="90989"/>
                  <a:pt x="1277390" y="92369"/>
                  <a:pt x="1278770" y="93214"/>
                </a:cubicBezTo>
                <a:cubicBezTo>
                  <a:pt x="1280149" y="94059"/>
                  <a:pt x="1281595" y="94481"/>
                  <a:pt x="1283107" y="94481"/>
                </a:cubicBezTo>
                <a:cubicBezTo>
                  <a:pt x="1286754" y="94481"/>
                  <a:pt x="1289757" y="92413"/>
                  <a:pt x="1292113" y="88276"/>
                </a:cubicBezTo>
                <a:cubicBezTo>
                  <a:pt x="1294471" y="84140"/>
                  <a:pt x="1295650" y="77268"/>
                  <a:pt x="1295650" y="67659"/>
                </a:cubicBezTo>
                <a:cubicBezTo>
                  <a:pt x="1295650" y="59385"/>
                  <a:pt x="1294538" y="53358"/>
                  <a:pt x="1292315" y="49577"/>
                </a:cubicBezTo>
                <a:cubicBezTo>
                  <a:pt x="1290091" y="45795"/>
                  <a:pt x="1287244" y="43904"/>
                  <a:pt x="1283775" y="43904"/>
                </a:cubicBezTo>
                <a:cubicBezTo>
                  <a:pt x="1282351" y="43904"/>
                  <a:pt x="1280927" y="44304"/>
                  <a:pt x="1279503" y="45105"/>
                </a:cubicBezTo>
                <a:cubicBezTo>
                  <a:pt x="1278080" y="45906"/>
                  <a:pt x="1276790" y="47308"/>
                  <a:pt x="1275634" y="49310"/>
                </a:cubicBezTo>
                <a:cubicBezTo>
                  <a:pt x="1274477" y="51311"/>
                  <a:pt x="1273521" y="54003"/>
                  <a:pt x="1272765" y="57384"/>
                </a:cubicBezTo>
                <a:cubicBezTo>
                  <a:pt x="1272008" y="60764"/>
                  <a:pt x="1271630" y="64990"/>
                  <a:pt x="1271630" y="70060"/>
                </a:cubicBezTo>
                <a:moveTo>
                  <a:pt x="1313533" y="54847"/>
                </a:moveTo>
                <a:cubicBezTo>
                  <a:pt x="1313533" y="63566"/>
                  <a:pt x="1313622" y="71574"/>
                  <a:pt x="1313799" y="78869"/>
                </a:cubicBezTo>
                <a:cubicBezTo>
                  <a:pt x="1313977" y="86164"/>
                  <a:pt x="1314245" y="93415"/>
                  <a:pt x="1314602" y="100620"/>
                </a:cubicBezTo>
                <a:cubicBezTo>
                  <a:pt x="1313445" y="100442"/>
                  <a:pt x="1311977" y="100353"/>
                  <a:pt x="1310197" y="100353"/>
                </a:cubicBezTo>
                <a:cubicBezTo>
                  <a:pt x="1308418" y="100353"/>
                  <a:pt x="1306549" y="100353"/>
                  <a:pt x="1304591" y="100353"/>
                </a:cubicBezTo>
                <a:cubicBezTo>
                  <a:pt x="1302813" y="100353"/>
                  <a:pt x="1301101" y="100353"/>
                  <a:pt x="1299454" y="100353"/>
                </a:cubicBezTo>
                <a:cubicBezTo>
                  <a:pt x="1297809" y="100353"/>
                  <a:pt x="1296541" y="100442"/>
                  <a:pt x="1295650" y="100620"/>
                </a:cubicBezTo>
                <a:cubicBezTo>
                  <a:pt x="1295740" y="100442"/>
                  <a:pt x="1295829" y="99864"/>
                  <a:pt x="1295917" y="98885"/>
                </a:cubicBezTo>
                <a:cubicBezTo>
                  <a:pt x="1296007" y="97907"/>
                  <a:pt x="1296118" y="96795"/>
                  <a:pt x="1296251" y="95550"/>
                </a:cubicBezTo>
                <a:cubicBezTo>
                  <a:pt x="1296385" y="94304"/>
                  <a:pt x="1296497" y="93147"/>
                  <a:pt x="1296585" y="92080"/>
                </a:cubicBezTo>
                <a:cubicBezTo>
                  <a:pt x="1296674" y="91012"/>
                  <a:pt x="1296719" y="90345"/>
                  <a:pt x="1296719" y="90078"/>
                </a:cubicBezTo>
                <a:lnTo>
                  <a:pt x="1296452" y="89812"/>
                </a:lnTo>
                <a:cubicBezTo>
                  <a:pt x="1294762" y="93815"/>
                  <a:pt x="1292449" y="96907"/>
                  <a:pt x="1289513" y="99087"/>
                </a:cubicBezTo>
                <a:cubicBezTo>
                  <a:pt x="1286577" y="101266"/>
                  <a:pt x="1282528" y="102355"/>
                  <a:pt x="1277369" y="102355"/>
                </a:cubicBezTo>
                <a:cubicBezTo>
                  <a:pt x="1272832" y="102355"/>
                  <a:pt x="1268961" y="101488"/>
                  <a:pt x="1265758" y="99753"/>
                </a:cubicBezTo>
                <a:cubicBezTo>
                  <a:pt x="1262555" y="98018"/>
                  <a:pt x="1259931" y="95594"/>
                  <a:pt x="1257884" y="92481"/>
                </a:cubicBezTo>
                <a:cubicBezTo>
                  <a:pt x="1255838" y="89367"/>
                  <a:pt x="1254325" y="85719"/>
                  <a:pt x="1253347" y="81538"/>
                </a:cubicBezTo>
                <a:cubicBezTo>
                  <a:pt x="1252369" y="77356"/>
                  <a:pt x="1251881" y="72862"/>
                  <a:pt x="1251881" y="68058"/>
                </a:cubicBezTo>
                <a:cubicBezTo>
                  <a:pt x="1251881" y="63254"/>
                  <a:pt x="1252548" y="58829"/>
                  <a:pt x="1253882" y="54782"/>
                </a:cubicBezTo>
                <a:cubicBezTo>
                  <a:pt x="1255217" y="50734"/>
                  <a:pt x="1257040" y="47220"/>
                  <a:pt x="1259354" y="44240"/>
                </a:cubicBezTo>
                <a:cubicBezTo>
                  <a:pt x="1261667" y="41259"/>
                  <a:pt x="1264402" y="38923"/>
                  <a:pt x="1267560" y="37233"/>
                </a:cubicBezTo>
                <a:cubicBezTo>
                  <a:pt x="1270719" y="35542"/>
                  <a:pt x="1274077" y="34696"/>
                  <a:pt x="1277635" y="34696"/>
                </a:cubicBezTo>
                <a:cubicBezTo>
                  <a:pt x="1281639" y="34696"/>
                  <a:pt x="1285219" y="35631"/>
                  <a:pt x="1288377" y="37500"/>
                </a:cubicBezTo>
                <a:cubicBezTo>
                  <a:pt x="1291536" y="39368"/>
                  <a:pt x="1293871" y="41725"/>
                  <a:pt x="1295383" y="44572"/>
                </a:cubicBezTo>
                <a:lnTo>
                  <a:pt x="1295650" y="44572"/>
                </a:lnTo>
                <a:cubicBezTo>
                  <a:pt x="1295650" y="36565"/>
                  <a:pt x="1295561" y="29026"/>
                  <a:pt x="1295383" y="21953"/>
                </a:cubicBezTo>
                <a:cubicBezTo>
                  <a:pt x="1295206" y="14879"/>
                  <a:pt x="1294939" y="7561"/>
                  <a:pt x="1294583" y="0"/>
                </a:cubicBezTo>
                <a:cubicBezTo>
                  <a:pt x="1295740" y="178"/>
                  <a:pt x="1297208" y="334"/>
                  <a:pt x="1298988" y="468"/>
                </a:cubicBezTo>
                <a:cubicBezTo>
                  <a:pt x="1300767" y="601"/>
                  <a:pt x="1302635" y="668"/>
                  <a:pt x="1304591" y="668"/>
                </a:cubicBezTo>
                <a:cubicBezTo>
                  <a:pt x="1306549" y="668"/>
                  <a:pt x="1308418" y="601"/>
                  <a:pt x="1310197" y="468"/>
                </a:cubicBezTo>
                <a:cubicBezTo>
                  <a:pt x="1311977" y="334"/>
                  <a:pt x="1313445" y="178"/>
                  <a:pt x="1314602" y="0"/>
                </a:cubicBezTo>
                <a:cubicBezTo>
                  <a:pt x="1314245" y="7473"/>
                  <a:pt x="1313977" y="14857"/>
                  <a:pt x="1313799" y="22153"/>
                </a:cubicBezTo>
                <a:cubicBezTo>
                  <a:pt x="1313622" y="29448"/>
                  <a:pt x="1313533" y="37454"/>
                  <a:pt x="1313533" y="46172"/>
                </a:cubicBezTo>
                <a:lnTo>
                  <a:pt x="1313533" y="54847"/>
                </a:lnTo>
                <a:close/>
                <a:moveTo>
                  <a:pt x="1371717" y="65391"/>
                </a:moveTo>
                <a:cubicBezTo>
                  <a:pt x="1371717" y="57561"/>
                  <a:pt x="1370738" y="51488"/>
                  <a:pt x="1368781" y="47174"/>
                </a:cubicBezTo>
                <a:cubicBezTo>
                  <a:pt x="1366823" y="42859"/>
                  <a:pt x="1363576" y="40701"/>
                  <a:pt x="1359039" y="40701"/>
                </a:cubicBezTo>
                <a:cubicBezTo>
                  <a:pt x="1354946" y="40701"/>
                  <a:pt x="1351721" y="43103"/>
                  <a:pt x="1349363" y="47907"/>
                </a:cubicBezTo>
                <a:cubicBezTo>
                  <a:pt x="1347006" y="52712"/>
                  <a:pt x="1345828" y="60229"/>
                  <a:pt x="1345828" y="70461"/>
                </a:cubicBezTo>
                <a:cubicBezTo>
                  <a:pt x="1345828" y="74197"/>
                  <a:pt x="1346050" y="77667"/>
                  <a:pt x="1346494" y="80870"/>
                </a:cubicBezTo>
                <a:cubicBezTo>
                  <a:pt x="1346939" y="84073"/>
                  <a:pt x="1347673" y="86853"/>
                  <a:pt x="1348697" y="89211"/>
                </a:cubicBezTo>
                <a:cubicBezTo>
                  <a:pt x="1349721" y="91568"/>
                  <a:pt x="1351055" y="93414"/>
                  <a:pt x="1352700" y="94750"/>
                </a:cubicBezTo>
                <a:cubicBezTo>
                  <a:pt x="1354347" y="96084"/>
                  <a:pt x="1356416" y="96751"/>
                  <a:pt x="1358907" y="96751"/>
                </a:cubicBezTo>
                <a:cubicBezTo>
                  <a:pt x="1367447" y="96751"/>
                  <a:pt x="1371717" y="86298"/>
                  <a:pt x="1371717" y="65391"/>
                </a:cubicBezTo>
                <a:moveTo>
                  <a:pt x="1326078" y="70327"/>
                </a:moveTo>
                <a:cubicBezTo>
                  <a:pt x="1326078" y="64366"/>
                  <a:pt x="1326990" y="59162"/>
                  <a:pt x="1328813" y="54715"/>
                </a:cubicBezTo>
                <a:cubicBezTo>
                  <a:pt x="1330637" y="50266"/>
                  <a:pt x="1333062" y="46552"/>
                  <a:pt x="1336086" y="43572"/>
                </a:cubicBezTo>
                <a:cubicBezTo>
                  <a:pt x="1339111" y="40591"/>
                  <a:pt x="1342602" y="38367"/>
                  <a:pt x="1346561" y="36899"/>
                </a:cubicBezTo>
                <a:cubicBezTo>
                  <a:pt x="1350521" y="35430"/>
                  <a:pt x="1354591" y="34696"/>
                  <a:pt x="1358772" y="34696"/>
                </a:cubicBezTo>
                <a:cubicBezTo>
                  <a:pt x="1369182" y="34696"/>
                  <a:pt x="1377233" y="37632"/>
                  <a:pt x="1382927" y="43505"/>
                </a:cubicBezTo>
                <a:cubicBezTo>
                  <a:pt x="1388620" y="49376"/>
                  <a:pt x="1391467" y="57339"/>
                  <a:pt x="1391467" y="67392"/>
                </a:cubicBezTo>
                <a:cubicBezTo>
                  <a:pt x="1391467" y="72818"/>
                  <a:pt x="1390666" y="77712"/>
                  <a:pt x="1389064" y="82072"/>
                </a:cubicBezTo>
                <a:cubicBezTo>
                  <a:pt x="1387464" y="86431"/>
                  <a:pt x="1385218" y="90145"/>
                  <a:pt x="1382326" y="93214"/>
                </a:cubicBezTo>
                <a:cubicBezTo>
                  <a:pt x="1379435" y="96284"/>
                  <a:pt x="1375987" y="98574"/>
                  <a:pt x="1371984" y="100087"/>
                </a:cubicBezTo>
                <a:cubicBezTo>
                  <a:pt x="1367981" y="101599"/>
                  <a:pt x="1363577" y="102355"/>
                  <a:pt x="1358772" y="102355"/>
                </a:cubicBezTo>
                <a:cubicBezTo>
                  <a:pt x="1354769" y="102355"/>
                  <a:pt x="1350832" y="101821"/>
                  <a:pt x="1346962" y="100753"/>
                </a:cubicBezTo>
                <a:cubicBezTo>
                  <a:pt x="1343092" y="99686"/>
                  <a:pt x="1339600" y="97885"/>
                  <a:pt x="1336486" y="95350"/>
                </a:cubicBezTo>
                <a:cubicBezTo>
                  <a:pt x="1333373" y="92815"/>
                  <a:pt x="1330860" y="89500"/>
                  <a:pt x="1328947" y="85407"/>
                </a:cubicBezTo>
                <a:cubicBezTo>
                  <a:pt x="1327035" y="81314"/>
                  <a:pt x="1326078" y="76287"/>
                  <a:pt x="1326078" y="70327"/>
                </a:cubicBezTo>
                <a:close/>
                <a:moveTo>
                  <a:pt x="1421494" y="46439"/>
                </a:moveTo>
                <a:cubicBezTo>
                  <a:pt x="1423985" y="42703"/>
                  <a:pt x="1426898" y="39812"/>
                  <a:pt x="1430233" y="37767"/>
                </a:cubicBezTo>
                <a:cubicBezTo>
                  <a:pt x="1433570" y="35720"/>
                  <a:pt x="1437374" y="34696"/>
                  <a:pt x="1441645" y="34696"/>
                </a:cubicBezTo>
                <a:cubicBezTo>
                  <a:pt x="1445648" y="34696"/>
                  <a:pt x="1449095" y="35786"/>
                  <a:pt x="1451987" y="37966"/>
                </a:cubicBezTo>
                <a:cubicBezTo>
                  <a:pt x="1454878" y="40146"/>
                  <a:pt x="1457124" y="43282"/>
                  <a:pt x="1458725" y="47374"/>
                </a:cubicBezTo>
                <a:cubicBezTo>
                  <a:pt x="1461395" y="43282"/>
                  <a:pt x="1464509" y="40146"/>
                  <a:pt x="1468067" y="37966"/>
                </a:cubicBezTo>
                <a:cubicBezTo>
                  <a:pt x="1471625" y="35786"/>
                  <a:pt x="1475407" y="34696"/>
                  <a:pt x="1479411" y="34696"/>
                </a:cubicBezTo>
                <a:cubicBezTo>
                  <a:pt x="1486083" y="34696"/>
                  <a:pt x="1491221" y="36631"/>
                  <a:pt x="1494824" y="40501"/>
                </a:cubicBezTo>
                <a:cubicBezTo>
                  <a:pt x="1498427" y="44372"/>
                  <a:pt x="1500228" y="50622"/>
                  <a:pt x="1500228" y="59251"/>
                </a:cubicBezTo>
                <a:cubicBezTo>
                  <a:pt x="1500228" y="63788"/>
                  <a:pt x="1500139" y="67791"/>
                  <a:pt x="1499961" y="71261"/>
                </a:cubicBezTo>
                <a:cubicBezTo>
                  <a:pt x="1499783" y="74731"/>
                  <a:pt x="1499695" y="78201"/>
                  <a:pt x="1499695" y="81671"/>
                </a:cubicBezTo>
                <a:cubicBezTo>
                  <a:pt x="1499695" y="84517"/>
                  <a:pt x="1499761" y="87609"/>
                  <a:pt x="1499894" y="90946"/>
                </a:cubicBezTo>
                <a:cubicBezTo>
                  <a:pt x="1500028" y="94281"/>
                  <a:pt x="1500185" y="97506"/>
                  <a:pt x="1500362" y="100620"/>
                </a:cubicBezTo>
                <a:cubicBezTo>
                  <a:pt x="1499206" y="100442"/>
                  <a:pt x="1497738" y="100353"/>
                  <a:pt x="1495958" y="100353"/>
                </a:cubicBezTo>
                <a:cubicBezTo>
                  <a:pt x="1494178" y="100353"/>
                  <a:pt x="1492310" y="100353"/>
                  <a:pt x="1490352" y="100353"/>
                </a:cubicBezTo>
                <a:cubicBezTo>
                  <a:pt x="1488396" y="100353"/>
                  <a:pt x="1486528" y="100353"/>
                  <a:pt x="1484748" y="100353"/>
                </a:cubicBezTo>
                <a:cubicBezTo>
                  <a:pt x="1482969" y="100353"/>
                  <a:pt x="1481500" y="100442"/>
                  <a:pt x="1480344" y="100620"/>
                </a:cubicBezTo>
                <a:cubicBezTo>
                  <a:pt x="1480967" y="95994"/>
                  <a:pt x="1481367" y="90545"/>
                  <a:pt x="1481545" y="84273"/>
                </a:cubicBezTo>
                <a:cubicBezTo>
                  <a:pt x="1481723" y="78001"/>
                  <a:pt x="1481812" y="70817"/>
                  <a:pt x="1481812" y="62721"/>
                </a:cubicBezTo>
                <a:cubicBezTo>
                  <a:pt x="1481812" y="57116"/>
                  <a:pt x="1480878" y="53001"/>
                  <a:pt x="1479010" y="50377"/>
                </a:cubicBezTo>
                <a:cubicBezTo>
                  <a:pt x="1477142" y="47752"/>
                  <a:pt x="1474517" y="46439"/>
                  <a:pt x="1471136" y="46439"/>
                </a:cubicBezTo>
                <a:cubicBezTo>
                  <a:pt x="1469000" y="46439"/>
                  <a:pt x="1467243" y="46929"/>
                  <a:pt x="1465864" y="47907"/>
                </a:cubicBezTo>
                <a:cubicBezTo>
                  <a:pt x="1464486" y="48886"/>
                  <a:pt x="1463397" y="50154"/>
                  <a:pt x="1462596" y="51711"/>
                </a:cubicBezTo>
                <a:cubicBezTo>
                  <a:pt x="1461795" y="53268"/>
                  <a:pt x="1461261" y="54937"/>
                  <a:pt x="1460993" y="56716"/>
                </a:cubicBezTo>
                <a:cubicBezTo>
                  <a:pt x="1460727" y="58495"/>
                  <a:pt x="1460594" y="60185"/>
                  <a:pt x="1460594" y="61787"/>
                </a:cubicBezTo>
                <a:lnTo>
                  <a:pt x="1460594" y="71396"/>
                </a:lnTo>
                <a:cubicBezTo>
                  <a:pt x="1460594" y="76822"/>
                  <a:pt x="1460661" y="81937"/>
                  <a:pt x="1460794" y="86741"/>
                </a:cubicBezTo>
                <a:cubicBezTo>
                  <a:pt x="1460928" y="91545"/>
                  <a:pt x="1461217" y="96172"/>
                  <a:pt x="1461661" y="100620"/>
                </a:cubicBezTo>
                <a:cubicBezTo>
                  <a:pt x="1460504" y="100442"/>
                  <a:pt x="1459059" y="100353"/>
                  <a:pt x="1457324" y="100353"/>
                </a:cubicBezTo>
                <a:cubicBezTo>
                  <a:pt x="1455589" y="100353"/>
                  <a:pt x="1453699" y="100353"/>
                  <a:pt x="1451653" y="100353"/>
                </a:cubicBezTo>
                <a:cubicBezTo>
                  <a:pt x="1449607" y="100353"/>
                  <a:pt x="1447738" y="100353"/>
                  <a:pt x="1446047" y="100353"/>
                </a:cubicBezTo>
                <a:cubicBezTo>
                  <a:pt x="1444357" y="100353"/>
                  <a:pt x="1442889" y="100442"/>
                  <a:pt x="1441645" y="100620"/>
                </a:cubicBezTo>
                <a:cubicBezTo>
                  <a:pt x="1442090" y="96172"/>
                  <a:pt x="1442379" y="91545"/>
                  <a:pt x="1442512" y="86741"/>
                </a:cubicBezTo>
                <a:cubicBezTo>
                  <a:pt x="1442645" y="81937"/>
                  <a:pt x="1442712" y="76822"/>
                  <a:pt x="1442712" y="71396"/>
                </a:cubicBezTo>
                <a:lnTo>
                  <a:pt x="1442712" y="63255"/>
                </a:lnTo>
                <a:cubicBezTo>
                  <a:pt x="1442712" y="57917"/>
                  <a:pt x="1442044" y="53780"/>
                  <a:pt x="1440710" y="50844"/>
                </a:cubicBezTo>
                <a:cubicBezTo>
                  <a:pt x="1439375" y="47907"/>
                  <a:pt x="1436840" y="46439"/>
                  <a:pt x="1433104" y="46439"/>
                </a:cubicBezTo>
                <a:cubicBezTo>
                  <a:pt x="1429100" y="46439"/>
                  <a:pt x="1426163" y="48174"/>
                  <a:pt x="1424296" y="51644"/>
                </a:cubicBezTo>
                <a:cubicBezTo>
                  <a:pt x="1422428" y="55114"/>
                  <a:pt x="1421494" y="59918"/>
                  <a:pt x="1421494" y="66057"/>
                </a:cubicBezTo>
                <a:lnTo>
                  <a:pt x="1421494" y="71396"/>
                </a:lnTo>
                <a:cubicBezTo>
                  <a:pt x="1421494" y="76822"/>
                  <a:pt x="1421560" y="81937"/>
                  <a:pt x="1421693" y="86741"/>
                </a:cubicBezTo>
                <a:cubicBezTo>
                  <a:pt x="1421828" y="91545"/>
                  <a:pt x="1422117" y="96172"/>
                  <a:pt x="1422561" y="100620"/>
                </a:cubicBezTo>
                <a:cubicBezTo>
                  <a:pt x="1421404" y="100442"/>
                  <a:pt x="1419958" y="100353"/>
                  <a:pt x="1418223" y="100353"/>
                </a:cubicBezTo>
                <a:cubicBezTo>
                  <a:pt x="1416488" y="100353"/>
                  <a:pt x="1414598" y="100353"/>
                  <a:pt x="1412552" y="100353"/>
                </a:cubicBezTo>
                <a:cubicBezTo>
                  <a:pt x="1410507" y="100353"/>
                  <a:pt x="1408638" y="100353"/>
                  <a:pt x="1406947" y="100353"/>
                </a:cubicBezTo>
                <a:cubicBezTo>
                  <a:pt x="1405256" y="100353"/>
                  <a:pt x="1403789" y="100442"/>
                  <a:pt x="1402544" y="100620"/>
                </a:cubicBezTo>
                <a:cubicBezTo>
                  <a:pt x="1402988" y="96172"/>
                  <a:pt x="1403276" y="91545"/>
                  <a:pt x="1403410" y="86741"/>
                </a:cubicBezTo>
                <a:cubicBezTo>
                  <a:pt x="1403544" y="81937"/>
                  <a:pt x="1403611" y="76822"/>
                  <a:pt x="1403611" y="71396"/>
                </a:cubicBezTo>
                <a:lnTo>
                  <a:pt x="1403611" y="66057"/>
                </a:lnTo>
                <a:cubicBezTo>
                  <a:pt x="1403611" y="60631"/>
                  <a:pt x="1403544" y="55538"/>
                  <a:pt x="1403410" y="50778"/>
                </a:cubicBezTo>
                <a:cubicBezTo>
                  <a:pt x="1403276" y="46018"/>
                  <a:pt x="1402988" y="41235"/>
                  <a:pt x="1402544" y="36431"/>
                </a:cubicBezTo>
                <a:cubicBezTo>
                  <a:pt x="1404145" y="36609"/>
                  <a:pt x="1405723" y="36765"/>
                  <a:pt x="1407280" y="36899"/>
                </a:cubicBezTo>
                <a:cubicBezTo>
                  <a:pt x="1408838" y="37032"/>
                  <a:pt x="1410417" y="37099"/>
                  <a:pt x="1412019" y="37099"/>
                </a:cubicBezTo>
                <a:cubicBezTo>
                  <a:pt x="1413621" y="37099"/>
                  <a:pt x="1415200" y="37032"/>
                  <a:pt x="1416755" y="36899"/>
                </a:cubicBezTo>
                <a:cubicBezTo>
                  <a:pt x="1418312" y="36765"/>
                  <a:pt x="1419981" y="36609"/>
                  <a:pt x="1421760" y="36431"/>
                </a:cubicBezTo>
                <a:lnTo>
                  <a:pt x="1421227" y="46439"/>
                </a:lnTo>
                <a:lnTo>
                  <a:pt x="1421494" y="46439"/>
                </a:lnTo>
                <a:close/>
                <a:moveTo>
                  <a:pt x="1515041" y="11210"/>
                </a:moveTo>
                <a:cubicBezTo>
                  <a:pt x="1515041" y="8273"/>
                  <a:pt x="1516064" y="5782"/>
                  <a:pt x="1518110" y="3737"/>
                </a:cubicBezTo>
                <a:cubicBezTo>
                  <a:pt x="1520157" y="1691"/>
                  <a:pt x="1522648" y="668"/>
                  <a:pt x="1525585" y="668"/>
                </a:cubicBezTo>
                <a:cubicBezTo>
                  <a:pt x="1528520" y="668"/>
                  <a:pt x="1531010" y="1691"/>
                  <a:pt x="1533056" y="3737"/>
                </a:cubicBezTo>
                <a:cubicBezTo>
                  <a:pt x="1535103" y="5782"/>
                  <a:pt x="1536126" y="8273"/>
                  <a:pt x="1536126" y="11210"/>
                </a:cubicBezTo>
                <a:cubicBezTo>
                  <a:pt x="1536126" y="14146"/>
                  <a:pt x="1535103" y="16637"/>
                  <a:pt x="1533056" y="18683"/>
                </a:cubicBezTo>
                <a:cubicBezTo>
                  <a:pt x="1531010" y="20729"/>
                  <a:pt x="1528520" y="21751"/>
                  <a:pt x="1525585" y="21751"/>
                </a:cubicBezTo>
                <a:cubicBezTo>
                  <a:pt x="1522648" y="21751"/>
                  <a:pt x="1520157" y="20729"/>
                  <a:pt x="1518110" y="18683"/>
                </a:cubicBezTo>
                <a:cubicBezTo>
                  <a:pt x="1516064" y="16637"/>
                  <a:pt x="1515041" y="14146"/>
                  <a:pt x="1515041" y="11210"/>
                </a:cubicBezTo>
                <a:moveTo>
                  <a:pt x="1516643" y="66057"/>
                </a:moveTo>
                <a:cubicBezTo>
                  <a:pt x="1516643" y="60631"/>
                  <a:pt x="1516576" y="55538"/>
                  <a:pt x="1516442" y="50778"/>
                </a:cubicBezTo>
                <a:cubicBezTo>
                  <a:pt x="1516309" y="46018"/>
                  <a:pt x="1516020" y="41235"/>
                  <a:pt x="1515574" y="36431"/>
                </a:cubicBezTo>
                <a:cubicBezTo>
                  <a:pt x="1516821" y="36609"/>
                  <a:pt x="1518289" y="36765"/>
                  <a:pt x="1519979" y="36899"/>
                </a:cubicBezTo>
                <a:cubicBezTo>
                  <a:pt x="1521669" y="37032"/>
                  <a:pt x="1523538" y="37099"/>
                  <a:pt x="1525585" y="37099"/>
                </a:cubicBezTo>
                <a:cubicBezTo>
                  <a:pt x="1529766" y="37099"/>
                  <a:pt x="1533102" y="36876"/>
                  <a:pt x="1535593" y="36431"/>
                </a:cubicBezTo>
                <a:cubicBezTo>
                  <a:pt x="1535148" y="41235"/>
                  <a:pt x="1534858" y="46018"/>
                  <a:pt x="1534723" y="50778"/>
                </a:cubicBezTo>
                <a:cubicBezTo>
                  <a:pt x="1534590" y="55538"/>
                  <a:pt x="1534524" y="60631"/>
                  <a:pt x="1534524" y="66057"/>
                </a:cubicBezTo>
                <a:lnTo>
                  <a:pt x="1534524" y="71396"/>
                </a:lnTo>
                <a:cubicBezTo>
                  <a:pt x="1534524" y="76822"/>
                  <a:pt x="1534590" y="81937"/>
                  <a:pt x="1534723" y="86741"/>
                </a:cubicBezTo>
                <a:cubicBezTo>
                  <a:pt x="1534858" y="91545"/>
                  <a:pt x="1535148" y="96172"/>
                  <a:pt x="1535593" y="100620"/>
                </a:cubicBezTo>
                <a:cubicBezTo>
                  <a:pt x="1534436" y="100442"/>
                  <a:pt x="1532991" y="100353"/>
                  <a:pt x="1531256" y="100353"/>
                </a:cubicBezTo>
                <a:cubicBezTo>
                  <a:pt x="1529521" y="100353"/>
                  <a:pt x="1527630" y="100353"/>
                  <a:pt x="1525585" y="100353"/>
                </a:cubicBezTo>
                <a:cubicBezTo>
                  <a:pt x="1523538" y="100353"/>
                  <a:pt x="1521669" y="100353"/>
                  <a:pt x="1519979" y="100353"/>
                </a:cubicBezTo>
                <a:cubicBezTo>
                  <a:pt x="1518289" y="100353"/>
                  <a:pt x="1516821" y="100442"/>
                  <a:pt x="1515574" y="100620"/>
                </a:cubicBezTo>
                <a:cubicBezTo>
                  <a:pt x="1516020" y="96172"/>
                  <a:pt x="1516309" y="91545"/>
                  <a:pt x="1516442" y="86741"/>
                </a:cubicBezTo>
                <a:cubicBezTo>
                  <a:pt x="1516576" y="81937"/>
                  <a:pt x="1516643" y="76822"/>
                  <a:pt x="1516643" y="71396"/>
                </a:cubicBezTo>
                <a:lnTo>
                  <a:pt x="1516643" y="66057"/>
                </a:lnTo>
                <a:close/>
                <a:moveTo>
                  <a:pt x="1570157" y="46439"/>
                </a:moveTo>
                <a:cubicBezTo>
                  <a:pt x="1572648" y="42703"/>
                  <a:pt x="1575561" y="39812"/>
                  <a:pt x="1578896" y="37767"/>
                </a:cubicBezTo>
                <a:cubicBezTo>
                  <a:pt x="1582233" y="35720"/>
                  <a:pt x="1586036" y="34696"/>
                  <a:pt x="1590306" y="34696"/>
                </a:cubicBezTo>
                <a:cubicBezTo>
                  <a:pt x="1596979" y="34696"/>
                  <a:pt x="1602117" y="36631"/>
                  <a:pt x="1605720" y="40501"/>
                </a:cubicBezTo>
                <a:cubicBezTo>
                  <a:pt x="1609323" y="44372"/>
                  <a:pt x="1611124" y="50622"/>
                  <a:pt x="1611124" y="59251"/>
                </a:cubicBezTo>
                <a:cubicBezTo>
                  <a:pt x="1611124" y="63788"/>
                  <a:pt x="1611036" y="67791"/>
                  <a:pt x="1610858" y="71261"/>
                </a:cubicBezTo>
                <a:cubicBezTo>
                  <a:pt x="1610680" y="74731"/>
                  <a:pt x="1610591" y="78201"/>
                  <a:pt x="1610591" y="81671"/>
                </a:cubicBezTo>
                <a:cubicBezTo>
                  <a:pt x="1610591" y="84517"/>
                  <a:pt x="1610657" y="87609"/>
                  <a:pt x="1610790" y="90946"/>
                </a:cubicBezTo>
                <a:cubicBezTo>
                  <a:pt x="1610925" y="94281"/>
                  <a:pt x="1611081" y="97506"/>
                  <a:pt x="1611259" y="100620"/>
                </a:cubicBezTo>
                <a:cubicBezTo>
                  <a:pt x="1610102" y="100442"/>
                  <a:pt x="1608634" y="100353"/>
                  <a:pt x="1606854" y="100353"/>
                </a:cubicBezTo>
                <a:cubicBezTo>
                  <a:pt x="1605075" y="100353"/>
                  <a:pt x="1603206" y="100353"/>
                  <a:pt x="1601249" y="100353"/>
                </a:cubicBezTo>
                <a:cubicBezTo>
                  <a:pt x="1599292" y="100353"/>
                  <a:pt x="1597424" y="100353"/>
                  <a:pt x="1595645" y="100353"/>
                </a:cubicBezTo>
                <a:cubicBezTo>
                  <a:pt x="1593865" y="100353"/>
                  <a:pt x="1592397" y="100442"/>
                  <a:pt x="1591240" y="100620"/>
                </a:cubicBezTo>
                <a:cubicBezTo>
                  <a:pt x="1591863" y="95994"/>
                  <a:pt x="1592264" y="90545"/>
                  <a:pt x="1592442" y="84273"/>
                </a:cubicBezTo>
                <a:cubicBezTo>
                  <a:pt x="1592620" y="78001"/>
                  <a:pt x="1592708" y="70817"/>
                  <a:pt x="1592708" y="62721"/>
                </a:cubicBezTo>
                <a:cubicBezTo>
                  <a:pt x="1592708" y="57116"/>
                  <a:pt x="1591752" y="53001"/>
                  <a:pt x="1589839" y="50377"/>
                </a:cubicBezTo>
                <a:cubicBezTo>
                  <a:pt x="1587927" y="47752"/>
                  <a:pt x="1585235" y="46439"/>
                  <a:pt x="1581766" y="46439"/>
                </a:cubicBezTo>
                <a:cubicBezTo>
                  <a:pt x="1577762" y="46439"/>
                  <a:pt x="1574827" y="48174"/>
                  <a:pt x="1572959" y="51644"/>
                </a:cubicBezTo>
                <a:cubicBezTo>
                  <a:pt x="1571091" y="55114"/>
                  <a:pt x="1570157" y="59918"/>
                  <a:pt x="1570157" y="66057"/>
                </a:cubicBezTo>
                <a:lnTo>
                  <a:pt x="1570157" y="71396"/>
                </a:lnTo>
                <a:cubicBezTo>
                  <a:pt x="1570157" y="76822"/>
                  <a:pt x="1570223" y="81937"/>
                  <a:pt x="1570356" y="86741"/>
                </a:cubicBezTo>
                <a:cubicBezTo>
                  <a:pt x="1570489" y="91545"/>
                  <a:pt x="1570778" y="96172"/>
                  <a:pt x="1571224" y="100620"/>
                </a:cubicBezTo>
                <a:cubicBezTo>
                  <a:pt x="1570067" y="100442"/>
                  <a:pt x="1568621" y="100353"/>
                  <a:pt x="1566886" y="100353"/>
                </a:cubicBezTo>
                <a:cubicBezTo>
                  <a:pt x="1565152" y="100353"/>
                  <a:pt x="1563261" y="100353"/>
                  <a:pt x="1561215" y="100353"/>
                </a:cubicBezTo>
                <a:cubicBezTo>
                  <a:pt x="1559168" y="100353"/>
                  <a:pt x="1557300" y="100353"/>
                  <a:pt x="1555610" y="100353"/>
                </a:cubicBezTo>
                <a:cubicBezTo>
                  <a:pt x="1553920" y="100353"/>
                  <a:pt x="1552451" y="100442"/>
                  <a:pt x="1551205" y="100620"/>
                </a:cubicBezTo>
                <a:cubicBezTo>
                  <a:pt x="1551650" y="96172"/>
                  <a:pt x="1551940" y="91545"/>
                  <a:pt x="1552073" y="86741"/>
                </a:cubicBezTo>
                <a:cubicBezTo>
                  <a:pt x="1552207" y="81937"/>
                  <a:pt x="1552274" y="76822"/>
                  <a:pt x="1552274" y="71396"/>
                </a:cubicBezTo>
                <a:lnTo>
                  <a:pt x="1552274" y="66057"/>
                </a:lnTo>
                <a:cubicBezTo>
                  <a:pt x="1552274" y="60631"/>
                  <a:pt x="1552207" y="55538"/>
                  <a:pt x="1552073" y="50778"/>
                </a:cubicBezTo>
                <a:cubicBezTo>
                  <a:pt x="1551940" y="46018"/>
                  <a:pt x="1551650" y="41235"/>
                  <a:pt x="1551205" y="36431"/>
                </a:cubicBezTo>
                <a:cubicBezTo>
                  <a:pt x="1552807" y="36609"/>
                  <a:pt x="1554387" y="36765"/>
                  <a:pt x="1555944" y="36899"/>
                </a:cubicBezTo>
                <a:cubicBezTo>
                  <a:pt x="1557501" y="37032"/>
                  <a:pt x="1559079" y="37099"/>
                  <a:pt x="1560680" y="37099"/>
                </a:cubicBezTo>
                <a:cubicBezTo>
                  <a:pt x="1562282" y="37099"/>
                  <a:pt x="1563861" y="37032"/>
                  <a:pt x="1565418" y="36899"/>
                </a:cubicBezTo>
                <a:cubicBezTo>
                  <a:pt x="1566975" y="36765"/>
                  <a:pt x="1568644" y="36609"/>
                  <a:pt x="1570423" y="36431"/>
                </a:cubicBezTo>
                <a:lnTo>
                  <a:pt x="1569888" y="46439"/>
                </a:lnTo>
                <a:lnTo>
                  <a:pt x="1570157" y="46439"/>
                </a:lnTo>
                <a:close/>
                <a:moveTo>
                  <a:pt x="1657698" y="80337"/>
                </a:moveTo>
                <a:cubicBezTo>
                  <a:pt x="1657698" y="76511"/>
                  <a:pt x="1657721" y="73598"/>
                  <a:pt x="1657765" y="71595"/>
                </a:cubicBezTo>
                <a:cubicBezTo>
                  <a:pt x="1657810" y="69593"/>
                  <a:pt x="1657833" y="67836"/>
                  <a:pt x="1657833" y="66323"/>
                </a:cubicBezTo>
                <a:cubicBezTo>
                  <a:pt x="1655963" y="67392"/>
                  <a:pt x="1653983" y="68260"/>
                  <a:pt x="1651893" y="68928"/>
                </a:cubicBezTo>
                <a:cubicBezTo>
                  <a:pt x="1649802" y="69594"/>
                  <a:pt x="1647890" y="70439"/>
                  <a:pt x="1646155" y="71463"/>
                </a:cubicBezTo>
                <a:cubicBezTo>
                  <a:pt x="1644420" y="72485"/>
                  <a:pt x="1642996" y="73886"/>
                  <a:pt x="1641885" y="75666"/>
                </a:cubicBezTo>
                <a:cubicBezTo>
                  <a:pt x="1640773" y="77445"/>
                  <a:pt x="1640217" y="80025"/>
                  <a:pt x="1640217" y="83406"/>
                </a:cubicBezTo>
                <a:cubicBezTo>
                  <a:pt x="1640217" y="86698"/>
                  <a:pt x="1640907" y="89211"/>
                  <a:pt x="1642286" y="90946"/>
                </a:cubicBezTo>
                <a:cubicBezTo>
                  <a:pt x="1643665" y="92681"/>
                  <a:pt x="1645511" y="93548"/>
                  <a:pt x="1647822" y="93548"/>
                </a:cubicBezTo>
                <a:cubicBezTo>
                  <a:pt x="1650759" y="93548"/>
                  <a:pt x="1653138" y="92436"/>
                  <a:pt x="1654962" y="90213"/>
                </a:cubicBezTo>
                <a:cubicBezTo>
                  <a:pt x="1656786" y="87988"/>
                  <a:pt x="1657698" y="84696"/>
                  <a:pt x="1657698" y="80337"/>
                </a:cubicBezTo>
                <a:moveTo>
                  <a:pt x="1626071" y="44038"/>
                </a:moveTo>
                <a:cubicBezTo>
                  <a:pt x="1629808" y="41014"/>
                  <a:pt x="1633834" y="38701"/>
                  <a:pt x="1638148" y="37099"/>
                </a:cubicBezTo>
                <a:cubicBezTo>
                  <a:pt x="1642464" y="35497"/>
                  <a:pt x="1646756" y="34696"/>
                  <a:pt x="1651025" y="34696"/>
                </a:cubicBezTo>
                <a:cubicBezTo>
                  <a:pt x="1654585" y="34696"/>
                  <a:pt x="1657854" y="35096"/>
                  <a:pt x="1660834" y="35897"/>
                </a:cubicBezTo>
                <a:cubicBezTo>
                  <a:pt x="1663815" y="36698"/>
                  <a:pt x="1666395" y="37966"/>
                  <a:pt x="1668574" y="39701"/>
                </a:cubicBezTo>
                <a:cubicBezTo>
                  <a:pt x="1670754" y="41436"/>
                  <a:pt x="1672444" y="43683"/>
                  <a:pt x="1673644" y="46441"/>
                </a:cubicBezTo>
                <a:cubicBezTo>
                  <a:pt x="1674846" y="49198"/>
                  <a:pt x="1675446" y="52534"/>
                  <a:pt x="1675446" y="56449"/>
                </a:cubicBezTo>
                <a:cubicBezTo>
                  <a:pt x="1675446" y="62143"/>
                  <a:pt x="1675380" y="67414"/>
                  <a:pt x="1675247" y="72263"/>
                </a:cubicBezTo>
                <a:cubicBezTo>
                  <a:pt x="1675114" y="77111"/>
                  <a:pt x="1675047" y="81937"/>
                  <a:pt x="1675047" y="86741"/>
                </a:cubicBezTo>
                <a:cubicBezTo>
                  <a:pt x="1675047" y="88876"/>
                  <a:pt x="1675203" y="90545"/>
                  <a:pt x="1675514" y="91746"/>
                </a:cubicBezTo>
                <a:cubicBezTo>
                  <a:pt x="1675826" y="92948"/>
                  <a:pt x="1676293" y="93860"/>
                  <a:pt x="1676915" y="94483"/>
                </a:cubicBezTo>
                <a:cubicBezTo>
                  <a:pt x="1677538" y="95105"/>
                  <a:pt x="1678360" y="95504"/>
                  <a:pt x="1679382" y="95682"/>
                </a:cubicBezTo>
                <a:cubicBezTo>
                  <a:pt x="1680406" y="95860"/>
                  <a:pt x="1681585" y="95949"/>
                  <a:pt x="1682919" y="95949"/>
                </a:cubicBezTo>
                <a:lnTo>
                  <a:pt x="1682919" y="99152"/>
                </a:lnTo>
                <a:cubicBezTo>
                  <a:pt x="1680340" y="100220"/>
                  <a:pt x="1678161" y="101021"/>
                  <a:pt x="1676381" y="101555"/>
                </a:cubicBezTo>
                <a:cubicBezTo>
                  <a:pt x="1674601" y="102088"/>
                  <a:pt x="1672689" y="102355"/>
                  <a:pt x="1670643" y="102355"/>
                </a:cubicBezTo>
                <a:cubicBezTo>
                  <a:pt x="1667351" y="102355"/>
                  <a:pt x="1664682" y="101555"/>
                  <a:pt x="1662636" y="99954"/>
                </a:cubicBezTo>
                <a:cubicBezTo>
                  <a:pt x="1660590" y="98352"/>
                  <a:pt x="1659033" y="96039"/>
                  <a:pt x="1657965" y="93015"/>
                </a:cubicBezTo>
                <a:cubicBezTo>
                  <a:pt x="1655919" y="95861"/>
                  <a:pt x="1653540" y="98130"/>
                  <a:pt x="1650826" y="99820"/>
                </a:cubicBezTo>
                <a:cubicBezTo>
                  <a:pt x="1648112" y="101510"/>
                  <a:pt x="1644710" y="102355"/>
                  <a:pt x="1640618" y="102355"/>
                </a:cubicBezTo>
                <a:cubicBezTo>
                  <a:pt x="1637236" y="102355"/>
                  <a:pt x="1634344" y="101910"/>
                  <a:pt x="1631941" y="101019"/>
                </a:cubicBezTo>
                <a:cubicBezTo>
                  <a:pt x="1629540" y="100130"/>
                  <a:pt x="1627561" y="98863"/>
                  <a:pt x="1626004" y="97218"/>
                </a:cubicBezTo>
                <a:cubicBezTo>
                  <a:pt x="1624447" y="95571"/>
                  <a:pt x="1623312" y="93702"/>
                  <a:pt x="1622601" y="91612"/>
                </a:cubicBezTo>
                <a:cubicBezTo>
                  <a:pt x="1621890" y="89521"/>
                  <a:pt x="1621534" y="87408"/>
                  <a:pt x="1621534" y="85273"/>
                </a:cubicBezTo>
                <a:cubicBezTo>
                  <a:pt x="1621534" y="82338"/>
                  <a:pt x="1622001" y="79803"/>
                  <a:pt x="1622935" y="77667"/>
                </a:cubicBezTo>
                <a:cubicBezTo>
                  <a:pt x="1623869" y="75532"/>
                  <a:pt x="1625203" y="73708"/>
                  <a:pt x="1626938" y="72196"/>
                </a:cubicBezTo>
                <a:cubicBezTo>
                  <a:pt x="1628673" y="70684"/>
                  <a:pt x="1630741" y="69416"/>
                  <a:pt x="1633143" y="68392"/>
                </a:cubicBezTo>
                <a:cubicBezTo>
                  <a:pt x="1635546" y="67369"/>
                  <a:pt x="1638259" y="66501"/>
                  <a:pt x="1641284" y="65790"/>
                </a:cubicBezTo>
                <a:cubicBezTo>
                  <a:pt x="1645021" y="64901"/>
                  <a:pt x="1647979" y="64123"/>
                  <a:pt x="1650158" y="63456"/>
                </a:cubicBezTo>
                <a:cubicBezTo>
                  <a:pt x="1652338" y="62788"/>
                  <a:pt x="1653962" y="62121"/>
                  <a:pt x="1655029" y="61455"/>
                </a:cubicBezTo>
                <a:cubicBezTo>
                  <a:pt x="1656097" y="60787"/>
                  <a:pt x="1656787" y="60052"/>
                  <a:pt x="1657098" y="59251"/>
                </a:cubicBezTo>
                <a:cubicBezTo>
                  <a:pt x="1657410" y="58450"/>
                  <a:pt x="1657566" y="57472"/>
                  <a:pt x="1657566" y="56315"/>
                </a:cubicBezTo>
                <a:cubicBezTo>
                  <a:pt x="1657566" y="53113"/>
                  <a:pt x="1656431" y="50377"/>
                  <a:pt x="1654161" y="48109"/>
                </a:cubicBezTo>
                <a:cubicBezTo>
                  <a:pt x="1651893" y="45839"/>
                  <a:pt x="1648757" y="44704"/>
                  <a:pt x="1644754" y="44704"/>
                </a:cubicBezTo>
                <a:cubicBezTo>
                  <a:pt x="1643241" y="44704"/>
                  <a:pt x="1641684" y="44904"/>
                  <a:pt x="1640082" y="45305"/>
                </a:cubicBezTo>
                <a:cubicBezTo>
                  <a:pt x="1638482" y="45705"/>
                  <a:pt x="1636947" y="46262"/>
                  <a:pt x="1635478" y="46975"/>
                </a:cubicBezTo>
                <a:cubicBezTo>
                  <a:pt x="1634011" y="47686"/>
                  <a:pt x="1632677" y="48465"/>
                  <a:pt x="1631475" y="49310"/>
                </a:cubicBezTo>
                <a:cubicBezTo>
                  <a:pt x="1630275" y="50155"/>
                  <a:pt x="1629364" y="51066"/>
                  <a:pt x="1628740" y="52045"/>
                </a:cubicBezTo>
                <a:lnTo>
                  <a:pt x="1627806" y="52045"/>
                </a:lnTo>
                <a:lnTo>
                  <a:pt x="1626071" y="44038"/>
                </a:lnTo>
                <a:close/>
                <a:moveTo>
                  <a:pt x="1711079" y="46439"/>
                </a:moveTo>
                <a:cubicBezTo>
                  <a:pt x="1713570" y="42703"/>
                  <a:pt x="1716483" y="39812"/>
                  <a:pt x="1719818" y="37767"/>
                </a:cubicBezTo>
                <a:cubicBezTo>
                  <a:pt x="1723155" y="35720"/>
                  <a:pt x="1726958" y="34696"/>
                  <a:pt x="1731228" y="34696"/>
                </a:cubicBezTo>
                <a:cubicBezTo>
                  <a:pt x="1737901" y="34696"/>
                  <a:pt x="1743039" y="36631"/>
                  <a:pt x="1746642" y="40501"/>
                </a:cubicBezTo>
                <a:cubicBezTo>
                  <a:pt x="1750245" y="44372"/>
                  <a:pt x="1752046" y="50622"/>
                  <a:pt x="1752046" y="59251"/>
                </a:cubicBezTo>
                <a:cubicBezTo>
                  <a:pt x="1752046" y="63788"/>
                  <a:pt x="1751957" y="67791"/>
                  <a:pt x="1751780" y="71261"/>
                </a:cubicBezTo>
                <a:cubicBezTo>
                  <a:pt x="1751602" y="74731"/>
                  <a:pt x="1751513" y="78201"/>
                  <a:pt x="1751513" y="81671"/>
                </a:cubicBezTo>
                <a:cubicBezTo>
                  <a:pt x="1751513" y="84517"/>
                  <a:pt x="1751579" y="87609"/>
                  <a:pt x="1751712" y="90946"/>
                </a:cubicBezTo>
                <a:cubicBezTo>
                  <a:pt x="1751847" y="94281"/>
                  <a:pt x="1752003" y="97506"/>
                  <a:pt x="1752181" y="100620"/>
                </a:cubicBezTo>
                <a:cubicBezTo>
                  <a:pt x="1751024" y="100442"/>
                  <a:pt x="1749556" y="100353"/>
                  <a:pt x="1747776" y="100353"/>
                </a:cubicBezTo>
                <a:cubicBezTo>
                  <a:pt x="1745997" y="100353"/>
                  <a:pt x="1744128" y="100353"/>
                  <a:pt x="1742170" y="100353"/>
                </a:cubicBezTo>
                <a:cubicBezTo>
                  <a:pt x="1740214" y="100353"/>
                  <a:pt x="1738346" y="100353"/>
                  <a:pt x="1736567" y="100353"/>
                </a:cubicBezTo>
                <a:cubicBezTo>
                  <a:pt x="1734787" y="100353"/>
                  <a:pt x="1733319" y="100442"/>
                  <a:pt x="1732162" y="100620"/>
                </a:cubicBezTo>
                <a:cubicBezTo>
                  <a:pt x="1732785" y="95994"/>
                  <a:pt x="1733186" y="90545"/>
                  <a:pt x="1733364" y="84273"/>
                </a:cubicBezTo>
                <a:cubicBezTo>
                  <a:pt x="1733541" y="78001"/>
                  <a:pt x="1733630" y="70817"/>
                  <a:pt x="1733630" y="62721"/>
                </a:cubicBezTo>
                <a:cubicBezTo>
                  <a:pt x="1733630" y="57116"/>
                  <a:pt x="1732674" y="53001"/>
                  <a:pt x="1730761" y="50377"/>
                </a:cubicBezTo>
                <a:cubicBezTo>
                  <a:pt x="1728848" y="47752"/>
                  <a:pt x="1726157" y="46439"/>
                  <a:pt x="1722687" y="46439"/>
                </a:cubicBezTo>
                <a:cubicBezTo>
                  <a:pt x="1718684" y="46439"/>
                  <a:pt x="1715748" y="48174"/>
                  <a:pt x="1713881" y="51644"/>
                </a:cubicBezTo>
                <a:cubicBezTo>
                  <a:pt x="1712013" y="55114"/>
                  <a:pt x="1711079" y="59918"/>
                  <a:pt x="1711079" y="66057"/>
                </a:cubicBezTo>
                <a:lnTo>
                  <a:pt x="1711079" y="71396"/>
                </a:lnTo>
                <a:cubicBezTo>
                  <a:pt x="1711079" y="76822"/>
                  <a:pt x="1711145" y="81937"/>
                  <a:pt x="1711278" y="86741"/>
                </a:cubicBezTo>
                <a:cubicBezTo>
                  <a:pt x="1711411" y="91545"/>
                  <a:pt x="1711700" y="96172"/>
                  <a:pt x="1712146" y="100620"/>
                </a:cubicBezTo>
                <a:cubicBezTo>
                  <a:pt x="1710989" y="100442"/>
                  <a:pt x="1709543" y="100353"/>
                  <a:pt x="1707808" y="100353"/>
                </a:cubicBezTo>
                <a:cubicBezTo>
                  <a:pt x="1706073" y="100353"/>
                  <a:pt x="1704183" y="100353"/>
                  <a:pt x="1702137" y="100353"/>
                </a:cubicBezTo>
                <a:cubicBezTo>
                  <a:pt x="1700090" y="100353"/>
                  <a:pt x="1698222" y="100353"/>
                  <a:pt x="1696532" y="100353"/>
                </a:cubicBezTo>
                <a:cubicBezTo>
                  <a:pt x="1694841" y="100353"/>
                  <a:pt x="1693373" y="100442"/>
                  <a:pt x="1692127" y="100620"/>
                </a:cubicBezTo>
                <a:cubicBezTo>
                  <a:pt x="1692572" y="96172"/>
                  <a:pt x="1692861" y="91545"/>
                  <a:pt x="1692995" y="86741"/>
                </a:cubicBezTo>
                <a:cubicBezTo>
                  <a:pt x="1693129" y="81937"/>
                  <a:pt x="1693196" y="76822"/>
                  <a:pt x="1693196" y="71396"/>
                </a:cubicBezTo>
                <a:lnTo>
                  <a:pt x="1693196" y="66057"/>
                </a:lnTo>
                <a:cubicBezTo>
                  <a:pt x="1693196" y="60631"/>
                  <a:pt x="1693129" y="55538"/>
                  <a:pt x="1692995" y="50778"/>
                </a:cubicBezTo>
                <a:cubicBezTo>
                  <a:pt x="1692861" y="46018"/>
                  <a:pt x="1692572" y="41235"/>
                  <a:pt x="1692127" y="36431"/>
                </a:cubicBezTo>
                <a:cubicBezTo>
                  <a:pt x="1693729" y="36609"/>
                  <a:pt x="1695308" y="36765"/>
                  <a:pt x="1696865" y="36899"/>
                </a:cubicBezTo>
                <a:cubicBezTo>
                  <a:pt x="1698423" y="37032"/>
                  <a:pt x="1700001" y="37099"/>
                  <a:pt x="1701602" y="37099"/>
                </a:cubicBezTo>
                <a:cubicBezTo>
                  <a:pt x="1703204" y="37099"/>
                  <a:pt x="1704783" y="37032"/>
                  <a:pt x="1706340" y="36899"/>
                </a:cubicBezTo>
                <a:cubicBezTo>
                  <a:pt x="1707897" y="36765"/>
                  <a:pt x="1709566" y="36609"/>
                  <a:pt x="1711345" y="36431"/>
                </a:cubicBezTo>
                <a:lnTo>
                  <a:pt x="1710810" y="46439"/>
                </a:lnTo>
                <a:lnTo>
                  <a:pt x="1711079" y="46439"/>
                </a:lnTo>
                <a:close/>
                <a:moveTo>
                  <a:pt x="1814902" y="54847"/>
                </a:moveTo>
                <a:cubicBezTo>
                  <a:pt x="1814189" y="50844"/>
                  <a:pt x="1812788" y="47619"/>
                  <a:pt x="1810697" y="45173"/>
                </a:cubicBezTo>
                <a:cubicBezTo>
                  <a:pt x="1808606" y="42726"/>
                  <a:pt x="1805515" y="41503"/>
                  <a:pt x="1801422" y="41503"/>
                </a:cubicBezTo>
                <a:cubicBezTo>
                  <a:pt x="1796084" y="41503"/>
                  <a:pt x="1792081" y="43928"/>
                  <a:pt x="1789412" y="48777"/>
                </a:cubicBezTo>
                <a:cubicBezTo>
                  <a:pt x="1786743" y="53624"/>
                  <a:pt x="1785409" y="60363"/>
                  <a:pt x="1785409" y="68993"/>
                </a:cubicBezTo>
                <a:cubicBezTo>
                  <a:pt x="1785409" y="77089"/>
                  <a:pt x="1787099" y="83295"/>
                  <a:pt x="1790479" y="87610"/>
                </a:cubicBezTo>
                <a:cubicBezTo>
                  <a:pt x="1793860" y="91925"/>
                  <a:pt x="1798798" y="94082"/>
                  <a:pt x="1805293" y="94082"/>
                </a:cubicBezTo>
                <a:cubicBezTo>
                  <a:pt x="1808051" y="94082"/>
                  <a:pt x="1810720" y="93437"/>
                  <a:pt x="1813299" y="92147"/>
                </a:cubicBezTo>
                <a:cubicBezTo>
                  <a:pt x="1815880" y="90856"/>
                  <a:pt x="1817793" y="89411"/>
                  <a:pt x="1819038" y="87810"/>
                </a:cubicBezTo>
                <a:lnTo>
                  <a:pt x="1820640" y="89144"/>
                </a:lnTo>
                <a:cubicBezTo>
                  <a:pt x="1820017" y="90389"/>
                  <a:pt x="1819483" y="91679"/>
                  <a:pt x="1819038" y="93015"/>
                </a:cubicBezTo>
                <a:cubicBezTo>
                  <a:pt x="1818592" y="94349"/>
                  <a:pt x="1818148" y="95684"/>
                  <a:pt x="1817704" y="97018"/>
                </a:cubicBezTo>
                <a:cubicBezTo>
                  <a:pt x="1815746" y="98530"/>
                  <a:pt x="1813277" y="99798"/>
                  <a:pt x="1810296" y="100820"/>
                </a:cubicBezTo>
                <a:cubicBezTo>
                  <a:pt x="1807316" y="101843"/>
                  <a:pt x="1803780" y="102355"/>
                  <a:pt x="1799687" y="102355"/>
                </a:cubicBezTo>
                <a:cubicBezTo>
                  <a:pt x="1793193" y="102355"/>
                  <a:pt x="1787721" y="101421"/>
                  <a:pt x="1783273" y="99553"/>
                </a:cubicBezTo>
                <a:cubicBezTo>
                  <a:pt x="1778825" y="97685"/>
                  <a:pt x="1775245" y="95150"/>
                  <a:pt x="1772531" y="91948"/>
                </a:cubicBezTo>
                <a:cubicBezTo>
                  <a:pt x="1769818" y="88744"/>
                  <a:pt x="1767882" y="85118"/>
                  <a:pt x="1766726" y="81070"/>
                </a:cubicBezTo>
                <a:cubicBezTo>
                  <a:pt x="1765569" y="77022"/>
                  <a:pt x="1764991" y="72952"/>
                  <a:pt x="1764991" y="68861"/>
                </a:cubicBezTo>
                <a:cubicBezTo>
                  <a:pt x="1764991" y="63967"/>
                  <a:pt x="1765814" y="59429"/>
                  <a:pt x="1767459" y="55248"/>
                </a:cubicBezTo>
                <a:cubicBezTo>
                  <a:pt x="1769106" y="51067"/>
                  <a:pt x="1771464" y="47464"/>
                  <a:pt x="1774533" y="44440"/>
                </a:cubicBezTo>
                <a:cubicBezTo>
                  <a:pt x="1777602" y="41414"/>
                  <a:pt x="1781316" y="39033"/>
                  <a:pt x="1785675" y="37298"/>
                </a:cubicBezTo>
                <a:cubicBezTo>
                  <a:pt x="1790034" y="35563"/>
                  <a:pt x="1794883" y="34696"/>
                  <a:pt x="1800222" y="34696"/>
                </a:cubicBezTo>
                <a:cubicBezTo>
                  <a:pt x="1805293" y="34696"/>
                  <a:pt x="1809585" y="35274"/>
                  <a:pt x="1813098" y="36431"/>
                </a:cubicBezTo>
                <a:cubicBezTo>
                  <a:pt x="1816612" y="37587"/>
                  <a:pt x="1819972" y="39100"/>
                  <a:pt x="1823175" y="40968"/>
                </a:cubicBezTo>
                <a:cubicBezTo>
                  <a:pt x="1822107" y="42747"/>
                  <a:pt x="1821106" y="44928"/>
                  <a:pt x="1820172" y="47508"/>
                </a:cubicBezTo>
                <a:cubicBezTo>
                  <a:pt x="1819238" y="50087"/>
                  <a:pt x="1818548" y="52534"/>
                  <a:pt x="1818103" y="54847"/>
                </a:cubicBezTo>
                <a:lnTo>
                  <a:pt x="1814902" y="54847"/>
                </a:lnTo>
                <a:close/>
                <a:moveTo>
                  <a:pt x="1850132" y="68726"/>
                </a:moveTo>
                <a:cubicBezTo>
                  <a:pt x="1850132" y="72284"/>
                  <a:pt x="1850488" y="75620"/>
                  <a:pt x="1851199" y="78734"/>
                </a:cubicBezTo>
                <a:cubicBezTo>
                  <a:pt x="1851912" y="81849"/>
                  <a:pt x="1853002" y="84540"/>
                  <a:pt x="1854469" y="86808"/>
                </a:cubicBezTo>
                <a:cubicBezTo>
                  <a:pt x="1855937" y="89077"/>
                  <a:pt x="1857805" y="90856"/>
                  <a:pt x="1860073" y="92147"/>
                </a:cubicBezTo>
                <a:cubicBezTo>
                  <a:pt x="1862343" y="93437"/>
                  <a:pt x="1864990" y="94082"/>
                  <a:pt x="1868015" y="94082"/>
                </a:cubicBezTo>
                <a:cubicBezTo>
                  <a:pt x="1874153" y="94082"/>
                  <a:pt x="1879625" y="92080"/>
                  <a:pt x="1884429" y="88077"/>
                </a:cubicBezTo>
                <a:lnTo>
                  <a:pt x="1886029" y="89278"/>
                </a:lnTo>
                <a:lnTo>
                  <a:pt x="1883093" y="96751"/>
                </a:lnTo>
                <a:cubicBezTo>
                  <a:pt x="1880870" y="98441"/>
                  <a:pt x="1878201" y="99798"/>
                  <a:pt x="1875087" y="100820"/>
                </a:cubicBezTo>
                <a:cubicBezTo>
                  <a:pt x="1871972" y="101843"/>
                  <a:pt x="1867880" y="102355"/>
                  <a:pt x="1862810" y="102355"/>
                </a:cubicBezTo>
                <a:cubicBezTo>
                  <a:pt x="1858451" y="102355"/>
                  <a:pt x="1854314" y="101754"/>
                  <a:pt x="1850399" y="100553"/>
                </a:cubicBezTo>
                <a:cubicBezTo>
                  <a:pt x="1846485" y="99353"/>
                  <a:pt x="1843038" y="97374"/>
                  <a:pt x="1840057" y="94615"/>
                </a:cubicBezTo>
                <a:cubicBezTo>
                  <a:pt x="1837077" y="91857"/>
                  <a:pt x="1834720" y="88365"/>
                  <a:pt x="1832985" y="84139"/>
                </a:cubicBezTo>
                <a:cubicBezTo>
                  <a:pt x="1831250" y="79913"/>
                  <a:pt x="1830382" y="74864"/>
                  <a:pt x="1830382" y="68993"/>
                </a:cubicBezTo>
                <a:cubicBezTo>
                  <a:pt x="1830382" y="63210"/>
                  <a:pt x="1831160" y="58184"/>
                  <a:pt x="1832716" y="53914"/>
                </a:cubicBezTo>
                <a:cubicBezTo>
                  <a:pt x="1834273" y="49644"/>
                  <a:pt x="1836431" y="46085"/>
                  <a:pt x="1839189" y="43238"/>
                </a:cubicBezTo>
                <a:cubicBezTo>
                  <a:pt x="1841948" y="40390"/>
                  <a:pt x="1845217" y="38255"/>
                  <a:pt x="1848998" y="36832"/>
                </a:cubicBezTo>
                <a:cubicBezTo>
                  <a:pt x="1852779" y="35408"/>
                  <a:pt x="1856893" y="34696"/>
                  <a:pt x="1861342" y="34696"/>
                </a:cubicBezTo>
                <a:cubicBezTo>
                  <a:pt x="1870149" y="34696"/>
                  <a:pt x="1876888" y="37276"/>
                  <a:pt x="1881558" y="42436"/>
                </a:cubicBezTo>
                <a:cubicBezTo>
                  <a:pt x="1886229" y="47596"/>
                  <a:pt x="1888565" y="54891"/>
                  <a:pt x="1888565" y="64322"/>
                </a:cubicBezTo>
                <a:lnTo>
                  <a:pt x="1888565" y="67126"/>
                </a:lnTo>
                <a:cubicBezTo>
                  <a:pt x="1888565" y="67925"/>
                  <a:pt x="1888521" y="68459"/>
                  <a:pt x="1888432" y="68726"/>
                </a:cubicBezTo>
                <a:lnTo>
                  <a:pt x="1850132" y="68726"/>
                </a:lnTo>
                <a:moveTo>
                  <a:pt x="1870684" y="62721"/>
                </a:moveTo>
                <a:cubicBezTo>
                  <a:pt x="1870505" y="56049"/>
                  <a:pt x="1869682" y="50711"/>
                  <a:pt x="1868214" y="46708"/>
                </a:cubicBezTo>
                <a:cubicBezTo>
                  <a:pt x="1866747" y="42703"/>
                  <a:pt x="1864278" y="40701"/>
                  <a:pt x="1860808" y="40701"/>
                </a:cubicBezTo>
                <a:cubicBezTo>
                  <a:pt x="1858851" y="40701"/>
                  <a:pt x="1857205" y="41368"/>
                  <a:pt x="1855870" y="42703"/>
                </a:cubicBezTo>
                <a:cubicBezTo>
                  <a:pt x="1854536" y="44037"/>
                  <a:pt x="1853468" y="45750"/>
                  <a:pt x="1852667" y="47842"/>
                </a:cubicBezTo>
                <a:cubicBezTo>
                  <a:pt x="1851866" y="49933"/>
                  <a:pt x="1851266" y="52290"/>
                  <a:pt x="1850865" y="54914"/>
                </a:cubicBezTo>
                <a:cubicBezTo>
                  <a:pt x="1850466" y="57538"/>
                  <a:pt x="1850222" y="60141"/>
                  <a:pt x="1850132" y="62721"/>
                </a:cubicBezTo>
                <a:lnTo>
                  <a:pt x="1870684" y="62721"/>
                </a:lnTo>
                <a:close/>
                <a:moveTo>
                  <a:pt x="1917923" y="5873"/>
                </a:moveTo>
                <a:lnTo>
                  <a:pt x="1917923" y="51512"/>
                </a:lnTo>
                <a:lnTo>
                  <a:pt x="1904579" y="51512"/>
                </a:lnTo>
                <a:lnTo>
                  <a:pt x="1904579" y="5873"/>
                </a:lnTo>
                <a:lnTo>
                  <a:pt x="1917923" y="5873"/>
                </a:lnTo>
                <a:close/>
                <a:moveTo>
                  <a:pt x="1946482" y="94349"/>
                </a:moveTo>
                <a:cubicBezTo>
                  <a:pt x="1946482" y="92303"/>
                  <a:pt x="1947238" y="90524"/>
                  <a:pt x="1948751" y="89011"/>
                </a:cubicBezTo>
                <a:cubicBezTo>
                  <a:pt x="1950263" y="87498"/>
                  <a:pt x="1952043" y="86741"/>
                  <a:pt x="1954090" y="86741"/>
                </a:cubicBezTo>
                <a:cubicBezTo>
                  <a:pt x="1956136" y="86741"/>
                  <a:pt x="1957915" y="87498"/>
                  <a:pt x="1959427" y="89011"/>
                </a:cubicBezTo>
                <a:cubicBezTo>
                  <a:pt x="1960939" y="90524"/>
                  <a:pt x="1961695" y="92303"/>
                  <a:pt x="1961695" y="94349"/>
                </a:cubicBezTo>
                <a:cubicBezTo>
                  <a:pt x="1961695" y="96394"/>
                  <a:pt x="1960939" y="98107"/>
                  <a:pt x="1959427" y="99486"/>
                </a:cubicBezTo>
                <a:cubicBezTo>
                  <a:pt x="1957915" y="100865"/>
                  <a:pt x="1956136" y="101555"/>
                  <a:pt x="1954090" y="101555"/>
                </a:cubicBezTo>
                <a:cubicBezTo>
                  <a:pt x="1952043" y="101555"/>
                  <a:pt x="1950263" y="100865"/>
                  <a:pt x="1948751" y="99486"/>
                </a:cubicBezTo>
                <a:cubicBezTo>
                  <a:pt x="1947238" y="98107"/>
                  <a:pt x="1946482" y="96394"/>
                  <a:pt x="1946482" y="94349"/>
                </a:cubicBezTo>
                <a:moveTo>
                  <a:pt x="1940477" y="11611"/>
                </a:moveTo>
                <a:cubicBezTo>
                  <a:pt x="1942257" y="10542"/>
                  <a:pt x="1944214" y="9541"/>
                  <a:pt x="1946348" y="8607"/>
                </a:cubicBezTo>
                <a:cubicBezTo>
                  <a:pt x="1948483" y="7673"/>
                  <a:pt x="1951108" y="7206"/>
                  <a:pt x="1954222" y="7206"/>
                </a:cubicBezTo>
                <a:cubicBezTo>
                  <a:pt x="1957424" y="7206"/>
                  <a:pt x="1960249" y="7673"/>
                  <a:pt x="1962695" y="8607"/>
                </a:cubicBezTo>
                <a:cubicBezTo>
                  <a:pt x="1965143" y="9541"/>
                  <a:pt x="1967211" y="10809"/>
                  <a:pt x="1968902" y="12411"/>
                </a:cubicBezTo>
                <a:cubicBezTo>
                  <a:pt x="1970592" y="14012"/>
                  <a:pt x="1971859" y="15880"/>
                  <a:pt x="1972703" y="18015"/>
                </a:cubicBezTo>
                <a:cubicBezTo>
                  <a:pt x="1973549" y="20150"/>
                  <a:pt x="1973972" y="22419"/>
                  <a:pt x="1973972" y="24822"/>
                </a:cubicBezTo>
                <a:cubicBezTo>
                  <a:pt x="1973972" y="27935"/>
                  <a:pt x="1973394" y="30804"/>
                  <a:pt x="1972237" y="33429"/>
                </a:cubicBezTo>
                <a:cubicBezTo>
                  <a:pt x="1971080" y="36054"/>
                  <a:pt x="1969612" y="38478"/>
                  <a:pt x="1967833" y="40703"/>
                </a:cubicBezTo>
                <a:cubicBezTo>
                  <a:pt x="1966054" y="42927"/>
                  <a:pt x="1964141" y="45040"/>
                  <a:pt x="1962094" y="47042"/>
                </a:cubicBezTo>
                <a:cubicBezTo>
                  <a:pt x="1960049" y="49043"/>
                  <a:pt x="1958136" y="51022"/>
                  <a:pt x="1956356" y="52980"/>
                </a:cubicBezTo>
                <a:cubicBezTo>
                  <a:pt x="1954578" y="54937"/>
                  <a:pt x="1953110" y="56939"/>
                  <a:pt x="1951954" y="58985"/>
                </a:cubicBezTo>
                <a:cubicBezTo>
                  <a:pt x="1950797" y="61030"/>
                  <a:pt x="1950219" y="63210"/>
                  <a:pt x="1950219" y="65523"/>
                </a:cubicBezTo>
                <a:cubicBezTo>
                  <a:pt x="1950219" y="67303"/>
                  <a:pt x="1950797" y="69060"/>
                  <a:pt x="1951954" y="70795"/>
                </a:cubicBezTo>
                <a:cubicBezTo>
                  <a:pt x="1953110" y="72530"/>
                  <a:pt x="1954845" y="73397"/>
                  <a:pt x="1957158" y="73397"/>
                </a:cubicBezTo>
                <a:cubicBezTo>
                  <a:pt x="1958225" y="73397"/>
                  <a:pt x="1959159" y="73242"/>
                  <a:pt x="1959960" y="72931"/>
                </a:cubicBezTo>
                <a:cubicBezTo>
                  <a:pt x="1960761" y="72619"/>
                  <a:pt x="1961340" y="72374"/>
                  <a:pt x="1961695" y="72196"/>
                </a:cubicBezTo>
                <a:lnTo>
                  <a:pt x="1962495" y="72729"/>
                </a:lnTo>
                <a:cubicBezTo>
                  <a:pt x="1962140" y="73175"/>
                  <a:pt x="1961806" y="73753"/>
                  <a:pt x="1961494" y="74464"/>
                </a:cubicBezTo>
                <a:cubicBezTo>
                  <a:pt x="1961183" y="75176"/>
                  <a:pt x="1960983" y="75843"/>
                  <a:pt x="1960895" y="76466"/>
                </a:cubicBezTo>
                <a:cubicBezTo>
                  <a:pt x="1959561" y="76911"/>
                  <a:pt x="1958003" y="77134"/>
                  <a:pt x="1956224" y="77134"/>
                </a:cubicBezTo>
                <a:cubicBezTo>
                  <a:pt x="1955157" y="77134"/>
                  <a:pt x="1953800" y="76867"/>
                  <a:pt x="1952153" y="76334"/>
                </a:cubicBezTo>
                <a:cubicBezTo>
                  <a:pt x="1950508" y="75799"/>
                  <a:pt x="1948929" y="74953"/>
                  <a:pt x="1947417" y="73796"/>
                </a:cubicBezTo>
                <a:cubicBezTo>
                  <a:pt x="1945905" y="72640"/>
                  <a:pt x="1944614" y="71128"/>
                  <a:pt x="1943546" y="69260"/>
                </a:cubicBezTo>
                <a:cubicBezTo>
                  <a:pt x="1942479" y="67392"/>
                  <a:pt x="1941945" y="65078"/>
                  <a:pt x="1941945" y="62320"/>
                </a:cubicBezTo>
                <a:cubicBezTo>
                  <a:pt x="1941945" y="59385"/>
                  <a:pt x="1942501" y="56694"/>
                  <a:pt x="1943613" y="54248"/>
                </a:cubicBezTo>
                <a:cubicBezTo>
                  <a:pt x="1944725" y="51801"/>
                  <a:pt x="1946148" y="49532"/>
                  <a:pt x="1947883" y="47441"/>
                </a:cubicBezTo>
                <a:cubicBezTo>
                  <a:pt x="1949618" y="45350"/>
                  <a:pt x="1951464" y="43371"/>
                  <a:pt x="1953422" y="41503"/>
                </a:cubicBezTo>
                <a:cubicBezTo>
                  <a:pt x="1955379" y="39634"/>
                  <a:pt x="1957226" y="37743"/>
                  <a:pt x="1958961" y="35830"/>
                </a:cubicBezTo>
                <a:cubicBezTo>
                  <a:pt x="1960695" y="33917"/>
                  <a:pt x="1962119" y="31916"/>
                  <a:pt x="1963231" y="29825"/>
                </a:cubicBezTo>
                <a:cubicBezTo>
                  <a:pt x="1964342" y="27735"/>
                  <a:pt x="1964898" y="25489"/>
                  <a:pt x="1964898" y="23087"/>
                </a:cubicBezTo>
                <a:cubicBezTo>
                  <a:pt x="1964898" y="21308"/>
                  <a:pt x="1964564" y="19750"/>
                  <a:pt x="1963896" y="18416"/>
                </a:cubicBezTo>
                <a:cubicBezTo>
                  <a:pt x="1963230" y="17082"/>
                  <a:pt x="1962362" y="15947"/>
                  <a:pt x="1961294" y="15013"/>
                </a:cubicBezTo>
                <a:cubicBezTo>
                  <a:pt x="1960227" y="14079"/>
                  <a:pt x="1959004" y="13368"/>
                  <a:pt x="1957625" y="12879"/>
                </a:cubicBezTo>
                <a:cubicBezTo>
                  <a:pt x="1956245" y="12389"/>
                  <a:pt x="1954845" y="12144"/>
                  <a:pt x="1953422" y="12144"/>
                </a:cubicBezTo>
                <a:cubicBezTo>
                  <a:pt x="1951019" y="12144"/>
                  <a:pt x="1948772" y="12723"/>
                  <a:pt x="1946682" y="13879"/>
                </a:cubicBezTo>
                <a:cubicBezTo>
                  <a:pt x="1944591" y="15036"/>
                  <a:pt x="1942790" y="16503"/>
                  <a:pt x="1941278" y="18282"/>
                </a:cubicBezTo>
                <a:lnTo>
                  <a:pt x="1940477" y="11611"/>
                </a:lnTo>
                <a:close/>
                <a:moveTo>
                  <a:pt x="2063604" y="53513"/>
                </a:moveTo>
                <a:cubicBezTo>
                  <a:pt x="2066629" y="54224"/>
                  <a:pt x="2069788" y="54580"/>
                  <a:pt x="2073080" y="54580"/>
                </a:cubicBezTo>
                <a:cubicBezTo>
                  <a:pt x="2075837" y="54580"/>
                  <a:pt x="2078684" y="54269"/>
                  <a:pt x="2081620" y="53648"/>
                </a:cubicBezTo>
                <a:cubicBezTo>
                  <a:pt x="2084557" y="53024"/>
                  <a:pt x="2087248" y="51890"/>
                  <a:pt x="2089694" y="50245"/>
                </a:cubicBezTo>
                <a:cubicBezTo>
                  <a:pt x="2092141" y="48598"/>
                  <a:pt x="2094142" y="46329"/>
                  <a:pt x="2095699" y="43438"/>
                </a:cubicBezTo>
                <a:cubicBezTo>
                  <a:pt x="2097256" y="40546"/>
                  <a:pt x="2098035" y="36832"/>
                  <a:pt x="2098035" y="32295"/>
                </a:cubicBezTo>
                <a:cubicBezTo>
                  <a:pt x="2098035" y="28470"/>
                  <a:pt x="2097501" y="25356"/>
                  <a:pt x="2096432" y="22955"/>
                </a:cubicBezTo>
                <a:cubicBezTo>
                  <a:pt x="2095365" y="20552"/>
                  <a:pt x="2093875" y="18683"/>
                  <a:pt x="2091963" y="17349"/>
                </a:cubicBezTo>
                <a:cubicBezTo>
                  <a:pt x="2090050" y="16015"/>
                  <a:pt x="2087714" y="15103"/>
                  <a:pt x="2084956" y="14614"/>
                </a:cubicBezTo>
                <a:cubicBezTo>
                  <a:pt x="2082199" y="14124"/>
                  <a:pt x="2079085" y="13879"/>
                  <a:pt x="2075615" y="13879"/>
                </a:cubicBezTo>
                <a:lnTo>
                  <a:pt x="2063604" y="13879"/>
                </a:lnTo>
                <a:lnTo>
                  <a:pt x="2063604" y="53513"/>
                </a:lnTo>
                <a:moveTo>
                  <a:pt x="2052663" y="43505"/>
                </a:moveTo>
                <a:cubicBezTo>
                  <a:pt x="2052663" y="37632"/>
                  <a:pt x="2052551" y="31872"/>
                  <a:pt x="2052329" y="26223"/>
                </a:cubicBezTo>
                <a:cubicBezTo>
                  <a:pt x="2052106" y="20573"/>
                  <a:pt x="2051861" y="14812"/>
                  <a:pt x="2051594" y="8941"/>
                </a:cubicBezTo>
                <a:cubicBezTo>
                  <a:pt x="2053729" y="9119"/>
                  <a:pt x="2055886" y="9275"/>
                  <a:pt x="2058065" y="9410"/>
                </a:cubicBezTo>
                <a:cubicBezTo>
                  <a:pt x="2060245" y="9543"/>
                  <a:pt x="2062403" y="9609"/>
                  <a:pt x="2064538" y="9609"/>
                </a:cubicBezTo>
                <a:cubicBezTo>
                  <a:pt x="2065607" y="9609"/>
                  <a:pt x="2066897" y="9564"/>
                  <a:pt x="2068409" y="9475"/>
                </a:cubicBezTo>
                <a:cubicBezTo>
                  <a:pt x="2069921" y="9385"/>
                  <a:pt x="2071456" y="9319"/>
                  <a:pt x="2073013" y="9275"/>
                </a:cubicBezTo>
                <a:cubicBezTo>
                  <a:pt x="2074570" y="9230"/>
                  <a:pt x="2076060" y="9164"/>
                  <a:pt x="2077483" y="9076"/>
                </a:cubicBezTo>
                <a:cubicBezTo>
                  <a:pt x="2078907" y="8986"/>
                  <a:pt x="2080108" y="8941"/>
                  <a:pt x="2081087" y="8941"/>
                </a:cubicBezTo>
                <a:cubicBezTo>
                  <a:pt x="2082421" y="8941"/>
                  <a:pt x="2084067" y="8986"/>
                  <a:pt x="2086023" y="9076"/>
                </a:cubicBezTo>
                <a:cubicBezTo>
                  <a:pt x="2087980" y="9164"/>
                  <a:pt x="2090049" y="9431"/>
                  <a:pt x="2092229" y="9876"/>
                </a:cubicBezTo>
                <a:cubicBezTo>
                  <a:pt x="2094410" y="10320"/>
                  <a:pt x="2096567" y="10987"/>
                  <a:pt x="2098701" y="11878"/>
                </a:cubicBezTo>
                <a:cubicBezTo>
                  <a:pt x="2100836" y="12767"/>
                  <a:pt x="2102771" y="14056"/>
                  <a:pt x="2104506" y="15746"/>
                </a:cubicBezTo>
                <a:cubicBezTo>
                  <a:pt x="2106241" y="17437"/>
                  <a:pt x="2107642" y="19550"/>
                  <a:pt x="2108709" y="22085"/>
                </a:cubicBezTo>
                <a:cubicBezTo>
                  <a:pt x="2109777" y="24621"/>
                  <a:pt x="2110311" y="27757"/>
                  <a:pt x="2110311" y="31493"/>
                </a:cubicBezTo>
                <a:cubicBezTo>
                  <a:pt x="2110311" y="37366"/>
                  <a:pt x="2109044" y="42126"/>
                  <a:pt x="2106508" y="45773"/>
                </a:cubicBezTo>
                <a:cubicBezTo>
                  <a:pt x="2103973" y="49421"/>
                  <a:pt x="2100860" y="52268"/>
                  <a:pt x="2097167" y="54313"/>
                </a:cubicBezTo>
                <a:cubicBezTo>
                  <a:pt x="2093475" y="56359"/>
                  <a:pt x="2089560" y="57738"/>
                  <a:pt x="2085422" y="58451"/>
                </a:cubicBezTo>
                <a:cubicBezTo>
                  <a:pt x="2081286" y="59162"/>
                  <a:pt x="2077616" y="59518"/>
                  <a:pt x="2074414" y="59518"/>
                </a:cubicBezTo>
                <a:cubicBezTo>
                  <a:pt x="2072368" y="59518"/>
                  <a:pt x="2070500" y="59496"/>
                  <a:pt x="2068808" y="59451"/>
                </a:cubicBezTo>
                <a:cubicBezTo>
                  <a:pt x="2067118" y="59406"/>
                  <a:pt x="2065383" y="59295"/>
                  <a:pt x="2063604" y="59117"/>
                </a:cubicBezTo>
                <a:lnTo>
                  <a:pt x="2063604" y="66458"/>
                </a:lnTo>
                <a:cubicBezTo>
                  <a:pt x="2063604" y="72329"/>
                  <a:pt x="2063715" y="78112"/>
                  <a:pt x="2063937" y="83807"/>
                </a:cubicBezTo>
                <a:cubicBezTo>
                  <a:pt x="2064160" y="89500"/>
                  <a:pt x="2064405" y="95105"/>
                  <a:pt x="2064673" y="100620"/>
                </a:cubicBezTo>
                <a:cubicBezTo>
                  <a:pt x="2062625" y="100442"/>
                  <a:pt x="2060446" y="100353"/>
                  <a:pt x="2058134" y="100353"/>
                </a:cubicBezTo>
                <a:cubicBezTo>
                  <a:pt x="2055821" y="100353"/>
                  <a:pt x="2053641" y="100442"/>
                  <a:pt x="2051594" y="100620"/>
                </a:cubicBezTo>
                <a:cubicBezTo>
                  <a:pt x="2051861" y="95105"/>
                  <a:pt x="2052106" y="89500"/>
                  <a:pt x="2052329" y="83807"/>
                </a:cubicBezTo>
                <a:cubicBezTo>
                  <a:pt x="2052551" y="78112"/>
                  <a:pt x="2052663" y="72329"/>
                  <a:pt x="2052663" y="66458"/>
                </a:cubicBezTo>
                <a:lnTo>
                  <a:pt x="2052663" y="43505"/>
                </a:lnTo>
                <a:close/>
                <a:moveTo>
                  <a:pt x="2127394" y="38433"/>
                </a:moveTo>
                <a:cubicBezTo>
                  <a:pt x="2127394" y="35408"/>
                  <a:pt x="2127371" y="32117"/>
                  <a:pt x="2127327" y="28559"/>
                </a:cubicBezTo>
                <a:cubicBezTo>
                  <a:pt x="2127282" y="24999"/>
                  <a:pt x="2127215" y="21485"/>
                  <a:pt x="2127125" y="18015"/>
                </a:cubicBezTo>
                <a:cubicBezTo>
                  <a:pt x="2127037" y="14545"/>
                  <a:pt x="2126925" y="11231"/>
                  <a:pt x="2126791" y="8074"/>
                </a:cubicBezTo>
                <a:cubicBezTo>
                  <a:pt x="2126658" y="4915"/>
                  <a:pt x="2126503" y="2224"/>
                  <a:pt x="2126325" y="0"/>
                </a:cubicBezTo>
                <a:cubicBezTo>
                  <a:pt x="2128816" y="445"/>
                  <a:pt x="2130818" y="668"/>
                  <a:pt x="2132332" y="668"/>
                </a:cubicBezTo>
                <a:cubicBezTo>
                  <a:pt x="2133844" y="668"/>
                  <a:pt x="2135846" y="445"/>
                  <a:pt x="2138337" y="0"/>
                </a:cubicBezTo>
                <a:cubicBezTo>
                  <a:pt x="2138159" y="2224"/>
                  <a:pt x="2138003" y="4915"/>
                  <a:pt x="2137868" y="8074"/>
                </a:cubicBezTo>
                <a:cubicBezTo>
                  <a:pt x="2137735" y="11231"/>
                  <a:pt x="2137624" y="14545"/>
                  <a:pt x="2137534" y="18015"/>
                </a:cubicBezTo>
                <a:cubicBezTo>
                  <a:pt x="2137446" y="21485"/>
                  <a:pt x="2137380" y="24999"/>
                  <a:pt x="2137335" y="28559"/>
                </a:cubicBezTo>
                <a:cubicBezTo>
                  <a:pt x="2137290" y="32117"/>
                  <a:pt x="2137268" y="35408"/>
                  <a:pt x="2137268" y="38433"/>
                </a:cubicBezTo>
                <a:lnTo>
                  <a:pt x="2137268" y="62587"/>
                </a:lnTo>
                <a:cubicBezTo>
                  <a:pt x="2137268" y="65613"/>
                  <a:pt x="2137290" y="68905"/>
                  <a:pt x="2137335" y="72463"/>
                </a:cubicBezTo>
                <a:cubicBezTo>
                  <a:pt x="2137380" y="76021"/>
                  <a:pt x="2137446" y="79535"/>
                  <a:pt x="2137534" y="83004"/>
                </a:cubicBezTo>
                <a:cubicBezTo>
                  <a:pt x="2137624" y="86474"/>
                  <a:pt x="2137735" y="89766"/>
                  <a:pt x="2137868" y="92880"/>
                </a:cubicBezTo>
                <a:cubicBezTo>
                  <a:pt x="2138003" y="95994"/>
                  <a:pt x="2138159" y="98574"/>
                  <a:pt x="2138337" y="100620"/>
                </a:cubicBezTo>
                <a:cubicBezTo>
                  <a:pt x="2136290" y="100442"/>
                  <a:pt x="2134288" y="100353"/>
                  <a:pt x="2132332" y="100353"/>
                </a:cubicBezTo>
                <a:cubicBezTo>
                  <a:pt x="2130374" y="100353"/>
                  <a:pt x="2128372" y="100442"/>
                  <a:pt x="2126325" y="100620"/>
                </a:cubicBezTo>
                <a:cubicBezTo>
                  <a:pt x="2126503" y="98574"/>
                  <a:pt x="2126658" y="95994"/>
                  <a:pt x="2126791" y="92880"/>
                </a:cubicBezTo>
                <a:cubicBezTo>
                  <a:pt x="2126925" y="89766"/>
                  <a:pt x="2127037" y="86474"/>
                  <a:pt x="2127125" y="83004"/>
                </a:cubicBezTo>
                <a:cubicBezTo>
                  <a:pt x="2127215" y="79535"/>
                  <a:pt x="2127282" y="76021"/>
                  <a:pt x="2127327" y="72463"/>
                </a:cubicBezTo>
                <a:cubicBezTo>
                  <a:pt x="2127371" y="68905"/>
                  <a:pt x="2127394" y="65613"/>
                  <a:pt x="2127394" y="62587"/>
                </a:cubicBezTo>
                <a:lnTo>
                  <a:pt x="2127394" y="38433"/>
                </a:lnTo>
                <a:close/>
                <a:moveTo>
                  <a:pt x="2186378" y="40167"/>
                </a:moveTo>
                <a:cubicBezTo>
                  <a:pt x="2183086" y="40167"/>
                  <a:pt x="2180305" y="40924"/>
                  <a:pt x="2178035" y="42436"/>
                </a:cubicBezTo>
                <a:cubicBezTo>
                  <a:pt x="2175767" y="43948"/>
                  <a:pt x="2173899" y="45839"/>
                  <a:pt x="2172431" y="48109"/>
                </a:cubicBezTo>
                <a:cubicBezTo>
                  <a:pt x="2170964" y="50377"/>
                  <a:pt x="2169852" y="52868"/>
                  <a:pt x="2169096" y="55582"/>
                </a:cubicBezTo>
                <a:cubicBezTo>
                  <a:pt x="2168340" y="58296"/>
                  <a:pt x="2167873" y="60853"/>
                  <a:pt x="2167695" y="63255"/>
                </a:cubicBezTo>
                <a:cubicBezTo>
                  <a:pt x="2170452" y="63344"/>
                  <a:pt x="2173321" y="63434"/>
                  <a:pt x="2176300" y="63523"/>
                </a:cubicBezTo>
                <a:cubicBezTo>
                  <a:pt x="2179282" y="63612"/>
                  <a:pt x="2182195" y="63656"/>
                  <a:pt x="2185042" y="63656"/>
                </a:cubicBezTo>
                <a:cubicBezTo>
                  <a:pt x="2187978" y="63656"/>
                  <a:pt x="2190959" y="63612"/>
                  <a:pt x="2193983" y="63523"/>
                </a:cubicBezTo>
                <a:cubicBezTo>
                  <a:pt x="2197008" y="63434"/>
                  <a:pt x="2199944" y="63344"/>
                  <a:pt x="2202792" y="63255"/>
                </a:cubicBezTo>
                <a:cubicBezTo>
                  <a:pt x="2202792" y="60853"/>
                  <a:pt x="2202592" y="58318"/>
                  <a:pt x="2202192" y="55649"/>
                </a:cubicBezTo>
                <a:cubicBezTo>
                  <a:pt x="2201791" y="52979"/>
                  <a:pt x="2200990" y="50487"/>
                  <a:pt x="2199789" y="48174"/>
                </a:cubicBezTo>
                <a:cubicBezTo>
                  <a:pt x="2198587" y="45861"/>
                  <a:pt x="2196919" y="43948"/>
                  <a:pt x="2194784" y="42436"/>
                </a:cubicBezTo>
                <a:cubicBezTo>
                  <a:pt x="2192648" y="40924"/>
                  <a:pt x="2189846" y="40167"/>
                  <a:pt x="2186378" y="40167"/>
                </a:cubicBezTo>
                <a:moveTo>
                  <a:pt x="2155551" y="70995"/>
                </a:moveTo>
                <a:cubicBezTo>
                  <a:pt x="2155551" y="60052"/>
                  <a:pt x="2158152" y="51467"/>
                  <a:pt x="2163356" y="45240"/>
                </a:cubicBezTo>
                <a:cubicBezTo>
                  <a:pt x="2168561" y="39012"/>
                  <a:pt x="2176146" y="35897"/>
                  <a:pt x="2186111" y="35897"/>
                </a:cubicBezTo>
                <a:cubicBezTo>
                  <a:pt x="2190826" y="35897"/>
                  <a:pt x="2194896" y="36632"/>
                  <a:pt x="2198321" y="38101"/>
                </a:cubicBezTo>
                <a:cubicBezTo>
                  <a:pt x="2201746" y="39568"/>
                  <a:pt x="2204615" y="41525"/>
                  <a:pt x="2206928" y="43971"/>
                </a:cubicBezTo>
                <a:cubicBezTo>
                  <a:pt x="2209241" y="46417"/>
                  <a:pt x="2210954" y="49287"/>
                  <a:pt x="2212065" y="52579"/>
                </a:cubicBezTo>
                <a:cubicBezTo>
                  <a:pt x="2213177" y="55870"/>
                  <a:pt x="2213733" y="59384"/>
                  <a:pt x="2213733" y="63120"/>
                </a:cubicBezTo>
                <a:cubicBezTo>
                  <a:pt x="2213733" y="64011"/>
                  <a:pt x="2213711" y="64879"/>
                  <a:pt x="2213666" y="65725"/>
                </a:cubicBezTo>
                <a:cubicBezTo>
                  <a:pt x="2213623" y="66569"/>
                  <a:pt x="2213556" y="67436"/>
                  <a:pt x="2213466" y="68325"/>
                </a:cubicBezTo>
                <a:cubicBezTo>
                  <a:pt x="2208662" y="68237"/>
                  <a:pt x="2203903" y="68149"/>
                  <a:pt x="2199188" y="68060"/>
                </a:cubicBezTo>
                <a:cubicBezTo>
                  <a:pt x="2194473" y="67971"/>
                  <a:pt x="2189714" y="67926"/>
                  <a:pt x="2184910" y="67926"/>
                </a:cubicBezTo>
                <a:cubicBezTo>
                  <a:pt x="2181973" y="67926"/>
                  <a:pt x="2179060" y="67971"/>
                  <a:pt x="2176168" y="68060"/>
                </a:cubicBezTo>
                <a:cubicBezTo>
                  <a:pt x="2173277" y="68149"/>
                  <a:pt x="2170363" y="68237"/>
                  <a:pt x="2167426" y="68325"/>
                </a:cubicBezTo>
                <a:cubicBezTo>
                  <a:pt x="2167338" y="68770"/>
                  <a:pt x="2167294" y="69437"/>
                  <a:pt x="2167294" y="70327"/>
                </a:cubicBezTo>
                <a:lnTo>
                  <a:pt x="2167294" y="72062"/>
                </a:lnTo>
                <a:cubicBezTo>
                  <a:pt x="2167294" y="75531"/>
                  <a:pt x="2167805" y="78779"/>
                  <a:pt x="2168827" y="81805"/>
                </a:cubicBezTo>
                <a:cubicBezTo>
                  <a:pt x="2169851" y="84830"/>
                  <a:pt x="2171341" y="87432"/>
                  <a:pt x="2173299" y="89612"/>
                </a:cubicBezTo>
                <a:cubicBezTo>
                  <a:pt x="2175256" y="91791"/>
                  <a:pt x="2177659" y="93526"/>
                  <a:pt x="2180505" y="94817"/>
                </a:cubicBezTo>
                <a:cubicBezTo>
                  <a:pt x="2183352" y="96106"/>
                  <a:pt x="2186644" y="96751"/>
                  <a:pt x="2190381" y="96751"/>
                </a:cubicBezTo>
                <a:cubicBezTo>
                  <a:pt x="2192160" y="96751"/>
                  <a:pt x="2193983" y="96507"/>
                  <a:pt x="2195851" y="96018"/>
                </a:cubicBezTo>
                <a:cubicBezTo>
                  <a:pt x="2197720" y="95528"/>
                  <a:pt x="2199544" y="94860"/>
                  <a:pt x="2201322" y="94015"/>
                </a:cubicBezTo>
                <a:cubicBezTo>
                  <a:pt x="2203102" y="93169"/>
                  <a:pt x="2204770" y="92168"/>
                  <a:pt x="2206327" y="91013"/>
                </a:cubicBezTo>
                <a:cubicBezTo>
                  <a:pt x="2207884" y="89856"/>
                  <a:pt x="2209241" y="88610"/>
                  <a:pt x="2210398" y="87275"/>
                </a:cubicBezTo>
                <a:lnTo>
                  <a:pt x="2211066" y="87676"/>
                </a:lnTo>
                <a:lnTo>
                  <a:pt x="2210265" y="94214"/>
                </a:lnTo>
                <a:cubicBezTo>
                  <a:pt x="2207595" y="96349"/>
                  <a:pt x="2204281" y="98173"/>
                  <a:pt x="2200322" y="99686"/>
                </a:cubicBezTo>
                <a:cubicBezTo>
                  <a:pt x="2196364" y="101198"/>
                  <a:pt x="2192249" y="101954"/>
                  <a:pt x="2187978" y="101954"/>
                </a:cubicBezTo>
                <a:cubicBezTo>
                  <a:pt x="2183174" y="101954"/>
                  <a:pt x="2178792" y="101220"/>
                  <a:pt x="2174832" y="99753"/>
                </a:cubicBezTo>
                <a:cubicBezTo>
                  <a:pt x="2170874" y="98285"/>
                  <a:pt x="2167449" y="96151"/>
                  <a:pt x="2164557" y="93349"/>
                </a:cubicBezTo>
                <a:cubicBezTo>
                  <a:pt x="2161667" y="90545"/>
                  <a:pt x="2159443" y="87231"/>
                  <a:pt x="2157886" y="83406"/>
                </a:cubicBezTo>
                <a:cubicBezTo>
                  <a:pt x="2156329" y="79580"/>
                  <a:pt x="2155551" y="75443"/>
                  <a:pt x="2155551" y="70995"/>
                </a:cubicBezTo>
                <a:close/>
                <a:moveTo>
                  <a:pt x="2262041" y="67392"/>
                </a:moveTo>
                <a:cubicBezTo>
                  <a:pt x="2260529" y="67926"/>
                  <a:pt x="2258772" y="68370"/>
                  <a:pt x="2256770" y="68726"/>
                </a:cubicBezTo>
                <a:cubicBezTo>
                  <a:pt x="2254769" y="69082"/>
                  <a:pt x="2252745" y="69460"/>
                  <a:pt x="2250699" y="69860"/>
                </a:cubicBezTo>
                <a:cubicBezTo>
                  <a:pt x="2248654" y="70261"/>
                  <a:pt x="2246630" y="70773"/>
                  <a:pt x="2244627" y="71396"/>
                </a:cubicBezTo>
                <a:cubicBezTo>
                  <a:pt x="2242625" y="72017"/>
                  <a:pt x="2240845" y="72862"/>
                  <a:pt x="2239288" y="73931"/>
                </a:cubicBezTo>
                <a:cubicBezTo>
                  <a:pt x="2237732" y="74998"/>
                  <a:pt x="2236487" y="76332"/>
                  <a:pt x="2235552" y="77934"/>
                </a:cubicBezTo>
                <a:cubicBezTo>
                  <a:pt x="2234618" y="79536"/>
                  <a:pt x="2234151" y="81582"/>
                  <a:pt x="2234151" y="84073"/>
                </a:cubicBezTo>
                <a:cubicBezTo>
                  <a:pt x="2234151" y="88255"/>
                  <a:pt x="2235351" y="91413"/>
                  <a:pt x="2237753" y="93548"/>
                </a:cubicBezTo>
                <a:cubicBezTo>
                  <a:pt x="2240156" y="95684"/>
                  <a:pt x="2242825" y="96751"/>
                  <a:pt x="2245761" y="96751"/>
                </a:cubicBezTo>
                <a:cubicBezTo>
                  <a:pt x="2249142" y="96751"/>
                  <a:pt x="2252233" y="95817"/>
                  <a:pt x="2255035" y="93949"/>
                </a:cubicBezTo>
                <a:cubicBezTo>
                  <a:pt x="2257838" y="92080"/>
                  <a:pt x="2259996" y="89900"/>
                  <a:pt x="2261508" y="87409"/>
                </a:cubicBezTo>
                <a:lnTo>
                  <a:pt x="2262041" y="67392"/>
                </a:lnTo>
                <a:moveTo>
                  <a:pt x="2229080" y="43637"/>
                </a:moveTo>
                <a:cubicBezTo>
                  <a:pt x="2233084" y="40613"/>
                  <a:pt x="2236775" y="38567"/>
                  <a:pt x="2240156" y="37500"/>
                </a:cubicBezTo>
                <a:cubicBezTo>
                  <a:pt x="2243537" y="36432"/>
                  <a:pt x="2247007" y="35897"/>
                  <a:pt x="2250565" y="35897"/>
                </a:cubicBezTo>
                <a:cubicBezTo>
                  <a:pt x="2253769" y="35897"/>
                  <a:pt x="2256705" y="36364"/>
                  <a:pt x="2259374" y="37298"/>
                </a:cubicBezTo>
                <a:cubicBezTo>
                  <a:pt x="2262043" y="38232"/>
                  <a:pt x="2264311" y="39567"/>
                  <a:pt x="2266179" y="41302"/>
                </a:cubicBezTo>
                <a:cubicBezTo>
                  <a:pt x="2268047" y="43037"/>
                  <a:pt x="2269515" y="45128"/>
                  <a:pt x="2270582" y="47575"/>
                </a:cubicBezTo>
                <a:cubicBezTo>
                  <a:pt x="2271650" y="50022"/>
                  <a:pt x="2272184" y="52712"/>
                  <a:pt x="2272184" y="55647"/>
                </a:cubicBezTo>
                <a:cubicBezTo>
                  <a:pt x="2272184" y="60719"/>
                  <a:pt x="2272095" y="65768"/>
                  <a:pt x="2271917" y="70795"/>
                </a:cubicBezTo>
                <a:cubicBezTo>
                  <a:pt x="2271740" y="75822"/>
                  <a:pt x="2271651" y="81137"/>
                  <a:pt x="2271651" y="86741"/>
                </a:cubicBezTo>
                <a:cubicBezTo>
                  <a:pt x="2271651" y="87809"/>
                  <a:pt x="2271673" y="88944"/>
                  <a:pt x="2271718" y="90146"/>
                </a:cubicBezTo>
                <a:cubicBezTo>
                  <a:pt x="2271763" y="91346"/>
                  <a:pt x="2271963" y="92413"/>
                  <a:pt x="2272319" y="93347"/>
                </a:cubicBezTo>
                <a:cubicBezTo>
                  <a:pt x="2272674" y="94281"/>
                  <a:pt x="2273185" y="95059"/>
                  <a:pt x="2273852" y="95682"/>
                </a:cubicBezTo>
                <a:cubicBezTo>
                  <a:pt x="2274520" y="96305"/>
                  <a:pt x="2275521" y="96617"/>
                  <a:pt x="2276855" y="96617"/>
                </a:cubicBezTo>
                <a:cubicBezTo>
                  <a:pt x="2277301" y="96617"/>
                  <a:pt x="2277768" y="96595"/>
                  <a:pt x="2278256" y="96550"/>
                </a:cubicBezTo>
                <a:cubicBezTo>
                  <a:pt x="2278746" y="96505"/>
                  <a:pt x="2279213" y="96349"/>
                  <a:pt x="2279657" y="96083"/>
                </a:cubicBezTo>
                <a:lnTo>
                  <a:pt x="2279657" y="99020"/>
                </a:lnTo>
                <a:cubicBezTo>
                  <a:pt x="2278678" y="99464"/>
                  <a:pt x="2277455" y="99819"/>
                  <a:pt x="2275988" y="100087"/>
                </a:cubicBezTo>
                <a:cubicBezTo>
                  <a:pt x="2274520" y="100354"/>
                  <a:pt x="2272897" y="100488"/>
                  <a:pt x="2271117" y="100488"/>
                </a:cubicBezTo>
                <a:cubicBezTo>
                  <a:pt x="2268270" y="100488"/>
                  <a:pt x="2266091" y="99754"/>
                  <a:pt x="2264579" y="98287"/>
                </a:cubicBezTo>
                <a:cubicBezTo>
                  <a:pt x="2263066" y="96818"/>
                  <a:pt x="2262177" y="94927"/>
                  <a:pt x="2261909" y="92614"/>
                </a:cubicBezTo>
                <a:cubicBezTo>
                  <a:pt x="2258707" y="95816"/>
                  <a:pt x="2255548" y="98173"/>
                  <a:pt x="2252434" y="99686"/>
                </a:cubicBezTo>
                <a:cubicBezTo>
                  <a:pt x="2249320" y="101198"/>
                  <a:pt x="2245495" y="101954"/>
                  <a:pt x="2240958" y="101954"/>
                </a:cubicBezTo>
                <a:cubicBezTo>
                  <a:pt x="2238733" y="101954"/>
                  <a:pt x="2236553" y="101642"/>
                  <a:pt x="2234417" y="101019"/>
                </a:cubicBezTo>
                <a:cubicBezTo>
                  <a:pt x="2232283" y="100398"/>
                  <a:pt x="2230393" y="99375"/>
                  <a:pt x="2228746" y="97953"/>
                </a:cubicBezTo>
                <a:cubicBezTo>
                  <a:pt x="2227101" y="96529"/>
                  <a:pt x="2225767" y="94816"/>
                  <a:pt x="2224743" y="92815"/>
                </a:cubicBezTo>
                <a:cubicBezTo>
                  <a:pt x="2223721" y="90813"/>
                  <a:pt x="2223210" y="88521"/>
                  <a:pt x="2223210" y="85941"/>
                </a:cubicBezTo>
                <a:cubicBezTo>
                  <a:pt x="2223210" y="80603"/>
                  <a:pt x="2224878" y="76467"/>
                  <a:pt x="2228213" y="73532"/>
                </a:cubicBezTo>
                <a:cubicBezTo>
                  <a:pt x="2231550" y="70595"/>
                  <a:pt x="2236154" y="68638"/>
                  <a:pt x="2242025" y="67659"/>
                </a:cubicBezTo>
                <a:cubicBezTo>
                  <a:pt x="2246829" y="66858"/>
                  <a:pt x="2250588" y="66169"/>
                  <a:pt x="2253302" y="65590"/>
                </a:cubicBezTo>
                <a:cubicBezTo>
                  <a:pt x="2256015" y="65012"/>
                  <a:pt x="2258017" y="64411"/>
                  <a:pt x="2259307" y="63788"/>
                </a:cubicBezTo>
                <a:cubicBezTo>
                  <a:pt x="2260596" y="63165"/>
                  <a:pt x="2261374" y="62431"/>
                  <a:pt x="2261640" y="61587"/>
                </a:cubicBezTo>
                <a:cubicBezTo>
                  <a:pt x="2261908" y="60741"/>
                  <a:pt x="2262041" y="59651"/>
                  <a:pt x="2262041" y="58317"/>
                </a:cubicBezTo>
                <a:cubicBezTo>
                  <a:pt x="2262041" y="56093"/>
                  <a:pt x="2261775" y="53958"/>
                  <a:pt x="2261241" y="51913"/>
                </a:cubicBezTo>
                <a:cubicBezTo>
                  <a:pt x="2260708" y="49866"/>
                  <a:pt x="2259863" y="48086"/>
                  <a:pt x="2258706" y="46574"/>
                </a:cubicBezTo>
                <a:cubicBezTo>
                  <a:pt x="2257549" y="45061"/>
                  <a:pt x="2256037" y="43838"/>
                  <a:pt x="2254169" y="42904"/>
                </a:cubicBezTo>
                <a:cubicBezTo>
                  <a:pt x="2252301" y="41970"/>
                  <a:pt x="2250033" y="41503"/>
                  <a:pt x="2247364" y="41503"/>
                </a:cubicBezTo>
                <a:cubicBezTo>
                  <a:pt x="2243805" y="41503"/>
                  <a:pt x="2240490" y="42304"/>
                  <a:pt x="2237421" y="43906"/>
                </a:cubicBezTo>
                <a:cubicBezTo>
                  <a:pt x="2234352" y="45507"/>
                  <a:pt x="2232061" y="47730"/>
                  <a:pt x="2230549" y="50577"/>
                </a:cubicBezTo>
                <a:lnTo>
                  <a:pt x="2229080" y="50577"/>
                </a:lnTo>
                <a:lnTo>
                  <a:pt x="2229080" y="43637"/>
                </a:lnTo>
                <a:close/>
                <a:moveTo>
                  <a:pt x="2293803" y="88209"/>
                </a:moveTo>
                <a:cubicBezTo>
                  <a:pt x="2294249" y="89100"/>
                  <a:pt x="2294938" y="90078"/>
                  <a:pt x="2295872" y="91145"/>
                </a:cubicBezTo>
                <a:cubicBezTo>
                  <a:pt x="2296806" y="92212"/>
                  <a:pt x="2297918" y="93214"/>
                  <a:pt x="2299208" y="94149"/>
                </a:cubicBezTo>
                <a:cubicBezTo>
                  <a:pt x="2300499" y="95083"/>
                  <a:pt x="2301967" y="95861"/>
                  <a:pt x="2303612" y="96485"/>
                </a:cubicBezTo>
                <a:cubicBezTo>
                  <a:pt x="2305257" y="97106"/>
                  <a:pt x="2307015" y="97417"/>
                  <a:pt x="2308884" y="97417"/>
                </a:cubicBezTo>
                <a:cubicBezTo>
                  <a:pt x="2310574" y="97417"/>
                  <a:pt x="2312198" y="97150"/>
                  <a:pt x="2313755" y="96617"/>
                </a:cubicBezTo>
                <a:cubicBezTo>
                  <a:pt x="2315312" y="96083"/>
                  <a:pt x="2316690" y="95327"/>
                  <a:pt x="2317890" y="94349"/>
                </a:cubicBezTo>
                <a:cubicBezTo>
                  <a:pt x="2319092" y="93370"/>
                  <a:pt x="2320048" y="92124"/>
                  <a:pt x="2320759" y="90612"/>
                </a:cubicBezTo>
                <a:cubicBezTo>
                  <a:pt x="2321472" y="89100"/>
                  <a:pt x="2321829" y="87365"/>
                  <a:pt x="2321829" y="85407"/>
                </a:cubicBezTo>
                <a:cubicBezTo>
                  <a:pt x="2321829" y="82649"/>
                  <a:pt x="2321050" y="80536"/>
                  <a:pt x="2319493" y="79068"/>
                </a:cubicBezTo>
                <a:cubicBezTo>
                  <a:pt x="2317936" y="77601"/>
                  <a:pt x="2316001" y="76400"/>
                  <a:pt x="2313688" y="75466"/>
                </a:cubicBezTo>
                <a:cubicBezTo>
                  <a:pt x="2311374" y="74531"/>
                  <a:pt x="2308838" y="73708"/>
                  <a:pt x="2306080" y="72996"/>
                </a:cubicBezTo>
                <a:cubicBezTo>
                  <a:pt x="2303323" y="72285"/>
                  <a:pt x="2300788" y="71284"/>
                  <a:pt x="2298475" y="69995"/>
                </a:cubicBezTo>
                <a:cubicBezTo>
                  <a:pt x="2296161" y="68704"/>
                  <a:pt x="2294226" y="66991"/>
                  <a:pt x="2292669" y="64857"/>
                </a:cubicBezTo>
                <a:cubicBezTo>
                  <a:pt x="2291112" y="62722"/>
                  <a:pt x="2290334" y="59786"/>
                  <a:pt x="2290334" y="56048"/>
                </a:cubicBezTo>
                <a:cubicBezTo>
                  <a:pt x="2290334" y="53112"/>
                  <a:pt x="2290823" y="50421"/>
                  <a:pt x="2291802" y="47975"/>
                </a:cubicBezTo>
                <a:cubicBezTo>
                  <a:pt x="2292780" y="45528"/>
                  <a:pt x="2294204" y="43415"/>
                  <a:pt x="2296072" y="41636"/>
                </a:cubicBezTo>
                <a:cubicBezTo>
                  <a:pt x="2297940" y="39856"/>
                  <a:pt x="2300253" y="38455"/>
                  <a:pt x="2303011" y="37433"/>
                </a:cubicBezTo>
                <a:cubicBezTo>
                  <a:pt x="2305770" y="36409"/>
                  <a:pt x="2308928" y="35897"/>
                  <a:pt x="2312486" y="35897"/>
                </a:cubicBezTo>
                <a:cubicBezTo>
                  <a:pt x="2315778" y="35897"/>
                  <a:pt x="2318558" y="36343"/>
                  <a:pt x="2320827" y="37233"/>
                </a:cubicBezTo>
                <a:cubicBezTo>
                  <a:pt x="2323095" y="38122"/>
                  <a:pt x="2325253" y="38923"/>
                  <a:pt x="2327300" y="39634"/>
                </a:cubicBezTo>
                <a:cubicBezTo>
                  <a:pt x="2326587" y="40968"/>
                  <a:pt x="2325919" y="42614"/>
                  <a:pt x="2325296" y="44572"/>
                </a:cubicBezTo>
                <a:cubicBezTo>
                  <a:pt x="2324675" y="46529"/>
                  <a:pt x="2324275" y="48042"/>
                  <a:pt x="2324097" y="49109"/>
                </a:cubicBezTo>
                <a:lnTo>
                  <a:pt x="2322494" y="49109"/>
                </a:lnTo>
                <a:cubicBezTo>
                  <a:pt x="2321783" y="46973"/>
                  <a:pt x="2320404" y="45061"/>
                  <a:pt x="2318357" y="43371"/>
                </a:cubicBezTo>
                <a:cubicBezTo>
                  <a:pt x="2316311" y="41680"/>
                  <a:pt x="2313776" y="40835"/>
                  <a:pt x="2310751" y="40835"/>
                </a:cubicBezTo>
                <a:cubicBezTo>
                  <a:pt x="2309417" y="40835"/>
                  <a:pt x="2308082" y="41058"/>
                  <a:pt x="2306748" y="41503"/>
                </a:cubicBezTo>
                <a:cubicBezTo>
                  <a:pt x="2305413" y="41947"/>
                  <a:pt x="2304212" y="42614"/>
                  <a:pt x="2303144" y="43505"/>
                </a:cubicBezTo>
                <a:cubicBezTo>
                  <a:pt x="2302077" y="44394"/>
                  <a:pt x="2301188" y="45551"/>
                  <a:pt x="2300476" y="46975"/>
                </a:cubicBezTo>
                <a:cubicBezTo>
                  <a:pt x="2299765" y="48397"/>
                  <a:pt x="2299409" y="50087"/>
                  <a:pt x="2299409" y="52045"/>
                </a:cubicBezTo>
                <a:cubicBezTo>
                  <a:pt x="2299409" y="54892"/>
                  <a:pt x="2300187" y="57094"/>
                  <a:pt x="2301743" y="58651"/>
                </a:cubicBezTo>
                <a:cubicBezTo>
                  <a:pt x="2303300" y="60208"/>
                  <a:pt x="2305235" y="61432"/>
                  <a:pt x="2307548" y="62322"/>
                </a:cubicBezTo>
                <a:cubicBezTo>
                  <a:pt x="2309861" y="63211"/>
                  <a:pt x="2312397" y="63990"/>
                  <a:pt x="2315154" y="64658"/>
                </a:cubicBezTo>
                <a:cubicBezTo>
                  <a:pt x="2317912" y="65324"/>
                  <a:pt x="2320448" y="66258"/>
                  <a:pt x="2322761" y="67460"/>
                </a:cubicBezTo>
                <a:cubicBezTo>
                  <a:pt x="2325074" y="68660"/>
                  <a:pt x="2327009" y="70327"/>
                  <a:pt x="2328567" y="72463"/>
                </a:cubicBezTo>
                <a:cubicBezTo>
                  <a:pt x="2330124" y="74598"/>
                  <a:pt x="2330902" y="77534"/>
                  <a:pt x="2330902" y="81270"/>
                </a:cubicBezTo>
                <a:cubicBezTo>
                  <a:pt x="2330902" y="83850"/>
                  <a:pt x="2330346" y="86386"/>
                  <a:pt x="2329234" y="88877"/>
                </a:cubicBezTo>
                <a:cubicBezTo>
                  <a:pt x="2328123" y="91368"/>
                  <a:pt x="2326521" y="93615"/>
                  <a:pt x="2324429" y="95617"/>
                </a:cubicBezTo>
                <a:cubicBezTo>
                  <a:pt x="2322338" y="97618"/>
                  <a:pt x="2319825" y="99174"/>
                  <a:pt x="2316889" y="100286"/>
                </a:cubicBezTo>
                <a:cubicBezTo>
                  <a:pt x="2313954" y="101398"/>
                  <a:pt x="2310618" y="101954"/>
                  <a:pt x="2306882" y="101954"/>
                </a:cubicBezTo>
                <a:cubicBezTo>
                  <a:pt x="2302789" y="101954"/>
                  <a:pt x="2299364" y="101554"/>
                  <a:pt x="2296605" y="100753"/>
                </a:cubicBezTo>
                <a:cubicBezTo>
                  <a:pt x="2293848" y="99953"/>
                  <a:pt x="2291535" y="99019"/>
                  <a:pt x="2289666" y="97951"/>
                </a:cubicBezTo>
                <a:cubicBezTo>
                  <a:pt x="2290201" y="96794"/>
                  <a:pt x="2290757" y="95215"/>
                  <a:pt x="2291335" y="93214"/>
                </a:cubicBezTo>
                <a:cubicBezTo>
                  <a:pt x="2291914" y="91212"/>
                  <a:pt x="2292203" y="89544"/>
                  <a:pt x="2292203" y="88209"/>
                </a:cubicBezTo>
                <a:lnTo>
                  <a:pt x="2293803" y="88209"/>
                </a:lnTo>
                <a:close/>
                <a:moveTo>
                  <a:pt x="2371739" y="40167"/>
                </a:moveTo>
                <a:cubicBezTo>
                  <a:pt x="2368447" y="40167"/>
                  <a:pt x="2365666" y="40924"/>
                  <a:pt x="2363396" y="42436"/>
                </a:cubicBezTo>
                <a:cubicBezTo>
                  <a:pt x="2361128" y="43948"/>
                  <a:pt x="2359260" y="45839"/>
                  <a:pt x="2357792" y="48109"/>
                </a:cubicBezTo>
                <a:cubicBezTo>
                  <a:pt x="2356325" y="50377"/>
                  <a:pt x="2355213" y="52868"/>
                  <a:pt x="2354457" y="55582"/>
                </a:cubicBezTo>
                <a:cubicBezTo>
                  <a:pt x="2353701" y="58296"/>
                  <a:pt x="2353234" y="60853"/>
                  <a:pt x="2353056" y="63255"/>
                </a:cubicBezTo>
                <a:cubicBezTo>
                  <a:pt x="2355813" y="63344"/>
                  <a:pt x="2358682" y="63434"/>
                  <a:pt x="2361661" y="63523"/>
                </a:cubicBezTo>
                <a:cubicBezTo>
                  <a:pt x="2364642" y="63612"/>
                  <a:pt x="2367556" y="63656"/>
                  <a:pt x="2370403" y="63656"/>
                </a:cubicBezTo>
                <a:cubicBezTo>
                  <a:pt x="2373339" y="63656"/>
                  <a:pt x="2376320" y="63612"/>
                  <a:pt x="2379344" y="63523"/>
                </a:cubicBezTo>
                <a:cubicBezTo>
                  <a:pt x="2382369" y="63434"/>
                  <a:pt x="2385305" y="63344"/>
                  <a:pt x="2388153" y="63255"/>
                </a:cubicBezTo>
                <a:cubicBezTo>
                  <a:pt x="2388153" y="60853"/>
                  <a:pt x="2387953" y="58318"/>
                  <a:pt x="2387552" y="55649"/>
                </a:cubicBezTo>
                <a:cubicBezTo>
                  <a:pt x="2387152" y="52979"/>
                  <a:pt x="2386351" y="50487"/>
                  <a:pt x="2385150" y="48174"/>
                </a:cubicBezTo>
                <a:cubicBezTo>
                  <a:pt x="2383948" y="45861"/>
                  <a:pt x="2382280" y="43948"/>
                  <a:pt x="2380145" y="42436"/>
                </a:cubicBezTo>
                <a:cubicBezTo>
                  <a:pt x="2378009" y="40924"/>
                  <a:pt x="2375207" y="40167"/>
                  <a:pt x="2371739" y="40167"/>
                </a:cubicBezTo>
                <a:moveTo>
                  <a:pt x="2340912" y="70995"/>
                </a:moveTo>
                <a:cubicBezTo>
                  <a:pt x="2340912" y="60052"/>
                  <a:pt x="2343513" y="51467"/>
                  <a:pt x="2348717" y="45240"/>
                </a:cubicBezTo>
                <a:cubicBezTo>
                  <a:pt x="2353921" y="39012"/>
                  <a:pt x="2361507" y="35897"/>
                  <a:pt x="2371472" y="35897"/>
                </a:cubicBezTo>
                <a:cubicBezTo>
                  <a:pt x="2376187" y="35897"/>
                  <a:pt x="2380257" y="36632"/>
                  <a:pt x="2383682" y="38101"/>
                </a:cubicBezTo>
                <a:cubicBezTo>
                  <a:pt x="2387107" y="39568"/>
                  <a:pt x="2389976" y="41525"/>
                  <a:pt x="2392289" y="43971"/>
                </a:cubicBezTo>
                <a:cubicBezTo>
                  <a:pt x="2394602" y="46417"/>
                  <a:pt x="2396315" y="49287"/>
                  <a:pt x="2397426" y="52579"/>
                </a:cubicBezTo>
                <a:cubicBezTo>
                  <a:pt x="2398538" y="55870"/>
                  <a:pt x="2399094" y="59384"/>
                  <a:pt x="2399094" y="63120"/>
                </a:cubicBezTo>
                <a:cubicBezTo>
                  <a:pt x="2399094" y="64011"/>
                  <a:pt x="2399072" y="64879"/>
                  <a:pt x="2399027" y="65725"/>
                </a:cubicBezTo>
                <a:cubicBezTo>
                  <a:pt x="2398983" y="66569"/>
                  <a:pt x="2398917" y="67436"/>
                  <a:pt x="2398827" y="68325"/>
                </a:cubicBezTo>
                <a:cubicBezTo>
                  <a:pt x="2394023" y="68237"/>
                  <a:pt x="2389264" y="68149"/>
                  <a:pt x="2384549" y="68060"/>
                </a:cubicBezTo>
                <a:cubicBezTo>
                  <a:pt x="2379834" y="67971"/>
                  <a:pt x="2375075" y="67926"/>
                  <a:pt x="2370271" y="67926"/>
                </a:cubicBezTo>
                <a:cubicBezTo>
                  <a:pt x="2367334" y="67926"/>
                  <a:pt x="2364420" y="67971"/>
                  <a:pt x="2361529" y="68060"/>
                </a:cubicBezTo>
                <a:cubicBezTo>
                  <a:pt x="2358637" y="68149"/>
                  <a:pt x="2355724" y="68237"/>
                  <a:pt x="2352787" y="68325"/>
                </a:cubicBezTo>
                <a:cubicBezTo>
                  <a:pt x="2352699" y="68770"/>
                  <a:pt x="2352655" y="69437"/>
                  <a:pt x="2352655" y="70327"/>
                </a:cubicBezTo>
                <a:lnTo>
                  <a:pt x="2352655" y="72062"/>
                </a:lnTo>
                <a:cubicBezTo>
                  <a:pt x="2352655" y="75531"/>
                  <a:pt x="2353166" y="78779"/>
                  <a:pt x="2354188" y="81805"/>
                </a:cubicBezTo>
                <a:cubicBezTo>
                  <a:pt x="2355212" y="84830"/>
                  <a:pt x="2356702" y="87432"/>
                  <a:pt x="2358660" y="89612"/>
                </a:cubicBezTo>
                <a:cubicBezTo>
                  <a:pt x="2360617" y="91791"/>
                  <a:pt x="2363019" y="93526"/>
                  <a:pt x="2365866" y="94817"/>
                </a:cubicBezTo>
                <a:cubicBezTo>
                  <a:pt x="2368713" y="96106"/>
                  <a:pt x="2372005" y="96751"/>
                  <a:pt x="2375742" y="96751"/>
                </a:cubicBezTo>
                <a:cubicBezTo>
                  <a:pt x="2377520" y="96751"/>
                  <a:pt x="2379344" y="96507"/>
                  <a:pt x="2381212" y="96018"/>
                </a:cubicBezTo>
                <a:cubicBezTo>
                  <a:pt x="2383081" y="95528"/>
                  <a:pt x="2384905" y="94860"/>
                  <a:pt x="2386683" y="94015"/>
                </a:cubicBezTo>
                <a:cubicBezTo>
                  <a:pt x="2388463" y="93169"/>
                  <a:pt x="2390131" y="92168"/>
                  <a:pt x="2391688" y="91013"/>
                </a:cubicBezTo>
                <a:cubicBezTo>
                  <a:pt x="2393245" y="89856"/>
                  <a:pt x="2394602" y="88610"/>
                  <a:pt x="2395759" y="87275"/>
                </a:cubicBezTo>
                <a:lnTo>
                  <a:pt x="2396427" y="87676"/>
                </a:lnTo>
                <a:lnTo>
                  <a:pt x="2395626" y="94214"/>
                </a:lnTo>
                <a:cubicBezTo>
                  <a:pt x="2392956" y="96349"/>
                  <a:pt x="2389642" y="98173"/>
                  <a:pt x="2385683" y="99686"/>
                </a:cubicBezTo>
                <a:cubicBezTo>
                  <a:pt x="2381725" y="101198"/>
                  <a:pt x="2377610" y="101954"/>
                  <a:pt x="2373339" y="101954"/>
                </a:cubicBezTo>
                <a:cubicBezTo>
                  <a:pt x="2368535" y="101954"/>
                  <a:pt x="2364153" y="101220"/>
                  <a:pt x="2360193" y="99753"/>
                </a:cubicBezTo>
                <a:cubicBezTo>
                  <a:pt x="2356235" y="98285"/>
                  <a:pt x="2352810" y="96151"/>
                  <a:pt x="2349918" y="93349"/>
                </a:cubicBezTo>
                <a:cubicBezTo>
                  <a:pt x="2347028" y="90545"/>
                  <a:pt x="2344804" y="87231"/>
                  <a:pt x="2343247" y="83406"/>
                </a:cubicBezTo>
                <a:cubicBezTo>
                  <a:pt x="2341690" y="79580"/>
                  <a:pt x="2340912" y="75443"/>
                  <a:pt x="2340912" y="70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choosefromOption1orOption2.">
            <a:extLst xmlns:a="http://schemas.openxmlformats.org/drawingml/2006/main">
              <a:ext uri="{FF2B5EF4-FFF2-40B4-BE49-F238E27FC236}">
                <a16:creationId xmlns:a16="http://schemas.microsoft.com/office/drawing/2014/main" id="{19A45CA5-5912-4E3B-9C48-65CD4EE1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975" y="1300970"/>
            <a:ext cx="1961431" cy="136119"/>
          </a:xfrm>
          <a:custGeom xmlns:a="http://schemas.openxmlformats.org/drawingml/2006/main">
            <a:pathLst>
              <a:path w="1961431" h="136119">
                <a:moveTo>
                  <a:pt x="0" y="69528"/>
                </a:moveTo>
                <a:cubicBezTo>
                  <a:pt x="0" y="63745"/>
                  <a:pt x="978" y="58763"/>
                  <a:pt x="2934" y="54582"/>
                </a:cubicBezTo>
                <a:cubicBezTo>
                  <a:pt x="4892" y="50400"/>
                  <a:pt x="7449" y="46952"/>
                  <a:pt x="10607" y="44240"/>
                </a:cubicBezTo>
                <a:cubicBezTo>
                  <a:pt x="13766" y="41526"/>
                  <a:pt x="17391" y="39525"/>
                  <a:pt x="21483" y="38235"/>
                </a:cubicBezTo>
                <a:cubicBezTo>
                  <a:pt x="25576" y="36944"/>
                  <a:pt x="29757" y="36299"/>
                  <a:pt x="34028" y="36299"/>
                </a:cubicBezTo>
                <a:cubicBezTo>
                  <a:pt x="38922" y="36299"/>
                  <a:pt x="43303" y="36899"/>
                  <a:pt x="47172" y="38101"/>
                </a:cubicBezTo>
                <a:cubicBezTo>
                  <a:pt x="51042" y="39302"/>
                  <a:pt x="53823" y="40659"/>
                  <a:pt x="55513" y="42171"/>
                </a:cubicBezTo>
                <a:cubicBezTo>
                  <a:pt x="54891" y="43506"/>
                  <a:pt x="54335" y="44907"/>
                  <a:pt x="53845" y="46374"/>
                </a:cubicBezTo>
                <a:cubicBezTo>
                  <a:pt x="53356" y="47841"/>
                  <a:pt x="52934" y="49376"/>
                  <a:pt x="52579" y="50978"/>
                </a:cubicBezTo>
                <a:lnTo>
                  <a:pt x="51509" y="50978"/>
                </a:lnTo>
                <a:cubicBezTo>
                  <a:pt x="50888" y="49821"/>
                  <a:pt x="50043" y="48643"/>
                  <a:pt x="48974" y="47443"/>
                </a:cubicBezTo>
                <a:cubicBezTo>
                  <a:pt x="47907" y="46242"/>
                  <a:pt x="46639" y="45129"/>
                  <a:pt x="45171" y="44106"/>
                </a:cubicBezTo>
                <a:cubicBezTo>
                  <a:pt x="43703" y="43082"/>
                  <a:pt x="42080" y="42237"/>
                  <a:pt x="40300" y="41570"/>
                </a:cubicBezTo>
                <a:cubicBezTo>
                  <a:pt x="38521" y="40903"/>
                  <a:pt x="36565" y="40569"/>
                  <a:pt x="34429" y="40569"/>
                </a:cubicBezTo>
                <a:cubicBezTo>
                  <a:pt x="30426" y="40569"/>
                  <a:pt x="26979" y="41303"/>
                  <a:pt x="24087" y="42772"/>
                </a:cubicBezTo>
                <a:cubicBezTo>
                  <a:pt x="21196" y="44239"/>
                  <a:pt x="18838" y="46263"/>
                  <a:pt x="17013" y="48844"/>
                </a:cubicBezTo>
                <a:cubicBezTo>
                  <a:pt x="15190" y="51423"/>
                  <a:pt x="13855" y="54470"/>
                  <a:pt x="13010" y="57985"/>
                </a:cubicBezTo>
                <a:cubicBezTo>
                  <a:pt x="12165" y="61498"/>
                  <a:pt x="11743" y="65301"/>
                  <a:pt x="11743" y="69394"/>
                </a:cubicBezTo>
                <a:cubicBezTo>
                  <a:pt x="11743" y="78557"/>
                  <a:pt x="13700" y="85474"/>
                  <a:pt x="17614" y="90146"/>
                </a:cubicBezTo>
                <a:cubicBezTo>
                  <a:pt x="21529" y="94817"/>
                  <a:pt x="27267" y="97152"/>
                  <a:pt x="34828" y="97152"/>
                </a:cubicBezTo>
                <a:cubicBezTo>
                  <a:pt x="36608" y="97152"/>
                  <a:pt x="38432" y="96908"/>
                  <a:pt x="40300" y="96419"/>
                </a:cubicBezTo>
                <a:cubicBezTo>
                  <a:pt x="42169" y="95929"/>
                  <a:pt x="43993" y="95261"/>
                  <a:pt x="45771" y="94416"/>
                </a:cubicBezTo>
                <a:cubicBezTo>
                  <a:pt x="47551" y="93570"/>
                  <a:pt x="49219" y="92569"/>
                  <a:pt x="50776" y="91414"/>
                </a:cubicBezTo>
                <a:cubicBezTo>
                  <a:pt x="52333" y="90258"/>
                  <a:pt x="53690" y="89011"/>
                  <a:pt x="54847" y="87676"/>
                </a:cubicBezTo>
                <a:lnTo>
                  <a:pt x="55513" y="88077"/>
                </a:lnTo>
                <a:cubicBezTo>
                  <a:pt x="55069" y="90212"/>
                  <a:pt x="54802" y="92392"/>
                  <a:pt x="54713" y="94615"/>
                </a:cubicBezTo>
                <a:cubicBezTo>
                  <a:pt x="52044" y="96751"/>
                  <a:pt x="48729" y="98574"/>
                  <a:pt x="44769" y="100087"/>
                </a:cubicBezTo>
                <a:cubicBezTo>
                  <a:pt x="40811" y="101599"/>
                  <a:pt x="36697" y="102355"/>
                  <a:pt x="32428" y="102355"/>
                </a:cubicBezTo>
                <a:cubicBezTo>
                  <a:pt x="28602" y="102355"/>
                  <a:pt x="24754" y="101799"/>
                  <a:pt x="20884" y="100687"/>
                </a:cubicBezTo>
                <a:cubicBezTo>
                  <a:pt x="17014" y="99576"/>
                  <a:pt x="13522" y="97708"/>
                  <a:pt x="10407" y="95084"/>
                </a:cubicBezTo>
                <a:cubicBezTo>
                  <a:pt x="7295" y="92458"/>
                  <a:pt x="4782" y="89055"/>
                  <a:pt x="2869" y="84874"/>
                </a:cubicBezTo>
                <a:cubicBezTo>
                  <a:pt x="956" y="80693"/>
                  <a:pt x="0" y="75577"/>
                  <a:pt x="0" y="69528"/>
                </a:cubicBezTo>
                <a:close/>
                <a:moveTo>
                  <a:pt x="69926" y="38834"/>
                </a:moveTo>
                <a:cubicBezTo>
                  <a:pt x="69926" y="35809"/>
                  <a:pt x="69904" y="32518"/>
                  <a:pt x="69859" y="28960"/>
                </a:cubicBezTo>
                <a:cubicBezTo>
                  <a:pt x="69814" y="25400"/>
                  <a:pt x="69747" y="21886"/>
                  <a:pt x="69658" y="18416"/>
                </a:cubicBezTo>
                <a:cubicBezTo>
                  <a:pt x="69569" y="14946"/>
                  <a:pt x="69459" y="11633"/>
                  <a:pt x="69326" y="8475"/>
                </a:cubicBezTo>
                <a:cubicBezTo>
                  <a:pt x="69193" y="5316"/>
                  <a:pt x="69037" y="2625"/>
                  <a:pt x="68859" y="401"/>
                </a:cubicBezTo>
                <a:cubicBezTo>
                  <a:pt x="71350" y="846"/>
                  <a:pt x="73352" y="1069"/>
                  <a:pt x="74864" y="1069"/>
                </a:cubicBezTo>
                <a:cubicBezTo>
                  <a:pt x="76377" y="1069"/>
                  <a:pt x="78378" y="846"/>
                  <a:pt x="80869" y="401"/>
                </a:cubicBezTo>
                <a:cubicBezTo>
                  <a:pt x="80692" y="2625"/>
                  <a:pt x="80535" y="5294"/>
                  <a:pt x="80401" y="8408"/>
                </a:cubicBezTo>
                <a:cubicBezTo>
                  <a:pt x="80268" y="11522"/>
                  <a:pt x="80157" y="14791"/>
                  <a:pt x="80067" y="18216"/>
                </a:cubicBezTo>
                <a:cubicBezTo>
                  <a:pt x="79979" y="21641"/>
                  <a:pt x="79912" y="25089"/>
                  <a:pt x="79867" y="28559"/>
                </a:cubicBezTo>
                <a:cubicBezTo>
                  <a:pt x="79824" y="32028"/>
                  <a:pt x="79802" y="35232"/>
                  <a:pt x="79802" y="38168"/>
                </a:cubicBezTo>
                <a:lnTo>
                  <a:pt x="79802" y="48308"/>
                </a:lnTo>
                <a:lnTo>
                  <a:pt x="80069" y="48308"/>
                </a:lnTo>
                <a:cubicBezTo>
                  <a:pt x="82560" y="44483"/>
                  <a:pt x="85541" y="41525"/>
                  <a:pt x="89010" y="39434"/>
                </a:cubicBezTo>
                <a:cubicBezTo>
                  <a:pt x="92480" y="37344"/>
                  <a:pt x="96617" y="36299"/>
                  <a:pt x="101421" y="36299"/>
                </a:cubicBezTo>
                <a:cubicBezTo>
                  <a:pt x="103912" y="36299"/>
                  <a:pt x="106425" y="36655"/>
                  <a:pt x="108960" y="37368"/>
                </a:cubicBezTo>
                <a:cubicBezTo>
                  <a:pt x="111496" y="38079"/>
                  <a:pt x="113786" y="39302"/>
                  <a:pt x="115832" y="41037"/>
                </a:cubicBezTo>
                <a:cubicBezTo>
                  <a:pt x="117879" y="42772"/>
                  <a:pt x="119548" y="45130"/>
                  <a:pt x="120837" y="48111"/>
                </a:cubicBezTo>
                <a:cubicBezTo>
                  <a:pt x="122127" y="51091"/>
                  <a:pt x="122772" y="54893"/>
                  <a:pt x="122772" y="59518"/>
                </a:cubicBezTo>
                <a:cubicBezTo>
                  <a:pt x="122772" y="63344"/>
                  <a:pt x="122683" y="67280"/>
                  <a:pt x="122505" y="71328"/>
                </a:cubicBezTo>
                <a:cubicBezTo>
                  <a:pt x="122327" y="75377"/>
                  <a:pt x="122238" y="79670"/>
                  <a:pt x="122238" y="84208"/>
                </a:cubicBezTo>
                <a:lnTo>
                  <a:pt x="122238" y="92880"/>
                </a:lnTo>
                <a:cubicBezTo>
                  <a:pt x="122238" y="94304"/>
                  <a:pt x="122261" y="95706"/>
                  <a:pt x="122305" y="97085"/>
                </a:cubicBezTo>
                <a:cubicBezTo>
                  <a:pt x="122350" y="98464"/>
                  <a:pt x="122417" y="99777"/>
                  <a:pt x="122505" y="101021"/>
                </a:cubicBezTo>
                <a:cubicBezTo>
                  <a:pt x="120725" y="100844"/>
                  <a:pt x="118857" y="100755"/>
                  <a:pt x="116901" y="100755"/>
                </a:cubicBezTo>
                <a:cubicBezTo>
                  <a:pt x="115032" y="100755"/>
                  <a:pt x="113208" y="100844"/>
                  <a:pt x="111430" y="101021"/>
                </a:cubicBezTo>
                <a:cubicBezTo>
                  <a:pt x="111608" y="96395"/>
                  <a:pt x="111807" y="91636"/>
                  <a:pt x="112028" y="86743"/>
                </a:cubicBezTo>
                <a:cubicBezTo>
                  <a:pt x="112251" y="81849"/>
                  <a:pt x="112362" y="76822"/>
                  <a:pt x="112362" y="71662"/>
                </a:cubicBezTo>
                <a:lnTo>
                  <a:pt x="112362" y="63521"/>
                </a:lnTo>
                <a:cubicBezTo>
                  <a:pt x="112362" y="56849"/>
                  <a:pt x="111072" y="51801"/>
                  <a:pt x="108491" y="48376"/>
                </a:cubicBezTo>
                <a:cubicBezTo>
                  <a:pt x="105912" y="44951"/>
                  <a:pt x="102354" y="43238"/>
                  <a:pt x="97817" y="43238"/>
                </a:cubicBezTo>
                <a:cubicBezTo>
                  <a:pt x="91590" y="43238"/>
                  <a:pt x="87031" y="45151"/>
                  <a:pt x="84140" y="48976"/>
                </a:cubicBezTo>
                <a:cubicBezTo>
                  <a:pt x="81248" y="52802"/>
                  <a:pt x="79802" y="58184"/>
                  <a:pt x="79802" y="65124"/>
                </a:cubicBezTo>
                <a:cubicBezTo>
                  <a:pt x="79802" y="67615"/>
                  <a:pt x="79824" y="70507"/>
                  <a:pt x="79867" y="73798"/>
                </a:cubicBezTo>
                <a:cubicBezTo>
                  <a:pt x="79912" y="77090"/>
                  <a:pt x="79979" y="80405"/>
                  <a:pt x="80067" y="83742"/>
                </a:cubicBezTo>
                <a:cubicBezTo>
                  <a:pt x="80157" y="87077"/>
                  <a:pt x="80268" y="90302"/>
                  <a:pt x="80401" y="93416"/>
                </a:cubicBezTo>
                <a:cubicBezTo>
                  <a:pt x="80535" y="96529"/>
                  <a:pt x="80692" y="99064"/>
                  <a:pt x="80869" y="101021"/>
                </a:cubicBezTo>
                <a:cubicBezTo>
                  <a:pt x="78824" y="100844"/>
                  <a:pt x="76822" y="100755"/>
                  <a:pt x="74864" y="100755"/>
                </a:cubicBezTo>
                <a:cubicBezTo>
                  <a:pt x="72907" y="100755"/>
                  <a:pt x="70905" y="100844"/>
                  <a:pt x="68859" y="101021"/>
                </a:cubicBezTo>
                <a:cubicBezTo>
                  <a:pt x="69037" y="98976"/>
                  <a:pt x="69193" y="96396"/>
                  <a:pt x="69326" y="93282"/>
                </a:cubicBezTo>
                <a:cubicBezTo>
                  <a:pt x="69459" y="90167"/>
                  <a:pt x="69569" y="86875"/>
                  <a:pt x="69658" y="83406"/>
                </a:cubicBezTo>
                <a:cubicBezTo>
                  <a:pt x="69747" y="79936"/>
                  <a:pt x="69814" y="76422"/>
                  <a:pt x="69859" y="72864"/>
                </a:cubicBezTo>
                <a:cubicBezTo>
                  <a:pt x="69904" y="69306"/>
                  <a:pt x="69926" y="66014"/>
                  <a:pt x="69926" y="62988"/>
                </a:cubicBezTo>
                <a:lnTo>
                  <a:pt x="69926" y="38834"/>
                </a:lnTo>
                <a:close/>
                <a:moveTo>
                  <a:pt x="149329" y="69528"/>
                </a:moveTo>
                <a:cubicBezTo>
                  <a:pt x="149329" y="73264"/>
                  <a:pt x="149662" y="76867"/>
                  <a:pt x="150328" y="80337"/>
                </a:cubicBezTo>
                <a:cubicBezTo>
                  <a:pt x="150996" y="83807"/>
                  <a:pt x="152131" y="86898"/>
                  <a:pt x="153731" y="89612"/>
                </a:cubicBezTo>
                <a:cubicBezTo>
                  <a:pt x="155333" y="92326"/>
                  <a:pt x="157468" y="94484"/>
                  <a:pt x="160137" y="96085"/>
                </a:cubicBezTo>
                <a:cubicBezTo>
                  <a:pt x="162806" y="97686"/>
                  <a:pt x="166098" y="98486"/>
                  <a:pt x="170013" y="98486"/>
                </a:cubicBezTo>
                <a:cubicBezTo>
                  <a:pt x="173928" y="98486"/>
                  <a:pt x="177220" y="97686"/>
                  <a:pt x="179889" y="96085"/>
                </a:cubicBezTo>
                <a:cubicBezTo>
                  <a:pt x="182558" y="94484"/>
                  <a:pt x="184693" y="92326"/>
                  <a:pt x="186293" y="89612"/>
                </a:cubicBezTo>
                <a:cubicBezTo>
                  <a:pt x="187895" y="86898"/>
                  <a:pt x="189029" y="83807"/>
                  <a:pt x="189696" y="80337"/>
                </a:cubicBezTo>
                <a:cubicBezTo>
                  <a:pt x="190364" y="76867"/>
                  <a:pt x="190698" y="73264"/>
                  <a:pt x="190698" y="69528"/>
                </a:cubicBezTo>
                <a:cubicBezTo>
                  <a:pt x="190698" y="65791"/>
                  <a:pt x="190364" y="62188"/>
                  <a:pt x="189696" y="58718"/>
                </a:cubicBezTo>
                <a:cubicBezTo>
                  <a:pt x="189029" y="55248"/>
                  <a:pt x="187895" y="52157"/>
                  <a:pt x="186293" y="49445"/>
                </a:cubicBezTo>
                <a:cubicBezTo>
                  <a:pt x="184693" y="46731"/>
                  <a:pt x="182558" y="44573"/>
                  <a:pt x="179889" y="42971"/>
                </a:cubicBezTo>
                <a:cubicBezTo>
                  <a:pt x="177220" y="41370"/>
                  <a:pt x="173928" y="40569"/>
                  <a:pt x="170013" y="40569"/>
                </a:cubicBezTo>
                <a:cubicBezTo>
                  <a:pt x="166098" y="40569"/>
                  <a:pt x="162806" y="41370"/>
                  <a:pt x="160137" y="42971"/>
                </a:cubicBezTo>
                <a:cubicBezTo>
                  <a:pt x="157468" y="44573"/>
                  <a:pt x="155333" y="46731"/>
                  <a:pt x="153731" y="49445"/>
                </a:cubicBezTo>
                <a:cubicBezTo>
                  <a:pt x="152131" y="52157"/>
                  <a:pt x="150996" y="55248"/>
                  <a:pt x="150328" y="58718"/>
                </a:cubicBezTo>
                <a:cubicBezTo>
                  <a:pt x="149662" y="62188"/>
                  <a:pt x="149329" y="65791"/>
                  <a:pt x="149329" y="69528"/>
                </a:cubicBezTo>
                <a:moveTo>
                  <a:pt x="137586" y="69528"/>
                </a:moveTo>
                <a:cubicBezTo>
                  <a:pt x="137586" y="63478"/>
                  <a:pt x="138542" y="58340"/>
                  <a:pt x="140455" y="54114"/>
                </a:cubicBezTo>
                <a:cubicBezTo>
                  <a:pt x="142367" y="49888"/>
                  <a:pt x="144880" y="46463"/>
                  <a:pt x="147993" y="43839"/>
                </a:cubicBezTo>
                <a:cubicBezTo>
                  <a:pt x="151107" y="41215"/>
                  <a:pt x="154599" y="39302"/>
                  <a:pt x="158470" y="38101"/>
                </a:cubicBezTo>
                <a:cubicBezTo>
                  <a:pt x="162340" y="36899"/>
                  <a:pt x="166188" y="36299"/>
                  <a:pt x="170013" y="36299"/>
                </a:cubicBezTo>
                <a:cubicBezTo>
                  <a:pt x="173928" y="36299"/>
                  <a:pt x="177798" y="36899"/>
                  <a:pt x="181624" y="38101"/>
                </a:cubicBezTo>
                <a:cubicBezTo>
                  <a:pt x="185449" y="39302"/>
                  <a:pt x="188919" y="41215"/>
                  <a:pt x="192031" y="43839"/>
                </a:cubicBezTo>
                <a:cubicBezTo>
                  <a:pt x="195145" y="46463"/>
                  <a:pt x="197659" y="49888"/>
                  <a:pt x="199572" y="54114"/>
                </a:cubicBezTo>
                <a:cubicBezTo>
                  <a:pt x="201484" y="58340"/>
                  <a:pt x="202441" y="63478"/>
                  <a:pt x="202441" y="69528"/>
                </a:cubicBezTo>
                <a:cubicBezTo>
                  <a:pt x="202441" y="75577"/>
                  <a:pt x="201484" y="80715"/>
                  <a:pt x="199572" y="84941"/>
                </a:cubicBezTo>
                <a:cubicBezTo>
                  <a:pt x="197659" y="89167"/>
                  <a:pt x="195145" y="92593"/>
                  <a:pt x="192031" y="95218"/>
                </a:cubicBezTo>
                <a:cubicBezTo>
                  <a:pt x="188919" y="97842"/>
                  <a:pt x="185449" y="99688"/>
                  <a:pt x="181624" y="100755"/>
                </a:cubicBezTo>
                <a:cubicBezTo>
                  <a:pt x="177798" y="101822"/>
                  <a:pt x="173928" y="102355"/>
                  <a:pt x="170013" y="102355"/>
                </a:cubicBezTo>
                <a:cubicBezTo>
                  <a:pt x="166188" y="102355"/>
                  <a:pt x="162340" y="101822"/>
                  <a:pt x="158470" y="100755"/>
                </a:cubicBezTo>
                <a:cubicBezTo>
                  <a:pt x="154599" y="99688"/>
                  <a:pt x="151107" y="97842"/>
                  <a:pt x="147993" y="95218"/>
                </a:cubicBezTo>
                <a:cubicBezTo>
                  <a:pt x="144880" y="92593"/>
                  <a:pt x="142367" y="89167"/>
                  <a:pt x="140455" y="84941"/>
                </a:cubicBezTo>
                <a:cubicBezTo>
                  <a:pt x="138542" y="80715"/>
                  <a:pt x="137586" y="75577"/>
                  <a:pt x="137586" y="69528"/>
                </a:cubicBezTo>
                <a:close/>
                <a:moveTo>
                  <a:pt x="223527" y="69528"/>
                </a:moveTo>
                <a:cubicBezTo>
                  <a:pt x="223527" y="73264"/>
                  <a:pt x="223860" y="76867"/>
                  <a:pt x="224527" y="80337"/>
                </a:cubicBezTo>
                <a:cubicBezTo>
                  <a:pt x="225195" y="83807"/>
                  <a:pt x="226329" y="86898"/>
                  <a:pt x="227929" y="89612"/>
                </a:cubicBezTo>
                <a:cubicBezTo>
                  <a:pt x="229531" y="92326"/>
                  <a:pt x="231666" y="94484"/>
                  <a:pt x="234335" y="96085"/>
                </a:cubicBezTo>
                <a:cubicBezTo>
                  <a:pt x="237004" y="97686"/>
                  <a:pt x="240296" y="98486"/>
                  <a:pt x="244211" y="98486"/>
                </a:cubicBezTo>
                <a:cubicBezTo>
                  <a:pt x="248126" y="98486"/>
                  <a:pt x="251418" y="97686"/>
                  <a:pt x="254087" y="96085"/>
                </a:cubicBezTo>
                <a:cubicBezTo>
                  <a:pt x="256756" y="94484"/>
                  <a:pt x="258891" y="92326"/>
                  <a:pt x="260491" y="89612"/>
                </a:cubicBezTo>
                <a:cubicBezTo>
                  <a:pt x="262093" y="86898"/>
                  <a:pt x="263227" y="83807"/>
                  <a:pt x="263894" y="80337"/>
                </a:cubicBezTo>
                <a:cubicBezTo>
                  <a:pt x="264562" y="76867"/>
                  <a:pt x="264896" y="73264"/>
                  <a:pt x="264896" y="69528"/>
                </a:cubicBezTo>
                <a:cubicBezTo>
                  <a:pt x="264896" y="65791"/>
                  <a:pt x="264562" y="62188"/>
                  <a:pt x="263894" y="58718"/>
                </a:cubicBezTo>
                <a:cubicBezTo>
                  <a:pt x="263227" y="55248"/>
                  <a:pt x="262093" y="52157"/>
                  <a:pt x="260491" y="49445"/>
                </a:cubicBezTo>
                <a:cubicBezTo>
                  <a:pt x="258891" y="46731"/>
                  <a:pt x="256756" y="44573"/>
                  <a:pt x="254087" y="42971"/>
                </a:cubicBezTo>
                <a:cubicBezTo>
                  <a:pt x="251418" y="41370"/>
                  <a:pt x="248126" y="40569"/>
                  <a:pt x="244211" y="40569"/>
                </a:cubicBezTo>
                <a:cubicBezTo>
                  <a:pt x="240296" y="40569"/>
                  <a:pt x="237004" y="41370"/>
                  <a:pt x="234335" y="42971"/>
                </a:cubicBezTo>
                <a:cubicBezTo>
                  <a:pt x="231666" y="44573"/>
                  <a:pt x="229531" y="46731"/>
                  <a:pt x="227929" y="49445"/>
                </a:cubicBezTo>
                <a:cubicBezTo>
                  <a:pt x="226329" y="52157"/>
                  <a:pt x="225195" y="55248"/>
                  <a:pt x="224527" y="58718"/>
                </a:cubicBezTo>
                <a:cubicBezTo>
                  <a:pt x="223860" y="62188"/>
                  <a:pt x="223527" y="65791"/>
                  <a:pt x="223527" y="69528"/>
                </a:cubicBezTo>
                <a:moveTo>
                  <a:pt x="211784" y="69528"/>
                </a:moveTo>
                <a:cubicBezTo>
                  <a:pt x="211784" y="63478"/>
                  <a:pt x="212740" y="58340"/>
                  <a:pt x="214653" y="54114"/>
                </a:cubicBezTo>
                <a:cubicBezTo>
                  <a:pt x="216565" y="49888"/>
                  <a:pt x="219078" y="46463"/>
                  <a:pt x="222191" y="43839"/>
                </a:cubicBezTo>
                <a:cubicBezTo>
                  <a:pt x="225305" y="41215"/>
                  <a:pt x="228797" y="39302"/>
                  <a:pt x="232668" y="38101"/>
                </a:cubicBezTo>
                <a:cubicBezTo>
                  <a:pt x="236538" y="36899"/>
                  <a:pt x="240386" y="36299"/>
                  <a:pt x="244211" y="36299"/>
                </a:cubicBezTo>
                <a:cubicBezTo>
                  <a:pt x="248126" y="36299"/>
                  <a:pt x="251997" y="36899"/>
                  <a:pt x="255822" y="38101"/>
                </a:cubicBezTo>
                <a:cubicBezTo>
                  <a:pt x="259648" y="39302"/>
                  <a:pt x="263117" y="41215"/>
                  <a:pt x="266229" y="43839"/>
                </a:cubicBezTo>
                <a:cubicBezTo>
                  <a:pt x="269344" y="46463"/>
                  <a:pt x="271857" y="49888"/>
                  <a:pt x="273770" y="54114"/>
                </a:cubicBezTo>
                <a:cubicBezTo>
                  <a:pt x="275682" y="58340"/>
                  <a:pt x="276639" y="63478"/>
                  <a:pt x="276639" y="69528"/>
                </a:cubicBezTo>
                <a:cubicBezTo>
                  <a:pt x="276639" y="75577"/>
                  <a:pt x="275682" y="80715"/>
                  <a:pt x="273770" y="84941"/>
                </a:cubicBezTo>
                <a:cubicBezTo>
                  <a:pt x="271857" y="89167"/>
                  <a:pt x="269344" y="92593"/>
                  <a:pt x="266229" y="95218"/>
                </a:cubicBezTo>
                <a:cubicBezTo>
                  <a:pt x="263117" y="97842"/>
                  <a:pt x="259648" y="99688"/>
                  <a:pt x="255822" y="100755"/>
                </a:cubicBezTo>
                <a:cubicBezTo>
                  <a:pt x="251997" y="101822"/>
                  <a:pt x="248126" y="102355"/>
                  <a:pt x="244211" y="102355"/>
                </a:cubicBezTo>
                <a:cubicBezTo>
                  <a:pt x="240386" y="102355"/>
                  <a:pt x="236538" y="101822"/>
                  <a:pt x="232668" y="100755"/>
                </a:cubicBezTo>
                <a:cubicBezTo>
                  <a:pt x="228797" y="99688"/>
                  <a:pt x="225305" y="97842"/>
                  <a:pt x="222191" y="95218"/>
                </a:cubicBezTo>
                <a:cubicBezTo>
                  <a:pt x="219078" y="92593"/>
                  <a:pt x="216565" y="89167"/>
                  <a:pt x="214653" y="84941"/>
                </a:cubicBezTo>
                <a:cubicBezTo>
                  <a:pt x="212740" y="80715"/>
                  <a:pt x="211784" y="75577"/>
                  <a:pt x="211784" y="69528"/>
                </a:cubicBezTo>
                <a:close/>
                <a:moveTo>
                  <a:pt x="290785" y="88610"/>
                </a:moveTo>
                <a:cubicBezTo>
                  <a:pt x="291230" y="89501"/>
                  <a:pt x="291920" y="90480"/>
                  <a:pt x="292854" y="91547"/>
                </a:cubicBezTo>
                <a:cubicBezTo>
                  <a:pt x="293788" y="92614"/>
                  <a:pt x="294899" y="93615"/>
                  <a:pt x="296189" y="94550"/>
                </a:cubicBezTo>
                <a:cubicBezTo>
                  <a:pt x="297480" y="95484"/>
                  <a:pt x="298948" y="96263"/>
                  <a:pt x="300593" y="96886"/>
                </a:cubicBezTo>
                <a:cubicBezTo>
                  <a:pt x="302239" y="97507"/>
                  <a:pt x="303996" y="97818"/>
                  <a:pt x="305865" y="97818"/>
                </a:cubicBezTo>
                <a:cubicBezTo>
                  <a:pt x="307555" y="97818"/>
                  <a:pt x="309179" y="97552"/>
                  <a:pt x="310736" y="97018"/>
                </a:cubicBezTo>
                <a:cubicBezTo>
                  <a:pt x="312293" y="96485"/>
                  <a:pt x="313672" y="95728"/>
                  <a:pt x="314872" y="94750"/>
                </a:cubicBezTo>
                <a:cubicBezTo>
                  <a:pt x="316073" y="93771"/>
                  <a:pt x="317030" y="92525"/>
                  <a:pt x="317741" y="91013"/>
                </a:cubicBezTo>
                <a:cubicBezTo>
                  <a:pt x="318454" y="89501"/>
                  <a:pt x="318810" y="87766"/>
                  <a:pt x="318810" y="85808"/>
                </a:cubicBezTo>
                <a:cubicBezTo>
                  <a:pt x="318810" y="83050"/>
                  <a:pt x="318031" y="80937"/>
                  <a:pt x="316474" y="79469"/>
                </a:cubicBezTo>
                <a:cubicBezTo>
                  <a:pt x="314917" y="78002"/>
                  <a:pt x="312982" y="76801"/>
                  <a:pt x="310669" y="75867"/>
                </a:cubicBezTo>
                <a:cubicBezTo>
                  <a:pt x="308356" y="74932"/>
                  <a:pt x="305820" y="74109"/>
                  <a:pt x="303061" y="73397"/>
                </a:cubicBezTo>
                <a:cubicBezTo>
                  <a:pt x="300304" y="72686"/>
                  <a:pt x="297769" y="71686"/>
                  <a:pt x="295456" y="70396"/>
                </a:cubicBezTo>
                <a:cubicBezTo>
                  <a:pt x="293143" y="69105"/>
                  <a:pt x="291208" y="67392"/>
                  <a:pt x="289651" y="65258"/>
                </a:cubicBezTo>
                <a:cubicBezTo>
                  <a:pt x="288094" y="63123"/>
                  <a:pt x="287315" y="60187"/>
                  <a:pt x="287315" y="56449"/>
                </a:cubicBezTo>
                <a:cubicBezTo>
                  <a:pt x="287315" y="53513"/>
                  <a:pt x="287804" y="50822"/>
                  <a:pt x="288783" y="48376"/>
                </a:cubicBezTo>
                <a:cubicBezTo>
                  <a:pt x="289762" y="45929"/>
                  <a:pt x="291185" y="43816"/>
                  <a:pt x="293053" y="42037"/>
                </a:cubicBezTo>
                <a:cubicBezTo>
                  <a:pt x="294921" y="40257"/>
                  <a:pt x="297234" y="38856"/>
                  <a:pt x="299993" y="37834"/>
                </a:cubicBezTo>
                <a:cubicBezTo>
                  <a:pt x="302751" y="36810"/>
                  <a:pt x="305910" y="36299"/>
                  <a:pt x="309468" y="36299"/>
                </a:cubicBezTo>
                <a:cubicBezTo>
                  <a:pt x="312760" y="36299"/>
                  <a:pt x="315540" y="36744"/>
                  <a:pt x="317808" y="37634"/>
                </a:cubicBezTo>
                <a:cubicBezTo>
                  <a:pt x="320077" y="38524"/>
                  <a:pt x="322234" y="39324"/>
                  <a:pt x="324281" y="40035"/>
                </a:cubicBezTo>
                <a:cubicBezTo>
                  <a:pt x="323569" y="41370"/>
                  <a:pt x="322901" y="43016"/>
                  <a:pt x="322278" y="44973"/>
                </a:cubicBezTo>
                <a:cubicBezTo>
                  <a:pt x="321656" y="46931"/>
                  <a:pt x="321256" y="48443"/>
                  <a:pt x="321078" y="49510"/>
                </a:cubicBezTo>
                <a:lnTo>
                  <a:pt x="319476" y="49510"/>
                </a:lnTo>
                <a:cubicBezTo>
                  <a:pt x="318764" y="47374"/>
                  <a:pt x="317385" y="45462"/>
                  <a:pt x="315338" y="43772"/>
                </a:cubicBezTo>
                <a:cubicBezTo>
                  <a:pt x="313292" y="42082"/>
                  <a:pt x="310757" y="41236"/>
                  <a:pt x="307733" y="41236"/>
                </a:cubicBezTo>
                <a:cubicBezTo>
                  <a:pt x="306398" y="41236"/>
                  <a:pt x="305064" y="41459"/>
                  <a:pt x="303729" y="41904"/>
                </a:cubicBezTo>
                <a:cubicBezTo>
                  <a:pt x="302395" y="42348"/>
                  <a:pt x="301194" y="43016"/>
                  <a:pt x="300125" y="43906"/>
                </a:cubicBezTo>
                <a:cubicBezTo>
                  <a:pt x="299058" y="44795"/>
                  <a:pt x="298169" y="45952"/>
                  <a:pt x="297458" y="47376"/>
                </a:cubicBezTo>
                <a:cubicBezTo>
                  <a:pt x="296746" y="48799"/>
                  <a:pt x="296391" y="50489"/>
                  <a:pt x="296391" y="52446"/>
                </a:cubicBezTo>
                <a:cubicBezTo>
                  <a:pt x="296391" y="55293"/>
                  <a:pt x="297168" y="57495"/>
                  <a:pt x="298724" y="59052"/>
                </a:cubicBezTo>
                <a:cubicBezTo>
                  <a:pt x="300281" y="60609"/>
                  <a:pt x="302216" y="61833"/>
                  <a:pt x="304530" y="62723"/>
                </a:cubicBezTo>
                <a:cubicBezTo>
                  <a:pt x="306843" y="63612"/>
                  <a:pt x="309378" y="64391"/>
                  <a:pt x="312135" y="65059"/>
                </a:cubicBezTo>
                <a:cubicBezTo>
                  <a:pt x="314894" y="65725"/>
                  <a:pt x="317429" y="66659"/>
                  <a:pt x="319743" y="67861"/>
                </a:cubicBezTo>
                <a:cubicBezTo>
                  <a:pt x="322056" y="69061"/>
                  <a:pt x="323991" y="70728"/>
                  <a:pt x="325548" y="72864"/>
                </a:cubicBezTo>
                <a:cubicBezTo>
                  <a:pt x="327105" y="74999"/>
                  <a:pt x="327884" y="77935"/>
                  <a:pt x="327884" y="81671"/>
                </a:cubicBezTo>
                <a:cubicBezTo>
                  <a:pt x="327884" y="84251"/>
                  <a:pt x="327328" y="86787"/>
                  <a:pt x="326216" y="89278"/>
                </a:cubicBezTo>
                <a:cubicBezTo>
                  <a:pt x="325104" y="91769"/>
                  <a:pt x="323502" y="94016"/>
                  <a:pt x="321410" y="96018"/>
                </a:cubicBezTo>
                <a:cubicBezTo>
                  <a:pt x="319320" y="98019"/>
                  <a:pt x="316806" y="99576"/>
                  <a:pt x="313870" y="100687"/>
                </a:cubicBezTo>
                <a:cubicBezTo>
                  <a:pt x="310935" y="101799"/>
                  <a:pt x="307600" y="102355"/>
                  <a:pt x="303864" y="102355"/>
                </a:cubicBezTo>
                <a:cubicBezTo>
                  <a:pt x="299771" y="102355"/>
                  <a:pt x="296345" y="101955"/>
                  <a:pt x="293587" y="101154"/>
                </a:cubicBezTo>
                <a:cubicBezTo>
                  <a:pt x="290830" y="100354"/>
                  <a:pt x="288516" y="99420"/>
                  <a:pt x="286647" y="98352"/>
                </a:cubicBezTo>
                <a:cubicBezTo>
                  <a:pt x="287182" y="97195"/>
                  <a:pt x="287739" y="95616"/>
                  <a:pt x="288317" y="93615"/>
                </a:cubicBezTo>
                <a:cubicBezTo>
                  <a:pt x="288895" y="91613"/>
                  <a:pt x="289184" y="89945"/>
                  <a:pt x="289184" y="88610"/>
                </a:cubicBezTo>
                <a:lnTo>
                  <a:pt x="290785" y="88610"/>
                </a:lnTo>
                <a:close/>
                <a:moveTo>
                  <a:pt x="368720" y="40569"/>
                </a:moveTo>
                <a:cubicBezTo>
                  <a:pt x="365428" y="40569"/>
                  <a:pt x="362647" y="41325"/>
                  <a:pt x="360377" y="42837"/>
                </a:cubicBezTo>
                <a:cubicBezTo>
                  <a:pt x="358109" y="44349"/>
                  <a:pt x="356241" y="46240"/>
                  <a:pt x="354774" y="48510"/>
                </a:cubicBezTo>
                <a:cubicBezTo>
                  <a:pt x="353306" y="50778"/>
                  <a:pt x="352194" y="53269"/>
                  <a:pt x="351438" y="55983"/>
                </a:cubicBezTo>
                <a:cubicBezTo>
                  <a:pt x="350682" y="58697"/>
                  <a:pt x="350215" y="61254"/>
                  <a:pt x="350037" y="63656"/>
                </a:cubicBezTo>
                <a:cubicBezTo>
                  <a:pt x="352794" y="63745"/>
                  <a:pt x="355663" y="63835"/>
                  <a:pt x="358642" y="63925"/>
                </a:cubicBezTo>
                <a:cubicBezTo>
                  <a:pt x="361624" y="64013"/>
                  <a:pt x="364537" y="64057"/>
                  <a:pt x="367384" y="64057"/>
                </a:cubicBezTo>
                <a:cubicBezTo>
                  <a:pt x="370320" y="64057"/>
                  <a:pt x="373301" y="64013"/>
                  <a:pt x="376325" y="63925"/>
                </a:cubicBezTo>
                <a:cubicBezTo>
                  <a:pt x="379350" y="63835"/>
                  <a:pt x="382286" y="63745"/>
                  <a:pt x="385134" y="63656"/>
                </a:cubicBezTo>
                <a:cubicBezTo>
                  <a:pt x="385134" y="61254"/>
                  <a:pt x="384934" y="58719"/>
                  <a:pt x="384534" y="56050"/>
                </a:cubicBezTo>
                <a:cubicBezTo>
                  <a:pt x="384133" y="53380"/>
                  <a:pt x="383332" y="50888"/>
                  <a:pt x="382131" y="48575"/>
                </a:cubicBezTo>
                <a:cubicBezTo>
                  <a:pt x="380929" y="46262"/>
                  <a:pt x="379261" y="44349"/>
                  <a:pt x="377126" y="42837"/>
                </a:cubicBezTo>
                <a:cubicBezTo>
                  <a:pt x="374990" y="41325"/>
                  <a:pt x="372188" y="40569"/>
                  <a:pt x="368720" y="40569"/>
                </a:cubicBezTo>
                <a:moveTo>
                  <a:pt x="337893" y="71396"/>
                </a:moveTo>
                <a:cubicBezTo>
                  <a:pt x="337893" y="60453"/>
                  <a:pt x="340495" y="51868"/>
                  <a:pt x="345698" y="45641"/>
                </a:cubicBezTo>
                <a:cubicBezTo>
                  <a:pt x="350903" y="39413"/>
                  <a:pt x="358488" y="36299"/>
                  <a:pt x="368453" y="36299"/>
                </a:cubicBezTo>
                <a:cubicBezTo>
                  <a:pt x="373168" y="36299"/>
                  <a:pt x="377238" y="37033"/>
                  <a:pt x="380663" y="38502"/>
                </a:cubicBezTo>
                <a:cubicBezTo>
                  <a:pt x="384088" y="39969"/>
                  <a:pt x="386957" y="41926"/>
                  <a:pt x="389270" y="44372"/>
                </a:cubicBezTo>
                <a:cubicBezTo>
                  <a:pt x="391583" y="46819"/>
                  <a:pt x="393296" y="49688"/>
                  <a:pt x="394407" y="52980"/>
                </a:cubicBezTo>
                <a:cubicBezTo>
                  <a:pt x="395519" y="56272"/>
                  <a:pt x="396075" y="59786"/>
                  <a:pt x="396075" y="63521"/>
                </a:cubicBezTo>
                <a:cubicBezTo>
                  <a:pt x="396075" y="64412"/>
                  <a:pt x="396053" y="65280"/>
                  <a:pt x="396008" y="66126"/>
                </a:cubicBezTo>
                <a:cubicBezTo>
                  <a:pt x="395965" y="66970"/>
                  <a:pt x="395898" y="67837"/>
                  <a:pt x="395808" y="68726"/>
                </a:cubicBezTo>
                <a:cubicBezTo>
                  <a:pt x="391004" y="68638"/>
                  <a:pt x="386245" y="68550"/>
                  <a:pt x="381530" y="68461"/>
                </a:cubicBezTo>
                <a:cubicBezTo>
                  <a:pt x="376815" y="68372"/>
                  <a:pt x="372056" y="68327"/>
                  <a:pt x="367252" y="68327"/>
                </a:cubicBezTo>
                <a:cubicBezTo>
                  <a:pt x="364315" y="68327"/>
                  <a:pt x="361402" y="68372"/>
                  <a:pt x="358510" y="68461"/>
                </a:cubicBezTo>
                <a:cubicBezTo>
                  <a:pt x="355619" y="68550"/>
                  <a:pt x="352705" y="68638"/>
                  <a:pt x="349768" y="68726"/>
                </a:cubicBezTo>
                <a:cubicBezTo>
                  <a:pt x="349680" y="69171"/>
                  <a:pt x="349636" y="69839"/>
                  <a:pt x="349636" y="70728"/>
                </a:cubicBezTo>
                <a:lnTo>
                  <a:pt x="349636" y="72463"/>
                </a:lnTo>
                <a:cubicBezTo>
                  <a:pt x="349636" y="75932"/>
                  <a:pt x="350147" y="79180"/>
                  <a:pt x="351169" y="82206"/>
                </a:cubicBezTo>
                <a:cubicBezTo>
                  <a:pt x="352193" y="85231"/>
                  <a:pt x="353683" y="87833"/>
                  <a:pt x="355641" y="90013"/>
                </a:cubicBezTo>
                <a:cubicBezTo>
                  <a:pt x="357599" y="92192"/>
                  <a:pt x="360001" y="93927"/>
                  <a:pt x="362847" y="95218"/>
                </a:cubicBezTo>
                <a:cubicBezTo>
                  <a:pt x="365694" y="96508"/>
                  <a:pt x="368986" y="97152"/>
                  <a:pt x="372723" y="97152"/>
                </a:cubicBezTo>
                <a:cubicBezTo>
                  <a:pt x="374502" y="97152"/>
                  <a:pt x="376325" y="96908"/>
                  <a:pt x="378193" y="96419"/>
                </a:cubicBezTo>
                <a:cubicBezTo>
                  <a:pt x="380062" y="95929"/>
                  <a:pt x="381886" y="95261"/>
                  <a:pt x="383664" y="94416"/>
                </a:cubicBezTo>
                <a:cubicBezTo>
                  <a:pt x="385444" y="93570"/>
                  <a:pt x="387112" y="92569"/>
                  <a:pt x="388669" y="91414"/>
                </a:cubicBezTo>
                <a:cubicBezTo>
                  <a:pt x="390226" y="90258"/>
                  <a:pt x="391583" y="89011"/>
                  <a:pt x="392740" y="87676"/>
                </a:cubicBezTo>
                <a:lnTo>
                  <a:pt x="393408" y="88077"/>
                </a:lnTo>
                <a:lnTo>
                  <a:pt x="392607" y="94615"/>
                </a:lnTo>
                <a:cubicBezTo>
                  <a:pt x="389937" y="96751"/>
                  <a:pt x="386623" y="98574"/>
                  <a:pt x="382664" y="100087"/>
                </a:cubicBezTo>
                <a:cubicBezTo>
                  <a:pt x="378706" y="101599"/>
                  <a:pt x="374591" y="102355"/>
                  <a:pt x="370320" y="102355"/>
                </a:cubicBezTo>
                <a:cubicBezTo>
                  <a:pt x="365516" y="102355"/>
                  <a:pt x="361134" y="101621"/>
                  <a:pt x="357174" y="100154"/>
                </a:cubicBezTo>
                <a:cubicBezTo>
                  <a:pt x="353216" y="98686"/>
                  <a:pt x="349791" y="96552"/>
                  <a:pt x="346899" y="93750"/>
                </a:cubicBezTo>
                <a:cubicBezTo>
                  <a:pt x="344009" y="90947"/>
                  <a:pt x="341786" y="87632"/>
                  <a:pt x="340228" y="83807"/>
                </a:cubicBezTo>
                <a:cubicBezTo>
                  <a:pt x="338671" y="79981"/>
                  <a:pt x="337893" y="75844"/>
                  <a:pt x="337893" y="71396"/>
                </a:cubicBezTo>
                <a:close/>
                <a:moveTo>
                  <a:pt x="475477" y="11476"/>
                </a:moveTo>
                <a:cubicBezTo>
                  <a:pt x="473343" y="10142"/>
                  <a:pt x="470897" y="9475"/>
                  <a:pt x="468138" y="9475"/>
                </a:cubicBezTo>
                <a:cubicBezTo>
                  <a:pt x="466181" y="9475"/>
                  <a:pt x="464512" y="9853"/>
                  <a:pt x="463133" y="10609"/>
                </a:cubicBezTo>
                <a:cubicBezTo>
                  <a:pt x="461754" y="11365"/>
                  <a:pt x="460620" y="12344"/>
                  <a:pt x="459730" y="13545"/>
                </a:cubicBezTo>
                <a:cubicBezTo>
                  <a:pt x="458841" y="14747"/>
                  <a:pt x="458196" y="16148"/>
                  <a:pt x="457796" y="17750"/>
                </a:cubicBezTo>
                <a:cubicBezTo>
                  <a:pt x="457395" y="19351"/>
                  <a:pt x="457195" y="21041"/>
                  <a:pt x="457195" y="22820"/>
                </a:cubicBezTo>
                <a:cubicBezTo>
                  <a:pt x="457195" y="24422"/>
                  <a:pt x="457351" y="26736"/>
                  <a:pt x="457662" y="29760"/>
                </a:cubicBezTo>
                <a:cubicBezTo>
                  <a:pt x="457974" y="32785"/>
                  <a:pt x="458352" y="35676"/>
                  <a:pt x="458796" y="38435"/>
                </a:cubicBezTo>
                <a:cubicBezTo>
                  <a:pt x="461109" y="38435"/>
                  <a:pt x="463400" y="38412"/>
                  <a:pt x="465668" y="38367"/>
                </a:cubicBezTo>
                <a:cubicBezTo>
                  <a:pt x="467938" y="38323"/>
                  <a:pt x="470229" y="38300"/>
                  <a:pt x="472543" y="38300"/>
                </a:cubicBezTo>
                <a:cubicBezTo>
                  <a:pt x="472453" y="38745"/>
                  <a:pt x="472386" y="39191"/>
                  <a:pt x="472341" y="39636"/>
                </a:cubicBezTo>
                <a:cubicBezTo>
                  <a:pt x="472298" y="40080"/>
                  <a:pt x="472276" y="40524"/>
                  <a:pt x="472276" y="40970"/>
                </a:cubicBezTo>
                <a:cubicBezTo>
                  <a:pt x="472276" y="41415"/>
                  <a:pt x="472298" y="41860"/>
                  <a:pt x="472341" y="42306"/>
                </a:cubicBezTo>
                <a:cubicBezTo>
                  <a:pt x="472386" y="42749"/>
                  <a:pt x="472453" y="43194"/>
                  <a:pt x="472543" y="43639"/>
                </a:cubicBezTo>
                <a:cubicBezTo>
                  <a:pt x="470229" y="43550"/>
                  <a:pt x="467938" y="43461"/>
                  <a:pt x="465668" y="43373"/>
                </a:cubicBezTo>
                <a:cubicBezTo>
                  <a:pt x="463400" y="43283"/>
                  <a:pt x="461109" y="43238"/>
                  <a:pt x="458796" y="43238"/>
                </a:cubicBezTo>
                <a:cubicBezTo>
                  <a:pt x="458796" y="52935"/>
                  <a:pt x="458818" y="62566"/>
                  <a:pt x="458863" y="72131"/>
                </a:cubicBezTo>
                <a:cubicBezTo>
                  <a:pt x="458908" y="81694"/>
                  <a:pt x="459064" y="91325"/>
                  <a:pt x="459331" y="101021"/>
                </a:cubicBezTo>
                <a:cubicBezTo>
                  <a:pt x="458353" y="100844"/>
                  <a:pt x="457374" y="100755"/>
                  <a:pt x="456395" y="100755"/>
                </a:cubicBezTo>
                <a:cubicBezTo>
                  <a:pt x="455416" y="100755"/>
                  <a:pt x="454482" y="100755"/>
                  <a:pt x="453591" y="100755"/>
                </a:cubicBezTo>
                <a:cubicBezTo>
                  <a:pt x="451723" y="100755"/>
                  <a:pt x="449766" y="100844"/>
                  <a:pt x="447720" y="101021"/>
                </a:cubicBezTo>
                <a:cubicBezTo>
                  <a:pt x="448344" y="91325"/>
                  <a:pt x="448699" y="81739"/>
                  <a:pt x="448787" y="72263"/>
                </a:cubicBezTo>
                <a:cubicBezTo>
                  <a:pt x="448877" y="62788"/>
                  <a:pt x="448922" y="53113"/>
                  <a:pt x="448922" y="43238"/>
                </a:cubicBezTo>
                <a:cubicBezTo>
                  <a:pt x="447320" y="43238"/>
                  <a:pt x="445718" y="43283"/>
                  <a:pt x="444116" y="43373"/>
                </a:cubicBezTo>
                <a:cubicBezTo>
                  <a:pt x="442516" y="43461"/>
                  <a:pt x="440915" y="43550"/>
                  <a:pt x="439313" y="43639"/>
                </a:cubicBezTo>
                <a:cubicBezTo>
                  <a:pt x="439402" y="43194"/>
                  <a:pt x="439469" y="42749"/>
                  <a:pt x="439512" y="42306"/>
                </a:cubicBezTo>
                <a:cubicBezTo>
                  <a:pt x="439557" y="41860"/>
                  <a:pt x="439579" y="41415"/>
                  <a:pt x="439579" y="40970"/>
                </a:cubicBezTo>
                <a:cubicBezTo>
                  <a:pt x="439579" y="40524"/>
                  <a:pt x="439557" y="40080"/>
                  <a:pt x="439512" y="39636"/>
                </a:cubicBezTo>
                <a:cubicBezTo>
                  <a:pt x="439469" y="39191"/>
                  <a:pt x="439402" y="38745"/>
                  <a:pt x="439313" y="38300"/>
                </a:cubicBezTo>
                <a:cubicBezTo>
                  <a:pt x="440915" y="38300"/>
                  <a:pt x="442538" y="38323"/>
                  <a:pt x="444183" y="38367"/>
                </a:cubicBezTo>
                <a:cubicBezTo>
                  <a:pt x="445830" y="38412"/>
                  <a:pt x="447410" y="38435"/>
                  <a:pt x="448922" y="38435"/>
                </a:cubicBezTo>
                <a:cubicBezTo>
                  <a:pt x="448922" y="35854"/>
                  <a:pt x="449189" y="33051"/>
                  <a:pt x="449722" y="30027"/>
                </a:cubicBezTo>
                <a:cubicBezTo>
                  <a:pt x="450256" y="27002"/>
                  <a:pt x="451034" y="24022"/>
                  <a:pt x="452056" y="21086"/>
                </a:cubicBezTo>
                <a:cubicBezTo>
                  <a:pt x="453079" y="18149"/>
                  <a:pt x="454303" y="15369"/>
                  <a:pt x="455727" y="12745"/>
                </a:cubicBezTo>
                <a:cubicBezTo>
                  <a:pt x="457151" y="10121"/>
                  <a:pt x="458752" y="7919"/>
                  <a:pt x="460531" y="6139"/>
                </a:cubicBezTo>
                <a:cubicBezTo>
                  <a:pt x="462133" y="4537"/>
                  <a:pt x="464157" y="3114"/>
                  <a:pt x="466603" y="1869"/>
                </a:cubicBezTo>
                <a:cubicBezTo>
                  <a:pt x="469049" y="623"/>
                  <a:pt x="471562" y="0"/>
                  <a:pt x="474143" y="0"/>
                </a:cubicBezTo>
                <a:cubicBezTo>
                  <a:pt x="475122" y="0"/>
                  <a:pt x="476012" y="134"/>
                  <a:pt x="476813" y="401"/>
                </a:cubicBezTo>
                <a:cubicBezTo>
                  <a:pt x="476723" y="2181"/>
                  <a:pt x="476612" y="3961"/>
                  <a:pt x="476479" y="5740"/>
                </a:cubicBezTo>
                <a:cubicBezTo>
                  <a:pt x="476346" y="7519"/>
                  <a:pt x="476279" y="9298"/>
                  <a:pt x="476279" y="11077"/>
                </a:cubicBezTo>
                <a:lnTo>
                  <a:pt x="475477" y="11476"/>
                </a:lnTo>
                <a:close/>
                <a:moveTo>
                  <a:pt x="514844" y="48575"/>
                </a:moveTo>
                <a:cubicBezTo>
                  <a:pt x="514400" y="48042"/>
                  <a:pt x="513533" y="47553"/>
                  <a:pt x="512242" y="47109"/>
                </a:cubicBezTo>
                <a:cubicBezTo>
                  <a:pt x="510952" y="46664"/>
                  <a:pt x="509640" y="46441"/>
                  <a:pt x="508306" y="46441"/>
                </a:cubicBezTo>
                <a:cubicBezTo>
                  <a:pt x="506170" y="46441"/>
                  <a:pt x="504258" y="46931"/>
                  <a:pt x="502568" y="47909"/>
                </a:cubicBezTo>
                <a:cubicBezTo>
                  <a:pt x="500877" y="48888"/>
                  <a:pt x="499454" y="50200"/>
                  <a:pt x="498297" y="51845"/>
                </a:cubicBezTo>
                <a:cubicBezTo>
                  <a:pt x="497141" y="53491"/>
                  <a:pt x="496251" y="55448"/>
                  <a:pt x="495628" y="57718"/>
                </a:cubicBezTo>
                <a:cubicBezTo>
                  <a:pt x="495006" y="59986"/>
                  <a:pt x="494695" y="62410"/>
                  <a:pt x="494695" y="64990"/>
                </a:cubicBezTo>
                <a:lnTo>
                  <a:pt x="494695" y="79669"/>
                </a:lnTo>
                <a:cubicBezTo>
                  <a:pt x="494695" y="85630"/>
                  <a:pt x="494717" y="90190"/>
                  <a:pt x="494760" y="93349"/>
                </a:cubicBezTo>
                <a:cubicBezTo>
                  <a:pt x="494805" y="96506"/>
                  <a:pt x="494961" y="99064"/>
                  <a:pt x="495229" y="101021"/>
                </a:cubicBezTo>
                <a:cubicBezTo>
                  <a:pt x="493449" y="100844"/>
                  <a:pt x="491669" y="100755"/>
                  <a:pt x="489890" y="100755"/>
                </a:cubicBezTo>
                <a:cubicBezTo>
                  <a:pt x="487932" y="100755"/>
                  <a:pt x="486064" y="100844"/>
                  <a:pt x="484286" y="101021"/>
                </a:cubicBezTo>
                <a:cubicBezTo>
                  <a:pt x="484552" y="97997"/>
                  <a:pt x="484707" y="93882"/>
                  <a:pt x="484752" y="88677"/>
                </a:cubicBezTo>
                <a:cubicBezTo>
                  <a:pt x="484797" y="83473"/>
                  <a:pt x="484819" y="77090"/>
                  <a:pt x="484819" y="69528"/>
                </a:cubicBezTo>
                <a:lnTo>
                  <a:pt x="484819" y="65256"/>
                </a:lnTo>
                <a:cubicBezTo>
                  <a:pt x="484819" y="61788"/>
                  <a:pt x="484797" y="57785"/>
                  <a:pt x="484752" y="53248"/>
                </a:cubicBezTo>
                <a:cubicBezTo>
                  <a:pt x="484707" y="48710"/>
                  <a:pt x="484552" y="43505"/>
                  <a:pt x="484286" y="37632"/>
                </a:cubicBezTo>
                <a:cubicBezTo>
                  <a:pt x="485265" y="37811"/>
                  <a:pt x="486199" y="37968"/>
                  <a:pt x="487088" y="38101"/>
                </a:cubicBezTo>
                <a:cubicBezTo>
                  <a:pt x="487977" y="38234"/>
                  <a:pt x="488911" y="38300"/>
                  <a:pt x="489890" y="38300"/>
                </a:cubicBezTo>
                <a:cubicBezTo>
                  <a:pt x="490691" y="38300"/>
                  <a:pt x="491536" y="38234"/>
                  <a:pt x="492425" y="38101"/>
                </a:cubicBezTo>
                <a:cubicBezTo>
                  <a:pt x="493315" y="37968"/>
                  <a:pt x="494250" y="37811"/>
                  <a:pt x="495229" y="37632"/>
                </a:cubicBezTo>
                <a:cubicBezTo>
                  <a:pt x="494873" y="40836"/>
                  <a:pt x="494673" y="43372"/>
                  <a:pt x="494628" y="45240"/>
                </a:cubicBezTo>
                <a:cubicBezTo>
                  <a:pt x="494583" y="47108"/>
                  <a:pt x="494561" y="48887"/>
                  <a:pt x="494561" y="50577"/>
                </a:cubicBezTo>
                <a:lnTo>
                  <a:pt x="494828" y="50711"/>
                </a:lnTo>
                <a:cubicBezTo>
                  <a:pt x="500077" y="41103"/>
                  <a:pt x="505949" y="36299"/>
                  <a:pt x="512443" y="36299"/>
                </a:cubicBezTo>
                <a:cubicBezTo>
                  <a:pt x="513244" y="36299"/>
                  <a:pt x="513934" y="36343"/>
                  <a:pt x="514512" y="36433"/>
                </a:cubicBezTo>
                <a:cubicBezTo>
                  <a:pt x="515091" y="36521"/>
                  <a:pt x="515824" y="36743"/>
                  <a:pt x="516714" y="37099"/>
                </a:cubicBezTo>
                <a:cubicBezTo>
                  <a:pt x="516268" y="38167"/>
                  <a:pt x="516001" y="39791"/>
                  <a:pt x="515911" y="41972"/>
                </a:cubicBezTo>
                <a:cubicBezTo>
                  <a:pt x="515823" y="44150"/>
                  <a:pt x="515779" y="46130"/>
                  <a:pt x="515779" y="47909"/>
                </a:cubicBezTo>
                <a:lnTo>
                  <a:pt x="514844" y="48575"/>
                </a:lnTo>
                <a:close/>
                <a:moveTo>
                  <a:pt x="534997" y="69528"/>
                </a:moveTo>
                <a:cubicBezTo>
                  <a:pt x="534997" y="73264"/>
                  <a:pt x="535330" y="76867"/>
                  <a:pt x="535996" y="80337"/>
                </a:cubicBezTo>
                <a:cubicBezTo>
                  <a:pt x="536664" y="83807"/>
                  <a:pt x="537799" y="86898"/>
                  <a:pt x="539399" y="89612"/>
                </a:cubicBezTo>
                <a:cubicBezTo>
                  <a:pt x="541001" y="92326"/>
                  <a:pt x="543136" y="94484"/>
                  <a:pt x="545805" y="96085"/>
                </a:cubicBezTo>
                <a:cubicBezTo>
                  <a:pt x="548474" y="97686"/>
                  <a:pt x="551766" y="98486"/>
                  <a:pt x="555681" y="98486"/>
                </a:cubicBezTo>
                <a:cubicBezTo>
                  <a:pt x="559596" y="98486"/>
                  <a:pt x="562888" y="97686"/>
                  <a:pt x="565557" y="96085"/>
                </a:cubicBezTo>
                <a:cubicBezTo>
                  <a:pt x="568226" y="94484"/>
                  <a:pt x="570360" y="92326"/>
                  <a:pt x="571961" y="89612"/>
                </a:cubicBezTo>
                <a:cubicBezTo>
                  <a:pt x="573563" y="86898"/>
                  <a:pt x="574697" y="83807"/>
                  <a:pt x="575364" y="80337"/>
                </a:cubicBezTo>
                <a:cubicBezTo>
                  <a:pt x="576032" y="76867"/>
                  <a:pt x="576365" y="73264"/>
                  <a:pt x="576365" y="69528"/>
                </a:cubicBezTo>
                <a:cubicBezTo>
                  <a:pt x="576365" y="65791"/>
                  <a:pt x="576032" y="62188"/>
                  <a:pt x="575364" y="58718"/>
                </a:cubicBezTo>
                <a:cubicBezTo>
                  <a:pt x="574697" y="55248"/>
                  <a:pt x="573563" y="52157"/>
                  <a:pt x="571961" y="49445"/>
                </a:cubicBezTo>
                <a:cubicBezTo>
                  <a:pt x="570360" y="46731"/>
                  <a:pt x="568226" y="44573"/>
                  <a:pt x="565557" y="42971"/>
                </a:cubicBezTo>
                <a:cubicBezTo>
                  <a:pt x="562888" y="41370"/>
                  <a:pt x="559596" y="40569"/>
                  <a:pt x="555681" y="40569"/>
                </a:cubicBezTo>
                <a:cubicBezTo>
                  <a:pt x="551766" y="40569"/>
                  <a:pt x="548474" y="41370"/>
                  <a:pt x="545805" y="42971"/>
                </a:cubicBezTo>
                <a:cubicBezTo>
                  <a:pt x="543136" y="44573"/>
                  <a:pt x="541001" y="46731"/>
                  <a:pt x="539399" y="49445"/>
                </a:cubicBezTo>
                <a:cubicBezTo>
                  <a:pt x="537799" y="52157"/>
                  <a:pt x="536664" y="55248"/>
                  <a:pt x="535996" y="58718"/>
                </a:cubicBezTo>
                <a:cubicBezTo>
                  <a:pt x="535330" y="62188"/>
                  <a:pt x="534997" y="65791"/>
                  <a:pt x="534997" y="69528"/>
                </a:cubicBezTo>
                <a:moveTo>
                  <a:pt x="523253" y="69528"/>
                </a:moveTo>
                <a:cubicBezTo>
                  <a:pt x="523253" y="63478"/>
                  <a:pt x="524210" y="58340"/>
                  <a:pt x="526123" y="54114"/>
                </a:cubicBezTo>
                <a:cubicBezTo>
                  <a:pt x="528035" y="49888"/>
                  <a:pt x="530548" y="46463"/>
                  <a:pt x="533661" y="43839"/>
                </a:cubicBezTo>
                <a:cubicBezTo>
                  <a:pt x="536775" y="41215"/>
                  <a:pt x="540267" y="39302"/>
                  <a:pt x="544137" y="38101"/>
                </a:cubicBezTo>
                <a:cubicBezTo>
                  <a:pt x="548008" y="36899"/>
                  <a:pt x="551856" y="36299"/>
                  <a:pt x="555681" y="36299"/>
                </a:cubicBezTo>
                <a:cubicBezTo>
                  <a:pt x="559596" y="36299"/>
                  <a:pt x="563466" y="36899"/>
                  <a:pt x="567292" y="38101"/>
                </a:cubicBezTo>
                <a:cubicBezTo>
                  <a:pt x="571117" y="39302"/>
                  <a:pt x="574586" y="41215"/>
                  <a:pt x="577699" y="43839"/>
                </a:cubicBezTo>
                <a:cubicBezTo>
                  <a:pt x="580813" y="46463"/>
                  <a:pt x="583327" y="49888"/>
                  <a:pt x="585240" y="54114"/>
                </a:cubicBezTo>
                <a:cubicBezTo>
                  <a:pt x="587152" y="58340"/>
                  <a:pt x="588109" y="63478"/>
                  <a:pt x="588109" y="69528"/>
                </a:cubicBezTo>
                <a:cubicBezTo>
                  <a:pt x="588109" y="75577"/>
                  <a:pt x="587152" y="80715"/>
                  <a:pt x="585240" y="84941"/>
                </a:cubicBezTo>
                <a:cubicBezTo>
                  <a:pt x="583327" y="89167"/>
                  <a:pt x="580813" y="92593"/>
                  <a:pt x="577699" y="95218"/>
                </a:cubicBezTo>
                <a:cubicBezTo>
                  <a:pt x="574586" y="97842"/>
                  <a:pt x="571117" y="99688"/>
                  <a:pt x="567292" y="100755"/>
                </a:cubicBezTo>
                <a:cubicBezTo>
                  <a:pt x="563466" y="101822"/>
                  <a:pt x="559596" y="102355"/>
                  <a:pt x="555681" y="102355"/>
                </a:cubicBezTo>
                <a:cubicBezTo>
                  <a:pt x="551856" y="102355"/>
                  <a:pt x="548008" y="101822"/>
                  <a:pt x="544137" y="100755"/>
                </a:cubicBezTo>
                <a:cubicBezTo>
                  <a:pt x="540267" y="99688"/>
                  <a:pt x="536775" y="97842"/>
                  <a:pt x="533661" y="95218"/>
                </a:cubicBezTo>
                <a:cubicBezTo>
                  <a:pt x="530548" y="92593"/>
                  <a:pt x="528035" y="89167"/>
                  <a:pt x="526123" y="84941"/>
                </a:cubicBezTo>
                <a:cubicBezTo>
                  <a:pt x="524210" y="80715"/>
                  <a:pt x="523253" y="75577"/>
                  <a:pt x="523253" y="69528"/>
                </a:cubicBezTo>
                <a:close/>
                <a:moveTo>
                  <a:pt x="603189" y="62589"/>
                </a:moveTo>
                <a:cubicBezTo>
                  <a:pt x="603189" y="58586"/>
                  <a:pt x="603122" y="54382"/>
                  <a:pt x="602988" y="49978"/>
                </a:cubicBezTo>
                <a:cubicBezTo>
                  <a:pt x="602855" y="45574"/>
                  <a:pt x="602566" y="41459"/>
                  <a:pt x="602122" y="37632"/>
                </a:cubicBezTo>
                <a:cubicBezTo>
                  <a:pt x="604613" y="38078"/>
                  <a:pt x="606615" y="38300"/>
                  <a:pt x="608127" y="38300"/>
                </a:cubicBezTo>
                <a:cubicBezTo>
                  <a:pt x="608838" y="38300"/>
                  <a:pt x="609616" y="38234"/>
                  <a:pt x="610461" y="38101"/>
                </a:cubicBezTo>
                <a:cubicBezTo>
                  <a:pt x="611306" y="37968"/>
                  <a:pt x="612308" y="37811"/>
                  <a:pt x="613464" y="37632"/>
                </a:cubicBezTo>
                <a:cubicBezTo>
                  <a:pt x="613197" y="41192"/>
                  <a:pt x="613063" y="44750"/>
                  <a:pt x="613063" y="48308"/>
                </a:cubicBezTo>
                <a:lnTo>
                  <a:pt x="613332" y="48308"/>
                </a:lnTo>
                <a:cubicBezTo>
                  <a:pt x="618047" y="40302"/>
                  <a:pt x="624674" y="36299"/>
                  <a:pt x="633214" y="36299"/>
                </a:cubicBezTo>
                <a:cubicBezTo>
                  <a:pt x="635439" y="36299"/>
                  <a:pt x="637619" y="36632"/>
                  <a:pt x="639754" y="37300"/>
                </a:cubicBezTo>
                <a:cubicBezTo>
                  <a:pt x="641890" y="37967"/>
                  <a:pt x="643824" y="38878"/>
                  <a:pt x="645558" y="40035"/>
                </a:cubicBezTo>
                <a:cubicBezTo>
                  <a:pt x="647293" y="41192"/>
                  <a:pt x="648783" y="42593"/>
                  <a:pt x="650027" y="44240"/>
                </a:cubicBezTo>
                <a:cubicBezTo>
                  <a:pt x="651274" y="45885"/>
                  <a:pt x="652119" y="47642"/>
                  <a:pt x="652565" y="49510"/>
                </a:cubicBezTo>
                <a:lnTo>
                  <a:pt x="652831" y="49510"/>
                </a:lnTo>
                <a:cubicBezTo>
                  <a:pt x="654967" y="45239"/>
                  <a:pt x="657881" y="41970"/>
                  <a:pt x="661573" y="39701"/>
                </a:cubicBezTo>
                <a:cubicBezTo>
                  <a:pt x="665266" y="37433"/>
                  <a:pt x="669513" y="36299"/>
                  <a:pt x="674316" y="36299"/>
                </a:cubicBezTo>
                <a:cubicBezTo>
                  <a:pt x="677252" y="36299"/>
                  <a:pt x="679966" y="36699"/>
                  <a:pt x="682457" y="37500"/>
                </a:cubicBezTo>
                <a:cubicBezTo>
                  <a:pt x="684948" y="38301"/>
                  <a:pt x="687105" y="39546"/>
                  <a:pt x="688928" y="41236"/>
                </a:cubicBezTo>
                <a:cubicBezTo>
                  <a:pt x="690753" y="42927"/>
                  <a:pt x="692177" y="45106"/>
                  <a:pt x="693200" y="47775"/>
                </a:cubicBezTo>
                <a:cubicBezTo>
                  <a:pt x="694224" y="50444"/>
                  <a:pt x="694736" y="53647"/>
                  <a:pt x="694736" y="57384"/>
                </a:cubicBezTo>
                <a:cubicBezTo>
                  <a:pt x="694736" y="58896"/>
                  <a:pt x="694691" y="60542"/>
                  <a:pt x="694601" y="62322"/>
                </a:cubicBezTo>
                <a:cubicBezTo>
                  <a:pt x="694512" y="64100"/>
                  <a:pt x="694422" y="66169"/>
                  <a:pt x="694333" y="68527"/>
                </a:cubicBezTo>
                <a:cubicBezTo>
                  <a:pt x="694244" y="70885"/>
                  <a:pt x="694155" y="73554"/>
                  <a:pt x="694066" y="76535"/>
                </a:cubicBezTo>
                <a:cubicBezTo>
                  <a:pt x="693978" y="79515"/>
                  <a:pt x="693934" y="82962"/>
                  <a:pt x="693934" y="86875"/>
                </a:cubicBezTo>
                <a:cubicBezTo>
                  <a:pt x="693934" y="89278"/>
                  <a:pt x="693956" y="91592"/>
                  <a:pt x="694001" y="93817"/>
                </a:cubicBezTo>
                <a:cubicBezTo>
                  <a:pt x="694046" y="96041"/>
                  <a:pt x="694157" y="98442"/>
                  <a:pt x="694335" y="101021"/>
                </a:cubicBezTo>
                <a:cubicBezTo>
                  <a:pt x="693356" y="100844"/>
                  <a:pt x="692377" y="100755"/>
                  <a:pt x="691398" y="100755"/>
                </a:cubicBezTo>
                <a:cubicBezTo>
                  <a:pt x="690420" y="100755"/>
                  <a:pt x="689486" y="100755"/>
                  <a:pt x="688596" y="100755"/>
                </a:cubicBezTo>
                <a:cubicBezTo>
                  <a:pt x="687618" y="100755"/>
                  <a:pt x="686639" y="100755"/>
                  <a:pt x="685660" y="100755"/>
                </a:cubicBezTo>
                <a:cubicBezTo>
                  <a:pt x="684681" y="100755"/>
                  <a:pt x="683703" y="100844"/>
                  <a:pt x="682724" y="101021"/>
                </a:cubicBezTo>
                <a:cubicBezTo>
                  <a:pt x="682991" y="98798"/>
                  <a:pt x="683280" y="94305"/>
                  <a:pt x="683591" y="87543"/>
                </a:cubicBezTo>
                <a:cubicBezTo>
                  <a:pt x="683904" y="80782"/>
                  <a:pt x="684060" y="71351"/>
                  <a:pt x="684060" y="59251"/>
                </a:cubicBezTo>
                <a:cubicBezTo>
                  <a:pt x="684060" y="57028"/>
                  <a:pt x="683815" y="54937"/>
                  <a:pt x="683325" y="52980"/>
                </a:cubicBezTo>
                <a:cubicBezTo>
                  <a:pt x="682836" y="51022"/>
                  <a:pt x="682057" y="49332"/>
                  <a:pt x="680989" y="47909"/>
                </a:cubicBezTo>
                <a:cubicBezTo>
                  <a:pt x="679922" y="46485"/>
                  <a:pt x="678499" y="45351"/>
                  <a:pt x="676719" y="44507"/>
                </a:cubicBezTo>
                <a:cubicBezTo>
                  <a:pt x="674939" y="43661"/>
                  <a:pt x="672715" y="43238"/>
                  <a:pt x="670046" y="43238"/>
                </a:cubicBezTo>
                <a:cubicBezTo>
                  <a:pt x="666844" y="43238"/>
                  <a:pt x="664130" y="43861"/>
                  <a:pt x="661905" y="45107"/>
                </a:cubicBezTo>
                <a:cubicBezTo>
                  <a:pt x="659681" y="46352"/>
                  <a:pt x="657947" y="47820"/>
                  <a:pt x="656702" y="49510"/>
                </a:cubicBezTo>
                <a:cubicBezTo>
                  <a:pt x="655990" y="50489"/>
                  <a:pt x="655433" y="51467"/>
                  <a:pt x="655033" y="52446"/>
                </a:cubicBezTo>
                <a:cubicBezTo>
                  <a:pt x="654634" y="53425"/>
                  <a:pt x="654323" y="54915"/>
                  <a:pt x="654100" y="56918"/>
                </a:cubicBezTo>
                <a:cubicBezTo>
                  <a:pt x="653877" y="58919"/>
                  <a:pt x="653721" y="61721"/>
                  <a:pt x="653632" y="65324"/>
                </a:cubicBezTo>
                <a:cubicBezTo>
                  <a:pt x="653543" y="68926"/>
                  <a:pt x="653499" y="73886"/>
                  <a:pt x="653499" y="80203"/>
                </a:cubicBezTo>
                <a:cubicBezTo>
                  <a:pt x="653499" y="84029"/>
                  <a:pt x="653566" y="87522"/>
                  <a:pt x="653699" y="90681"/>
                </a:cubicBezTo>
                <a:cubicBezTo>
                  <a:pt x="653832" y="93839"/>
                  <a:pt x="653988" y="97285"/>
                  <a:pt x="654167" y="101021"/>
                </a:cubicBezTo>
                <a:cubicBezTo>
                  <a:pt x="652120" y="100844"/>
                  <a:pt x="650163" y="100755"/>
                  <a:pt x="648295" y="100755"/>
                </a:cubicBezTo>
                <a:cubicBezTo>
                  <a:pt x="646427" y="100755"/>
                  <a:pt x="644469" y="100844"/>
                  <a:pt x="642422" y="101021"/>
                </a:cubicBezTo>
                <a:cubicBezTo>
                  <a:pt x="642867" y="96129"/>
                  <a:pt x="643179" y="91147"/>
                  <a:pt x="643357" y="86075"/>
                </a:cubicBezTo>
                <a:cubicBezTo>
                  <a:pt x="643534" y="81003"/>
                  <a:pt x="643623" y="76021"/>
                  <a:pt x="643623" y="71129"/>
                </a:cubicBezTo>
                <a:cubicBezTo>
                  <a:pt x="643623" y="66948"/>
                  <a:pt x="643601" y="63678"/>
                  <a:pt x="643556" y="61320"/>
                </a:cubicBezTo>
                <a:cubicBezTo>
                  <a:pt x="643513" y="58962"/>
                  <a:pt x="643402" y="57094"/>
                  <a:pt x="643224" y="55716"/>
                </a:cubicBezTo>
                <a:cubicBezTo>
                  <a:pt x="643046" y="54337"/>
                  <a:pt x="642801" y="53203"/>
                  <a:pt x="642489" y="52314"/>
                </a:cubicBezTo>
                <a:cubicBezTo>
                  <a:pt x="642178" y="51423"/>
                  <a:pt x="641756" y="50445"/>
                  <a:pt x="641223" y="49377"/>
                </a:cubicBezTo>
                <a:cubicBezTo>
                  <a:pt x="640244" y="47686"/>
                  <a:pt x="638709" y="46240"/>
                  <a:pt x="636617" y="45040"/>
                </a:cubicBezTo>
                <a:cubicBezTo>
                  <a:pt x="634526" y="43839"/>
                  <a:pt x="632369" y="43238"/>
                  <a:pt x="630145" y="43238"/>
                </a:cubicBezTo>
                <a:cubicBezTo>
                  <a:pt x="624274" y="43238"/>
                  <a:pt x="619959" y="45151"/>
                  <a:pt x="617201" y="48976"/>
                </a:cubicBezTo>
                <a:cubicBezTo>
                  <a:pt x="614442" y="52802"/>
                  <a:pt x="613063" y="58184"/>
                  <a:pt x="613063" y="65124"/>
                </a:cubicBezTo>
                <a:lnTo>
                  <a:pt x="613063" y="76466"/>
                </a:lnTo>
                <a:cubicBezTo>
                  <a:pt x="613063" y="80471"/>
                  <a:pt x="613130" y="84675"/>
                  <a:pt x="613263" y="89079"/>
                </a:cubicBezTo>
                <a:cubicBezTo>
                  <a:pt x="613397" y="93482"/>
                  <a:pt x="613687" y="97463"/>
                  <a:pt x="614132" y="101021"/>
                </a:cubicBezTo>
                <a:cubicBezTo>
                  <a:pt x="612085" y="100844"/>
                  <a:pt x="610083" y="100755"/>
                  <a:pt x="608127" y="100755"/>
                </a:cubicBezTo>
                <a:cubicBezTo>
                  <a:pt x="606170" y="100755"/>
                  <a:pt x="604168" y="100844"/>
                  <a:pt x="602122" y="101021"/>
                </a:cubicBezTo>
                <a:cubicBezTo>
                  <a:pt x="602566" y="97463"/>
                  <a:pt x="602855" y="93482"/>
                  <a:pt x="602988" y="89079"/>
                </a:cubicBezTo>
                <a:cubicBezTo>
                  <a:pt x="603122" y="84675"/>
                  <a:pt x="603189" y="80471"/>
                  <a:pt x="603189" y="76466"/>
                </a:cubicBezTo>
                <a:lnTo>
                  <a:pt x="603189" y="62589"/>
                </a:lnTo>
                <a:close/>
                <a:moveTo>
                  <a:pt x="746647" y="55382"/>
                </a:moveTo>
                <a:cubicBezTo>
                  <a:pt x="746647" y="47820"/>
                  <a:pt x="747870" y="41080"/>
                  <a:pt x="750317" y="35164"/>
                </a:cubicBezTo>
                <a:cubicBezTo>
                  <a:pt x="752763" y="29248"/>
                  <a:pt x="756188" y="24244"/>
                  <a:pt x="760592" y="20153"/>
                </a:cubicBezTo>
                <a:cubicBezTo>
                  <a:pt x="764995" y="16060"/>
                  <a:pt x="770267" y="12946"/>
                  <a:pt x="776405" y="10811"/>
                </a:cubicBezTo>
                <a:cubicBezTo>
                  <a:pt x="782544" y="8675"/>
                  <a:pt x="789261" y="7608"/>
                  <a:pt x="796556" y="7608"/>
                </a:cubicBezTo>
                <a:cubicBezTo>
                  <a:pt x="803940" y="7608"/>
                  <a:pt x="810701" y="8675"/>
                  <a:pt x="816840" y="10811"/>
                </a:cubicBezTo>
                <a:cubicBezTo>
                  <a:pt x="822978" y="12946"/>
                  <a:pt x="828249" y="16060"/>
                  <a:pt x="832653" y="20153"/>
                </a:cubicBezTo>
                <a:cubicBezTo>
                  <a:pt x="837057" y="24244"/>
                  <a:pt x="840482" y="29248"/>
                  <a:pt x="842928" y="35164"/>
                </a:cubicBezTo>
                <a:cubicBezTo>
                  <a:pt x="845376" y="41080"/>
                  <a:pt x="846600" y="47820"/>
                  <a:pt x="846600" y="55382"/>
                </a:cubicBezTo>
                <a:cubicBezTo>
                  <a:pt x="846600" y="62944"/>
                  <a:pt x="845376" y="69683"/>
                  <a:pt x="842928" y="75601"/>
                </a:cubicBezTo>
                <a:cubicBezTo>
                  <a:pt x="840482" y="81517"/>
                  <a:pt x="837057" y="86521"/>
                  <a:pt x="832653" y="90614"/>
                </a:cubicBezTo>
                <a:cubicBezTo>
                  <a:pt x="828249" y="94706"/>
                  <a:pt x="822978" y="97752"/>
                  <a:pt x="816840" y="99755"/>
                </a:cubicBezTo>
                <a:cubicBezTo>
                  <a:pt x="810701" y="101756"/>
                  <a:pt x="803940" y="102756"/>
                  <a:pt x="796556" y="102756"/>
                </a:cubicBezTo>
                <a:cubicBezTo>
                  <a:pt x="789261" y="102756"/>
                  <a:pt x="782544" y="101756"/>
                  <a:pt x="776405" y="99755"/>
                </a:cubicBezTo>
                <a:cubicBezTo>
                  <a:pt x="770267" y="97752"/>
                  <a:pt x="764995" y="94706"/>
                  <a:pt x="760592" y="90614"/>
                </a:cubicBezTo>
                <a:cubicBezTo>
                  <a:pt x="756188" y="86521"/>
                  <a:pt x="752763" y="81517"/>
                  <a:pt x="750317" y="75601"/>
                </a:cubicBezTo>
                <a:cubicBezTo>
                  <a:pt x="747870" y="69683"/>
                  <a:pt x="746647" y="62944"/>
                  <a:pt x="746647" y="55382"/>
                </a:cubicBezTo>
                <a:moveTo>
                  <a:pt x="833521" y="55382"/>
                </a:moveTo>
                <a:cubicBezTo>
                  <a:pt x="833521" y="47998"/>
                  <a:pt x="832587" y="41614"/>
                  <a:pt x="830719" y="36231"/>
                </a:cubicBezTo>
                <a:cubicBezTo>
                  <a:pt x="828851" y="30849"/>
                  <a:pt x="826248" y="26401"/>
                  <a:pt x="822912" y="22888"/>
                </a:cubicBezTo>
                <a:cubicBezTo>
                  <a:pt x="819576" y="19373"/>
                  <a:pt x="815662" y="16771"/>
                  <a:pt x="811169" y="15081"/>
                </a:cubicBezTo>
                <a:cubicBezTo>
                  <a:pt x="806677" y="13391"/>
                  <a:pt x="801806" y="12545"/>
                  <a:pt x="796556" y="12545"/>
                </a:cubicBezTo>
                <a:cubicBezTo>
                  <a:pt x="791396" y="12545"/>
                  <a:pt x="786570" y="13391"/>
                  <a:pt x="782076" y="15081"/>
                </a:cubicBezTo>
                <a:cubicBezTo>
                  <a:pt x="777584" y="16771"/>
                  <a:pt x="773670" y="19373"/>
                  <a:pt x="770333" y="22888"/>
                </a:cubicBezTo>
                <a:cubicBezTo>
                  <a:pt x="766998" y="26401"/>
                  <a:pt x="764395" y="30849"/>
                  <a:pt x="762526" y="36231"/>
                </a:cubicBezTo>
                <a:cubicBezTo>
                  <a:pt x="760658" y="41614"/>
                  <a:pt x="759724" y="47998"/>
                  <a:pt x="759724" y="55382"/>
                </a:cubicBezTo>
                <a:cubicBezTo>
                  <a:pt x="759724" y="62766"/>
                  <a:pt x="760658" y="69149"/>
                  <a:pt x="762526" y="74532"/>
                </a:cubicBezTo>
                <a:cubicBezTo>
                  <a:pt x="764395" y="79914"/>
                  <a:pt x="766998" y="84363"/>
                  <a:pt x="770333" y="87877"/>
                </a:cubicBezTo>
                <a:cubicBezTo>
                  <a:pt x="773670" y="91390"/>
                  <a:pt x="777584" y="93993"/>
                  <a:pt x="782076" y="95684"/>
                </a:cubicBezTo>
                <a:cubicBezTo>
                  <a:pt x="786570" y="97374"/>
                  <a:pt x="791396" y="98219"/>
                  <a:pt x="796556" y="98219"/>
                </a:cubicBezTo>
                <a:cubicBezTo>
                  <a:pt x="801806" y="98219"/>
                  <a:pt x="806677" y="97374"/>
                  <a:pt x="811169" y="95684"/>
                </a:cubicBezTo>
                <a:cubicBezTo>
                  <a:pt x="815662" y="93993"/>
                  <a:pt x="819576" y="91390"/>
                  <a:pt x="822912" y="87877"/>
                </a:cubicBezTo>
                <a:cubicBezTo>
                  <a:pt x="826248" y="84363"/>
                  <a:pt x="828851" y="79914"/>
                  <a:pt x="830719" y="74532"/>
                </a:cubicBezTo>
                <a:cubicBezTo>
                  <a:pt x="832587" y="69149"/>
                  <a:pt x="833521" y="62766"/>
                  <a:pt x="833521" y="55382"/>
                </a:cubicBezTo>
                <a:close/>
                <a:moveTo>
                  <a:pt x="860879" y="76466"/>
                </a:moveTo>
                <a:cubicBezTo>
                  <a:pt x="860879" y="73441"/>
                  <a:pt x="860857" y="70150"/>
                  <a:pt x="860812" y="66592"/>
                </a:cubicBezTo>
                <a:cubicBezTo>
                  <a:pt x="860767" y="63033"/>
                  <a:pt x="860700" y="59496"/>
                  <a:pt x="860611" y="55983"/>
                </a:cubicBezTo>
                <a:cubicBezTo>
                  <a:pt x="860522" y="52469"/>
                  <a:pt x="860412" y="49110"/>
                  <a:pt x="860279" y="45908"/>
                </a:cubicBezTo>
                <a:cubicBezTo>
                  <a:pt x="860146" y="42704"/>
                  <a:pt x="859990" y="39945"/>
                  <a:pt x="859812" y="37632"/>
                </a:cubicBezTo>
                <a:cubicBezTo>
                  <a:pt x="862303" y="38078"/>
                  <a:pt x="864305" y="38300"/>
                  <a:pt x="865817" y="38300"/>
                </a:cubicBezTo>
                <a:cubicBezTo>
                  <a:pt x="867330" y="38300"/>
                  <a:pt x="869331" y="38078"/>
                  <a:pt x="871822" y="37632"/>
                </a:cubicBezTo>
                <a:cubicBezTo>
                  <a:pt x="871467" y="39945"/>
                  <a:pt x="871200" y="42170"/>
                  <a:pt x="871022" y="44305"/>
                </a:cubicBezTo>
                <a:cubicBezTo>
                  <a:pt x="870844" y="46441"/>
                  <a:pt x="870755" y="48576"/>
                  <a:pt x="870755" y="50711"/>
                </a:cubicBezTo>
                <a:lnTo>
                  <a:pt x="871022" y="50711"/>
                </a:lnTo>
                <a:cubicBezTo>
                  <a:pt x="871644" y="49287"/>
                  <a:pt x="872533" y="47753"/>
                  <a:pt x="873689" y="46107"/>
                </a:cubicBezTo>
                <a:cubicBezTo>
                  <a:pt x="874846" y="44462"/>
                  <a:pt x="876336" y="42906"/>
                  <a:pt x="878159" y="41438"/>
                </a:cubicBezTo>
                <a:cubicBezTo>
                  <a:pt x="879984" y="39969"/>
                  <a:pt x="882185" y="38745"/>
                  <a:pt x="884765" y="37767"/>
                </a:cubicBezTo>
                <a:cubicBezTo>
                  <a:pt x="887345" y="36788"/>
                  <a:pt x="890282" y="36299"/>
                  <a:pt x="893574" y="36299"/>
                </a:cubicBezTo>
                <a:cubicBezTo>
                  <a:pt x="896955" y="36299"/>
                  <a:pt x="900291" y="36944"/>
                  <a:pt x="903582" y="38235"/>
                </a:cubicBezTo>
                <a:cubicBezTo>
                  <a:pt x="906874" y="39525"/>
                  <a:pt x="909788" y="41504"/>
                  <a:pt x="912324" y="44173"/>
                </a:cubicBezTo>
                <a:cubicBezTo>
                  <a:pt x="914859" y="46842"/>
                  <a:pt x="916906" y="50245"/>
                  <a:pt x="918463" y="54383"/>
                </a:cubicBezTo>
                <a:cubicBezTo>
                  <a:pt x="920020" y="58519"/>
                  <a:pt x="920799" y="63434"/>
                  <a:pt x="920799" y="69127"/>
                </a:cubicBezTo>
                <a:cubicBezTo>
                  <a:pt x="920799" y="74821"/>
                  <a:pt x="919953" y="79759"/>
                  <a:pt x="918261" y="83941"/>
                </a:cubicBezTo>
                <a:cubicBezTo>
                  <a:pt x="916571" y="88122"/>
                  <a:pt x="914369" y="91592"/>
                  <a:pt x="911656" y="94351"/>
                </a:cubicBezTo>
                <a:cubicBezTo>
                  <a:pt x="908942" y="97108"/>
                  <a:pt x="905850" y="99131"/>
                  <a:pt x="902381" y="100421"/>
                </a:cubicBezTo>
                <a:cubicBezTo>
                  <a:pt x="898912" y="101710"/>
                  <a:pt x="895443" y="102355"/>
                  <a:pt x="891973" y="102355"/>
                </a:cubicBezTo>
                <a:cubicBezTo>
                  <a:pt x="882187" y="102355"/>
                  <a:pt x="875203" y="98130"/>
                  <a:pt x="871022" y="89679"/>
                </a:cubicBezTo>
                <a:lnTo>
                  <a:pt x="870755" y="89679"/>
                </a:lnTo>
                <a:lnTo>
                  <a:pt x="870755" y="98085"/>
                </a:lnTo>
                <a:cubicBezTo>
                  <a:pt x="870755" y="100932"/>
                  <a:pt x="870777" y="104112"/>
                  <a:pt x="870820" y="107627"/>
                </a:cubicBezTo>
                <a:cubicBezTo>
                  <a:pt x="870865" y="111142"/>
                  <a:pt x="870932" y="114634"/>
                  <a:pt x="871020" y="118104"/>
                </a:cubicBezTo>
                <a:cubicBezTo>
                  <a:pt x="871110" y="121573"/>
                  <a:pt x="871221" y="124887"/>
                  <a:pt x="871354" y="128045"/>
                </a:cubicBezTo>
                <a:cubicBezTo>
                  <a:pt x="871488" y="131204"/>
                  <a:pt x="871644" y="133895"/>
                  <a:pt x="871822" y="136119"/>
                </a:cubicBezTo>
                <a:cubicBezTo>
                  <a:pt x="869331" y="135673"/>
                  <a:pt x="867330" y="135451"/>
                  <a:pt x="865817" y="135451"/>
                </a:cubicBezTo>
                <a:cubicBezTo>
                  <a:pt x="864305" y="135451"/>
                  <a:pt x="862303" y="135673"/>
                  <a:pt x="859812" y="136119"/>
                </a:cubicBezTo>
                <a:cubicBezTo>
                  <a:pt x="859990" y="133895"/>
                  <a:pt x="860146" y="131204"/>
                  <a:pt x="860279" y="128045"/>
                </a:cubicBezTo>
                <a:cubicBezTo>
                  <a:pt x="860412" y="124887"/>
                  <a:pt x="860522" y="121573"/>
                  <a:pt x="860611" y="118104"/>
                </a:cubicBezTo>
                <a:cubicBezTo>
                  <a:pt x="860700" y="114634"/>
                  <a:pt x="860767" y="111142"/>
                  <a:pt x="860812" y="107627"/>
                </a:cubicBezTo>
                <a:cubicBezTo>
                  <a:pt x="860857" y="104112"/>
                  <a:pt x="860879" y="100932"/>
                  <a:pt x="860879" y="98085"/>
                </a:cubicBezTo>
                <a:lnTo>
                  <a:pt x="860879" y="76466"/>
                </a:lnTo>
                <a:moveTo>
                  <a:pt x="909053" y="68993"/>
                </a:moveTo>
                <a:cubicBezTo>
                  <a:pt x="909053" y="63655"/>
                  <a:pt x="908497" y="59251"/>
                  <a:pt x="907386" y="55782"/>
                </a:cubicBezTo>
                <a:cubicBezTo>
                  <a:pt x="906274" y="52312"/>
                  <a:pt x="904851" y="49532"/>
                  <a:pt x="903116" y="47441"/>
                </a:cubicBezTo>
                <a:cubicBezTo>
                  <a:pt x="901381" y="45350"/>
                  <a:pt x="899401" y="43905"/>
                  <a:pt x="897176" y="43106"/>
                </a:cubicBezTo>
                <a:cubicBezTo>
                  <a:pt x="894952" y="42305"/>
                  <a:pt x="892773" y="41904"/>
                  <a:pt x="890637" y="41904"/>
                </a:cubicBezTo>
                <a:cubicBezTo>
                  <a:pt x="887079" y="41904"/>
                  <a:pt x="884032" y="42661"/>
                  <a:pt x="881497" y="44173"/>
                </a:cubicBezTo>
                <a:cubicBezTo>
                  <a:pt x="878961" y="45685"/>
                  <a:pt x="876892" y="47709"/>
                  <a:pt x="875290" y="50245"/>
                </a:cubicBezTo>
                <a:cubicBezTo>
                  <a:pt x="873689" y="52779"/>
                  <a:pt x="872534" y="55760"/>
                  <a:pt x="871822" y="59186"/>
                </a:cubicBezTo>
                <a:cubicBezTo>
                  <a:pt x="871111" y="62611"/>
                  <a:pt x="870755" y="66236"/>
                  <a:pt x="870755" y="70062"/>
                </a:cubicBezTo>
                <a:cubicBezTo>
                  <a:pt x="870755" y="88566"/>
                  <a:pt x="877250" y="97818"/>
                  <a:pt x="890238" y="97818"/>
                </a:cubicBezTo>
                <a:cubicBezTo>
                  <a:pt x="893441" y="97818"/>
                  <a:pt x="896220" y="97085"/>
                  <a:pt x="898577" y="95617"/>
                </a:cubicBezTo>
                <a:cubicBezTo>
                  <a:pt x="900935" y="94150"/>
                  <a:pt x="902892" y="92104"/>
                  <a:pt x="904449" y="89480"/>
                </a:cubicBezTo>
                <a:cubicBezTo>
                  <a:pt x="906006" y="86854"/>
                  <a:pt x="907163" y="83785"/>
                  <a:pt x="907919" y="80272"/>
                </a:cubicBezTo>
                <a:cubicBezTo>
                  <a:pt x="908675" y="76757"/>
                  <a:pt x="909053" y="72998"/>
                  <a:pt x="909053" y="68993"/>
                </a:cubicBezTo>
                <a:close/>
                <a:moveTo>
                  <a:pt x="948689" y="19752"/>
                </a:moveTo>
                <a:cubicBezTo>
                  <a:pt x="948422" y="23132"/>
                  <a:pt x="948221" y="26446"/>
                  <a:pt x="948087" y="29693"/>
                </a:cubicBezTo>
                <a:cubicBezTo>
                  <a:pt x="947954" y="32940"/>
                  <a:pt x="947798" y="36210"/>
                  <a:pt x="947620" y="39502"/>
                </a:cubicBezTo>
                <a:cubicBezTo>
                  <a:pt x="948599" y="39502"/>
                  <a:pt x="950423" y="39479"/>
                  <a:pt x="953092" y="39434"/>
                </a:cubicBezTo>
                <a:cubicBezTo>
                  <a:pt x="955761" y="39390"/>
                  <a:pt x="958652" y="39278"/>
                  <a:pt x="961766" y="39100"/>
                </a:cubicBezTo>
                <a:cubicBezTo>
                  <a:pt x="961678" y="39368"/>
                  <a:pt x="961634" y="39857"/>
                  <a:pt x="961634" y="40569"/>
                </a:cubicBezTo>
                <a:lnTo>
                  <a:pt x="961634" y="41904"/>
                </a:lnTo>
                <a:lnTo>
                  <a:pt x="961634" y="43373"/>
                </a:lnTo>
                <a:cubicBezTo>
                  <a:pt x="961634" y="43994"/>
                  <a:pt x="961678" y="44439"/>
                  <a:pt x="961766" y="44706"/>
                </a:cubicBezTo>
                <a:cubicBezTo>
                  <a:pt x="960610" y="44617"/>
                  <a:pt x="959408" y="44550"/>
                  <a:pt x="958162" y="44507"/>
                </a:cubicBezTo>
                <a:cubicBezTo>
                  <a:pt x="956917" y="44462"/>
                  <a:pt x="955583" y="44440"/>
                  <a:pt x="954159" y="44440"/>
                </a:cubicBezTo>
                <a:lnTo>
                  <a:pt x="947620" y="44440"/>
                </a:lnTo>
                <a:cubicBezTo>
                  <a:pt x="947532" y="44795"/>
                  <a:pt x="947421" y="46219"/>
                  <a:pt x="947286" y="48710"/>
                </a:cubicBezTo>
                <a:cubicBezTo>
                  <a:pt x="947153" y="51201"/>
                  <a:pt x="947042" y="54159"/>
                  <a:pt x="946952" y="57584"/>
                </a:cubicBezTo>
                <a:cubicBezTo>
                  <a:pt x="946864" y="61009"/>
                  <a:pt x="946798" y="64590"/>
                  <a:pt x="946753" y="68327"/>
                </a:cubicBezTo>
                <a:cubicBezTo>
                  <a:pt x="946708" y="72063"/>
                  <a:pt x="946686" y="75399"/>
                  <a:pt x="946686" y="78335"/>
                </a:cubicBezTo>
                <a:cubicBezTo>
                  <a:pt x="946686" y="80826"/>
                  <a:pt x="946752" y="83273"/>
                  <a:pt x="946885" y="85676"/>
                </a:cubicBezTo>
                <a:cubicBezTo>
                  <a:pt x="947020" y="88077"/>
                  <a:pt x="947442" y="90235"/>
                  <a:pt x="948154" y="92147"/>
                </a:cubicBezTo>
                <a:cubicBezTo>
                  <a:pt x="948866" y="94060"/>
                  <a:pt x="949934" y="95595"/>
                  <a:pt x="951357" y="96751"/>
                </a:cubicBezTo>
                <a:cubicBezTo>
                  <a:pt x="952781" y="97908"/>
                  <a:pt x="954827" y="98486"/>
                  <a:pt x="957496" y="98486"/>
                </a:cubicBezTo>
                <a:cubicBezTo>
                  <a:pt x="958208" y="98486"/>
                  <a:pt x="959164" y="98397"/>
                  <a:pt x="960365" y="98219"/>
                </a:cubicBezTo>
                <a:cubicBezTo>
                  <a:pt x="961567" y="98042"/>
                  <a:pt x="962612" y="97819"/>
                  <a:pt x="963501" y="97552"/>
                </a:cubicBezTo>
                <a:lnTo>
                  <a:pt x="963501" y="100755"/>
                </a:lnTo>
                <a:cubicBezTo>
                  <a:pt x="961989" y="101022"/>
                  <a:pt x="960320" y="101355"/>
                  <a:pt x="958496" y="101754"/>
                </a:cubicBezTo>
                <a:cubicBezTo>
                  <a:pt x="956673" y="102155"/>
                  <a:pt x="954916" y="102355"/>
                  <a:pt x="953226" y="102355"/>
                </a:cubicBezTo>
                <a:cubicBezTo>
                  <a:pt x="947621" y="102355"/>
                  <a:pt x="943484" y="100977"/>
                  <a:pt x="940815" y="98219"/>
                </a:cubicBezTo>
                <a:cubicBezTo>
                  <a:pt x="938146" y="95461"/>
                  <a:pt x="936812" y="91413"/>
                  <a:pt x="936812" y="86075"/>
                </a:cubicBezTo>
                <a:cubicBezTo>
                  <a:pt x="936812" y="83674"/>
                  <a:pt x="936856" y="81072"/>
                  <a:pt x="936944" y="78270"/>
                </a:cubicBezTo>
                <a:cubicBezTo>
                  <a:pt x="937034" y="75467"/>
                  <a:pt x="937145" y="72398"/>
                  <a:pt x="937278" y="69062"/>
                </a:cubicBezTo>
                <a:cubicBezTo>
                  <a:pt x="937411" y="65725"/>
                  <a:pt x="937522" y="62033"/>
                  <a:pt x="937612" y="57985"/>
                </a:cubicBezTo>
                <a:cubicBezTo>
                  <a:pt x="937702" y="53937"/>
                  <a:pt x="937746" y="49422"/>
                  <a:pt x="937746" y="44440"/>
                </a:cubicBezTo>
                <a:lnTo>
                  <a:pt x="933474" y="44440"/>
                </a:lnTo>
                <a:cubicBezTo>
                  <a:pt x="932763" y="44440"/>
                  <a:pt x="932007" y="44462"/>
                  <a:pt x="931206" y="44507"/>
                </a:cubicBezTo>
                <a:cubicBezTo>
                  <a:pt x="930405" y="44550"/>
                  <a:pt x="929560" y="44617"/>
                  <a:pt x="928671" y="44706"/>
                </a:cubicBezTo>
                <a:cubicBezTo>
                  <a:pt x="928760" y="44173"/>
                  <a:pt x="928827" y="43662"/>
                  <a:pt x="928870" y="43173"/>
                </a:cubicBezTo>
                <a:cubicBezTo>
                  <a:pt x="928915" y="42683"/>
                  <a:pt x="928938" y="42171"/>
                  <a:pt x="928938" y="41638"/>
                </a:cubicBezTo>
                <a:cubicBezTo>
                  <a:pt x="928938" y="41192"/>
                  <a:pt x="928915" y="40748"/>
                  <a:pt x="928870" y="40304"/>
                </a:cubicBezTo>
                <a:cubicBezTo>
                  <a:pt x="928827" y="39859"/>
                  <a:pt x="928760" y="39413"/>
                  <a:pt x="928671" y="38968"/>
                </a:cubicBezTo>
                <a:cubicBezTo>
                  <a:pt x="932674" y="39234"/>
                  <a:pt x="935610" y="39367"/>
                  <a:pt x="937478" y="39367"/>
                </a:cubicBezTo>
                <a:cubicBezTo>
                  <a:pt x="937389" y="37589"/>
                  <a:pt x="937323" y="35365"/>
                  <a:pt x="937278" y="32696"/>
                </a:cubicBezTo>
                <a:cubicBezTo>
                  <a:pt x="937233" y="30028"/>
                  <a:pt x="937122" y="27269"/>
                  <a:pt x="936944" y="24421"/>
                </a:cubicBezTo>
                <a:lnTo>
                  <a:pt x="948021" y="19752"/>
                </a:lnTo>
                <a:lnTo>
                  <a:pt x="948689" y="19752"/>
                </a:lnTo>
                <a:close/>
                <a:moveTo>
                  <a:pt x="975244" y="14413"/>
                </a:moveTo>
                <a:cubicBezTo>
                  <a:pt x="975244" y="12545"/>
                  <a:pt x="975911" y="10944"/>
                  <a:pt x="977245" y="9609"/>
                </a:cubicBezTo>
                <a:cubicBezTo>
                  <a:pt x="978580" y="8275"/>
                  <a:pt x="980182" y="7608"/>
                  <a:pt x="982051" y="7608"/>
                </a:cubicBezTo>
                <a:cubicBezTo>
                  <a:pt x="983919" y="7608"/>
                  <a:pt x="985520" y="8275"/>
                  <a:pt x="986854" y="9609"/>
                </a:cubicBezTo>
                <a:cubicBezTo>
                  <a:pt x="988189" y="10944"/>
                  <a:pt x="988856" y="12545"/>
                  <a:pt x="988856" y="14413"/>
                </a:cubicBezTo>
                <a:cubicBezTo>
                  <a:pt x="988856" y="16281"/>
                  <a:pt x="988189" y="17883"/>
                  <a:pt x="986854" y="19218"/>
                </a:cubicBezTo>
                <a:cubicBezTo>
                  <a:pt x="985520" y="20553"/>
                  <a:pt x="983919" y="21220"/>
                  <a:pt x="982051" y="21220"/>
                </a:cubicBezTo>
                <a:cubicBezTo>
                  <a:pt x="980182" y="21220"/>
                  <a:pt x="978580" y="20553"/>
                  <a:pt x="977245" y="19218"/>
                </a:cubicBezTo>
                <a:cubicBezTo>
                  <a:pt x="975911" y="17883"/>
                  <a:pt x="975244" y="16281"/>
                  <a:pt x="975244" y="14413"/>
                </a:cubicBezTo>
                <a:moveTo>
                  <a:pt x="977113" y="62589"/>
                </a:moveTo>
                <a:cubicBezTo>
                  <a:pt x="977113" y="58586"/>
                  <a:pt x="977046" y="54382"/>
                  <a:pt x="976911" y="49978"/>
                </a:cubicBezTo>
                <a:cubicBezTo>
                  <a:pt x="976778" y="45574"/>
                  <a:pt x="976489" y="41459"/>
                  <a:pt x="976044" y="37632"/>
                </a:cubicBezTo>
                <a:cubicBezTo>
                  <a:pt x="978535" y="38078"/>
                  <a:pt x="980537" y="38300"/>
                  <a:pt x="982051" y="38300"/>
                </a:cubicBezTo>
                <a:cubicBezTo>
                  <a:pt x="983563" y="38300"/>
                  <a:pt x="985565" y="38078"/>
                  <a:pt x="988056" y="37632"/>
                </a:cubicBezTo>
                <a:cubicBezTo>
                  <a:pt x="987611" y="41459"/>
                  <a:pt x="987321" y="45574"/>
                  <a:pt x="987186" y="49978"/>
                </a:cubicBezTo>
                <a:cubicBezTo>
                  <a:pt x="987053" y="54382"/>
                  <a:pt x="986987" y="58586"/>
                  <a:pt x="986987" y="62589"/>
                </a:cubicBezTo>
                <a:lnTo>
                  <a:pt x="986987" y="76466"/>
                </a:lnTo>
                <a:cubicBezTo>
                  <a:pt x="986987" y="80471"/>
                  <a:pt x="987053" y="84675"/>
                  <a:pt x="987186" y="89079"/>
                </a:cubicBezTo>
                <a:cubicBezTo>
                  <a:pt x="987321" y="93482"/>
                  <a:pt x="987611" y="97463"/>
                  <a:pt x="988056" y="101021"/>
                </a:cubicBezTo>
                <a:cubicBezTo>
                  <a:pt x="986009" y="100844"/>
                  <a:pt x="984007" y="100755"/>
                  <a:pt x="982051" y="100755"/>
                </a:cubicBezTo>
                <a:cubicBezTo>
                  <a:pt x="980093" y="100755"/>
                  <a:pt x="978091" y="100844"/>
                  <a:pt x="976044" y="101021"/>
                </a:cubicBezTo>
                <a:cubicBezTo>
                  <a:pt x="976489" y="97463"/>
                  <a:pt x="976778" y="93482"/>
                  <a:pt x="976911" y="89079"/>
                </a:cubicBezTo>
                <a:cubicBezTo>
                  <a:pt x="977046" y="84675"/>
                  <a:pt x="977113" y="80471"/>
                  <a:pt x="977113" y="76466"/>
                </a:cubicBezTo>
                <a:lnTo>
                  <a:pt x="977113" y="62589"/>
                </a:lnTo>
                <a:close/>
                <a:moveTo>
                  <a:pt x="1017014" y="69528"/>
                </a:moveTo>
                <a:cubicBezTo>
                  <a:pt x="1017014" y="73264"/>
                  <a:pt x="1017347" y="76867"/>
                  <a:pt x="1018014" y="80337"/>
                </a:cubicBezTo>
                <a:cubicBezTo>
                  <a:pt x="1018682" y="83807"/>
                  <a:pt x="1019816" y="86898"/>
                  <a:pt x="1021416" y="89612"/>
                </a:cubicBezTo>
                <a:cubicBezTo>
                  <a:pt x="1023018" y="92326"/>
                  <a:pt x="1025154" y="94484"/>
                  <a:pt x="1027823" y="96085"/>
                </a:cubicBezTo>
                <a:cubicBezTo>
                  <a:pt x="1030491" y="97686"/>
                  <a:pt x="1033783" y="98486"/>
                  <a:pt x="1037698" y="98486"/>
                </a:cubicBezTo>
                <a:cubicBezTo>
                  <a:pt x="1041613" y="98486"/>
                  <a:pt x="1044905" y="97686"/>
                  <a:pt x="1047574" y="96085"/>
                </a:cubicBezTo>
                <a:cubicBezTo>
                  <a:pt x="1050243" y="94484"/>
                  <a:pt x="1052378" y="92326"/>
                  <a:pt x="1053978" y="89612"/>
                </a:cubicBezTo>
                <a:cubicBezTo>
                  <a:pt x="1055580" y="86898"/>
                  <a:pt x="1056714" y="83807"/>
                  <a:pt x="1057381" y="80337"/>
                </a:cubicBezTo>
                <a:cubicBezTo>
                  <a:pt x="1058049" y="76867"/>
                  <a:pt x="1058383" y="73264"/>
                  <a:pt x="1058383" y="69528"/>
                </a:cubicBezTo>
                <a:cubicBezTo>
                  <a:pt x="1058383" y="65791"/>
                  <a:pt x="1058049" y="62188"/>
                  <a:pt x="1057381" y="58718"/>
                </a:cubicBezTo>
                <a:cubicBezTo>
                  <a:pt x="1056714" y="55248"/>
                  <a:pt x="1055580" y="52157"/>
                  <a:pt x="1053978" y="49445"/>
                </a:cubicBezTo>
                <a:cubicBezTo>
                  <a:pt x="1052378" y="46731"/>
                  <a:pt x="1050243" y="44573"/>
                  <a:pt x="1047574" y="42971"/>
                </a:cubicBezTo>
                <a:cubicBezTo>
                  <a:pt x="1044905" y="41370"/>
                  <a:pt x="1041613" y="40569"/>
                  <a:pt x="1037698" y="40569"/>
                </a:cubicBezTo>
                <a:cubicBezTo>
                  <a:pt x="1033783" y="40569"/>
                  <a:pt x="1030491" y="41370"/>
                  <a:pt x="1027823" y="42971"/>
                </a:cubicBezTo>
                <a:cubicBezTo>
                  <a:pt x="1025154" y="44573"/>
                  <a:pt x="1023018" y="46731"/>
                  <a:pt x="1021416" y="49445"/>
                </a:cubicBezTo>
                <a:cubicBezTo>
                  <a:pt x="1019816" y="52157"/>
                  <a:pt x="1018682" y="55248"/>
                  <a:pt x="1018014" y="58718"/>
                </a:cubicBezTo>
                <a:cubicBezTo>
                  <a:pt x="1017347" y="62188"/>
                  <a:pt x="1017014" y="65791"/>
                  <a:pt x="1017014" y="69528"/>
                </a:cubicBezTo>
                <a:moveTo>
                  <a:pt x="1005271" y="69528"/>
                </a:moveTo>
                <a:cubicBezTo>
                  <a:pt x="1005271" y="63478"/>
                  <a:pt x="1006227" y="58340"/>
                  <a:pt x="1008140" y="54114"/>
                </a:cubicBezTo>
                <a:cubicBezTo>
                  <a:pt x="1010053" y="49888"/>
                  <a:pt x="1012565" y="46463"/>
                  <a:pt x="1015678" y="43839"/>
                </a:cubicBezTo>
                <a:cubicBezTo>
                  <a:pt x="1018792" y="41215"/>
                  <a:pt x="1022285" y="39302"/>
                  <a:pt x="1026155" y="38101"/>
                </a:cubicBezTo>
                <a:cubicBezTo>
                  <a:pt x="1030025" y="36899"/>
                  <a:pt x="1033873" y="36299"/>
                  <a:pt x="1037698" y="36299"/>
                </a:cubicBezTo>
                <a:cubicBezTo>
                  <a:pt x="1041613" y="36299"/>
                  <a:pt x="1045484" y="36899"/>
                  <a:pt x="1049309" y="38101"/>
                </a:cubicBezTo>
                <a:cubicBezTo>
                  <a:pt x="1053135" y="39302"/>
                  <a:pt x="1056604" y="41215"/>
                  <a:pt x="1059717" y="43839"/>
                </a:cubicBezTo>
                <a:cubicBezTo>
                  <a:pt x="1062831" y="46463"/>
                  <a:pt x="1065344" y="49888"/>
                  <a:pt x="1067257" y="54114"/>
                </a:cubicBezTo>
                <a:cubicBezTo>
                  <a:pt x="1069170" y="58340"/>
                  <a:pt x="1070126" y="63478"/>
                  <a:pt x="1070126" y="69528"/>
                </a:cubicBezTo>
                <a:cubicBezTo>
                  <a:pt x="1070126" y="75577"/>
                  <a:pt x="1069170" y="80715"/>
                  <a:pt x="1067257" y="84941"/>
                </a:cubicBezTo>
                <a:cubicBezTo>
                  <a:pt x="1065344" y="89167"/>
                  <a:pt x="1062831" y="92593"/>
                  <a:pt x="1059717" y="95218"/>
                </a:cubicBezTo>
                <a:cubicBezTo>
                  <a:pt x="1056604" y="97842"/>
                  <a:pt x="1053135" y="99688"/>
                  <a:pt x="1049309" y="100755"/>
                </a:cubicBezTo>
                <a:cubicBezTo>
                  <a:pt x="1045484" y="101822"/>
                  <a:pt x="1041613" y="102355"/>
                  <a:pt x="1037698" y="102355"/>
                </a:cubicBezTo>
                <a:cubicBezTo>
                  <a:pt x="1033873" y="102355"/>
                  <a:pt x="1030025" y="101822"/>
                  <a:pt x="1026155" y="100755"/>
                </a:cubicBezTo>
                <a:cubicBezTo>
                  <a:pt x="1022285" y="99688"/>
                  <a:pt x="1018792" y="97842"/>
                  <a:pt x="1015678" y="95218"/>
                </a:cubicBezTo>
                <a:cubicBezTo>
                  <a:pt x="1012565" y="92593"/>
                  <a:pt x="1010053" y="89167"/>
                  <a:pt x="1008140" y="84941"/>
                </a:cubicBezTo>
                <a:cubicBezTo>
                  <a:pt x="1006227" y="80715"/>
                  <a:pt x="1005271" y="75577"/>
                  <a:pt x="1005271" y="69528"/>
                </a:cubicBezTo>
                <a:close/>
                <a:moveTo>
                  <a:pt x="1128443" y="63521"/>
                </a:moveTo>
                <a:cubicBezTo>
                  <a:pt x="1128443" y="56849"/>
                  <a:pt x="1127152" y="51801"/>
                  <a:pt x="1124572" y="48376"/>
                </a:cubicBezTo>
                <a:cubicBezTo>
                  <a:pt x="1121992" y="44951"/>
                  <a:pt x="1118434" y="43238"/>
                  <a:pt x="1113898" y="43238"/>
                </a:cubicBezTo>
                <a:cubicBezTo>
                  <a:pt x="1107671" y="43238"/>
                  <a:pt x="1103112" y="45151"/>
                  <a:pt x="1100220" y="48976"/>
                </a:cubicBezTo>
                <a:cubicBezTo>
                  <a:pt x="1097329" y="52802"/>
                  <a:pt x="1095883" y="58184"/>
                  <a:pt x="1095883" y="65124"/>
                </a:cubicBezTo>
                <a:lnTo>
                  <a:pt x="1095883" y="76466"/>
                </a:lnTo>
                <a:cubicBezTo>
                  <a:pt x="1095883" y="80471"/>
                  <a:pt x="1095949" y="84675"/>
                  <a:pt x="1096082" y="89079"/>
                </a:cubicBezTo>
                <a:cubicBezTo>
                  <a:pt x="1096215" y="93482"/>
                  <a:pt x="1096504" y="97463"/>
                  <a:pt x="1096950" y="101021"/>
                </a:cubicBezTo>
                <a:cubicBezTo>
                  <a:pt x="1094904" y="100844"/>
                  <a:pt x="1092902" y="100755"/>
                  <a:pt x="1090945" y="100755"/>
                </a:cubicBezTo>
                <a:cubicBezTo>
                  <a:pt x="1088987" y="100755"/>
                  <a:pt x="1086986" y="100844"/>
                  <a:pt x="1084940" y="101021"/>
                </a:cubicBezTo>
                <a:cubicBezTo>
                  <a:pt x="1085384" y="97463"/>
                  <a:pt x="1085672" y="93482"/>
                  <a:pt x="1085805" y="89079"/>
                </a:cubicBezTo>
                <a:cubicBezTo>
                  <a:pt x="1085940" y="84675"/>
                  <a:pt x="1086007" y="80471"/>
                  <a:pt x="1086007" y="76466"/>
                </a:cubicBezTo>
                <a:lnTo>
                  <a:pt x="1086007" y="62589"/>
                </a:lnTo>
                <a:cubicBezTo>
                  <a:pt x="1086007" y="58586"/>
                  <a:pt x="1085940" y="54382"/>
                  <a:pt x="1085805" y="49978"/>
                </a:cubicBezTo>
                <a:cubicBezTo>
                  <a:pt x="1085672" y="45574"/>
                  <a:pt x="1085384" y="41459"/>
                  <a:pt x="1084940" y="37632"/>
                </a:cubicBezTo>
                <a:cubicBezTo>
                  <a:pt x="1087431" y="38078"/>
                  <a:pt x="1089433" y="38300"/>
                  <a:pt x="1090945" y="38300"/>
                </a:cubicBezTo>
                <a:cubicBezTo>
                  <a:pt x="1091656" y="38300"/>
                  <a:pt x="1092434" y="38234"/>
                  <a:pt x="1093278" y="38101"/>
                </a:cubicBezTo>
                <a:cubicBezTo>
                  <a:pt x="1094124" y="37968"/>
                  <a:pt x="1095125" y="37811"/>
                  <a:pt x="1096282" y="37632"/>
                </a:cubicBezTo>
                <a:cubicBezTo>
                  <a:pt x="1096016" y="41192"/>
                  <a:pt x="1095883" y="44750"/>
                  <a:pt x="1095883" y="48308"/>
                </a:cubicBezTo>
                <a:lnTo>
                  <a:pt x="1096150" y="48308"/>
                </a:lnTo>
                <a:cubicBezTo>
                  <a:pt x="1098641" y="44483"/>
                  <a:pt x="1101621" y="41525"/>
                  <a:pt x="1105091" y="39434"/>
                </a:cubicBezTo>
                <a:cubicBezTo>
                  <a:pt x="1108561" y="37344"/>
                  <a:pt x="1112698" y="36299"/>
                  <a:pt x="1117502" y="36299"/>
                </a:cubicBezTo>
                <a:cubicBezTo>
                  <a:pt x="1119993" y="36299"/>
                  <a:pt x="1122506" y="36655"/>
                  <a:pt x="1125040" y="37368"/>
                </a:cubicBezTo>
                <a:cubicBezTo>
                  <a:pt x="1127576" y="38079"/>
                  <a:pt x="1129867" y="39302"/>
                  <a:pt x="1131913" y="41037"/>
                </a:cubicBezTo>
                <a:cubicBezTo>
                  <a:pt x="1133960" y="42772"/>
                  <a:pt x="1135628" y="45130"/>
                  <a:pt x="1136918" y="48111"/>
                </a:cubicBezTo>
                <a:cubicBezTo>
                  <a:pt x="1138207" y="51091"/>
                  <a:pt x="1138852" y="54893"/>
                  <a:pt x="1138852" y="59518"/>
                </a:cubicBezTo>
                <a:cubicBezTo>
                  <a:pt x="1138852" y="63344"/>
                  <a:pt x="1138763" y="67280"/>
                  <a:pt x="1138585" y="71328"/>
                </a:cubicBezTo>
                <a:cubicBezTo>
                  <a:pt x="1138408" y="75377"/>
                  <a:pt x="1138319" y="79670"/>
                  <a:pt x="1138319" y="84208"/>
                </a:cubicBezTo>
                <a:lnTo>
                  <a:pt x="1138319" y="92880"/>
                </a:lnTo>
                <a:cubicBezTo>
                  <a:pt x="1138319" y="94304"/>
                  <a:pt x="1138341" y="95706"/>
                  <a:pt x="1138386" y="97085"/>
                </a:cubicBezTo>
                <a:cubicBezTo>
                  <a:pt x="1138431" y="98464"/>
                  <a:pt x="1138497" y="99777"/>
                  <a:pt x="1138585" y="101021"/>
                </a:cubicBezTo>
                <a:cubicBezTo>
                  <a:pt x="1136806" y="100844"/>
                  <a:pt x="1134938" y="100755"/>
                  <a:pt x="1132982" y="100755"/>
                </a:cubicBezTo>
                <a:cubicBezTo>
                  <a:pt x="1131112" y="100755"/>
                  <a:pt x="1129288" y="100844"/>
                  <a:pt x="1127510" y="101021"/>
                </a:cubicBezTo>
                <a:cubicBezTo>
                  <a:pt x="1127688" y="96395"/>
                  <a:pt x="1127887" y="91636"/>
                  <a:pt x="1128109" y="86743"/>
                </a:cubicBezTo>
                <a:cubicBezTo>
                  <a:pt x="1128331" y="81849"/>
                  <a:pt x="1128443" y="76822"/>
                  <a:pt x="1128443" y="71662"/>
                </a:cubicBezTo>
                <a:lnTo>
                  <a:pt x="1128443" y="63521"/>
                </a:lnTo>
                <a:close/>
                <a:moveTo>
                  <a:pt x="1202641" y="28424"/>
                </a:moveTo>
                <a:cubicBezTo>
                  <a:pt x="1201663" y="26646"/>
                  <a:pt x="1200329" y="25223"/>
                  <a:pt x="1198637" y="24154"/>
                </a:cubicBezTo>
                <a:lnTo>
                  <a:pt x="1198637" y="23222"/>
                </a:lnTo>
                <a:cubicBezTo>
                  <a:pt x="1203709" y="21174"/>
                  <a:pt x="1208891" y="18928"/>
                  <a:pt x="1214184" y="16482"/>
                </a:cubicBezTo>
                <a:cubicBezTo>
                  <a:pt x="1219479" y="14035"/>
                  <a:pt x="1224439" y="11656"/>
                  <a:pt x="1229065" y="9342"/>
                </a:cubicBezTo>
                <a:lnTo>
                  <a:pt x="1229998" y="10010"/>
                </a:lnTo>
                <a:cubicBezTo>
                  <a:pt x="1229642" y="15882"/>
                  <a:pt x="1229376" y="21686"/>
                  <a:pt x="1229198" y="27424"/>
                </a:cubicBezTo>
                <a:cubicBezTo>
                  <a:pt x="1229020" y="33163"/>
                  <a:pt x="1228931" y="38967"/>
                  <a:pt x="1228931" y="44839"/>
                </a:cubicBezTo>
                <a:lnTo>
                  <a:pt x="1228931" y="67126"/>
                </a:lnTo>
                <a:cubicBezTo>
                  <a:pt x="1228931" y="72997"/>
                  <a:pt x="1229020" y="78757"/>
                  <a:pt x="1229198" y="84407"/>
                </a:cubicBezTo>
                <a:cubicBezTo>
                  <a:pt x="1229376" y="90056"/>
                  <a:pt x="1229642" y="95594"/>
                  <a:pt x="1229998" y="101021"/>
                </a:cubicBezTo>
                <a:cubicBezTo>
                  <a:pt x="1228931" y="100844"/>
                  <a:pt x="1227886" y="100755"/>
                  <a:pt x="1226862" y="100755"/>
                </a:cubicBezTo>
                <a:cubicBezTo>
                  <a:pt x="1225840" y="100755"/>
                  <a:pt x="1224795" y="100755"/>
                  <a:pt x="1223726" y="100755"/>
                </a:cubicBezTo>
                <a:cubicBezTo>
                  <a:pt x="1222659" y="100755"/>
                  <a:pt x="1221614" y="100755"/>
                  <a:pt x="1220590" y="100755"/>
                </a:cubicBezTo>
                <a:cubicBezTo>
                  <a:pt x="1219567" y="100755"/>
                  <a:pt x="1218522" y="100844"/>
                  <a:pt x="1217455" y="101021"/>
                </a:cubicBezTo>
                <a:cubicBezTo>
                  <a:pt x="1217900" y="95506"/>
                  <a:pt x="1218189" y="89945"/>
                  <a:pt x="1218322" y="84340"/>
                </a:cubicBezTo>
                <a:cubicBezTo>
                  <a:pt x="1218455" y="78735"/>
                  <a:pt x="1218522" y="72997"/>
                  <a:pt x="1218522" y="67126"/>
                </a:cubicBezTo>
                <a:lnTo>
                  <a:pt x="1218522" y="19617"/>
                </a:lnTo>
                <a:lnTo>
                  <a:pt x="1202641" y="28424"/>
                </a:lnTo>
                <a:close/>
                <a:moveTo>
                  <a:pt x="1313804" y="69528"/>
                </a:moveTo>
                <a:cubicBezTo>
                  <a:pt x="1313804" y="73264"/>
                  <a:pt x="1314137" y="76867"/>
                  <a:pt x="1314804" y="80337"/>
                </a:cubicBezTo>
                <a:cubicBezTo>
                  <a:pt x="1315472" y="83807"/>
                  <a:pt x="1316606" y="86898"/>
                  <a:pt x="1318207" y="89612"/>
                </a:cubicBezTo>
                <a:cubicBezTo>
                  <a:pt x="1319809" y="92326"/>
                  <a:pt x="1321944" y="94484"/>
                  <a:pt x="1324613" y="96085"/>
                </a:cubicBezTo>
                <a:cubicBezTo>
                  <a:pt x="1327282" y="97686"/>
                  <a:pt x="1330574" y="98486"/>
                  <a:pt x="1334489" y="98486"/>
                </a:cubicBezTo>
                <a:cubicBezTo>
                  <a:pt x="1338404" y="98486"/>
                  <a:pt x="1341696" y="97686"/>
                  <a:pt x="1344365" y="96085"/>
                </a:cubicBezTo>
                <a:cubicBezTo>
                  <a:pt x="1347033" y="94484"/>
                  <a:pt x="1349168" y="92326"/>
                  <a:pt x="1350769" y="89612"/>
                </a:cubicBezTo>
                <a:cubicBezTo>
                  <a:pt x="1352370" y="86898"/>
                  <a:pt x="1353505" y="83807"/>
                  <a:pt x="1354171" y="80337"/>
                </a:cubicBezTo>
                <a:cubicBezTo>
                  <a:pt x="1354839" y="76867"/>
                  <a:pt x="1355173" y="73264"/>
                  <a:pt x="1355173" y="69528"/>
                </a:cubicBezTo>
                <a:cubicBezTo>
                  <a:pt x="1355173" y="65791"/>
                  <a:pt x="1354839" y="62188"/>
                  <a:pt x="1354171" y="58718"/>
                </a:cubicBezTo>
                <a:cubicBezTo>
                  <a:pt x="1353505" y="55248"/>
                  <a:pt x="1352370" y="52157"/>
                  <a:pt x="1350769" y="49445"/>
                </a:cubicBezTo>
                <a:cubicBezTo>
                  <a:pt x="1349168" y="46731"/>
                  <a:pt x="1347033" y="44573"/>
                  <a:pt x="1344365" y="42971"/>
                </a:cubicBezTo>
                <a:cubicBezTo>
                  <a:pt x="1341696" y="41370"/>
                  <a:pt x="1338404" y="40569"/>
                  <a:pt x="1334489" y="40569"/>
                </a:cubicBezTo>
                <a:cubicBezTo>
                  <a:pt x="1330574" y="40569"/>
                  <a:pt x="1327282" y="41370"/>
                  <a:pt x="1324613" y="42971"/>
                </a:cubicBezTo>
                <a:cubicBezTo>
                  <a:pt x="1321944" y="44573"/>
                  <a:pt x="1319809" y="46731"/>
                  <a:pt x="1318207" y="49445"/>
                </a:cubicBezTo>
                <a:cubicBezTo>
                  <a:pt x="1316606" y="52157"/>
                  <a:pt x="1315472" y="55248"/>
                  <a:pt x="1314804" y="58718"/>
                </a:cubicBezTo>
                <a:cubicBezTo>
                  <a:pt x="1314137" y="62188"/>
                  <a:pt x="1313804" y="65791"/>
                  <a:pt x="1313804" y="69528"/>
                </a:cubicBezTo>
                <a:moveTo>
                  <a:pt x="1302061" y="69528"/>
                </a:moveTo>
                <a:cubicBezTo>
                  <a:pt x="1302061" y="63478"/>
                  <a:pt x="1303017" y="58340"/>
                  <a:pt x="1304930" y="54114"/>
                </a:cubicBezTo>
                <a:cubicBezTo>
                  <a:pt x="1306843" y="49888"/>
                  <a:pt x="1309356" y="46463"/>
                  <a:pt x="1312468" y="43839"/>
                </a:cubicBezTo>
                <a:cubicBezTo>
                  <a:pt x="1315583" y="41215"/>
                  <a:pt x="1319075" y="39302"/>
                  <a:pt x="1322945" y="38101"/>
                </a:cubicBezTo>
                <a:cubicBezTo>
                  <a:pt x="1326815" y="36899"/>
                  <a:pt x="1330663" y="36299"/>
                  <a:pt x="1334489" y="36299"/>
                </a:cubicBezTo>
                <a:cubicBezTo>
                  <a:pt x="1338404" y="36299"/>
                  <a:pt x="1342274" y="36899"/>
                  <a:pt x="1346099" y="38101"/>
                </a:cubicBezTo>
                <a:cubicBezTo>
                  <a:pt x="1349925" y="39302"/>
                  <a:pt x="1353394" y="41215"/>
                  <a:pt x="1356507" y="43839"/>
                </a:cubicBezTo>
                <a:cubicBezTo>
                  <a:pt x="1359621" y="46463"/>
                  <a:pt x="1362134" y="49888"/>
                  <a:pt x="1364047" y="54114"/>
                </a:cubicBezTo>
                <a:cubicBezTo>
                  <a:pt x="1365960" y="58340"/>
                  <a:pt x="1366916" y="63478"/>
                  <a:pt x="1366916" y="69528"/>
                </a:cubicBezTo>
                <a:cubicBezTo>
                  <a:pt x="1366916" y="75577"/>
                  <a:pt x="1365960" y="80715"/>
                  <a:pt x="1364047" y="84941"/>
                </a:cubicBezTo>
                <a:cubicBezTo>
                  <a:pt x="1362134" y="89167"/>
                  <a:pt x="1359621" y="92593"/>
                  <a:pt x="1356507" y="95218"/>
                </a:cubicBezTo>
                <a:cubicBezTo>
                  <a:pt x="1353394" y="97842"/>
                  <a:pt x="1349925" y="99688"/>
                  <a:pt x="1346099" y="100755"/>
                </a:cubicBezTo>
                <a:cubicBezTo>
                  <a:pt x="1342274" y="101822"/>
                  <a:pt x="1338404" y="102355"/>
                  <a:pt x="1334489" y="102355"/>
                </a:cubicBezTo>
                <a:cubicBezTo>
                  <a:pt x="1330663" y="102355"/>
                  <a:pt x="1326815" y="101822"/>
                  <a:pt x="1322945" y="100755"/>
                </a:cubicBezTo>
                <a:cubicBezTo>
                  <a:pt x="1319075" y="99688"/>
                  <a:pt x="1315583" y="97842"/>
                  <a:pt x="1312468" y="95218"/>
                </a:cubicBezTo>
                <a:cubicBezTo>
                  <a:pt x="1309356" y="92593"/>
                  <a:pt x="1306843" y="89167"/>
                  <a:pt x="1304930" y="84941"/>
                </a:cubicBezTo>
                <a:cubicBezTo>
                  <a:pt x="1303017" y="80715"/>
                  <a:pt x="1302061" y="75577"/>
                  <a:pt x="1302061" y="69528"/>
                </a:cubicBezTo>
                <a:close/>
                <a:moveTo>
                  <a:pt x="1412288" y="48575"/>
                </a:moveTo>
                <a:cubicBezTo>
                  <a:pt x="1411844" y="48042"/>
                  <a:pt x="1410976" y="47553"/>
                  <a:pt x="1409685" y="47109"/>
                </a:cubicBezTo>
                <a:cubicBezTo>
                  <a:pt x="1408396" y="46664"/>
                  <a:pt x="1407084" y="46441"/>
                  <a:pt x="1405749" y="46441"/>
                </a:cubicBezTo>
                <a:cubicBezTo>
                  <a:pt x="1403614" y="46441"/>
                  <a:pt x="1401701" y="46931"/>
                  <a:pt x="1400011" y="47909"/>
                </a:cubicBezTo>
                <a:cubicBezTo>
                  <a:pt x="1398321" y="48888"/>
                  <a:pt x="1396898" y="50200"/>
                  <a:pt x="1395741" y="51845"/>
                </a:cubicBezTo>
                <a:cubicBezTo>
                  <a:pt x="1394584" y="53491"/>
                  <a:pt x="1393695" y="55448"/>
                  <a:pt x="1393072" y="57718"/>
                </a:cubicBezTo>
                <a:cubicBezTo>
                  <a:pt x="1392450" y="59986"/>
                  <a:pt x="1392139" y="62410"/>
                  <a:pt x="1392139" y="64990"/>
                </a:cubicBezTo>
                <a:lnTo>
                  <a:pt x="1392139" y="79669"/>
                </a:lnTo>
                <a:cubicBezTo>
                  <a:pt x="1392139" y="85630"/>
                  <a:pt x="1392161" y="90190"/>
                  <a:pt x="1392204" y="93349"/>
                </a:cubicBezTo>
                <a:cubicBezTo>
                  <a:pt x="1392249" y="96506"/>
                  <a:pt x="1392405" y="99064"/>
                  <a:pt x="1392672" y="101021"/>
                </a:cubicBezTo>
                <a:cubicBezTo>
                  <a:pt x="1390893" y="100844"/>
                  <a:pt x="1389113" y="100755"/>
                  <a:pt x="1387333" y="100755"/>
                </a:cubicBezTo>
                <a:cubicBezTo>
                  <a:pt x="1385376" y="100755"/>
                  <a:pt x="1383508" y="100844"/>
                  <a:pt x="1381730" y="101021"/>
                </a:cubicBezTo>
                <a:cubicBezTo>
                  <a:pt x="1381996" y="97997"/>
                  <a:pt x="1382151" y="93882"/>
                  <a:pt x="1382196" y="88677"/>
                </a:cubicBezTo>
                <a:cubicBezTo>
                  <a:pt x="1382241" y="83473"/>
                  <a:pt x="1382263" y="77090"/>
                  <a:pt x="1382263" y="69528"/>
                </a:cubicBezTo>
                <a:lnTo>
                  <a:pt x="1382263" y="65256"/>
                </a:lnTo>
                <a:cubicBezTo>
                  <a:pt x="1382263" y="61788"/>
                  <a:pt x="1382241" y="57785"/>
                  <a:pt x="1382196" y="53248"/>
                </a:cubicBezTo>
                <a:cubicBezTo>
                  <a:pt x="1382151" y="48710"/>
                  <a:pt x="1381996" y="43505"/>
                  <a:pt x="1381730" y="37632"/>
                </a:cubicBezTo>
                <a:cubicBezTo>
                  <a:pt x="1382708" y="37811"/>
                  <a:pt x="1383642" y="37968"/>
                  <a:pt x="1384531" y="38101"/>
                </a:cubicBezTo>
                <a:cubicBezTo>
                  <a:pt x="1385421" y="38234"/>
                  <a:pt x="1386355" y="38300"/>
                  <a:pt x="1387333" y="38300"/>
                </a:cubicBezTo>
                <a:cubicBezTo>
                  <a:pt x="1388134" y="38300"/>
                  <a:pt x="1388979" y="38234"/>
                  <a:pt x="1389868" y="38101"/>
                </a:cubicBezTo>
                <a:cubicBezTo>
                  <a:pt x="1390759" y="37968"/>
                  <a:pt x="1391694" y="37811"/>
                  <a:pt x="1392672" y="37632"/>
                </a:cubicBezTo>
                <a:cubicBezTo>
                  <a:pt x="1392317" y="40836"/>
                  <a:pt x="1392117" y="43372"/>
                  <a:pt x="1392072" y="45240"/>
                </a:cubicBezTo>
                <a:cubicBezTo>
                  <a:pt x="1392027" y="47108"/>
                  <a:pt x="1392005" y="48887"/>
                  <a:pt x="1392005" y="50577"/>
                </a:cubicBezTo>
                <a:lnTo>
                  <a:pt x="1392271" y="50711"/>
                </a:lnTo>
                <a:cubicBezTo>
                  <a:pt x="1397521" y="41103"/>
                  <a:pt x="1403393" y="36299"/>
                  <a:pt x="1409887" y="36299"/>
                </a:cubicBezTo>
                <a:cubicBezTo>
                  <a:pt x="1410688" y="36299"/>
                  <a:pt x="1411378" y="36343"/>
                  <a:pt x="1411956" y="36433"/>
                </a:cubicBezTo>
                <a:cubicBezTo>
                  <a:pt x="1412534" y="36521"/>
                  <a:pt x="1413268" y="36743"/>
                  <a:pt x="1414157" y="37099"/>
                </a:cubicBezTo>
                <a:cubicBezTo>
                  <a:pt x="1413712" y="38167"/>
                  <a:pt x="1413444" y="39791"/>
                  <a:pt x="1413355" y="41972"/>
                </a:cubicBezTo>
                <a:cubicBezTo>
                  <a:pt x="1413267" y="44150"/>
                  <a:pt x="1413222" y="46130"/>
                  <a:pt x="1413222" y="47909"/>
                </a:cubicBezTo>
                <a:lnTo>
                  <a:pt x="1412288" y="48575"/>
                </a:lnTo>
                <a:close/>
                <a:moveTo>
                  <a:pt x="1458731" y="55382"/>
                </a:moveTo>
                <a:cubicBezTo>
                  <a:pt x="1458731" y="47820"/>
                  <a:pt x="1459954" y="41080"/>
                  <a:pt x="1462400" y="35164"/>
                </a:cubicBezTo>
                <a:cubicBezTo>
                  <a:pt x="1464846" y="29248"/>
                  <a:pt x="1468271" y="24244"/>
                  <a:pt x="1472675" y="20153"/>
                </a:cubicBezTo>
                <a:cubicBezTo>
                  <a:pt x="1477079" y="16060"/>
                  <a:pt x="1482350" y="12946"/>
                  <a:pt x="1488489" y="10811"/>
                </a:cubicBezTo>
                <a:cubicBezTo>
                  <a:pt x="1494627" y="8675"/>
                  <a:pt x="1501344" y="7608"/>
                  <a:pt x="1508640" y="7608"/>
                </a:cubicBezTo>
                <a:cubicBezTo>
                  <a:pt x="1516023" y="7608"/>
                  <a:pt x="1522784" y="8675"/>
                  <a:pt x="1528923" y="10811"/>
                </a:cubicBezTo>
                <a:cubicBezTo>
                  <a:pt x="1535062" y="12946"/>
                  <a:pt x="1540333" y="16060"/>
                  <a:pt x="1544737" y="20153"/>
                </a:cubicBezTo>
                <a:cubicBezTo>
                  <a:pt x="1549140" y="24244"/>
                  <a:pt x="1552565" y="29248"/>
                  <a:pt x="1555012" y="35164"/>
                </a:cubicBezTo>
                <a:cubicBezTo>
                  <a:pt x="1557459" y="41080"/>
                  <a:pt x="1558683" y="47820"/>
                  <a:pt x="1558683" y="55382"/>
                </a:cubicBezTo>
                <a:cubicBezTo>
                  <a:pt x="1558683" y="62944"/>
                  <a:pt x="1557459" y="69683"/>
                  <a:pt x="1555012" y="75601"/>
                </a:cubicBezTo>
                <a:cubicBezTo>
                  <a:pt x="1552565" y="81517"/>
                  <a:pt x="1549140" y="86521"/>
                  <a:pt x="1544737" y="90614"/>
                </a:cubicBezTo>
                <a:cubicBezTo>
                  <a:pt x="1540333" y="94706"/>
                  <a:pt x="1535062" y="97752"/>
                  <a:pt x="1528923" y="99755"/>
                </a:cubicBezTo>
                <a:cubicBezTo>
                  <a:pt x="1522784" y="101756"/>
                  <a:pt x="1516023" y="102756"/>
                  <a:pt x="1508640" y="102756"/>
                </a:cubicBezTo>
                <a:cubicBezTo>
                  <a:pt x="1501344" y="102756"/>
                  <a:pt x="1494627" y="101756"/>
                  <a:pt x="1488489" y="99755"/>
                </a:cubicBezTo>
                <a:cubicBezTo>
                  <a:pt x="1482350" y="97752"/>
                  <a:pt x="1477079" y="94706"/>
                  <a:pt x="1472675" y="90614"/>
                </a:cubicBezTo>
                <a:cubicBezTo>
                  <a:pt x="1468271" y="86521"/>
                  <a:pt x="1464846" y="81517"/>
                  <a:pt x="1462400" y="75601"/>
                </a:cubicBezTo>
                <a:cubicBezTo>
                  <a:pt x="1459954" y="69683"/>
                  <a:pt x="1458731" y="62944"/>
                  <a:pt x="1458731" y="55382"/>
                </a:cubicBezTo>
                <a:moveTo>
                  <a:pt x="1545604" y="55382"/>
                </a:moveTo>
                <a:cubicBezTo>
                  <a:pt x="1545604" y="47998"/>
                  <a:pt x="1544670" y="41614"/>
                  <a:pt x="1542802" y="36231"/>
                </a:cubicBezTo>
                <a:cubicBezTo>
                  <a:pt x="1540934" y="30849"/>
                  <a:pt x="1538332" y="26401"/>
                  <a:pt x="1534995" y="22888"/>
                </a:cubicBezTo>
                <a:cubicBezTo>
                  <a:pt x="1531660" y="19373"/>
                  <a:pt x="1527745" y="16771"/>
                  <a:pt x="1523252" y="15081"/>
                </a:cubicBezTo>
                <a:cubicBezTo>
                  <a:pt x="1518760" y="13391"/>
                  <a:pt x="1513889" y="12545"/>
                  <a:pt x="1508640" y="12545"/>
                </a:cubicBezTo>
                <a:cubicBezTo>
                  <a:pt x="1503480" y="12545"/>
                  <a:pt x="1498653" y="13391"/>
                  <a:pt x="1494160" y="15081"/>
                </a:cubicBezTo>
                <a:cubicBezTo>
                  <a:pt x="1489668" y="16771"/>
                  <a:pt x="1485753" y="19373"/>
                  <a:pt x="1482416" y="22888"/>
                </a:cubicBezTo>
                <a:cubicBezTo>
                  <a:pt x="1479081" y="26401"/>
                  <a:pt x="1476479" y="30849"/>
                  <a:pt x="1474609" y="36231"/>
                </a:cubicBezTo>
                <a:cubicBezTo>
                  <a:pt x="1472741" y="41614"/>
                  <a:pt x="1471808" y="47998"/>
                  <a:pt x="1471808" y="55382"/>
                </a:cubicBezTo>
                <a:cubicBezTo>
                  <a:pt x="1471808" y="62766"/>
                  <a:pt x="1472741" y="69149"/>
                  <a:pt x="1474609" y="74532"/>
                </a:cubicBezTo>
                <a:cubicBezTo>
                  <a:pt x="1476479" y="79914"/>
                  <a:pt x="1479081" y="84363"/>
                  <a:pt x="1482416" y="87877"/>
                </a:cubicBezTo>
                <a:cubicBezTo>
                  <a:pt x="1485753" y="91390"/>
                  <a:pt x="1489668" y="93993"/>
                  <a:pt x="1494160" y="95684"/>
                </a:cubicBezTo>
                <a:cubicBezTo>
                  <a:pt x="1498653" y="97374"/>
                  <a:pt x="1503480" y="98219"/>
                  <a:pt x="1508640" y="98219"/>
                </a:cubicBezTo>
                <a:cubicBezTo>
                  <a:pt x="1513889" y="98219"/>
                  <a:pt x="1518760" y="97374"/>
                  <a:pt x="1523252" y="95684"/>
                </a:cubicBezTo>
                <a:cubicBezTo>
                  <a:pt x="1527745" y="93993"/>
                  <a:pt x="1531660" y="91390"/>
                  <a:pt x="1534995" y="87877"/>
                </a:cubicBezTo>
                <a:cubicBezTo>
                  <a:pt x="1538332" y="84363"/>
                  <a:pt x="1540934" y="79914"/>
                  <a:pt x="1542802" y="74532"/>
                </a:cubicBezTo>
                <a:cubicBezTo>
                  <a:pt x="1544670" y="69149"/>
                  <a:pt x="1545604" y="62766"/>
                  <a:pt x="1545604" y="55382"/>
                </a:cubicBezTo>
                <a:close/>
                <a:moveTo>
                  <a:pt x="1572963" y="76466"/>
                </a:moveTo>
                <a:cubicBezTo>
                  <a:pt x="1572963" y="73441"/>
                  <a:pt x="1572940" y="70150"/>
                  <a:pt x="1572895" y="66592"/>
                </a:cubicBezTo>
                <a:cubicBezTo>
                  <a:pt x="1572851" y="63033"/>
                  <a:pt x="1572783" y="59496"/>
                  <a:pt x="1572694" y="55983"/>
                </a:cubicBezTo>
                <a:cubicBezTo>
                  <a:pt x="1572606" y="52469"/>
                  <a:pt x="1572495" y="49110"/>
                  <a:pt x="1572362" y="45908"/>
                </a:cubicBezTo>
                <a:cubicBezTo>
                  <a:pt x="1572229" y="42704"/>
                  <a:pt x="1572073" y="39945"/>
                  <a:pt x="1571896" y="37632"/>
                </a:cubicBezTo>
                <a:cubicBezTo>
                  <a:pt x="1574387" y="38078"/>
                  <a:pt x="1576388" y="38300"/>
                  <a:pt x="1577901" y="38300"/>
                </a:cubicBezTo>
                <a:cubicBezTo>
                  <a:pt x="1579413" y="38300"/>
                  <a:pt x="1581414" y="38078"/>
                  <a:pt x="1583905" y="37632"/>
                </a:cubicBezTo>
                <a:cubicBezTo>
                  <a:pt x="1583550" y="39945"/>
                  <a:pt x="1583283" y="42170"/>
                  <a:pt x="1583105" y="44305"/>
                </a:cubicBezTo>
                <a:cubicBezTo>
                  <a:pt x="1582927" y="46441"/>
                  <a:pt x="1582838" y="48576"/>
                  <a:pt x="1582838" y="50711"/>
                </a:cubicBezTo>
                <a:lnTo>
                  <a:pt x="1583105" y="50711"/>
                </a:lnTo>
                <a:cubicBezTo>
                  <a:pt x="1583727" y="49287"/>
                  <a:pt x="1584616" y="47753"/>
                  <a:pt x="1585773" y="46107"/>
                </a:cubicBezTo>
                <a:cubicBezTo>
                  <a:pt x="1586929" y="44462"/>
                  <a:pt x="1588419" y="42906"/>
                  <a:pt x="1590242" y="41438"/>
                </a:cubicBezTo>
                <a:cubicBezTo>
                  <a:pt x="1592067" y="39969"/>
                  <a:pt x="1594269" y="38745"/>
                  <a:pt x="1596848" y="37767"/>
                </a:cubicBezTo>
                <a:cubicBezTo>
                  <a:pt x="1599429" y="36788"/>
                  <a:pt x="1602365" y="36299"/>
                  <a:pt x="1605657" y="36299"/>
                </a:cubicBezTo>
                <a:cubicBezTo>
                  <a:pt x="1609038" y="36299"/>
                  <a:pt x="1612375" y="36944"/>
                  <a:pt x="1615665" y="38235"/>
                </a:cubicBezTo>
                <a:cubicBezTo>
                  <a:pt x="1618957" y="39525"/>
                  <a:pt x="1621871" y="41504"/>
                  <a:pt x="1624407" y="44173"/>
                </a:cubicBezTo>
                <a:cubicBezTo>
                  <a:pt x="1626943" y="46842"/>
                  <a:pt x="1628989" y="50245"/>
                  <a:pt x="1630546" y="54383"/>
                </a:cubicBezTo>
                <a:cubicBezTo>
                  <a:pt x="1632103" y="58519"/>
                  <a:pt x="1632882" y="63434"/>
                  <a:pt x="1632882" y="69127"/>
                </a:cubicBezTo>
                <a:cubicBezTo>
                  <a:pt x="1632882" y="74821"/>
                  <a:pt x="1632036" y="79759"/>
                  <a:pt x="1630345" y="83941"/>
                </a:cubicBezTo>
                <a:cubicBezTo>
                  <a:pt x="1628655" y="88122"/>
                  <a:pt x="1626453" y="91592"/>
                  <a:pt x="1623739" y="94351"/>
                </a:cubicBezTo>
                <a:cubicBezTo>
                  <a:pt x="1621025" y="97108"/>
                  <a:pt x="1617934" y="99131"/>
                  <a:pt x="1614464" y="100421"/>
                </a:cubicBezTo>
                <a:cubicBezTo>
                  <a:pt x="1610995" y="101710"/>
                  <a:pt x="1607526" y="102355"/>
                  <a:pt x="1604056" y="102355"/>
                </a:cubicBezTo>
                <a:cubicBezTo>
                  <a:pt x="1594270" y="102355"/>
                  <a:pt x="1587286" y="98130"/>
                  <a:pt x="1583105" y="89679"/>
                </a:cubicBezTo>
                <a:lnTo>
                  <a:pt x="1582838" y="89679"/>
                </a:lnTo>
                <a:lnTo>
                  <a:pt x="1582838" y="98085"/>
                </a:lnTo>
                <a:cubicBezTo>
                  <a:pt x="1582838" y="100932"/>
                  <a:pt x="1582860" y="104112"/>
                  <a:pt x="1582904" y="107627"/>
                </a:cubicBezTo>
                <a:cubicBezTo>
                  <a:pt x="1582948" y="111142"/>
                  <a:pt x="1583015" y="114634"/>
                  <a:pt x="1583103" y="118104"/>
                </a:cubicBezTo>
                <a:cubicBezTo>
                  <a:pt x="1583193" y="121573"/>
                  <a:pt x="1583304" y="124887"/>
                  <a:pt x="1583437" y="128045"/>
                </a:cubicBezTo>
                <a:cubicBezTo>
                  <a:pt x="1583572" y="131204"/>
                  <a:pt x="1583728" y="133895"/>
                  <a:pt x="1583905" y="136119"/>
                </a:cubicBezTo>
                <a:cubicBezTo>
                  <a:pt x="1581414" y="135673"/>
                  <a:pt x="1579413" y="135451"/>
                  <a:pt x="1577901" y="135451"/>
                </a:cubicBezTo>
                <a:cubicBezTo>
                  <a:pt x="1576388" y="135451"/>
                  <a:pt x="1574387" y="135673"/>
                  <a:pt x="1571896" y="136119"/>
                </a:cubicBezTo>
                <a:cubicBezTo>
                  <a:pt x="1572073" y="133895"/>
                  <a:pt x="1572229" y="131204"/>
                  <a:pt x="1572362" y="128045"/>
                </a:cubicBezTo>
                <a:cubicBezTo>
                  <a:pt x="1572495" y="124887"/>
                  <a:pt x="1572606" y="121573"/>
                  <a:pt x="1572694" y="118104"/>
                </a:cubicBezTo>
                <a:cubicBezTo>
                  <a:pt x="1572783" y="114634"/>
                  <a:pt x="1572851" y="111142"/>
                  <a:pt x="1572895" y="107627"/>
                </a:cubicBezTo>
                <a:cubicBezTo>
                  <a:pt x="1572940" y="104112"/>
                  <a:pt x="1572963" y="100932"/>
                  <a:pt x="1572963" y="98085"/>
                </a:cubicBezTo>
                <a:lnTo>
                  <a:pt x="1572963" y="76466"/>
                </a:lnTo>
                <a:moveTo>
                  <a:pt x="1621137" y="68993"/>
                </a:moveTo>
                <a:cubicBezTo>
                  <a:pt x="1621137" y="63655"/>
                  <a:pt x="1620581" y="59251"/>
                  <a:pt x="1619469" y="55782"/>
                </a:cubicBezTo>
                <a:cubicBezTo>
                  <a:pt x="1618357" y="52312"/>
                  <a:pt x="1616934" y="49532"/>
                  <a:pt x="1615199" y="47441"/>
                </a:cubicBezTo>
                <a:cubicBezTo>
                  <a:pt x="1613464" y="45350"/>
                  <a:pt x="1611484" y="43905"/>
                  <a:pt x="1609259" y="43106"/>
                </a:cubicBezTo>
                <a:cubicBezTo>
                  <a:pt x="1607035" y="42305"/>
                  <a:pt x="1604856" y="41904"/>
                  <a:pt x="1602721" y="41904"/>
                </a:cubicBezTo>
                <a:cubicBezTo>
                  <a:pt x="1599163" y="41904"/>
                  <a:pt x="1596116" y="42661"/>
                  <a:pt x="1593580" y="44173"/>
                </a:cubicBezTo>
                <a:cubicBezTo>
                  <a:pt x="1591044" y="45685"/>
                  <a:pt x="1588975" y="47709"/>
                  <a:pt x="1587373" y="50245"/>
                </a:cubicBezTo>
                <a:cubicBezTo>
                  <a:pt x="1585773" y="52779"/>
                  <a:pt x="1584617" y="55760"/>
                  <a:pt x="1583905" y="59186"/>
                </a:cubicBezTo>
                <a:cubicBezTo>
                  <a:pt x="1583194" y="62611"/>
                  <a:pt x="1582838" y="66236"/>
                  <a:pt x="1582838" y="70062"/>
                </a:cubicBezTo>
                <a:cubicBezTo>
                  <a:pt x="1582838" y="88566"/>
                  <a:pt x="1589333" y="97818"/>
                  <a:pt x="1602322" y="97818"/>
                </a:cubicBezTo>
                <a:cubicBezTo>
                  <a:pt x="1605524" y="97818"/>
                  <a:pt x="1608303" y="97085"/>
                  <a:pt x="1610660" y="95617"/>
                </a:cubicBezTo>
                <a:cubicBezTo>
                  <a:pt x="1613018" y="94150"/>
                  <a:pt x="1614976" y="92104"/>
                  <a:pt x="1616533" y="89480"/>
                </a:cubicBezTo>
                <a:cubicBezTo>
                  <a:pt x="1618090" y="86854"/>
                  <a:pt x="1619246" y="83785"/>
                  <a:pt x="1620002" y="80272"/>
                </a:cubicBezTo>
                <a:cubicBezTo>
                  <a:pt x="1620759" y="76757"/>
                  <a:pt x="1621137" y="72998"/>
                  <a:pt x="1621137" y="68993"/>
                </a:cubicBezTo>
                <a:close/>
                <a:moveTo>
                  <a:pt x="1660773" y="19752"/>
                </a:moveTo>
                <a:cubicBezTo>
                  <a:pt x="1660505" y="23132"/>
                  <a:pt x="1660304" y="26446"/>
                  <a:pt x="1660170" y="29693"/>
                </a:cubicBezTo>
                <a:cubicBezTo>
                  <a:pt x="1660037" y="32940"/>
                  <a:pt x="1659881" y="36210"/>
                  <a:pt x="1659704" y="39502"/>
                </a:cubicBezTo>
                <a:cubicBezTo>
                  <a:pt x="1660682" y="39502"/>
                  <a:pt x="1662506" y="39479"/>
                  <a:pt x="1665175" y="39434"/>
                </a:cubicBezTo>
                <a:cubicBezTo>
                  <a:pt x="1667844" y="39390"/>
                  <a:pt x="1670735" y="39278"/>
                  <a:pt x="1673850" y="39100"/>
                </a:cubicBezTo>
                <a:cubicBezTo>
                  <a:pt x="1673761" y="39368"/>
                  <a:pt x="1673717" y="39857"/>
                  <a:pt x="1673717" y="40569"/>
                </a:cubicBezTo>
                <a:lnTo>
                  <a:pt x="1673717" y="41904"/>
                </a:lnTo>
                <a:lnTo>
                  <a:pt x="1673717" y="43373"/>
                </a:lnTo>
                <a:cubicBezTo>
                  <a:pt x="1673717" y="43994"/>
                  <a:pt x="1673761" y="44439"/>
                  <a:pt x="1673850" y="44706"/>
                </a:cubicBezTo>
                <a:cubicBezTo>
                  <a:pt x="1672693" y="44617"/>
                  <a:pt x="1671492" y="44550"/>
                  <a:pt x="1670245" y="44507"/>
                </a:cubicBezTo>
                <a:cubicBezTo>
                  <a:pt x="1669000" y="44462"/>
                  <a:pt x="1667666" y="44440"/>
                  <a:pt x="1666242" y="44440"/>
                </a:cubicBezTo>
                <a:lnTo>
                  <a:pt x="1659704" y="44440"/>
                </a:lnTo>
                <a:cubicBezTo>
                  <a:pt x="1659615" y="44795"/>
                  <a:pt x="1659504" y="46219"/>
                  <a:pt x="1659370" y="48710"/>
                </a:cubicBezTo>
                <a:cubicBezTo>
                  <a:pt x="1659237" y="51201"/>
                  <a:pt x="1659125" y="54159"/>
                  <a:pt x="1659036" y="57584"/>
                </a:cubicBezTo>
                <a:cubicBezTo>
                  <a:pt x="1658947" y="61009"/>
                  <a:pt x="1658881" y="64590"/>
                  <a:pt x="1658836" y="68327"/>
                </a:cubicBezTo>
                <a:cubicBezTo>
                  <a:pt x="1658791" y="72063"/>
                  <a:pt x="1658769" y="75399"/>
                  <a:pt x="1658769" y="78335"/>
                </a:cubicBezTo>
                <a:cubicBezTo>
                  <a:pt x="1658769" y="80826"/>
                  <a:pt x="1658835" y="83273"/>
                  <a:pt x="1658968" y="85676"/>
                </a:cubicBezTo>
                <a:cubicBezTo>
                  <a:pt x="1659103" y="88077"/>
                  <a:pt x="1659526" y="90235"/>
                  <a:pt x="1660237" y="92147"/>
                </a:cubicBezTo>
                <a:cubicBezTo>
                  <a:pt x="1660950" y="94060"/>
                  <a:pt x="1662017" y="95595"/>
                  <a:pt x="1663440" y="96751"/>
                </a:cubicBezTo>
                <a:cubicBezTo>
                  <a:pt x="1664864" y="97908"/>
                  <a:pt x="1666911" y="98486"/>
                  <a:pt x="1669579" y="98486"/>
                </a:cubicBezTo>
                <a:cubicBezTo>
                  <a:pt x="1670291" y="98486"/>
                  <a:pt x="1671247" y="98397"/>
                  <a:pt x="1672449" y="98219"/>
                </a:cubicBezTo>
                <a:cubicBezTo>
                  <a:pt x="1673650" y="98042"/>
                  <a:pt x="1674695" y="97819"/>
                  <a:pt x="1675584" y="97552"/>
                </a:cubicBezTo>
                <a:lnTo>
                  <a:pt x="1675584" y="100755"/>
                </a:lnTo>
                <a:cubicBezTo>
                  <a:pt x="1674072" y="101022"/>
                  <a:pt x="1672404" y="101355"/>
                  <a:pt x="1670579" y="101754"/>
                </a:cubicBezTo>
                <a:cubicBezTo>
                  <a:pt x="1668756" y="102155"/>
                  <a:pt x="1667000" y="102355"/>
                  <a:pt x="1665309" y="102355"/>
                </a:cubicBezTo>
                <a:cubicBezTo>
                  <a:pt x="1659704" y="102355"/>
                  <a:pt x="1655567" y="100977"/>
                  <a:pt x="1652898" y="98219"/>
                </a:cubicBezTo>
                <a:cubicBezTo>
                  <a:pt x="1650229" y="95461"/>
                  <a:pt x="1648895" y="91413"/>
                  <a:pt x="1648895" y="86075"/>
                </a:cubicBezTo>
                <a:cubicBezTo>
                  <a:pt x="1648895" y="83674"/>
                  <a:pt x="1648939" y="81072"/>
                  <a:pt x="1649027" y="78270"/>
                </a:cubicBezTo>
                <a:cubicBezTo>
                  <a:pt x="1649117" y="75467"/>
                  <a:pt x="1649228" y="72398"/>
                  <a:pt x="1649361" y="69062"/>
                </a:cubicBezTo>
                <a:cubicBezTo>
                  <a:pt x="1649494" y="65725"/>
                  <a:pt x="1649606" y="62033"/>
                  <a:pt x="1649695" y="57985"/>
                </a:cubicBezTo>
                <a:cubicBezTo>
                  <a:pt x="1649785" y="53937"/>
                  <a:pt x="1649830" y="49422"/>
                  <a:pt x="1649830" y="44440"/>
                </a:cubicBezTo>
                <a:lnTo>
                  <a:pt x="1645558" y="44440"/>
                </a:lnTo>
                <a:cubicBezTo>
                  <a:pt x="1644846" y="44440"/>
                  <a:pt x="1644090" y="44462"/>
                  <a:pt x="1643289" y="44507"/>
                </a:cubicBezTo>
                <a:cubicBezTo>
                  <a:pt x="1642488" y="44550"/>
                  <a:pt x="1641643" y="44617"/>
                  <a:pt x="1640754" y="44706"/>
                </a:cubicBezTo>
                <a:cubicBezTo>
                  <a:pt x="1640844" y="44173"/>
                  <a:pt x="1640910" y="43662"/>
                  <a:pt x="1640954" y="43173"/>
                </a:cubicBezTo>
                <a:cubicBezTo>
                  <a:pt x="1640998" y="42683"/>
                  <a:pt x="1641021" y="42171"/>
                  <a:pt x="1641021" y="41638"/>
                </a:cubicBezTo>
                <a:cubicBezTo>
                  <a:pt x="1641021" y="41192"/>
                  <a:pt x="1640998" y="40748"/>
                  <a:pt x="1640954" y="40304"/>
                </a:cubicBezTo>
                <a:cubicBezTo>
                  <a:pt x="1640910" y="39859"/>
                  <a:pt x="1640844" y="39413"/>
                  <a:pt x="1640754" y="38968"/>
                </a:cubicBezTo>
                <a:cubicBezTo>
                  <a:pt x="1644757" y="39234"/>
                  <a:pt x="1647693" y="39367"/>
                  <a:pt x="1649561" y="39367"/>
                </a:cubicBezTo>
                <a:cubicBezTo>
                  <a:pt x="1649473" y="37589"/>
                  <a:pt x="1649406" y="35365"/>
                  <a:pt x="1649361" y="32696"/>
                </a:cubicBezTo>
                <a:cubicBezTo>
                  <a:pt x="1649317" y="30028"/>
                  <a:pt x="1649205" y="27269"/>
                  <a:pt x="1649027" y="24421"/>
                </a:cubicBezTo>
                <a:lnTo>
                  <a:pt x="1660105" y="19752"/>
                </a:lnTo>
                <a:lnTo>
                  <a:pt x="1660773" y="19752"/>
                </a:lnTo>
                <a:close/>
                <a:moveTo>
                  <a:pt x="1687327" y="14413"/>
                </a:moveTo>
                <a:cubicBezTo>
                  <a:pt x="1687327" y="12545"/>
                  <a:pt x="1687994" y="10944"/>
                  <a:pt x="1689329" y="9609"/>
                </a:cubicBezTo>
                <a:cubicBezTo>
                  <a:pt x="1690663" y="8275"/>
                  <a:pt x="1692265" y="7608"/>
                  <a:pt x="1694134" y="7608"/>
                </a:cubicBezTo>
                <a:cubicBezTo>
                  <a:pt x="1696002" y="7608"/>
                  <a:pt x="1697603" y="8275"/>
                  <a:pt x="1698938" y="9609"/>
                </a:cubicBezTo>
                <a:cubicBezTo>
                  <a:pt x="1700272" y="10944"/>
                  <a:pt x="1700939" y="12545"/>
                  <a:pt x="1700939" y="14413"/>
                </a:cubicBezTo>
                <a:cubicBezTo>
                  <a:pt x="1700939" y="16281"/>
                  <a:pt x="1700272" y="17883"/>
                  <a:pt x="1698938" y="19218"/>
                </a:cubicBezTo>
                <a:cubicBezTo>
                  <a:pt x="1697603" y="20553"/>
                  <a:pt x="1696002" y="21220"/>
                  <a:pt x="1694134" y="21220"/>
                </a:cubicBezTo>
                <a:cubicBezTo>
                  <a:pt x="1692265" y="21220"/>
                  <a:pt x="1690663" y="20553"/>
                  <a:pt x="1689329" y="19218"/>
                </a:cubicBezTo>
                <a:cubicBezTo>
                  <a:pt x="1687994" y="17883"/>
                  <a:pt x="1687327" y="16281"/>
                  <a:pt x="1687327" y="14413"/>
                </a:cubicBezTo>
                <a:moveTo>
                  <a:pt x="1689196" y="62589"/>
                </a:moveTo>
                <a:cubicBezTo>
                  <a:pt x="1689196" y="58586"/>
                  <a:pt x="1689129" y="54382"/>
                  <a:pt x="1688995" y="49978"/>
                </a:cubicBezTo>
                <a:cubicBezTo>
                  <a:pt x="1688862" y="45574"/>
                  <a:pt x="1688572" y="41459"/>
                  <a:pt x="1688127" y="37632"/>
                </a:cubicBezTo>
                <a:cubicBezTo>
                  <a:pt x="1690618" y="38078"/>
                  <a:pt x="1692620" y="38300"/>
                  <a:pt x="1694134" y="38300"/>
                </a:cubicBezTo>
                <a:cubicBezTo>
                  <a:pt x="1695646" y="38300"/>
                  <a:pt x="1697648" y="38078"/>
                  <a:pt x="1700139" y="37632"/>
                </a:cubicBezTo>
                <a:cubicBezTo>
                  <a:pt x="1699694" y="41459"/>
                  <a:pt x="1699404" y="45574"/>
                  <a:pt x="1699270" y="49978"/>
                </a:cubicBezTo>
                <a:cubicBezTo>
                  <a:pt x="1699137" y="54382"/>
                  <a:pt x="1699070" y="58586"/>
                  <a:pt x="1699070" y="62589"/>
                </a:cubicBezTo>
                <a:lnTo>
                  <a:pt x="1699070" y="76466"/>
                </a:lnTo>
                <a:cubicBezTo>
                  <a:pt x="1699070" y="80471"/>
                  <a:pt x="1699137" y="84675"/>
                  <a:pt x="1699270" y="89079"/>
                </a:cubicBezTo>
                <a:cubicBezTo>
                  <a:pt x="1699404" y="93482"/>
                  <a:pt x="1699694" y="97463"/>
                  <a:pt x="1700139" y="101021"/>
                </a:cubicBezTo>
                <a:cubicBezTo>
                  <a:pt x="1698092" y="100844"/>
                  <a:pt x="1696090" y="100755"/>
                  <a:pt x="1694134" y="100755"/>
                </a:cubicBezTo>
                <a:cubicBezTo>
                  <a:pt x="1692177" y="100755"/>
                  <a:pt x="1690174" y="100844"/>
                  <a:pt x="1688127" y="101021"/>
                </a:cubicBezTo>
                <a:cubicBezTo>
                  <a:pt x="1688572" y="97463"/>
                  <a:pt x="1688862" y="93482"/>
                  <a:pt x="1688995" y="89079"/>
                </a:cubicBezTo>
                <a:cubicBezTo>
                  <a:pt x="1689129" y="84675"/>
                  <a:pt x="1689196" y="80471"/>
                  <a:pt x="1689196" y="76466"/>
                </a:cubicBezTo>
                <a:lnTo>
                  <a:pt x="1689196" y="62589"/>
                </a:lnTo>
                <a:close/>
                <a:moveTo>
                  <a:pt x="1729097" y="69528"/>
                </a:moveTo>
                <a:cubicBezTo>
                  <a:pt x="1729097" y="73264"/>
                  <a:pt x="1729431" y="76867"/>
                  <a:pt x="1730097" y="80337"/>
                </a:cubicBezTo>
                <a:cubicBezTo>
                  <a:pt x="1730765" y="83807"/>
                  <a:pt x="1731899" y="86898"/>
                  <a:pt x="1733500" y="89612"/>
                </a:cubicBezTo>
                <a:cubicBezTo>
                  <a:pt x="1735102" y="92326"/>
                  <a:pt x="1737237" y="94484"/>
                  <a:pt x="1739906" y="96085"/>
                </a:cubicBezTo>
                <a:cubicBezTo>
                  <a:pt x="1742575" y="97686"/>
                  <a:pt x="1745867" y="98486"/>
                  <a:pt x="1749782" y="98486"/>
                </a:cubicBezTo>
                <a:cubicBezTo>
                  <a:pt x="1753697" y="98486"/>
                  <a:pt x="1756989" y="97686"/>
                  <a:pt x="1759658" y="96085"/>
                </a:cubicBezTo>
                <a:cubicBezTo>
                  <a:pt x="1762326" y="94484"/>
                  <a:pt x="1764461" y="92326"/>
                  <a:pt x="1766062" y="89612"/>
                </a:cubicBezTo>
                <a:cubicBezTo>
                  <a:pt x="1767664" y="86898"/>
                  <a:pt x="1768798" y="83807"/>
                  <a:pt x="1769464" y="80337"/>
                </a:cubicBezTo>
                <a:cubicBezTo>
                  <a:pt x="1770132" y="76867"/>
                  <a:pt x="1770466" y="73264"/>
                  <a:pt x="1770466" y="69528"/>
                </a:cubicBezTo>
                <a:cubicBezTo>
                  <a:pt x="1770466" y="65791"/>
                  <a:pt x="1770132" y="62188"/>
                  <a:pt x="1769464" y="58718"/>
                </a:cubicBezTo>
                <a:cubicBezTo>
                  <a:pt x="1768798" y="55248"/>
                  <a:pt x="1767664" y="52157"/>
                  <a:pt x="1766062" y="49445"/>
                </a:cubicBezTo>
                <a:cubicBezTo>
                  <a:pt x="1764461" y="46731"/>
                  <a:pt x="1762326" y="44573"/>
                  <a:pt x="1759658" y="42971"/>
                </a:cubicBezTo>
                <a:cubicBezTo>
                  <a:pt x="1756989" y="41370"/>
                  <a:pt x="1753697" y="40569"/>
                  <a:pt x="1749782" y="40569"/>
                </a:cubicBezTo>
                <a:cubicBezTo>
                  <a:pt x="1745867" y="40569"/>
                  <a:pt x="1742575" y="41370"/>
                  <a:pt x="1739906" y="42971"/>
                </a:cubicBezTo>
                <a:cubicBezTo>
                  <a:pt x="1737237" y="44573"/>
                  <a:pt x="1735102" y="46731"/>
                  <a:pt x="1733500" y="49445"/>
                </a:cubicBezTo>
                <a:cubicBezTo>
                  <a:pt x="1731899" y="52157"/>
                  <a:pt x="1730765" y="55248"/>
                  <a:pt x="1730097" y="58718"/>
                </a:cubicBezTo>
                <a:cubicBezTo>
                  <a:pt x="1729431" y="62188"/>
                  <a:pt x="1729097" y="65791"/>
                  <a:pt x="1729097" y="69528"/>
                </a:cubicBezTo>
                <a:moveTo>
                  <a:pt x="1717354" y="69528"/>
                </a:moveTo>
                <a:cubicBezTo>
                  <a:pt x="1717354" y="63478"/>
                  <a:pt x="1718310" y="58340"/>
                  <a:pt x="1720223" y="54114"/>
                </a:cubicBezTo>
                <a:cubicBezTo>
                  <a:pt x="1722136" y="49888"/>
                  <a:pt x="1724649" y="46463"/>
                  <a:pt x="1727761" y="43839"/>
                </a:cubicBezTo>
                <a:cubicBezTo>
                  <a:pt x="1730876" y="41215"/>
                  <a:pt x="1734368" y="39302"/>
                  <a:pt x="1738238" y="38101"/>
                </a:cubicBezTo>
                <a:cubicBezTo>
                  <a:pt x="1742108" y="36899"/>
                  <a:pt x="1745956" y="36299"/>
                  <a:pt x="1749782" y="36299"/>
                </a:cubicBezTo>
                <a:cubicBezTo>
                  <a:pt x="1753697" y="36299"/>
                  <a:pt x="1757567" y="36899"/>
                  <a:pt x="1761393" y="38101"/>
                </a:cubicBezTo>
                <a:cubicBezTo>
                  <a:pt x="1765218" y="39302"/>
                  <a:pt x="1768687" y="41215"/>
                  <a:pt x="1771800" y="43839"/>
                </a:cubicBezTo>
                <a:cubicBezTo>
                  <a:pt x="1774914" y="46463"/>
                  <a:pt x="1777427" y="49888"/>
                  <a:pt x="1779340" y="54114"/>
                </a:cubicBezTo>
                <a:cubicBezTo>
                  <a:pt x="1781253" y="58340"/>
                  <a:pt x="1782209" y="63478"/>
                  <a:pt x="1782209" y="69528"/>
                </a:cubicBezTo>
                <a:cubicBezTo>
                  <a:pt x="1782209" y="75577"/>
                  <a:pt x="1781253" y="80715"/>
                  <a:pt x="1779340" y="84941"/>
                </a:cubicBezTo>
                <a:cubicBezTo>
                  <a:pt x="1777427" y="89167"/>
                  <a:pt x="1774914" y="92593"/>
                  <a:pt x="1771800" y="95218"/>
                </a:cubicBezTo>
                <a:cubicBezTo>
                  <a:pt x="1768687" y="97842"/>
                  <a:pt x="1765218" y="99688"/>
                  <a:pt x="1761393" y="100755"/>
                </a:cubicBezTo>
                <a:cubicBezTo>
                  <a:pt x="1757567" y="101822"/>
                  <a:pt x="1753697" y="102355"/>
                  <a:pt x="1749782" y="102355"/>
                </a:cubicBezTo>
                <a:cubicBezTo>
                  <a:pt x="1745956" y="102355"/>
                  <a:pt x="1742108" y="101822"/>
                  <a:pt x="1738238" y="100755"/>
                </a:cubicBezTo>
                <a:cubicBezTo>
                  <a:pt x="1734368" y="99688"/>
                  <a:pt x="1730876" y="97842"/>
                  <a:pt x="1727761" y="95218"/>
                </a:cubicBezTo>
                <a:cubicBezTo>
                  <a:pt x="1724649" y="92593"/>
                  <a:pt x="1722136" y="89167"/>
                  <a:pt x="1720223" y="84941"/>
                </a:cubicBezTo>
                <a:cubicBezTo>
                  <a:pt x="1718310" y="80715"/>
                  <a:pt x="1717354" y="75577"/>
                  <a:pt x="1717354" y="69528"/>
                </a:cubicBezTo>
                <a:close/>
                <a:moveTo>
                  <a:pt x="1840526" y="63521"/>
                </a:moveTo>
                <a:cubicBezTo>
                  <a:pt x="1840526" y="56849"/>
                  <a:pt x="1839236" y="51801"/>
                  <a:pt x="1836655" y="48376"/>
                </a:cubicBezTo>
                <a:cubicBezTo>
                  <a:pt x="1834076" y="44951"/>
                  <a:pt x="1830518" y="43238"/>
                  <a:pt x="1825981" y="43238"/>
                </a:cubicBezTo>
                <a:cubicBezTo>
                  <a:pt x="1819754" y="43238"/>
                  <a:pt x="1815195" y="45151"/>
                  <a:pt x="1812303" y="48976"/>
                </a:cubicBezTo>
                <a:cubicBezTo>
                  <a:pt x="1809412" y="52802"/>
                  <a:pt x="1807966" y="58184"/>
                  <a:pt x="1807966" y="65124"/>
                </a:cubicBezTo>
                <a:lnTo>
                  <a:pt x="1807966" y="76466"/>
                </a:lnTo>
                <a:cubicBezTo>
                  <a:pt x="1807966" y="80471"/>
                  <a:pt x="1808033" y="84675"/>
                  <a:pt x="1808166" y="89079"/>
                </a:cubicBezTo>
                <a:cubicBezTo>
                  <a:pt x="1808299" y="93482"/>
                  <a:pt x="1808588" y="97463"/>
                  <a:pt x="1809033" y="101021"/>
                </a:cubicBezTo>
                <a:cubicBezTo>
                  <a:pt x="1806987" y="100844"/>
                  <a:pt x="1804986" y="100755"/>
                  <a:pt x="1803028" y="100755"/>
                </a:cubicBezTo>
                <a:cubicBezTo>
                  <a:pt x="1801071" y="100755"/>
                  <a:pt x="1799069" y="100844"/>
                  <a:pt x="1797023" y="101021"/>
                </a:cubicBezTo>
                <a:cubicBezTo>
                  <a:pt x="1797467" y="97463"/>
                  <a:pt x="1797756" y="93482"/>
                  <a:pt x="1797889" y="89079"/>
                </a:cubicBezTo>
                <a:cubicBezTo>
                  <a:pt x="1798023" y="84675"/>
                  <a:pt x="1798090" y="80471"/>
                  <a:pt x="1798090" y="76466"/>
                </a:cubicBezTo>
                <a:lnTo>
                  <a:pt x="1798090" y="62589"/>
                </a:lnTo>
                <a:cubicBezTo>
                  <a:pt x="1798090" y="58586"/>
                  <a:pt x="1798023" y="54382"/>
                  <a:pt x="1797889" y="49978"/>
                </a:cubicBezTo>
                <a:cubicBezTo>
                  <a:pt x="1797756" y="45574"/>
                  <a:pt x="1797467" y="41459"/>
                  <a:pt x="1797023" y="37632"/>
                </a:cubicBezTo>
                <a:cubicBezTo>
                  <a:pt x="1799514" y="38078"/>
                  <a:pt x="1801516" y="38300"/>
                  <a:pt x="1803028" y="38300"/>
                </a:cubicBezTo>
                <a:cubicBezTo>
                  <a:pt x="1803739" y="38300"/>
                  <a:pt x="1804517" y="38234"/>
                  <a:pt x="1805362" y="38101"/>
                </a:cubicBezTo>
                <a:cubicBezTo>
                  <a:pt x="1806207" y="37968"/>
                  <a:pt x="1807209" y="37811"/>
                  <a:pt x="1808365" y="37632"/>
                </a:cubicBezTo>
                <a:cubicBezTo>
                  <a:pt x="1808099" y="41192"/>
                  <a:pt x="1807966" y="44750"/>
                  <a:pt x="1807966" y="48308"/>
                </a:cubicBezTo>
                <a:lnTo>
                  <a:pt x="1808233" y="48308"/>
                </a:lnTo>
                <a:cubicBezTo>
                  <a:pt x="1810724" y="44483"/>
                  <a:pt x="1813704" y="41525"/>
                  <a:pt x="1817174" y="39434"/>
                </a:cubicBezTo>
                <a:cubicBezTo>
                  <a:pt x="1820644" y="37344"/>
                  <a:pt x="1824781" y="36299"/>
                  <a:pt x="1829585" y="36299"/>
                </a:cubicBezTo>
                <a:cubicBezTo>
                  <a:pt x="1832076" y="36299"/>
                  <a:pt x="1834589" y="36655"/>
                  <a:pt x="1837123" y="37368"/>
                </a:cubicBezTo>
                <a:cubicBezTo>
                  <a:pt x="1839659" y="38079"/>
                  <a:pt x="1841950" y="39302"/>
                  <a:pt x="1843996" y="41037"/>
                </a:cubicBezTo>
                <a:cubicBezTo>
                  <a:pt x="1846043" y="42772"/>
                  <a:pt x="1847711" y="45130"/>
                  <a:pt x="1849001" y="48111"/>
                </a:cubicBezTo>
                <a:cubicBezTo>
                  <a:pt x="1850291" y="51091"/>
                  <a:pt x="1850935" y="54893"/>
                  <a:pt x="1850935" y="59518"/>
                </a:cubicBezTo>
                <a:cubicBezTo>
                  <a:pt x="1850935" y="63344"/>
                  <a:pt x="1850846" y="67280"/>
                  <a:pt x="1850669" y="71328"/>
                </a:cubicBezTo>
                <a:cubicBezTo>
                  <a:pt x="1850491" y="75377"/>
                  <a:pt x="1850402" y="79670"/>
                  <a:pt x="1850402" y="84208"/>
                </a:cubicBezTo>
                <a:lnTo>
                  <a:pt x="1850402" y="92880"/>
                </a:lnTo>
                <a:cubicBezTo>
                  <a:pt x="1850402" y="94304"/>
                  <a:pt x="1850424" y="95706"/>
                  <a:pt x="1850469" y="97085"/>
                </a:cubicBezTo>
                <a:cubicBezTo>
                  <a:pt x="1850514" y="98464"/>
                  <a:pt x="1850580" y="99777"/>
                  <a:pt x="1850669" y="101021"/>
                </a:cubicBezTo>
                <a:cubicBezTo>
                  <a:pt x="1848889" y="100844"/>
                  <a:pt x="1847021" y="100755"/>
                  <a:pt x="1845065" y="100755"/>
                </a:cubicBezTo>
                <a:cubicBezTo>
                  <a:pt x="1843196" y="100755"/>
                  <a:pt x="1841372" y="100844"/>
                  <a:pt x="1839593" y="101021"/>
                </a:cubicBezTo>
                <a:cubicBezTo>
                  <a:pt x="1839771" y="96395"/>
                  <a:pt x="1839971" y="91636"/>
                  <a:pt x="1840192" y="86743"/>
                </a:cubicBezTo>
                <a:cubicBezTo>
                  <a:pt x="1840415" y="81849"/>
                  <a:pt x="1840526" y="76822"/>
                  <a:pt x="1840526" y="71662"/>
                </a:cubicBezTo>
                <a:lnTo>
                  <a:pt x="1840526" y="63521"/>
                </a:lnTo>
                <a:close/>
                <a:moveTo>
                  <a:pt x="1869618" y="24289"/>
                </a:moveTo>
                <a:cubicBezTo>
                  <a:pt x="1872465" y="19752"/>
                  <a:pt x="1875846" y="16416"/>
                  <a:pt x="1879761" y="14280"/>
                </a:cubicBezTo>
                <a:cubicBezTo>
                  <a:pt x="1883676" y="12145"/>
                  <a:pt x="1888435" y="11077"/>
                  <a:pt x="1894039" y="11077"/>
                </a:cubicBezTo>
                <a:cubicBezTo>
                  <a:pt x="1897509" y="11077"/>
                  <a:pt x="1900801" y="11523"/>
                  <a:pt x="1903915" y="12413"/>
                </a:cubicBezTo>
                <a:cubicBezTo>
                  <a:pt x="1907029" y="13302"/>
                  <a:pt x="1909720" y="14726"/>
                  <a:pt x="1911989" y="16683"/>
                </a:cubicBezTo>
                <a:cubicBezTo>
                  <a:pt x="1914257" y="18639"/>
                  <a:pt x="1916059" y="21086"/>
                  <a:pt x="1917393" y="24022"/>
                </a:cubicBezTo>
                <a:cubicBezTo>
                  <a:pt x="1918728" y="26957"/>
                  <a:pt x="1919395" y="30516"/>
                  <a:pt x="1919395" y="34698"/>
                </a:cubicBezTo>
                <a:cubicBezTo>
                  <a:pt x="1919395" y="37723"/>
                  <a:pt x="1919039" y="40548"/>
                  <a:pt x="1918328" y="43173"/>
                </a:cubicBezTo>
                <a:cubicBezTo>
                  <a:pt x="1917616" y="45797"/>
                  <a:pt x="1916571" y="48355"/>
                  <a:pt x="1915192" y="50846"/>
                </a:cubicBezTo>
                <a:cubicBezTo>
                  <a:pt x="1913813" y="53337"/>
                  <a:pt x="1912078" y="55850"/>
                  <a:pt x="1909987" y="58386"/>
                </a:cubicBezTo>
                <a:cubicBezTo>
                  <a:pt x="1907897" y="60920"/>
                  <a:pt x="1905428" y="63611"/>
                  <a:pt x="1902581" y="66458"/>
                </a:cubicBezTo>
                <a:cubicBezTo>
                  <a:pt x="1900891" y="68148"/>
                  <a:pt x="1898934" y="70105"/>
                  <a:pt x="1896709" y="72330"/>
                </a:cubicBezTo>
                <a:cubicBezTo>
                  <a:pt x="1894485" y="74554"/>
                  <a:pt x="1892238" y="76845"/>
                  <a:pt x="1889969" y="79203"/>
                </a:cubicBezTo>
                <a:cubicBezTo>
                  <a:pt x="1887700" y="81561"/>
                  <a:pt x="1885543" y="83896"/>
                  <a:pt x="1883497" y="86210"/>
                </a:cubicBezTo>
                <a:cubicBezTo>
                  <a:pt x="1881452" y="88523"/>
                  <a:pt x="1879717" y="90657"/>
                  <a:pt x="1878293" y="92614"/>
                </a:cubicBezTo>
                <a:lnTo>
                  <a:pt x="1890970" y="92614"/>
                </a:lnTo>
                <a:cubicBezTo>
                  <a:pt x="1897377" y="92614"/>
                  <a:pt x="1903048" y="92503"/>
                  <a:pt x="1907986" y="92282"/>
                </a:cubicBezTo>
                <a:cubicBezTo>
                  <a:pt x="1912923" y="92059"/>
                  <a:pt x="1917260" y="91814"/>
                  <a:pt x="1920997" y="91547"/>
                </a:cubicBezTo>
                <a:cubicBezTo>
                  <a:pt x="1920552" y="93504"/>
                  <a:pt x="1920329" y="95150"/>
                  <a:pt x="1920329" y="96485"/>
                </a:cubicBezTo>
                <a:cubicBezTo>
                  <a:pt x="1920329" y="97729"/>
                  <a:pt x="1920552" y="99242"/>
                  <a:pt x="1920997" y="101021"/>
                </a:cubicBezTo>
                <a:cubicBezTo>
                  <a:pt x="1916193" y="100844"/>
                  <a:pt x="1911433" y="100755"/>
                  <a:pt x="1906717" y="100755"/>
                </a:cubicBezTo>
                <a:cubicBezTo>
                  <a:pt x="1902002" y="100755"/>
                  <a:pt x="1897243" y="100755"/>
                  <a:pt x="1892439" y="100755"/>
                </a:cubicBezTo>
                <a:cubicBezTo>
                  <a:pt x="1887634" y="100755"/>
                  <a:pt x="1882853" y="100755"/>
                  <a:pt x="1878093" y="100755"/>
                </a:cubicBezTo>
                <a:cubicBezTo>
                  <a:pt x="1873334" y="100755"/>
                  <a:pt x="1868552" y="100844"/>
                  <a:pt x="1863748" y="101021"/>
                </a:cubicBezTo>
                <a:lnTo>
                  <a:pt x="1863748" y="99421"/>
                </a:lnTo>
                <a:cubicBezTo>
                  <a:pt x="1869974" y="93282"/>
                  <a:pt x="1875379" y="87877"/>
                  <a:pt x="1879960" y="83206"/>
                </a:cubicBezTo>
                <a:cubicBezTo>
                  <a:pt x="1884542" y="78535"/>
                  <a:pt x="1888434" y="74331"/>
                  <a:pt x="1891636" y="70595"/>
                </a:cubicBezTo>
                <a:cubicBezTo>
                  <a:pt x="1894840" y="66858"/>
                  <a:pt x="1897442" y="63477"/>
                  <a:pt x="1899443" y="60453"/>
                </a:cubicBezTo>
                <a:cubicBezTo>
                  <a:pt x="1901446" y="57428"/>
                  <a:pt x="1903025" y="54559"/>
                  <a:pt x="1904182" y="51845"/>
                </a:cubicBezTo>
                <a:cubicBezTo>
                  <a:pt x="1905338" y="49132"/>
                  <a:pt x="1906117" y="46463"/>
                  <a:pt x="1906517" y="43839"/>
                </a:cubicBezTo>
                <a:cubicBezTo>
                  <a:pt x="1906918" y="41215"/>
                  <a:pt x="1907118" y="38390"/>
                  <a:pt x="1907118" y="35364"/>
                </a:cubicBezTo>
                <a:cubicBezTo>
                  <a:pt x="1907118" y="28781"/>
                  <a:pt x="1905628" y="23911"/>
                  <a:pt x="1902646" y="20754"/>
                </a:cubicBezTo>
                <a:cubicBezTo>
                  <a:pt x="1899667" y="17595"/>
                  <a:pt x="1896175" y="16015"/>
                  <a:pt x="1892172" y="16015"/>
                </a:cubicBezTo>
                <a:cubicBezTo>
                  <a:pt x="1889325" y="16015"/>
                  <a:pt x="1886878" y="16527"/>
                  <a:pt x="1884831" y="17551"/>
                </a:cubicBezTo>
                <a:cubicBezTo>
                  <a:pt x="1882785" y="18573"/>
                  <a:pt x="1881095" y="19818"/>
                  <a:pt x="1879761" y="21287"/>
                </a:cubicBezTo>
                <a:cubicBezTo>
                  <a:pt x="1878426" y="22755"/>
                  <a:pt x="1877403" y="24333"/>
                  <a:pt x="1876690" y="26024"/>
                </a:cubicBezTo>
                <a:cubicBezTo>
                  <a:pt x="1875979" y="27714"/>
                  <a:pt x="1875490" y="29226"/>
                  <a:pt x="1875224" y="30560"/>
                </a:cubicBezTo>
                <a:lnTo>
                  <a:pt x="1874289" y="30827"/>
                </a:lnTo>
                <a:lnTo>
                  <a:pt x="1869618" y="24289"/>
                </a:lnTo>
                <a:close/>
                <a:moveTo>
                  <a:pt x="1946218" y="94750"/>
                </a:moveTo>
                <a:cubicBezTo>
                  <a:pt x="1946218" y="92704"/>
                  <a:pt x="1946975" y="90925"/>
                  <a:pt x="1948487" y="89413"/>
                </a:cubicBezTo>
                <a:cubicBezTo>
                  <a:pt x="1949999" y="87899"/>
                  <a:pt x="1951779" y="87142"/>
                  <a:pt x="1953826" y="87142"/>
                </a:cubicBezTo>
                <a:cubicBezTo>
                  <a:pt x="1955872" y="87142"/>
                  <a:pt x="1957651" y="87899"/>
                  <a:pt x="1959163" y="89413"/>
                </a:cubicBezTo>
                <a:cubicBezTo>
                  <a:pt x="1960675" y="90925"/>
                  <a:pt x="1961431" y="92704"/>
                  <a:pt x="1961431" y="94750"/>
                </a:cubicBezTo>
                <a:cubicBezTo>
                  <a:pt x="1961431" y="96795"/>
                  <a:pt x="1960675" y="98508"/>
                  <a:pt x="1959163" y="99887"/>
                </a:cubicBezTo>
                <a:cubicBezTo>
                  <a:pt x="1957651" y="101266"/>
                  <a:pt x="1955872" y="101956"/>
                  <a:pt x="1953826" y="101956"/>
                </a:cubicBezTo>
                <a:cubicBezTo>
                  <a:pt x="1951779" y="101956"/>
                  <a:pt x="1949999" y="101266"/>
                  <a:pt x="1948487" y="99887"/>
                </a:cubicBezTo>
                <a:cubicBezTo>
                  <a:pt x="1946975" y="98508"/>
                  <a:pt x="1946218" y="96795"/>
                  <a:pt x="1946218" y="94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1:Option1:">
            <a:extLst xmlns:a="http://schemas.openxmlformats.org/drawingml/2006/main">
              <a:ext uri="{FF2B5EF4-FFF2-40B4-BE49-F238E27FC236}">
                <a16:creationId xmlns:a16="http://schemas.microsoft.com/office/drawing/2014/main" id="{358F0DF4-7C87-44EA-9F09-4415B1DF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708" y="1683322"/>
            <a:ext cx="715657" cy="135049"/>
          </a:xfrm>
          <a:custGeom xmlns:a="http://schemas.openxmlformats.org/drawingml/2006/main">
            <a:pathLst>
              <a:path w="715657" h="135049">
                <a:moveTo>
                  <a:pt x="42037" y="10008"/>
                </a:moveTo>
                <a:cubicBezTo>
                  <a:pt x="41859" y="12677"/>
                  <a:pt x="41703" y="15635"/>
                  <a:pt x="41570" y="18882"/>
                </a:cubicBezTo>
                <a:cubicBezTo>
                  <a:pt x="41437" y="22129"/>
                  <a:pt x="41304" y="25488"/>
                  <a:pt x="41169" y="28958"/>
                </a:cubicBezTo>
                <a:cubicBezTo>
                  <a:pt x="41036" y="32428"/>
                  <a:pt x="40925" y="35942"/>
                  <a:pt x="40835" y="39502"/>
                </a:cubicBezTo>
                <a:cubicBezTo>
                  <a:pt x="40747" y="43060"/>
                  <a:pt x="40703" y="46529"/>
                  <a:pt x="40703" y="49909"/>
                </a:cubicBezTo>
                <a:lnTo>
                  <a:pt x="40703" y="58050"/>
                </a:lnTo>
                <a:lnTo>
                  <a:pt x="40703" y="68193"/>
                </a:lnTo>
                <a:cubicBezTo>
                  <a:pt x="40703" y="72907"/>
                  <a:pt x="40770" y="77756"/>
                  <a:pt x="40903" y="82738"/>
                </a:cubicBezTo>
                <a:cubicBezTo>
                  <a:pt x="41037" y="87720"/>
                  <a:pt x="41237" y="93458"/>
                  <a:pt x="41503" y="99952"/>
                </a:cubicBezTo>
                <a:cubicBezTo>
                  <a:pt x="39724" y="99774"/>
                  <a:pt x="37989" y="99686"/>
                  <a:pt x="36299" y="99686"/>
                </a:cubicBezTo>
                <a:cubicBezTo>
                  <a:pt x="34608" y="99686"/>
                  <a:pt x="32874" y="99686"/>
                  <a:pt x="31094" y="99686"/>
                </a:cubicBezTo>
                <a:cubicBezTo>
                  <a:pt x="29315" y="99686"/>
                  <a:pt x="27559" y="99686"/>
                  <a:pt x="25824" y="99686"/>
                </a:cubicBezTo>
                <a:cubicBezTo>
                  <a:pt x="24089" y="99686"/>
                  <a:pt x="22332" y="99774"/>
                  <a:pt x="20552" y="99952"/>
                </a:cubicBezTo>
                <a:cubicBezTo>
                  <a:pt x="20642" y="98528"/>
                  <a:pt x="20775" y="96482"/>
                  <a:pt x="20953" y="93813"/>
                </a:cubicBezTo>
                <a:cubicBezTo>
                  <a:pt x="21131" y="91144"/>
                  <a:pt x="21286" y="88186"/>
                  <a:pt x="21420" y="84939"/>
                </a:cubicBezTo>
                <a:cubicBezTo>
                  <a:pt x="21553" y="81692"/>
                  <a:pt x="21686" y="78244"/>
                  <a:pt x="21819" y="74597"/>
                </a:cubicBezTo>
                <a:cubicBezTo>
                  <a:pt x="21953" y="70949"/>
                  <a:pt x="22020" y="67257"/>
                  <a:pt x="22020" y="63521"/>
                </a:cubicBezTo>
                <a:lnTo>
                  <a:pt x="22020" y="25889"/>
                </a:lnTo>
                <a:cubicBezTo>
                  <a:pt x="21397" y="26155"/>
                  <a:pt x="20462" y="26600"/>
                  <a:pt x="19216" y="27223"/>
                </a:cubicBezTo>
                <a:cubicBezTo>
                  <a:pt x="17971" y="27846"/>
                  <a:pt x="16615" y="28536"/>
                  <a:pt x="15146" y="29292"/>
                </a:cubicBezTo>
                <a:cubicBezTo>
                  <a:pt x="13678" y="30048"/>
                  <a:pt x="12188" y="30804"/>
                  <a:pt x="10676" y="31560"/>
                </a:cubicBezTo>
                <a:cubicBezTo>
                  <a:pt x="9164" y="32316"/>
                  <a:pt x="7785" y="32961"/>
                  <a:pt x="6540" y="33495"/>
                </a:cubicBezTo>
                <a:cubicBezTo>
                  <a:pt x="5562" y="32160"/>
                  <a:pt x="4427" y="30759"/>
                  <a:pt x="3136" y="29292"/>
                </a:cubicBezTo>
                <a:cubicBezTo>
                  <a:pt x="1846" y="27823"/>
                  <a:pt x="801" y="26778"/>
                  <a:pt x="0" y="26156"/>
                </a:cubicBezTo>
                <a:cubicBezTo>
                  <a:pt x="6940" y="23665"/>
                  <a:pt x="13523" y="21062"/>
                  <a:pt x="19750" y="18349"/>
                </a:cubicBezTo>
                <a:cubicBezTo>
                  <a:pt x="25978" y="15635"/>
                  <a:pt x="32562" y="12499"/>
                  <a:pt x="39502" y="8941"/>
                </a:cubicBezTo>
                <a:lnTo>
                  <a:pt x="42037" y="10008"/>
                </a:lnTo>
                <a:close/>
                <a:moveTo>
                  <a:pt x="74466" y="47374"/>
                </a:moveTo>
                <a:cubicBezTo>
                  <a:pt x="74466" y="44349"/>
                  <a:pt x="75533" y="41769"/>
                  <a:pt x="77667" y="39634"/>
                </a:cubicBezTo>
                <a:cubicBezTo>
                  <a:pt x="79803" y="37499"/>
                  <a:pt x="82383" y="36431"/>
                  <a:pt x="85409" y="36431"/>
                </a:cubicBezTo>
                <a:cubicBezTo>
                  <a:pt x="88434" y="36431"/>
                  <a:pt x="91013" y="37499"/>
                  <a:pt x="93147" y="39634"/>
                </a:cubicBezTo>
                <a:cubicBezTo>
                  <a:pt x="95282" y="41769"/>
                  <a:pt x="96350" y="44349"/>
                  <a:pt x="96350" y="47374"/>
                </a:cubicBezTo>
                <a:cubicBezTo>
                  <a:pt x="96350" y="50398"/>
                  <a:pt x="95282" y="52978"/>
                  <a:pt x="93147" y="55114"/>
                </a:cubicBezTo>
                <a:cubicBezTo>
                  <a:pt x="91013" y="57249"/>
                  <a:pt x="88434" y="58317"/>
                  <a:pt x="85409" y="58317"/>
                </a:cubicBezTo>
                <a:cubicBezTo>
                  <a:pt x="82383" y="58317"/>
                  <a:pt x="79803" y="57249"/>
                  <a:pt x="77667" y="55114"/>
                </a:cubicBezTo>
                <a:cubicBezTo>
                  <a:pt x="75533" y="52978"/>
                  <a:pt x="74466" y="50398"/>
                  <a:pt x="74466" y="47374"/>
                </a:cubicBezTo>
                <a:moveTo>
                  <a:pt x="74466" y="91145"/>
                </a:moveTo>
                <a:cubicBezTo>
                  <a:pt x="74466" y="88120"/>
                  <a:pt x="75533" y="85540"/>
                  <a:pt x="77667" y="83406"/>
                </a:cubicBezTo>
                <a:cubicBezTo>
                  <a:pt x="79803" y="81270"/>
                  <a:pt x="82383" y="80203"/>
                  <a:pt x="85409" y="80203"/>
                </a:cubicBezTo>
                <a:cubicBezTo>
                  <a:pt x="88434" y="80203"/>
                  <a:pt x="91013" y="81270"/>
                  <a:pt x="93147" y="83406"/>
                </a:cubicBezTo>
                <a:cubicBezTo>
                  <a:pt x="95282" y="85540"/>
                  <a:pt x="96350" y="88120"/>
                  <a:pt x="96350" y="91145"/>
                </a:cubicBezTo>
                <a:cubicBezTo>
                  <a:pt x="96350" y="94170"/>
                  <a:pt x="95282" y="96683"/>
                  <a:pt x="93147" y="98686"/>
                </a:cubicBezTo>
                <a:cubicBezTo>
                  <a:pt x="91013" y="100687"/>
                  <a:pt x="88434" y="101687"/>
                  <a:pt x="85409" y="101687"/>
                </a:cubicBezTo>
                <a:cubicBezTo>
                  <a:pt x="82383" y="101687"/>
                  <a:pt x="79803" y="100687"/>
                  <a:pt x="77667" y="98686"/>
                </a:cubicBezTo>
                <a:cubicBezTo>
                  <a:pt x="75533" y="96683"/>
                  <a:pt x="74466" y="94170"/>
                  <a:pt x="74466" y="91145"/>
                </a:cubicBezTo>
                <a:close/>
                <a:moveTo>
                  <a:pt x="281282" y="51377"/>
                </a:moveTo>
                <a:cubicBezTo>
                  <a:pt x="281282" y="45594"/>
                  <a:pt x="280570" y="40412"/>
                  <a:pt x="279146" y="35830"/>
                </a:cubicBezTo>
                <a:cubicBezTo>
                  <a:pt x="277723" y="31249"/>
                  <a:pt x="275744" y="27357"/>
                  <a:pt x="273208" y="24154"/>
                </a:cubicBezTo>
                <a:cubicBezTo>
                  <a:pt x="270672" y="20950"/>
                  <a:pt x="267603" y="18481"/>
                  <a:pt x="264000" y="16746"/>
                </a:cubicBezTo>
                <a:cubicBezTo>
                  <a:pt x="260397" y="15011"/>
                  <a:pt x="256460" y="14144"/>
                  <a:pt x="252190" y="14144"/>
                </a:cubicBezTo>
                <a:cubicBezTo>
                  <a:pt x="247653" y="14144"/>
                  <a:pt x="243582" y="15234"/>
                  <a:pt x="239978" y="17414"/>
                </a:cubicBezTo>
                <a:cubicBezTo>
                  <a:pt x="236375" y="19594"/>
                  <a:pt x="233328" y="22553"/>
                  <a:pt x="230837" y="26290"/>
                </a:cubicBezTo>
                <a:cubicBezTo>
                  <a:pt x="228346" y="30026"/>
                  <a:pt x="226456" y="34408"/>
                  <a:pt x="225166" y="39434"/>
                </a:cubicBezTo>
                <a:cubicBezTo>
                  <a:pt x="223877" y="44460"/>
                  <a:pt x="223232" y="49820"/>
                  <a:pt x="223232" y="55515"/>
                </a:cubicBezTo>
                <a:cubicBezTo>
                  <a:pt x="223232" y="62631"/>
                  <a:pt x="223988" y="68636"/>
                  <a:pt x="225500" y="73530"/>
                </a:cubicBezTo>
                <a:cubicBezTo>
                  <a:pt x="227012" y="78422"/>
                  <a:pt x="229058" y="82359"/>
                  <a:pt x="231638" y="85340"/>
                </a:cubicBezTo>
                <a:cubicBezTo>
                  <a:pt x="234218" y="88320"/>
                  <a:pt x="237199" y="90477"/>
                  <a:pt x="240579" y="91811"/>
                </a:cubicBezTo>
                <a:cubicBezTo>
                  <a:pt x="243960" y="93146"/>
                  <a:pt x="247519" y="93813"/>
                  <a:pt x="251255" y="93813"/>
                </a:cubicBezTo>
                <a:cubicBezTo>
                  <a:pt x="255258" y="93813"/>
                  <a:pt x="259084" y="92968"/>
                  <a:pt x="262731" y="91278"/>
                </a:cubicBezTo>
                <a:cubicBezTo>
                  <a:pt x="266379" y="89588"/>
                  <a:pt x="269560" y="87008"/>
                  <a:pt x="272273" y="83538"/>
                </a:cubicBezTo>
                <a:cubicBezTo>
                  <a:pt x="274987" y="80068"/>
                  <a:pt x="277166" y="75664"/>
                  <a:pt x="278812" y="70327"/>
                </a:cubicBezTo>
                <a:cubicBezTo>
                  <a:pt x="280458" y="64989"/>
                  <a:pt x="281282" y="58672"/>
                  <a:pt x="281282" y="51377"/>
                </a:cubicBezTo>
                <a:moveTo>
                  <a:pt x="201346" y="54313"/>
                </a:moveTo>
                <a:cubicBezTo>
                  <a:pt x="201346" y="47729"/>
                  <a:pt x="202569" y="41546"/>
                  <a:pt x="205015" y="35763"/>
                </a:cubicBezTo>
                <a:cubicBezTo>
                  <a:pt x="207462" y="29980"/>
                  <a:pt x="210909" y="24909"/>
                  <a:pt x="215358" y="20550"/>
                </a:cubicBezTo>
                <a:cubicBezTo>
                  <a:pt x="219806" y="16191"/>
                  <a:pt x="225189" y="12766"/>
                  <a:pt x="231505" y="10275"/>
                </a:cubicBezTo>
                <a:cubicBezTo>
                  <a:pt x="237822" y="7784"/>
                  <a:pt x="244850" y="6538"/>
                  <a:pt x="252591" y="6538"/>
                </a:cubicBezTo>
                <a:cubicBezTo>
                  <a:pt x="259707" y="6538"/>
                  <a:pt x="266334" y="7517"/>
                  <a:pt x="272473" y="9475"/>
                </a:cubicBezTo>
                <a:cubicBezTo>
                  <a:pt x="278612" y="11431"/>
                  <a:pt x="283949" y="14367"/>
                  <a:pt x="288486" y="18282"/>
                </a:cubicBezTo>
                <a:cubicBezTo>
                  <a:pt x="293024" y="22197"/>
                  <a:pt x="296605" y="27157"/>
                  <a:pt x="299229" y="33163"/>
                </a:cubicBezTo>
                <a:cubicBezTo>
                  <a:pt x="301855" y="39167"/>
                  <a:pt x="303168" y="46172"/>
                  <a:pt x="303168" y="54179"/>
                </a:cubicBezTo>
                <a:cubicBezTo>
                  <a:pt x="303168" y="60851"/>
                  <a:pt x="301900" y="67079"/>
                  <a:pt x="299364" y="72862"/>
                </a:cubicBezTo>
                <a:cubicBezTo>
                  <a:pt x="296828" y="78645"/>
                  <a:pt x="293313" y="83694"/>
                  <a:pt x="288820" y="88010"/>
                </a:cubicBezTo>
                <a:cubicBezTo>
                  <a:pt x="284328" y="92324"/>
                  <a:pt x="278968" y="95682"/>
                  <a:pt x="272740" y="98085"/>
                </a:cubicBezTo>
                <a:cubicBezTo>
                  <a:pt x="266513" y="100486"/>
                  <a:pt x="259663" y="101687"/>
                  <a:pt x="252190" y="101687"/>
                </a:cubicBezTo>
                <a:cubicBezTo>
                  <a:pt x="245162" y="101687"/>
                  <a:pt x="238556" y="100820"/>
                  <a:pt x="232373" y="99085"/>
                </a:cubicBezTo>
                <a:cubicBezTo>
                  <a:pt x="226189" y="97350"/>
                  <a:pt x="220807" y="94548"/>
                  <a:pt x="216225" y="90679"/>
                </a:cubicBezTo>
                <a:cubicBezTo>
                  <a:pt x="211643" y="86809"/>
                  <a:pt x="208018" y="81871"/>
                  <a:pt x="205349" y="75865"/>
                </a:cubicBezTo>
                <a:cubicBezTo>
                  <a:pt x="202680" y="69860"/>
                  <a:pt x="201346" y="62676"/>
                  <a:pt x="201346" y="54313"/>
                </a:cubicBezTo>
                <a:close/>
                <a:moveTo>
                  <a:pt x="315978" y="81937"/>
                </a:moveTo>
                <a:cubicBezTo>
                  <a:pt x="315978" y="73218"/>
                  <a:pt x="315889" y="65211"/>
                  <a:pt x="315712" y="57916"/>
                </a:cubicBezTo>
                <a:cubicBezTo>
                  <a:pt x="315534" y="50620"/>
                  <a:pt x="315266" y="43236"/>
                  <a:pt x="314909" y="35763"/>
                </a:cubicBezTo>
                <a:cubicBezTo>
                  <a:pt x="316423" y="35941"/>
                  <a:pt x="317980" y="36097"/>
                  <a:pt x="319580" y="36231"/>
                </a:cubicBezTo>
                <a:cubicBezTo>
                  <a:pt x="321182" y="36364"/>
                  <a:pt x="322739" y="36431"/>
                  <a:pt x="324252" y="36431"/>
                </a:cubicBezTo>
                <a:cubicBezTo>
                  <a:pt x="325764" y="36431"/>
                  <a:pt x="327299" y="36364"/>
                  <a:pt x="328856" y="36231"/>
                </a:cubicBezTo>
                <a:cubicBezTo>
                  <a:pt x="330413" y="36097"/>
                  <a:pt x="331947" y="35941"/>
                  <a:pt x="333460" y="35763"/>
                </a:cubicBezTo>
                <a:cubicBezTo>
                  <a:pt x="333282" y="37275"/>
                  <a:pt x="333082" y="39077"/>
                  <a:pt x="332859" y="41169"/>
                </a:cubicBezTo>
                <a:cubicBezTo>
                  <a:pt x="332636" y="43260"/>
                  <a:pt x="332525" y="45283"/>
                  <a:pt x="332525" y="47239"/>
                </a:cubicBezTo>
                <a:lnTo>
                  <a:pt x="332792" y="47239"/>
                </a:lnTo>
                <a:cubicBezTo>
                  <a:pt x="334038" y="43504"/>
                  <a:pt x="336306" y="40368"/>
                  <a:pt x="339597" y="37832"/>
                </a:cubicBezTo>
                <a:cubicBezTo>
                  <a:pt x="342889" y="35296"/>
                  <a:pt x="346937" y="34028"/>
                  <a:pt x="351741" y="34028"/>
                </a:cubicBezTo>
                <a:cubicBezTo>
                  <a:pt x="355123" y="34028"/>
                  <a:pt x="358370" y="34651"/>
                  <a:pt x="361483" y="35897"/>
                </a:cubicBezTo>
                <a:cubicBezTo>
                  <a:pt x="364597" y="37142"/>
                  <a:pt x="367355" y="39099"/>
                  <a:pt x="369756" y="41768"/>
                </a:cubicBezTo>
                <a:cubicBezTo>
                  <a:pt x="372159" y="44437"/>
                  <a:pt x="374072" y="47863"/>
                  <a:pt x="375494" y="52045"/>
                </a:cubicBezTo>
                <a:cubicBezTo>
                  <a:pt x="376918" y="56226"/>
                  <a:pt x="377630" y="61208"/>
                  <a:pt x="377630" y="66991"/>
                </a:cubicBezTo>
                <a:cubicBezTo>
                  <a:pt x="377630" y="73308"/>
                  <a:pt x="376874" y="78690"/>
                  <a:pt x="375362" y="83139"/>
                </a:cubicBezTo>
                <a:cubicBezTo>
                  <a:pt x="373850" y="87586"/>
                  <a:pt x="371870" y="91211"/>
                  <a:pt x="369424" y="94015"/>
                </a:cubicBezTo>
                <a:cubicBezTo>
                  <a:pt x="366978" y="96816"/>
                  <a:pt x="364175" y="98796"/>
                  <a:pt x="361016" y="99952"/>
                </a:cubicBezTo>
                <a:cubicBezTo>
                  <a:pt x="357859" y="101109"/>
                  <a:pt x="354634" y="101687"/>
                  <a:pt x="351342" y="101687"/>
                </a:cubicBezTo>
                <a:cubicBezTo>
                  <a:pt x="347339" y="101687"/>
                  <a:pt x="343869" y="100931"/>
                  <a:pt x="340933" y="99419"/>
                </a:cubicBezTo>
                <a:cubicBezTo>
                  <a:pt x="337996" y="97907"/>
                  <a:pt x="335728" y="95549"/>
                  <a:pt x="334128" y="92347"/>
                </a:cubicBezTo>
                <a:lnTo>
                  <a:pt x="333861" y="92347"/>
                </a:lnTo>
                <a:lnTo>
                  <a:pt x="333861" y="103155"/>
                </a:lnTo>
                <a:cubicBezTo>
                  <a:pt x="333861" y="106270"/>
                  <a:pt x="333882" y="109450"/>
                  <a:pt x="333926" y="112697"/>
                </a:cubicBezTo>
                <a:cubicBezTo>
                  <a:pt x="333971" y="115944"/>
                  <a:pt x="334037" y="119036"/>
                  <a:pt x="334125" y="121970"/>
                </a:cubicBezTo>
                <a:cubicBezTo>
                  <a:pt x="334215" y="124907"/>
                  <a:pt x="334326" y="127532"/>
                  <a:pt x="334459" y="129845"/>
                </a:cubicBezTo>
                <a:cubicBezTo>
                  <a:pt x="334594" y="132158"/>
                  <a:pt x="334750" y="133893"/>
                  <a:pt x="334928" y="135049"/>
                </a:cubicBezTo>
                <a:cubicBezTo>
                  <a:pt x="333771" y="134872"/>
                  <a:pt x="332303" y="134716"/>
                  <a:pt x="330523" y="134581"/>
                </a:cubicBezTo>
                <a:cubicBezTo>
                  <a:pt x="328744" y="134448"/>
                  <a:pt x="326876" y="134382"/>
                  <a:pt x="324920" y="134382"/>
                </a:cubicBezTo>
                <a:cubicBezTo>
                  <a:pt x="322962" y="134382"/>
                  <a:pt x="321093" y="134448"/>
                  <a:pt x="319314" y="134581"/>
                </a:cubicBezTo>
                <a:cubicBezTo>
                  <a:pt x="317534" y="134716"/>
                  <a:pt x="316066" y="134872"/>
                  <a:pt x="314909" y="135049"/>
                </a:cubicBezTo>
                <a:cubicBezTo>
                  <a:pt x="315087" y="131314"/>
                  <a:pt x="315242" y="127622"/>
                  <a:pt x="315376" y="123974"/>
                </a:cubicBezTo>
                <a:cubicBezTo>
                  <a:pt x="315510" y="120327"/>
                  <a:pt x="315621" y="116634"/>
                  <a:pt x="315709" y="112897"/>
                </a:cubicBezTo>
                <a:cubicBezTo>
                  <a:pt x="315799" y="109161"/>
                  <a:pt x="315866" y="105380"/>
                  <a:pt x="315911" y="101553"/>
                </a:cubicBezTo>
                <a:cubicBezTo>
                  <a:pt x="315956" y="97727"/>
                  <a:pt x="315978" y="93635"/>
                  <a:pt x="315978" y="89276"/>
                </a:cubicBezTo>
                <a:lnTo>
                  <a:pt x="315978" y="81937"/>
                </a:lnTo>
                <a:moveTo>
                  <a:pt x="357881" y="67390"/>
                </a:moveTo>
                <a:cubicBezTo>
                  <a:pt x="357881" y="58583"/>
                  <a:pt x="356791" y="52200"/>
                  <a:pt x="354610" y="48241"/>
                </a:cubicBezTo>
                <a:cubicBezTo>
                  <a:pt x="352432" y="44283"/>
                  <a:pt x="349562" y="42303"/>
                  <a:pt x="346003" y="42303"/>
                </a:cubicBezTo>
                <a:cubicBezTo>
                  <a:pt x="344313" y="42303"/>
                  <a:pt x="342712" y="42793"/>
                  <a:pt x="341199" y="43772"/>
                </a:cubicBezTo>
                <a:cubicBezTo>
                  <a:pt x="339687" y="44749"/>
                  <a:pt x="338330" y="46305"/>
                  <a:pt x="337129" y="48441"/>
                </a:cubicBezTo>
                <a:cubicBezTo>
                  <a:pt x="335928" y="50576"/>
                  <a:pt x="334971" y="53379"/>
                  <a:pt x="334260" y="56849"/>
                </a:cubicBezTo>
                <a:cubicBezTo>
                  <a:pt x="333549" y="60318"/>
                  <a:pt x="333193" y="64544"/>
                  <a:pt x="333193" y="69526"/>
                </a:cubicBezTo>
                <a:cubicBezTo>
                  <a:pt x="333193" y="77623"/>
                  <a:pt x="334238" y="83606"/>
                  <a:pt x="336329" y="87476"/>
                </a:cubicBezTo>
                <a:cubicBezTo>
                  <a:pt x="338419" y="91345"/>
                  <a:pt x="341466" y="93279"/>
                  <a:pt x="345470" y="93279"/>
                </a:cubicBezTo>
                <a:cubicBezTo>
                  <a:pt x="349295" y="93279"/>
                  <a:pt x="352320" y="91189"/>
                  <a:pt x="354543" y="87008"/>
                </a:cubicBezTo>
                <a:cubicBezTo>
                  <a:pt x="356768" y="82827"/>
                  <a:pt x="357881" y="76287"/>
                  <a:pt x="357881" y="67390"/>
                </a:cubicBezTo>
                <a:close/>
                <a:moveTo>
                  <a:pt x="424204" y="36431"/>
                </a:moveTo>
                <a:cubicBezTo>
                  <a:pt x="423938" y="37765"/>
                  <a:pt x="423805" y="38966"/>
                  <a:pt x="423805" y="40033"/>
                </a:cubicBezTo>
                <a:cubicBezTo>
                  <a:pt x="423805" y="41190"/>
                  <a:pt x="423938" y="42302"/>
                  <a:pt x="424204" y="43370"/>
                </a:cubicBezTo>
                <a:lnTo>
                  <a:pt x="412461" y="43104"/>
                </a:lnTo>
                <a:cubicBezTo>
                  <a:pt x="412283" y="45150"/>
                  <a:pt x="412127" y="47507"/>
                  <a:pt x="411994" y="50176"/>
                </a:cubicBezTo>
                <a:cubicBezTo>
                  <a:pt x="411861" y="52845"/>
                  <a:pt x="411772" y="55558"/>
                  <a:pt x="411728" y="58317"/>
                </a:cubicBezTo>
                <a:cubicBezTo>
                  <a:pt x="411683" y="61074"/>
                  <a:pt x="411638" y="63743"/>
                  <a:pt x="411593" y="66323"/>
                </a:cubicBezTo>
                <a:cubicBezTo>
                  <a:pt x="411548" y="68904"/>
                  <a:pt x="411526" y="71083"/>
                  <a:pt x="411526" y="72862"/>
                </a:cubicBezTo>
                <a:cubicBezTo>
                  <a:pt x="411526" y="77488"/>
                  <a:pt x="411637" y="81225"/>
                  <a:pt x="411860" y="84071"/>
                </a:cubicBezTo>
                <a:cubicBezTo>
                  <a:pt x="412083" y="86918"/>
                  <a:pt x="412461" y="89098"/>
                  <a:pt x="412994" y="90612"/>
                </a:cubicBezTo>
                <a:cubicBezTo>
                  <a:pt x="413529" y="92124"/>
                  <a:pt x="414285" y="93147"/>
                  <a:pt x="415263" y="93681"/>
                </a:cubicBezTo>
                <a:cubicBezTo>
                  <a:pt x="416241" y="94214"/>
                  <a:pt x="417487" y="94481"/>
                  <a:pt x="418999" y="94481"/>
                </a:cubicBezTo>
                <a:cubicBezTo>
                  <a:pt x="420691" y="94481"/>
                  <a:pt x="421936" y="94370"/>
                  <a:pt x="422736" y="94147"/>
                </a:cubicBezTo>
                <a:cubicBezTo>
                  <a:pt x="423537" y="93924"/>
                  <a:pt x="424338" y="93591"/>
                  <a:pt x="425139" y="93147"/>
                </a:cubicBezTo>
                <a:lnTo>
                  <a:pt x="425139" y="98619"/>
                </a:lnTo>
                <a:cubicBezTo>
                  <a:pt x="423359" y="99419"/>
                  <a:pt x="421135" y="100131"/>
                  <a:pt x="418466" y="100753"/>
                </a:cubicBezTo>
                <a:cubicBezTo>
                  <a:pt x="415797" y="101376"/>
                  <a:pt x="413173" y="101687"/>
                  <a:pt x="410593" y="101687"/>
                </a:cubicBezTo>
                <a:cubicBezTo>
                  <a:pt x="399295" y="101687"/>
                  <a:pt x="393646" y="94926"/>
                  <a:pt x="393646" y="81404"/>
                </a:cubicBezTo>
                <a:cubicBezTo>
                  <a:pt x="393646" y="78823"/>
                  <a:pt x="393690" y="75909"/>
                  <a:pt x="393778" y="72662"/>
                </a:cubicBezTo>
                <a:cubicBezTo>
                  <a:pt x="393868" y="69415"/>
                  <a:pt x="393979" y="66079"/>
                  <a:pt x="394112" y="62654"/>
                </a:cubicBezTo>
                <a:cubicBezTo>
                  <a:pt x="394245" y="59229"/>
                  <a:pt x="394356" y="55848"/>
                  <a:pt x="394444" y="52511"/>
                </a:cubicBezTo>
                <a:cubicBezTo>
                  <a:pt x="394533" y="49175"/>
                  <a:pt x="394578" y="46083"/>
                  <a:pt x="394578" y="43236"/>
                </a:cubicBezTo>
                <a:lnTo>
                  <a:pt x="385238" y="43370"/>
                </a:lnTo>
                <a:cubicBezTo>
                  <a:pt x="385504" y="42302"/>
                  <a:pt x="385637" y="41190"/>
                  <a:pt x="385637" y="40033"/>
                </a:cubicBezTo>
                <a:cubicBezTo>
                  <a:pt x="385637" y="38966"/>
                  <a:pt x="385504" y="37765"/>
                  <a:pt x="385238" y="36431"/>
                </a:cubicBezTo>
                <a:lnTo>
                  <a:pt x="394578" y="36832"/>
                </a:lnTo>
                <a:cubicBezTo>
                  <a:pt x="394578" y="34074"/>
                  <a:pt x="394533" y="31494"/>
                  <a:pt x="394444" y="29092"/>
                </a:cubicBezTo>
                <a:cubicBezTo>
                  <a:pt x="394356" y="26689"/>
                  <a:pt x="394223" y="23798"/>
                  <a:pt x="394045" y="20418"/>
                </a:cubicBezTo>
                <a:cubicBezTo>
                  <a:pt x="397159" y="19171"/>
                  <a:pt x="400228" y="17859"/>
                  <a:pt x="403253" y="16480"/>
                </a:cubicBezTo>
                <a:cubicBezTo>
                  <a:pt x="406277" y="15100"/>
                  <a:pt x="409302" y="13655"/>
                  <a:pt x="412328" y="12142"/>
                </a:cubicBezTo>
                <a:lnTo>
                  <a:pt x="413662" y="13077"/>
                </a:lnTo>
                <a:cubicBezTo>
                  <a:pt x="413484" y="14501"/>
                  <a:pt x="413328" y="16169"/>
                  <a:pt x="413194" y="18082"/>
                </a:cubicBezTo>
                <a:cubicBezTo>
                  <a:pt x="413061" y="19995"/>
                  <a:pt x="412928" y="21996"/>
                  <a:pt x="412795" y="24087"/>
                </a:cubicBezTo>
                <a:cubicBezTo>
                  <a:pt x="412662" y="26178"/>
                  <a:pt x="412573" y="28313"/>
                  <a:pt x="412528" y="30493"/>
                </a:cubicBezTo>
                <a:cubicBezTo>
                  <a:pt x="412483" y="32672"/>
                  <a:pt x="412461" y="34740"/>
                  <a:pt x="412461" y="36698"/>
                </a:cubicBezTo>
                <a:lnTo>
                  <a:pt x="424204" y="36431"/>
                </a:lnTo>
                <a:close/>
                <a:moveTo>
                  <a:pt x="434480" y="10542"/>
                </a:moveTo>
                <a:cubicBezTo>
                  <a:pt x="434480" y="7605"/>
                  <a:pt x="435503" y="5114"/>
                  <a:pt x="437548" y="3069"/>
                </a:cubicBezTo>
                <a:cubicBezTo>
                  <a:pt x="439596" y="1023"/>
                  <a:pt x="442087" y="0"/>
                  <a:pt x="445024" y="0"/>
                </a:cubicBezTo>
                <a:cubicBezTo>
                  <a:pt x="447959" y="0"/>
                  <a:pt x="450449" y="1023"/>
                  <a:pt x="452495" y="3069"/>
                </a:cubicBezTo>
                <a:cubicBezTo>
                  <a:pt x="454542" y="5114"/>
                  <a:pt x="455565" y="7605"/>
                  <a:pt x="455565" y="10542"/>
                </a:cubicBezTo>
                <a:cubicBezTo>
                  <a:pt x="455565" y="13478"/>
                  <a:pt x="454542" y="15969"/>
                  <a:pt x="452495" y="18015"/>
                </a:cubicBezTo>
                <a:cubicBezTo>
                  <a:pt x="450449" y="20061"/>
                  <a:pt x="447959" y="21084"/>
                  <a:pt x="445024" y="21084"/>
                </a:cubicBezTo>
                <a:cubicBezTo>
                  <a:pt x="442087" y="21084"/>
                  <a:pt x="439596" y="20061"/>
                  <a:pt x="437548" y="18015"/>
                </a:cubicBezTo>
                <a:cubicBezTo>
                  <a:pt x="435503" y="15969"/>
                  <a:pt x="434480" y="13478"/>
                  <a:pt x="434480" y="10542"/>
                </a:cubicBezTo>
                <a:moveTo>
                  <a:pt x="436082" y="65389"/>
                </a:moveTo>
                <a:cubicBezTo>
                  <a:pt x="436082" y="59963"/>
                  <a:pt x="436015" y="54870"/>
                  <a:pt x="435881" y="50111"/>
                </a:cubicBezTo>
                <a:cubicBezTo>
                  <a:pt x="435748" y="45350"/>
                  <a:pt x="435459" y="40567"/>
                  <a:pt x="435013" y="35763"/>
                </a:cubicBezTo>
                <a:cubicBezTo>
                  <a:pt x="436260" y="35941"/>
                  <a:pt x="437728" y="36097"/>
                  <a:pt x="439418" y="36231"/>
                </a:cubicBezTo>
                <a:cubicBezTo>
                  <a:pt x="441108" y="36364"/>
                  <a:pt x="442977" y="36431"/>
                  <a:pt x="445024" y="36431"/>
                </a:cubicBezTo>
                <a:cubicBezTo>
                  <a:pt x="449205" y="36431"/>
                  <a:pt x="452541" y="36208"/>
                  <a:pt x="455032" y="35763"/>
                </a:cubicBezTo>
                <a:cubicBezTo>
                  <a:pt x="454587" y="40567"/>
                  <a:pt x="454297" y="45350"/>
                  <a:pt x="454162" y="50111"/>
                </a:cubicBezTo>
                <a:cubicBezTo>
                  <a:pt x="454029" y="54870"/>
                  <a:pt x="453963" y="59963"/>
                  <a:pt x="453963" y="65389"/>
                </a:cubicBezTo>
                <a:lnTo>
                  <a:pt x="453963" y="70728"/>
                </a:lnTo>
                <a:cubicBezTo>
                  <a:pt x="453963" y="76154"/>
                  <a:pt x="454029" y="81269"/>
                  <a:pt x="454162" y="86073"/>
                </a:cubicBezTo>
                <a:cubicBezTo>
                  <a:pt x="454297" y="90877"/>
                  <a:pt x="454587" y="95504"/>
                  <a:pt x="455032" y="99952"/>
                </a:cubicBezTo>
                <a:cubicBezTo>
                  <a:pt x="453875" y="99774"/>
                  <a:pt x="452430" y="99686"/>
                  <a:pt x="450695" y="99686"/>
                </a:cubicBezTo>
                <a:cubicBezTo>
                  <a:pt x="448960" y="99686"/>
                  <a:pt x="447069" y="99686"/>
                  <a:pt x="445024" y="99686"/>
                </a:cubicBezTo>
                <a:cubicBezTo>
                  <a:pt x="442977" y="99686"/>
                  <a:pt x="441108" y="99686"/>
                  <a:pt x="439418" y="99686"/>
                </a:cubicBezTo>
                <a:cubicBezTo>
                  <a:pt x="437728" y="99686"/>
                  <a:pt x="436260" y="99774"/>
                  <a:pt x="435013" y="99952"/>
                </a:cubicBezTo>
                <a:cubicBezTo>
                  <a:pt x="435459" y="95504"/>
                  <a:pt x="435748" y="90877"/>
                  <a:pt x="435881" y="86073"/>
                </a:cubicBezTo>
                <a:cubicBezTo>
                  <a:pt x="436015" y="81269"/>
                  <a:pt x="436082" y="76154"/>
                  <a:pt x="436082" y="70728"/>
                </a:cubicBezTo>
                <a:lnTo>
                  <a:pt x="436082" y="65389"/>
                </a:lnTo>
                <a:close/>
                <a:moveTo>
                  <a:pt x="513615" y="64723"/>
                </a:moveTo>
                <a:cubicBezTo>
                  <a:pt x="513615" y="56893"/>
                  <a:pt x="512637" y="50821"/>
                  <a:pt x="510679" y="46506"/>
                </a:cubicBezTo>
                <a:cubicBezTo>
                  <a:pt x="508722" y="42191"/>
                  <a:pt x="505474" y="40033"/>
                  <a:pt x="500938" y="40033"/>
                </a:cubicBezTo>
                <a:cubicBezTo>
                  <a:pt x="496845" y="40033"/>
                  <a:pt x="493619" y="42435"/>
                  <a:pt x="491261" y="47239"/>
                </a:cubicBezTo>
                <a:cubicBezTo>
                  <a:pt x="488905" y="52044"/>
                  <a:pt x="487726" y="59562"/>
                  <a:pt x="487726" y="69793"/>
                </a:cubicBezTo>
                <a:cubicBezTo>
                  <a:pt x="487726" y="73529"/>
                  <a:pt x="487948" y="76999"/>
                  <a:pt x="488392" y="80203"/>
                </a:cubicBezTo>
                <a:cubicBezTo>
                  <a:pt x="488837" y="83405"/>
                  <a:pt x="489572" y="86185"/>
                  <a:pt x="490595" y="88543"/>
                </a:cubicBezTo>
                <a:cubicBezTo>
                  <a:pt x="491619" y="90900"/>
                  <a:pt x="492953" y="92746"/>
                  <a:pt x="494599" y="94082"/>
                </a:cubicBezTo>
                <a:cubicBezTo>
                  <a:pt x="496245" y="95416"/>
                  <a:pt x="498314" y="96083"/>
                  <a:pt x="500805" y="96083"/>
                </a:cubicBezTo>
                <a:cubicBezTo>
                  <a:pt x="509345" y="96083"/>
                  <a:pt x="513615" y="85630"/>
                  <a:pt x="513615" y="64723"/>
                </a:cubicBezTo>
                <a:moveTo>
                  <a:pt x="467977" y="69659"/>
                </a:moveTo>
                <a:cubicBezTo>
                  <a:pt x="467977" y="63698"/>
                  <a:pt x="468888" y="58494"/>
                  <a:pt x="470711" y="54047"/>
                </a:cubicBezTo>
                <a:cubicBezTo>
                  <a:pt x="472536" y="49598"/>
                  <a:pt x="474960" y="45884"/>
                  <a:pt x="477985" y="42904"/>
                </a:cubicBezTo>
                <a:cubicBezTo>
                  <a:pt x="481009" y="39923"/>
                  <a:pt x="484501" y="37699"/>
                  <a:pt x="488459" y="36231"/>
                </a:cubicBezTo>
                <a:cubicBezTo>
                  <a:pt x="492419" y="34763"/>
                  <a:pt x="496490" y="34028"/>
                  <a:pt x="500671" y="34028"/>
                </a:cubicBezTo>
                <a:cubicBezTo>
                  <a:pt x="511080" y="34028"/>
                  <a:pt x="519132" y="36964"/>
                  <a:pt x="524825" y="42837"/>
                </a:cubicBezTo>
                <a:cubicBezTo>
                  <a:pt x="530519" y="48708"/>
                  <a:pt x="533365" y="56671"/>
                  <a:pt x="533365" y="66724"/>
                </a:cubicBezTo>
                <a:cubicBezTo>
                  <a:pt x="533365" y="72150"/>
                  <a:pt x="532564" y="77044"/>
                  <a:pt x="530962" y="81404"/>
                </a:cubicBezTo>
                <a:cubicBezTo>
                  <a:pt x="529362" y="85763"/>
                  <a:pt x="527116" y="89477"/>
                  <a:pt x="524224" y="92546"/>
                </a:cubicBezTo>
                <a:cubicBezTo>
                  <a:pt x="521333" y="95616"/>
                  <a:pt x="517886" y="97907"/>
                  <a:pt x="513882" y="99419"/>
                </a:cubicBezTo>
                <a:cubicBezTo>
                  <a:pt x="509879" y="100931"/>
                  <a:pt x="505475" y="101687"/>
                  <a:pt x="500671" y="101687"/>
                </a:cubicBezTo>
                <a:cubicBezTo>
                  <a:pt x="496668" y="101687"/>
                  <a:pt x="492731" y="101153"/>
                  <a:pt x="488861" y="100085"/>
                </a:cubicBezTo>
                <a:cubicBezTo>
                  <a:pt x="484990" y="99018"/>
                  <a:pt x="481498" y="97217"/>
                  <a:pt x="478384" y="94682"/>
                </a:cubicBezTo>
                <a:cubicBezTo>
                  <a:pt x="475271" y="92147"/>
                  <a:pt x="472758" y="88832"/>
                  <a:pt x="470846" y="84739"/>
                </a:cubicBezTo>
                <a:cubicBezTo>
                  <a:pt x="468933" y="80646"/>
                  <a:pt x="467977" y="75620"/>
                  <a:pt x="467977" y="69659"/>
                </a:cubicBezTo>
                <a:close/>
                <a:moveTo>
                  <a:pt x="563793" y="45771"/>
                </a:moveTo>
                <a:cubicBezTo>
                  <a:pt x="566284" y="42035"/>
                  <a:pt x="569197" y="39145"/>
                  <a:pt x="572533" y="37099"/>
                </a:cubicBezTo>
                <a:cubicBezTo>
                  <a:pt x="575870" y="35052"/>
                  <a:pt x="579673" y="34028"/>
                  <a:pt x="583942" y="34028"/>
                </a:cubicBezTo>
                <a:cubicBezTo>
                  <a:pt x="590616" y="34028"/>
                  <a:pt x="595754" y="35963"/>
                  <a:pt x="599357" y="39833"/>
                </a:cubicBezTo>
                <a:cubicBezTo>
                  <a:pt x="602960" y="43704"/>
                  <a:pt x="604761" y="49954"/>
                  <a:pt x="604761" y="58583"/>
                </a:cubicBezTo>
                <a:cubicBezTo>
                  <a:pt x="604761" y="63120"/>
                  <a:pt x="604672" y="67124"/>
                  <a:pt x="604494" y="70593"/>
                </a:cubicBezTo>
                <a:cubicBezTo>
                  <a:pt x="604316" y="74063"/>
                  <a:pt x="604227" y="77533"/>
                  <a:pt x="604227" y="81003"/>
                </a:cubicBezTo>
                <a:cubicBezTo>
                  <a:pt x="604227" y="83849"/>
                  <a:pt x="604294" y="86941"/>
                  <a:pt x="604427" y="90278"/>
                </a:cubicBezTo>
                <a:cubicBezTo>
                  <a:pt x="604561" y="93613"/>
                  <a:pt x="604717" y="96838"/>
                  <a:pt x="604895" y="99952"/>
                </a:cubicBezTo>
                <a:cubicBezTo>
                  <a:pt x="603739" y="99774"/>
                  <a:pt x="602271" y="99686"/>
                  <a:pt x="600491" y="99686"/>
                </a:cubicBezTo>
                <a:cubicBezTo>
                  <a:pt x="598711" y="99686"/>
                  <a:pt x="596843" y="99686"/>
                  <a:pt x="594885" y="99686"/>
                </a:cubicBezTo>
                <a:cubicBezTo>
                  <a:pt x="592929" y="99686"/>
                  <a:pt x="591061" y="99686"/>
                  <a:pt x="589281" y="99686"/>
                </a:cubicBezTo>
                <a:cubicBezTo>
                  <a:pt x="587502" y="99686"/>
                  <a:pt x="586033" y="99774"/>
                  <a:pt x="584877" y="99952"/>
                </a:cubicBezTo>
                <a:cubicBezTo>
                  <a:pt x="585500" y="95326"/>
                  <a:pt x="585900" y="89877"/>
                  <a:pt x="586078" y="83605"/>
                </a:cubicBezTo>
                <a:cubicBezTo>
                  <a:pt x="586256" y="77333"/>
                  <a:pt x="586345" y="70149"/>
                  <a:pt x="586345" y="62053"/>
                </a:cubicBezTo>
                <a:cubicBezTo>
                  <a:pt x="586345" y="56448"/>
                  <a:pt x="585389" y="52333"/>
                  <a:pt x="583476" y="49709"/>
                </a:cubicBezTo>
                <a:cubicBezTo>
                  <a:pt x="581563" y="47084"/>
                  <a:pt x="578872" y="45771"/>
                  <a:pt x="575402" y="45771"/>
                </a:cubicBezTo>
                <a:cubicBezTo>
                  <a:pt x="571399" y="45771"/>
                  <a:pt x="568463" y="47506"/>
                  <a:pt x="566595" y="50976"/>
                </a:cubicBezTo>
                <a:cubicBezTo>
                  <a:pt x="564727" y="54446"/>
                  <a:pt x="563793" y="59250"/>
                  <a:pt x="563793" y="65389"/>
                </a:cubicBezTo>
                <a:lnTo>
                  <a:pt x="563793" y="70728"/>
                </a:lnTo>
                <a:cubicBezTo>
                  <a:pt x="563793" y="76154"/>
                  <a:pt x="563860" y="81269"/>
                  <a:pt x="563993" y="86073"/>
                </a:cubicBezTo>
                <a:cubicBezTo>
                  <a:pt x="564126" y="90877"/>
                  <a:pt x="564415" y="95504"/>
                  <a:pt x="564860" y="99952"/>
                </a:cubicBezTo>
                <a:cubicBezTo>
                  <a:pt x="563704" y="99774"/>
                  <a:pt x="562258" y="99686"/>
                  <a:pt x="560523" y="99686"/>
                </a:cubicBezTo>
                <a:cubicBezTo>
                  <a:pt x="558788" y="99686"/>
                  <a:pt x="556898" y="99686"/>
                  <a:pt x="554852" y="99686"/>
                </a:cubicBezTo>
                <a:cubicBezTo>
                  <a:pt x="552805" y="99686"/>
                  <a:pt x="550936" y="99686"/>
                  <a:pt x="549246" y="99686"/>
                </a:cubicBezTo>
                <a:cubicBezTo>
                  <a:pt x="547556" y="99686"/>
                  <a:pt x="546088" y="99774"/>
                  <a:pt x="544842" y="99952"/>
                </a:cubicBezTo>
                <a:cubicBezTo>
                  <a:pt x="545287" y="95504"/>
                  <a:pt x="545576" y="90877"/>
                  <a:pt x="545709" y="86073"/>
                </a:cubicBezTo>
                <a:cubicBezTo>
                  <a:pt x="545844" y="81269"/>
                  <a:pt x="545911" y="76154"/>
                  <a:pt x="545911" y="70728"/>
                </a:cubicBezTo>
                <a:lnTo>
                  <a:pt x="545911" y="65389"/>
                </a:lnTo>
                <a:cubicBezTo>
                  <a:pt x="545911" y="59963"/>
                  <a:pt x="545844" y="54870"/>
                  <a:pt x="545709" y="50111"/>
                </a:cubicBezTo>
                <a:cubicBezTo>
                  <a:pt x="545576" y="45350"/>
                  <a:pt x="545287" y="40567"/>
                  <a:pt x="544842" y="35763"/>
                </a:cubicBezTo>
                <a:cubicBezTo>
                  <a:pt x="546444" y="35941"/>
                  <a:pt x="548023" y="36097"/>
                  <a:pt x="549580" y="36231"/>
                </a:cubicBezTo>
                <a:cubicBezTo>
                  <a:pt x="551137" y="36364"/>
                  <a:pt x="552716" y="36431"/>
                  <a:pt x="554316" y="36431"/>
                </a:cubicBezTo>
                <a:cubicBezTo>
                  <a:pt x="555918" y="36431"/>
                  <a:pt x="557498" y="36364"/>
                  <a:pt x="559055" y="36231"/>
                </a:cubicBezTo>
                <a:cubicBezTo>
                  <a:pt x="560612" y="36097"/>
                  <a:pt x="562280" y="35941"/>
                  <a:pt x="564060" y="35763"/>
                </a:cubicBezTo>
                <a:lnTo>
                  <a:pt x="563524" y="45771"/>
                </a:lnTo>
                <a:lnTo>
                  <a:pt x="563793" y="45771"/>
                </a:lnTo>
                <a:close/>
                <a:moveTo>
                  <a:pt x="661343" y="10008"/>
                </a:moveTo>
                <a:cubicBezTo>
                  <a:pt x="661165" y="12677"/>
                  <a:pt x="661009" y="15635"/>
                  <a:pt x="660876" y="18882"/>
                </a:cubicBezTo>
                <a:cubicBezTo>
                  <a:pt x="660743" y="22129"/>
                  <a:pt x="660610" y="25488"/>
                  <a:pt x="660475" y="28958"/>
                </a:cubicBezTo>
                <a:cubicBezTo>
                  <a:pt x="660342" y="32428"/>
                  <a:pt x="660231" y="35942"/>
                  <a:pt x="660141" y="39502"/>
                </a:cubicBezTo>
                <a:cubicBezTo>
                  <a:pt x="660053" y="43060"/>
                  <a:pt x="660009" y="46529"/>
                  <a:pt x="660009" y="49909"/>
                </a:cubicBezTo>
                <a:lnTo>
                  <a:pt x="660009" y="58050"/>
                </a:lnTo>
                <a:lnTo>
                  <a:pt x="660009" y="68193"/>
                </a:lnTo>
                <a:cubicBezTo>
                  <a:pt x="660009" y="72907"/>
                  <a:pt x="660075" y="77756"/>
                  <a:pt x="660209" y="82738"/>
                </a:cubicBezTo>
                <a:cubicBezTo>
                  <a:pt x="660343" y="87720"/>
                  <a:pt x="660543" y="93458"/>
                  <a:pt x="660809" y="99952"/>
                </a:cubicBezTo>
                <a:cubicBezTo>
                  <a:pt x="659030" y="99774"/>
                  <a:pt x="657295" y="99686"/>
                  <a:pt x="655605" y="99686"/>
                </a:cubicBezTo>
                <a:cubicBezTo>
                  <a:pt x="653914" y="99686"/>
                  <a:pt x="652180" y="99686"/>
                  <a:pt x="650400" y="99686"/>
                </a:cubicBezTo>
                <a:cubicBezTo>
                  <a:pt x="648621" y="99686"/>
                  <a:pt x="646865" y="99686"/>
                  <a:pt x="645130" y="99686"/>
                </a:cubicBezTo>
                <a:cubicBezTo>
                  <a:pt x="643395" y="99686"/>
                  <a:pt x="641638" y="99774"/>
                  <a:pt x="639858" y="99952"/>
                </a:cubicBezTo>
                <a:cubicBezTo>
                  <a:pt x="639948" y="98528"/>
                  <a:pt x="640081" y="96482"/>
                  <a:pt x="640259" y="93813"/>
                </a:cubicBezTo>
                <a:cubicBezTo>
                  <a:pt x="640437" y="91144"/>
                  <a:pt x="640592" y="88186"/>
                  <a:pt x="640725" y="84939"/>
                </a:cubicBezTo>
                <a:cubicBezTo>
                  <a:pt x="640859" y="81692"/>
                  <a:pt x="640992" y="78244"/>
                  <a:pt x="641125" y="74597"/>
                </a:cubicBezTo>
                <a:cubicBezTo>
                  <a:pt x="641259" y="70949"/>
                  <a:pt x="641326" y="67257"/>
                  <a:pt x="641326" y="63521"/>
                </a:cubicBezTo>
                <a:lnTo>
                  <a:pt x="641326" y="25889"/>
                </a:lnTo>
                <a:cubicBezTo>
                  <a:pt x="640703" y="26155"/>
                  <a:pt x="639768" y="26600"/>
                  <a:pt x="638522" y="27223"/>
                </a:cubicBezTo>
                <a:cubicBezTo>
                  <a:pt x="637277" y="27846"/>
                  <a:pt x="635921" y="28536"/>
                  <a:pt x="634452" y="29292"/>
                </a:cubicBezTo>
                <a:cubicBezTo>
                  <a:pt x="632984" y="30048"/>
                  <a:pt x="631494" y="30804"/>
                  <a:pt x="629982" y="31560"/>
                </a:cubicBezTo>
                <a:cubicBezTo>
                  <a:pt x="628470" y="32316"/>
                  <a:pt x="627091" y="32961"/>
                  <a:pt x="625846" y="33495"/>
                </a:cubicBezTo>
                <a:cubicBezTo>
                  <a:pt x="624868" y="32160"/>
                  <a:pt x="623733" y="30759"/>
                  <a:pt x="622442" y="29292"/>
                </a:cubicBezTo>
                <a:cubicBezTo>
                  <a:pt x="621152" y="27823"/>
                  <a:pt x="620107" y="26778"/>
                  <a:pt x="619306" y="26156"/>
                </a:cubicBezTo>
                <a:cubicBezTo>
                  <a:pt x="626246" y="23665"/>
                  <a:pt x="632829" y="21062"/>
                  <a:pt x="639056" y="18349"/>
                </a:cubicBezTo>
                <a:cubicBezTo>
                  <a:pt x="645284" y="15635"/>
                  <a:pt x="651868" y="12499"/>
                  <a:pt x="658808" y="8941"/>
                </a:cubicBezTo>
                <a:lnTo>
                  <a:pt x="661343" y="10008"/>
                </a:lnTo>
                <a:close/>
                <a:moveTo>
                  <a:pt x="693773" y="47374"/>
                </a:moveTo>
                <a:cubicBezTo>
                  <a:pt x="693773" y="44349"/>
                  <a:pt x="694840" y="41769"/>
                  <a:pt x="696974" y="39634"/>
                </a:cubicBezTo>
                <a:cubicBezTo>
                  <a:pt x="699110" y="37499"/>
                  <a:pt x="701690" y="36431"/>
                  <a:pt x="704716" y="36431"/>
                </a:cubicBezTo>
                <a:cubicBezTo>
                  <a:pt x="707741" y="36431"/>
                  <a:pt x="710320" y="37499"/>
                  <a:pt x="712454" y="39634"/>
                </a:cubicBezTo>
                <a:cubicBezTo>
                  <a:pt x="714589" y="41769"/>
                  <a:pt x="715657" y="44349"/>
                  <a:pt x="715657" y="47374"/>
                </a:cubicBezTo>
                <a:cubicBezTo>
                  <a:pt x="715657" y="50398"/>
                  <a:pt x="714589" y="52978"/>
                  <a:pt x="712454" y="55114"/>
                </a:cubicBezTo>
                <a:cubicBezTo>
                  <a:pt x="710320" y="57249"/>
                  <a:pt x="707741" y="58317"/>
                  <a:pt x="704716" y="58317"/>
                </a:cubicBezTo>
                <a:cubicBezTo>
                  <a:pt x="701690" y="58317"/>
                  <a:pt x="699110" y="57249"/>
                  <a:pt x="696974" y="55114"/>
                </a:cubicBezTo>
                <a:cubicBezTo>
                  <a:pt x="694840" y="52978"/>
                  <a:pt x="693773" y="50398"/>
                  <a:pt x="693773" y="47374"/>
                </a:cubicBezTo>
                <a:moveTo>
                  <a:pt x="693773" y="91145"/>
                </a:moveTo>
                <a:cubicBezTo>
                  <a:pt x="693773" y="88120"/>
                  <a:pt x="694840" y="85540"/>
                  <a:pt x="696974" y="83406"/>
                </a:cubicBezTo>
                <a:cubicBezTo>
                  <a:pt x="699110" y="81270"/>
                  <a:pt x="701690" y="80203"/>
                  <a:pt x="704716" y="80203"/>
                </a:cubicBezTo>
                <a:cubicBezTo>
                  <a:pt x="707741" y="80203"/>
                  <a:pt x="710320" y="81270"/>
                  <a:pt x="712454" y="83406"/>
                </a:cubicBezTo>
                <a:cubicBezTo>
                  <a:pt x="714589" y="85540"/>
                  <a:pt x="715657" y="88120"/>
                  <a:pt x="715657" y="91145"/>
                </a:cubicBezTo>
                <a:cubicBezTo>
                  <a:pt x="715657" y="94170"/>
                  <a:pt x="714589" y="96683"/>
                  <a:pt x="712454" y="98686"/>
                </a:cubicBezTo>
                <a:cubicBezTo>
                  <a:pt x="710320" y="100687"/>
                  <a:pt x="707741" y="101687"/>
                  <a:pt x="704716" y="101687"/>
                </a:cubicBezTo>
                <a:cubicBezTo>
                  <a:pt x="701690" y="101687"/>
                  <a:pt x="699110" y="100687"/>
                  <a:pt x="696974" y="98686"/>
                </a:cubicBezTo>
                <a:cubicBezTo>
                  <a:pt x="694840" y="96683"/>
                  <a:pt x="693773" y="94170"/>
                  <a:pt x="693773" y="91145"/>
                </a:cubicBezTo>
                <a:close/>
              </a:path>
            </a:pathLst>
          </a:custGeom>
          <a:solidFill xmlns:a="http://schemas.openxmlformats.org/drawingml/2006/main">
            <a:srgbClr val="D253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Imakedecisionsformy">
            <a:extLst xmlns:a="http://schemas.openxmlformats.org/drawingml/2006/main">
              <a:ext uri="{FF2B5EF4-FFF2-40B4-BE49-F238E27FC236}">
                <a16:creationId xmlns:a16="http://schemas.microsoft.com/office/drawing/2014/main" id="{900461CF-BFEE-4459-8224-A9288B1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698" y="1682253"/>
            <a:ext cx="1570438" cy="136119"/>
          </a:xfrm>
          <a:custGeom xmlns:a="http://schemas.openxmlformats.org/drawingml/2006/main">
            <a:pathLst>
              <a:path w="1570438" h="136119">
                <a:moveTo>
                  <a:pt x="1069" y="43906"/>
                </a:moveTo>
                <a:cubicBezTo>
                  <a:pt x="1069" y="38033"/>
                  <a:pt x="958" y="32273"/>
                  <a:pt x="735" y="26624"/>
                </a:cubicBezTo>
                <a:cubicBezTo>
                  <a:pt x="512" y="20974"/>
                  <a:pt x="267" y="15214"/>
                  <a:pt x="0" y="9342"/>
                </a:cubicBezTo>
                <a:cubicBezTo>
                  <a:pt x="1157" y="9520"/>
                  <a:pt x="2268" y="9676"/>
                  <a:pt x="3335" y="9811"/>
                </a:cubicBezTo>
                <a:cubicBezTo>
                  <a:pt x="4404" y="9944"/>
                  <a:pt x="5472" y="10010"/>
                  <a:pt x="6540" y="10010"/>
                </a:cubicBezTo>
                <a:cubicBezTo>
                  <a:pt x="7608" y="10010"/>
                  <a:pt x="8675" y="9944"/>
                  <a:pt x="9742" y="9811"/>
                </a:cubicBezTo>
                <a:cubicBezTo>
                  <a:pt x="10810" y="9676"/>
                  <a:pt x="11922" y="9520"/>
                  <a:pt x="13079" y="9342"/>
                </a:cubicBezTo>
                <a:cubicBezTo>
                  <a:pt x="12812" y="15214"/>
                  <a:pt x="12566" y="20974"/>
                  <a:pt x="12344" y="26624"/>
                </a:cubicBezTo>
                <a:cubicBezTo>
                  <a:pt x="12121" y="32273"/>
                  <a:pt x="12010" y="38033"/>
                  <a:pt x="12010" y="43906"/>
                </a:cubicBezTo>
                <a:lnTo>
                  <a:pt x="12010" y="66859"/>
                </a:lnTo>
                <a:cubicBezTo>
                  <a:pt x="12010" y="72730"/>
                  <a:pt x="12121" y="78513"/>
                  <a:pt x="12344" y="84208"/>
                </a:cubicBezTo>
                <a:cubicBezTo>
                  <a:pt x="12566" y="89901"/>
                  <a:pt x="12812" y="95506"/>
                  <a:pt x="13079" y="101021"/>
                </a:cubicBezTo>
                <a:cubicBezTo>
                  <a:pt x="11032" y="100844"/>
                  <a:pt x="8852" y="100755"/>
                  <a:pt x="6540" y="100755"/>
                </a:cubicBezTo>
                <a:cubicBezTo>
                  <a:pt x="4227" y="100755"/>
                  <a:pt x="2047" y="100844"/>
                  <a:pt x="0" y="101021"/>
                </a:cubicBezTo>
                <a:cubicBezTo>
                  <a:pt x="267" y="95506"/>
                  <a:pt x="512" y="89901"/>
                  <a:pt x="735" y="84208"/>
                </a:cubicBezTo>
                <a:cubicBezTo>
                  <a:pt x="958" y="78513"/>
                  <a:pt x="1069" y="72730"/>
                  <a:pt x="1069" y="66859"/>
                </a:cubicBezTo>
                <a:lnTo>
                  <a:pt x="1069" y="43906"/>
                </a:lnTo>
                <a:close/>
                <a:moveTo>
                  <a:pt x="128215" y="62589"/>
                </a:moveTo>
                <a:cubicBezTo>
                  <a:pt x="128215" y="58586"/>
                  <a:pt x="128147" y="54382"/>
                  <a:pt x="128013" y="49978"/>
                </a:cubicBezTo>
                <a:cubicBezTo>
                  <a:pt x="127880" y="45574"/>
                  <a:pt x="127591" y="41459"/>
                  <a:pt x="127148" y="37632"/>
                </a:cubicBezTo>
                <a:cubicBezTo>
                  <a:pt x="129639" y="38078"/>
                  <a:pt x="131640" y="38300"/>
                  <a:pt x="133153" y="38300"/>
                </a:cubicBezTo>
                <a:cubicBezTo>
                  <a:pt x="133864" y="38300"/>
                  <a:pt x="134642" y="38234"/>
                  <a:pt x="135486" y="38101"/>
                </a:cubicBezTo>
                <a:cubicBezTo>
                  <a:pt x="136332" y="37968"/>
                  <a:pt x="137333" y="37811"/>
                  <a:pt x="138490" y="37632"/>
                </a:cubicBezTo>
                <a:cubicBezTo>
                  <a:pt x="138222" y="41192"/>
                  <a:pt x="138088" y="44750"/>
                  <a:pt x="138088" y="48308"/>
                </a:cubicBezTo>
                <a:lnTo>
                  <a:pt x="138357" y="48308"/>
                </a:lnTo>
                <a:cubicBezTo>
                  <a:pt x="143072" y="40302"/>
                  <a:pt x="149699" y="36299"/>
                  <a:pt x="158239" y="36299"/>
                </a:cubicBezTo>
                <a:cubicBezTo>
                  <a:pt x="160464" y="36299"/>
                  <a:pt x="162644" y="36632"/>
                  <a:pt x="164780" y="37300"/>
                </a:cubicBezTo>
                <a:cubicBezTo>
                  <a:pt x="166915" y="37967"/>
                  <a:pt x="168850" y="38878"/>
                  <a:pt x="170583" y="40035"/>
                </a:cubicBezTo>
                <a:cubicBezTo>
                  <a:pt x="172318" y="41192"/>
                  <a:pt x="173808" y="42593"/>
                  <a:pt x="175053" y="44240"/>
                </a:cubicBezTo>
                <a:cubicBezTo>
                  <a:pt x="176299" y="45885"/>
                  <a:pt x="177145" y="47642"/>
                  <a:pt x="177590" y="49510"/>
                </a:cubicBezTo>
                <a:lnTo>
                  <a:pt x="177857" y="49510"/>
                </a:lnTo>
                <a:cubicBezTo>
                  <a:pt x="179992" y="45239"/>
                  <a:pt x="182906" y="41970"/>
                  <a:pt x="186598" y="39701"/>
                </a:cubicBezTo>
                <a:cubicBezTo>
                  <a:pt x="190291" y="37433"/>
                  <a:pt x="194539" y="36299"/>
                  <a:pt x="199341" y="36299"/>
                </a:cubicBezTo>
                <a:cubicBezTo>
                  <a:pt x="202278" y="36299"/>
                  <a:pt x="204991" y="36699"/>
                  <a:pt x="207482" y="37500"/>
                </a:cubicBezTo>
                <a:cubicBezTo>
                  <a:pt x="209974" y="38301"/>
                  <a:pt x="212131" y="39546"/>
                  <a:pt x="213954" y="41236"/>
                </a:cubicBezTo>
                <a:cubicBezTo>
                  <a:pt x="215778" y="42927"/>
                  <a:pt x="217202" y="45106"/>
                  <a:pt x="218226" y="47775"/>
                </a:cubicBezTo>
                <a:cubicBezTo>
                  <a:pt x="219249" y="50444"/>
                  <a:pt x="219761" y="53647"/>
                  <a:pt x="219761" y="57384"/>
                </a:cubicBezTo>
                <a:cubicBezTo>
                  <a:pt x="219761" y="58896"/>
                  <a:pt x="219716" y="60542"/>
                  <a:pt x="219627" y="62322"/>
                </a:cubicBezTo>
                <a:cubicBezTo>
                  <a:pt x="219537" y="64100"/>
                  <a:pt x="219448" y="66169"/>
                  <a:pt x="219358" y="68527"/>
                </a:cubicBezTo>
                <a:cubicBezTo>
                  <a:pt x="219270" y="70885"/>
                  <a:pt x="219181" y="73554"/>
                  <a:pt x="219091" y="76535"/>
                </a:cubicBezTo>
                <a:cubicBezTo>
                  <a:pt x="219003" y="79515"/>
                  <a:pt x="218959" y="82962"/>
                  <a:pt x="218959" y="86875"/>
                </a:cubicBezTo>
                <a:cubicBezTo>
                  <a:pt x="218959" y="89278"/>
                  <a:pt x="218981" y="91592"/>
                  <a:pt x="219026" y="93817"/>
                </a:cubicBezTo>
                <a:cubicBezTo>
                  <a:pt x="219071" y="96041"/>
                  <a:pt x="219182" y="98442"/>
                  <a:pt x="219360" y="101021"/>
                </a:cubicBezTo>
                <a:cubicBezTo>
                  <a:pt x="218381" y="100844"/>
                  <a:pt x="217402" y="100755"/>
                  <a:pt x="216424" y="100755"/>
                </a:cubicBezTo>
                <a:cubicBezTo>
                  <a:pt x="215445" y="100755"/>
                  <a:pt x="214511" y="100755"/>
                  <a:pt x="213622" y="100755"/>
                </a:cubicBezTo>
                <a:cubicBezTo>
                  <a:pt x="212643" y="100755"/>
                  <a:pt x="211664" y="100755"/>
                  <a:pt x="210686" y="100755"/>
                </a:cubicBezTo>
                <a:cubicBezTo>
                  <a:pt x="209707" y="100755"/>
                  <a:pt x="208728" y="100844"/>
                  <a:pt x="207749" y="101021"/>
                </a:cubicBezTo>
                <a:cubicBezTo>
                  <a:pt x="208017" y="98798"/>
                  <a:pt x="208306" y="94305"/>
                  <a:pt x="208617" y="87543"/>
                </a:cubicBezTo>
                <a:cubicBezTo>
                  <a:pt x="208929" y="80782"/>
                  <a:pt x="209085" y="71351"/>
                  <a:pt x="209085" y="59251"/>
                </a:cubicBezTo>
                <a:cubicBezTo>
                  <a:pt x="209085" y="57028"/>
                  <a:pt x="208840" y="54937"/>
                  <a:pt x="208350" y="52980"/>
                </a:cubicBezTo>
                <a:cubicBezTo>
                  <a:pt x="207861" y="51022"/>
                  <a:pt x="207083" y="49332"/>
                  <a:pt x="206014" y="47909"/>
                </a:cubicBezTo>
                <a:cubicBezTo>
                  <a:pt x="204947" y="46485"/>
                  <a:pt x="203524" y="45351"/>
                  <a:pt x="201744" y="44507"/>
                </a:cubicBezTo>
                <a:cubicBezTo>
                  <a:pt x="199965" y="43661"/>
                  <a:pt x="197740" y="43238"/>
                  <a:pt x="195071" y="43238"/>
                </a:cubicBezTo>
                <a:cubicBezTo>
                  <a:pt x="191869" y="43238"/>
                  <a:pt x="189155" y="43861"/>
                  <a:pt x="186930" y="45107"/>
                </a:cubicBezTo>
                <a:cubicBezTo>
                  <a:pt x="184707" y="46352"/>
                  <a:pt x="182973" y="47820"/>
                  <a:pt x="181728" y="49510"/>
                </a:cubicBezTo>
                <a:cubicBezTo>
                  <a:pt x="181015" y="50489"/>
                  <a:pt x="180458" y="51467"/>
                  <a:pt x="180058" y="52446"/>
                </a:cubicBezTo>
                <a:cubicBezTo>
                  <a:pt x="179659" y="53425"/>
                  <a:pt x="179348" y="54915"/>
                  <a:pt x="179125" y="56918"/>
                </a:cubicBezTo>
                <a:cubicBezTo>
                  <a:pt x="178903" y="58919"/>
                  <a:pt x="178747" y="61721"/>
                  <a:pt x="178657" y="65324"/>
                </a:cubicBezTo>
                <a:cubicBezTo>
                  <a:pt x="178569" y="68926"/>
                  <a:pt x="178525" y="73886"/>
                  <a:pt x="178525" y="80203"/>
                </a:cubicBezTo>
                <a:cubicBezTo>
                  <a:pt x="178525" y="84029"/>
                  <a:pt x="178591" y="87522"/>
                  <a:pt x="178724" y="90681"/>
                </a:cubicBezTo>
                <a:cubicBezTo>
                  <a:pt x="178857" y="93839"/>
                  <a:pt x="179013" y="97285"/>
                  <a:pt x="179193" y="101021"/>
                </a:cubicBezTo>
                <a:cubicBezTo>
                  <a:pt x="177145" y="100844"/>
                  <a:pt x="175188" y="100755"/>
                  <a:pt x="173320" y="100755"/>
                </a:cubicBezTo>
                <a:cubicBezTo>
                  <a:pt x="171452" y="100755"/>
                  <a:pt x="169495" y="100844"/>
                  <a:pt x="167447" y="101021"/>
                </a:cubicBezTo>
                <a:cubicBezTo>
                  <a:pt x="167893" y="96129"/>
                  <a:pt x="168204" y="91147"/>
                  <a:pt x="168382" y="86075"/>
                </a:cubicBezTo>
                <a:cubicBezTo>
                  <a:pt x="168560" y="81003"/>
                  <a:pt x="168649" y="76021"/>
                  <a:pt x="168649" y="71129"/>
                </a:cubicBezTo>
                <a:cubicBezTo>
                  <a:pt x="168649" y="66948"/>
                  <a:pt x="168626" y="63678"/>
                  <a:pt x="168582" y="61320"/>
                </a:cubicBezTo>
                <a:cubicBezTo>
                  <a:pt x="168538" y="58962"/>
                  <a:pt x="168428" y="57094"/>
                  <a:pt x="168250" y="55716"/>
                </a:cubicBezTo>
                <a:cubicBezTo>
                  <a:pt x="168072" y="54337"/>
                  <a:pt x="167827" y="53203"/>
                  <a:pt x="167515" y="52314"/>
                </a:cubicBezTo>
                <a:cubicBezTo>
                  <a:pt x="167204" y="51423"/>
                  <a:pt x="166782" y="50445"/>
                  <a:pt x="166248" y="49377"/>
                </a:cubicBezTo>
                <a:cubicBezTo>
                  <a:pt x="165269" y="47686"/>
                  <a:pt x="163734" y="46240"/>
                  <a:pt x="161642" y="45040"/>
                </a:cubicBezTo>
                <a:cubicBezTo>
                  <a:pt x="159551" y="43839"/>
                  <a:pt x="157394" y="43238"/>
                  <a:pt x="155171" y="43238"/>
                </a:cubicBezTo>
                <a:cubicBezTo>
                  <a:pt x="149299" y="43238"/>
                  <a:pt x="144985" y="45151"/>
                  <a:pt x="142226" y="48976"/>
                </a:cubicBezTo>
                <a:cubicBezTo>
                  <a:pt x="139468" y="52802"/>
                  <a:pt x="138088" y="58184"/>
                  <a:pt x="138088" y="65124"/>
                </a:cubicBezTo>
                <a:lnTo>
                  <a:pt x="138088" y="76466"/>
                </a:lnTo>
                <a:cubicBezTo>
                  <a:pt x="138088" y="80471"/>
                  <a:pt x="138155" y="84675"/>
                  <a:pt x="138288" y="89079"/>
                </a:cubicBezTo>
                <a:cubicBezTo>
                  <a:pt x="138422" y="93482"/>
                  <a:pt x="138712" y="97463"/>
                  <a:pt x="139157" y="101021"/>
                </a:cubicBezTo>
                <a:cubicBezTo>
                  <a:pt x="137110" y="100844"/>
                  <a:pt x="135109" y="100755"/>
                  <a:pt x="133153" y="100755"/>
                </a:cubicBezTo>
                <a:cubicBezTo>
                  <a:pt x="131195" y="100755"/>
                  <a:pt x="129193" y="100844"/>
                  <a:pt x="127148" y="101021"/>
                </a:cubicBezTo>
                <a:cubicBezTo>
                  <a:pt x="127591" y="97463"/>
                  <a:pt x="127880" y="93482"/>
                  <a:pt x="128013" y="89079"/>
                </a:cubicBezTo>
                <a:cubicBezTo>
                  <a:pt x="128147" y="84675"/>
                  <a:pt x="128215" y="80471"/>
                  <a:pt x="128215" y="76466"/>
                </a:cubicBezTo>
                <a:lnTo>
                  <a:pt x="128215" y="62589"/>
                </a:lnTo>
                <a:close/>
                <a:moveTo>
                  <a:pt x="273406" y="67794"/>
                </a:moveTo>
                <a:cubicBezTo>
                  <a:pt x="271894" y="68327"/>
                  <a:pt x="270136" y="68772"/>
                  <a:pt x="268134" y="69127"/>
                </a:cubicBezTo>
                <a:cubicBezTo>
                  <a:pt x="266133" y="69483"/>
                  <a:pt x="264110" y="69861"/>
                  <a:pt x="262064" y="70261"/>
                </a:cubicBezTo>
                <a:cubicBezTo>
                  <a:pt x="260018" y="70662"/>
                  <a:pt x="257994" y="71174"/>
                  <a:pt x="255992" y="71797"/>
                </a:cubicBezTo>
                <a:cubicBezTo>
                  <a:pt x="253989" y="72419"/>
                  <a:pt x="252210" y="73264"/>
                  <a:pt x="250653" y="74332"/>
                </a:cubicBezTo>
                <a:cubicBezTo>
                  <a:pt x="249097" y="75399"/>
                  <a:pt x="247851" y="76733"/>
                  <a:pt x="246916" y="78335"/>
                </a:cubicBezTo>
                <a:cubicBezTo>
                  <a:pt x="245982" y="79937"/>
                  <a:pt x="245515" y="81984"/>
                  <a:pt x="245515" y="84475"/>
                </a:cubicBezTo>
                <a:cubicBezTo>
                  <a:pt x="245515" y="88656"/>
                  <a:pt x="246716" y="91814"/>
                  <a:pt x="249117" y="93949"/>
                </a:cubicBezTo>
                <a:cubicBezTo>
                  <a:pt x="251520" y="96085"/>
                  <a:pt x="254190" y="97152"/>
                  <a:pt x="257126" y="97152"/>
                </a:cubicBezTo>
                <a:cubicBezTo>
                  <a:pt x="260506" y="97152"/>
                  <a:pt x="263597" y="96218"/>
                  <a:pt x="266399" y="94351"/>
                </a:cubicBezTo>
                <a:cubicBezTo>
                  <a:pt x="269202" y="92481"/>
                  <a:pt x="271360" y="90301"/>
                  <a:pt x="272872" y="87810"/>
                </a:cubicBezTo>
                <a:lnTo>
                  <a:pt x="273406" y="67794"/>
                </a:lnTo>
                <a:moveTo>
                  <a:pt x="240445" y="44038"/>
                </a:moveTo>
                <a:cubicBezTo>
                  <a:pt x="244448" y="41014"/>
                  <a:pt x="248140" y="38968"/>
                  <a:pt x="251520" y="37901"/>
                </a:cubicBezTo>
                <a:cubicBezTo>
                  <a:pt x="254902" y="36833"/>
                  <a:pt x="258372" y="36299"/>
                  <a:pt x="261930" y="36299"/>
                </a:cubicBezTo>
                <a:cubicBezTo>
                  <a:pt x="265133" y="36299"/>
                  <a:pt x="268070" y="36766"/>
                  <a:pt x="270738" y="37699"/>
                </a:cubicBezTo>
                <a:cubicBezTo>
                  <a:pt x="273407" y="38633"/>
                  <a:pt x="275676" y="39968"/>
                  <a:pt x="277544" y="41703"/>
                </a:cubicBezTo>
                <a:cubicBezTo>
                  <a:pt x="279412" y="43438"/>
                  <a:pt x="280879" y="45529"/>
                  <a:pt x="281946" y="47977"/>
                </a:cubicBezTo>
                <a:cubicBezTo>
                  <a:pt x="283014" y="50423"/>
                  <a:pt x="283549" y="53113"/>
                  <a:pt x="283549" y="56048"/>
                </a:cubicBezTo>
                <a:cubicBezTo>
                  <a:pt x="283549" y="61120"/>
                  <a:pt x="283460" y="66169"/>
                  <a:pt x="283282" y="71196"/>
                </a:cubicBezTo>
                <a:cubicBezTo>
                  <a:pt x="283104" y="76223"/>
                  <a:pt x="283015" y="81538"/>
                  <a:pt x="283015" y="87142"/>
                </a:cubicBezTo>
                <a:cubicBezTo>
                  <a:pt x="283015" y="88211"/>
                  <a:pt x="283038" y="89345"/>
                  <a:pt x="283082" y="90547"/>
                </a:cubicBezTo>
                <a:cubicBezTo>
                  <a:pt x="283127" y="91747"/>
                  <a:pt x="283327" y="92814"/>
                  <a:pt x="283683" y="93748"/>
                </a:cubicBezTo>
                <a:cubicBezTo>
                  <a:pt x="284039" y="94682"/>
                  <a:pt x="284550" y="95460"/>
                  <a:pt x="285216" y="96083"/>
                </a:cubicBezTo>
                <a:cubicBezTo>
                  <a:pt x="285884" y="96707"/>
                  <a:pt x="286885" y="97018"/>
                  <a:pt x="288220" y="97018"/>
                </a:cubicBezTo>
                <a:cubicBezTo>
                  <a:pt x="288665" y="97018"/>
                  <a:pt x="289132" y="96996"/>
                  <a:pt x="289621" y="96951"/>
                </a:cubicBezTo>
                <a:cubicBezTo>
                  <a:pt x="290111" y="96906"/>
                  <a:pt x="290578" y="96751"/>
                  <a:pt x="291022" y="96485"/>
                </a:cubicBezTo>
                <a:lnTo>
                  <a:pt x="291022" y="99421"/>
                </a:lnTo>
                <a:cubicBezTo>
                  <a:pt x="290043" y="99865"/>
                  <a:pt x="288820" y="100220"/>
                  <a:pt x="287352" y="100488"/>
                </a:cubicBezTo>
                <a:cubicBezTo>
                  <a:pt x="285885" y="100755"/>
                  <a:pt x="284261" y="100889"/>
                  <a:pt x="282482" y="100889"/>
                </a:cubicBezTo>
                <a:cubicBezTo>
                  <a:pt x="279635" y="100889"/>
                  <a:pt x="277455" y="100155"/>
                  <a:pt x="275943" y="98688"/>
                </a:cubicBezTo>
                <a:cubicBezTo>
                  <a:pt x="274431" y="97219"/>
                  <a:pt x="273541" y="95328"/>
                  <a:pt x="273274" y="93015"/>
                </a:cubicBezTo>
                <a:cubicBezTo>
                  <a:pt x="270071" y="96217"/>
                  <a:pt x="266913" y="98574"/>
                  <a:pt x="263799" y="100087"/>
                </a:cubicBezTo>
                <a:cubicBezTo>
                  <a:pt x="260685" y="101599"/>
                  <a:pt x="256859" y="102355"/>
                  <a:pt x="252322" y="102355"/>
                </a:cubicBezTo>
                <a:cubicBezTo>
                  <a:pt x="250097" y="102355"/>
                  <a:pt x="247917" y="102044"/>
                  <a:pt x="245782" y="101420"/>
                </a:cubicBezTo>
                <a:cubicBezTo>
                  <a:pt x="243648" y="100799"/>
                  <a:pt x="241758" y="99777"/>
                  <a:pt x="240111" y="98354"/>
                </a:cubicBezTo>
                <a:cubicBezTo>
                  <a:pt x="238466" y="96930"/>
                  <a:pt x="237131" y="95217"/>
                  <a:pt x="236108" y="93216"/>
                </a:cubicBezTo>
                <a:cubicBezTo>
                  <a:pt x="235085" y="91214"/>
                  <a:pt x="234574" y="88923"/>
                  <a:pt x="234574" y="86342"/>
                </a:cubicBezTo>
                <a:cubicBezTo>
                  <a:pt x="234574" y="81004"/>
                  <a:pt x="236242" y="76868"/>
                  <a:pt x="239577" y="73933"/>
                </a:cubicBezTo>
                <a:cubicBezTo>
                  <a:pt x="242914" y="70997"/>
                  <a:pt x="247518" y="69039"/>
                  <a:pt x="253389" y="68060"/>
                </a:cubicBezTo>
                <a:cubicBezTo>
                  <a:pt x="258194" y="67259"/>
                  <a:pt x="261953" y="66570"/>
                  <a:pt x="264666" y="65991"/>
                </a:cubicBezTo>
                <a:cubicBezTo>
                  <a:pt x="267380" y="65413"/>
                  <a:pt x="269382" y="64812"/>
                  <a:pt x="270671" y="64189"/>
                </a:cubicBezTo>
                <a:cubicBezTo>
                  <a:pt x="271961" y="63566"/>
                  <a:pt x="272739" y="62832"/>
                  <a:pt x="273005" y="61988"/>
                </a:cubicBezTo>
                <a:cubicBezTo>
                  <a:pt x="273272" y="61142"/>
                  <a:pt x="273406" y="60052"/>
                  <a:pt x="273406" y="58718"/>
                </a:cubicBezTo>
                <a:cubicBezTo>
                  <a:pt x="273406" y="56494"/>
                  <a:pt x="273139" y="54360"/>
                  <a:pt x="272606" y="52314"/>
                </a:cubicBezTo>
                <a:cubicBezTo>
                  <a:pt x="272072" y="50267"/>
                  <a:pt x="271227" y="48487"/>
                  <a:pt x="270071" y="46975"/>
                </a:cubicBezTo>
                <a:cubicBezTo>
                  <a:pt x="268914" y="45462"/>
                  <a:pt x="267402" y="44239"/>
                  <a:pt x="265534" y="43305"/>
                </a:cubicBezTo>
                <a:cubicBezTo>
                  <a:pt x="263666" y="42371"/>
                  <a:pt x="261397" y="41904"/>
                  <a:pt x="258729" y="41904"/>
                </a:cubicBezTo>
                <a:cubicBezTo>
                  <a:pt x="255169" y="41904"/>
                  <a:pt x="251855" y="42705"/>
                  <a:pt x="248785" y="44307"/>
                </a:cubicBezTo>
                <a:cubicBezTo>
                  <a:pt x="245716" y="45908"/>
                  <a:pt x="243425" y="48131"/>
                  <a:pt x="241913" y="50978"/>
                </a:cubicBezTo>
                <a:lnTo>
                  <a:pt x="240445" y="50978"/>
                </a:lnTo>
                <a:lnTo>
                  <a:pt x="240445" y="44038"/>
                </a:lnTo>
                <a:close/>
                <a:moveTo>
                  <a:pt x="306902" y="38834"/>
                </a:moveTo>
                <a:cubicBezTo>
                  <a:pt x="306902" y="35809"/>
                  <a:pt x="306880" y="32518"/>
                  <a:pt x="306835" y="28960"/>
                </a:cubicBezTo>
                <a:cubicBezTo>
                  <a:pt x="306790" y="25400"/>
                  <a:pt x="306723" y="21886"/>
                  <a:pt x="306634" y="18416"/>
                </a:cubicBezTo>
                <a:cubicBezTo>
                  <a:pt x="306545" y="14946"/>
                  <a:pt x="306435" y="11633"/>
                  <a:pt x="306302" y="8475"/>
                </a:cubicBezTo>
                <a:cubicBezTo>
                  <a:pt x="306169" y="5316"/>
                  <a:pt x="306013" y="2625"/>
                  <a:pt x="305835" y="401"/>
                </a:cubicBezTo>
                <a:cubicBezTo>
                  <a:pt x="308327" y="846"/>
                  <a:pt x="310328" y="1069"/>
                  <a:pt x="311840" y="1069"/>
                </a:cubicBezTo>
                <a:cubicBezTo>
                  <a:pt x="313353" y="1069"/>
                  <a:pt x="315354" y="846"/>
                  <a:pt x="317845" y="401"/>
                </a:cubicBezTo>
                <a:cubicBezTo>
                  <a:pt x="317668" y="2625"/>
                  <a:pt x="317511" y="5316"/>
                  <a:pt x="317377" y="8475"/>
                </a:cubicBezTo>
                <a:cubicBezTo>
                  <a:pt x="317244" y="11633"/>
                  <a:pt x="317133" y="14946"/>
                  <a:pt x="317043" y="18416"/>
                </a:cubicBezTo>
                <a:cubicBezTo>
                  <a:pt x="316955" y="21886"/>
                  <a:pt x="316888" y="25400"/>
                  <a:pt x="316844" y="28960"/>
                </a:cubicBezTo>
                <a:cubicBezTo>
                  <a:pt x="316800" y="32518"/>
                  <a:pt x="316778" y="35809"/>
                  <a:pt x="316778" y="38834"/>
                </a:cubicBezTo>
                <a:lnTo>
                  <a:pt x="316778" y="63122"/>
                </a:lnTo>
                <a:cubicBezTo>
                  <a:pt x="316778" y="64812"/>
                  <a:pt x="317312" y="65657"/>
                  <a:pt x="318379" y="65657"/>
                </a:cubicBezTo>
                <a:cubicBezTo>
                  <a:pt x="319090" y="65657"/>
                  <a:pt x="319869" y="65347"/>
                  <a:pt x="320715" y="64725"/>
                </a:cubicBezTo>
                <a:cubicBezTo>
                  <a:pt x="321560" y="64102"/>
                  <a:pt x="322517" y="63390"/>
                  <a:pt x="323584" y="62589"/>
                </a:cubicBezTo>
                <a:cubicBezTo>
                  <a:pt x="324385" y="61966"/>
                  <a:pt x="325741" y="60765"/>
                  <a:pt x="327654" y="58987"/>
                </a:cubicBezTo>
                <a:cubicBezTo>
                  <a:pt x="329567" y="57207"/>
                  <a:pt x="331702" y="55138"/>
                  <a:pt x="334058" y="52780"/>
                </a:cubicBezTo>
                <a:cubicBezTo>
                  <a:pt x="336416" y="50422"/>
                  <a:pt x="338841" y="47909"/>
                  <a:pt x="341332" y="45240"/>
                </a:cubicBezTo>
                <a:cubicBezTo>
                  <a:pt x="343823" y="42571"/>
                  <a:pt x="346092" y="40035"/>
                  <a:pt x="348139" y="37632"/>
                </a:cubicBezTo>
                <a:cubicBezTo>
                  <a:pt x="349917" y="38078"/>
                  <a:pt x="351607" y="38300"/>
                  <a:pt x="353209" y="38300"/>
                </a:cubicBezTo>
                <a:cubicBezTo>
                  <a:pt x="354188" y="38300"/>
                  <a:pt x="355167" y="38234"/>
                  <a:pt x="356146" y="38101"/>
                </a:cubicBezTo>
                <a:cubicBezTo>
                  <a:pt x="357124" y="37968"/>
                  <a:pt x="358370" y="37811"/>
                  <a:pt x="359882" y="37632"/>
                </a:cubicBezTo>
                <a:cubicBezTo>
                  <a:pt x="354277" y="42170"/>
                  <a:pt x="348916" y="46641"/>
                  <a:pt x="343800" y="51045"/>
                </a:cubicBezTo>
                <a:cubicBezTo>
                  <a:pt x="338685" y="55449"/>
                  <a:pt x="333815" y="59919"/>
                  <a:pt x="329189" y="64456"/>
                </a:cubicBezTo>
                <a:cubicBezTo>
                  <a:pt x="334260" y="70595"/>
                  <a:pt x="339486" y="76733"/>
                  <a:pt x="344869" y="82872"/>
                </a:cubicBezTo>
                <a:cubicBezTo>
                  <a:pt x="350251" y="89011"/>
                  <a:pt x="355745" y="95061"/>
                  <a:pt x="361350" y="101021"/>
                </a:cubicBezTo>
                <a:cubicBezTo>
                  <a:pt x="359838" y="100844"/>
                  <a:pt x="358481" y="100755"/>
                  <a:pt x="357280" y="100755"/>
                </a:cubicBezTo>
                <a:cubicBezTo>
                  <a:pt x="356078" y="100755"/>
                  <a:pt x="354899" y="100755"/>
                  <a:pt x="353743" y="100755"/>
                </a:cubicBezTo>
                <a:cubicBezTo>
                  <a:pt x="352764" y="100755"/>
                  <a:pt x="351696" y="100755"/>
                  <a:pt x="350540" y="100755"/>
                </a:cubicBezTo>
                <a:cubicBezTo>
                  <a:pt x="349383" y="100755"/>
                  <a:pt x="348182" y="100844"/>
                  <a:pt x="346938" y="101021"/>
                </a:cubicBezTo>
                <a:cubicBezTo>
                  <a:pt x="344980" y="98798"/>
                  <a:pt x="342756" y="96196"/>
                  <a:pt x="340265" y="93216"/>
                </a:cubicBezTo>
                <a:cubicBezTo>
                  <a:pt x="337774" y="90235"/>
                  <a:pt x="335305" y="87277"/>
                  <a:pt x="332859" y="84340"/>
                </a:cubicBezTo>
                <a:cubicBezTo>
                  <a:pt x="330413" y="81404"/>
                  <a:pt x="328077" y="78646"/>
                  <a:pt x="325852" y="76067"/>
                </a:cubicBezTo>
                <a:cubicBezTo>
                  <a:pt x="323628" y="73486"/>
                  <a:pt x="321716" y="71351"/>
                  <a:pt x="320114" y="69661"/>
                </a:cubicBezTo>
                <a:cubicBezTo>
                  <a:pt x="319846" y="69305"/>
                  <a:pt x="319535" y="68994"/>
                  <a:pt x="319179" y="68728"/>
                </a:cubicBezTo>
                <a:cubicBezTo>
                  <a:pt x="318823" y="68461"/>
                  <a:pt x="318468" y="68327"/>
                  <a:pt x="318112" y="68327"/>
                </a:cubicBezTo>
                <a:cubicBezTo>
                  <a:pt x="317223" y="68327"/>
                  <a:pt x="316778" y="68861"/>
                  <a:pt x="316778" y="69928"/>
                </a:cubicBezTo>
                <a:lnTo>
                  <a:pt x="316778" y="77934"/>
                </a:lnTo>
                <a:cubicBezTo>
                  <a:pt x="316778" y="81937"/>
                  <a:pt x="316845" y="85830"/>
                  <a:pt x="316978" y="89612"/>
                </a:cubicBezTo>
                <a:cubicBezTo>
                  <a:pt x="317111" y="93393"/>
                  <a:pt x="317400" y="97196"/>
                  <a:pt x="317845" y="101021"/>
                </a:cubicBezTo>
                <a:cubicBezTo>
                  <a:pt x="315800" y="100844"/>
                  <a:pt x="313798" y="100755"/>
                  <a:pt x="311840" y="100755"/>
                </a:cubicBezTo>
                <a:cubicBezTo>
                  <a:pt x="309883" y="100755"/>
                  <a:pt x="307881" y="100844"/>
                  <a:pt x="305835" y="101021"/>
                </a:cubicBezTo>
                <a:cubicBezTo>
                  <a:pt x="306013" y="98976"/>
                  <a:pt x="306169" y="96396"/>
                  <a:pt x="306302" y="93282"/>
                </a:cubicBezTo>
                <a:cubicBezTo>
                  <a:pt x="306435" y="90167"/>
                  <a:pt x="306545" y="86875"/>
                  <a:pt x="306634" y="83406"/>
                </a:cubicBezTo>
                <a:cubicBezTo>
                  <a:pt x="306723" y="79936"/>
                  <a:pt x="306790" y="76422"/>
                  <a:pt x="306835" y="72864"/>
                </a:cubicBezTo>
                <a:cubicBezTo>
                  <a:pt x="306880" y="69306"/>
                  <a:pt x="306902" y="66014"/>
                  <a:pt x="306902" y="62988"/>
                </a:cubicBezTo>
                <a:lnTo>
                  <a:pt x="306902" y="38834"/>
                </a:lnTo>
                <a:close/>
                <a:moveTo>
                  <a:pt x="397916" y="40569"/>
                </a:moveTo>
                <a:cubicBezTo>
                  <a:pt x="394624" y="40569"/>
                  <a:pt x="391843" y="41325"/>
                  <a:pt x="389573" y="42837"/>
                </a:cubicBezTo>
                <a:cubicBezTo>
                  <a:pt x="387305" y="44349"/>
                  <a:pt x="385437" y="46240"/>
                  <a:pt x="383970" y="48510"/>
                </a:cubicBezTo>
                <a:cubicBezTo>
                  <a:pt x="382502" y="50778"/>
                  <a:pt x="381390" y="53269"/>
                  <a:pt x="380634" y="55983"/>
                </a:cubicBezTo>
                <a:cubicBezTo>
                  <a:pt x="379878" y="58697"/>
                  <a:pt x="379411" y="61254"/>
                  <a:pt x="379233" y="63656"/>
                </a:cubicBezTo>
                <a:cubicBezTo>
                  <a:pt x="381990" y="63745"/>
                  <a:pt x="384859" y="63835"/>
                  <a:pt x="387839" y="63925"/>
                </a:cubicBezTo>
                <a:cubicBezTo>
                  <a:pt x="390820" y="64013"/>
                  <a:pt x="393734" y="64057"/>
                  <a:pt x="396580" y="64057"/>
                </a:cubicBezTo>
                <a:cubicBezTo>
                  <a:pt x="399517" y="64057"/>
                  <a:pt x="402497" y="64013"/>
                  <a:pt x="405521" y="63925"/>
                </a:cubicBezTo>
                <a:cubicBezTo>
                  <a:pt x="408546" y="63835"/>
                  <a:pt x="411482" y="63745"/>
                  <a:pt x="414330" y="63656"/>
                </a:cubicBezTo>
                <a:cubicBezTo>
                  <a:pt x="414330" y="61254"/>
                  <a:pt x="414130" y="58719"/>
                  <a:pt x="413730" y="56050"/>
                </a:cubicBezTo>
                <a:cubicBezTo>
                  <a:pt x="413329" y="53380"/>
                  <a:pt x="412528" y="50888"/>
                  <a:pt x="411327" y="48575"/>
                </a:cubicBezTo>
                <a:cubicBezTo>
                  <a:pt x="410125" y="46262"/>
                  <a:pt x="408457" y="44349"/>
                  <a:pt x="406322" y="42837"/>
                </a:cubicBezTo>
                <a:cubicBezTo>
                  <a:pt x="404186" y="41325"/>
                  <a:pt x="401384" y="40569"/>
                  <a:pt x="397916" y="40569"/>
                </a:cubicBezTo>
                <a:moveTo>
                  <a:pt x="367089" y="71396"/>
                </a:moveTo>
                <a:cubicBezTo>
                  <a:pt x="367089" y="60453"/>
                  <a:pt x="369691" y="51868"/>
                  <a:pt x="374894" y="45641"/>
                </a:cubicBezTo>
                <a:cubicBezTo>
                  <a:pt x="380099" y="39413"/>
                  <a:pt x="387684" y="36299"/>
                  <a:pt x="397649" y="36299"/>
                </a:cubicBezTo>
                <a:cubicBezTo>
                  <a:pt x="402364" y="36299"/>
                  <a:pt x="406434" y="37033"/>
                  <a:pt x="409859" y="38502"/>
                </a:cubicBezTo>
                <a:cubicBezTo>
                  <a:pt x="413284" y="39969"/>
                  <a:pt x="416153" y="41926"/>
                  <a:pt x="418466" y="44372"/>
                </a:cubicBezTo>
                <a:cubicBezTo>
                  <a:pt x="420779" y="46819"/>
                  <a:pt x="422492" y="49688"/>
                  <a:pt x="423604" y="52980"/>
                </a:cubicBezTo>
                <a:cubicBezTo>
                  <a:pt x="424715" y="56272"/>
                  <a:pt x="425271" y="59786"/>
                  <a:pt x="425271" y="63521"/>
                </a:cubicBezTo>
                <a:cubicBezTo>
                  <a:pt x="425271" y="64412"/>
                  <a:pt x="425249" y="65280"/>
                  <a:pt x="425204" y="66126"/>
                </a:cubicBezTo>
                <a:cubicBezTo>
                  <a:pt x="425161" y="66970"/>
                  <a:pt x="425094" y="67837"/>
                  <a:pt x="425005" y="68726"/>
                </a:cubicBezTo>
                <a:cubicBezTo>
                  <a:pt x="420200" y="68638"/>
                  <a:pt x="415441" y="68550"/>
                  <a:pt x="410726" y="68461"/>
                </a:cubicBezTo>
                <a:cubicBezTo>
                  <a:pt x="406012" y="68372"/>
                  <a:pt x="401252" y="68327"/>
                  <a:pt x="396448" y="68327"/>
                </a:cubicBezTo>
                <a:cubicBezTo>
                  <a:pt x="393512" y="68327"/>
                  <a:pt x="390598" y="68372"/>
                  <a:pt x="387706" y="68461"/>
                </a:cubicBezTo>
                <a:cubicBezTo>
                  <a:pt x="384815" y="68550"/>
                  <a:pt x="381901" y="68638"/>
                  <a:pt x="378964" y="68726"/>
                </a:cubicBezTo>
                <a:cubicBezTo>
                  <a:pt x="378876" y="69171"/>
                  <a:pt x="378832" y="69839"/>
                  <a:pt x="378832" y="70728"/>
                </a:cubicBezTo>
                <a:lnTo>
                  <a:pt x="378832" y="72463"/>
                </a:lnTo>
                <a:cubicBezTo>
                  <a:pt x="378832" y="75932"/>
                  <a:pt x="379343" y="79180"/>
                  <a:pt x="380365" y="82206"/>
                </a:cubicBezTo>
                <a:cubicBezTo>
                  <a:pt x="381389" y="85231"/>
                  <a:pt x="382880" y="87833"/>
                  <a:pt x="384837" y="90013"/>
                </a:cubicBezTo>
                <a:cubicBezTo>
                  <a:pt x="386795" y="92192"/>
                  <a:pt x="389197" y="93927"/>
                  <a:pt x="392043" y="95218"/>
                </a:cubicBezTo>
                <a:cubicBezTo>
                  <a:pt x="394890" y="96508"/>
                  <a:pt x="398182" y="97152"/>
                  <a:pt x="401919" y="97152"/>
                </a:cubicBezTo>
                <a:cubicBezTo>
                  <a:pt x="403698" y="97152"/>
                  <a:pt x="405521" y="96908"/>
                  <a:pt x="407389" y="96419"/>
                </a:cubicBezTo>
                <a:cubicBezTo>
                  <a:pt x="409258" y="95929"/>
                  <a:pt x="411082" y="95261"/>
                  <a:pt x="412860" y="94416"/>
                </a:cubicBezTo>
                <a:cubicBezTo>
                  <a:pt x="414640" y="93570"/>
                  <a:pt x="416308" y="92569"/>
                  <a:pt x="417865" y="91414"/>
                </a:cubicBezTo>
                <a:cubicBezTo>
                  <a:pt x="419422" y="90258"/>
                  <a:pt x="420779" y="89011"/>
                  <a:pt x="421936" y="87676"/>
                </a:cubicBezTo>
                <a:lnTo>
                  <a:pt x="422604" y="88077"/>
                </a:lnTo>
                <a:lnTo>
                  <a:pt x="421803" y="94615"/>
                </a:lnTo>
                <a:cubicBezTo>
                  <a:pt x="419133" y="96751"/>
                  <a:pt x="415819" y="98574"/>
                  <a:pt x="411860" y="100087"/>
                </a:cubicBezTo>
                <a:cubicBezTo>
                  <a:pt x="407902" y="101599"/>
                  <a:pt x="403787" y="102355"/>
                  <a:pt x="399517" y="102355"/>
                </a:cubicBezTo>
                <a:cubicBezTo>
                  <a:pt x="394712" y="102355"/>
                  <a:pt x="390330" y="101621"/>
                  <a:pt x="386370" y="100154"/>
                </a:cubicBezTo>
                <a:cubicBezTo>
                  <a:pt x="382412" y="98686"/>
                  <a:pt x="378987" y="96552"/>
                  <a:pt x="376095" y="93750"/>
                </a:cubicBezTo>
                <a:cubicBezTo>
                  <a:pt x="373205" y="90947"/>
                  <a:pt x="370982" y="87632"/>
                  <a:pt x="369425" y="83807"/>
                </a:cubicBezTo>
                <a:cubicBezTo>
                  <a:pt x="367867" y="79981"/>
                  <a:pt x="367089" y="75844"/>
                  <a:pt x="367089" y="71396"/>
                </a:cubicBezTo>
                <a:close/>
                <a:moveTo>
                  <a:pt x="539208" y="70728"/>
                </a:moveTo>
                <a:cubicBezTo>
                  <a:pt x="539208" y="76067"/>
                  <a:pt x="539763" y="80471"/>
                  <a:pt x="540875" y="83941"/>
                </a:cubicBezTo>
                <a:cubicBezTo>
                  <a:pt x="541987" y="87410"/>
                  <a:pt x="543410" y="90190"/>
                  <a:pt x="545145" y="92282"/>
                </a:cubicBezTo>
                <a:cubicBezTo>
                  <a:pt x="546880" y="94372"/>
                  <a:pt x="548859" y="95818"/>
                  <a:pt x="551083" y="96619"/>
                </a:cubicBezTo>
                <a:cubicBezTo>
                  <a:pt x="553308" y="97419"/>
                  <a:pt x="555488" y="97818"/>
                  <a:pt x="557624" y="97818"/>
                </a:cubicBezTo>
                <a:cubicBezTo>
                  <a:pt x="561093" y="97818"/>
                  <a:pt x="564074" y="96951"/>
                  <a:pt x="566565" y="95216"/>
                </a:cubicBezTo>
                <a:cubicBezTo>
                  <a:pt x="569056" y="93481"/>
                  <a:pt x="571124" y="91213"/>
                  <a:pt x="572769" y="88411"/>
                </a:cubicBezTo>
                <a:cubicBezTo>
                  <a:pt x="574415" y="85609"/>
                  <a:pt x="575615" y="82429"/>
                  <a:pt x="576371" y="78871"/>
                </a:cubicBezTo>
                <a:cubicBezTo>
                  <a:pt x="577129" y="75311"/>
                  <a:pt x="577508" y="71752"/>
                  <a:pt x="577508" y="68193"/>
                </a:cubicBezTo>
                <a:cubicBezTo>
                  <a:pt x="577508" y="59653"/>
                  <a:pt x="575862" y="53136"/>
                  <a:pt x="572570" y="48644"/>
                </a:cubicBezTo>
                <a:cubicBezTo>
                  <a:pt x="569278" y="44151"/>
                  <a:pt x="564429" y="41904"/>
                  <a:pt x="558023" y="41904"/>
                </a:cubicBezTo>
                <a:cubicBezTo>
                  <a:pt x="554820" y="41904"/>
                  <a:pt x="552040" y="42638"/>
                  <a:pt x="549682" y="44106"/>
                </a:cubicBezTo>
                <a:cubicBezTo>
                  <a:pt x="547325" y="45573"/>
                  <a:pt x="545369" y="47620"/>
                  <a:pt x="543812" y="50245"/>
                </a:cubicBezTo>
                <a:cubicBezTo>
                  <a:pt x="542254" y="52869"/>
                  <a:pt x="541098" y="55938"/>
                  <a:pt x="540342" y="59453"/>
                </a:cubicBezTo>
                <a:cubicBezTo>
                  <a:pt x="539586" y="62966"/>
                  <a:pt x="539208" y="66724"/>
                  <a:pt x="539208" y="70728"/>
                </a:cubicBezTo>
                <a:moveTo>
                  <a:pt x="577107" y="88344"/>
                </a:moveTo>
                <a:cubicBezTo>
                  <a:pt x="576395" y="89768"/>
                  <a:pt x="575439" y="91303"/>
                  <a:pt x="574237" y="92950"/>
                </a:cubicBezTo>
                <a:cubicBezTo>
                  <a:pt x="573036" y="94595"/>
                  <a:pt x="571523" y="96130"/>
                  <a:pt x="569699" y="97554"/>
                </a:cubicBezTo>
                <a:cubicBezTo>
                  <a:pt x="567875" y="98976"/>
                  <a:pt x="565718" y="100132"/>
                  <a:pt x="563227" y="101021"/>
                </a:cubicBezTo>
                <a:cubicBezTo>
                  <a:pt x="560736" y="101911"/>
                  <a:pt x="557845" y="102355"/>
                  <a:pt x="554553" y="102355"/>
                </a:cubicBezTo>
                <a:cubicBezTo>
                  <a:pt x="551173" y="102355"/>
                  <a:pt x="547859" y="101777"/>
                  <a:pt x="544612" y="100620"/>
                </a:cubicBezTo>
                <a:cubicBezTo>
                  <a:pt x="541365" y="99464"/>
                  <a:pt x="538473" y="97573"/>
                  <a:pt x="535937" y="94949"/>
                </a:cubicBezTo>
                <a:cubicBezTo>
                  <a:pt x="533401" y="92325"/>
                  <a:pt x="531355" y="88945"/>
                  <a:pt x="529798" y="84809"/>
                </a:cubicBezTo>
                <a:cubicBezTo>
                  <a:pt x="528242" y="80671"/>
                  <a:pt x="527464" y="75711"/>
                  <a:pt x="527464" y="69928"/>
                </a:cubicBezTo>
                <a:cubicBezTo>
                  <a:pt x="527464" y="64234"/>
                  <a:pt x="528309" y="59297"/>
                  <a:pt x="530000" y="55116"/>
                </a:cubicBezTo>
                <a:cubicBezTo>
                  <a:pt x="531690" y="50933"/>
                  <a:pt x="533892" y="47441"/>
                  <a:pt x="536605" y="44639"/>
                </a:cubicBezTo>
                <a:cubicBezTo>
                  <a:pt x="539319" y="41837"/>
                  <a:pt x="542388" y="39747"/>
                  <a:pt x="545813" y="38367"/>
                </a:cubicBezTo>
                <a:cubicBezTo>
                  <a:pt x="549238" y="36988"/>
                  <a:pt x="552686" y="36299"/>
                  <a:pt x="556155" y="36299"/>
                </a:cubicBezTo>
                <a:cubicBezTo>
                  <a:pt x="566030" y="36299"/>
                  <a:pt x="572880" y="40747"/>
                  <a:pt x="576705" y="49644"/>
                </a:cubicBezTo>
                <a:lnTo>
                  <a:pt x="576972" y="49644"/>
                </a:lnTo>
                <a:lnTo>
                  <a:pt x="576972" y="36565"/>
                </a:lnTo>
                <a:cubicBezTo>
                  <a:pt x="576972" y="33185"/>
                  <a:pt x="576950" y="29782"/>
                  <a:pt x="576905" y="26357"/>
                </a:cubicBezTo>
                <a:cubicBezTo>
                  <a:pt x="576862" y="22932"/>
                  <a:pt x="576817" y="19663"/>
                  <a:pt x="576773" y="16549"/>
                </a:cubicBezTo>
                <a:cubicBezTo>
                  <a:pt x="576728" y="13435"/>
                  <a:pt x="576683" y="10499"/>
                  <a:pt x="576638" y="7742"/>
                </a:cubicBezTo>
                <a:cubicBezTo>
                  <a:pt x="576595" y="4983"/>
                  <a:pt x="576528" y="2537"/>
                  <a:pt x="576439" y="401"/>
                </a:cubicBezTo>
                <a:cubicBezTo>
                  <a:pt x="577507" y="579"/>
                  <a:pt x="578530" y="735"/>
                  <a:pt x="579507" y="869"/>
                </a:cubicBezTo>
                <a:cubicBezTo>
                  <a:pt x="580486" y="1003"/>
                  <a:pt x="581465" y="1069"/>
                  <a:pt x="582444" y="1069"/>
                </a:cubicBezTo>
                <a:cubicBezTo>
                  <a:pt x="583422" y="1069"/>
                  <a:pt x="584379" y="1003"/>
                  <a:pt x="585313" y="869"/>
                </a:cubicBezTo>
                <a:cubicBezTo>
                  <a:pt x="586247" y="735"/>
                  <a:pt x="587292" y="579"/>
                  <a:pt x="588449" y="401"/>
                </a:cubicBezTo>
                <a:cubicBezTo>
                  <a:pt x="588183" y="3248"/>
                  <a:pt x="587961" y="7362"/>
                  <a:pt x="587783" y="12745"/>
                </a:cubicBezTo>
                <a:cubicBezTo>
                  <a:pt x="587605" y="18128"/>
                  <a:pt x="587449" y="24066"/>
                  <a:pt x="587314" y="30560"/>
                </a:cubicBezTo>
                <a:cubicBezTo>
                  <a:pt x="587181" y="37055"/>
                  <a:pt x="587070" y="43728"/>
                  <a:pt x="586980" y="50579"/>
                </a:cubicBezTo>
                <a:cubicBezTo>
                  <a:pt x="586892" y="57429"/>
                  <a:pt x="586848" y="63701"/>
                  <a:pt x="586848" y="69394"/>
                </a:cubicBezTo>
                <a:cubicBezTo>
                  <a:pt x="586848" y="75533"/>
                  <a:pt x="586892" y="81049"/>
                  <a:pt x="586980" y="85943"/>
                </a:cubicBezTo>
                <a:cubicBezTo>
                  <a:pt x="587070" y="90835"/>
                  <a:pt x="587160" y="95861"/>
                  <a:pt x="587249" y="101021"/>
                </a:cubicBezTo>
                <a:cubicBezTo>
                  <a:pt x="585470" y="100844"/>
                  <a:pt x="583735" y="100755"/>
                  <a:pt x="582045" y="100755"/>
                </a:cubicBezTo>
                <a:cubicBezTo>
                  <a:pt x="580443" y="100755"/>
                  <a:pt x="578752" y="100844"/>
                  <a:pt x="576972" y="101021"/>
                </a:cubicBezTo>
                <a:lnTo>
                  <a:pt x="577373" y="88344"/>
                </a:lnTo>
                <a:lnTo>
                  <a:pt x="577107" y="88344"/>
                </a:lnTo>
                <a:close/>
                <a:moveTo>
                  <a:pt x="631555" y="40569"/>
                </a:moveTo>
                <a:cubicBezTo>
                  <a:pt x="628263" y="40569"/>
                  <a:pt x="625482" y="41325"/>
                  <a:pt x="623212" y="42837"/>
                </a:cubicBezTo>
                <a:cubicBezTo>
                  <a:pt x="620944" y="44349"/>
                  <a:pt x="619076" y="46240"/>
                  <a:pt x="617608" y="48510"/>
                </a:cubicBezTo>
                <a:cubicBezTo>
                  <a:pt x="616141" y="50778"/>
                  <a:pt x="615029" y="53269"/>
                  <a:pt x="614273" y="55983"/>
                </a:cubicBezTo>
                <a:cubicBezTo>
                  <a:pt x="613517" y="58697"/>
                  <a:pt x="613050" y="61254"/>
                  <a:pt x="612872" y="63656"/>
                </a:cubicBezTo>
                <a:cubicBezTo>
                  <a:pt x="615629" y="63745"/>
                  <a:pt x="618497" y="63835"/>
                  <a:pt x="621477" y="63925"/>
                </a:cubicBezTo>
                <a:cubicBezTo>
                  <a:pt x="624458" y="64013"/>
                  <a:pt x="627372" y="64057"/>
                  <a:pt x="630219" y="64057"/>
                </a:cubicBezTo>
                <a:cubicBezTo>
                  <a:pt x="633155" y="64057"/>
                  <a:pt x="636136" y="64013"/>
                  <a:pt x="639160" y="63925"/>
                </a:cubicBezTo>
                <a:cubicBezTo>
                  <a:pt x="642185" y="63835"/>
                  <a:pt x="645121" y="63745"/>
                  <a:pt x="647969" y="63656"/>
                </a:cubicBezTo>
                <a:cubicBezTo>
                  <a:pt x="647969" y="61254"/>
                  <a:pt x="647769" y="58719"/>
                  <a:pt x="647368" y="56050"/>
                </a:cubicBezTo>
                <a:cubicBezTo>
                  <a:pt x="646968" y="53380"/>
                  <a:pt x="646167" y="50888"/>
                  <a:pt x="644966" y="48575"/>
                </a:cubicBezTo>
                <a:cubicBezTo>
                  <a:pt x="643764" y="46262"/>
                  <a:pt x="642096" y="44349"/>
                  <a:pt x="639960" y="42837"/>
                </a:cubicBezTo>
                <a:cubicBezTo>
                  <a:pt x="637825" y="41325"/>
                  <a:pt x="635023" y="40569"/>
                  <a:pt x="631555" y="40569"/>
                </a:cubicBezTo>
                <a:moveTo>
                  <a:pt x="600728" y="71396"/>
                </a:moveTo>
                <a:cubicBezTo>
                  <a:pt x="600728" y="60453"/>
                  <a:pt x="603329" y="51868"/>
                  <a:pt x="608533" y="45641"/>
                </a:cubicBezTo>
                <a:cubicBezTo>
                  <a:pt x="613737" y="39413"/>
                  <a:pt x="621322" y="36299"/>
                  <a:pt x="631288" y="36299"/>
                </a:cubicBezTo>
                <a:cubicBezTo>
                  <a:pt x="636003" y="36299"/>
                  <a:pt x="640072" y="37033"/>
                  <a:pt x="643497" y="38502"/>
                </a:cubicBezTo>
                <a:cubicBezTo>
                  <a:pt x="646922" y="39969"/>
                  <a:pt x="649791" y="41926"/>
                  <a:pt x="652105" y="44372"/>
                </a:cubicBezTo>
                <a:cubicBezTo>
                  <a:pt x="654418" y="46819"/>
                  <a:pt x="656130" y="49688"/>
                  <a:pt x="657242" y="52980"/>
                </a:cubicBezTo>
                <a:cubicBezTo>
                  <a:pt x="658354" y="56272"/>
                  <a:pt x="658910" y="59786"/>
                  <a:pt x="658910" y="63521"/>
                </a:cubicBezTo>
                <a:cubicBezTo>
                  <a:pt x="658910" y="64412"/>
                  <a:pt x="658887" y="65280"/>
                  <a:pt x="658843" y="66126"/>
                </a:cubicBezTo>
                <a:cubicBezTo>
                  <a:pt x="658799" y="66970"/>
                  <a:pt x="658733" y="67837"/>
                  <a:pt x="658643" y="68726"/>
                </a:cubicBezTo>
                <a:cubicBezTo>
                  <a:pt x="653839" y="68638"/>
                  <a:pt x="649079" y="68550"/>
                  <a:pt x="644365" y="68461"/>
                </a:cubicBezTo>
                <a:cubicBezTo>
                  <a:pt x="639650" y="68372"/>
                  <a:pt x="634891" y="68327"/>
                  <a:pt x="630087" y="68327"/>
                </a:cubicBezTo>
                <a:cubicBezTo>
                  <a:pt x="627150" y="68327"/>
                  <a:pt x="624236" y="68372"/>
                  <a:pt x="621345" y="68461"/>
                </a:cubicBezTo>
                <a:cubicBezTo>
                  <a:pt x="618453" y="68550"/>
                  <a:pt x="615539" y="68638"/>
                  <a:pt x="612603" y="68726"/>
                </a:cubicBezTo>
                <a:cubicBezTo>
                  <a:pt x="612515" y="69171"/>
                  <a:pt x="612471" y="69839"/>
                  <a:pt x="612471" y="70728"/>
                </a:cubicBezTo>
                <a:lnTo>
                  <a:pt x="612471" y="72463"/>
                </a:lnTo>
                <a:cubicBezTo>
                  <a:pt x="612471" y="75932"/>
                  <a:pt x="612982" y="79180"/>
                  <a:pt x="614004" y="82206"/>
                </a:cubicBezTo>
                <a:cubicBezTo>
                  <a:pt x="615028" y="85231"/>
                  <a:pt x="616518" y="87833"/>
                  <a:pt x="618476" y="90013"/>
                </a:cubicBezTo>
                <a:cubicBezTo>
                  <a:pt x="620433" y="92192"/>
                  <a:pt x="622835" y="93927"/>
                  <a:pt x="625682" y="95218"/>
                </a:cubicBezTo>
                <a:cubicBezTo>
                  <a:pt x="628529" y="96508"/>
                  <a:pt x="631821" y="97152"/>
                  <a:pt x="635558" y="97152"/>
                </a:cubicBezTo>
                <a:cubicBezTo>
                  <a:pt x="637336" y="97152"/>
                  <a:pt x="639159" y="96908"/>
                  <a:pt x="641027" y="96419"/>
                </a:cubicBezTo>
                <a:cubicBezTo>
                  <a:pt x="642897" y="95929"/>
                  <a:pt x="644720" y="95261"/>
                  <a:pt x="646499" y="94416"/>
                </a:cubicBezTo>
                <a:cubicBezTo>
                  <a:pt x="648279" y="93570"/>
                  <a:pt x="649947" y="92569"/>
                  <a:pt x="651504" y="91414"/>
                </a:cubicBezTo>
                <a:cubicBezTo>
                  <a:pt x="653061" y="90258"/>
                  <a:pt x="654418" y="89011"/>
                  <a:pt x="655574" y="87676"/>
                </a:cubicBezTo>
                <a:lnTo>
                  <a:pt x="656242" y="88077"/>
                </a:lnTo>
                <a:lnTo>
                  <a:pt x="655442" y="94615"/>
                </a:lnTo>
                <a:cubicBezTo>
                  <a:pt x="652772" y="96751"/>
                  <a:pt x="649458" y="98574"/>
                  <a:pt x="645499" y="100087"/>
                </a:cubicBezTo>
                <a:cubicBezTo>
                  <a:pt x="641541" y="101599"/>
                  <a:pt x="637426" y="102355"/>
                  <a:pt x="633155" y="102355"/>
                </a:cubicBezTo>
                <a:cubicBezTo>
                  <a:pt x="628351" y="102355"/>
                  <a:pt x="623969" y="101621"/>
                  <a:pt x="620009" y="100154"/>
                </a:cubicBezTo>
                <a:cubicBezTo>
                  <a:pt x="616050" y="98686"/>
                  <a:pt x="612625" y="96552"/>
                  <a:pt x="609734" y="93750"/>
                </a:cubicBezTo>
                <a:cubicBezTo>
                  <a:pt x="606844" y="90947"/>
                  <a:pt x="604620" y="87632"/>
                  <a:pt x="603063" y="83807"/>
                </a:cubicBezTo>
                <a:cubicBezTo>
                  <a:pt x="601506" y="79981"/>
                  <a:pt x="600728" y="75844"/>
                  <a:pt x="600728" y="71396"/>
                </a:cubicBezTo>
                <a:close/>
                <a:moveTo>
                  <a:pt x="668386" y="69528"/>
                </a:moveTo>
                <a:cubicBezTo>
                  <a:pt x="668386" y="63745"/>
                  <a:pt x="669364" y="58763"/>
                  <a:pt x="671321" y="54582"/>
                </a:cubicBezTo>
                <a:cubicBezTo>
                  <a:pt x="673278" y="50400"/>
                  <a:pt x="675836" y="46952"/>
                  <a:pt x="678993" y="44240"/>
                </a:cubicBezTo>
                <a:cubicBezTo>
                  <a:pt x="682152" y="41526"/>
                  <a:pt x="685777" y="39525"/>
                  <a:pt x="689869" y="38235"/>
                </a:cubicBezTo>
                <a:cubicBezTo>
                  <a:pt x="693962" y="36944"/>
                  <a:pt x="698144" y="36299"/>
                  <a:pt x="702414" y="36299"/>
                </a:cubicBezTo>
                <a:cubicBezTo>
                  <a:pt x="707308" y="36299"/>
                  <a:pt x="711690" y="36899"/>
                  <a:pt x="715558" y="38101"/>
                </a:cubicBezTo>
                <a:cubicBezTo>
                  <a:pt x="719429" y="39302"/>
                  <a:pt x="722209" y="40659"/>
                  <a:pt x="723899" y="42171"/>
                </a:cubicBezTo>
                <a:cubicBezTo>
                  <a:pt x="723277" y="43506"/>
                  <a:pt x="722721" y="44907"/>
                  <a:pt x="722231" y="46374"/>
                </a:cubicBezTo>
                <a:cubicBezTo>
                  <a:pt x="721743" y="47841"/>
                  <a:pt x="721320" y="49376"/>
                  <a:pt x="720965" y="50978"/>
                </a:cubicBezTo>
                <a:lnTo>
                  <a:pt x="719896" y="50978"/>
                </a:lnTo>
                <a:cubicBezTo>
                  <a:pt x="719274" y="49821"/>
                  <a:pt x="718429" y="48643"/>
                  <a:pt x="717361" y="47443"/>
                </a:cubicBezTo>
                <a:cubicBezTo>
                  <a:pt x="716294" y="46242"/>
                  <a:pt x="715026" y="45129"/>
                  <a:pt x="713557" y="44106"/>
                </a:cubicBezTo>
                <a:cubicBezTo>
                  <a:pt x="712089" y="43082"/>
                  <a:pt x="710466" y="42237"/>
                  <a:pt x="708686" y="41570"/>
                </a:cubicBezTo>
                <a:cubicBezTo>
                  <a:pt x="706908" y="40903"/>
                  <a:pt x="704951" y="40569"/>
                  <a:pt x="702816" y="40569"/>
                </a:cubicBezTo>
                <a:cubicBezTo>
                  <a:pt x="698812" y="40569"/>
                  <a:pt x="695365" y="41303"/>
                  <a:pt x="692473" y="42772"/>
                </a:cubicBezTo>
                <a:cubicBezTo>
                  <a:pt x="689582" y="44239"/>
                  <a:pt x="687224" y="46263"/>
                  <a:pt x="685399" y="48844"/>
                </a:cubicBezTo>
                <a:cubicBezTo>
                  <a:pt x="683576" y="51423"/>
                  <a:pt x="682242" y="54470"/>
                  <a:pt x="681396" y="57985"/>
                </a:cubicBezTo>
                <a:cubicBezTo>
                  <a:pt x="680552" y="61498"/>
                  <a:pt x="680129" y="65301"/>
                  <a:pt x="680129" y="69394"/>
                </a:cubicBezTo>
                <a:cubicBezTo>
                  <a:pt x="680129" y="78557"/>
                  <a:pt x="682086" y="85474"/>
                  <a:pt x="686000" y="90146"/>
                </a:cubicBezTo>
                <a:cubicBezTo>
                  <a:pt x="689915" y="94817"/>
                  <a:pt x="695653" y="97152"/>
                  <a:pt x="703215" y="97152"/>
                </a:cubicBezTo>
                <a:cubicBezTo>
                  <a:pt x="704994" y="97152"/>
                  <a:pt x="706818" y="96908"/>
                  <a:pt x="708686" y="96419"/>
                </a:cubicBezTo>
                <a:cubicBezTo>
                  <a:pt x="710555" y="95929"/>
                  <a:pt x="712379" y="95261"/>
                  <a:pt x="714158" y="94416"/>
                </a:cubicBezTo>
                <a:cubicBezTo>
                  <a:pt x="715937" y="93570"/>
                  <a:pt x="717606" y="92569"/>
                  <a:pt x="719163" y="91414"/>
                </a:cubicBezTo>
                <a:cubicBezTo>
                  <a:pt x="720720" y="90258"/>
                  <a:pt x="722077" y="89011"/>
                  <a:pt x="723233" y="87676"/>
                </a:cubicBezTo>
                <a:lnTo>
                  <a:pt x="723899" y="88077"/>
                </a:lnTo>
                <a:cubicBezTo>
                  <a:pt x="723455" y="90212"/>
                  <a:pt x="723188" y="92392"/>
                  <a:pt x="723099" y="94615"/>
                </a:cubicBezTo>
                <a:cubicBezTo>
                  <a:pt x="720430" y="96751"/>
                  <a:pt x="717116" y="98574"/>
                  <a:pt x="713156" y="100087"/>
                </a:cubicBezTo>
                <a:cubicBezTo>
                  <a:pt x="709197" y="101599"/>
                  <a:pt x="705083" y="102355"/>
                  <a:pt x="700814" y="102355"/>
                </a:cubicBezTo>
                <a:cubicBezTo>
                  <a:pt x="696988" y="102355"/>
                  <a:pt x="693141" y="101799"/>
                  <a:pt x="689270" y="100687"/>
                </a:cubicBezTo>
                <a:cubicBezTo>
                  <a:pt x="685400" y="99576"/>
                  <a:pt x="681908" y="97708"/>
                  <a:pt x="678794" y="95084"/>
                </a:cubicBezTo>
                <a:cubicBezTo>
                  <a:pt x="675681" y="92458"/>
                  <a:pt x="673168" y="89055"/>
                  <a:pt x="671255" y="84874"/>
                </a:cubicBezTo>
                <a:cubicBezTo>
                  <a:pt x="669343" y="80693"/>
                  <a:pt x="668386" y="75577"/>
                  <a:pt x="668386" y="69528"/>
                </a:cubicBezTo>
                <a:close/>
                <a:moveTo>
                  <a:pt x="741248" y="14413"/>
                </a:moveTo>
                <a:cubicBezTo>
                  <a:pt x="741248" y="12545"/>
                  <a:pt x="741916" y="10944"/>
                  <a:pt x="743250" y="9609"/>
                </a:cubicBezTo>
                <a:cubicBezTo>
                  <a:pt x="744585" y="8275"/>
                  <a:pt x="746186" y="7608"/>
                  <a:pt x="748056" y="7608"/>
                </a:cubicBezTo>
                <a:cubicBezTo>
                  <a:pt x="749924" y="7608"/>
                  <a:pt x="751525" y="8275"/>
                  <a:pt x="752859" y="9609"/>
                </a:cubicBezTo>
                <a:cubicBezTo>
                  <a:pt x="754194" y="10944"/>
                  <a:pt x="754861" y="12545"/>
                  <a:pt x="754861" y="14413"/>
                </a:cubicBezTo>
                <a:cubicBezTo>
                  <a:pt x="754861" y="16281"/>
                  <a:pt x="754194" y="17883"/>
                  <a:pt x="752859" y="19218"/>
                </a:cubicBezTo>
                <a:cubicBezTo>
                  <a:pt x="751525" y="20553"/>
                  <a:pt x="749924" y="21220"/>
                  <a:pt x="748056" y="21220"/>
                </a:cubicBezTo>
                <a:cubicBezTo>
                  <a:pt x="746186" y="21220"/>
                  <a:pt x="744585" y="20553"/>
                  <a:pt x="743250" y="19218"/>
                </a:cubicBezTo>
                <a:cubicBezTo>
                  <a:pt x="741916" y="17883"/>
                  <a:pt x="741248" y="16281"/>
                  <a:pt x="741248" y="14413"/>
                </a:cubicBezTo>
                <a:moveTo>
                  <a:pt x="743118" y="62589"/>
                </a:moveTo>
                <a:cubicBezTo>
                  <a:pt x="743118" y="58586"/>
                  <a:pt x="743051" y="54382"/>
                  <a:pt x="742916" y="49978"/>
                </a:cubicBezTo>
                <a:cubicBezTo>
                  <a:pt x="742783" y="45574"/>
                  <a:pt x="742494" y="41459"/>
                  <a:pt x="742049" y="37632"/>
                </a:cubicBezTo>
                <a:cubicBezTo>
                  <a:pt x="744540" y="38078"/>
                  <a:pt x="746542" y="38300"/>
                  <a:pt x="748056" y="38300"/>
                </a:cubicBezTo>
                <a:cubicBezTo>
                  <a:pt x="749568" y="38300"/>
                  <a:pt x="751570" y="38078"/>
                  <a:pt x="754061" y="37632"/>
                </a:cubicBezTo>
                <a:cubicBezTo>
                  <a:pt x="753615" y="41459"/>
                  <a:pt x="753326" y="45574"/>
                  <a:pt x="753191" y="49978"/>
                </a:cubicBezTo>
                <a:cubicBezTo>
                  <a:pt x="753058" y="54382"/>
                  <a:pt x="752992" y="58586"/>
                  <a:pt x="752992" y="62589"/>
                </a:cubicBezTo>
                <a:lnTo>
                  <a:pt x="752992" y="76466"/>
                </a:lnTo>
                <a:cubicBezTo>
                  <a:pt x="752992" y="80471"/>
                  <a:pt x="753058" y="84675"/>
                  <a:pt x="753191" y="89079"/>
                </a:cubicBezTo>
                <a:cubicBezTo>
                  <a:pt x="753326" y="93482"/>
                  <a:pt x="753615" y="97463"/>
                  <a:pt x="754061" y="101021"/>
                </a:cubicBezTo>
                <a:cubicBezTo>
                  <a:pt x="752014" y="100844"/>
                  <a:pt x="750012" y="100755"/>
                  <a:pt x="748056" y="100755"/>
                </a:cubicBezTo>
                <a:cubicBezTo>
                  <a:pt x="746098" y="100755"/>
                  <a:pt x="744096" y="100844"/>
                  <a:pt x="742049" y="101021"/>
                </a:cubicBezTo>
                <a:cubicBezTo>
                  <a:pt x="742494" y="97463"/>
                  <a:pt x="742783" y="93482"/>
                  <a:pt x="742916" y="89079"/>
                </a:cubicBezTo>
                <a:cubicBezTo>
                  <a:pt x="743051" y="84675"/>
                  <a:pt x="743118" y="80471"/>
                  <a:pt x="743118" y="76466"/>
                </a:cubicBezTo>
                <a:lnTo>
                  <a:pt x="743118" y="62589"/>
                </a:lnTo>
                <a:close/>
                <a:moveTo>
                  <a:pt x="776078" y="88610"/>
                </a:moveTo>
                <a:cubicBezTo>
                  <a:pt x="776523" y="89501"/>
                  <a:pt x="777213" y="90480"/>
                  <a:pt x="778147" y="91547"/>
                </a:cubicBezTo>
                <a:cubicBezTo>
                  <a:pt x="779081" y="92614"/>
                  <a:pt x="780193" y="93615"/>
                  <a:pt x="781482" y="94550"/>
                </a:cubicBezTo>
                <a:cubicBezTo>
                  <a:pt x="782773" y="95484"/>
                  <a:pt x="784242" y="96263"/>
                  <a:pt x="785887" y="96886"/>
                </a:cubicBezTo>
                <a:cubicBezTo>
                  <a:pt x="787532" y="97507"/>
                  <a:pt x="789289" y="97818"/>
                  <a:pt x="791159" y="97818"/>
                </a:cubicBezTo>
                <a:cubicBezTo>
                  <a:pt x="792849" y="97818"/>
                  <a:pt x="794472" y="97552"/>
                  <a:pt x="796030" y="97018"/>
                </a:cubicBezTo>
                <a:cubicBezTo>
                  <a:pt x="797587" y="96485"/>
                  <a:pt x="798965" y="95728"/>
                  <a:pt x="800165" y="94750"/>
                </a:cubicBezTo>
                <a:cubicBezTo>
                  <a:pt x="801367" y="93771"/>
                  <a:pt x="802323" y="92525"/>
                  <a:pt x="803034" y="91013"/>
                </a:cubicBezTo>
                <a:cubicBezTo>
                  <a:pt x="803747" y="89501"/>
                  <a:pt x="804103" y="87766"/>
                  <a:pt x="804103" y="85808"/>
                </a:cubicBezTo>
                <a:cubicBezTo>
                  <a:pt x="804103" y="83050"/>
                  <a:pt x="803325" y="80937"/>
                  <a:pt x="801768" y="79469"/>
                </a:cubicBezTo>
                <a:cubicBezTo>
                  <a:pt x="800211" y="78002"/>
                  <a:pt x="798276" y="76801"/>
                  <a:pt x="795962" y="75867"/>
                </a:cubicBezTo>
                <a:cubicBezTo>
                  <a:pt x="793649" y="74932"/>
                  <a:pt x="791113" y="74109"/>
                  <a:pt x="788355" y="73397"/>
                </a:cubicBezTo>
                <a:cubicBezTo>
                  <a:pt x="785598" y="72686"/>
                  <a:pt x="783063" y="71686"/>
                  <a:pt x="780749" y="70396"/>
                </a:cubicBezTo>
                <a:cubicBezTo>
                  <a:pt x="778436" y="69105"/>
                  <a:pt x="776501" y="67392"/>
                  <a:pt x="774944" y="65258"/>
                </a:cubicBezTo>
                <a:cubicBezTo>
                  <a:pt x="773387" y="63123"/>
                  <a:pt x="772608" y="60187"/>
                  <a:pt x="772608" y="56449"/>
                </a:cubicBezTo>
                <a:cubicBezTo>
                  <a:pt x="772608" y="53513"/>
                  <a:pt x="773098" y="50822"/>
                  <a:pt x="774077" y="48376"/>
                </a:cubicBezTo>
                <a:cubicBezTo>
                  <a:pt x="775055" y="45929"/>
                  <a:pt x="776479" y="43816"/>
                  <a:pt x="778347" y="42037"/>
                </a:cubicBezTo>
                <a:cubicBezTo>
                  <a:pt x="780215" y="40257"/>
                  <a:pt x="782528" y="38856"/>
                  <a:pt x="785286" y="37834"/>
                </a:cubicBezTo>
                <a:cubicBezTo>
                  <a:pt x="788045" y="36810"/>
                  <a:pt x="791203" y="36299"/>
                  <a:pt x="794761" y="36299"/>
                </a:cubicBezTo>
                <a:cubicBezTo>
                  <a:pt x="798053" y="36299"/>
                  <a:pt x="800833" y="36744"/>
                  <a:pt x="803101" y="37634"/>
                </a:cubicBezTo>
                <a:cubicBezTo>
                  <a:pt x="805370" y="38524"/>
                  <a:pt x="807528" y="39324"/>
                  <a:pt x="809575" y="40035"/>
                </a:cubicBezTo>
                <a:cubicBezTo>
                  <a:pt x="808862" y="41370"/>
                  <a:pt x="808194" y="43016"/>
                  <a:pt x="807571" y="44973"/>
                </a:cubicBezTo>
                <a:cubicBezTo>
                  <a:pt x="806949" y="46931"/>
                  <a:pt x="806550" y="48443"/>
                  <a:pt x="806372" y="49510"/>
                </a:cubicBezTo>
                <a:lnTo>
                  <a:pt x="804769" y="49510"/>
                </a:lnTo>
                <a:cubicBezTo>
                  <a:pt x="804058" y="47374"/>
                  <a:pt x="802679" y="45462"/>
                  <a:pt x="800631" y="43772"/>
                </a:cubicBezTo>
                <a:cubicBezTo>
                  <a:pt x="798586" y="42082"/>
                  <a:pt x="796051" y="41236"/>
                  <a:pt x="793026" y="41236"/>
                </a:cubicBezTo>
                <a:cubicBezTo>
                  <a:pt x="791692" y="41236"/>
                  <a:pt x="790357" y="41459"/>
                  <a:pt x="789023" y="41904"/>
                </a:cubicBezTo>
                <a:cubicBezTo>
                  <a:pt x="787688" y="42348"/>
                  <a:pt x="786487" y="43016"/>
                  <a:pt x="785419" y="43906"/>
                </a:cubicBezTo>
                <a:cubicBezTo>
                  <a:pt x="784352" y="44795"/>
                  <a:pt x="783462" y="45952"/>
                  <a:pt x="782751" y="47376"/>
                </a:cubicBezTo>
                <a:cubicBezTo>
                  <a:pt x="782040" y="48799"/>
                  <a:pt x="781684" y="50489"/>
                  <a:pt x="781684" y="52446"/>
                </a:cubicBezTo>
                <a:cubicBezTo>
                  <a:pt x="781684" y="55293"/>
                  <a:pt x="782462" y="57495"/>
                  <a:pt x="784018" y="59052"/>
                </a:cubicBezTo>
                <a:cubicBezTo>
                  <a:pt x="785575" y="60609"/>
                  <a:pt x="787510" y="61833"/>
                  <a:pt x="789823" y="62723"/>
                </a:cubicBezTo>
                <a:cubicBezTo>
                  <a:pt x="792136" y="63612"/>
                  <a:pt x="794671" y="64391"/>
                  <a:pt x="797428" y="65059"/>
                </a:cubicBezTo>
                <a:cubicBezTo>
                  <a:pt x="800187" y="65725"/>
                  <a:pt x="802723" y="66659"/>
                  <a:pt x="805036" y="67861"/>
                </a:cubicBezTo>
                <a:cubicBezTo>
                  <a:pt x="807349" y="69061"/>
                  <a:pt x="809284" y="70728"/>
                  <a:pt x="810841" y="72864"/>
                </a:cubicBezTo>
                <a:cubicBezTo>
                  <a:pt x="812398" y="74999"/>
                  <a:pt x="813177" y="77935"/>
                  <a:pt x="813177" y="81671"/>
                </a:cubicBezTo>
                <a:cubicBezTo>
                  <a:pt x="813177" y="84251"/>
                  <a:pt x="812621" y="86787"/>
                  <a:pt x="811509" y="89278"/>
                </a:cubicBezTo>
                <a:cubicBezTo>
                  <a:pt x="810397" y="91769"/>
                  <a:pt x="808796" y="94016"/>
                  <a:pt x="806704" y="96018"/>
                </a:cubicBezTo>
                <a:cubicBezTo>
                  <a:pt x="804613" y="98019"/>
                  <a:pt x="802100" y="99576"/>
                  <a:pt x="799163" y="100687"/>
                </a:cubicBezTo>
                <a:cubicBezTo>
                  <a:pt x="796228" y="101799"/>
                  <a:pt x="792893" y="102355"/>
                  <a:pt x="789157" y="102355"/>
                </a:cubicBezTo>
                <a:cubicBezTo>
                  <a:pt x="785064" y="102355"/>
                  <a:pt x="781639" y="101955"/>
                  <a:pt x="778880" y="101154"/>
                </a:cubicBezTo>
                <a:cubicBezTo>
                  <a:pt x="776123" y="100354"/>
                  <a:pt x="773810" y="99420"/>
                  <a:pt x="771940" y="98352"/>
                </a:cubicBezTo>
                <a:cubicBezTo>
                  <a:pt x="772475" y="97195"/>
                  <a:pt x="773032" y="95616"/>
                  <a:pt x="773610" y="93615"/>
                </a:cubicBezTo>
                <a:cubicBezTo>
                  <a:pt x="774189" y="91613"/>
                  <a:pt x="774478" y="89945"/>
                  <a:pt x="774478" y="88610"/>
                </a:cubicBezTo>
                <a:lnTo>
                  <a:pt x="776078" y="88610"/>
                </a:lnTo>
                <a:close/>
                <a:moveTo>
                  <a:pt x="830258" y="14413"/>
                </a:moveTo>
                <a:cubicBezTo>
                  <a:pt x="830258" y="12545"/>
                  <a:pt x="830926" y="10944"/>
                  <a:pt x="832260" y="9609"/>
                </a:cubicBezTo>
                <a:cubicBezTo>
                  <a:pt x="833595" y="8275"/>
                  <a:pt x="835196" y="7608"/>
                  <a:pt x="837066" y="7608"/>
                </a:cubicBezTo>
                <a:cubicBezTo>
                  <a:pt x="838934" y="7608"/>
                  <a:pt x="840535" y="8275"/>
                  <a:pt x="841869" y="9609"/>
                </a:cubicBezTo>
                <a:cubicBezTo>
                  <a:pt x="843204" y="10944"/>
                  <a:pt x="843871" y="12545"/>
                  <a:pt x="843871" y="14413"/>
                </a:cubicBezTo>
                <a:cubicBezTo>
                  <a:pt x="843871" y="16281"/>
                  <a:pt x="843204" y="17883"/>
                  <a:pt x="841869" y="19218"/>
                </a:cubicBezTo>
                <a:cubicBezTo>
                  <a:pt x="840535" y="20553"/>
                  <a:pt x="838934" y="21220"/>
                  <a:pt x="837066" y="21220"/>
                </a:cubicBezTo>
                <a:cubicBezTo>
                  <a:pt x="835196" y="21220"/>
                  <a:pt x="833595" y="20553"/>
                  <a:pt x="832260" y="19218"/>
                </a:cubicBezTo>
                <a:cubicBezTo>
                  <a:pt x="830926" y="17883"/>
                  <a:pt x="830258" y="16281"/>
                  <a:pt x="830258" y="14413"/>
                </a:cubicBezTo>
                <a:moveTo>
                  <a:pt x="832128" y="62589"/>
                </a:moveTo>
                <a:cubicBezTo>
                  <a:pt x="832128" y="58586"/>
                  <a:pt x="832061" y="54382"/>
                  <a:pt x="831926" y="49978"/>
                </a:cubicBezTo>
                <a:cubicBezTo>
                  <a:pt x="831793" y="45574"/>
                  <a:pt x="831504" y="41459"/>
                  <a:pt x="831059" y="37632"/>
                </a:cubicBezTo>
                <a:cubicBezTo>
                  <a:pt x="833550" y="38078"/>
                  <a:pt x="835552" y="38300"/>
                  <a:pt x="837066" y="38300"/>
                </a:cubicBezTo>
                <a:cubicBezTo>
                  <a:pt x="838578" y="38300"/>
                  <a:pt x="840580" y="38078"/>
                  <a:pt x="843071" y="37632"/>
                </a:cubicBezTo>
                <a:cubicBezTo>
                  <a:pt x="842625" y="41459"/>
                  <a:pt x="842336" y="45574"/>
                  <a:pt x="842201" y="49978"/>
                </a:cubicBezTo>
                <a:cubicBezTo>
                  <a:pt x="842068" y="54382"/>
                  <a:pt x="842002" y="58586"/>
                  <a:pt x="842002" y="62589"/>
                </a:cubicBezTo>
                <a:lnTo>
                  <a:pt x="842002" y="76466"/>
                </a:lnTo>
                <a:cubicBezTo>
                  <a:pt x="842002" y="80471"/>
                  <a:pt x="842068" y="84675"/>
                  <a:pt x="842201" y="89079"/>
                </a:cubicBezTo>
                <a:cubicBezTo>
                  <a:pt x="842336" y="93482"/>
                  <a:pt x="842625" y="97463"/>
                  <a:pt x="843071" y="101021"/>
                </a:cubicBezTo>
                <a:cubicBezTo>
                  <a:pt x="841024" y="100844"/>
                  <a:pt x="839022" y="100755"/>
                  <a:pt x="837066" y="100755"/>
                </a:cubicBezTo>
                <a:cubicBezTo>
                  <a:pt x="835108" y="100755"/>
                  <a:pt x="833106" y="100844"/>
                  <a:pt x="831059" y="101021"/>
                </a:cubicBezTo>
                <a:cubicBezTo>
                  <a:pt x="831504" y="97463"/>
                  <a:pt x="831793" y="93482"/>
                  <a:pt x="831926" y="89079"/>
                </a:cubicBezTo>
                <a:cubicBezTo>
                  <a:pt x="832061" y="84675"/>
                  <a:pt x="832128" y="80471"/>
                  <a:pt x="832128" y="76466"/>
                </a:cubicBezTo>
                <a:lnTo>
                  <a:pt x="832128" y="62589"/>
                </a:lnTo>
                <a:close/>
                <a:moveTo>
                  <a:pt x="872029" y="69528"/>
                </a:moveTo>
                <a:cubicBezTo>
                  <a:pt x="872029" y="73264"/>
                  <a:pt x="872362" y="76867"/>
                  <a:pt x="873029" y="80337"/>
                </a:cubicBezTo>
                <a:cubicBezTo>
                  <a:pt x="873697" y="83807"/>
                  <a:pt x="874831" y="86898"/>
                  <a:pt x="876431" y="89612"/>
                </a:cubicBezTo>
                <a:cubicBezTo>
                  <a:pt x="878033" y="92326"/>
                  <a:pt x="880169" y="94484"/>
                  <a:pt x="882837" y="96085"/>
                </a:cubicBezTo>
                <a:cubicBezTo>
                  <a:pt x="885506" y="97686"/>
                  <a:pt x="888798" y="98486"/>
                  <a:pt x="892713" y="98486"/>
                </a:cubicBezTo>
                <a:cubicBezTo>
                  <a:pt x="896628" y="98486"/>
                  <a:pt x="899920" y="97686"/>
                  <a:pt x="902589" y="96085"/>
                </a:cubicBezTo>
                <a:cubicBezTo>
                  <a:pt x="905258" y="94484"/>
                  <a:pt x="907393" y="92326"/>
                  <a:pt x="908993" y="89612"/>
                </a:cubicBezTo>
                <a:cubicBezTo>
                  <a:pt x="910595" y="86898"/>
                  <a:pt x="911729" y="83807"/>
                  <a:pt x="912396" y="80337"/>
                </a:cubicBezTo>
                <a:cubicBezTo>
                  <a:pt x="913064" y="76867"/>
                  <a:pt x="913398" y="73264"/>
                  <a:pt x="913398" y="69528"/>
                </a:cubicBezTo>
                <a:cubicBezTo>
                  <a:pt x="913398" y="65791"/>
                  <a:pt x="913064" y="62188"/>
                  <a:pt x="912396" y="58718"/>
                </a:cubicBezTo>
                <a:cubicBezTo>
                  <a:pt x="911729" y="55248"/>
                  <a:pt x="910595" y="52157"/>
                  <a:pt x="908993" y="49445"/>
                </a:cubicBezTo>
                <a:cubicBezTo>
                  <a:pt x="907393" y="46731"/>
                  <a:pt x="905258" y="44573"/>
                  <a:pt x="902589" y="42971"/>
                </a:cubicBezTo>
                <a:cubicBezTo>
                  <a:pt x="899920" y="41370"/>
                  <a:pt x="896628" y="40569"/>
                  <a:pt x="892713" y="40569"/>
                </a:cubicBezTo>
                <a:cubicBezTo>
                  <a:pt x="888798" y="40569"/>
                  <a:pt x="885506" y="41370"/>
                  <a:pt x="882837" y="42971"/>
                </a:cubicBezTo>
                <a:cubicBezTo>
                  <a:pt x="880169" y="44573"/>
                  <a:pt x="878033" y="46731"/>
                  <a:pt x="876431" y="49445"/>
                </a:cubicBezTo>
                <a:cubicBezTo>
                  <a:pt x="874831" y="52157"/>
                  <a:pt x="873697" y="55248"/>
                  <a:pt x="873029" y="58718"/>
                </a:cubicBezTo>
                <a:cubicBezTo>
                  <a:pt x="872362" y="62188"/>
                  <a:pt x="872029" y="65791"/>
                  <a:pt x="872029" y="69528"/>
                </a:cubicBezTo>
                <a:moveTo>
                  <a:pt x="860286" y="69528"/>
                </a:moveTo>
                <a:cubicBezTo>
                  <a:pt x="860286" y="63478"/>
                  <a:pt x="861242" y="58340"/>
                  <a:pt x="863155" y="54114"/>
                </a:cubicBezTo>
                <a:cubicBezTo>
                  <a:pt x="865068" y="49888"/>
                  <a:pt x="867580" y="46463"/>
                  <a:pt x="870693" y="43839"/>
                </a:cubicBezTo>
                <a:cubicBezTo>
                  <a:pt x="873807" y="41215"/>
                  <a:pt x="877299" y="39302"/>
                  <a:pt x="881170" y="38101"/>
                </a:cubicBezTo>
                <a:cubicBezTo>
                  <a:pt x="885040" y="36899"/>
                  <a:pt x="888888" y="36299"/>
                  <a:pt x="892713" y="36299"/>
                </a:cubicBezTo>
                <a:cubicBezTo>
                  <a:pt x="896628" y="36299"/>
                  <a:pt x="900499" y="36899"/>
                  <a:pt x="904324" y="38101"/>
                </a:cubicBezTo>
                <a:cubicBezTo>
                  <a:pt x="908150" y="39302"/>
                  <a:pt x="911619" y="41215"/>
                  <a:pt x="914731" y="43839"/>
                </a:cubicBezTo>
                <a:cubicBezTo>
                  <a:pt x="917846" y="46463"/>
                  <a:pt x="920359" y="49888"/>
                  <a:pt x="922272" y="54114"/>
                </a:cubicBezTo>
                <a:cubicBezTo>
                  <a:pt x="924185" y="58340"/>
                  <a:pt x="925141" y="63478"/>
                  <a:pt x="925141" y="69528"/>
                </a:cubicBezTo>
                <a:cubicBezTo>
                  <a:pt x="925141" y="75577"/>
                  <a:pt x="924185" y="80715"/>
                  <a:pt x="922272" y="84941"/>
                </a:cubicBezTo>
                <a:cubicBezTo>
                  <a:pt x="920359" y="89167"/>
                  <a:pt x="917846" y="92593"/>
                  <a:pt x="914731" y="95218"/>
                </a:cubicBezTo>
                <a:cubicBezTo>
                  <a:pt x="911619" y="97842"/>
                  <a:pt x="908150" y="99688"/>
                  <a:pt x="904324" y="100755"/>
                </a:cubicBezTo>
                <a:cubicBezTo>
                  <a:pt x="900499" y="101822"/>
                  <a:pt x="896628" y="102355"/>
                  <a:pt x="892713" y="102355"/>
                </a:cubicBezTo>
                <a:cubicBezTo>
                  <a:pt x="888888" y="102355"/>
                  <a:pt x="885040" y="101822"/>
                  <a:pt x="881170" y="100755"/>
                </a:cubicBezTo>
                <a:cubicBezTo>
                  <a:pt x="877299" y="99688"/>
                  <a:pt x="873807" y="97842"/>
                  <a:pt x="870693" y="95218"/>
                </a:cubicBezTo>
                <a:cubicBezTo>
                  <a:pt x="867580" y="92593"/>
                  <a:pt x="865068" y="89167"/>
                  <a:pt x="863155" y="84941"/>
                </a:cubicBezTo>
                <a:cubicBezTo>
                  <a:pt x="861242" y="80715"/>
                  <a:pt x="860286" y="75577"/>
                  <a:pt x="860286" y="69528"/>
                </a:cubicBezTo>
                <a:close/>
                <a:moveTo>
                  <a:pt x="983458" y="63521"/>
                </a:moveTo>
                <a:cubicBezTo>
                  <a:pt x="983458" y="56849"/>
                  <a:pt x="982167" y="51801"/>
                  <a:pt x="979587" y="48376"/>
                </a:cubicBezTo>
                <a:cubicBezTo>
                  <a:pt x="977007" y="44951"/>
                  <a:pt x="973449" y="43238"/>
                  <a:pt x="968913" y="43238"/>
                </a:cubicBezTo>
                <a:cubicBezTo>
                  <a:pt x="962686" y="43238"/>
                  <a:pt x="958126" y="45151"/>
                  <a:pt x="955235" y="48976"/>
                </a:cubicBezTo>
                <a:cubicBezTo>
                  <a:pt x="952343" y="52802"/>
                  <a:pt x="950898" y="58184"/>
                  <a:pt x="950898" y="65124"/>
                </a:cubicBezTo>
                <a:lnTo>
                  <a:pt x="950898" y="76466"/>
                </a:lnTo>
                <a:cubicBezTo>
                  <a:pt x="950898" y="80471"/>
                  <a:pt x="950964" y="84675"/>
                  <a:pt x="951097" y="89079"/>
                </a:cubicBezTo>
                <a:cubicBezTo>
                  <a:pt x="951230" y="93482"/>
                  <a:pt x="951519" y="97463"/>
                  <a:pt x="951965" y="101021"/>
                </a:cubicBezTo>
                <a:cubicBezTo>
                  <a:pt x="949919" y="100844"/>
                  <a:pt x="947917" y="100755"/>
                  <a:pt x="945960" y="100755"/>
                </a:cubicBezTo>
                <a:cubicBezTo>
                  <a:pt x="944002" y="100755"/>
                  <a:pt x="942001" y="100844"/>
                  <a:pt x="939955" y="101021"/>
                </a:cubicBezTo>
                <a:cubicBezTo>
                  <a:pt x="940399" y="97463"/>
                  <a:pt x="940687" y="93482"/>
                  <a:pt x="940820" y="89079"/>
                </a:cubicBezTo>
                <a:cubicBezTo>
                  <a:pt x="940955" y="84675"/>
                  <a:pt x="941022" y="80471"/>
                  <a:pt x="941022" y="76466"/>
                </a:cubicBezTo>
                <a:lnTo>
                  <a:pt x="941022" y="62589"/>
                </a:lnTo>
                <a:cubicBezTo>
                  <a:pt x="941022" y="58586"/>
                  <a:pt x="940955" y="54382"/>
                  <a:pt x="940820" y="49978"/>
                </a:cubicBezTo>
                <a:cubicBezTo>
                  <a:pt x="940687" y="45574"/>
                  <a:pt x="940399" y="41459"/>
                  <a:pt x="939955" y="37632"/>
                </a:cubicBezTo>
                <a:cubicBezTo>
                  <a:pt x="942446" y="38078"/>
                  <a:pt x="944447" y="38300"/>
                  <a:pt x="945960" y="38300"/>
                </a:cubicBezTo>
                <a:cubicBezTo>
                  <a:pt x="946671" y="38300"/>
                  <a:pt x="947449" y="38234"/>
                  <a:pt x="948293" y="38101"/>
                </a:cubicBezTo>
                <a:cubicBezTo>
                  <a:pt x="949139" y="37968"/>
                  <a:pt x="950140" y="37811"/>
                  <a:pt x="951297" y="37632"/>
                </a:cubicBezTo>
                <a:cubicBezTo>
                  <a:pt x="951031" y="41192"/>
                  <a:pt x="950898" y="44750"/>
                  <a:pt x="950898" y="48308"/>
                </a:cubicBezTo>
                <a:lnTo>
                  <a:pt x="951164" y="48308"/>
                </a:lnTo>
                <a:cubicBezTo>
                  <a:pt x="953655" y="44483"/>
                  <a:pt x="956636" y="41525"/>
                  <a:pt x="960106" y="39434"/>
                </a:cubicBezTo>
                <a:cubicBezTo>
                  <a:pt x="963575" y="37344"/>
                  <a:pt x="967712" y="36299"/>
                  <a:pt x="972517" y="36299"/>
                </a:cubicBezTo>
                <a:cubicBezTo>
                  <a:pt x="975008" y="36299"/>
                  <a:pt x="977521" y="36655"/>
                  <a:pt x="980055" y="37368"/>
                </a:cubicBezTo>
                <a:cubicBezTo>
                  <a:pt x="982591" y="38079"/>
                  <a:pt x="984882" y="39302"/>
                  <a:pt x="986927" y="41037"/>
                </a:cubicBezTo>
                <a:cubicBezTo>
                  <a:pt x="988975" y="42772"/>
                  <a:pt x="990643" y="45130"/>
                  <a:pt x="991933" y="48111"/>
                </a:cubicBezTo>
                <a:cubicBezTo>
                  <a:pt x="993222" y="51091"/>
                  <a:pt x="993867" y="54893"/>
                  <a:pt x="993867" y="59518"/>
                </a:cubicBezTo>
                <a:cubicBezTo>
                  <a:pt x="993867" y="63344"/>
                  <a:pt x="993778" y="67280"/>
                  <a:pt x="993600" y="71328"/>
                </a:cubicBezTo>
                <a:cubicBezTo>
                  <a:pt x="993422" y="75377"/>
                  <a:pt x="993334" y="79670"/>
                  <a:pt x="993334" y="84208"/>
                </a:cubicBezTo>
                <a:lnTo>
                  <a:pt x="993334" y="92880"/>
                </a:lnTo>
                <a:cubicBezTo>
                  <a:pt x="993334" y="94304"/>
                  <a:pt x="993356" y="95706"/>
                  <a:pt x="993401" y="97085"/>
                </a:cubicBezTo>
                <a:cubicBezTo>
                  <a:pt x="993446" y="98464"/>
                  <a:pt x="993512" y="99777"/>
                  <a:pt x="993600" y="101021"/>
                </a:cubicBezTo>
                <a:cubicBezTo>
                  <a:pt x="991821" y="100844"/>
                  <a:pt x="989953" y="100755"/>
                  <a:pt x="987996" y="100755"/>
                </a:cubicBezTo>
                <a:cubicBezTo>
                  <a:pt x="986127" y="100755"/>
                  <a:pt x="984303" y="100844"/>
                  <a:pt x="982525" y="101021"/>
                </a:cubicBezTo>
                <a:cubicBezTo>
                  <a:pt x="982703" y="96395"/>
                  <a:pt x="982902" y="91636"/>
                  <a:pt x="983124" y="86743"/>
                </a:cubicBezTo>
                <a:cubicBezTo>
                  <a:pt x="983346" y="81849"/>
                  <a:pt x="983458" y="76822"/>
                  <a:pt x="983458" y="71662"/>
                </a:cubicBezTo>
                <a:lnTo>
                  <a:pt x="983458" y="63521"/>
                </a:lnTo>
                <a:close/>
                <a:moveTo>
                  <a:pt x="1013484" y="88610"/>
                </a:moveTo>
                <a:cubicBezTo>
                  <a:pt x="1013930" y="89501"/>
                  <a:pt x="1014619" y="90480"/>
                  <a:pt x="1015553" y="91547"/>
                </a:cubicBezTo>
                <a:cubicBezTo>
                  <a:pt x="1016487" y="92614"/>
                  <a:pt x="1017599" y="93615"/>
                  <a:pt x="1018889" y="94550"/>
                </a:cubicBezTo>
                <a:cubicBezTo>
                  <a:pt x="1020180" y="95484"/>
                  <a:pt x="1021648" y="96263"/>
                  <a:pt x="1023293" y="96886"/>
                </a:cubicBezTo>
                <a:cubicBezTo>
                  <a:pt x="1024938" y="97507"/>
                  <a:pt x="1026696" y="97818"/>
                  <a:pt x="1028565" y="97818"/>
                </a:cubicBezTo>
                <a:cubicBezTo>
                  <a:pt x="1030255" y="97818"/>
                  <a:pt x="1031879" y="97552"/>
                  <a:pt x="1033436" y="97018"/>
                </a:cubicBezTo>
                <a:cubicBezTo>
                  <a:pt x="1034993" y="96485"/>
                  <a:pt x="1036371" y="95728"/>
                  <a:pt x="1037571" y="94750"/>
                </a:cubicBezTo>
                <a:cubicBezTo>
                  <a:pt x="1038773" y="93771"/>
                  <a:pt x="1039729" y="92525"/>
                  <a:pt x="1040441" y="91013"/>
                </a:cubicBezTo>
                <a:cubicBezTo>
                  <a:pt x="1041153" y="89501"/>
                  <a:pt x="1041510" y="87766"/>
                  <a:pt x="1041510" y="85808"/>
                </a:cubicBezTo>
                <a:cubicBezTo>
                  <a:pt x="1041510" y="83050"/>
                  <a:pt x="1040731" y="80937"/>
                  <a:pt x="1039174" y="79469"/>
                </a:cubicBezTo>
                <a:cubicBezTo>
                  <a:pt x="1037617" y="78002"/>
                  <a:pt x="1035682" y="76801"/>
                  <a:pt x="1033369" y="75867"/>
                </a:cubicBezTo>
                <a:cubicBezTo>
                  <a:pt x="1031055" y="74932"/>
                  <a:pt x="1028520" y="74109"/>
                  <a:pt x="1025761" y="73397"/>
                </a:cubicBezTo>
                <a:cubicBezTo>
                  <a:pt x="1023004" y="72686"/>
                  <a:pt x="1020469" y="71686"/>
                  <a:pt x="1018156" y="70396"/>
                </a:cubicBezTo>
                <a:cubicBezTo>
                  <a:pt x="1015842" y="69105"/>
                  <a:pt x="1013907" y="67392"/>
                  <a:pt x="1012350" y="65258"/>
                </a:cubicBezTo>
                <a:cubicBezTo>
                  <a:pt x="1010793" y="63123"/>
                  <a:pt x="1010015" y="60187"/>
                  <a:pt x="1010015" y="56449"/>
                </a:cubicBezTo>
                <a:cubicBezTo>
                  <a:pt x="1010015" y="53513"/>
                  <a:pt x="1010504" y="50822"/>
                  <a:pt x="1011483" y="48376"/>
                </a:cubicBezTo>
                <a:cubicBezTo>
                  <a:pt x="1012462" y="45929"/>
                  <a:pt x="1013885" y="43816"/>
                  <a:pt x="1015753" y="42037"/>
                </a:cubicBezTo>
                <a:cubicBezTo>
                  <a:pt x="1017621" y="40257"/>
                  <a:pt x="1019934" y="38856"/>
                  <a:pt x="1022692" y="37834"/>
                </a:cubicBezTo>
                <a:cubicBezTo>
                  <a:pt x="1025451" y="36810"/>
                  <a:pt x="1028609" y="36299"/>
                  <a:pt x="1032167" y="36299"/>
                </a:cubicBezTo>
                <a:cubicBezTo>
                  <a:pt x="1035459" y="36299"/>
                  <a:pt x="1038239" y="36744"/>
                  <a:pt x="1040508" y="37634"/>
                </a:cubicBezTo>
                <a:cubicBezTo>
                  <a:pt x="1042776" y="38524"/>
                  <a:pt x="1044934" y="39324"/>
                  <a:pt x="1046981" y="40035"/>
                </a:cubicBezTo>
                <a:cubicBezTo>
                  <a:pt x="1046268" y="41370"/>
                  <a:pt x="1045600" y="43016"/>
                  <a:pt x="1044977" y="44973"/>
                </a:cubicBezTo>
                <a:cubicBezTo>
                  <a:pt x="1044356" y="46931"/>
                  <a:pt x="1043956" y="48443"/>
                  <a:pt x="1043778" y="49510"/>
                </a:cubicBezTo>
                <a:lnTo>
                  <a:pt x="1042175" y="49510"/>
                </a:lnTo>
                <a:cubicBezTo>
                  <a:pt x="1041464" y="47374"/>
                  <a:pt x="1040085" y="45462"/>
                  <a:pt x="1038038" y="43772"/>
                </a:cubicBezTo>
                <a:cubicBezTo>
                  <a:pt x="1035992" y="42082"/>
                  <a:pt x="1033457" y="41236"/>
                  <a:pt x="1030432" y="41236"/>
                </a:cubicBezTo>
                <a:cubicBezTo>
                  <a:pt x="1029098" y="41236"/>
                  <a:pt x="1027763" y="41459"/>
                  <a:pt x="1026429" y="41904"/>
                </a:cubicBezTo>
                <a:cubicBezTo>
                  <a:pt x="1025095" y="42348"/>
                  <a:pt x="1023893" y="43016"/>
                  <a:pt x="1022825" y="43906"/>
                </a:cubicBezTo>
                <a:cubicBezTo>
                  <a:pt x="1021758" y="44795"/>
                  <a:pt x="1020869" y="45952"/>
                  <a:pt x="1020157" y="47376"/>
                </a:cubicBezTo>
                <a:cubicBezTo>
                  <a:pt x="1019446" y="48799"/>
                  <a:pt x="1019090" y="50489"/>
                  <a:pt x="1019090" y="52446"/>
                </a:cubicBezTo>
                <a:cubicBezTo>
                  <a:pt x="1019090" y="55293"/>
                  <a:pt x="1019868" y="57495"/>
                  <a:pt x="1021424" y="59052"/>
                </a:cubicBezTo>
                <a:cubicBezTo>
                  <a:pt x="1022981" y="60609"/>
                  <a:pt x="1024916" y="61833"/>
                  <a:pt x="1027229" y="62723"/>
                </a:cubicBezTo>
                <a:cubicBezTo>
                  <a:pt x="1029542" y="63612"/>
                  <a:pt x="1032078" y="64391"/>
                  <a:pt x="1034835" y="65059"/>
                </a:cubicBezTo>
                <a:cubicBezTo>
                  <a:pt x="1037593" y="65725"/>
                  <a:pt x="1040129" y="66659"/>
                  <a:pt x="1042442" y="67861"/>
                </a:cubicBezTo>
                <a:cubicBezTo>
                  <a:pt x="1044755" y="69061"/>
                  <a:pt x="1046691" y="70728"/>
                  <a:pt x="1048248" y="72864"/>
                </a:cubicBezTo>
                <a:cubicBezTo>
                  <a:pt x="1049805" y="74999"/>
                  <a:pt x="1050583" y="77935"/>
                  <a:pt x="1050583" y="81671"/>
                </a:cubicBezTo>
                <a:cubicBezTo>
                  <a:pt x="1050583" y="84251"/>
                  <a:pt x="1050027" y="86787"/>
                  <a:pt x="1048915" y="89278"/>
                </a:cubicBezTo>
                <a:cubicBezTo>
                  <a:pt x="1047804" y="91769"/>
                  <a:pt x="1046202" y="94016"/>
                  <a:pt x="1044110" y="96018"/>
                </a:cubicBezTo>
                <a:cubicBezTo>
                  <a:pt x="1042019" y="98019"/>
                  <a:pt x="1039506" y="99576"/>
                  <a:pt x="1036570" y="100687"/>
                </a:cubicBezTo>
                <a:cubicBezTo>
                  <a:pt x="1033635" y="101799"/>
                  <a:pt x="1030299" y="102355"/>
                  <a:pt x="1026563" y="102355"/>
                </a:cubicBezTo>
                <a:cubicBezTo>
                  <a:pt x="1022470" y="102355"/>
                  <a:pt x="1019045" y="101955"/>
                  <a:pt x="1016286" y="101154"/>
                </a:cubicBezTo>
                <a:cubicBezTo>
                  <a:pt x="1013529" y="100354"/>
                  <a:pt x="1011216" y="99420"/>
                  <a:pt x="1009347" y="98352"/>
                </a:cubicBezTo>
                <a:cubicBezTo>
                  <a:pt x="1009882" y="97195"/>
                  <a:pt x="1010438" y="95616"/>
                  <a:pt x="1011016" y="93615"/>
                </a:cubicBezTo>
                <a:cubicBezTo>
                  <a:pt x="1011595" y="91613"/>
                  <a:pt x="1011884" y="89945"/>
                  <a:pt x="1011884" y="88610"/>
                </a:cubicBezTo>
                <a:lnTo>
                  <a:pt x="1013484" y="88610"/>
                </a:lnTo>
                <a:close/>
                <a:moveTo>
                  <a:pt x="1187069" y="11476"/>
                </a:moveTo>
                <a:cubicBezTo>
                  <a:pt x="1184935" y="10142"/>
                  <a:pt x="1182489" y="9475"/>
                  <a:pt x="1179730" y="9475"/>
                </a:cubicBezTo>
                <a:cubicBezTo>
                  <a:pt x="1177773" y="9475"/>
                  <a:pt x="1176104" y="9853"/>
                  <a:pt x="1174725" y="10609"/>
                </a:cubicBezTo>
                <a:cubicBezTo>
                  <a:pt x="1173346" y="11365"/>
                  <a:pt x="1172212" y="12344"/>
                  <a:pt x="1171323" y="13545"/>
                </a:cubicBezTo>
                <a:cubicBezTo>
                  <a:pt x="1170433" y="14747"/>
                  <a:pt x="1169789" y="16148"/>
                  <a:pt x="1169388" y="17750"/>
                </a:cubicBezTo>
                <a:cubicBezTo>
                  <a:pt x="1168988" y="19351"/>
                  <a:pt x="1168787" y="21041"/>
                  <a:pt x="1168787" y="22820"/>
                </a:cubicBezTo>
                <a:cubicBezTo>
                  <a:pt x="1168787" y="24422"/>
                  <a:pt x="1168943" y="26736"/>
                  <a:pt x="1169254" y="29760"/>
                </a:cubicBezTo>
                <a:cubicBezTo>
                  <a:pt x="1169566" y="32785"/>
                  <a:pt x="1169944" y="35676"/>
                  <a:pt x="1170388" y="38435"/>
                </a:cubicBezTo>
                <a:cubicBezTo>
                  <a:pt x="1172701" y="38435"/>
                  <a:pt x="1174992" y="38412"/>
                  <a:pt x="1177260" y="38367"/>
                </a:cubicBezTo>
                <a:cubicBezTo>
                  <a:pt x="1179530" y="38323"/>
                  <a:pt x="1181822" y="38300"/>
                  <a:pt x="1184135" y="38300"/>
                </a:cubicBezTo>
                <a:cubicBezTo>
                  <a:pt x="1184045" y="38745"/>
                  <a:pt x="1183978" y="39191"/>
                  <a:pt x="1183933" y="39636"/>
                </a:cubicBezTo>
                <a:cubicBezTo>
                  <a:pt x="1183890" y="40080"/>
                  <a:pt x="1183868" y="40524"/>
                  <a:pt x="1183868" y="40970"/>
                </a:cubicBezTo>
                <a:cubicBezTo>
                  <a:pt x="1183868" y="41415"/>
                  <a:pt x="1183890" y="41860"/>
                  <a:pt x="1183933" y="42306"/>
                </a:cubicBezTo>
                <a:cubicBezTo>
                  <a:pt x="1183978" y="42749"/>
                  <a:pt x="1184045" y="43194"/>
                  <a:pt x="1184135" y="43639"/>
                </a:cubicBezTo>
                <a:cubicBezTo>
                  <a:pt x="1181822" y="43550"/>
                  <a:pt x="1179530" y="43461"/>
                  <a:pt x="1177260" y="43373"/>
                </a:cubicBezTo>
                <a:cubicBezTo>
                  <a:pt x="1174992" y="43283"/>
                  <a:pt x="1172701" y="43238"/>
                  <a:pt x="1170388" y="43238"/>
                </a:cubicBezTo>
                <a:cubicBezTo>
                  <a:pt x="1170388" y="52935"/>
                  <a:pt x="1170410" y="62566"/>
                  <a:pt x="1170455" y="72131"/>
                </a:cubicBezTo>
                <a:cubicBezTo>
                  <a:pt x="1170500" y="81694"/>
                  <a:pt x="1170656" y="91325"/>
                  <a:pt x="1170924" y="101021"/>
                </a:cubicBezTo>
                <a:cubicBezTo>
                  <a:pt x="1169945" y="100844"/>
                  <a:pt x="1168966" y="100755"/>
                  <a:pt x="1167987" y="100755"/>
                </a:cubicBezTo>
                <a:cubicBezTo>
                  <a:pt x="1167008" y="100755"/>
                  <a:pt x="1166074" y="100755"/>
                  <a:pt x="1165183" y="100755"/>
                </a:cubicBezTo>
                <a:cubicBezTo>
                  <a:pt x="1163315" y="100755"/>
                  <a:pt x="1161359" y="100844"/>
                  <a:pt x="1159313" y="101021"/>
                </a:cubicBezTo>
                <a:cubicBezTo>
                  <a:pt x="1159936" y="91325"/>
                  <a:pt x="1160292" y="81739"/>
                  <a:pt x="1160380" y="72263"/>
                </a:cubicBezTo>
                <a:cubicBezTo>
                  <a:pt x="1160469" y="62788"/>
                  <a:pt x="1160514" y="53113"/>
                  <a:pt x="1160514" y="43238"/>
                </a:cubicBezTo>
                <a:cubicBezTo>
                  <a:pt x="1158912" y="43238"/>
                  <a:pt x="1157310" y="43283"/>
                  <a:pt x="1155709" y="43373"/>
                </a:cubicBezTo>
                <a:cubicBezTo>
                  <a:pt x="1154108" y="43461"/>
                  <a:pt x="1152507" y="43550"/>
                  <a:pt x="1150905" y="43639"/>
                </a:cubicBezTo>
                <a:cubicBezTo>
                  <a:pt x="1150995" y="43194"/>
                  <a:pt x="1151061" y="42749"/>
                  <a:pt x="1151105" y="42306"/>
                </a:cubicBezTo>
                <a:cubicBezTo>
                  <a:pt x="1151149" y="41860"/>
                  <a:pt x="1151172" y="41415"/>
                  <a:pt x="1151172" y="40970"/>
                </a:cubicBezTo>
                <a:cubicBezTo>
                  <a:pt x="1151172" y="40524"/>
                  <a:pt x="1151149" y="40080"/>
                  <a:pt x="1151105" y="39636"/>
                </a:cubicBezTo>
                <a:cubicBezTo>
                  <a:pt x="1151061" y="39191"/>
                  <a:pt x="1150995" y="38745"/>
                  <a:pt x="1150905" y="38300"/>
                </a:cubicBezTo>
                <a:cubicBezTo>
                  <a:pt x="1152507" y="38300"/>
                  <a:pt x="1154130" y="38323"/>
                  <a:pt x="1155776" y="38367"/>
                </a:cubicBezTo>
                <a:cubicBezTo>
                  <a:pt x="1157422" y="38412"/>
                  <a:pt x="1159002" y="38435"/>
                  <a:pt x="1160514" y="38435"/>
                </a:cubicBezTo>
                <a:cubicBezTo>
                  <a:pt x="1160514" y="35854"/>
                  <a:pt x="1160781" y="33051"/>
                  <a:pt x="1161314" y="30027"/>
                </a:cubicBezTo>
                <a:cubicBezTo>
                  <a:pt x="1161848" y="27002"/>
                  <a:pt x="1162626" y="24022"/>
                  <a:pt x="1163648" y="21086"/>
                </a:cubicBezTo>
                <a:cubicBezTo>
                  <a:pt x="1164672" y="18149"/>
                  <a:pt x="1165895" y="15369"/>
                  <a:pt x="1167319" y="12745"/>
                </a:cubicBezTo>
                <a:cubicBezTo>
                  <a:pt x="1168743" y="10121"/>
                  <a:pt x="1170345" y="7919"/>
                  <a:pt x="1172123" y="6139"/>
                </a:cubicBezTo>
                <a:cubicBezTo>
                  <a:pt x="1173725" y="4537"/>
                  <a:pt x="1175749" y="3114"/>
                  <a:pt x="1178195" y="1869"/>
                </a:cubicBezTo>
                <a:cubicBezTo>
                  <a:pt x="1180641" y="623"/>
                  <a:pt x="1183155" y="0"/>
                  <a:pt x="1185735" y="0"/>
                </a:cubicBezTo>
                <a:cubicBezTo>
                  <a:pt x="1186714" y="0"/>
                  <a:pt x="1187604" y="134"/>
                  <a:pt x="1188405" y="401"/>
                </a:cubicBezTo>
                <a:cubicBezTo>
                  <a:pt x="1188315" y="2181"/>
                  <a:pt x="1188204" y="3961"/>
                  <a:pt x="1188071" y="5740"/>
                </a:cubicBezTo>
                <a:cubicBezTo>
                  <a:pt x="1187938" y="7519"/>
                  <a:pt x="1187871" y="9298"/>
                  <a:pt x="1187871" y="11077"/>
                </a:cubicBezTo>
                <a:lnTo>
                  <a:pt x="1187069" y="11476"/>
                </a:lnTo>
                <a:close/>
                <a:moveTo>
                  <a:pt x="1202150" y="69528"/>
                </a:moveTo>
                <a:cubicBezTo>
                  <a:pt x="1202150" y="73264"/>
                  <a:pt x="1202483" y="76867"/>
                  <a:pt x="1203150" y="80337"/>
                </a:cubicBezTo>
                <a:cubicBezTo>
                  <a:pt x="1203818" y="83807"/>
                  <a:pt x="1204952" y="86898"/>
                  <a:pt x="1206553" y="89612"/>
                </a:cubicBezTo>
                <a:cubicBezTo>
                  <a:pt x="1208154" y="92326"/>
                  <a:pt x="1210290" y="94484"/>
                  <a:pt x="1212959" y="96085"/>
                </a:cubicBezTo>
                <a:cubicBezTo>
                  <a:pt x="1215628" y="97686"/>
                  <a:pt x="1218920" y="98486"/>
                  <a:pt x="1222835" y="98486"/>
                </a:cubicBezTo>
                <a:cubicBezTo>
                  <a:pt x="1226750" y="98486"/>
                  <a:pt x="1230042" y="97686"/>
                  <a:pt x="1232710" y="96085"/>
                </a:cubicBezTo>
                <a:cubicBezTo>
                  <a:pt x="1235379" y="94484"/>
                  <a:pt x="1237514" y="92326"/>
                  <a:pt x="1239115" y="89612"/>
                </a:cubicBezTo>
                <a:cubicBezTo>
                  <a:pt x="1240716" y="86898"/>
                  <a:pt x="1241851" y="83807"/>
                  <a:pt x="1242517" y="80337"/>
                </a:cubicBezTo>
                <a:cubicBezTo>
                  <a:pt x="1243185" y="76867"/>
                  <a:pt x="1243519" y="73264"/>
                  <a:pt x="1243519" y="69528"/>
                </a:cubicBezTo>
                <a:cubicBezTo>
                  <a:pt x="1243519" y="65791"/>
                  <a:pt x="1243185" y="62188"/>
                  <a:pt x="1242517" y="58718"/>
                </a:cubicBezTo>
                <a:cubicBezTo>
                  <a:pt x="1241851" y="55248"/>
                  <a:pt x="1240716" y="52157"/>
                  <a:pt x="1239115" y="49445"/>
                </a:cubicBezTo>
                <a:cubicBezTo>
                  <a:pt x="1237514" y="46731"/>
                  <a:pt x="1235379" y="44573"/>
                  <a:pt x="1232710" y="42971"/>
                </a:cubicBezTo>
                <a:cubicBezTo>
                  <a:pt x="1230042" y="41370"/>
                  <a:pt x="1226750" y="40569"/>
                  <a:pt x="1222835" y="40569"/>
                </a:cubicBezTo>
                <a:cubicBezTo>
                  <a:pt x="1218920" y="40569"/>
                  <a:pt x="1215628" y="41370"/>
                  <a:pt x="1212959" y="42971"/>
                </a:cubicBezTo>
                <a:cubicBezTo>
                  <a:pt x="1210290" y="44573"/>
                  <a:pt x="1208154" y="46731"/>
                  <a:pt x="1206553" y="49445"/>
                </a:cubicBezTo>
                <a:cubicBezTo>
                  <a:pt x="1204952" y="52157"/>
                  <a:pt x="1203818" y="55248"/>
                  <a:pt x="1203150" y="58718"/>
                </a:cubicBezTo>
                <a:cubicBezTo>
                  <a:pt x="1202483" y="62188"/>
                  <a:pt x="1202150" y="65791"/>
                  <a:pt x="1202150" y="69528"/>
                </a:cubicBezTo>
                <a:moveTo>
                  <a:pt x="1190407" y="69528"/>
                </a:moveTo>
                <a:cubicBezTo>
                  <a:pt x="1190407" y="63478"/>
                  <a:pt x="1191363" y="58340"/>
                  <a:pt x="1193276" y="54114"/>
                </a:cubicBezTo>
                <a:cubicBezTo>
                  <a:pt x="1195189" y="49888"/>
                  <a:pt x="1197702" y="46463"/>
                  <a:pt x="1200814" y="43839"/>
                </a:cubicBezTo>
                <a:cubicBezTo>
                  <a:pt x="1203928" y="41215"/>
                  <a:pt x="1207421" y="39302"/>
                  <a:pt x="1211291" y="38101"/>
                </a:cubicBezTo>
                <a:cubicBezTo>
                  <a:pt x="1215161" y="36899"/>
                  <a:pt x="1219009" y="36299"/>
                  <a:pt x="1222835" y="36299"/>
                </a:cubicBezTo>
                <a:cubicBezTo>
                  <a:pt x="1226750" y="36299"/>
                  <a:pt x="1230620" y="36899"/>
                  <a:pt x="1234445" y="38101"/>
                </a:cubicBezTo>
                <a:cubicBezTo>
                  <a:pt x="1238271" y="39302"/>
                  <a:pt x="1241740" y="41215"/>
                  <a:pt x="1244853" y="43839"/>
                </a:cubicBezTo>
                <a:cubicBezTo>
                  <a:pt x="1247967" y="46463"/>
                  <a:pt x="1250480" y="49888"/>
                  <a:pt x="1252393" y="54114"/>
                </a:cubicBezTo>
                <a:cubicBezTo>
                  <a:pt x="1254306" y="58340"/>
                  <a:pt x="1255262" y="63478"/>
                  <a:pt x="1255262" y="69528"/>
                </a:cubicBezTo>
                <a:cubicBezTo>
                  <a:pt x="1255262" y="75577"/>
                  <a:pt x="1254306" y="80715"/>
                  <a:pt x="1252393" y="84941"/>
                </a:cubicBezTo>
                <a:cubicBezTo>
                  <a:pt x="1250480" y="89167"/>
                  <a:pt x="1247967" y="92593"/>
                  <a:pt x="1244853" y="95218"/>
                </a:cubicBezTo>
                <a:cubicBezTo>
                  <a:pt x="1241740" y="97842"/>
                  <a:pt x="1238271" y="99688"/>
                  <a:pt x="1234445" y="100755"/>
                </a:cubicBezTo>
                <a:cubicBezTo>
                  <a:pt x="1230620" y="101822"/>
                  <a:pt x="1226750" y="102355"/>
                  <a:pt x="1222835" y="102355"/>
                </a:cubicBezTo>
                <a:cubicBezTo>
                  <a:pt x="1219009" y="102355"/>
                  <a:pt x="1215161" y="101822"/>
                  <a:pt x="1211291" y="100755"/>
                </a:cubicBezTo>
                <a:cubicBezTo>
                  <a:pt x="1207421" y="99688"/>
                  <a:pt x="1203928" y="97842"/>
                  <a:pt x="1200814" y="95218"/>
                </a:cubicBezTo>
                <a:cubicBezTo>
                  <a:pt x="1197702" y="92593"/>
                  <a:pt x="1195189" y="89167"/>
                  <a:pt x="1193276" y="84941"/>
                </a:cubicBezTo>
                <a:cubicBezTo>
                  <a:pt x="1191363" y="80715"/>
                  <a:pt x="1190407" y="75577"/>
                  <a:pt x="1190407" y="69528"/>
                </a:cubicBezTo>
                <a:close/>
                <a:moveTo>
                  <a:pt x="1300634" y="48575"/>
                </a:moveTo>
                <a:cubicBezTo>
                  <a:pt x="1300190" y="48042"/>
                  <a:pt x="1299323" y="47553"/>
                  <a:pt x="1298032" y="47109"/>
                </a:cubicBezTo>
                <a:cubicBezTo>
                  <a:pt x="1296742" y="46664"/>
                  <a:pt x="1295430" y="46441"/>
                  <a:pt x="1294096" y="46441"/>
                </a:cubicBezTo>
                <a:cubicBezTo>
                  <a:pt x="1291960" y="46441"/>
                  <a:pt x="1290048" y="46931"/>
                  <a:pt x="1288358" y="47909"/>
                </a:cubicBezTo>
                <a:cubicBezTo>
                  <a:pt x="1286668" y="48888"/>
                  <a:pt x="1285244" y="50200"/>
                  <a:pt x="1284088" y="51845"/>
                </a:cubicBezTo>
                <a:cubicBezTo>
                  <a:pt x="1282931" y="53491"/>
                  <a:pt x="1282041" y="55448"/>
                  <a:pt x="1281418" y="57718"/>
                </a:cubicBezTo>
                <a:cubicBezTo>
                  <a:pt x="1280796" y="59986"/>
                  <a:pt x="1280485" y="62410"/>
                  <a:pt x="1280485" y="64990"/>
                </a:cubicBezTo>
                <a:lnTo>
                  <a:pt x="1280485" y="79669"/>
                </a:lnTo>
                <a:cubicBezTo>
                  <a:pt x="1280485" y="85630"/>
                  <a:pt x="1280507" y="90190"/>
                  <a:pt x="1280551" y="93349"/>
                </a:cubicBezTo>
                <a:cubicBezTo>
                  <a:pt x="1280595" y="96506"/>
                  <a:pt x="1280751" y="99064"/>
                  <a:pt x="1281019" y="101021"/>
                </a:cubicBezTo>
                <a:cubicBezTo>
                  <a:pt x="1279239" y="100844"/>
                  <a:pt x="1277460" y="100755"/>
                  <a:pt x="1275680" y="100755"/>
                </a:cubicBezTo>
                <a:cubicBezTo>
                  <a:pt x="1273722" y="100755"/>
                  <a:pt x="1271854" y="100844"/>
                  <a:pt x="1270076" y="101021"/>
                </a:cubicBezTo>
                <a:cubicBezTo>
                  <a:pt x="1270342" y="97997"/>
                  <a:pt x="1270498" y="93882"/>
                  <a:pt x="1270542" y="88677"/>
                </a:cubicBezTo>
                <a:cubicBezTo>
                  <a:pt x="1270587" y="83473"/>
                  <a:pt x="1270610" y="77090"/>
                  <a:pt x="1270610" y="69528"/>
                </a:cubicBezTo>
                <a:lnTo>
                  <a:pt x="1270610" y="65256"/>
                </a:lnTo>
                <a:cubicBezTo>
                  <a:pt x="1270610" y="61788"/>
                  <a:pt x="1270587" y="57785"/>
                  <a:pt x="1270542" y="53248"/>
                </a:cubicBezTo>
                <a:cubicBezTo>
                  <a:pt x="1270498" y="48710"/>
                  <a:pt x="1270342" y="43505"/>
                  <a:pt x="1270076" y="37632"/>
                </a:cubicBezTo>
                <a:cubicBezTo>
                  <a:pt x="1271055" y="37811"/>
                  <a:pt x="1271989" y="37968"/>
                  <a:pt x="1272878" y="38101"/>
                </a:cubicBezTo>
                <a:cubicBezTo>
                  <a:pt x="1273767" y="38234"/>
                  <a:pt x="1274701" y="38300"/>
                  <a:pt x="1275680" y="38300"/>
                </a:cubicBezTo>
                <a:cubicBezTo>
                  <a:pt x="1276481" y="38300"/>
                  <a:pt x="1277326" y="38234"/>
                  <a:pt x="1278215" y="38101"/>
                </a:cubicBezTo>
                <a:cubicBezTo>
                  <a:pt x="1279105" y="37968"/>
                  <a:pt x="1280040" y="37811"/>
                  <a:pt x="1281019" y="37632"/>
                </a:cubicBezTo>
                <a:cubicBezTo>
                  <a:pt x="1280663" y="40836"/>
                  <a:pt x="1280463" y="43372"/>
                  <a:pt x="1280418" y="45240"/>
                </a:cubicBezTo>
                <a:cubicBezTo>
                  <a:pt x="1280373" y="47108"/>
                  <a:pt x="1280351" y="48887"/>
                  <a:pt x="1280351" y="50577"/>
                </a:cubicBezTo>
                <a:lnTo>
                  <a:pt x="1280618" y="50711"/>
                </a:lnTo>
                <a:cubicBezTo>
                  <a:pt x="1285867" y="41103"/>
                  <a:pt x="1291739" y="36299"/>
                  <a:pt x="1298234" y="36299"/>
                </a:cubicBezTo>
                <a:cubicBezTo>
                  <a:pt x="1299034" y="36299"/>
                  <a:pt x="1299724" y="36343"/>
                  <a:pt x="1300302" y="36433"/>
                </a:cubicBezTo>
                <a:cubicBezTo>
                  <a:pt x="1300881" y="36521"/>
                  <a:pt x="1301614" y="36743"/>
                  <a:pt x="1302504" y="37099"/>
                </a:cubicBezTo>
                <a:cubicBezTo>
                  <a:pt x="1302058" y="38167"/>
                  <a:pt x="1301791" y="39791"/>
                  <a:pt x="1301701" y="41972"/>
                </a:cubicBezTo>
                <a:cubicBezTo>
                  <a:pt x="1301613" y="44150"/>
                  <a:pt x="1301569" y="46130"/>
                  <a:pt x="1301569" y="47909"/>
                </a:cubicBezTo>
                <a:lnTo>
                  <a:pt x="1300634" y="48575"/>
                </a:lnTo>
                <a:close/>
                <a:moveTo>
                  <a:pt x="1407497" y="62589"/>
                </a:moveTo>
                <a:cubicBezTo>
                  <a:pt x="1407497" y="58586"/>
                  <a:pt x="1407430" y="54382"/>
                  <a:pt x="1407296" y="49978"/>
                </a:cubicBezTo>
                <a:cubicBezTo>
                  <a:pt x="1407163" y="45574"/>
                  <a:pt x="1406874" y="41459"/>
                  <a:pt x="1406430" y="37632"/>
                </a:cubicBezTo>
                <a:cubicBezTo>
                  <a:pt x="1408921" y="38078"/>
                  <a:pt x="1410923" y="38300"/>
                  <a:pt x="1412435" y="38300"/>
                </a:cubicBezTo>
                <a:cubicBezTo>
                  <a:pt x="1413147" y="38300"/>
                  <a:pt x="1413924" y="38234"/>
                  <a:pt x="1414769" y="38101"/>
                </a:cubicBezTo>
                <a:cubicBezTo>
                  <a:pt x="1415615" y="37968"/>
                  <a:pt x="1416616" y="37811"/>
                  <a:pt x="1417772" y="37632"/>
                </a:cubicBezTo>
                <a:cubicBezTo>
                  <a:pt x="1417505" y="41192"/>
                  <a:pt x="1417371" y="44750"/>
                  <a:pt x="1417371" y="48308"/>
                </a:cubicBezTo>
                <a:lnTo>
                  <a:pt x="1417640" y="48308"/>
                </a:lnTo>
                <a:cubicBezTo>
                  <a:pt x="1422355" y="40302"/>
                  <a:pt x="1428982" y="36299"/>
                  <a:pt x="1437522" y="36299"/>
                </a:cubicBezTo>
                <a:cubicBezTo>
                  <a:pt x="1439747" y="36299"/>
                  <a:pt x="1441927" y="36632"/>
                  <a:pt x="1444063" y="37300"/>
                </a:cubicBezTo>
                <a:cubicBezTo>
                  <a:pt x="1446198" y="37967"/>
                  <a:pt x="1448132" y="38878"/>
                  <a:pt x="1449866" y="40035"/>
                </a:cubicBezTo>
                <a:cubicBezTo>
                  <a:pt x="1451601" y="41192"/>
                  <a:pt x="1453091" y="42593"/>
                  <a:pt x="1454336" y="44240"/>
                </a:cubicBezTo>
                <a:cubicBezTo>
                  <a:pt x="1455582" y="45885"/>
                  <a:pt x="1456428" y="47642"/>
                  <a:pt x="1456873" y="49510"/>
                </a:cubicBezTo>
                <a:lnTo>
                  <a:pt x="1457140" y="49510"/>
                </a:lnTo>
                <a:cubicBezTo>
                  <a:pt x="1459275" y="45239"/>
                  <a:pt x="1462189" y="41970"/>
                  <a:pt x="1465881" y="39701"/>
                </a:cubicBezTo>
                <a:cubicBezTo>
                  <a:pt x="1469574" y="37433"/>
                  <a:pt x="1473821" y="36299"/>
                  <a:pt x="1478624" y="36299"/>
                </a:cubicBezTo>
                <a:cubicBezTo>
                  <a:pt x="1481561" y="36299"/>
                  <a:pt x="1484274" y="36699"/>
                  <a:pt x="1486765" y="37500"/>
                </a:cubicBezTo>
                <a:cubicBezTo>
                  <a:pt x="1489256" y="38301"/>
                  <a:pt x="1491413" y="39546"/>
                  <a:pt x="1493236" y="41236"/>
                </a:cubicBezTo>
                <a:cubicBezTo>
                  <a:pt x="1495061" y="42927"/>
                  <a:pt x="1496485" y="45106"/>
                  <a:pt x="1497509" y="47775"/>
                </a:cubicBezTo>
                <a:cubicBezTo>
                  <a:pt x="1498532" y="50444"/>
                  <a:pt x="1499044" y="53647"/>
                  <a:pt x="1499044" y="57384"/>
                </a:cubicBezTo>
                <a:cubicBezTo>
                  <a:pt x="1499044" y="58896"/>
                  <a:pt x="1498999" y="60542"/>
                  <a:pt x="1498910" y="62322"/>
                </a:cubicBezTo>
                <a:cubicBezTo>
                  <a:pt x="1498820" y="64100"/>
                  <a:pt x="1498730" y="66169"/>
                  <a:pt x="1498641" y="68527"/>
                </a:cubicBezTo>
                <a:cubicBezTo>
                  <a:pt x="1498553" y="70885"/>
                  <a:pt x="1498464" y="73554"/>
                  <a:pt x="1498374" y="76535"/>
                </a:cubicBezTo>
                <a:cubicBezTo>
                  <a:pt x="1498286" y="79515"/>
                  <a:pt x="1498242" y="82962"/>
                  <a:pt x="1498242" y="86875"/>
                </a:cubicBezTo>
                <a:cubicBezTo>
                  <a:pt x="1498242" y="89278"/>
                  <a:pt x="1498264" y="91592"/>
                  <a:pt x="1498309" y="93817"/>
                </a:cubicBezTo>
                <a:cubicBezTo>
                  <a:pt x="1498354" y="96041"/>
                  <a:pt x="1498465" y="98442"/>
                  <a:pt x="1498643" y="101021"/>
                </a:cubicBezTo>
                <a:cubicBezTo>
                  <a:pt x="1497664" y="100844"/>
                  <a:pt x="1496685" y="100755"/>
                  <a:pt x="1495706" y="100755"/>
                </a:cubicBezTo>
                <a:cubicBezTo>
                  <a:pt x="1494728" y="100755"/>
                  <a:pt x="1493794" y="100755"/>
                  <a:pt x="1492905" y="100755"/>
                </a:cubicBezTo>
                <a:cubicBezTo>
                  <a:pt x="1491926" y="100755"/>
                  <a:pt x="1490947" y="100755"/>
                  <a:pt x="1489968" y="100755"/>
                </a:cubicBezTo>
                <a:cubicBezTo>
                  <a:pt x="1488990" y="100755"/>
                  <a:pt x="1488011" y="100844"/>
                  <a:pt x="1487032" y="101021"/>
                </a:cubicBezTo>
                <a:cubicBezTo>
                  <a:pt x="1487299" y="98798"/>
                  <a:pt x="1487589" y="94305"/>
                  <a:pt x="1487899" y="87543"/>
                </a:cubicBezTo>
                <a:cubicBezTo>
                  <a:pt x="1488212" y="80782"/>
                  <a:pt x="1488368" y="71351"/>
                  <a:pt x="1488368" y="59251"/>
                </a:cubicBezTo>
                <a:cubicBezTo>
                  <a:pt x="1488368" y="57028"/>
                  <a:pt x="1488123" y="54937"/>
                  <a:pt x="1487633" y="52980"/>
                </a:cubicBezTo>
                <a:cubicBezTo>
                  <a:pt x="1487144" y="51022"/>
                  <a:pt x="1486365" y="49332"/>
                  <a:pt x="1485297" y="47909"/>
                </a:cubicBezTo>
                <a:cubicBezTo>
                  <a:pt x="1484230" y="46485"/>
                  <a:pt x="1482807" y="45351"/>
                  <a:pt x="1481027" y="44507"/>
                </a:cubicBezTo>
                <a:cubicBezTo>
                  <a:pt x="1479247" y="43661"/>
                  <a:pt x="1477023" y="43238"/>
                  <a:pt x="1474354" y="43238"/>
                </a:cubicBezTo>
                <a:cubicBezTo>
                  <a:pt x="1471152" y="43238"/>
                  <a:pt x="1468438" y="43861"/>
                  <a:pt x="1466213" y="45107"/>
                </a:cubicBezTo>
                <a:cubicBezTo>
                  <a:pt x="1463990" y="46352"/>
                  <a:pt x="1462255" y="47820"/>
                  <a:pt x="1461010" y="49510"/>
                </a:cubicBezTo>
                <a:cubicBezTo>
                  <a:pt x="1460298" y="50489"/>
                  <a:pt x="1459741" y="51467"/>
                  <a:pt x="1459341" y="52446"/>
                </a:cubicBezTo>
                <a:cubicBezTo>
                  <a:pt x="1458942" y="53425"/>
                  <a:pt x="1458631" y="54915"/>
                  <a:pt x="1458408" y="56918"/>
                </a:cubicBezTo>
                <a:cubicBezTo>
                  <a:pt x="1458185" y="58919"/>
                  <a:pt x="1458029" y="61721"/>
                  <a:pt x="1457940" y="65324"/>
                </a:cubicBezTo>
                <a:cubicBezTo>
                  <a:pt x="1457852" y="68926"/>
                  <a:pt x="1457807" y="73886"/>
                  <a:pt x="1457807" y="80203"/>
                </a:cubicBezTo>
                <a:cubicBezTo>
                  <a:pt x="1457807" y="84029"/>
                  <a:pt x="1457874" y="87522"/>
                  <a:pt x="1458007" y="90681"/>
                </a:cubicBezTo>
                <a:cubicBezTo>
                  <a:pt x="1458140" y="93839"/>
                  <a:pt x="1458296" y="97285"/>
                  <a:pt x="1458475" y="101021"/>
                </a:cubicBezTo>
                <a:cubicBezTo>
                  <a:pt x="1456428" y="100844"/>
                  <a:pt x="1454471" y="100755"/>
                  <a:pt x="1452603" y="100755"/>
                </a:cubicBezTo>
                <a:cubicBezTo>
                  <a:pt x="1450735" y="100755"/>
                  <a:pt x="1448777" y="100844"/>
                  <a:pt x="1446730" y="101021"/>
                </a:cubicBezTo>
                <a:cubicBezTo>
                  <a:pt x="1447175" y="96129"/>
                  <a:pt x="1447487" y="91147"/>
                  <a:pt x="1447665" y="86075"/>
                </a:cubicBezTo>
                <a:cubicBezTo>
                  <a:pt x="1447843" y="81003"/>
                  <a:pt x="1447932" y="76021"/>
                  <a:pt x="1447932" y="71129"/>
                </a:cubicBezTo>
                <a:cubicBezTo>
                  <a:pt x="1447932" y="66948"/>
                  <a:pt x="1447909" y="63678"/>
                  <a:pt x="1447864" y="61320"/>
                </a:cubicBezTo>
                <a:cubicBezTo>
                  <a:pt x="1447821" y="58962"/>
                  <a:pt x="1447710" y="57094"/>
                  <a:pt x="1447532" y="55716"/>
                </a:cubicBezTo>
                <a:cubicBezTo>
                  <a:pt x="1447355" y="54337"/>
                  <a:pt x="1447110" y="53203"/>
                  <a:pt x="1446797" y="52314"/>
                </a:cubicBezTo>
                <a:cubicBezTo>
                  <a:pt x="1446486" y="51423"/>
                  <a:pt x="1446064" y="50445"/>
                  <a:pt x="1445531" y="49377"/>
                </a:cubicBezTo>
                <a:cubicBezTo>
                  <a:pt x="1444552" y="47686"/>
                  <a:pt x="1443017" y="46240"/>
                  <a:pt x="1440925" y="45040"/>
                </a:cubicBezTo>
                <a:cubicBezTo>
                  <a:pt x="1438834" y="43839"/>
                  <a:pt x="1436677" y="43238"/>
                  <a:pt x="1434453" y="43238"/>
                </a:cubicBezTo>
                <a:cubicBezTo>
                  <a:pt x="1428582" y="43238"/>
                  <a:pt x="1424267" y="45151"/>
                  <a:pt x="1421509" y="48976"/>
                </a:cubicBezTo>
                <a:cubicBezTo>
                  <a:pt x="1418750" y="52802"/>
                  <a:pt x="1417371" y="58184"/>
                  <a:pt x="1417371" y="65124"/>
                </a:cubicBezTo>
                <a:lnTo>
                  <a:pt x="1417371" y="76466"/>
                </a:lnTo>
                <a:cubicBezTo>
                  <a:pt x="1417371" y="80471"/>
                  <a:pt x="1417438" y="84675"/>
                  <a:pt x="1417571" y="89079"/>
                </a:cubicBezTo>
                <a:cubicBezTo>
                  <a:pt x="1417705" y="93482"/>
                  <a:pt x="1417995" y="97463"/>
                  <a:pt x="1418440" y="101021"/>
                </a:cubicBezTo>
                <a:cubicBezTo>
                  <a:pt x="1416393" y="100844"/>
                  <a:pt x="1414391" y="100755"/>
                  <a:pt x="1412435" y="100755"/>
                </a:cubicBezTo>
                <a:cubicBezTo>
                  <a:pt x="1410478" y="100755"/>
                  <a:pt x="1408476" y="100844"/>
                  <a:pt x="1406430" y="101021"/>
                </a:cubicBezTo>
                <a:cubicBezTo>
                  <a:pt x="1406874" y="97463"/>
                  <a:pt x="1407163" y="93482"/>
                  <a:pt x="1407296" y="89079"/>
                </a:cubicBezTo>
                <a:cubicBezTo>
                  <a:pt x="1407430" y="84675"/>
                  <a:pt x="1407497" y="80471"/>
                  <a:pt x="1407497" y="76466"/>
                </a:cubicBezTo>
                <a:lnTo>
                  <a:pt x="1407497" y="62589"/>
                </a:lnTo>
                <a:close/>
                <a:moveTo>
                  <a:pt x="1536276" y="101156"/>
                </a:moveTo>
                <a:cubicBezTo>
                  <a:pt x="1535297" y="98753"/>
                  <a:pt x="1534029" y="95639"/>
                  <a:pt x="1532472" y="91813"/>
                </a:cubicBezTo>
                <a:cubicBezTo>
                  <a:pt x="1530915" y="87988"/>
                  <a:pt x="1529246" y="83962"/>
                  <a:pt x="1527467" y="79736"/>
                </a:cubicBezTo>
                <a:cubicBezTo>
                  <a:pt x="1525688" y="75510"/>
                  <a:pt x="1523865" y="71195"/>
                  <a:pt x="1521995" y="66792"/>
                </a:cubicBezTo>
                <a:cubicBezTo>
                  <a:pt x="1520127" y="62388"/>
                  <a:pt x="1518371" y="58251"/>
                  <a:pt x="1516725" y="54381"/>
                </a:cubicBezTo>
                <a:cubicBezTo>
                  <a:pt x="1515080" y="50510"/>
                  <a:pt x="1513634" y="47108"/>
                  <a:pt x="1512388" y="44173"/>
                </a:cubicBezTo>
                <a:cubicBezTo>
                  <a:pt x="1511143" y="41236"/>
                  <a:pt x="1510209" y="39056"/>
                  <a:pt x="1509586" y="37632"/>
                </a:cubicBezTo>
                <a:cubicBezTo>
                  <a:pt x="1510743" y="37811"/>
                  <a:pt x="1511810" y="37968"/>
                  <a:pt x="1512789" y="38101"/>
                </a:cubicBezTo>
                <a:cubicBezTo>
                  <a:pt x="1513768" y="38234"/>
                  <a:pt x="1514746" y="38300"/>
                  <a:pt x="1515724" y="38300"/>
                </a:cubicBezTo>
                <a:cubicBezTo>
                  <a:pt x="1516702" y="38300"/>
                  <a:pt x="1517681" y="38234"/>
                  <a:pt x="1518660" y="38101"/>
                </a:cubicBezTo>
                <a:cubicBezTo>
                  <a:pt x="1519639" y="37968"/>
                  <a:pt x="1520706" y="37811"/>
                  <a:pt x="1521863" y="37632"/>
                </a:cubicBezTo>
                <a:cubicBezTo>
                  <a:pt x="1524621" y="46174"/>
                  <a:pt x="1527691" y="54626"/>
                  <a:pt x="1531071" y="62990"/>
                </a:cubicBezTo>
                <a:cubicBezTo>
                  <a:pt x="1534451" y="71352"/>
                  <a:pt x="1538010" y="79981"/>
                  <a:pt x="1541747" y="88877"/>
                </a:cubicBezTo>
                <a:cubicBezTo>
                  <a:pt x="1545483" y="81048"/>
                  <a:pt x="1549063" y="72686"/>
                  <a:pt x="1552488" y="63790"/>
                </a:cubicBezTo>
                <a:cubicBezTo>
                  <a:pt x="1555915" y="54893"/>
                  <a:pt x="1558962" y="46174"/>
                  <a:pt x="1561631" y="37632"/>
                </a:cubicBezTo>
                <a:cubicBezTo>
                  <a:pt x="1563411" y="38078"/>
                  <a:pt x="1564879" y="38300"/>
                  <a:pt x="1566036" y="38300"/>
                </a:cubicBezTo>
                <a:cubicBezTo>
                  <a:pt x="1567191" y="38300"/>
                  <a:pt x="1568658" y="38078"/>
                  <a:pt x="1570438" y="37632"/>
                </a:cubicBezTo>
                <a:cubicBezTo>
                  <a:pt x="1569815" y="38878"/>
                  <a:pt x="1568814" y="40992"/>
                  <a:pt x="1567435" y="43973"/>
                </a:cubicBezTo>
                <a:cubicBezTo>
                  <a:pt x="1566057" y="46953"/>
                  <a:pt x="1564411" y="50512"/>
                  <a:pt x="1562499" y="54649"/>
                </a:cubicBezTo>
                <a:cubicBezTo>
                  <a:pt x="1560586" y="58786"/>
                  <a:pt x="1558495" y="63367"/>
                  <a:pt x="1556225" y="68394"/>
                </a:cubicBezTo>
                <a:cubicBezTo>
                  <a:pt x="1553957" y="73420"/>
                  <a:pt x="1551643" y="78580"/>
                  <a:pt x="1549285" y="83874"/>
                </a:cubicBezTo>
                <a:cubicBezTo>
                  <a:pt x="1546929" y="89167"/>
                  <a:pt x="1544594" y="94416"/>
                  <a:pt x="1542281" y="99620"/>
                </a:cubicBezTo>
                <a:cubicBezTo>
                  <a:pt x="1539967" y="104825"/>
                  <a:pt x="1537832" y="109762"/>
                  <a:pt x="1535874" y="114432"/>
                </a:cubicBezTo>
                <a:cubicBezTo>
                  <a:pt x="1533918" y="119103"/>
                  <a:pt x="1532206" y="123329"/>
                  <a:pt x="1530737" y="127110"/>
                </a:cubicBezTo>
                <a:cubicBezTo>
                  <a:pt x="1529269" y="130892"/>
                  <a:pt x="1528180" y="133895"/>
                  <a:pt x="1527469" y="136119"/>
                </a:cubicBezTo>
                <a:cubicBezTo>
                  <a:pt x="1525689" y="135673"/>
                  <a:pt x="1524176" y="135451"/>
                  <a:pt x="1522930" y="135451"/>
                </a:cubicBezTo>
                <a:cubicBezTo>
                  <a:pt x="1521685" y="135451"/>
                  <a:pt x="1520173" y="135673"/>
                  <a:pt x="1518393" y="136119"/>
                </a:cubicBezTo>
                <a:cubicBezTo>
                  <a:pt x="1525422" y="124464"/>
                  <a:pt x="1531383" y="112810"/>
                  <a:pt x="1536276" y="1011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familyaboutwhichhealthcareprovider">
            <a:extLst xmlns:a="http://schemas.openxmlformats.org/drawingml/2006/main">
              <a:ext uri="{FF2B5EF4-FFF2-40B4-BE49-F238E27FC236}">
                <a16:creationId xmlns:a16="http://schemas.microsoft.com/office/drawing/2014/main" id="{D0C236A8-B750-4E20-A561-5D49258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638" y="1844298"/>
            <a:ext cx="2404566" cy="136119"/>
          </a:xfrm>
          <a:custGeom xmlns:a="http://schemas.openxmlformats.org/drawingml/2006/main">
            <a:pathLst>
              <a:path w="2404566" h="136119">
                <a:moveTo>
                  <a:pt x="36164" y="11476"/>
                </a:moveTo>
                <a:cubicBezTo>
                  <a:pt x="34030" y="10142"/>
                  <a:pt x="31584" y="9475"/>
                  <a:pt x="28825" y="9475"/>
                </a:cubicBezTo>
                <a:cubicBezTo>
                  <a:pt x="26868" y="9475"/>
                  <a:pt x="25200" y="9853"/>
                  <a:pt x="23820" y="10609"/>
                </a:cubicBezTo>
                <a:cubicBezTo>
                  <a:pt x="22441" y="11365"/>
                  <a:pt x="21307" y="12344"/>
                  <a:pt x="20418" y="13545"/>
                </a:cubicBezTo>
                <a:cubicBezTo>
                  <a:pt x="19529" y="14747"/>
                  <a:pt x="18884" y="16148"/>
                  <a:pt x="18483" y="17750"/>
                </a:cubicBezTo>
                <a:cubicBezTo>
                  <a:pt x="18083" y="19351"/>
                  <a:pt x="17883" y="21041"/>
                  <a:pt x="17883" y="22820"/>
                </a:cubicBezTo>
                <a:cubicBezTo>
                  <a:pt x="17883" y="24422"/>
                  <a:pt x="18038" y="26736"/>
                  <a:pt x="18349" y="29760"/>
                </a:cubicBezTo>
                <a:cubicBezTo>
                  <a:pt x="18661" y="32785"/>
                  <a:pt x="19039" y="35676"/>
                  <a:pt x="19483" y="38435"/>
                </a:cubicBezTo>
                <a:cubicBezTo>
                  <a:pt x="21796" y="38435"/>
                  <a:pt x="24087" y="38412"/>
                  <a:pt x="26355" y="38367"/>
                </a:cubicBezTo>
                <a:cubicBezTo>
                  <a:pt x="28625" y="38323"/>
                  <a:pt x="30917" y="38300"/>
                  <a:pt x="33230" y="38300"/>
                </a:cubicBezTo>
                <a:cubicBezTo>
                  <a:pt x="33140" y="38745"/>
                  <a:pt x="33073" y="39191"/>
                  <a:pt x="33028" y="39636"/>
                </a:cubicBezTo>
                <a:cubicBezTo>
                  <a:pt x="32985" y="40080"/>
                  <a:pt x="32963" y="40524"/>
                  <a:pt x="32963" y="40970"/>
                </a:cubicBezTo>
                <a:cubicBezTo>
                  <a:pt x="32963" y="41415"/>
                  <a:pt x="32985" y="41860"/>
                  <a:pt x="33028" y="42306"/>
                </a:cubicBezTo>
                <a:cubicBezTo>
                  <a:pt x="33073" y="42749"/>
                  <a:pt x="33140" y="43194"/>
                  <a:pt x="33230" y="43639"/>
                </a:cubicBezTo>
                <a:cubicBezTo>
                  <a:pt x="30917" y="43550"/>
                  <a:pt x="28625" y="43461"/>
                  <a:pt x="26355" y="43373"/>
                </a:cubicBezTo>
                <a:cubicBezTo>
                  <a:pt x="24087" y="43283"/>
                  <a:pt x="21796" y="43238"/>
                  <a:pt x="19483" y="43238"/>
                </a:cubicBezTo>
                <a:cubicBezTo>
                  <a:pt x="19483" y="52935"/>
                  <a:pt x="19505" y="62566"/>
                  <a:pt x="19550" y="72131"/>
                </a:cubicBezTo>
                <a:cubicBezTo>
                  <a:pt x="19595" y="81694"/>
                  <a:pt x="19751" y="91325"/>
                  <a:pt x="20019" y="101021"/>
                </a:cubicBezTo>
                <a:cubicBezTo>
                  <a:pt x="19040" y="100844"/>
                  <a:pt x="18061" y="100755"/>
                  <a:pt x="17082" y="100755"/>
                </a:cubicBezTo>
                <a:cubicBezTo>
                  <a:pt x="16103" y="100755"/>
                  <a:pt x="15169" y="100755"/>
                  <a:pt x="14278" y="100755"/>
                </a:cubicBezTo>
                <a:cubicBezTo>
                  <a:pt x="12410" y="100755"/>
                  <a:pt x="10454" y="100844"/>
                  <a:pt x="8408" y="101021"/>
                </a:cubicBezTo>
                <a:cubicBezTo>
                  <a:pt x="9031" y="91325"/>
                  <a:pt x="9387" y="81739"/>
                  <a:pt x="9475" y="72263"/>
                </a:cubicBezTo>
                <a:cubicBezTo>
                  <a:pt x="9564" y="62788"/>
                  <a:pt x="9609" y="53113"/>
                  <a:pt x="9609" y="43238"/>
                </a:cubicBezTo>
                <a:cubicBezTo>
                  <a:pt x="8007" y="43238"/>
                  <a:pt x="6405" y="43283"/>
                  <a:pt x="4804" y="43373"/>
                </a:cubicBezTo>
                <a:cubicBezTo>
                  <a:pt x="3203" y="43461"/>
                  <a:pt x="1602" y="43550"/>
                  <a:pt x="0" y="43639"/>
                </a:cubicBezTo>
                <a:cubicBezTo>
                  <a:pt x="90" y="43194"/>
                  <a:pt x="156" y="42749"/>
                  <a:pt x="200" y="42306"/>
                </a:cubicBezTo>
                <a:cubicBezTo>
                  <a:pt x="244" y="41860"/>
                  <a:pt x="267" y="41415"/>
                  <a:pt x="267" y="40970"/>
                </a:cubicBezTo>
                <a:cubicBezTo>
                  <a:pt x="267" y="40524"/>
                  <a:pt x="244" y="40080"/>
                  <a:pt x="200" y="39636"/>
                </a:cubicBezTo>
                <a:cubicBezTo>
                  <a:pt x="156" y="39191"/>
                  <a:pt x="90" y="38745"/>
                  <a:pt x="0" y="38300"/>
                </a:cubicBezTo>
                <a:cubicBezTo>
                  <a:pt x="1602" y="38300"/>
                  <a:pt x="3225" y="38323"/>
                  <a:pt x="4871" y="38367"/>
                </a:cubicBezTo>
                <a:cubicBezTo>
                  <a:pt x="6517" y="38412"/>
                  <a:pt x="8097" y="38435"/>
                  <a:pt x="9609" y="38435"/>
                </a:cubicBezTo>
                <a:cubicBezTo>
                  <a:pt x="9609" y="35854"/>
                  <a:pt x="9876" y="33051"/>
                  <a:pt x="10409" y="30027"/>
                </a:cubicBezTo>
                <a:cubicBezTo>
                  <a:pt x="10943" y="27002"/>
                  <a:pt x="11721" y="24022"/>
                  <a:pt x="12743" y="21086"/>
                </a:cubicBezTo>
                <a:cubicBezTo>
                  <a:pt x="13767" y="18149"/>
                  <a:pt x="14990" y="15369"/>
                  <a:pt x="16414" y="12745"/>
                </a:cubicBezTo>
                <a:cubicBezTo>
                  <a:pt x="17838" y="10121"/>
                  <a:pt x="19440" y="7919"/>
                  <a:pt x="21218" y="6139"/>
                </a:cubicBezTo>
                <a:cubicBezTo>
                  <a:pt x="22820" y="4537"/>
                  <a:pt x="24844" y="3114"/>
                  <a:pt x="27290" y="1869"/>
                </a:cubicBezTo>
                <a:cubicBezTo>
                  <a:pt x="29736" y="623"/>
                  <a:pt x="32250" y="0"/>
                  <a:pt x="34830" y="0"/>
                </a:cubicBezTo>
                <a:cubicBezTo>
                  <a:pt x="35809" y="0"/>
                  <a:pt x="36699" y="134"/>
                  <a:pt x="37500" y="401"/>
                </a:cubicBezTo>
                <a:cubicBezTo>
                  <a:pt x="37410" y="2181"/>
                  <a:pt x="37299" y="3961"/>
                  <a:pt x="37166" y="5740"/>
                </a:cubicBezTo>
                <a:cubicBezTo>
                  <a:pt x="37033" y="7519"/>
                  <a:pt x="36966" y="9298"/>
                  <a:pt x="36966" y="11077"/>
                </a:cubicBezTo>
                <a:lnTo>
                  <a:pt x="36164" y="11476"/>
                </a:lnTo>
                <a:close/>
                <a:moveTo>
                  <a:pt x="79268" y="67794"/>
                </a:moveTo>
                <a:cubicBezTo>
                  <a:pt x="77756" y="68327"/>
                  <a:pt x="75998" y="68772"/>
                  <a:pt x="73996" y="69127"/>
                </a:cubicBezTo>
                <a:cubicBezTo>
                  <a:pt x="71995" y="69483"/>
                  <a:pt x="69972" y="69861"/>
                  <a:pt x="67926" y="70261"/>
                </a:cubicBezTo>
                <a:cubicBezTo>
                  <a:pt x="65880" y="70662"/>
                  <a:pt x="63856" y="71174"/>
                  <a:pt x="61854" y="71797"/>
                </a:cubicBezTo>
                <a:cubicBezTo>
                  <a:pt x="59852" y="72419"/>
                  <a:pt x="58072" y="73264"/>
                  <a:pt x="56515" y="74332"/>
                </a:cubicBezTo>
                <a:cubicBezTo>
                  <a:pt x="54959" y="75399"/>
                  <a:pt x="53714" y="76733"/>
                  <a:pt x="52778" y="78335"/>
                </a:cubicBezTo>
                <a:cubicBezTo>
                  <a:pt x="51844" y="79937"/>
                  <a:pt x="51377" y="81984"/>
                  <a:pt x="51377" y="84475"/>
                </a:cubicBezTo>
                <a:cubicBezTo>
                  <a:pt x="51377" y="88656"/>
                  <a:pt x="52578" y="91814"/>
                  <a:pt x="54979" y="93949"/>
                </a:cubicBezTo>
                <a:cubicBezTo>
                  <a:pt x="57382" y="96085"/>
                  <a:pt x="60052" y="97152"/>
                  <a:pt x="62988" y="97152"/>
                </a:cubicBezTo>
                <a:cubicBezTo>
                  <a:pt x="66368" y="97152"/>
                  <a:pt x="69459" y="96218"/>
                  <a:pt x="72261" y="94351"/>
                </a:cubicBezTo>
                <a:cubicBezTo>
                  <a:pt x="75064" y="92481"/>
                  <a:pt x="77222" y="90301"/>
                  <a:pt x="78735" y="87810"/>
                </a:cubicBezTo>
                <a:lnTo>
                  <a:pt x="79268" y="67794"/>
                </a:lnTo>
                <a:moveTo>
                  <a:pt x="46307" y="44038"/>
                </a:moveTo>
                <a:cubicBezTo>
                  <a:pt x="50310" y="41014"/>
                  <a:pt x="54002" y="38968"/>
                  <a:pt x="57382" y="37901"/>
                </a:cubicBezTo>
                <a:cubicBezTo>
                  <a:pt x="60764" y="36833"/>
                  <a:pt x="64234" y="36299"/>
                  <a:pt x="67792" y="36299"/>
                </a:cubicBezTo>
                <a:cubicBezTo>
                  <a:pt x="70995" y="36299"/>
                  <a:pt x="73932" y="36766"/>
                  <a:pt x="76601" y="37699"/>
                </a:cubicBezTo>
                <a:cubicBezTo>
                  <a:pt x="79269" y="38633"/>
                  <a:pt x="81538" y="39968"/>
                  <a:pt x="83406" y="41703"/>
                </a:cubicBezTo>
                <a:cubicBezTo>
                  <a:pt x="85274" y="43438"/>
                  <a:pt x="86741" y="45529"/>
                  <a:pt x="87808" y="47977"/>
                </a:cubicBezTo>
                <a:cubicBezTo>
                  <a:pt x="88877" y="50423"/>
                  <a:pt x="89411" y="53113"/>
                  <a:pt x="89411" y="56048"/>
                </a:cubicBezTo>
                <a:cubicBezTo>
                  <a:pt x="89411" y="61120"/>
                  <a:pt x="89322" y="66169"/>
                  <a:pt x="89144" y="71196"/>
                </a:cubicBezTo>
                <a:cubicBezTo>
                  <a:pt x="88966" y="76223"/>
                  <a:pt x="88877" y="81538"/>
                  <a:pt x="88877" y="87142"/>
                </a:cubicBezTo>
                <a:cubicBezTo>
                  <a:pt x="88877" y="88211"/>
                  <a:pt x="88900" y="89345"/>
                  <a:pt x="88944" y="90547"/>
                </a:cubicBezTo>
                <a:cubicBezTo>
                  <a:pt x="88989" y="91747"/>
                  <a:pt x="89189" y="92814"/>
                  <a:pt x="89545" y="93748"/>
                </a:cubicBezTo>
                <a:cubicBezTo>
                  <a:pt x="89901" y="94682"/>
                  <a:pt x="90412" y="95460"/>
                  <a:pt x="91078" y="96083"/>
                </a:cubicBezTo>
                <a:cubicBezTo>
                  <a:pt x="91746" y="96707"/>
                  <a:pt x="92747" y="97018"/>
                  <a:pt x="94082" y="97018"/>
                </a:cubicBezTo>
                <a:cubicBezTo>
                  <a:pt x="94527" y="97018"/>
                  <a:pt x="94994" y="96996"/>
                  <a:pt x="95483" y="96951"/>
                </a:cubicBezTo>
                <a:cubicBezTo>
                  <a:pt x="95973" y="96906"/>
                  <a:pt x="96440" y="96751"/>
                  <a:pt x="96884" y="96485"/>
                </a:cubicBezTo>
                <a:lnTo>
                  <a:pt x="96884" y="99421"/>
                </a:lnTo>
                <a:cubicBezTo>
                  <a:pt x="95905" y="99865"/>
                  <a:pt x="94682" y="100220"/>
                  <a:pt x="93214" y="100488"/>
                </a:cubicBezTo>
                <a:cubicBezTo>
                  <a:pt x="91747" y="100755"/>
                  <a:pt x="90123" y="100889"/>
                  <a:pt x="88344" y="100889"/>
                </a:cubicBezTo>
                <a:cubicBezTo>
                  <a:pt x="85497" y="100889"/>
                  <a:pt x="83317" y="100155"/>
                  <a:pt x="81805" y="98688"/>
                </a:cubicBezTo>
                <a:cubicBezTo>
                  <a:pt x="80293" y="97219"/>
                  <a:pt x="79403" y="95328"/>
                  <a:pt x="79136" y="93015"/>
                </a:cubicBezTo>
                <a:cubicBezTo>
                  <a:pt x="75933" y="96217"/>
                  <a:pt x="72775" y="98574"/>
                  <a:pt x="69661" y="100087"/>
                </a:cubicBezTo>
                <a:cubicBezTo>
                  <a:pt x="66547" y="101599"/>
                  <a:pt x="62721" y="102355"/>
                  <a:pt x="58184" y="102355"/>
                </a:cubicBezTo>
                <a:cubicBezTo>
                  <a:pt x="55960" y="102355"/>
                  <a:pt x="53779" y="102044"/>
                  <a:pt x="51644" y="101420"/>
                </a:cubicBezTo>
                <a:cubicBezTo>
                  <a:pt x="49510" y="100799"/>
                  <a:pt x="47620" y="99777"/>
                  <a:pt x="45973" y="98354"/>
                </a:cubicBezTo>
                <a:cubicBezTo>
                  <a:pt x="44328" y="96930"/>
                  <a:pt x="42993" y="95217"/>
                  <a:pt x="41970" y="93216"/>
                </a:cubicBezTo>
                <a:cubicBezTo>
                  <a:pt x="40947" y="91214"/>
                  <a:pt x="40436" y="88923"/>
                  <a:pt x="40436" y="86342"/>
                </a:cubicBezTo>
                <a:cubicBezTo>
                  <a:pt x="40436" y="81004"/>
                  <a:pt x="42104" y="76868"/>
                  <a:pt x="45439" y="73933"/>
                </a:cubicBezTo>
                <a:cubicBezTo>
                  <a:pt x="48776" y="70997"/>
                  <a:pt x="53380" y="69039"/>
                  <a:pt x="59251" y="68060"/>
                </a:cubicBezTo>
                <a:cubicBezTo>
                  <a:pt x="64056" y="67259"/>
                  <a:pt x="67815" y="66570"/>
                  <a:pt x="70528" y="65991"/>
                </a:cubicBezTo>
                <a:cubicBezTo>
                  <a:pt x="73242" y="65413"/>
                  <a:pt x="75244" y="64812"/>
                  <a:pt x="76533" y="64189"/>
                </a:cubicBezTo>
                <a:cubicBezTo>
                  <a:pt x="77823" y="63566"/>
                  <a:pt x="78601" y="62832"/>
                  <a:pt x="78867" y="61988"/>
                </a:cubicBezTo>
                <a:cubicBezTo>
                  <a:pt x="79134" y="61142"/>
                  <a:pt x="79268" y="60052"/>
                  <a:pt x="79268" y="58718"/>
                </a:cubicBezTo>
                <a:cubicBezTo>
                  <a:pt x="79268" y="56494"/>
                  <a:pt x="79001" y="54360"/>
                  <a:pt x="78468" y="52314"/>
                </a:cubicBezTo>
                <a:cubicBezTo>
                  <a:pt x="77934" y="50267"/>
                  <a:pt x="77089" y="48487"/>
                  <a:pt x="75933" y="46975"/>
                </a:cubicBezTo>
                <a:cubicBezTo>
                  <a:pt x="74776" y="45462"/>
                  <a:pt x="73264" y="44239"/>
                  <a:pt x="71396" y="43305"/>
                </a:cubicBezTo>
                <a:cubicBezTo>
                  <a:pt x="69528" y="42371"/>
                  <a:pt x="67259" y="41904"/>
                  <a:pt x="64591" y="41904"/>
                </a:cubicBezTo>
                <a:cubicBezTo>
                  <a:pt x="61031" y="41904"/>
                  <a:pt x="57717" y="42705"/>
                  <a:pt x="54647" y="44307"/>
                </a:cubicBezTo>
                <a:cubicBezTo>
                  <a:pt x="51578" y="45908"/>
                  <a:pt x="49287" y="48131"/>
                  <a:pt x="47775" y="50978"/>
                </a:cubicBezTo>
                <a:lnTo>
                  <a:pt x="46307" y="50978"/>
                </a:lnTo>
                <a:lnTo>
                  <a:pt x="46307" y="44038"/>
                </a:lnTo>
                <a:close/>
                <a:moveTo>
                  <a:pt x="111964" y="62589"/>
                </a:moveTo>
                <a:cubicBezTo>
                  <a:pt x="111964" y="58586"/>
                  <a:pt x="111897" y="54382"/>
                  <a:pt x="111763" y="49978"/>
                </a:cubicBezTo>
                <a:cubicBezTo>
                  <a:pt x="111630" y="45574"/>
                  <a:pt x="111341" y="41459"/>
                  <a:pt x="110897" y="37632"/>
                </a:cubicBezTo>
                <a:cubicBezTo>
                  <a:pt x="113388" y="38078"/>
                  <a:pt x="115390" y="38300"/>
                  <a:pt x="116902" y="38300"/>
                </a:cubicBezTo>
                <a:cubicBezTo>
                  <a:pt x="117614" y="38300"/>
                  <a:pt x="118391" y="38234"/>
                  <a:pt x="119236" y="38101"/>
                </a:cubicBezTo>
                <a:cubicBezTo>
                  <a:pt x="120082" y="37968"/>
                  <a:pt x="121083" y="37811"/>
                  <a:pt x="122239" y="37632"/>
                </a:cubicBezTo>
                <a:cubicBezTo>
                  <a:pt x="121972" y="41192"/>
                  <a:pt x="121838" y="44750"/>
                  <a:pt x="121838" y="48308"/>
                </a:cubicBezTo>
                <a:lnTo>
                  <a:pt x="122107" y="48308"/>
                </a:lnTo>
                <a:cubicBezTo>
                  <a:pt x="126822" y="40302"/>
                  <a:pt x="133449" y="36299"/>
                  <a:pt x="141989" y="36299"/>
                </a:cubicBezTo>
                <a:cubicBezTo>
                  <a:pt x="144214" y="36299"/>
                  <a:pt x="146394" y="36632"/>
                  <a:pt x="148530" y="37300"/>
                </a:cubicBezTo>
                <a:cubicBezTo>
                  <a:pt x="150665" y="37967"/>
                  <a:pt x="152599" y="38878"/>
                  <a:pt x="154333" y="40035"/>
                </a:cubicBezTo>
                <a:cubicBezTo>
                  <a:pt x="156068" y="41192"/>
                  <a:pt x="157558" y="42593"/>
                  <a:pt x="158803" y="44240"/>
                </a:cubicBezTo>
                <a:cubicBezTo>
                  <a:pt x="160049" y="45885"/>
                  <a:pt x="160894" y="47642"/>
                  <a:pt x="161340" y="49510"/>
                </a:cubicBezTo>
                <a:lnTo>
                  <a:pt x="161606" y="49510"/>
                </a:lnTo>
                <a:cubicBezTo>
                  <a:pt x="163742" y="45239"/>
                  <a:pt x="166656" y="41970"/>
                  <a:pt x="170348" y="39701"/>
                </a:cubicBezTo>
                <a:cubicBezTo>
                  <a:pt x="174041" y="37433"/>
                  <a:pt x="178288" y="36299"/>
                  <a:pt x="183091" y="36299"/>
                </a:cubicBezTo>
                <a:cubicBezTo>
                  <a:pt x="186027" y="36299"/>
                  <a:pt x="188741" y="36699"/>
                  <a:pt x="191232" y="37500"/>
                </a:cubicBezTo>
                <a:cubicBezTo>
                  <a:pt x="193723" y="38301"/>
                  <a:pt x="195880" y="39546"/>
                  <a:pt x="197703" y="41236"/>
                </a:cubicBezTo>
                <a:cubicBezTo>
                  <a:pt x="199528" y="42927"/>
                  <a:pt x="200952" y="45106"/>
                  <a:pt x="201976" y="47775"/>
                </a:cubicBezTo>
                <a:cubicBezTo>
                  <a:pt x="202999" y="50444"/>
                  <a:pt x="203511" y="53647"/>
                  <a:pt x="203511" y="57384"/>
                </a:cubicBezTo>
                <a:cubicBezTo>
                  <a:pt x="203511" y="58896"/>
                  <a:pt x="203466" y="60542"/>
                  <a:pt x="203376" y="62322"/>
                </a:cubicBezTo>
                <a:cubicBezTo>
                  <a:pt x="203287" y="64100"/>
                  <a:pt x="203197" y="66169"/>
                  <a:pt x="203108" y="68527"/>
                </a:cubicBezTo>
                <a:cubicBezTo>
                  <a:pt x="203019" y="70885"/>
                  <a:pt x="202931" y="73554"/>
                  <a:pt x="202841" y="76535"/>
                </a:cubicBezTo>
                <a:cubicBezTo>
                  <a:pt x="202753" y="79515"/>
                  <a:pt x="202709" y="82962"/>
                  <a:pt x="202709" y="86875"/>
                </a:cubicBezTo>
                <a:cubicBezTo>
                  <a:pt x="202709" y="89278"/>
                  <a:pt x="202731" y="91592"/>
                  <a:pt x="202776" y="93817"/>
                </a:cubicBezTo>
                <a:cubicBezTo>
                  <a:pt x="202821" y="96041"/>
                  <a:pt x="202932" y="98442"/>
                  <a:pt x="203110" y="101021"/>
                </a:cubicBezTo>
                <a:cubicBezTo>
                  <a:pt x="202131" y="100844"/>
                  <a:pt x="201152" y="100755"/>
                  <a:pt x="200173" y="100755"/>
                </a:cubicBezTo>
                <a:cubicBezTo>
                  <a:pt x="199195" y="100755"/>
                  <a:pt x="198261" y="100755"/>
                  <a:pt x="197372" y="100755"/>
                </a:cubicBezTo>
                <a:cubicBezTo>
                  <a:pt x="196393" y="100755"/>
                  <a:pt x="195414" y="100755"/>
                  <a:pt x="194435" y="100755"/>
                </a:cubicBezTo>
                <a:cubicBezTo>
                  <a:pt x="193456" y="100755"/>
                  <a:pt x="192478" y="100844"/>
                  <a:pt x="191499" y="101021"/>
                </a:cubicBezTo>
                <a:cubicBezTo>
                  <a:pt x="191766" y="98798"/>
                  <a:pt x="192055" y="94305"/>
                  <a:pt x="192366" y="87543"/>
                </a:cubicBezTo>
                <a:cubicBezTo>
                  <a:pt x="192679" y="80782"/>
                  <a:pt x="192835" y="71351"/>
                  <a:pt x="192835" y="59251"/>
                </a:cubicBezTo>
                <a:cubicBezTo>
                  <a:pt x="192835" y="57028"/>
                  <a:pt x="192590" y="54937"/>
                  <a:pt x="192100" y="52980"/>
                </a:cubicBezTo>
                <a:cubicBezTo>
                  <a:pt x="191611" y="51022"/>
                  <a:pt x="190832" y="49332"/>
                  <a:pt x="189764" y="47909"/>
                </a:cubicBezTo>
                <a:cubicBezTo>
                  <a:pt x="188697" y="46485"/>
                  <a:pt x="187274" y="45351"/>
                  <a:pt x="185494" y="44507"/>
                </a:cubicBezTo>
                <a:cubicBezTo>
                  <a:pt x="183714" y="43661"/>
                  <a:pt x="181490" y="43238"/>
                  <a:pt x="178821" y="43238"/>
                </a:cubicBezTo>
                <a:cubicBezTo>
                  <a:pt x="175619" y="43238"/>
                  <a:pt x="172905" y="43861"/>
                  <a:pt x="170680" y="45107"/>
                </a:cubicBezTo>
                <a:cubicBezTo>
                  <a:pt x="168456" y="46352"/>
                  <a:pt x="166722" y="47820"/>
                  <a:pt x="165477" y="49510"/>
                </a:cubicBezTo>
                <a:cubicBezTo>
                  <a:pt x="164765" y="50489"/>
                  <a:pt x="164208" y="51467"/>
                  <a:pt x="163808" y="52446"/>
                </a:cubicBezTo>
                <a:cubicBezTo>
                  <a:pt x="163409" y="53425"/>
                  <a:pt x="163098" y="54915"/>
                  <a:pt x="162875" y="56918"/>
                </a:cubicBezTo>
                <a:cubicBezTo>
                  <a:pt x="162652" y="58919"/>
                  <a:pt x="162496" y="61721"/>
                  <a:pt x="162407" y="65324"/>
                </a:cubicBezTo>
                <a:cubicBezTo>
                  <a:pt x="162318" y="68926"/>
                  <a:pt x="162274" y="73886"/>
                  <a:pt x="162274" y="80203"/>
                </a:cubicBezTo>
                <a:cubicBezTo>
                  <a:pt x="162274" y="84029"/>
                  <a:pt x="162341" y="87522"/>
                  <a:pt x="162474" y="90681"/>
                </a:cubicBezTo>
                <a:cubicBezTo>
                  <a:pt x="162607" y="93839"/>
                  <a:pt x="162763" y="97285"/>
                  <a:pt x="162942" y="101021"/>
                </a:cubicBezTo>
                <a:cubicBezTo>
                  <a:pt x="160895" y="100844"/>
                  <a:pt x="158938" y="100755"/>
                  <a:pt x="157070" y="100755"/>
                </a:cubicBezTo>
                <a:cubicBezTo>
                  <a:pt x="155202" y="100755"/>
                  <a:pt x="153244" y="100844"/>
                  <a:pt x="151197" y="101021"/>
                </a:cubicBezTo>
                <a:cubicBezTo>
                  <a:pt x="151642" y="96129"/>
                  <a:pt x="151954" y="91147"/>
                  <a:pt x="152132" y="86075"/>
                </a:cubicBezTo>
                <a:cubicBezTo>
                  <a:pt x="152310" y="81003"/>
                  <a:pt x="152398" y="76021"/>
                  <a:pt x="152398" y="71129"/>
                </a:cubicBezTo>
                <a:cubicBezTo>
                  <a:pt x="152398" y="66948"/>
                  <a:pt x="152376" y="63678"/>
                  <a:pt x="152331" y="61320"/>
                </a:cubicBezTo>
                <a:cubicBezTo>
                  <a:pt x="152288" y="58962"/>
                  <a:pt x="152177" y="57094"/>
                  <a:pt x="151999" y="55716"/>
                </a:cubicBezTo>
                <a:cubicBezTo>
                  <a:pt x="151822" y="54337"/>
                  <a:pt x="151576" y="53203"/>
                  <a:pt x="151264" y="52314"/>
                </a:cubicBezTo>
                <a:cubicBezTo>
                  <a:pt x="150953" y="51423"/>
                  <a:pt x="150531" y="50445"/>
                  <a:pt x="149998" y="49377"/>
                </a:cubicBezTo>
                <a:cubicBezTo>
                  <a:pt x="149019" y="47686"/>
                  <a:pt x="147484" y="46240"/>
                  <a:pt x="145392" y="45040"/>
                </a:cubicBezTo>
                <a:cubicBezTo>
                  <a:pt x="143301" y="43839"/>
                  <a:pt x="141144" y="43238"/>
                  <a:pt x="138920" y="43238"/>
                </a:cubicBezTo>
                <a:cubicBezTo>
                  <a:pt x="133049" y="43238"/>
                  <a:pt x="128734" y="45151"/>
                  <a:pt x="125976" y="48976"/>
                </a:cubicBezTo>
                <a:cubicBezTo>
                  <a:pt x="123217" y="52802"/>
                  <a:pt x="121838" y="58184"/>
                  <a:pt x="121838" y="65124"/>
                </a:cubicBezTo>
                <a:lnTo>
                  <a:pt x="121838" y="76466"/>
                </a:lnTo>
                <a:cubicBezTo>
                  <a:pt x="121838" y="80471"/>
                  <a:pt x="121905" y="84675"/>
                  <a:pt x="122038" y="89079"/>
                </a:cubicBezTo>
                <a:cubicBezTo>
                  <a:pt x="122172" y="93482"/>
                  <a:pt x="122462" y="97463"/>
                  <a:pt x="122907" y="101021"/>
                </a:cubicBezTo>
                <a:cubicBezTo>
                  <a:pt x="120860" y="100844"/>
                  <a:pt x="118858" y="100755"/>
                  <a:pt x="116902" y="100755"/>
                </a:cubicBezTo>
                <a:cubicBezTo>
                  <a:pt x="114945" y="100755"/>
                  <a:pt x="112943" y="100844"/>
                  <a:pt x="110897" y="101021"/>
                </a:cubicBezTo>
                <a:cubicBezTo>
                  <a:pt x="111341" y="97463"/>
                  <a:pt x="111630" y="93482"/>
                  <a:pt x="111763" y="89079"/>
                </a:cubicBezTo>
                <a:cubicBezTo>
                  <a:pt x="111897" y="84675"/>
                  <a:pt x="111964" y="80471"/>
                  <a:pt x="111964" y="76466"/>
                </a:cubicBezTo>
                <a:lnTo>
                  <a:pt x="111964" y="62589"/>
                </a:lnTo>
                <a:close/>
                <a:moveTo>
                  <a:pt x="224461" y="14413"/>
                </a:moveTo>
                <a:cubicBezTo>
                  <a:pt x="224461" y="12545"/>
                  <a:pt x="225129" y="10944"/>
                  <a:pt x="226463" y="9609"/>
                </a:cubicBezTo>
                <a:cubicBezTo>
                  <a:pt x="227797" y="8275"/>
                  <a:pt x="229399" y="7608"/>
                  <a:pt x="231269" y="7608"/>
                </a:cubicBezTo>
                <a:cubicBezTo>
                  <a:pt x="233137" y="7608"/>
                  <a:pt x="234738" y="8275"/>
                  <a:pt x="236072" y="9609"/>
                </a:cubicBezTo>
                <a:cubicBezTo>
                  <a:pt x="237407" y="10944"/>
                  <a:pt x="238074" y="12545"/>
                  <a:pt x="238074" y="14413"/>
                </a:cubicBezTo>
                <a:cubicBezTo>
                  <a:pt x="238074" y="16281"/>
                  <a:pt x="237407" y="17883"/>
                  <a:pt x="236072" y="19218"/>
                </a:cubicBezTo>
                <a:cubicBezTo>
                  <a:pt x="234738" y="20553"/>
                  <a:pt x="233137" y="21220"/>
                  <a:pt x="231269" y="21220"/>
                </a:cubicBezTo>
                <a:cubicBezTo>
                  <a:pt x="229399" y="21220"/>
                  <a:pt x="227797" y="20553"/>
                  <a:pt x="226463" y="19218"/>
                </a:cubicBezTo>
                <a:cubicBezTo>
                  <a:pt x="225129" y="17883"/>
                  <a:pt x="224461" y="16281"/>
                  <a:pt x="224461" y="14413"/>
                </a:cubicBezTo>
                <a:moveTo>
                  <a:pt x="226331" y="62589"/>
                </a:moveTo>
                <a:cubicBezTo>
                  <a:pt x="226331" y="58586"/>
                  <a:pt x="226263" y="54382"/>
                  <a:pt x="226129" y="49978"/>
                </a:cubicBezTo>
                <a:cubicBezTo>
                  <a:pt x="225996" y="45574"/>
                  <a:pt x="225707" y="41459"/>
                  <a:pt x="225262" y="37632"/>
                </a:cubicBezTo>
                <a:cubicBezTo>
                  <a:pt x="227753" y="38078"/>
                  <a:pt x="229755" y="38300"/>
                  <a:pt x="231269" y="38300"/>
                </a:cubicBezTo>
                <a:cubicBezTo>
                  <a:pt x="232781" y="38300"/>
                  <a:pt x="234783" y="38078"/>
                  <a:pt x="237274" y="37632"/>
                </a:cubicBezTo>
                <a:cubicBezTo>
                  <a:pt x="236828" y="41459"/>
                  <a:pt x="236538" y="45574"/>
                  <a:pt x="236404" y="49978"/>
                </a:cubicBezTo>
                <a:cubicBezTo>
                  <a:pt x="236271" y="54382"/>
                  <a:pt x="236205" y="58586"/>
                  <a:pt x="236205" y="62589"/>
                </a:cubicBezTo>
                <a:lnTo>
                  <a:pt x="236205" y="76466"/>
                </a:lnTo>
                <a:cubicBezTo>
                  <a:pt x="236205" y="80471"/>
                  <a:pt x="236271" y="84675"/>
                  <a:pt x="236404" y="89079"/>
                </a:cubicBezTo>
                <a:cubicBezTo>
                  <a:pt x="236538" y="93482"/>
                  <a:pt x="236828" y="97463"/>
                  <a:pt x="237274" y="101021"/>
                </a:cubicBezTo>
                <a:cubicBezTo>
                  <a:pt x="235226" y="100844"/>
                  <a:pt x="233225" y="100755"/>
                  <a:pt x="231269" y="100755"/>
                </a:cubicBezTo>
                <a:cubicBezTo>
                  <a:pt x="229311" y="100755"/>
                  <a:pt x="227309" y="100844"/>
                  <a:pt x="225262" y="101021"/>
                </a:cubicBezTo>
                <a:cubicBezTo>
                  <a:pt x="225707" y="97463"/>
                  <a:pt x="225996" y="93482"/>
                  <a:pt x="226129" y="89079"/>
                </a:cubicBezTo>
                <a:cubicBezTo>
                  <a:pt x="226263" y="84675"/>
                  <a:pt x="226331" y="80471"/>
                  <a:pt x="226331" y="76466"/>
                </a:cubicBezTo>
                <a:lnTo>
                  <a:pt x="226331" y="62589"/>
                </a:lnTo>
                <a:close/>
                <a:moveTo>
                  <a:pt x="263430" y="38834"/>
                </a:moveTo>
                <a:cubicBezTo>
                  <a:pt x="263430" y="35809"/>
                  <a:pt x="263407" y="32518"/>
                  <a:pt x="263362" y="28960"/>
                </a:cubicBezTo>
                <a:cubicBezTo>
                  <a:pt x="263318" y="25400"/>
                  <a:pt x="263250" y="21886"/>
                  <a:pt x="263161" y="18416"/>
                </a:cubicBezTo>
                <a:cubicBezTo>
                  <a:pt x="263073" y="14946"/>
                  <a:pt x="262961" y="11633"/>
                  <a:pt x="262827" y="8475"/>
                </a:cubicBezTo>
                <a:cubicBezTo>
                  <a:pt x="262694" y="5316"/>
                  <a:pt x="262538" y="2625"/>
                  <a:pt x="262361" y="401"/>
                </a:cubicBezTo>
                <a:cubicBezTo>
                  <a:pt x="264852" y="846"/>
                  <a:pt x="266854" y="1069"/>
                  <a:pt x="268368" y="1069"/>
                </a:cubicBezTo>
                <a:cubicBezTo>
                  <a:pt x="269880" y="1069"/>
                  <a:pt x="271881" y="846"/>
                  <a:pt x="274372" y="401"/>
                </a:cubicBezTo>
                <a:cubicBezTo>
                  <a:pt x="274195" y="2625"/>
                  <a:pt x="274039" y="5316"/>
                  <a:pt x="273904" y="8475"/>
                </a:cubicBezTo>
                <a:cubicBezTo>
                  <a:pt x="273771" y="11633"/>
                  <a:pt x="273660" y="14946"/>
                  <a:pt x="273570" y="18416"/>
                </a:cubicBezTo>
                <a:cubicBezTo>
                  <a:pt x="273482" y="21886"/>
                  <a:pt x="273415" y="25400"/>
                  <a:pt x="273371" y="28960"/>
                </a:cubicBezTo>
                <a:cubicBezTo>
                  <a:pt x="273326" y="32518"/>
                  <a:pt x="273303" y="35809"/>
                  <a:pt x="273303" y="38834"/>
                </a:cubicBezTo>
                <a:lnTo>
                  <a:pt x="273303" y="62988"/>
                </a:lnTo>
                <a:cubicBezTo>
                  <a:pt x="273303" y="66014"/>
                  <a:pt x="273326" y="69306"/>
                  <a:pt x="273371" y="72864"/>
                </a:cubicBezTo>
                <a:cubicBezTo>
                  <a:pt x="273415" y="76422"/>
                  <a:pt x="273482" y="79936"/>
                  <a:pt x="273570" y="83406"/>
                </a:cubicBezTo>
                <a:cubicBezTo>
                  <a:pt x="273660" y="86875"/>
                  <a:pt x="273771" y="90167"/>
                  <a:pt x="273904" y="93282"/>
                </a:cubicBezTo>
                <a:cubicBezTo>
                  <a:pt x="274039" y="96396"/>
                  <a:pt x="274195" y="98976"/>
                  <a:pt x="274372" y="101021"/>
                </a:cubicBezTo>
                <a:cubicBezTo>
                  <a:pt x="272325" y="100844"/>
                  <a:pt x="270324" y="100755"/>
                  <a:pt x="268368" y="100755"/>
                </a:cubicBezTo>
                <a:cubicBezTo>
                  <a:pt x="266410" y="100755"/>
                  <a:pt x="264408" y="100844"/>
                  <a:pt x="262361" y="101021"/>
                </a:cubicBezTo>
                <a:cubicBezTo>
                  <a:pt x="262538" y="98976"/>
                  <a:pt x="262694" y="96396"/>
                  <a:pt x="262827" y="93282"/>
                </a:cubicBezTo>
                <a:cubicBezTo>
                  <a:pt x="262961" y="90167"/>
                  <a:pt x="263073" y="86875"/>
                  <a:pt x="263161" y="83406"/>
                </a:cubicBezTo>
                <a:cubicBezTo>
                  <a:pt x="263250" y="79936"/>
                  <a:pt x="263318" y="76422"/>
                  <a:pt x="263362" y="72864"/>
                </a:cubicBezTo>
                <a:cubicBezTo>
                  <a:pt x="263407" y="69306"/>
                  <a:pt x="263430" y="66014"/>
                  <a:pt x="263430" y="62988"/>
                </a:cubicBezTo>
                <a:lnTo>
                  <a:pt x="263430" y="38834"/>
                </a:lnTo>
                <a:close/>
                <a:moveTo>
                  <a:pt x="316541" y="101156"/>
                </a:moveTo>
                <a:cubicBezTo>
                  <a:pt x="315562" y="98753"/>
                  <a:pt x="314294" y="95639"/>
                  <a:pt x="312737" y="91813"/>
                </a:cubicBezTo>
                <a:cubicBezTo>
                  <a:pt x="311180" y="87988"/>
                  <a:pt x="309512" y="83962"/>
                  <a:pt x="307732" y="79736"/>
                </a:cubicBezTo>
                <a:cubicBezTo>
                  <a:pt x="305954" y="75510"/>
                  <a:pt x="304130" y="71195"/>
                  <a:pt x="302261" y="66792"/>
                </a:cubicBezTo>
                <a:cubicBezTo>
                  <a:pt x="300393" y="62388"/>
                  <a:pt x="298636" y="58251"/>
                  <a:pt x="296991" y="54381"/>
                </a:cubicBezTo>
                <a:cubicBezTo>
                  <a:pt x="295346" y="50510"/>
                  <a:pt x="293900" y="47108"/>
                  <a:pt x="292654" y="44173"/>
                </a:cubicBezTo>
                <a:cubicBezTo>
                  <a:pt x="291409" y="41236"/>
                  <a:pt x="290475" y="39056"/>
                  <a:pt x="289852" y="37632"/>
                </a:cubicBezTo>
                <a:cubicBezTo>
                  <a:pt x="291008" y="37811"/>
                  <a:pt x="292076" y="37968"/>
                  <a:pt x="293055" y="38101"/>
                </a:cubicBezTo>
                <a:cubicBezTo>
                  <a:pt x="294034" y="38234"/>
                  <a:pt x="295012" y="38300"/>
                  <a:pt x="295989" y="38300"/>
                </a:cubicBezTo>
                <a:cubicBezTo>
                  <a:pt x="296968" y="38300"/>
                  <a:pt x="297947" y="38234"/>
                  <a:pt x="298925" y="38101"/>
                </a:cubicBezTo>
                <a:cubicBezTo>
                  <a:pt x="299904" y="37968"/>
                  <a:pt x="300972" y="37811"/>
                  <a:pt x="302128" y="37632"/>
                </a:cubicBezTo>
                <a:cubicBezTo>
                  <a:pt x="304887" y="46174"/>
                  <a:pt x="307956" y="54626"/>
                  <a:pt x="311336" y="62990"/>
                </a:cubicBezTo>
                <a:cubicBezTo>
                  <a:pt x="314717" y="71352"/>
                  <a:pt x="318275" y="79981"/>
                  <a:pt x="322013" y="88877"/>
                </a:cubicBezTo>
                <a:cubicBezTo>
                  <a:pt x="325748" y="81048"/>
                  <a:pt x="329329" y="72686"/>
                  <a:pt x="332754" y="63790"/>
                </a:cubicBezTo>
                <a:cubicBezTo>
                  <a:pt x="336180" y="54893"/>
                  <a:pt x="339228" y="46174"/>
                  <a:pt x="341897" y="37632"/>
                </a:cubicBezTo>
                <a:cubicBezTo>
                  <a:pt x="343676" y="38078"/>
                  <a:pt x="345145" y="38300"/>
                  <a:pt x="346301" y="38300"/>
                </a:cubicBezTo>
                <a:cubicBezTo>
                  <a:pt x="347456" y="38300"/>
                  <a:pt x="348924" y="38078"/>
                  <a:pt x="350704" y="37632"/>
                </a:cubicBezTo>
                <a:cubicBezTo>
                  <a:pt x="350081" y="38878"/>
                  <a:pt x="349079" y="40992"/>
                  <a:pt x="347700" y="43973"/>
                </a:cubicBezTo>
                <a:cubicBezTo>
                  <a:pt x="346322" y="46953"/>
                  <a:pt x="344677" y="50512"/>
                  <a:pt x="342764" y="54649"/>
                </a:cubicBezTo>
                <a:cubicBezTo>
                  <a:pt x="340851" y="58786"/>
                  <a:pt x="338760" y="63367"/>
                  <a:pt x="336490" y="68394"/>
                </a:cubicBezTo>
                <a:cubicBezTo>
                  <a:pt x="334222" y="73420"/>
                  <a:pt x="331909" y="78580"/>
                  <a:pt x="329551" y="83874"/>
                </a:cubicBezTo>
                <a:cubicBezTo>
                  <a:pt x="327194" y="89167"/>
                  <a:pt x="324859" y="94416"/>
                  <a:pt x="322546" y="99620"/>
                </a:cubicBezTo>
                <a:cubicBezTo>
                  <a:pt x="320233" y="104825"/>
                  <a:pt x="318098" y="109762"/>
                  <a:pt x="316140" y="114432"/>
                </a:cubicBezTo>
                <a:cubicBezTo>
                  <a:pt x="314184" y="119103"/>
                  <a:pt x="312471" y="123329"/>
                  <a:pt x="311002" y="127110"/>
                </a:cubicBezTo>
                <a:cubicBezTo>
                  <a:pt x="309535" y="130892"/>
                  <a:pt x="308446" y="133895"/>
                  <a:pt x="307734" y="136119"/>
                </a:cubicBezTo>
                <a:cubicBezTo>
                  <a:pt x="305955" y="135673"/>
                  <a:pt x="304442" y="135451"/>
                  <a:pt x="303195" y="135451"/>
                </a:cubicBezTo>
                <a:cubicBezTo>
                  <a:pt x="301951" y="135451"/>
                  <a:pt x="300438" y="135673"/>
                  <a:pt x="298659" y="136119"/>
                </a:cubicBezTo>
                <a:cubicBezTo>
                  <a:pt x="305688" y="124464"/>
                  <a:pt x="311649" y="112810"/>
                  <a:pt x="316541" y="101156"/>
                </a:cubicBezTo>
                <a:close/>
                <a:moveTo>
                  <a:pt x="456892" y="67794"/>
                </a:moveTo>
                <a:cubicBezTo>
                  <a:pt x="455380" y="68327"/>
                  <a:pt x="453622" y="68772"/>
                  <a:pt x="451620" y="69127"/>
                </a:cubicBezTo>
                <a:cubicBezTo>
                  <a:pt x="449619" y="69483"/>
                  <a:pt x="447596" y="69861"/>
                  <a:pt x="445550" y="70261"/>
                </a:cubicBezTo>
                <a:cubicBezTo>
                  <a:pt x="443504" y="70662"/>
                  <a:pt x="441480" y="71174"/>
                  <a:pt x="439478" y="71797"/>
                </a:cubicBezTo>
                <a:cubicBezTo>
                  <a:pt x="437475" y="72419"/>
                  <a:pt x="435696" y="73264"/>
                  <a:pt x="434139" y="74332"/>
                </a:cubicBezTo>
                <a:cubicBezTo>
                  <a:pt x="432583" y="75399"/>
                  <a:pt x="431337" y="76733"/>
                  <a:pt x="430402" y="78335"/>
                </a:cubicBezTo>
                <a:cubicBezTo>
                  <a:pt x="429468" y="79937"/>
                  <a:pt x="429001" y="81984"/>
                  <a:pt x="429001" y="84475"/>
                </a:cubicBezTo>
                <a:cubicBezTo>
                  <a:pt x="429001" y="88656"/>
                  <a:pt x="430202" y="91814"/>
                  <a:pt x="432603" y="93949"/>
                </a:cubicBezTo>
                <a:cubicBezTo>
                  <a:pt x="435006" y="96085"/>
                  <a:pt x="437676" y="97152"/>
                  <a:pt x="440612" y="97152"/>
                </a:cubicBezTo>
                <a:cubicBezTo>
                  <a:pt x="443992" y="97152"/>
                  <a:pt x="447083" y="96218"/>
                  <a:pt x="449885" y="94351"/>
                </a:cubicBezTo>
                <a:cubicBezTo>
                  <a:pt x="452688" y="92481"/>
                  <a:pt x="454846" y="90301"/>
                  <a:pt x="456358" y="87810"/>
                </a:cubicBezTo>
                <a:lnTo>
                  <a:pt x="456892" y="67794"/>
                </a:lnTo>
                <a:moveTo>
                  <a:pt x="423931" y="44038"/>
                </a:moveTo>
                <a:cubicBezTo>
                  <a:pt x="427934" y="41014"/>
                  <a:pt x="431626" y="38968"/>
                  <a:pt x="435006" y="37901"/>
                </a:cubicBezTo>
                <a:cubicBezTo>
                  <a:pt x="438388" y="36833"/>
                  <a:pt x="441857" y="36299"/>
                  <a:pt x="445415" y="36299"/>
                </a:cubicBezTo>
                <a:cubicBezTo>
                  <a:pt x="448619" y="36299"/>
                  <a:pt x="451555" y="36766"/>
                  <a:pt x="454224" y="37699"/>
                </a:cubicBezTo>
                <a:cubicBezTo>
                  <a:pt x="456893" y="38633"/>
                  <a:pt x="459162" y="39968"/>
                  <a:pt x="461029" y="41703"/>
                </a:cubicBezTo>
                <a:cubicBezTo>
                  <a:pt x="462897" y="43438"/>
                  <a:pt x="464365" y="45529"/>
                  <a:pt x="465432" y="47977"/>
                </a:cubicBezTo>
                <a:cubicBezTo>
                  <a:pt x="466500" y="50423"/>
                  <a:pt x="467034" y="53113"/>
                  <a:pt x="467034" y="56048"/>
                </a:cubicBezTo>
                <a:cubicBezTo>
                  <a:pt x="467034" y="61120"/>
                  <a:pt x="466946" y="66169"/>
                  <a:pt x="466768" y="71196"/>
                </a:cubicBezTo>
                <a:cubicBezTo>
                  <a:pt x="466590" y="76223"/>
                  <a:pt x="466501" y="81538"/>
                  <a:pt x="466501" y="87142"/>
                </a:cubicBezTo>
                <a:cubicBezTo>
                  <a:pt x="466501" y="88211"/>
                  <a:pt x="466523" y="89345"/>
                  <a:pt x="466568" y="90547"/>
                </a:cubicBezTo>
                <a:cubicBezTo>
                  <a:pt x="466613" y="91747"/>
                  <a:pt x="466813" y="92814"/>
                  <a:pt x="467169" y="93748"/>
                </a:cubicBezTo>
                <a:cubicBezTo>
                  <a:pt x="467525" y="94682"/>
                  <a:pt x="468036" y="95460"/>
                  <a:pt x="468702" y="96083"/>
                </a:cubicBezTo>
                <a:cubicBezTo>
                  <a:pt x="469370" y="96707"/>
                  <a:pt x="470371" y="97018"/>
                  <a:pt x="471706" y="97018"/>
                </a:cubicBezTo>
                <a:cubicBezTo>
                  <a:pt x="472151" y="97018"/>
                  <a:pt x="472618" y="96996"/>
                  <a:pt x="473107" y="96951"/>
                </a:cubicBezTo>
                <a:cubicBezTo>
                  <a:pt x="473597" y="96906"/>
                  <a:pt x="474064" y="96751"/>
                  <a:pt x="474508" y="96485"/>
                </a:cubicBezTo>
                <a:lnTo>
                  <a:pt x="474508" y="99421"/>
                </a:lnTo>
                <a:cubicBezTo>
                  <a:pt x="473529" y="99865"/>
                  <a:pt x="472306" y="100220"/>
                  <a:pt x="470838" y="100488"/>
                </a:cubicBezTo>
                <a:cubicBezTo>
                  <a:pt x="469371" y="100755"/>
                  <a:pt x="467747" y="100889"/>
                  <a:pt x="465967" y="100889"/>
                </a:cubicBezTo>
                <a:cubicBezTo>
                  <a:pt x="463121" y="100889"/>
                  <a:pt x="460941" y="100155"/>
                  <a:pt x="459429" y="98688"/>
                </a:cubicBezTo>
                <a:cubicBezTo>
                  <a:pt x="457917" y="97219"/>
                  <a:pt x="457027" y="95328"/>
                  <a:pt x="456759" y="93015"/>
                </a:cubicBezTo>
                <a:cubicBezTo>
                  <a:pt x="453557" y="96217"/>
                  <a:pt x="450399" y="98574"/>
                  <a:pt x="447285" y="100087"/>
                </a:cubicBezTo>
                <a:cubicBezTo>
                  <a:pt x="444171" y="101599"/>
                  <a:pt x="440345" y="102355"/>
                  <a:pt x="435808" y="102355"/>
                </a:cubicBezTo>
                <a:cubicBezTo>
                  <a:pt x="433583" y="102355"/>
                  <a:pt x="431403" y="102044"/>
                  <a:pt x="429268" y="101420"/>
                </a:cubicBezTo>
                <a:cubicBezTo>
                  <a:pt x="427134" y="100799"/>
                  <a:pt x="425243" y="99777"/>
                  <a:pt x="423597" y="98354"/>
                </a:cubicBezTo>
                <a:cubicBezTo>
                  <a:pt x="421951" y="96930"/>
                  <a:pt x="420617" y="95217"/>
                  <a:pt x="419593" y="93216"/>
                </a:cubicBezTo>
                <a:cubicBezTo>
                  <a:pt x="418571" y="91214"/>
                  <a:pt x="418060" y="88923"/>
                  <a:pt x="418060" y="86342"/>
                </a:cubicBezTo>
                <a:cubicBezTo>
                  <a:pt x="418060" y="81004"/>
                  <a:pt x="419728" y="76868"/>
                  <a:pt x="423063" y="73933"/>
                </a:cubicBezTo>
                <a:cubicBezTo>
                  <a:pt x="426400" y="70997"/>
                  <a:pt x="431004" y="69039"/>
                  <a:pt x="436875" y="68060"/>
                </a:cubicBezTo>
                <a:cubicBezTo>
                  <a:pt x="441680" y="67259"/>
                  <a:pt x="445438" y="66570"/>
                  <a:pt x="448152" y="65991"/>
                </a:cubicBezTo>
                <a:cubicBezTo>
                  <a:pt x="450866" y="65413"/>
                  <a:pt x="452867" y="64812"/>
                  <a:pt x="454157" y="64189"/>
                </a:cubicBezTo>
                <a:cubicBezTo>
                  <a:pt x="455447" y="63566"/>
                  <a:pt x="456225" y="62832"/>
                  <a:pt x="456491" y="61988"/>
                </a:cubicBezTo>
                <a:cubicBezTo>
                  <a:pt x="456758" y="61142"/>
                  <a:pt x="456892" y="60052"/>
                  <a:pt x="456892" y="58718"/>
                </a:cubicBezTo>
                <a:cubicBezTo>
                  <a:pt x="456892" y="56494"/>
                  <a:pt x="456625" y="54360"/>
                  <a:pt x="456092" y="52314"/>
                </a:cubicBezTo>
                <a:cubicBezTo>
                  <a:pt x="455558" y="50267"/>
                  <a:pt x="454713" y="48487"/>
                  <a:pt x="453556" y="46975"/>
                </a:cubicBezTo>
                <a:cubicBezTo>
                  <a:pt x="452400" y="45462"/>
                  <a:pt x="450888" y="44239"/>
                  <a:pt x="449020" y="43305"/>
                </a:cubicBezTo>
                <a:cubicBezTo>
                  <a:pt x="447152" y="42371"/>
                  <a:pt x="444883" y="41904"/>
                  <a:pt x="442214" y="41904"/>
                </a:cubicBezTo>
                <a:cubicBezTo>
                  <a:pt x="438655" y="41904"/>
                  <a:pt x="435341" y="42705"/>
                  <a:pt x="432271" y="44307"/>
                </a:cubicBezTo>
                <a:cubicBezTo>
                  <a:pt x="429202" y="45908"/>
                  <a:pt x="426911" y="48131"/>
                  <a:pt x="425399" y="50978"/>
                </a:cubicBezTo>
                <a:lnTo>
                  <a:pt x="423931" y="50978"/>
                </a:lnTo>
                <a:lnTo>
                  <a:pt x="423931" y="44038"/>
                </a:lnTo>
                <a:close/>
                <a:moveTo>
                  <a:pt x="536028" y="67258"/>
                </a:moveTo>
                <a:cubicBezTo>
                  <a:pt x="536028" y="63166"/>
                  <a:pt x="535516" y="59542"/>
                  <a:pt x="534493" y="56384"/>
                </a:cubicBezTo>
                <a:cubicBezTo>
                  <a:pt x="533470" y="53225"/>
                  <a:pt x="532136" y="50578"/>
                  <a:pt x="530489" y="48443"/>
                </a:cubicBezTo>
                <a:cubicBezTo>
                  <a:pt x="528844" y="46307"/>
                  <a:pt x="526931" y="44684"/>
                  <a:pt x="524751" y="43572"/>
                </a:cubicBezTo>
                <a:cubicBezTo>
                  <a:pt x="522572" y="42460"/>
                  <a:pt x="520326" y="41904"/>
                  <a:pt x="518013" y="41904"/>
                </a:cubicBezTo>
                <a:cubicBezTo>
                  <a:pt x="515255" y="41904"/>
                  <a:pt x="512608" y="42416"/>
                  <a:pt x="510072" y="43440"/>
                </a:cubicBezTo>
                <a:cubicBezTo>
                  <a:pt x="507537" y="44462"/>
                  <a:pt x="505335" y="46152"/>
                  <a:pt x="503466" y="48510"/>
                </a:cubicBezTo>
                <a:cubicBezTo>
                  <a:pt x="501598" y="50867"/>
                  <a:pt x="500108" y="53936"/>
                  <a:pt x="498996" y="57718"/>
                </a:cubicBezTo>
                <a:cubicBezTo>
                  <a:pt x="497885" y="61499"/>
                  <a:pt x="497329" y="66147"/>
                  <a:pt x="497329" y="71662"/>
                </a:cubicBezTo>
                <a:cubicBezTo>
                  <a:pt x="497329" y="89545"/>
                  <a:pt x="503823" y="98486"/>
                  <a:pt x="516812" y="98486"/>
                </a:cubicBezTo>
                <a:cubicBezTo>
                  <a:pt x="519570" y="98486"/>
                  <a:pt x="522106" y="97752"/>
                  <a:pt x="524419" y="96285"/>
                </a:cubicBezTo>
                <a:cubicBezTo>
                  <a:pt x="526732" y="94816"/>
                  <a:pt x="528757" y="92703"/>
                  <a:pt x="530491" y="89946"/>
                </a:cubicBezTo>
                <a:cubicBezTo>
                  <a:pt x="532226" y="87188"/>
                  <a:pt x="533582" y="83896"/>
                  <a:pt x="534560" y="80070"/>
                </a:cubicBezTo>
                <a:cubicBezTo>
                  <a:pt x="535539" y="76245"/>
                  <a:pt x="536028" y="71974"/>
                  <a:pt x="536028" y="67258"/>
                </a:cubicBezTo>
                <a:moveTo>
                  <a:pt x="547773" y="67659"/>
                </a:moveTo>
                <a:cubicBezTo>
                  <a:pt x="547773" y="72819"/>
                  <a:pt x="546995" y="77534"/>
                  <a:pt x="545438" y="81805"/>
                </a:cubicBezTo>
                <a:cubicBezTo>
                  <a:pt x="543881" y="86076"/>
                  <a:pt x="541745" y="89746"/>
                  <a:pt x="539032" y="92815"/>
                </a:cubicBezTo>
                <a:cubicBezTo>
                  <a:pt x="536318" y="95885"/>
                  <a:pt x="533115" y="98242"/>
                  <a:pt x="529422" y="99887"/>
                </a:cubicBezTo>
                <a:cubicBezTo>
                  <a:pt x="525731" y="101532"/>
                  <a:pt x="521750" y="102355"/>
                  <a:pt x="517480" y="102355"/>
                </a:cubicBezTo>
                <a:cubicBezTo>
                  <a:pt x="513209" y="102355"/>
                  <a:pt x="509361" y="101444"/>
                  <a:pt x="505936" y="99620"/>
                </a:cubicBezTo>
                <a:cubicBezTo>
                  <a:pt x="502511" y="97796"/>
                  <a:pt x="499909" y="95594"/>
                  <a:pt x="498129" y="93015"/>
                </a:cubicBezTo>
                <a:cubicBezTo>
                  <a:pt x="494927" y="95594"/>
                  <a:pt x="491946" y="98174"/>
                  <a:pt x="489188" y="100755"/>
                </a:cubicBezTo>
                <a:lnTo>
                  <a:pt x="486787" y="100755"/>
                </a:lnTo>
                <a:cubicBezTo>
                  <a:pt x="486965" y="98619"/>
                  <a:pt x="487120" y="96039"/>
                  <a:pt x="487253" y="93015"/>
                </a:cubicBezTo>
                <a:cubicBezTo>
                  <a:pt x="487386" y="89990"/>
                  <a:pt x="487497" y="86765"/>
                  <a:pt x="487585" y="83340"/>
                </a:cubicBezTo>
                <a:cubicBezTo>
                  <a:pt x="487675" y="79914"/>
                  <a:pt x="487742" y="76422"/>
                  <a:pt x="487787" y="72864"/>
                </a:cubicBezTo>
                <a:cubicBezTo>
                  <a:pt x="487832" y="69306"/>
                  <a:pt x="487854" y="66014"/>
                  <a:pt x="487854" y="62988"/>
                </a:cubicBezTo>
                <a:lnTo>
                  <a:pt x="487854" y="38834"/>
                </a:lnTo>
                <a:cubicBezTo>
                  <a:pt x="487854" y="35809"/>
                  <a:pt x="487832" y="32518"/>
                  <a:pt x="487787" y="28960"/>
                </a:cubicBezTo>
                <a:cubicBezTo>
                  <a:pt x="487742" y="25400"/>
                  <a:pt x="487675" y="21886"/>
                  <a:pt x="487585" y="18416"/>
                </a:cubicBezTo>
                <a:cubicBezTo>
                  <a:pt x="487497" y="14946"/>
                  <a:pt x="487386" y="11633"/>
                  <a:pt x="487253" y="8475"/>
                </a:cubicBezTo>
                <a:cubicBezTo>
                  <a:pt x="487120" y="5316"/>
                  <a:pt x="486965" y="2625"/>
                  <a:pt x="486787" y="401"/>
                </a:cubicBezTo>
                <a:cubicBezTo>
                  <a:pt x="489278" y="846"/>
                  <a:pt x="491280" y="1069"/>
                  <a:pt x="492792" y="1069"/>
                </a:cubicBezTo>
                <a:cubicBezTo>
                  <a:pt x="493771" y="1069"/>
                  <a:pt x="494794" y="1003"/>
                  <a:pt x="495861" y="869"/>
                </a:cubicBezTo>
                <a:cubicBezTo>
                  <a:pt x="496928" y="735"/>
                  <a:pt x="498084" y="579"/>
                  <a:pt x="499330" y="401"/>
                </a:cubicBezTo>
                <a:cubicBezTo>
                  <a:pt x="499063" y="2181"/>
                  <a:pt x="498840" y="5006"/>
                  <a:pt x="498663" y="8876"/>
                </a:cubicBezTo>
                <a:cubicBezTo>
                  <a:pt x="498485" y="12745"/>
                  <a:pt x="498351" y="17060"/>
                  <a:pt x="498261" y="21821"/>
                </a:cubicBezTo>
                <a:cubicBezTo>
                  <a:pt x="498173" y="26580"/>
                  <a:pt x="498084" y="31473"/>
                  <a:pt x="497995" y="36500"/>
                </a:cubicBezTo>
                <a:cubicBezTo>
                  <a:pt x="497906" y="41526"/>
                  <a:pt x="497818" y="46085"/>
                  <a:pt x="497730" y="50178"/>
                </a:cubicBezTo>
                <a:lnTo>
                  <a:pt x="497997" y="50178"/>
                </a:lnTo>
                <a:cubicBezTo>
                  <a:pt x="501021" y="45374"/>
                  <a:pt x="504357" y="41860"/>
                  <a:pt x="508005" y="39636"/>
                </a:cubicBezTo>
                <a:cubicBezTo>
                  <a:pt x="511653" y="37411"/>
                  <a:pt x="515878" y="36299"/>
                  <a:pt x="520683" y="36299"/>
                </a:cubicBezTo>
                <a:cubicBezTo>
                  <a:pt x="525309" y="36299"/>
                  <a:pt x="529312" y="37166"/>
                  <a:pt x="532693" y="38901"/>
                </a:cubicBezTo>
                <a:cubicBezTo>
                  <a:pt x="536073" y="40636"/>
                  <a:pt x="538875" y="42927"/>
                  <a:pt x="541098" y="45773"/>
                </a:cubicBezTo>
                <a:cubicBezTo>
                  <a:pt x="543323" y="48620"/>
                  <a:pt x="544992" y="51934"/>
                  <a:pt x="546104" y="55716"/>
                </a:cubicBezTo>
                <a:cubicBezTo>
                  <a:pt x="547217" y="59497"/>
                  <a:pt x="547773" y="63478"/>
                  <a:pt x="547773" y="67659"/>
                </a:cubicBezTo>
                <a:close/>
                <a:moveTo>
                  <a:pt x="569791" y="69528"/>
                </a:moveTo>
                <a:cubicBezTo>
                  <a:pt x="569791" y="73264"/>
                  <a:pt x="570125" y="76867"/>
                  <a:pt x="570791" y="80337"/>
                </a:cubicBezTo>
                <a:cubicBezTo>
                  <a:pt x="571459" y="83807"/>
                  <a:pt x="572593" y="86898"/>
                  <a:pt x="574194" y="89612"/>
                </a:cubicBezTo>
                <a:cubicBezTo>
                  <a:pt x="575796" y="92326"/>
                  <a:pt x="577931" y="94484"/>
                  <a:pt x="580600" y="96085"/>
                </a:cubicBezTo>
                <a:cubicBezTo>
                  <a:pt x="583269" y="97686"/>
                  <a:pt x="586561" y="98486"/>
                  <a:pt x="590476" y="98486"/>
                </a:cubicBezTo>
                <a:cubicBezTo>
                  <a:pt x="594391" y="98486"/>
                  <a:pt x="597683" y="97686"/>
                  <a:pt x="600352" y="96085"/>
                </a:cubicBezTo>
                <a:cubicBezTo>
                  <a:pt x="603021" y="94484"/>
                  <a:pt x="605155" y="92326"/>
                  <a:pt x="606756" y="89612"/>
                </a:cubicBezTo>
                <a:cubicBezTo>
                  <a:pt x="608358" y="86898"/>
                  <a:pt x="609492" y="83807"/>
                  <a:pt x="610158" y="80337"/>
                </a:cubicBezTo>
                <a:cubicBezTo>
                  <a:pt x="610826" y="76867"/>
                  <a:pt x="611160" y="73264"/>
                  <a:pt x="611160" y="69528"/>
                </a:cubicBezTo>
                <a:cubicBezTo>
                  <a:pt x="611160" y="65791"/>
                  <a:pt x="610826" y="62188"/>
                  <a:pt x="610158" y="58718"/>
                </a:cubicBezTo>
                <a:cubicBezTo>
                  <a:pt x="609492" y="55248"/>
                  <a:pt x="608358" y="52157"/>
                  <a:pt x="606756" y="49445"/>
                </a:cubicBezTo>
                <a:cubicBezTo>
                  <a:pt x="605155" y="46731"/>
                  <a:pt x="603021" y="44573"/>
                  <a:pt x="600352" y="42971"/>
                </a:cubicBezTo>
                <a:cubicBezTo>
                  <a:pt x="597683" y="41370"/>
                  <a:pt x="594391" y="40569"/>
                  <a:pt x="590476" y="40569"/>
                </a:cubicBezTo>
                <a:cubicBezTo>
                  <a:pt x="586561" y="40569"/>
                  <a:pt x="583269" y="41370"/>
                  <a:pt x="580600" y="42971"/>
                </a:cubicBezTo>
                <a:cubicBezTo>
                  <a:pt x="577931" y="44573"/>
                  <a:pt x="575796" y="46731"/>
                  <a:pt x="574194" y="49445"/>
                </a:cubicBezTo>
                <a:cubicBezTo>
                  <a:pt x="572593" y="52157"/>
                  <a:pt x="571459" y="55248"/>
                  <a:pt x="570791" y="58718"/>
                </a:cubicBezTo>
                <a:cubicBezTo>
                  <a:pt x="570125" y="62188"/>
                  <a:pt x="569791" y="65791"/>
                  <a:pt x="569791" y="69528"/>
                </a:cubicBezTo>
                <a:moveTo>
                  <a:pt x="558048" y="69528"/>
                </a:moveTo>
                <a:cubicBezTo>
                  <a:pt x="558048" y="63478"/>
                  <a:pt x="559005" y="58340"/>
                  <a:pt x="560917" y="54114"/>
                </a:cubicBezTo>
                <a:cubicBezTo>
                  <a:pt x="562830" y="49888"/>
                  <a:pt x="565343" y="46463"/>
                  <a:pt x="568456" y="43839"/>
                </a:cubicBezTo>
                <a:cubicBezTo>
                  <a:pt x="571570" y="41215"/>
                  <a:pt x="575062" y="39302"/>
                  <a:pt x="578932" y="38101"/>
                </a:cubicBezTo>
                <a:cubicBezTo>
                  <a:pt x="582802" y="36899"/>
                  <a:pt x="586650" y="36299"/>
                  <a:pt x="590476" y="36299"/>
                </a:cubicBezTo>
                <a:cubicBezTo>
                  <a:pt x="594391" y="36299"/>
                  <a:pt x="598261" y="36899"/>
                  <a:pt x="602087" y="38101"/>
                </a:cubicBezTo>
                <a:cubicBezTo>
                  <a:pt x="605912" y="39302"/>
                  <a:pt x="609381" y="41215"/>
                  <a:pt x="612494" y="43839"/>
                </a:cubicBezTo>
                <a:cubicBezTo>
                  <a:pt x="615608" y="46463"/>
                  <a:pt x="618122" y="49888"/>
                  <a:pt x="620034" y="54114"/>
                </a:cubicBezTo>
                <a:cubicBezTo>
                  <a:pt x="621947" y="58340"/>
                  <a:pt x="622903" y="63478"/>
                  <a:pt x="622903" y="69528"/>
                </a:cubicBezTo>
                <a:cubicBezTo>
                  <a:pt x="622903" y="75577"/>
                  <a:pt x="621947" y="80715"/>
                  <a:pt x="620034" y="84941"/>
                </a:cubicBezTo>
                <a:cubicBezTo>
                  <a:pt x="618122" y="89167"/>
                  <a:pt x="615608" y="92593"/>
                  <a:pt x="612494" y="95218"/>
                </a:cubicBezTo>
                <a:cubicBezTo>
                  <a:pt x="609381" y="97842"/>
                  <a:pt x="605912" y="99688"/>
                  <a:pt x="602087" y="100755"/>
                </a:cubicBezTo>
                <a:cubicBezTo>
                  <a:pt x="598261" y="101822"/>
                  <a:pt x="594391" y="102355"/>
                  <a:pt x="590476" y="102355"/>
                </a:cubicBezTo>
                <a:cubicBezTo>
                  <a:pt x="586650" y="102355"/>
                  <a:pt x="582802" y="101822"/>
                  <a:pt x="578932" y="100755"/>
                </a:cubicBezTo>
                <a:cubicBezTo>
                  <a:pt x="575062" y="99688"/>
                  <a:pt x="571570" y="97842"/>
                  <a:pt x="568456" y="95218"/>
                </a:cubicBezTo>
                <a:cubicBezTo>
                  <a:pt x="565343" y="92593"/>
                  <a:pt x="562830" y="89167"/>
                  <a:pt x="560917" y="84941"/>
                </a:cubicBezTo>
                <a:cubicBezTo>
                  <a:pt x="559005" y="80715"/>
                  <a:pt x="558048" y="75577"/>
                  <a:pt x="558048" y="69528"/>
                </a:cubicBezTo>
                <a:close/>
                <a:moveTo>
                  <a:pt x="637716" y="80870"/>
                </a:moveTo>
                <a:cubicBezTo>
                  <a:pt x="637716" y="76156"/>
                  <a:pt x="637783" y="72131"/>
                  <a:pt x="637916" y="68795"/>
                </a:cubicBezTo>
                <a:cubicBezTo>
                  <a:pt x="638049" y="65459"/>
                  <a:pt x="638116" y="62144"/>
                  <a:pt x="638116" y="58852"/>
                </a:cubicBezTo>
                <a:cubicBezTo>
                  <a:pt x="638116" y="55738"/>
                  <a:pt x="638093" y="52357"/>
                  <a:pt x="638048" y="48710"/>
                </a:cubicBezTo>
                <a:cubicBezTo>
                  <a:pt x="638005" y="45062"/>
                  <a:pt x="637938" y="41370"/>
                  <a:pt x="637849" y="37632"/>
                </a:cubicBezTo>
                <a:cubicBezTo>
                  <a:pt x="640074" y="38078"/>
                  <a:pt x="641942" y="38300"/>
                  <a:pt x="643455" y="38300"/>
                </a:cubicBezTo>
                <a:cubicBezTo>
                  <a:pt x="644877" y="38300"/>
                  <a:pt x="646701" y="38078"/>
                  <a:pt x="648926" y="37632"/>
                </a:cubicBezTo>
                <a:cubicBezTo>
                  <a:pt x="648481" y="42971"/>
                  <a:pt x="648147" y="48822"/>
                  <a:pt x="647924" y="55183"/>
                </a:cubicBezTo>
                <a:cubicBezTo>
                  <a:pt x="647702" y="61543"/>
                  <a:pt x="647590" y="68059"/>
                  <a:pt x="647590" y="74731"/>
                </a:cubicBezTo>
                <a:cubicBezTo>
                  <a:pt x="647590" y="79357"/>
                  <a:pt x="647991" y="82894"/>
                  <a:pt x="648792" y="85342"/>
                </a:cubicBezTo>
                <a:cubicBezTo>
                  <a:pt x="649593" y="87788"/>
                  <a:pt x="650571" y="89634"/>
                  <a:pt x="651728" y="90879"/>
                </a:cubicBezTo>
                <a:cubicBezTo>
                  <a:pt x="652974" y="92303"/>
                  <a:pt x="654554" y="93482"/>
                  <a:pt x="656466" y="94416"/>
                </a:cubicBezTo>
                <a:cubicBezTo>
                  <a:pt x="658379" y="95350"/>
                  <a:pt x="660625" y="95817"/>
                  <a:pt x="663204" y="95817"/>
                </a:cubicBezTo>
                <a:cubicBezTo>
                  <a:pt x="666942" y="95817"/>
                  <a:pt x="670056" y="94994"/>
                  <a:pt x="672547" y="93349"/>
                </a:cubicBezTo>
                <a:cubicBezTo>
                  <a:pt x="675038" y="91702"/>
                  <a:pt x="676862" y="89678"/>
                  <a:pt x="678018" y="87277"/>
                </a:cubicBezTo>
                <a:cubicBezTo>
                  <a:pt x="678640" y="85764"/>
                  <a:pt x="679129" y="84475"/>
                  <a:pt x="679484" y="83408"/>
                </a:cubicBezTo>
                <a:cubicBezTo>
                  <a:pt x="679841" y="82339"/>
                  <a:pt x="680131" y="80915"/>
                  <a:pt x="680352" y="79136"/>
                </a:cubicBezTo>
                <a:cubicBezTo>
                  <a:pt x="680574" y="77356"/>
                  <a:pt x="680708" y="74954"/>
                  <a:pt x="680753" y="71929"/>
                </a:cubicBezTo>
                <a:cubicBezTo>
                  <a:pt x="680798" y="68905"/>
                  <a:pt x="680820" y="64768"/>
                  <a:pt x="680820" y="59518"/>
                </a:cubicBezTo>
                <a:lnTo>
                  <a:pt x="680820" y="48308"/>
                </a:lnTo>
                <a:cubicBezTo>
                  <a:pt x="680820" y="46352"/>
                  <a:pt x="680798" y="44484"/>
                  <a:pt x="680753" y="42705"/>
                </a:cubicBezTo>
                <a:cubicBezTo>
                  <a:pt x="680708" y="40925"/>
                  <a:pt x="680642" y="39234"/>
                  <a:pt x="680553" y="37632"/>
                </a:cubicBezTo>
                <a:cubicBezTo>
                  <a:pt x="681532" y="37811"/>
                  <a:pt x="682466" y="37968"/>
                  <a:pt x="683355" y="38101"/>
                </a:cubicBezTo>
                <a:cubicBezTo>
                  <a:pt x="684244" y="38234"/>
                  <a:pt x="685178" y="38300"/>
                  <a:pt x="686157" y="38300"/>
                </a:cubicBezTo>
                <a:cubicBezTo>
                  <a:pt x="687136" y="38300"/>
                  <a:pt x="688070" y="38234"/>
                  <a:pt x="688959" y="38101"/>
                </a:cubicBezTo>
                <a:cubicBezTo>
                  <a:pt x="689850" y="37968"/>
                  <a:pt x="690740" y="37811"/>
                  <a:pt x="691629" y="37632"/>
                </a:cubicBezTo>
                <a:cubicBezTo>
                  <a:pt x="691185" y="44572"/>
                  <a:pt x="690918" y="51267"/>
                  <a:pt x="690828" y="57718"/>
                </a:cubicBezTo>
                <a:cubicBezTo>
                  <a:pt x="690740" y="64168"/>
                  <a:pt x="690696" y="70995"/>
                  <a:pt x="690696" y="78201"/>
                </a:cubicBezTo>
                <a:cubicBezTo>
                  <a:pt x="690696" y="82206"/>
                  <a:pt x="690740" y="86121"/>
                  <a:pt x="690828" y="89946"/>
                </a:cubicBezTo>
                <a:cubicBezTo>
                  <a:pt x="690918" y="93772"/>
                  <a:pt x="691052" y="97463"/>
                  <a:pt x="691230" y="101021"/>
                </a:cubicBezTo>
                <a:cubicBezTo>
                  <a:pt x="689450" y="100844"/>
                  <a:pt x="687715" y="100755"/>
                  <a:pt x="686025" y="100755"/>
                </a:cubicBezTo>
                <a:cubicBezTo>
                  <a:pt x="684335" y="100755"/>
                  <a:pt x="682600" y="100844"/>
                  <a:pt x="680820" y="101021"/>
                </a:cubicBezTo>
                <a:cubicBezTo>
                  <a:pt x="680908" y="100220"/>
                  <a:pt x="680975" y="99375"/>
                  <a:pt x="681020" y="98486"/>
                </a:cubicBezTo>
                <a:cubicBezTo>
                  <a:pt x="681065" y="97597"/>
                  <a:pt x="681087" y="96663"/>
                  <a:pt x="681087" y="95684"/>
                </a:cubicBezTo>
                <a:lnTo>
                  <a:pt x="681087" y="89946"/>
                </a:lnTo>
                <a:lnTo>
                  <a:pt x="680820" y="89946"/>
                </a:lnTo>
                <a:cubicBezTo>
                  <a:pt x="678507" y="94215"/>
                  <a:pt x="675527" y="97351"/>
                  <a:pt x="671879" y="99354"/>
                </a:cubicBezTo>
                <a:cubicBezTo>
                  <a:pt x="668231" y="101355"/>
                  <a:pt x="664272" y="102355"/>
                  <a:pt x="660001" y="102355"/>
                </a:cubicBezTo>
                <a:cubicBezTo>
                  <a:pt x="653062" y="102355"/>
                  <a:pt x="647613" y="100510"/>
                  <a:pt x="643654" y="96819"/>
                </a:cubicBezTo>
                <a:cubicBezTo>
                  <a:pt x="639696" y="93126"/>
                  <a:pt x="637716" y="87810"/>
                  <a:pt x="637716" y="80870"/>
                </a:cubicBezTo>
                <a:close/>
                <a:moveTo>
                  <a:pt x="724059" y="19752"/>
                </a:moveTo>
                <a:cubicBezTo>
                  <a:pt x="723791" y="23132"/>
                  <a:pt x="723590" y="26446"/>
                  <a:pt x="723456" y="29693"/>
                </a:cubicBezTo>
                <a:cubicBezTo>
                  <a:pt x="723323" y="32940"/>
                  <a:pt x="723167" y="36210"/>
                  <a:pt x="722990" y="39502"/>
                </a:cubicBezTo>
                <a:cubicBezTo>
                  <a:pt x="723968" y="39502"/>
                  <a:pt x="725792" y="39479"/>
                  <a:pt x="728461" y="39434"/>
                </a:cubicBezTo>
                <a:cubicBezTo>
                  <a:pt x="731130" y="39390"/>
                  <a:pt x="734021" y="39278"/>
                  <a:pt x="737135" y="39100"/>
                </a:cubicBezTo>
                <a:cubicBezTo>
                  <a:pt x="737047" y="39368"/>
                  <a:pt x="737003" y="39857"/>
                  <a:pt x="737003" y="40569"/>
                </a:cubicBezTo>
                <a:lnTo>
                  <a:pt x="737003" y="41904"/>
                </a:lnTo>
                <a:lnTo>
                  <a:pt x="737003" y="43373"/>
                </a:lnTo>
                <a:cubicBezTo>
                  <a:pt x="737003" y="43994"/>
                  <a:pt x="737047" y="44439"/>
                  <a:pt x="737135" y="44706"/>
                </a:cubicBezTo>
                <a:cubicBezTo>
                  <a:pt x="735979" y="44617"/>
                  <a:pt x="734777" y="44550"/>
                  <a:pt x="733531" y="44507"/>
                </a:cubicBezTo>
                <a:cubicBezTo>
                  <a:pt x="732286" y="44462"/>
                  <a:pt x="730952" y="44440"/>
                  <a:pt x="729528" y="44440"/>
                </a:cubicBezTo>
                <a:lnTo>
                  <a:pt x="722990" y="44440"/>
                </a:lnTo>
                <a:cubicBezTo>
                  <a:pt x="722901" y="44795"/>
                  <a:pt x="722790" y="46219"/>
                  <a:pt x="722656" y="48710"/>
                </a:cubicBezTo>
                <a:cubicBezTo>
                  <a:pt x="722523" y="51201"/>
                  <a:pt x="722411" y="54159"/>
                  <a:pt x="722322" y="57584"/>
                </a:cubicBezTo>
                <a:cubicBezTo>
                  <a:pt x="722233" y="61009"/>
                  <a:pt x="722167" y="64590"/>
                  <a:pt x="722122" y="68327"/>
                </a:cubicBezTo>
                <a:cubicBezTo>
                  <a:pt x="722077" y="72063"/>
                  <a:pt x="722055" y="75399"/>
                  <a:pt x="722055" y="78335"/>
                </a:cubicBezTo>
                <a:cubicBezTo>
                  <a:pt x="722055" y="80826"/>
                  <a:pt x="722121" y="83273"/>
                  <a:pt x="722254" y="85676"/>
                </a:cubicBezTo>
                <a:cubicBezTo>
                  <a:pt x="722389" y="88077"/>
                  <a:pt x="722812" y="90235"/>
                  <a:pt x="723523" y="92147"/>
                </a:cubicBezTo>
                <a:cubicBezTo>
                  <a:pt x="724236" y="94060"/>
                  <a:pt x="725303" y="95595"/>
                  <a:pt x="726726" y="96751"/>
                </a:cubicBezTo>
                <a:cubicBezTo>
                  <a:pt x="728150" y="97908"/>
                  <a:pt x="730197" y="98486"/>
                  <a:pt x="732865" y="98486"/>
                </a:cubicBezTo>
                <a:cubicBezTo>
                  <a:pt x="733577" y="98486"/>
                  <a:pt x="734533" y="98397"/>
                  <a:pt x="735735" y="98219"/>
                </a:cubicBezTo>
                <a:cubicBezTo>
                  <a:pt x="736936" y="98042"/>
                  <a:pt x="737981" y="97819"/>
                  <a:pt x="738870" y="97552"/>
                </a:cubicBezTo>
                <a:lnTo>
                  <a:pt x="738870" y="100755"/>
                </a:lnTo>
                <a:cubicBezTo>
                  <a:pt x="737358" y="101022"/>
                  <a:pt x="735690" y="101355"/>
                  <a:pt x="733865" y="101754"/>
                </a:cubicBezTo>
                <a:cubicBezTo>
                  <a:pt x="732042" y="102155"/>
                  <a:pt x="730285" y="102355"/>
                  <a:pt x="728595" y="102355"/>
                </a:cubicBezTo>
                <a:cubicBezTo>
                  <a:pt x="722990" y="102355"/>
                  <a:pt x="718853" y="100977"/>
                  <a:pt x="716184" y="98219"/>
                </a:cubicBezTo>
                <a:cubicBezTo>
                  <a:pt x="713515" y="95461"/>
                  <a:pt x="712181" y="91413"/>
                  <a:pt x="712181" y="86075"/>
                </a:cubicBezTo>
                <a:cubicBezTo>
                  <a:pt x="712181" y="83674"/>
                  <a:pt x="712225" y="81072"/>
                  <a:pt x="712313" y="78270"/>
                </a:cubicBezTo>
                <a:cubicBezTo>
                  <a:pt x="712403" y="75467"/>
                  <a:pt x="712514" y="72398"/>
                  <a:pt x="712647" y="69062"/>
                </a:cubicBezTo>
                <a:cubicBezTo>
                  <a:pt x="712780" y="65725"/>
                  <a:pt x="712892" y="62033"/>
                  <a:pt x="712981" y="57985"/>
                </a:cubicBezTo>
                <a:cubicBezTo>
                  <a:pt x="713071" y="53937"/>
                  <a:pt x="713116" y="49422"/>
                  <a:pt x="713116" y="44440"/>
                </a:cubicBezTo>
                <a:lnTo>
                  <a:pt x="708844" y="44440"/>
                </a:lnTo>
                <a:cubicBezTo>
                  <a:pt x="708132" y="44440"/>
                  <a:pt x="707376" y="44462"/>
                  <a:pt x="706575" y="44507"/>
                </a:cubicBezTo>
                <a:cubicBezTo>
                  <a:pt x="705774" y="44550"/>
                  <a:pt x="704929" y="44617"/>
                  <a:pt x="704040" y="44706"/>
                </a:cubicBezTo>
                <a:cubicBezTo>
                  <a:pt x="704130" y="44173"/>
                  <a:pt x="704196" y="43662"/>
                  <a:pt x="704240" y="43173"/>
                </a:cubicBezTo>
                <a:cubicBezTo>
                  <a:pt x="704284" y="42683"/>
                  <a:pt x="704307" y="42171"/>
                  <a:pt x="704307" y="41638"/>
                </a:cubicBezTo>
                <a:cubicBezTo>
                  <a:pt x="704307" y="41192"/>
                  <a:pt x="704284" y="40748"/>
                  <a:pt x="704240" y="40304"/>
                </a:cubicBezTo>
                <a:cubicBezTo>
                  <a:pt x="704196" y="39859"/>
                  <a:pt x="704130" y="39413"/>
                  <a:pt x="704040" y="38968"/>
                </a:cubicBezTo>
                <a:cubicBezTo>
                  <a:pt x="708043" y="39234"/>
                  <a:pt x="710979" y="39367"/>
                  <a:pt x="712847" y="39367"/>
                </a:cubicBezTo>
                <a:cubicBezTo>
                  <a:pt x="712759" y="37589"/>
                  <a:pt x="712692" y="35365"/>
                  <a:pt x="712647" y="32696"/>
                </a:cubicBezTo>
                <a:cubicBezTo>
                  <a:pt x="712603" y="30028"/>
                  <a:pt x="712491" y="27269"/>
                  <a:pt x="712313" y="24421"/>
                </a:cubicBezTo>
                <a:lnTo>
                  <a:pt x="723391" y="19752"/>
                </a:lnTo>
                <a:lnTo>
                  <a:pt x="724059" y="19752"/>
                </a:lnTo>
                <a:close/>
                <a:moveTo>
                  <a:pt x="823440" y="101021"/>
                </a:moveTo>
                <a:cubicBezTo>
                  <a:pt x="822373" y="97729"/>
                  <a:pt x="820949" y="93548"/>
                  <a:pt x="819170" y="88478"/>
                </a:cubicBezTo>
                <a:cubicBezTo>
                  <a:pt x="817391" y="83406"/>
                  <a:pt x="815456" y="78001"/>
                  <a:pt x="813364" y="72263"/>
                </a:cubicBezTo>
                <a:cubicBezTo>
                  <a:pt x="811274" y="66525"/>
                  <a:pt x="809094" y="60654"/>
                  <a:pt x="806826" y="54649"/>
                </a:cubicBezTo>
                <a:cubicBezTo>
                  <a:pt x="804557" y="48644"/>
                  <a:pt x="802311" y="42971"/>
                  <a:pt x="800088" y="37632"/>
                </a:cubicBezTo>
                <a:cubicBezTo>
                  <a:pt x="801155" y="37811"/>
                  <a:pt x="802199" y="37968"/>
                  <a:pt x="803222" y="38101"/>
                </a:cubicBezTo>
                <a:cubicBezTo>
                  <a:pt x="804245" y="38234"/>
                  <a:pt x="805291" y="38300"/>
                  <a:pt x="806360" y="38300"/>
                </a:cubicBezTo>
                <a:cubicBezTo>
                  <a:pt x="807338" y="38300"/>
                  <a:pt x="808317" y="38234"/>
                  <a:pt x="809296" y="38101"/>
                </a:cubicBezTo>
                <a:cubicBezTo>
                  <a:pt x="810275" y="37968"/>
                  <a:pt x="811342" y="37811"/>
                  <a:pt x="812497" y="37632"/>
                </a:cubicBezTo>
                <a:cubicBezTo>
                  <a:pt x="814810" y="45996"/>
                  <a:pt x="817368" y="54381"/>
                  <a:pt x="820169" y="62788"/>
                </a:cubicBezTo>
                <a:cubicBezTo>
                  <a:pt x="822973" y="71195"/>
                  <a:pt x="826109" y="79848"/>
                  <a:pt x="829579" y="88745"/>
                </a:cubicBezTo>
                <a:cubicBezTo>
                  <a:pt x="830647" y="86254"/>
                  <a:pt x="831938" y="82962"/>
                  <a:pt x="833450" y="78869"/>
                </a:cubicBezTo>
                <a:cubicBezTo>
                  <a:pt x="834962" y="74776"/>
                  <a:pt x="836519" y="70372"/>
                  <a:pt x="838119" y="65657"/>
                </a:cubicBezTo>
                <a:cubicBezTo>
                  <a:pt x="839721" y="60943"/>
                  <a:pt x="841322" y="56139"/>
                  <a:pt x="842923" y="51247"/>
                </a:cubicBezTo>
                <a:cubicBezTo>
                  <a:pt x="844525" y="46353"/>
                  <a:pt x="845949" y="41815"/>
                  <a:pt x="847195" y="37632"/>
                </a:cubicBezTo>
                <a:cubicBezTo>
                  <a:pt x="848797" y="38078"/>
                  <a:pt x="850131" y="38300"/>
                  <a:pt x="851198" y="38300"/>
                </a:cubicBezTo>
                <a:cubicBezTo>
                  <a:pt x="851910" y="38300"/>
                  <a:pt x="852532" y="38234"/>
                  <a:pt x="853065" y="38101"/>
                </a:cubicBezTo>
                <a:cubicBezTo>
                  <a:pt x="853600" y="37968"/>
                  <a:pt x="854223" y="37811"/>
                  <a:pt x="854935" y="37632"/>
                </a:cubicBezTo>
                <a:cubicBezTo>
                  <a:pt x="857158" y="46174"/>
                  <a:pt x="859738" y="54604"/>
                  <a:pt x="862675" y="62923"/>
                </a:cubicBezTo>
                <a:cubicBezTo>
                  <a:pt x="865611" y="71240"/>
                  <a:pt x="868680" y="79848"/>
                  <a:pt x="871883" y="88745"/>
                </a:cubicBezTo>
                <a:cubicBezTo>
                  <a:pt x="873039" y="85898"/>
                  <a:pt x="874396" y="82406"/>
                  <a:pt x="875953" y="78270"/>
                </a:cubicBezTo>
                <a:cubicBezTo>
                  <a:pt x="877510" y="74132"/>
                  <a:pt x="879134" y="69773"/>
                  <a:pt x="880824" y="65191"/>
                </a:cubicBezTo>
                <a:cubicBezTo>
                  <a:pt x="882514" y="60610"/>
                  <a:pt x="884226" y="55917"/>
                  <a:pt x="885961" y="51112"/>
                </a:cubicBezTo>
                <a:cubicBezTo>
                  <a:pt x="887696" y="46308"/>
                  <a:pt x="889320" y="41815"/>
                  <a:pt x="890832" y="37632"/>
                </a:cubicBezTo>
                <a:cubicBezTo>
                  <a:pt x="892612" y="38078"/>
                  <a:pt x="894035" y="38300"/>
                  <a:pt x="895102" y="38300"/>
                </a:cubicBezTo>
                <a:cubicBezTo>
                  <a:pt x="896259" y="38300"/>
                  <a:pt x="897593" y="38078"/>
                  <a:pt x="899105" y="37632"/>
                </a:cubicBezTo>
                <a:cubicBezTo>
                  <a:pt x="894035" y="48397"/>
                  <a:pt x="889298" y="59029"/>
                  <a:pt x="884894" y="69528"/>
                </a:cubicBezTo>
                <a:cubicBezTo>
                  <a:pt x="880491" y="80026"/>
                  <a:pt x="876376" y="90524"/>
                  <a:pt x="872550" y="101021"/>
                </a:cubicBezTo>
                <a:cubicBezTo>
                  <a:pt x="871572" y="100844"/>
                  <a:pt x="870415" y="100755"/>
                  <a:pt x="869081" y="100755"/>
                </a:cubicBezTo>
                <a:cubicBezTo>
                  <a:pt x="868458" y="100755"/>
                  <a:pt x="867834" y="100755"/>
                  <a:pt x="867211" y="100755"/>
                </a:cubicBezTo>
                <a:cubicBezTo>
                  <a:pt x="866590" y="100755"/>
                  <a:pt x="866056" y="100844"/>
                  <a:pt x="865611" y="101021"/>
                </a:cubicBezTo>
                <a:cubicBezTo>
                  <a:pt x="863298" y="93103"/>
                  <a:pt x="860762" y="85140"/>
                  <a:pt x="858003" y="77134"/>
                </a:cubicBezTo>
                <a:cubicBezTo>
                  <a:pt x="855246" y="69127"/>
                  <a:pt x="852088" y="60720"/>
                  <a:pt x="848529" y="51913"/>
                </a:cubicBezTo>
                <a:cubicBezTo>
                  <a:pt x="847462" y="54582"/>
                  <a:pt x="846172" y="57896"/>
                  <a:pt x="844660" y="61856"/>
                </a:cubicBezTo>
                <a:cubicBezTo>
                  <a:pt x="843147" y="65814"/>
                  <a:pt x="841590" y="70062"/>
                  <a:pt x="839989" y="74599"/>
                </a:cubicBezTo>
                <a:cubicBezTo>
                  <a:pt x="838387" y="79136"/>
                  <a:pt x="836785" y="83740"/>
                  <a:pt x="835183" y="88411"/>
                </a:cubicBezTo>
                <a:cubicBezTo>
                  <a:pt x="833582" y="93082"/>
                  <a:pt x="832159" y="97285"/>
                  <a:pt x="830913" y="101021"/>
                </a:cubicBezTo>
                <a:cubicBezTo>
                  <a:pt x="829846" y="100844"/>
                  <a:pt x="828600" y="100755"/>
                  <a:pt x="827176" y="100755"/>
                </a:cubicBezTo>
                <a:cubicBezTo>
                  <a:pt x="825754" y="100755"/>
                  <a:pt x="824508" y="100844"/>
                  <a:pt x="823440" y="101021"/>
                </a:cubicBezTo>
                <a:close/>
                <a:moveTo>
                  <a:pt x="910315" y="38834"/>
                </a:moveTo>
                <a:cubicBezTo>
                  <a:pt x="910315" y="35809"/>
                  <a:pt x="910293" y="32518"/>
                  <a:pt x="910248" y="28960"/>
                </a:cubicBezTo>
                <a:cubicBezTo>
                  <a:pt x="910203" y="25400"/>
                  <a:pt x="910136" y="21886"/>
                  <a:pt x="910047" y="18416"/>
                </a:cubicBezTo>
                <a:cubicBezTo>
                  <a:pt x="909958" y="14946"/>
                  <a:pt x="909848" y="11633"/>
                  <a:pt x="909715" y="8475"/>
                </a:cubicBezTo>
                <a:cubicBezTo>
                  <a:pt x="909582" y="5316"/>
                  <a:pt x="909426" y="2625"/>
                  <a:pt x="909248" y="401"/>
                </a:cubicBezTo>
                <a:cubicBezTo>
                  <a:pt x="911739" y="846"/>
                  <a:pt x="913741" y="1069"/>
                  <a:pt x="915253" y="1069"/>
                </a:cubicBezTo>
                <a:cubicBezTo>
                  <a:pt x="916766" y="1069"/>
                  <a:pt x="918767" y="846"/>
                  <a:pt x="921258" y="401"/>
                </a:cubicBezTo>
                <a:cubicBezTo>
                  <a:pt x="921080" y="2625"/>
                  <a:pt x="920924" y="5294"/>
                  <a:pt x="920790" y="8408"/>
                </a:cubicBezTo>
                <a:cubicBezTo>
                  <a:pt x="920657" y="11522"/>
                  <a:pt x="920546" y="14791"/>
                  <a:pt x="920456" y="18216"/>
                </a:cubicBezTo>
                <a:cubicBezTo>
                  <a:pt x="920368" y="21641"/>
                  <a:pt x="920301" y="25089"/>
                  <a:pt x="920256" y="28559"/>
                </a:cubicBezTo>
                <a:cubicBezTo>
                  <a:pt x="920213" y="32028"/>
                  <a:pt x="920191" y="35232"/>
                  <a:pt x="920191" y="38168"/>
                </a:cubicBezTo>
                <a:lnTo>
                  <a:pt x="920191" y="48308"/>
                </a:lnTo>
                <a:lnTo>
                  <a:pt x="920458" y="48308"/>
                </a:lnTo>
                <a:cubicBezTo>
                  <a:pt x="922949" y="44483"/>
                  <a:pt x="925929" y="41525"/>
                  <a:pt x="929399" y="39434"/>
                </a:cubicBezTo>
                <a:cubicBezTo>
                  <a:pt x="932869" y="37344"/>
                  <a:pt x="937006" y="36299"/>
                  <a:pt x="941810" y="36299"/>
                </a:cubicBezTo>
                <a:cubicBezTo>
                  <a:pt x="944301" y="36299"/>
                  <a:pt x="946814" y="36655"/>
                  <a:pt x="949349" y="37368"/>
                </a:cubicBezTo>
                <a:cubicBezTo>
                  <a:pt x="951884" y="38079"/>
                  <a:pt x="954175" y="39302"/>
                  <a:pt x="956221" y="41037"/>
                </a:cubicBezTo>
                <a:cubicBezTo>
                  <a:pt x="958268" y="42772"/>
                  <a:pt x="959937" y="45130"/>
                  <a:pt x="961226" y="48111"/>
                </a:cubicBezTo>
                <a:cubicBezTo>
                  <a:pt x="962516" y="51091"/>
                  <a:pt x="963161" y="54893"/>
                  <a:pt x="963161" y="59518"/>
                </a:cubicBezTo>
                <a:cubicBezTo>
                  <a:pt x="963161" y="63344"/>
                  <a:pt x="963072" y="67280"/>
                  <a:pt x="962894" y="71328"/>
                </a:cubicBezTo>
                <a:cubicBezTo>
                  <a:pt x="962716" y="75377"/>
                  <a:pt x="962627" y="79670"/>
                  <a:pt x="962627" y="84208"/>
                </a:cubicBezTo>
                <a:lnTo>
                  <a:pt x="962627" y="92880"/>
                </a:lnTo>
                <a:cubicBezTo>
                  <a:pt x="962627" y="94304"/>
                  <a:pt x="962650" y="95706"/>
                  <a:pt x="962694" y="97085"/>
                </a:cubicBezTo>
                <a:cubicBezTo>
                  <a:pt x="962739" y="98464"/>
                  <a:pt x="962806" y="99777"/>
                  <a:pt x="962894" y="101021"/>
                </a:cubicBezTo>
                <a:cubicBezTo>
                  <a:pt x="961114" y="100844"/>
                  <a:pt x="959246" y="100755"/>
                  <a:pt x="957290" y="100755"/>
                </a:cubicBezTo>
                <a:cubicBezTo>
                  <a:pt x="955421" y="100755"/>
                  <a:pt x="953597" y="100844"/>
                  <a:pt x="951819" y="101021"/>
                </a:cubicBezTo>
                <a:cubicBezTo>
                  <a:pt x="951996" y="96395"/>
                  <a:pt x="952196" y="91636"/>
                  <a:pt x="952417" y="86743"/>
                </a:cubicBezTo>
                <a:cubicBezTo>
                  <a:pt x="952640" y="81849"/>
                  <a:pt x="952751" y="76822"/>
                  <a:pt x="952751" y="71662"/>
                </a:cubicBezTo>
                <a:lnTo>
                  <a:pt x="952751" y="63521"/>
                </a:lnTo>
                <a:cubicBezTo>
                  <a:pt x="952751" y="56849"/>
                  <a:pt x="951461" y="51801"/>
                  <a:pt x="948880" y="48376"/>
                </a:cubicBezTo>
                <a:cubicBezTo>
                  <a:pt x="946301" y="44951"/>
                  <a:pt x="942743" y="43238"/>
                  <a:pt x="938206" y="43238"/>
                </a:cubicBezTo>
                <a:cubicBezTo>
                  <a:pt x="931979" y="43238"/>
                  <a:pt x="927420" y="45151"/>
                  <a:pt x="924529" y="48976"/>
                </a:cubicBezTo>
                <a:cubicBezTo>
                  <a:pt x="921637" y="52802"/>
                  <a:pt x="920191" y="58184"/>
                  <a:pt x="920191" y="65124"/>
                </a:cubicBezTo>
                <a:cubicBezTo>
                  <a:pt x="920191" y="67615"/>
                  <a:pt x="920213" y="70507"/>
                  <a:pt x="920256" y="73798"/>
                </a:cubicBezTo>
                <a:cubicBezTo>
                  <a:pt x="920301" y="77090"/>
                  <a:pt x="920368" y="80405"/>
                  <a:pt x="920456" y="83742"/>
                </a:cubicBezTo>
                <a:cubicBezTo>
                  <a:pt x="920546" y="87077"/>
                  <a:pt x="920657" y="90302"/>
                  <a:pt x="920790" y="93416"/>
                </a:cubicBezTo>
                <a:cubicBezTo>
                  <a:pt x="920924" y="96529"/>
                  <a:pt x="921080" y="99064"/>
                  <a:pt x="921258" y="101021"/>
                </a:cubicBezTo>
                <a:cubicBezTo>
                  <a:pt x="919212" y="100844"/>
                  <a:pt x="917211" y="100755"/>
                  <a:pt x="915253" y="100755"/>
                </a:cubicBezTo>
                <a:cubicBezTo>
                  <a:pt x="913296" y="100755"/>
                  <a:pt x="911294" y="100844"/>
                  <a:pt x="909248" y="101021"/>
                </a:cubicBezTo>
                <a:cubicBezTo>
                  <a:pt x="909426" y="98976"/>
                  <a:pt x="909582" y="96396"/>
                  <a:pt x="909715" y="93282"/>
                </a:cubicBezTo>
                <a:cubicBezTo>
                  <a:pt x="909848" y="90167"/>
                  <a:pt x="909958" y="86875"/>
                  <a:pt x="910047" y="83406"/>
                </a:cubicBezTo>
                <a:cubicBezTo>
                  <a:pt x="910136" y="79936"/>
                  <a:pt x="910203" y="76422"/>
                  <a:pt x="910248" y="72864"/>
                </a:cubicBezTo>
                <a:cubicBezTo>
                  <a:pt x="910293" y="69306"/>
                  <a:pt x="910315" y="66014"/>
                  <a:pt x="910315" y="62988"/>
                </a:cubicBezTo>
                <a:lnTo>
                  <a:pt x="910315" y="38834"/>
                </a:lnTo>
                <a:close/>
                <a:moveTo>
                  <a:pt x="985046" y="14413"/>
                </a:moveTo>
                <a:cubicBezTo>
                  <a:pt x="985046" y="12545"/>
                  <a:pt x="985713" y="10944"/>
                  <a:pt x="987047" y="9609"/>
                </a:cubicBezTo>
                <a:cubicBezTo>
                  <a:pt x="988382" y="8275"/>
                  <a:pt x="989984" y="7608"/>
                  <a:pt x="991853" y="7608"/>
                </a:cubicBezTo>
                <a:cubicBezTo>
                  <a:pt x="993721" y="7608"/>
                  <a:pt x="995322" y="8275"/>
                  <a:pt x="996657" y="9609"/>
                </a:cubicBezTo>
                <a:cubicBezTo>
                  <a:pt x="997991" y="10944"/>
                  <a:pt x="998658" y="12545"/>
                  <a:pt x="998658" y="14413"/>
                </a:cubicBezTo>
                <a:cubicBezTo>
                  <a:pt x="998658" y="16281"/>
                  <a:pt x="997991" y="17883"/>
                  <a:pt x="996657" y="19218"/>
                </a:cubicBezTo>
                <a:cubicBezTo>
                  <a:pt x="995322" y="20553"/>
                  <a:pt x="993721" y="21220"/>
                  <a:pt x="991853" y="21220"/>
                </a:cubicBezTo>
                <a:cubicBezTo>
                  <a:pt x="989984" y="21220"/>
                  <a:pt x="988382" y="20553"/>
                  <a:pt x="987047" y="19218"/>
                </a:cubicBezTo>
                <a:cubicBezTo>
                  <a:pt x="985713" y="17883"/>
                  <a:pt x="985046" y="16281"/>
                  <a:pt x="985046" y="14413"/>
                </a:cubicBezTo>
                <a:moveTo>
                  <a:pt x="986915" y="62589"/>
                </a:moveTo>
                <a:cubicBezTo>
                  <a:pt x="986915" y="58586"/>
                  <a:pt x="986848" y="54382"/>
                  <a:pt x="986714" y="49978"/>
                </a:cubicBezTo>
                <a:cubicBezTo>
                  <a:pt x="986581" y="45574"/>
                  <a:pt x="986291" y="41459"/>
                  <a:pt x="985846" y="37632"/>
                </a:cubicBezTo>
                <a:cubicBezTo>
                  <a:pt x="988337" y="38078"/>
                  <a:pt x="990339" y="38300"/>
                  <a:pt x="991853" y="38300"/>
                </a:cubicBezTo>
                <a:cubicBezTo>
                  <a:pt x="993365" y="38300"/>
                  <a:pt x="995367" y="38078"/>
                  <a:pt x="997858" y="37632"/>
                </a:cubicBezTo>
                <a:cubicBezTo>
                  <a:pt x="997413" y="41459"/>
                  <a:pt x="997123" y="45574"/>
                  <a:pt x="996989" y="49978"/>
                </a:cubicBezTo>
                <a:cubicBezTo>
                  <a:pt x="996856" y="54382"/>
                  <a:pt x="996789" y="58586"/>
                  <a:pt x="996789" y="62589"/>
                </a:cubicBezTo>
                <a:lnTo>
                  <a:pt x="996789" y="76466"/>
                </a:lnTo>
                <a:cubicBezTo>
                  <a:pt x="996789" y="80471"/>
                  <a:pt x="996856" y="84675"/>
                  <a:pt x="996989" y="89079"/>
                </a:cubicBezTo>
                <a:cubicBezTo>
                  <a:pt x="997123" y="93482"/>
                  <a:pt x="997413" y="97463"/>
                  <a:pt x="997858" y="101021"/>
                </a:cubicBezTo>
                <a:cubicBezTo>
                  <a:pt x="995811" y="100844"/>
                  <a:pt x="993809" y="100755"/>
                  <a:pt x="991853" y="100755"/>
                </a:cubicBezTo>
                <a:cubicBezTo>
                  <a:pt x="989896" y="100755"/>
                  <a:pt x="987893" y="100844"/>
                  <a:pt x="985846" y="101021"/>
                </a:cubicBezTo>
                <a:cubicBezTo>
                  <a:pt x="986291" y="97463"/>
                  <a:pt x="986581" y="93482"/>
                  <a:pt x="986714" y="89079"/>
                </a:cubicBezTo>
                <a:cubicBezTo>
                  <a:pt x="986848" y="84675"/>
                  <a:pt x="986915" y="80471"/>
                  <a:pt x="986915" y="76466"/>
                </a:cubicBezTo>
                <a:lnTo>
                  <a:pt x="986915" y="62589"/>
                </a:lnTo>
                <a:close/>
                <a:moveTo>
                  <a:pt x="1016008" y="69528"/>
                </a:moveTo>
                <a:cubicBezTo>
                  <a:pt x="1016008" y="63745"/>
                  <a:pt x="1016986" y="58763"/>
                  <a:pt x="1018943" y="54582"/>
                </a:cubicBezTo>
                <a:cubicBezTo>
                  <a:pt x="1020900" y="50400"/>
                  <a:pt x="1023458" y="46952"/>
                  <a:pt x="1026615" y="44240"/>
                </a:cubicBezTo>
                <a:cubicBezTo>
                  <a:pt x="1029774" y="41526"/>
                  <a:pt x="1033399" y="39525"/>
                  <a:pt x="1037491" y="38235"/>
                </a:cubicBezTo>
                <a:cubicBezTo>
                  <a:pt x="1041584" y="36944"/>
                  <a:pt x="1045766" y="36299"/>
                  <a:pt x="1050036" y="36299"/>
                </a:cubicBezTo>
                <a:cubicBezTo>
                  <a:pt x="1054930" y="36299"/>
                  <a:pt x="1059312" y="36899"/>
                  <a:pt x="1063181" y="38101"/>
                </a:cubicBezTo>
                <a:cubicBezTo>
                  <a:pt x="1067051" y="39302"/>
                  <a:pt x="1069831" y="40659"/>
                  <a:pt x="1071521" y="42171"/>
                </a:cubicBezTo>
                <a:cubicBezTo>
                  <a:pt x="1070899" y="43506"/>
                  <a:pt x="1070343" y="44907"/>
                  <a:pt x="1069853" y="46374"/>
                </a:cubicBezTo>
                <a:cubicBezTo>
                  <a:pt x="1069365" y="47841"/>
                  <a:pt x="1068942" y="49376"/>
                  <a:pt x="1068587" y="50978"/>
                </a:cubicBezTo>
                <a:lnTo>
                  <a:pt x="1067518" y="50978"/>
                </a:lnTo>
                <a:cubicBezTo>
                  <a:pt x="1066896" y="49821"/>
                  <a:pt x="1066051" y="48643"/>
                  <a:pt x="1064983" y="47443"/>
                </a:cubicBezTo>
                <a:cubicBezTo>
                  <a:pt x="1063916" y="46242"/>
                  <a:pt x="1062648" y="45129"/>
                  <a:pt x="1061179" y="44106"/>
                </a:cubicBezTo>
                <a:cubicBezTo>
                  <a:pt x="1059711" y="43082"/>
                  <a:pt x="1058088" y="42237"/>
                  <a:pt x="1056308" y="41570"/>
                </a:cubicBezTo>
                <a:cubicBezTo>
                  <a:pt x="1054530" y="40903"/>
                  <a:pt x="1052573" y="40569"/>
                  <a:pt x="1050438" y="40569"/>
                </a:cubicBezTo>
                <a:cubicBezTo>
                  <a:pt x="1046434" y="40569"/>
                  <a:pt x="1042987" y="41303"/>
                  <a:pt x="1040095" y="42772"/>
                </a:cubicBezTo>
                <a:cubicBezTo>
                  <a:pt x="1037204" y="44239"/>
                  <a:pt x="1034846" y="46263"/>
                  <a:pt x="1033021" y="48844"/>
                </a:cubicBezTo>
                <a:cubicBezTo>
                  <a:pt x="1031198" y="51423"/>
                  <a:pt x="1029864" y="54470"/>
                  <a:pt x="1029018" y="57985"/>
                </a:cubicBezTo>
                <a:cubicBezTo>
                  <a:pt x="1028174" y="61498"/>
                  <a:pt x="1027751" y="65301"/>
                  <a:pt x="1027751" y="69394"/>
                </a:cubicBezTo>
                <a:cubicBezTo>
                  <a:pt x="1027751" y="78557"/>
                  <a:pt x="1029708" y="85474"/>
                  <a:pt x="1033622" y="90146"/>
                </a:cubicBezTo>
                <a:cubicBezTo>
                  <a:pt x="1037537" y="94817"/>
                  <a:pt x="1043275" y="97152"/>
                  <a:pt x="1050837" y="97152"/>
                </a:cubicBezTo>
                <a:cubicBezTo>
                  <a:pt x="1052616" y="97152"/>
                  <a:pt x="1054440" y="96908"/>
                  <a:pt x="1056308" y="96419"/>
                </a:cubicBezTo>
                <a:cubicBezTo>
                  <a:pt x="1058177" y="95929"/>
                  <a:pt x="1060001" y="95261"/>
                  <a:pt x="1061780" y="94416"/>
                </a:cubicBezTo>
                <a:cubicBezTo>
                  <a:pt x="1063559" y="93570"/>
                  <a:pt x="1065228" y="92569"/>
                  <a:pt x="1066785" y="91414"/>
                </a:cubicBezTo>
                <a:cubicBezTo>
                  <a:pt x="1068342" y="90258"/>
                  <a:pt x="1069699" y="89011"/>
                  <a:pt x="1070855" y="87676"/>
                </a:cubicBezTo>
                <a:lnTo>
                  <a:pt x="1071521" y="88077"/>
                </a:lnTo>
                <a:cubicBezTo>
                  <a:pt x="1071077" y="90212"/>
                  <a:pt x="1070810" y="92392"/>
                  <a:pt x="1070721" y="94615"/>
                </a:cubicBezTo>
                <a:cubicBezTo>
                  <a:pt x="1068052" y="96751"/>
                  <a:pt x="1064738" y="98574"/>
                  <a:pt x="1060778" y="100087"/>
                </a:cubicBezTo>
                <a:cubicBezTo>
                  <a:pt x="1056819" y="101599"/>
                  <a:pt x="1052705" y="102355"/>
                  <a:pt x="1048436" y="102355"/>
                </a:cubicBezTo>
                <a:cubicBezTo>
                  <a:pt x="1044610" y="102355"/>
                  <a:pt x="1040763" y="101799"/>
                  <a:pt x="1036892" y="100687"/>
                </a:cubicBezTo>
                <a:cubicBezTo>
                  <a:pt x="1033022" y="99576"/>
                  <a:pt x="1029530" y="97708"/>
                  <a:pt x="1026416" y="95084"/>
                </a:cubicBezTo>
                <a:cubicBezTo>
                  <a:pt x="1023303" y="92458"/>
                  <a:pt x="1020790" y="89055"/>
                  <a:pt x="1018877" y="84874"/>
                </a:cubicBezTo>
                <a:cubicBezTo>
                  <a:pt x="1016965" y="80693"/>
                  <a:pt x="1016008" y="75577"/>
                  <a:pt x="1016008" y="69528"/>
                </a:cubicBezTo>
                <a:close/>
                <a:moveTo>
                  <a:pt x="1085935" y="38834"/>
                </a:moveTo>
                <a:cubicBezTo>
                  <a:pt x="1085935" y="35809"/>
                  <a:pt x="1085912" y="32518"/>
                  <a:pt x="1085868" y="28960"/>
                </a:cubicBezTo>
                <a:cubicBezTo>
                  <a:pt x="1085823" y="25400"/>
                  <a:pt x="1085756" y="21886"/>
                  <a:pt x="1085666" y="18416"/>
                </a:cubicBezTo>
                <a:cubicBezTo>
                  <a:pt x="1085578" y="14946"/>
                  <a:pt x="1085467" y="11633"/>
                  <a:pt x="1085334" y="8475"/>
                </a:cubicBezTo>
                <a:cubicBezTo>
                  <a:pt x="1085201" y="5316"/>
                  <a:pt x="1085046" y="2625"/>
                  <a:pt x="1084868" y="401"/>
                </a:cubicBezTo>
                <a:cubicBezTo>
                  <a:pt x="1087359" y="846"/>
                  <a:pt x="1089360" y="1069"/>
                  <a:pt x="1090873" y="1069"/>
                </a:cubicBezTo>
                <a:cubicBezTo>
                  <a:pt x="1092385" y="1069"/>
                  <a:pt x="1094387" y="846"/>
                  <a:pt x="1096878" y="401"/>
                </a:cubicBezTo>
                <a:cubicBezTo>
                  <a:pt x="1096700" y="2625"/>
                  <a:pt x="1096544" y="5294"/>
                  <a:pt x="1096409" y="8408"/>
                </a:cubicBezTo>
                <a:cubicBezTo>
                  <a:pt x="1096276" y="11522"/>
                  <a:pt x="1096165" y="14791"/>
                  <a:pt x="1096075" y="18216"/>
                </a:cubicBezTo>
                <a:cubicBezTo>
                  <a:pt x="1095987" y="21641"/>
                  <a:pt x="1095921" y="25089"/>
                  <a:pt x="1095876" y="28559"/>
                </a:cubicBezTo>
                <a:cubicBezTo>
                  <a:pt x="1095832" y="32028"/>
                  <a:pt x="1095811" y="35232"/>
                  <a:pt x="1095811" y="38168"/>
                </a:cubicBezTo>
                <a:lnTo>
                  <a:pt x="1095811" y="48308"/>
                </a:lnTo>
                <a:lnTo>
                  <a:pt x="1096077" y="48308"/>
                </a:lnTo>
                <a:cubicBezTo>
                  <a:pt x="1098568" y="44483"/>
                  <a:pt x="1101549" y="41525"/>
                  <a:pt x="1105019" y="39434"/>
                </a:cubicBezTo>
                <a:cubicBezTo>
                  <a:pt x="1108488" y="37344"/>
                  <a:pt x="1112625" y="36299"/>
                  <a:pt x="1117430" y="36299"/>
                </a:cubicBezTo>
                <a:cubicBezTo>
                  <a:pt x="1119921" y="36299"/>
                  <a:pt x="1122433" y="36655"/>
                  <a:pt x="1124968" y="37368"/>
                </a:cubicBezTo>
                <a:cubicBezTo>
                  <a:pt x="1127504" y="38079"/>
                  <a:pt x="1129795" y="39302"/>
                  <a:pt x="1131840" y="41037"/>
                </a:cubicBezTo>
                <a:cubicBezTo>
                  <a:pt x="1133888" y="42772"/>
                  <a:pt x="1135556" y="45130"/>
                  <a:pt x="1136846" y="48111"/>
                </a:cubicBezTo>
                <a:cubicBezTo>
                  <a:pt x="1138135" y="51091"/>
                  <a:pt x="1138780" y="54893"/>
                  <a:pt x="1138780" y="59518"/>
                </a:cubicBezTo>
                <a:cubicBezTo>
                  <a:pt x="1138780" y="63344"/>
                  <a:pt x="1138691" y="67280"/>
                  <a:pt x="1138513" y="71328"/>
                </a:cubicBezTo>
                <a:cubicBezTo>
                  <a:pt x="1138335" y="75377"/>
                  <a:pt x="1138246" y="79670"/>
                  <a:pt x="1138246" y="84208"/>
                </a:cubicBezTo>
                <a:lnTo>
                  <a:pt x="1138246" y="92880"/>
                </a:lnTo>
                <a:cubicBezTo>
                  <a:pt x="1138246" y="94304"/>
                  <a:pt x="1138269" y="95706"/>
                  <a:pt x="1138314" y="97085"/>
                </a:cubicBezTo>
                <a:cubicBezTo>
                  <a:pt x="1138358" y="98464"/>
                  <a:pt x="1138425" y="99777"/>
                  <a:pt x="1138513" y="101021"/>
                </a:cubicBezTo>
                <a:cubicBezTo>
                  <a:pt x="1136734" y="100844"/>
                  <a:pt x="1134866" y="100755"/>
                  <a:pt x="1132909" y="100755"/>
                </a:cubicBezTo>
                <a:cubicBezTo>
                  <a:pt x="1131040" y="100755"/>
                  <a:pt x="1129216" y="100844"/>
                  <a:pt x="1127438" y="101021"/>
                </a:cubicBezTo>
                <a:cubicBezTo>
                  <a:pt x="1127616" y="96395"/>
                  <a:pt x="1127815" y="91636"/>
                  <a:pt x="1128037" y="86743"/>
                </a:cubicBezTo>
                <a:cubicBezTo>
                  <a:pt x="1128259" y="81849"/>
                  <a:pt x="1128371" y="76822"/>
                  <a:pt x="1128371" y="71662"/>
                </a:cubicBezTo>
                <a:lnTo>
                  <a:pt x="1128371" y="63521"/>
                </a:lnTo>
                <a:cubicBezTo>
                  <a:pt x="1128371" y="56849"/>
                  <a:pt x="1127080" y="51801"/>
                  <a:pt x="1124500" y="48376"/>
                </a:cubicBezTo>
                <a:cubicBezTo>
                  <a:pt x="1121920" y="44951"/>
                  <a:pt x="1118362" y="43238"/>
                  <a:pt x="1113826" y="43238"/>
                </a:cubicBezTo>
                <a:cubicBezTo>
                  <a:pt x="1107599" y="43238"/>
                  <a:pt x="1103039" y="45151"/>
                  <a:pt x="1100148" y="48976"/>
                </a:cubicBezTo>
                <a:cubicBezTo>
                  <a:pt x="1097256" y="52802"/>
                  <a:pt x="1095811" y="58184"/>
                  <a:pt x="1095811" y="65124"/>
                </a:cubicBezTo>
                <a:cubicBezTo>
                  <a:pt x="1095811" y="67615"/>
                  <a:pt x="1095832" y="70507"/>
                  <a:pt x="1095876" y="73798"/>
                </a:cubicBezTo>
                <a:cubicBezTo>
                  <a:pt x="1095921" y="77090"/>
                  <a:pt x="1095987" y="80405"/>
                  <a:pt x="1096075" y="83742"/>
                </a:cubicBezTo>
                <a:cubicBezTo>
                  <a:pt x="1096165" y="87077"/>
                  <a:pt x="1096276" y="90302"/>
                  <a:pt x="1096409" y="93416"/>
                </a:cubicBezTo>
                <a:cubicBezTo>
                  <a:pt x="1096544" y="96529"/>
                  <a:pt x="1096700" y="99064"/>
                  <a:pt x="1096878" y="101021"/>
                </a:cubicBezTo>
                <a:cubicBezTo>
                  <a:pt x="1094832" y="100844"/>
                  <a:pt x="1092830" y="100755"/>
                  <a:pt x="1090873" y="100755"/>
                </a:cubicBezTo>
                <a:cubicBezTo>
                  <a:pt x="1088915" y="100755"/>
                  <a:pt x="1086913" y="100844"/>
                  <a:pt x="1084868" y="101021"/>
                </a:cubicBezTo>
                <a:cubicBezTo>
                  <a:pt x="1085046" y="98976"/>
                  <a:pt x="1085201" y="96396"/>
                  <a:pt x="1085334" y="93282"/>
                </a:cubicBezTo>
                <a:cubicBezTo>
                  <a:pt x="1085467" y="90167"/>
                  <a:pt x="1085578" y="86875"/>
                  <a:pt x="1085666" y="83406"/>
                </a:cubicBezTo>
                <a:cubicBezTo>
                  <a:pt x="1085756" y="79936"/>
                  <a:pt x="1085823" y="76422"/>
                  <a:pt x="1085868" y="72864"/>
                </a:cubicBezTo>
                <a:cubicBezTo>
                  <a:pt x="1085912" y="69306"/>
                  <a:pt x="1085935" y="66014"/>
                  <a:pt x="1085935" y="62988"/>
                </a:cubicBezTo>
                <a:lnTo>
                  <a:pt x="1085935" y="38834"/>
                </a:lnTo>
                <a:close/>
                <a:moveTo>
                  <a:pt x="1218946" y="38834"/>
                </a:moveTo>
                <a:cubicBezTo>
                  <a:pt x="1218946" y="35809"/>
                  <a:pt x="1218924" y="32518"/>
                  <a:pt x="1218879" y="28960"/>
                </a:cubicBezTo>
                <a:cubicBezTo>
                  <a:pt x="1218834" y="25400"/>
                  <a:pt x="1218767" y="21886"/>
                  <a:pt x="1218677" y="18416"/>
                </a:cubicBezTo>
                <a:cubicBezTo>
                  <a:pt x="1218589" y="14946"/>
                  <a:pt x="1218478" y="11633"/>
                  <a:pt x="1218345" y="8475"/>
                </a:cubicBezTo>
                <a:cubicBezTo>
                  <a:pt x="1218212" y="5316"/>
                  <a:pt x="1218057" y="2625"/>
                  <a:pt x="1217879" y="401"/>
                </a:cubicBezTo>
                <a:cubicBezTo>
                  <a:pt x="1220370" y="846"/>
                  <a:pt x="1222372" y="1069"/>
                  <a:pt x="1223884" y="1069"/>
                </a:cubicBezTo>
                <a:cubicBezTo>
                  <a:pt x="1225396" y="1069"/>
                  <a:pt x="1227398" y="846"/>
                  <a:pt x="1229889" y="401"/>
                </a:cubicBezTo>
                <a:cubicBezTo>
                  <a:pt x="1229711" y="2625"/>
                  <a:pt x="1229555" y="5294"/>
                  <a:pt x="1229420" y="8408"/>
                </a:cubicBezTo>
                <a:cubicBezTo>
                  <a:pt x="1229287" y="11522"/>
                  <a:pt x="1229176" y="14791"/>
                  <a:pt x="1229087" y="18216"/>
                </a:cubicBezTo>
                <a:cubicBezTo>
                  <a:pt x="1228998" y="21641"/>
                  <a:pt x="1228932" y="25089"/>
                  <a:pt x="1228887" y="28559"/>
                </a:cubicBezTo>
                <a:cubicBezTo>
                  <a:pt x="1228844" y="32028"/>
                  <a:pt x="1228822" y="35232"/>
                  <a:pt x="1228822" y="38168"/>
                </a:cubicBezTo>
                <a:lnTo>
                  <a:pt x="1228822" y="48308"/>
                </a:lnTo>
                <a:lnTo>
                  <a:pt x="1229089" y="48308"/>
                </a:lnTo>
                <a:cubicBezTo>
                  <a:pt x="1231580" y="44483"/>
                  <a:pt x="1234560" y="41525"/>
                  <a:pt x="1238030" y="39434"/>
                </a:cubicBezTo>
                <a:cubicBezTo>
                  <a:pt x="1241500" y="37344"/>
                  <a:pt x="1245637" y="36299"/>
                  <a:pt x="1250441" y="36299"/>
                </a:cubicBezTo>
                <a:cubicBezTo>
                  <a:pt x="1252932" y="36299"/>
                  <a:pt x="1255445" y="36655"/>
                  <a:pt x="1257979" y="37368"/>
                </a:cubicBezTo>
                <a:cubicBezTo>
                  <a:pt x="1260515" y="38079"/>
                  <a:pt x="1262806" y="39302"/>
                  <a:pt x="1264852" y="41037"/>
                </a:cubicBezTo>
                <a:cubicBezTo>
                  <a:pt x="1266899" y="42772"/>
                  <a:pt x="1268567" y="45130"/>
                  <a:pt x="1269857" y="48111"/>
                </a:cubicBezTo>
                <a:cubicBezTo>
                  <a:pt x="1271146" y="51091"/>
                  <a:pt x="1271791" y="54893"/>
                  <a:pt x="1271791" y="59518"/>
                </a:cubicBezTo>
                <a:cubicBezTo>
                  <a:pt x="1271791" y="63344"/>
                  <a:pt x="1271702" y="67280"/>
                  <a:pt x="1271524" y="71328"/>
                </a:cubicBezTo>
                <a:cubicBezTo>
                  <a:pt x="1271347" y="75377"/>
                  <a:pt x="1271258" y="79670"/>
                  <a:pt x="1271258" y="84208"/>
                </a:cubicBezTo>
                <a:lnTo>
                  <a:pt x="1271258" y="92880"/>
                </a:lnTo>
                <a:cubicBezTo>
                  <a:pt x="1271258" y="94304"/>
                  <a:pt x="1271280" y="95706"/>
                  <a:pt x="1271325" y="97085"/>
                </a:cubicBezTo>
                <a:cubicBezTo>
                  <a:pt x="1271370" y="98464"/>
                  <a:pt x="1271436" y="99777"/>
                  <a:pt x="1271524" y="101021"/>
                </a:cubicBezTo>
                <a:cubicBezTo>
                  <a:pt x="1269745" y="100844"/>
                  <a:pt x="1267877" y="100755"/>
                  <a:pt x="1265921" y="100755"/>
                </a:cubicBezTo>
                <a:cubicBezTo>
                  <a:pt x="1264051" y="100755"/>
                  <a:pt x="1262228" y="100844"/>
                  <a:pt x="1260449" y="101021"/>
                </a:cubicBezTo>
                <a:cubicBezTo>
                  <a:pt x="1260627" y="96395"/>
                  <a:pt x="1260827" y="91636"/>
                  <a:pt x="1261048" y="86743"/>
                </a:cubicBezTo>
                <a:cubicBezTo>
                  <a:pt x="1261270" y="81849"/>
                  <a:pt x="1261382" y="76822"/>
                  <a:pt x="1261382" y="71662"/>
                </a:cubicBezTo>
                <a:lnTo>
                  <a:pt x="1261382" y="63521"/>
                </a:lnTo>
                <a:cubicBezTo>
                  <a:pt x="1261382" y="56849"/>
                  <a:pt x="1260091" y="51801"/>
                  <a:pt x="1257511" y="48376"/>
                </a:cubicBezTo>
                <a:cubicBezTo>
                  <a:pt x="1254932" y="44951"/>
                  <a:pt x="1251374" y="43238"/>
                  <a:pt x="1246837" y="43238"/>
                </a:cubicBezTo>
                <a:cubicBezTo>
                  <a:pt x="1240610" y="43238"/>
                  <a:pt x="1236051" y="45151"/>
                  <a:pt x="1233159" y="48976"/>
                </a:cubicBezTo>
                <a:cubicBezTo>
                  <a:pt x="1230268" y="52802"/>
                  <a:pt x="1228822" y="58184"/>
                  <a:pt x="1228822" y="65124"/>
                </a:cubicBezTo>
                <a:cubicBezTo>
                  <a:pt x="1228822" y="67615"/>
                  <a:pt x="1228844" y="70507"/>
                  <a:pt x="1228887" y="73798"/>
                </a:cubicBezTo>
                <a:cubicBezTo>
                  <a:pt x="1228932" y="77090"/>
                  <a:pt x="1228998" y="80405"/>
                  <a:pt x="1229087" y="83742"/>
                </a:cubicBezTo>
                <a:cubicBezTo>
                  <a:pt x="1229176" y="87077"/>
                  <a:pt x="1229287" y="90302"/>
                  <a:pt x="1229420" y="93416"/>
                </a:cubicBezTo>
                <a:cubicBezTo>
                  <a:pt x="1229555" y="96529"/>
                  <a:pt x="1229711" y="99064"/>
                  <a:pt x="1229889" y="101021"/>
                </a:cubicBezTo>
                <a:cubicBezTo>
                  <a:pt x="1227843" y="100844"/>
                  <a:pt x="1225841" y="100755"/>
                  <a:pt x="1223884" y="100755"/>
                </a:cubicBezTo>
                <a:cubicBezTo>
                  <a:pt x="1221926" y="100755"/>
                  <a:pt x="1219925" y="100844"/>
                  <a:pt x="1217879" y="101021"/>
                </a:cubicBezTo>
                <a:cubicBezTo>
                  <a:pt x="1218057" y="98976"/>
                  <a:pt x="1218212" y="96396"/>
                  <a:pt x="1218345" y="93282"/>
                </a:cubicBezTo>
                <a:cubicBezTo>
                  <a:pt x="1218478" y="90167"/>
                  <a:pt x="1218589" y="86875"/>
                  <a:pt x="1218677" y="83406"/>
                </a:cubicBezTo>
                <a:cubicBezTo>
                  <a:pt x="1218767" y="79936"/>
                  <a:pt x="1218834" y="76422"/>
                  <a:pt x="1218879" y="72864"/>
                </a:cubicBezTo>
                <a:cubicBezTo>
                  <a:pt x="1218924" y="69306"/>
                  <a:pt x="1218946" y="66014"/>
                  <a:pt x="1218946" y="62988"/>
                </a:cubicBezTo>
                <a:lnTo>
                  <a:pt x="1218946" y="38834"/>
                </a:lnTo>
                <a:close/>
                <a:moveTo>
                  <a:pt x="1317432" y="40569"/>
                </a:moveTo>
                <a:cubicBezTo>
                  <a:pt x="1314140" y="40569"/>
                  <a:pt x="1311359" y="41325"/>
                  <a:pt x="1309090" y="42837"/>
                </a:cubicBezTo>
                <a:cubicBezTo>
                  <a:pt x="1306821" y="44349"/>
                  <a:pt x="1304953" y="46240"/>
                  <a:pt x="1303486" y="48510"/>
                </a:cubicBezTo>
                <a:cubicBezTo>
                  <a:pt x="1302018" y="50778"/>
                  <a:pt x="1300906" y="53269"/>
                  <a:pt x="1300150" y="55983"/>
                </a:cubicBezTo>
                <a:cubicBezTo>
                  <a:pt x="1299394" y="58697"/>
                  <a:pt x="1298927" y="61254"/>
                  <a:pt x="1298749" y="63656"/>
                </a:cubicBezTo>
                <a:cubicBezTo>
                  <a:pt x="1301506" y="63745"/>
                  <a:pt x="1304375" y="63835"/>
                  <a:pt x="1307355" y="63925"/>
                </a:cubicBezTo>
                <a:cubicBezTo>
                  <a:pt x="1310336" y="64013"/>
                  <a:pt x="1313250" y="64057"/>
                  <a:pt x="1316096" y="64057"/>
                </a:cubicBezTo>
                <a:cubicBezTo>
                  <a:pt x="1319033" y="64057"/>
                  <a:pt x="1322013" y="64013"/>
                  <a:pt x="1325038" y="63925"/>
                </a:cubicBezTo>
                <a:cubicBezTo>
                  <a:pt x="1328062" y="63835"/>
                  <a:pt x="1330998" y="63745"/>
                  <a:pt x="1333846" y="63656"/>
                </a:cubicBezTo>
                <a:cubicBezTo>
                  <a:pt x="1333846" y="61254"/>
                  <a:pt x="1333646" y="58719"/>
                  <a:pt x="1333246" y="56050"/>
                </a:cubicBezTo>
                <a:cubicBezTo>
                  <a:pt x="1332845" y="53380"/>
                  <a:pt x="1332044" y="50888"/>
                  <a:pt x="1330843" y="48575"/>
                </a:cubicBezTo>
                <a:cubicBezTo>
                  <a:pt x="1329642" y="46262"/>
                  <a:pt x="1327973" y="44349"/>
                  <a:pt x="1325838" y="42837"/>
                </a:cubicBezTo>
                <a:cubicBezTo>
                  <a:pt x="1323702" y="41325"/>
                  <a:pt x="1320901" y="40569"/>
                  <a:pt x="1317432" y="40569"/>
                </a:cubicBezTo>
                <a:moveTo>
                  <a:pt x="1286605" y="71396"/>
                </a:moveTo>
                <a:cubicBezTo>
                  <a:pt x="1286605" y="60453"/>
                  <a:pt x="1289207" y="51868"/>
                  <a:pt x="1294410" y="45641"/>
                </a:cubicBezTo>
                <a:cubicBezTo>
                  <a:pt x="1299615" y="39413"/>
                  <a:pt x="1307200" y="36299"/>
                  <a:pt x="1317165" y="36299"/>
                </a:cubicBezTo>
                <a:cubicBezTo>
                  <a:pt x="1321880" y="36299"/>
                  <a:pt x="1325950" y="37033"/>
                  <a:pt x="1329375" y="38502"/>
                </a:cubicBezTo>
                <a:cubicBezTo>
                  <a:pt x="1332800" y="39969"/>
                  <a:pt x="1335669" y="41926"/>
                  <a:pt x="1337982" y="44372"/>
                </a:cubicBezTo>
                <a:cubicBezTo>
                  <a:pt x="1340295" y="46819"/>
                  <a:pt x="1342008" y="49688"/>
                  <a:pt x="1343120" y="52980"/>
                </a:cubicBezTo>
                <a:cubicBezTo>
                  <a:pt x="1344231" y="56272"/>
                  <a:pt x="1344787" y="59786"/>
                  <a:pt x="1344787" y="63521"/>
                </a:cubicBezTo>
                <a:cubicBezTo>
                  <a:pt x="1344787" y="64412"/>
                  <a:pt x="1344765" y="65280"/>
                  <a:pt x="1344720" y="66126"/>
                </a:cubicBezTo>
                <a:cubicBezTo>
                  <a:pt x="1344677" y="66970"/>
                  <a:pt x="1344610" y="67837"/>
                  <a:pt x="1344521" y="68726"/>
                </a:cubicBezTo>
                <a:cubicBezTo>
                  <a:pt x="1339716" y="68638"/>
                  <a:pt x="1334957" y="68550"/>
                  <a:pt x="1330242" y="68461"/>
                </a:cubicBezTo>
                <a:cubicBezTo>
                  <a:pt x="1325528" y="68372"/>
                  <a:pt x="1320768" y="68327"/>
                  <a:pt x="1315964" y="68327"/>
                </a:cubicBezTo>
                <a:cubicBezTo>
                  <a:pt x="1313028" y="68327"/>
                  <a:pt x="1310114" y="68372"/>
                  <a:pt x="1307222" y="68461"/>
                </a:cubicBezTo>
                <a:cubicBezTo>
                  <a:pt x="1304331" y="68550"/>
                  <a:pt x="1301417" y="68638"/>
                  <a:pt x="1298481" y="68726"/>
                </a:cubicBezTo>
                <a:cubicBezTo>
                  <a:pt x="1298392" y="69171"/>
                  <a:pt x="1298348" y="69839"/>
                  <a:pt x="1298348" y="70728"/>
                </a:cubicBezTo>
                <a:lnTo>
                  <a:pt x="1298348" y="72463"/>
                </a:lnTo>
                <a:cubicBezTo>
                  <a:pt x="1298348" y="75932"/>
                  <a:pt x="1298859" y="79180"/>
                  <a:pt x="1299881" y="82206"/>
                </a:cubicBezTo>
                <a:cubicBezTo>
                  <a:pt x="1300905" y="85231"/>
                  <a:pt x="1302396" y="87833"/>
                  <a:pt x="1304353" y="90013"/>
                </a:cubicBezTo>
                <a:cubicBezTo>
                  <a:pt x="1306311" y="92192"/>
                  <a:pt x="1308713" y="93927"/>
                  <a:pt x="1311559" y="95218"/>
                </a:cubicBezTo>
                <a:cubicBezTo>
                  <a:pt x="1314406" y="96508"/>
                  <a:pt x="1317698" y="97152"/>
                  <a:pt x="1321435" y="97152"/>
                </a:cubicBezTo>
                <a:cubicBezTo>
                  <a:pt x="1323214" y="97152"/>
                  <a:pt x="1325037" y="96908"/>
                  <a:pt x="1326905" y="96419"/>
                </a:cubicBezTo>
                <a:cubicBezTo>
                  <a:pt x="1328774" y="95929"/>
                  <a:pt x="1330598" y="95261"/>
                  <a:pt x="1332376" y="94416"/>
                </a:cubicBezTo>
                <a:cubicBezTo>
                  <a:pt x="1334156" y="93570"/>
                  <a:pt x="1335824" y="92569"/>
                  <a:pt x="1337381" y="91414"/>
                </a:cubicBezTo>
                <a:cubicBezTo>
                  <a:pt x="1338938" y="90258"/>
                  <a:pt x="1340295" y="89011"/>
                  <a:pt x="1341452" y="87676"/>
                </a:cubicBezTo>
                <a:lnTo>
                  <a:pt x="1342120" y="88077"/>
                </a:lnTo>
                <a:lnTo>
                  <a:pt x="1341320" y="94615"/>
                </a:lnTo>
                <a:cubicBezTo>
                  <a:pt x="1338649" y="96751"/>
                  <a:pt x="1335335" y="98574"/>
                  <a:pt x="1331376" y="100087"/>
                </a:cubicBezTo>
                <a:cubicBezTo>
                  <a:pt x="1327418" y="101599"/>
                  <a:pt x="1323303" y="102355"/>
                  <a:pt x="1319033" y="102355"/>
                </a:cubicBezTo>
                <a:cubicBezTo>
                  <a:pt x="1314228" y="102355"/>
                  <a:pt x="1309846" y="101621"/>
                  <a:pt x="1305886" y="100154"/>
                </a:cubicBezTo>
                <a:cubicBezTo>
                  <a:pt x="1301928" y="98686"/>
                  <a:pt x="1298503" y="96552"/>
                  <a:pt x="1295611" y="93750"/>
                </a:cubicBezTo>
                <a:cubicBezTo>
                  <a:pt x="1292721" y="90947"/>
                  <a:pt x="1290498" y="87632"/>
                  <a:pt x="1288941" y="83807"/>
                </a:cubicBezTo>
                <a:cubicBezTo>
                  <a:pt x="1287384" y="79981"/>
                  <a:pt x="1286605" y="75844"/>
                  <a:pt x="1286605" y="71396"/>
                </a:cubicBezTo>
                <a:close/>
                <a:moveTo>
                  <a:pt x="1393096" y="67794"/>
                </a:moveTo>
                <a:cubicBezTo>
                  <a:pt x="1391583" y="68327"/>
                  <a:pt x="1389826" y="68772"/>
                  <a:pt x="1387824" y="69127"/>
                </a:cubicBezTo>
                <a:cubicBezTo>
                  <a:pt x="1385823" y="69483"/>
                  <a:pt x="1383799" y="69861"/>
                  <a:pt x="1381754" y="70261"/>
                </a:cubicBezTo>
                <a:cubicBezTo>
                  <a:pt x="1379708" y="70662"/>
                  <a:pt x="1377684" y="71174"/>
                  <a:pt x="1375681" y="71797"/>
                </a:cubicBezTo>
                <a:cubicBezTo>
                  <a:pt x="1373679" y="72419"/>
                  <a:pt x="1371899" y="73264"/>
                  <a:pt x="1370342" y="74332"/>
                </a:cubicBezTo>
                <a:cubicBezTo>
                  <a:pt x="1368787" y="75399"/>
                  <a:pt x="1367541" y="76733"/>
                  <a:pt x="1366606" y="78335"/>
                </a:cubicBezTo>
                <a:cubicBezTo>
                  <a:pt x="1365672" y="79937"/>
                  <a:pt x="1365205" y="81984"/>
                  <a:pt x="1365205" y="84475"/>
                </a:cubicBezTo>
                <a:cubicBezTo>
                  <a:pt x="1365205" y="88656"/>
                  <a:pt x="1366406" y="91814"/>
                  <a:pt x="1368807" y="93949"/>
                </a:cubicBezTo>
                <a:cubicBezTo>
                  <a:pt x="1371210" y="96085"/>
                  <a:pt x="1373879" y="97152"/>
                  <a:pt x="1376816" y="97152"/>
                </a:cubicBezTo>
                <a:cubicBezTo>
                  <a:pt x="1380196" y="97152"/>
                  <a:pt x="1383287" y="96218"/>
                  <a:pt x="1386089" y="94351"/>
                </a:cubicBezTo>
                <a:cubicBezTo>
                  <a:pt x="1388892" y="92481"/>
                  <a:pt x="1391050" y="90301"/>
                  <a:pt x="1392562" y="87810"/>
                </a:cubicBezTo>
                <a:lnTo>
                  <a:pt x="1393096" y="67794"/>
                </a:lnTo>
                <a:moveTo>
                  <a:pt x="1360135" y="44038"/>
                </a:moveTo>
                <a:cubicBezTo>
                  <a:pt x="1364138" y="41014"/>
                  <a:pt x="1367830" y="38968"/>
                  <a:pt x="1371210" y="37901"/>
                </a:cubicBezTo>
                <a:cubicBezTo>
                  <a:pt x="1374591" y="36833"/>
                  <a:pt x="1378061" y="36299"/>
                  <a:pt x="1381619" y="36299"/>
                </a:cubicBezTo>
                <a:cubicBezTo>
                  <a:pt x="1384823" y="36299"/>
                  <a:pt x="1387759" y="36766"/>
                  <a:pt x="1390428" y="37699"/>
                </a:cubicBezTo>
                <a:cubicBezTo>
                  <a:pt x="1393097" y="38633"/>
                  <a:pt x="1395365" y="39968"/>
                  <a:pt x="1397233" y="41703"/>
                </a:cubicBezTo>
                <a:cubicBezTo>
                  <a:pt x="1399101" y="43438"/>
                  <a:pt x="1400569" y="45529"/>
                  <a:pt x="1401636" y="47977"/>
                </a:cubicBezTo>
                <a:cubicBezTo>
                  <a:pt x="1402704" y="50423"/>
                  <a:pt x="1403238" y="53113"/>
                  <a:pt x="1403238" y="56048"/>
                </a:cubicBezTo>
                <a:cubicBezTo>
                  <a:pt x="1403238" y="61120"/>
                  <a:pt x="1403149" y="66169"/>
                  <a:pt x="1402972" y="71196"/>
                </a:cubicBezTo>
                <a:cubicBezTo>
                  <a:pt x="1402794" y="76223"/>
                  <a:pt x="1402705" y="81538"/>
                  <a:pt x="1402705" y="87142"/>
                </a:cubicBezTo>
                <a:cubicBezTo>
                  <a:pt x="1402705" y="88211"/>
                  <a:pt x="1402727" y="89345"/>
                  <a:pt x="1402772" y="90547"/>
                </a:cubicBezTo>
                <a:cubicBezTo>
                  <a:pt x="1402817" y="91747"/>
                  <a:pt x="1403017" y="92814"/>
                  <a:pt x="1403373" y="93748"/>
                </a:cubicBezTo>
                <a:cubicBezTo>
                  <a:pt x="1403728" y="94682"/>
                  <a:pt x="1404239" y="95460"/>
                  <a:pt x="1404906" y="96083"/>
                </a:cubicBezTo>
                <a:cubicBezTo>
                  <a:pt x="1405574" y="96707"/>
                  <a:pt x="1406575" y="97018"/>
                  <a:pt x="1407910" y="97018"/>
                </a:cubicBezTo>
                <a:cubicBezTo>
                  <a:pt x="1408355" y="97018"/>
                  <a:pt x="1408822" y="96996"/>
                  <a:pt x="1409310" y="96951"/>
                </a:cubicBezTo>
                <a:cubicBezTo>
                  <a:pt x="1409801" y="96906"/>
                  <a:pt x="1410268" y="96751"/>
                  <a:pt x="1410711" y="96485"/>
                </a:cubicBezTo>
                <a:lnTo>
                  <a:pt x="1410711" y="99421"/>
                </a:lnTo>
                <a:cubicBezTo>
                  <a:pt x="1409733" y="99865"/>
                  <a:pt x="1408510" y="100220"/>
                  <a:pt x="1407042" y="100488"/>
                </a:cubicBezTo>
                <a:cubicBezTo>
                  <a:pt x="1405575" y="100755"/>
                  <a:pt x="1403951" y="100889"/>
                  <a:pt x="1402171" y="100889"/>
                </a:cubicBezTo>
                <a:cubicBezTo>
                  <a:pt x="1399325" y="100889"/>
                  <a:pt x="1397145" y="100155"/>
                  <a:pt x="1395633" y="98688"/>
                </a:cubicBezTo>
                <a:cubicBezTo>
                  <a:pt x="1394121" y="97219"/>
                  <a:pt x="1393231" y="95328"/>
                  <a:pt x="1392963" y="93015"/>
                </a:cubicBezTo>
                <a:cubicBezTo>
                  <a:pt x="1389761" y="96217"/>
                  <a:pt x="1386603" y="98574"/>
                  <a:pt x="1383489" y="100087"/>
                </a:cubicBezTo>
                <a:cubicBezTo>
                  <a:pt x="1380374" y="101599"/>
                  <a:pt x="1376549" y="102355"/>
                  <a:pt x="1372012" y="102355"/>
                </a:cubicBezTo>
                <a:cubicBezTo>
                  <a:pt x="1369787" y="102355"/>
                  <a:pt x="1367607" y="102044"/>
                  <a:pt x="1365472" y="101420"/>
                </a:cubicBezTo>
                <a:cubicBezTo>
                  <a:pt x="1363338" y="100799"/>
                  <a:pt x="1361447" y="99777"/>
                  <a:pt x="1359801" y="98354"/>
                </a:cubicBezTo>
                <a:cubicBezTo>
                  <a:pt x="1358155" y="96930"/>
                  <a:pt x="1356821" y="95217"/>
                  <a:pt x="1355797" y="93216"/>
                </a:cubicBezTo>
                <a:cubicBezTo>
                  <a:pt x="1354775" y="91214"/>
                  <a:pt x="1354264" y="88923"/>
                  <a:pt x="1354264" y="86342"/>
                </a:cubicBezTo>
                <a:cubicBezTo>
                  <a:pt x="1354264" y="81004"/>
                  <a:pt x="1355932" y="76868"/>
                  <a:pt x="1359267" y="73933"/>
                </a:cubicBezTo>
                <a:cubicBezTo>
                  <a:pt x="1362604" y="70997"/>
                  <a:pt x="1367208" y="69039"/>
                  <a:pt x="1373079" y="68060"/>
                </a:cubicBezTo>
                <a:cubicBezTo>
                  <a:pt x="1377883" y="67259"/>
                  <a:pt x="1381642" y="66570"/>
                  <a:pt x="1384356" y="65991"/>
                </a:cubicBezTo>
                <a:cubicBezTo>
                  <a:pt x="1387070" y="65413"/>
                  <a:pt x="1389071" y="64812"/>
                  <a:pt x="1390361" y="64189"/>
                </a:cubicBezTo>
                <a:cubicBezTo>
                  <a:pt x="1391651" y="63566"/>
                  <a:pt x="1392428" y="62832"/>
                  <a:pt x="1392695" y="61988"/>
                </a:cubicBezTo>
                <a:cubicBezTo>
                  <a:pt x="1392962" y="61142"/>
                  <a:pt x="1393096" y="60052"/>
                  <a:pt x="1393096" y="58718"/>
                </a:cubicBezTo>
                <a:cubicBezTo>
                  <a:pt x="1393096" y="56494"/>
                  <a:pt x="1392829" y="54360"/>
                  <a:pt x="1392295" y="52314"/>
                </a:cubicBezTo>
                <a:cubicBezTo>
                  <a:pt x="1391762" y="50267"/>
                  <a:pt x="1390917" y="48487"/>
                  <a:pt x="1389760" y="46975"/>
                </a:cubicBezTo>
                <a:cubicBezTo>
                  <a:pt x="1388604" y="45462"/>
                  <a:pt x="1387091" y="44239"/>
                  <a:pt x="1385223" y="43305"/>
                </a:cubicBezTo>
                <a:cubicBezTo>
                  <a:pt x="1383356" y="42371"/>
                  <a:pt x="1381087" y="41904"/>
                  <a:pt x="1378418" y="41904"/>
                </a:cubicBezTo>
                <a:cubicBezTo>
                  <a:pt x="1374859" y="41904"/>
                  <a:pt x="1371544" y="42705"/>
                  <a:pt x="1368475" y="44307"/>
                </a:cubicBezTo>
                <a:cubicBezTo>
                  <a:pt x="1365406" y="45908"/>
                  <a:pt x="1363115" y="48131"/>
                  <a:pt x="1361603" y="50978"/>
                </a:cubicBezTo>
                <a:lnTo>
                  <a:pt x="1360135" y="50978"/>
                </a:lnTo>
                <a:lnTo>
                  <a:pt x="1360135" y="44038"/>
                </a:lnTo>
                <a:close/>
                <a:moveTo>
                  <a:pt x="1428996" y="38834"/>
                </a:moveTo>
                <a:cubicBezTo>
                  <a:pt x="1428996" y="35809"/>
                  <a:pt x="1428973" y="32518"/>
                  <a:pt x="1428928" y="28960"/>
                </a:cubicBezTo>
                <a:cubicBezTo>
                  <a:pt x="1428884" y="25400"/>
                  <a:pt x="1428816" y="21886"/>
                  <a:pt x="1428727" y="18416"/>
                </a:cubicBezTo>
                <a:cubicBezTo>
                  <a:pt x="1428639" y="14946"/>
                  <a:pt x="1428527" y="11633"/>
                  <a:pt x="1428393" y="8475"/>
                </a:cubicBezTo>
                <a:cubicBezTo>
                  <a:pt x="1428260" y="5316"/>
                  <a:pt x="1428104" y="2625"/>
                  <a:pt x="1427926" y="401"/>
                </a:cubicBezTo>
                <a:cubicBezTo>
                  <a:pt x="1430418" y="846"/>
                  <a:pt x="1432420" y="1069"/>
                  <a:pt x="1433933" y="1069"/>
                </a:cubicBezTo>
                <a:cubicBezTo>
                  <a:pt x="1435446" y="1069"/>
                  <a:pt x="1437447" y="846"/>
                  <a:pt x="1439938" y="401"/>
                </a:cubicBezTo>
                <a:cubicBezTo>
                  <a:pt x="1439761" y="2625"/>
                  <a:pt x="1439604" y="5316"/>
                  <a:pt x="1439470" y="8475"/>
                </a:cubicBezTo>
                <a:cubicBezTo>
                  <a:pt x="1439337" y="11633"/>
                  <a:pt x="1439226" y="14946"/>
                  <a:pt x="1439136" y="18416"/>
                </a:cubicBezTo>
                <a:cubicBezTo>
                  <a:pt x="1439048" y="21886"/>
                  <a:pt x="1438981" y="25400"/>
                  <a:pt x="1438937" y="28960"/>
                </a:cubicBezTo>
                <a:cubicBezTo>
                  <a:pt x="1438892" y="32518"/>
                  <a:pt x="1438869" y="35809"/>
                  <a:pt x="1438869" y="38834"/>
                </a:cubicBezTo>
                <a:lnTo>
                  <a:pt x="1438869" y="62988"/>
                </a:lnTo>
                <a:cubicBezTo>
                  <a:pt x="1438869" y="66014"/>
                  <a:pt x="1438892" y="69306"/>
                  <a:pt x="1438937" y="72864"/>
                </a:cubicBezTo>
                <a:cubicBezTo>
                  <a:pt x="1438981" y="76422"/>
                  <a:pt x="1439048" y="79936"/>
                  <a:pt x="1439136" y="83406"/>
                </a:cubicBezTo>
                <a:cubicBezTo>
                  <a:pt x="1439226" y="86875"/>
                  <a:pt x="1439337" y="90167"/>
                  <a:pt x="1439470" y="93282"/>
                </a:cubicBezTo>
                <a:cubicBezTo>
                  <a:pt x="1439604" y="96396"/>
                  <a:pt x="1439761" y="98976"/>
                  <a:pt x="1439938" y="101021"/>
                </a:cubicBezTo>
                <a:cubicBezTo>
                  <a:pt x="1437891" y="100844"/>
                  <a:pt x="1435890" y="100755"/>
                  <a:pt x="1433933" y="100755"/>
                </a:cubicBezTo>
                <a:cubicBezTo>
                  <a:pt x="1431976" y="100755"/>
                  <a:pt x="1429974" y="100844"/>
                  <a:pt x="1427926" y="101021"/>
                </a:cubicBezTo>
                <a:cubicBezTo>
                  <a:pt x="1428104" y="98976"/>
                  <a:pt x="1428260" y="96396"/>
                  <a:pt x="1428393" y="93282"/>
                </a:cubicBezTo>
                <a:cubicBezTo>
                  <a:pt x="1428527" y="90167"/>
                  <a:pt x="1428639" y="86875"/>
                  <a:pt x="1428727" y="83406"/>
                </a:cubicBezTo>
                <a:cubicBezTo>
                  <a:pt x="1428816" y="79936"/>
                  <a:pt x="1428884" y="76422"/>
                  <a:pt x="1428928" y="72864"/>
                </a:cubicBezTo>
                <a:cubicBezTo>
                  <a:pt x="1428973" y="69306"/>
                  <a:pt x="1428996" y="66014"/>
                  <a:pt x="1428996" y="62988"/>
                </a:cubicBezTo>
                <a:lnTo>
                  <a:pt x="1428996" y="38834"/>
                </a:lnTo>
                <a:close/>
                <a:moveTo>
                  <a:pt x="1474768" y="19752"/>
                </a:moveTo>
                <a:cubicBezTo>
                  <a:pt x="1474501" y="23132"/>
                  <a:pt x="1474300" y="26446"/>
                  <a:pt x="1474166" y="29693"/>
                </a:cubicBezTo>
                <a:cubicBezTo>
                  <a:pt x="1474033" y="32940"/>
                  <a:pt x="1473877" y="36210"/>
                  <a:pt x="1473699" y="39502"/>
                </a:cubicBezTo>
                <a:cubicBezTo>
                  <a:pt x="1474678" y="39502"/>
                  <a:pt x="1476502" y="39479"/>
                  <a:pt x="1479171" y="39434"/>
                </a:cubicBezTo>
                <a:cubicBezTo>
                  <a:pt x="1481840" y="39390"/>
                  <a:pt x="1484731" y="39278"/>
                  <a:pt x="1487845" y="39100"/>
                </a:cubicBezTo>
                <a:cubicBezTo>
                  <a:pt x="1487757" y="39368"/>
                  <a:pt x="1487713" y="39857"/>
                  <a:pt x="1487713" y="40569"/>
                </a:cubicBezTo>
                <a:lnTo>
                  <a:pt x="1487713" y="41904"/>
                </a:lnTo>
                <a:lnTo>
                  <a:pt x="1487713" y="43373"/>
                </a:lnTo>
                <a:cubicBezTo>
                  <a:pt x="1487713" y="43994"/>
                  <a:pt x="1487757" y="44439"/>
                  <a:pt x="1487845" y="44706"/>
                </a:cubicBezTo>
                <a:cubicBezTo>
                  <a:pt x="1486689" y="44617"/>
                  <a:pt x="1485487" y="44550"/>
                  <a:pt x="1484241" y="44507"/>
                </a:cubicBezTo>
                <a:cubicBezTo>
                  <a:pt x="1482996" y="44462"/>
                  <a:pt x="1481662" y="44440"/>
                  <a:pt x="1480238" y="44440"/>
                </a:cubicBezTo>
                <a:lnTo>
                  <a:pt x="1473699" y="44440"/>
                </a:lnTo>
                <a:cubicBezTo>
                  <a:pt x="1473611" y="44795"/>
                  <a:pt x="1473500" y="46219"/>
                  <a:pt x="1473365" y="48710"/>
                </a:cubicBezTo>
                <a:cubicBezTo>
                  <a:pt x="1473232" y="51201"/>
                  <a:pt x="1473121" y="54159"/>
                  <a:pt x="1473031" y="57584"/>
                </a:cubicBezTo>
                <a:cubicBezTo>
                  <a:pt x="1472943" y="61009"/>
                  <a:pt x="1472877" y="64590"/>
                  <a:pt x="1472832" y="68327"/>
                </a:cubicBezTo>
                <a:cubicBezTo>
                  <a:pt x="1472787" y="72063"/>
                  <a:pt x="1472765" y="75399"/>
                  <a:pt x="1472765" y="78335"/>
                </a:cubicBezTo>
                <a:cubicBezTo>
                  <a:pt x="1472765" y="80826"/>
                  <a:pt x="1472831" y="83273"/>
                  <a:pt x="1472964" y="85676"/>
                </a:cubicBezTo>
                <a:cubicBezTo>
                  <a:pt x="1473099" y="88077"/>
                  <a:pt x="1473522" y="90235"/>
                  <a:pt x="1474233" y="92147"/>
                </a:cubicBezTo>
                <a:cubicBezTo>
                  <a:pt x="1474946" y="94060"/>
                  <a:pt x="1476013" y="95595"/>
                  <a:pt x="1477436" y="96751"/>
                </a:cubicBezTo>
                <a:cubicBezTo>
                  <a:pt x="1478860" y="97908"/>
                  <a:pt x="1480906" y="98486"/>
                  <a:pt x="1483575" y="98486"/>
                </a:cubicBezTo>
                <a:cubicBezTo>
                  <a:pt x="1484287" y="98486"/>
                  <a:pt x="1485243" y="98397"/>
                  <a:pt x="1486444" y="98219"/>
                </a:cubicBezTo>
                <a:cubicBezTo>
                  <a:pt x="1487646" y="98042"/>
                  <a:pt x="1488691" y="97819"/>
                  <a:pt x="1489580" y="97552"/>
                </a:cubicBezTo>
                <a:lnTo>
                  <a:pt x="1489580" y="100755"/>
                </a:lnTo>
                <a:cubicBezTo>
                  <a:pt x="1488068" y="101022"/>
                  <a:pt x="1486400" y="101355"/>
                  <a:pt x="1484575" y="101754"/>
                </a:cubicBezTo>
                <a:cubicBezTo>
                  <a:pt x="1482752" y="102155"/>
                  <a:pt x="1480995" y="102355"/>
                  <a:pt x="1479305" y="102355"/>
                </a:cubicBezTo>
                <a:cubicBezTo>
                  <a:pt x="1473700" y="102355"/>
                  <a:pt x="1469563" y="100977"/>
                  <a:pt x="1466894" y="98219"/>
                </a:cubicBezTo>
                <a:cubicBezTo>
                  <a:pt x="1464225" y="95461"/>
                  <a:pt x="1462891" y="91413"/>
                  <a:pt x="1462891" y="86075"/>
                </a:cubicBezTo>
                <a:cubicBezTo>
                  <a:pt x="1462891" y="83674"/>
                  <a:pt x="1462935" y="81072"/>
                  <a:pt x="1463023" y="78270"/>
                </a:cubicBezTo>
                <a:cubicBezTo>
                  <a:pt x="1463113" y="75467"/>
                  <a:pt x="1463224" y="72398"/>
                  <a:pt x="1463357" y="69062"/>
                </a:cubicBezTo>
                <a:cubicBezTo>
                  <a:pt x="1463490" y="65725"/>
                  <a:pt x="1463601" y="62033"/>
                  <a:pt x="1463691" y="57985"/>
                </a:cubicBezTo>
                <a:cubicBezTo>
                  <a:pt x="1463781" y="53937"/>
                  <a:pt x="1463825" y="49422"/>
                  <a:pt x="1463825" y="44440"/>
                </a:cubicBezTo>
                <a:lnTo>
                  <a:pt x="1459553" y="44440"/>
                </a:lnTo>
                <a:cubicBezTo>
                  <a:pt x="1458842" y="44440"/>
                  <a:pt x="1458086" y="44462"/>
                  <a:pt x="1457285" y="44507"/>
                </a:cubicBezTo>
                <a:cubicBezTo>
                  <a:pt x="1456484" y="44550"/>
                  <a:pt x="1455639" y="44617"/>
                  <a:pt x="1454750" y="44706"/>
                </a:cubicBezTo>
                <a:cubicBezTo>
                  <a:pt x="1454839" y="44173"/>
                  <a:pt x="1454906" y="43662"/>
                  <a:pt x="1454949" y="43173"/>
                </a:cubicBezTo>
                <a:cubicBezTo>
                  <a:pt x="1454994" y="42683"/>
                  <a:pt x="1455017" y="42171"/>
                  <a:pt x="1455017" y="41638"/>
                </a:cubicBezTo>
                <a:cubicBezTo>
                  <a:pt x="1455017" y="41192"/>
                  <a:pt x="1454994" y="40748"/>
                  <a:pt x="1454949" y="40304"/>
                </a:cubicBezTo>
                <a:cubicBezTo>
                  <a:pt x="1454906" y="39859"/>
                  <a:pt x="1454839" y="39413"/>
                  <a:pt x="1454750" y="38968"/>
                </a:cubicBezTo>
                <a:cubicBezTo>
                  <a:pt x="1458753" y="39234"/>
                  <a:pt x="1461689" y="39367"/>
                  <a:pt x="1463557" y="39367"/>
                </a:cubicBezTo>
                <a:cubicBezTo>
                  <a:pt x="1463468" y="37589"/>
                  <a:pt x="1463402" y="35365"/>
                  <a:pt x="1463357" y="32696"/>
                </a:cubicBezTo>
                <a:cubicBezTo>
                  <a:pt x="1463312" y="30028"/>
                  <a:pt x="1463201" y="27269"/>
                  <a:pt x="1463023" y="24421"/>
                </a:cubicBezTo>
                <a:lnTo>
                  <a:pt x="1474100" y="19752"/>
                </a:lnTo>
                <a:lnTo>
                  <a:pt x="1474768" y="19752"/>
                </a:lnTo>
                <a:close/>
                <a:moveTo>
                  <a:pt x="1500790" y="38834"/>
                </a:moveTo>
                <a:cubicBezTo>
                  <a:pt x="1500790" y="35809"/>
                  <a:pt x="1500768" y="32518"/>
                  <a:pt x="1500723" y="28960"/>
                </a:cubicBezTo>
                <a:cubicBezTo>
                  <a:pt x="1500678" y="25400"/>
                  <a:pt x="1500611" y="21886"/>
                  <a:pt x="1500522" y="18416"/>
                </a:cubicBezTo>
                <a:cubicBezTo>
                  <a:pt x="1500433" y="14946"/>
                  <a:pt x="1500323" y="11633"/>
                  <a:pt x="1500190" y="8475"/>
                </a:cubicBezTo>
                <a:cubicBezTo>
                  <a:pt x="1500057" y="5316"/>
                  <a:pt x="1499901" y="2625"/>
                  <a:pt x="1499723" y="401"/>
                </a:cubicBezTo>
                <a:cubicBezTo>
                  <a:pt x="1502214" y="846"/>
                  <a:pt x="1504216" y="1069"/>
                  <a:pt x="1505728" y="1069"/>
                </a:cubicBezTo>
                <a:cubicBezTo>
                  <a:pt x="1507241" y="1069"/>
                  <a:pt x="1509242" y="846"/>
                  <a:pt x="1511733" y="401"/>
                </a:cubicBezTo>
                <a:cubicBezTo>
                  <a:pt x="1511555" y="2625"/>
                  <a:pt x="1511399" y="5294"/>
                  <a:pt x="1511265" y="8408"/>
                </a:cubicBezTo>
                <a:cubicBezTo>
                  <a:pt x="1511132" y="11522"/>
                  <a:pt x="1511021" y="14791"/>
                  <a:pt x="1510931" y="18216"/>
                </a:cubicBezTo>
                <a:cubicBezTo>
                  <a:pt x="1510843" y="21641"/>
                  <a:pt x="1510776" y="25089"/>
                  <a:pt x="1510731" y="28559"/>
                </a:cubicBezTo>
                <a:cubicBezTo>
                  <a:pt x="1510688" y="32028"/>
                  <a:pt x="1510666" y="35232"/>
                  <a:pt x="1510666" y="38168"/>
                </a:cubicBezTo>
                <a:lnTo>
                  <a:pt x="1510666" y="48308"/>
                </a:lnTo>
                <a:lnTo>
                  <a:pt x="1510933" y="48308"/>
                </a:lnTo>
                <a:cubicBezTo>
                  <a:pt x="1513424" y="44483"/>
                  <a:pt x="1516404" y="41525"/>
                  <a:pt x="1519874" y="39434"/>
                </a:cubicBezTo>
                <a:cubicBezTo>
                  <a:pt x="1523344" y="37344"/>
                  <a:pt x="1527481" y="36299"/>
                  <a:pt x="1532285" y="36299"/>
                </a:cubicBezTo>
                <a:cubicBezTo>
                  <a:pt x="1534776" y="36299"/>
                  <a:pt x="1537289" y="36655"/>
                  <a:pt x="1539824" y="37368"/>
                </a:cubicBezTo>
                <a:cubicBezTo>
                  <a:pt x="1542359" y="38079"/>
                  <a:pt x="1544650" y="39302"/>
                  <a:pt x="1546696" y="41037"/>
                </a:cubicBezTo>
                <a:cubicBezTo>
                  <a:pt x="1548743" y="42772"/>
                  <a:pt x="1550411" y="45130"/>
                  <a:pt x="1551701" y="48111"/>
                </a:cubicBezTo>
                <a:cubicBezTo>
                  <a:pt x="1552991" y="51091"/>
                  <a:pt x="1553636" y="54893"/>
                  <a:pt x="1553636" y="59518"/>
                </a:cubicBezTo>
                <a:cubicBezTo>
                  <a:pt x="1553636" y="63344"/>
                  <a:pt x="1553547" y="67280"/>
                  <a:pt x="1553369" y="71328"/>
                </a:cubicBezTo>
                <a:cubicBezTo>
                  <a:pt x="1553191" y="75377"/>
                  <a:pt x="1553102" y="79670"/>
                  <a:pt x="1553102" y="84208"/>
                </a:cubicBezTo>
                <a:lnTo>
                  <a:pt x="1553102" y="92880"/>
                </a:lnTo>
                <a:cubicBezTo>
                  <a:pt x="1553102" y="94304"/>
                  <a:pt x="1553124" y="95706"/>
                  <a:pt x="1553169" y="97085"/>
                </a:cubicBezTo>
                <a:cubicBezTo>
                  <a:pt x="1553214" y="98464"/>
                  <a:pt x="1553281" y="99777"/>
                  <a:pt x="1553369" y="101021"/>
                </a:cubicBezTo>
                <a:cubicBezTo>
                  <a:pt x="1551589" y="100844"/>
                  <a:pt x="1549721" y="100755"/>
                  <a:pt x="1547765" y="100755"/>
                </a:cubicBezTo>
                <a:cubicBezTo>
                  <a:pt x="1545896" y="100755"/>
                  <a:pt x="1544072" y="100844"/>
                  <a:pt x="1542294" y="101021"/>
                </a:cubicBezTo>
                <a:cubicBezTo>
                  <a:pt x="1542471" y="96395"/>
                  <a:pt x="1542671" y="91636"/>
                  <a:pt x="1542892" y="86743"/>
                </a:cubicBezTo>
                <a:cubicBezTo>
                  <a:pt x="1543115" y="81849"/>
                  <a:pt x="1543226" y="76822"/>
                  <a:pt x="1543226" y="71662"/>
                </a:cubicBezTo>
                <a:lnTo>
                  <a:pt x="1543226" y="63521"/>
                </a:lnTo>
                <a:cubicBezTo>
                  <a:pt x="1543226" y="56849"/>
                  <a:pt x="1541936" y="51801"/>
                  <a:pt x="1539355" y="48376"/>
                </a:cubicBezTo>
                <a:cubicBezTo>
                  <a:pt x="1536776" y="44951"/>
                  <a:pt x="1533218" y="43238"/>
                  <a:pt x="1528681" y="43238"/>
                </a:cubicBezTo>
                <a:cubicBezTo>
                  <a:pt x="1522454" y="43238"/>
                  <a:pt x="1517895" y="45151"/>
                  <a:pt x="1515003" y="48976"/>
                </a:cubicBezTo>
                <a:cubicBezTo>
                  <a:pt x="1512112" y="52802"/>
                  <a:pt x="1510666" y="58184"/>
                  <a:pt x="1510666" y="65124"/>
                </a:cubicBezTo>
                <a:cubicBezTo>
                  <a:pt x="1510666" y="67615"/>
                  <a:pt x="1510688" y="70507"/>
                  <a:pt x="1510731" y="73798"/>
                </a:cubicBezTo>
                <a:cubicBezTo>
                  <a:pt x="1510776" y="77090"/>
                  <a:pt x="1510843" y="80405"/>
                  <a:pt x="1510931" y="83742"/>
                </a:cubicBezTo>
                <a:cubicBezTo>
                  <a:pt x="1511021" y="87077"/>
                  <a:pt x="1511132" y="90302"/>
                  <a:pt x="1511265" y="93416"/>
                </a:cubicBezTo>
                <a:cubicBezTo>
                  <a:pt x="1511399" y="96529"/>
                  <a:pt x="1511555" y="99064"/>
                  <a:pt x="1511733" y="101021"/>
                </a:cubicBezTo>
                <a:cubicBezTo>
                  <a:pt x="1509687" y="100844"/>
                  <a:pt x="1507686" y="100755"/>
                  <a:pt x="1505728" y="100755"/>
                </a:cubicBezTo>
                <a:cubicBezTo>
                  <a:pt x="1503771" y="100755"/>
                  <a:pt x="1501769" y="100844"/>
                  <a:pt x="1499723" y="101021"/>
                </a:cubicBezTo>
                <a:cubicBezTo>
                  <a:pt x="1499901" y="98976"/>
                  <a:pt x="1500057" y="96396"/>
                  <a:pt x="1500190" y="93282"/>
                </a:cubicBezTo>
                <a:cubicBezTo>
                  <a:pt x="1500323" y="90167"/>
                  <a:pt x="1500433" y="86875"/>
                  <a:pt x="1500522" y="83406"/>
                </a:cubicBezTo>
                <a:cubicBezTo>
                  <a:pt x="1500611" y="79936"/>
                  <a:pt x="1500678" y="76422"/>
                  <a:pt x="1500723" y="72864"/>
                </a:cubicBezTo>
                <a:cubicBezTo>
                  <a:pt x="1500768" y="69306"/>
                  <a:pt x="1500790" y="66014"/>
                  <a:pt x="1500790" y="62988"/>
                </a:cubicBezTo>
                <a:lnTo>
                  <a:pt x="1500790" y="38834"/>
                </a:lnTo>
                <a:close/>
                <a:moveTo>
                  <a:pt x="1628198" y="69528"/>
                </a:moveTo>
                <a:cubicBezTo>
                  <a:pt x="1628198" y="63745"/>
                  <a:pt x="1629176" y="58763"/>
                  <a:pt x="1631133" y="54582"/>
                </a:cubicBezTo>
                <a:cubicBezTo>
                  <a:pt x="1633090" y="50400"/>
                  <a:pt x="1635648" y="46952"/>
                  <a:pt x="1638805" y="44240"/>
                </a:cubicBezTo>
                <a:cubicBezTo>
                  <a:pt x="1641964" y="41526"/>
                  <a:pt x="1645589" y="39525"/>
                  <a:pt x="1649681" y="38235"/>
                </a:cubicBezTo>
                <a:cubicBezTo>
                  <a:pt x="1653774" y="36944"/>
                  <a:pt x="1657956" y="36299"/>
                  <a:pt x="1662226" y="36299"/>
                </a:cubicBezTo>
                <a:cubicBezTo>
                  <a:pt x="1667120" y="36299"/>
                  <a:pt x="1671502" y="36899"/>
                  <a:pt x="1675370" y="38101"/>
                </a:cubicBezTo>
                <a:cubicBezTo>
                  <a:pt x="1679241" y="39302"/>
                  <a:pt x="1682021" y="40659"/>
                  <a:pt x="1683711" y="42171"/>
                </a:cubicBezTo>
                <a:cubicBezTo>
                  <a:pt x="1683089" y="43506"/>
                  <a:pt x="1682533" y="44907"/>
                  <a:pt x="1682043" y="46374"/>
                </a:cubicBezTo>
                <a:cubicBezTo>
                  <a:pt x="1681555" y="47841"/>
                  <a:pt x="1681132" y="49376"/>
                  <a:pt x="1680777" y="50978"/>
                </a:cubicBezTo>
                <a:lnTo>
                  <a:pt x="1679708" y="50978"/>
                </a:lnTo>
                <a:cubicBezTo>
                  <a:pt x="1679086" y="49821"/>
                  <a:pt x="1678241" y="48643"/>
                  <a:pt x="1677173" y="47443"/>
                </a:cubicBezTo>
                <a:cubicBezTo>
                  <a:pt x="1676106" y="46242"/>
                  <a:pt x="1674838" y="45129"/>
                  <a:pt x="1673369" y="44106"/>
                </a:cubicBezTo>
                <a:cubicBezTo>
                  <a:pt x="1671901" y="43082"/>
                  <a:pt x="1670278" y="42237"/>
                  <a:pt x="1668498" y="41570"/>
                </a:cubicBezTo>
                <a:cubicBezTo>
                  <a:pt x="1666720" y="40903"/>
                  <a:pt x="1664763" y="40569"/>
                  <a:pt x="1662627" y="40569"/>
                </a:cubicBezTo>
                <a:cubicBezTo>
                  <a:pt x="1658624" y="40569"/>
                  <a:pt x="1655177" y="41303"/>
                  <a:pt x="1652285" y="42772"/>
                </a:cubicBezTo>
                <a:cubicBezTo>
                  <a:pt x="1649394" y="44239"/>
                  <a:pt x="1647036" y="46263"/>
                  <a:pt x="1645211" y="48844"/>
                </a:cubicBezTo>
                <a:cubicBezTo>
                  <a:pt x="1643388" y="51423"/>
                  <a:pt x="1642054" y="54470"/>
                  <a:pt x="1641208" y="57985"/>
                </a:cubicBezTo>
                <a:cubicBezTo>
                  <a:pt x="1640364" y="61498"/>
                  <a:pt x="1639941" y="65301"/>
                  <a:pt x="1639941" y="69394"/>
                </a:cubicBezTo>
                <a:cubicBezTo>
                  <a:pt x="1639941" y="78557"/>
                  <a:pt x="1641898" y="85474"/>
                  <a:pt x="1645812" y="90146"/>
                </a:cubicBezTo>
                <a:cubicBezTo>
                  <a:pt x="1649727" y="94817"/>
                  <a:pt x="1655465" y="97152"/>
                  <a:pt x="1663027" y="97152"/>
                </a:cubicBezTo>
                <a:cubicBezTo>
                  <a:pt x="1664806" y="97152"/>
                  <a:pt x="1666630" y="96908"/>
                  <a:pt x="1668498" y="96419"/>
                </a:cubicBezTo>
                <a:cubicBezTo>
                  <a:pt x="1670367" y="95929"/>
                  <a:pt x="1672191" y="95261"/>
                  <a:pt x="1673970" y="94416"/>
                </a:cubicBezTo>
                <a:cubicBezTo>
                  <a:pt x="1675749" y="93570"/>
                  <a:pt x="1677418" y="92569"/>
                  <a:pt x="1678975" y="91414"/>
                </a:cubicBezTo>
                <a:cubicBezTo>
                  <a:pt x="1680532" y="90258"/>
                  <a:pt x="1681889" y="89011"/>
                  <a:pt x="1683045" y="87676"/>
                </a:cubicBezTo>
                <a:lnTo>
                  <a:pt x="1683711" y="88077"/>
                </a:lnTo>
                <a:cubicBezTo>
                  <a:pt x="1683267" y="90212"/>
                  <a:pt x="1683000" y="92392"/>
                  <a:pt x="1682911" y="94615"/>
                </a:cubicBezTo>
                <a:cubicBezTo>
                  <a:pt x="1680242" y="96751"/>
                  <a:pt x="1676928" y="98574"/>
                  <a:pt x="1672968" y="100087"/>
                </a:cubicBezTo>
                <a:cubicBezTo>
                  <a:pt x="1669009" y="101599"/>
                  <a:pt x="1664895" y="102355"/>
                  <a:pt x="1660626" y="102355"/>
                </a:cubicBezTo>
                <a:cubicBezTo>
                  <a:pt x="1656800" y="102355"/>
                  <a:pt x="1652952" y="101799"/>
                  <a:pt x="1649082" y="100687"/>
                </a:cubicBezTo>
                <a:cubicBezTo>
                  <a:pt x="1645212" y="99576"/>
                  <a:pt x="1641720" y="97708"/>
                  <a:pt x="1638606" y="95084"/>
                </a:cubicBezTo>
                <a:cubicBezTo>
                  <a:pt x="1635493" y="92458"/>
                  <a:pt x="1632980" y="89055"/>
                  <a:pt x="1631067" y="84874"/>
                </a:cubicBezTo>
                <a:cubicBezTo>
                  <a:pt x="1629155" y="80693"/>
                  <a:pt x="1628198" y="75577"/>
                  <a:pt x="1628198" y="69528"/>
                </a:cubicBezTo>
                <a:close/>
                <a:moveTo>
                  <a:pt x="1733755" y="67794"/>
                </a:moveTo>
                <a:cubicBezTo>
                  <a:pt x="1732243" y="68327"/>
                  <a:pt x="1730486" y="68772"/>
                  <a:pt x="1728483" y="69127"/>
                </a:cubicBezTo>
                <a:cubicBezTo>
                  <a:pt x="1726483" y="69483"/>
                  <a:pt x="1724459" y="69861"/>
                  <a:pt x="1722413" y="70261"/>
                </a:cubicBezTo>
                <a:cubicBezTo>
                  <a:pt x="1720368" y="70662"/>
                  <a:pt x="1718344" y="71174"/>
                  <a:pt x="1716341" y="71797"/>
                </a:cubicBezTo>
                <a:cubicBezTo>
                  <a:pt x="1714339" y="72419"/>
                  <a:pt x="1712559" y="73264"/>
                  <a:pt x="1711002" y="74332"/>
                </a:cubicBezTo>
                <a:cubicBezTo>
                  <a:pt x="1709446" y="75399"/>
                  <a:pt x="1708201" y="76733"/>
                  <a:pt x="1707266" y="78335"/>
                </a:cubicBezTo>
                <a:cubicBezTo>
                  <a:pt x="1706332" y="79937"/>
                  <a:pt x="1705865" y="81984"/>
                  <a:pt x="1705865" y="84475"/>
                </a:cubicBezTo>
                <a:cubicBezTo>
                  <a:pt x="1705865" y="88656"/>
                  <a:pt x="1707065" y="91814"/>
                  <a:pt x="1709467" y="93949"/>
                </a:cubicBezTo>
                <a:cubicBezTo>
                  <a:pt x="1711870" y="96085"/>
                  <a:pt x="1714539" y="97152"/>
                  <a:pt x="1717475" y="97152"/>
                </a:cubicBezTo>
                <a:cubicBezTo>
                  <a:pt x="1720856" y="97152"/>
                  <a:pt x="1723947" y="96218"/>
                  <a:pt x="1726749" y="94351"/>
                </a:cubicBezTo>
                <a:cubicBezTo>
                  <a:pt x="1729552" y="92481"/>
                  <a:pt x="1731710" y="90301"/>
                  <a:pt x="1733222" y="87810"/>
                </a:cubicBezTo>
                <a:lnTo>
                  <a:pt x="1733755" y="67794"/>
                </a:lnTo>
                <a:moveTo>
                  <a:pt x="1700794" y="44038"/>
                </a:moveTo>
                <a:cubicBezTo>
                  <a:pt x="1704798" y="41014"/>
                  <a:pt x="1708489" y="38968"/>
                  <a:pt x="1711870" y="37901"/>
                </a:cubicBezTo>
                <a:cubicBezTo>
                  <a:pt x="1715251" y="36833"/>
                  <a:pt x="1718721" y="36299"/>
                  <a:pt x="1722279" y="36299"/>
                </a:cubicBezTo>
                <a:cubicBezTo>
                  <a:pt x="1725483" y="36299"/>
                  <a:pt x="1728419" y="36766"/>
                  <a:pt x="1731088" y="37699"/>
                </a:cubicBezTo>
                <a:cubicBezTo>
                  <a:pt x="1733757" y="38633"/>
                  <a:pt x="1736025" y="39968"/>
                  <a:pt x="1737893" y="41703"/>
                </a:cubicBezTo>
                <a:cubicBezTo>
                  <a:pt x="1739761" y="43438"/>
                  <a:pt x="1741228" y="45529"/>
                  <a:pt x="1742295" y="47977"/>
                </a:cubicBezTo>
                <a:cubicBezTo>
                  <a:pt x="1743364" y="50423"/>
                  <a:pt x="1743898" y="53113"/>
                  <a:pt x="1743898" y="56048"/>
                </a:cubicBezTo>
                <a:cubicBezTo>
                  <a:pt x="1743898" y="61120"/>
                  <a:pt x="1743809" y="66169"/>
                  <a:pt x="1743631" y="71196"/>
                </a:cubicBezTo>
                <a:cubicBezTo>
                  <a:pt x="1743453" y="76223"/>
                  <a:pt x="1743365" y="81538"/>
                  <a:pt x="1743365" y="87142"/>
                </a:cubicBezTo>
                <a:cubicBezTo>
                  <a:pt x="1743365" y="88211"/>
                  <a:pt x="1743387" y="89345"/>
                  <a:pt x="1743432" y="90547"/>
                </a:cubicBezTo>
                <a:cubicBezTo>
                  <a:pt x="1743477" y="91747"/>
                  <a:pt x="1743677" y="92814"/>
                  <a:pt x="1744032" y="93748"/>
                </a:cubicBezTo>
                <a:cubicBezTo>
                  <a:pt x="1744388" y="94682"/>
                  <a:pt x="1744899" y="95460"/>
                  <a:pt x="1745566" y="96083"/>
                </a:cubicBezTo>
                <a:cubicBezTo>
                  <a:pt x="1746234" y="96707"/>
                  <a:pt x="1747235" y="97018"/>
                  <a:pt x="1748569" y="97018"/>
                </a:cubicBezTo>
                <a:cubicBezTo>
                  <a:pt x="1749015" y="97018"/>
                  <a:pt x="1749481" y="96996"/>
                  <a:pt x="1749970" y="96951"/>
                </a:cubicBezTo>
                <a:cubicBezTo>
                  <a:pt x="1750460" y="96906"/>
                  <a:pt x="1750927" y="96751"/>
                  <a:pt x="1751371" y="96485"/>
                </a:cubicBezTo>
                <a:lnTo>
                  <a:pt x="1751371" y="99421"/>
                </a:lnTo>
                <a:cubicBezTo>
                  <a:pt x="1750392" y="99865"/>
                  <a:pt x="1749169" y="100220"/>
                  <a:pt x="1747702" y="100488"/>
                </a:cubicBezTo>
                <a:cubicBezTo>
                  <a:pt x="1746234" y="100755"/>
                  <a:pt x="1744611" y="100889"/>
                  <a:pt x="1742831" y="100889"/>
                </a:cubicBezTo>
                <a:cubicBezTo>
                  <a:pt x="1739984" y="100889"/>
                  <a:pt x="1737805" y="100155"/>
                  <a:pt x="1736293" y="98688"/>
                </a:cubicBezTo>
                <a:cubicBezTo>
                  <a:pt x="1734780" y="97219"/>
                  <a:pt x="1733890" y="95328"/>
                  <a:pt x="1733623" y="93015"/>
                </a:cubicBezTo>
                <a:cubicBezTo>
                  <a:pt x="1730421" y="96217"/>
                  <a:pt x="1727262" y="98574"/>
                  <a:pt x="1724148" y="100087"/>
                </a:cubicBezTo>
                <a:cubicBezTo>
                  <a:pt x="1721034" y="101599"/>
                  <a:pt x="1717209" y="102355"/>
                  <a:pt x="1712672" y="102355"/>
                </a:cubicBezTo>
                <a:cubicBezTo>
                  <a:pt x="1710447" y="102355"/>
                  <a:pt x="1708267" y="102044"/>
                  <a:pt x="1706131" y="101420"/>
                </a:cubicBezTo>
                <a:cubicBezTo>
                  <a:pt x="1703997" y="100799"/>
                  <a:pt x="1702107" y="99777"/>
                  <a:pt x="1700460" y="98354"/>
                </a:cubicBezTo>
                <a:cubicBezTo>
                  <a:pt x="1698815" y="96930"/>
                  <a:pt x="1697481" y="95217"/>
                  <a:pt x="1696457" y="93216"/>
                </a:cubicBezTo>
                <a:cubicBezTo>
                  <a:pt x="1695435" y="91214"/>
                  <a:pt x="1694924" y="88923"/>
                  <a:pt x="1694924" y="86342"/>
                </a:cubicBezTo>
                <a:cubicBezTo>
                  <a:pt x="1694924" y="81004"/>
                  <a:pt x="1696591" y="76868"/>
                  <a:pt x="1699927" y="73933"/>
                </a:cubicBezTo>
                <a:cubicBezTo>
                  <a:pt x="1703264" y="70997"/>
                  <a:pt x="1707868" y="69039"/>
                  <a:pt x="1713739" y="68060"/>
                </a:cubicBezTo>
                <a:cubicBezTo>
                  <a:pt x="1718543" y="67259"/>
                  <a:pt x="1722302" y="66570"/>
                  <a:pt x="1725016" y="65991"/>
                </a:cubicBezTo>
                <a:cubicBezTo>
                  <a:pt x="1727729" y="65413"/>
                  <a:pt x="1729731" y="64812"/>
                  <a:pt x="1731021" y="64189"/>
                </a:cubicBezTo>
                <a:cubicBezTo>
                  <a:pt x="1732310" y="63566"/>
                  <a:pt x="1733088" y="62832"/>
                  <a:pt x="1733354" y="61988"/>
                </a:cubicBezTo>
                <a:cubicBezTo>
                  <a:pt x="1733622" y="61142"/>
                  <a:pt x="1733755" y="60052"/>
                  <a:pt x="1733755" y="58718"/>
                </a:cubicBezTo>
                <a:cubicBezTo>
                  <a:pt x="1733755" y="56494"/>
                  <a:pt x="1733489" y="54360"/>
                  <a:pt x="1732955" y="52314"/>
                </a:cubicBezTo>
                <a:cubicBezTo>
                  <a:pt x="1732422" y="50267"/>
                  <a:pt x="1731577" y="48487"/>
                  <a:pt x="1730420" y="46975"/>
                </a:cubicBezTo>
                <a:cubicBezTo>
                  <a:pt x="1729263" y="45462"/>
                  <a:pt x="1727751" y="44239"/>
                  <a:pt x="1725883" y="43305"/>
                </a:cubicBezTo>
                <a:cubicBezTo>
                  <a:pt x="1724015" y="42371"/>
                  <a:pt x="1721747" y="41904"/>
                  <a:pt x="1719078" y="41904"/>
                </a:cubicBezTo>
                <a:cubicBezTo>
                  <a:pt x="1715519" y="41904"/>
                  <a:pt x="1712204" y="42705"/>
                  <a:pt x="1709135" y="44307"/>
                </a:cubicBezTo>
                <a:cubicBezTo>
                  <a:pt x="1706066" y="45908"/>
                  <a:pt x="1703775" y="48131"/>
                  <a:pt x="1702262" y="50978"/>
                </a:cubicBezTo>
                <a:lnTo>
                  <a:pt x="1700794" y="50978"/>
                </a:lnTo>
                <a:lnTo>
                  <a:pt x="1700794" y="44038"/>
                </a:lnTo>
                <a:close/>
                <a:moveTo>
                  <a:pt x="1796743" y="48575"/>
                </a:moveTo>
                <a:cubicBezTo>
                  <a:pt x="1796299" y="48042"/>
                  <a:pt x="1795432" y="47553"/>
                  <a:pt x="1794141" y="47109"/>
                </a:cubicBezTo>
                <a:cubicBezTo>
                  <a:pt x="1792851" y="46664"/>
                  <a:pt x="1791539" y="46441"/>
                  <a:pt x="1790204" y="46441"/>
                </a:cubicBezTo>
                <a:cubicBezTo>
                  <a:pt x="1788069" y="46441"/>
                  <a:pt x="1786156" y="46931"/>
                  <a:pt x="1784466" y="47909"/>
                </a:cubicBezTo>
                <a:cubicBezTo>
                  <a:pt x="1782776" y="48888"/>
                  <a:pt x="1781353" y="50200"/>
                  <a:pt x="1780196" y="51845"/>
                </a:cubicBezTo>
                <a:cubicBezTo>
                  <a:pt x="1779040" y="53491"/>
                  <a:pt x="1778150" y="55448"/>
                  <a:pt x="1777527" y="57718"/>
                </a:cubicBezTo>
                <a:cubicBezTo>
                  <a:pt x="1776905" y="59986"/>
                  <a:pt x="1776594" y="62410"/>
                  <a:pt x="1776594" y="64990"/>
                </a:cubicBezTo>
                <a:lnTo>
                  <a:pt x="1776594" y="79669"/>
                </a:lnTo>
                <a:cubicBezTo>
                  <a:pt x="1776594" y="85630"/>
                  <a:pt x="1776616" y="90190"/>
                  <a:pt x="1776659" y="93349"/>
                </a:cubicBezTo>
                <a:cubicBezTo>
                  <a:pt x="1776704" y="96506"/>
                  <a:pt x="1776860" y="99064"/>
                  <a:pt x="1777127" y="101021"/>
                </a:cubicBezTo>
                <a:cubicBezTo>
                  <a:pt x="1775348" y="100844"/>
                  <a:pt x="1773568" y="100755"/>
                  <a:pt x="1771788" y="100755"/>
                </a:cubicBezTo>
                <a:cubicBezTo>
                  <a:pt x="1769831" y="100755"/>
                  <a:pt x="1767963" y="100844"/>
                  <a:pt x="1766185" y="101021"/>
                </a:cubicBezTo>
                <a:cubicBezTo>
                  <a:pt x="1766451" y="97997"/>
                  <a:pt x="1766606" y="93882"/>
                  <a:pt x="1766651" y="88677"/>
                </a:cubicBezTo>
                <a:cubicBezTo>
                  <a:pt x="1766696" y="83473"/>
                  <a:pt x="1766718" y="77090"/>
                  <a:pt x="1766718" y="69528"/>
                </a:cubicBezTo>
                <a:lnTo>
                  <a:pt x="1766718" y="65256"/>
                </a:lnTo>
                <a:cubicBezTo>
                  <a:pt x="1766718" y="61788"/>
                  <a:pt x="1766696" y="57785"/>
                  <a:pt x="1766651" y="53248"/>
                </a:cubicBezTo>
                <a:cubicBezTo>
                  <a:pt x="1766606" y="48710"/>
                  <a:pt x="1766451" y="43505"/>
                  <a:pt x="1766185" y="37632"/>
                </a:cubicBezTo>
                <a:cubicBezTo>
                  <a:pt x="1767163" y="37811"/>
                  <a:pt x="1768097" y="37968"/>
                  <a:pt x="1768986" y="38101"/>
                </a:cubicBezTo>
                <a:cubicBezTo>
                  <a:pt x="1769876" y="38234"/>
                  <a:pt x="1770810" y="38300"/>
                  <a:pt x="1771788" y="38300"/>
                </a:cubicBezTo>
                <a:cubicBezTo>
                  <a:pt x="1772589" y="38300"/>
                  <a:pt x="1773434" y="38234"/>
                  <a:pt x="1774324" y="38101"/>
                </a:cubicBezTo>
                <a:cubicBezTo>
                  <a:pt x="1775214" y="37968"/>
                  <a:pt x="1776149" y="37811"/>
                  <a:pt x="1777127" y="37632"/>
                </a:cubicBezTo>
                <a:cubicBezTo>
                  <a:pt x="1776772" y="40836"/>
                  <a:pt x="1776572" y="43372"/>
                  <a:pt x="1776527" y="45240"/>
                </a:cubicBezTo>
                <a:cubicBezTo>
                  <a:pt x="1776482" y="47108"/>
                  <a:pt x="1776460" y="48887"/>
                  <a:pt x="1776460" y="50577"/>
                </a:cubicBezTo>
                <a:lnTo>
                  <a:pt x="1776726" y="50711"/>
                </a:lnTo>
                <a:cubicBezTo>
                  <a:pt x="1781976" y="41103"/>
                  <a:pt x="1787848" y="36299"/>
                  <a:pt x="1794342" y="36299"/>
                </a:cubicBezTo>
                <a:cubicBezTo>
                  <a:pt x="1795143" y="36299"/>
                  <a:pt x="1795833" y="36343"/>
                  <a:pt x="1796411" y="36433"/>
                </a:cubicBezTo>
                <a:cubicBezTo>
                  <a:pt x="1796989" y="36521"/>
                  <a:pt x="1797723" y="36743"/>
                  <a:pt x="1798612" y="37099"/>
                </a:cubicBezTo>
                <a:cubicBezTo>
                  <a:pt x="1798167" y="38167"/>
                  <a:pt x="1797899" y="39791"/>
                  <a:pt x="1797810" y="41972"/>
                </a:cubicBezTo>
                <a:cubicBezTo>
                  <a:pt x="1797722" y="44150"/>
                  <a:pt x="1797678" y="46130"/>
                  <a:pt x="1797678" y="47909"/>
                </a:cubicBezTo>
                <a:lnTo>
                  <a:pt x="1796743" y="48575"/>
                </a:lnTo>
                <a:close/>
                <a:moveTo>
                  <a:pt x="1835978" y="40569"/>
                </a:moveTo>
                <a:cubicBezTo>
                  <a:pt x="1832686" y="40569"/>
                  <a:pt x="1829906" y="41325"/>
                  <a:pt x="1827636" y="42837"/>
                </a:cubicBezTo>
                <a:cubicBezTo>
                  <a:pt x="1825367" y="44349"/>
                  <a:pt x="1823499" y="46240"/>
                  <a:pt x="1822032" y="48510"/>
                </a:cubicBezTo>
                <a:cubicBezTo>
                  <a:pt x="1820564" y="50778"/>
                  <a:pt x="1819453" y="53269"/>
                  <a:pt x="1818697" y="55983"/>
                </a:cubicBezTo>
                <a:cubicBezTo>
                  <a:pt x="1817940" y="58697"/>
                  <a:pt x="1817473" y="61254"/>
                  <a:pt x="1817296" y="63656"/>
                </a:cubicBezTo>
                <a:cubicBezTo>
                  <a:pt x="1820053" y="63745"/>
                  <a:pt x="1822921" y="63835"/>
                  <a:pt x="1825901" y="63925"/>
                </a:cubicBezTo>
                <a:cubicBezTo>
                  <a:pt x="1828882" y="64013"/>
                  <a:pt x="1831796" y="64057"/>
                  <a:pt x="1834643" y="64057"/>
                </a:cubicBezTo>
                <a:cubicBezTo>
                  <a:pt x="1837579" y="64057"/>
                  <a:pt x="1840559" y="64013"/>
                  <a:pt x="1843584" y="63925"/>
                </a:cubicBezTo>
                <a:cubicBezTo>
                  <a:pt x="1846608" y="63835"/>
                  <a:pt x="1849545" y="63745"/>
                  <a:pt x="1852393" y="63656"/>
                </a:cubicBezTo>
                <a:cubicBezTo>
                  <a:pt x="1852393" y="61254"/>
                  <a:pt x="1852192" y="58719"/>
                  <a:pt x="1851792" y="56050"/>
                </a:cubicBezTo>
                <a:cubicBezTo>
                  <a:pt x="1851392" y="53380"/>
                  <a:pt x="1850591" y="50888"/>
                  <a:pt x="1849389" y="48575"/>
                </a:cubicBezTo>
                <a:cubicBezTo>
                  <a:pt x="1848188" y="46262"/>
                  <a:pt x="1846519" y="44349"/>
                  <a:pt x="1844384" y="42837"/>
                </a:cubicBezTo>
                <a:cubicBezTo>
                  <a:pt x="1842249" y="41325"/>
                  <a:pt x="1839447" y="40569"/>
                  <a:pt x="1835978" y="40569"/>
                </a:cubicBezTo>
                <a:moveTo>
                  <a:pt x="1805151" y="71396"/>
                </a:moveTo>
                <a:cubicBezTo>
                  <a:pt x="1805151" y="60453"/>
                  <a:pt x="1807753" y="51868"/>
                  <a:pt x="1812956" y="45641"/>
                </a:cubicBezTo>
                <a:cubicBezTo>
                  <a:pt x="1818161" y="39413"/>
                  <a:pt x="1825746" y="36299"/>
                  <a:pt x="1835712" y="36299"/>
                </a:cubicBezTo>
                <a:cubicBezTo>
                  <a:pt x="1840426" y="36299"/>
                  <a:pt x="1844496" y="37033"/>
                  <a:pt x="1847921" y="38502"/>
                </a:cubicBezTo>
                <a:cubicBezTo>
                  <a:pt x="1851346" y="39969"/>
                  <a:pt x="1854215" y="41926"/>
                  <a:pt x="1856528" y="44372"/>
                </a:cubicBezTo>
                <a:cubicBezTo>
                  <a:pt x="1858842" y="46819"/>
                  <a:pt x="1860554" y="49688"/>
                  <a:pt x="1861666" y="52980"/>
                </a:cubicBezTo>
                <a:cubicBezTo>
                  <a:pt x="1862778" y="56272"/>
                  <a:pt x="1863334" y="59786"/>
                  <a:pt x="1863334" y="63521"/>
                </a:cubicBezTo>
                <a:cubicBezTo>
                  <a:pt x="1863334" y="64412"/>
                  <a:pt x="1863311" y="65280"/>
                  <a:pt x="1863266" y="66126"/>
                </a:cubicBezTo>
                <a:cubicBezTo>
                  <a:pt x="1863223" y="66970"/>
                  <a:pt x="1863156" y="67837"/>
                  <a:pt x="1863067" y="68726"/>
                </a:cubicBezTo>
                <a:cubicBezTo>
                  <a:pt x="1858263" y="68638"/>
                  <a:pt x="1853503" y="68550"/>
                  <a:pt x="1848789" y="68461"/>
                </a:cubicBezTo>
                <a:cubicBezTo>
                  <a:pt x="1844074" y="68372"/>
                  <a:pt x="1839314" y="68327"/>
                  <a:pt x="1834510" y="68327"/>
                </a:cubicBezTo>
                <a:cubicBezTo>
                  <a:pt x="1831574" y="68327"/>
                  <a:pt x="1828660" y="68372"/>
                  <a:pt x="1825768" y="68461"/>
                </a:cubicBezTo>
                <a:cubicBezTo>
                  <a:pt x="1822877" y="68550"/>
                  <a:pt x="1819963" y="68638"/>
                  <a:pt x="1817027" y="68726"/>
                </a:cubicBezTo>
                <a:cubicBezTo>
                  <a:pt x="1816939" y="69171"/>
                  <a:pt x="1816894" y="69839"/>
                  <a:pt x="1816894" y="70728"/>
                </a:cubicBezTo>
                <a:lnTo>
                  <a:pt x="1816894" y="72463"/>
                </a:lnTo>
                <a:cubicBezTo>
                  <a:pt x="1816894" y="75932"/>
                  <a:pt x="1817406" y="79180"/>
                  <a:pt x="1818428" y="82206"/>
                </a:cubicBezTo>
                <a:cubicBezTo>
                  <a:pt x="1819451" y="85231"/>
                  <a:pt x="1820942" y="87833"/>
                  <a:pt x="1822899" y="90013"/>
                </a:cubicBezTo>
                <a:cubicBezTo>
                  <a:pt x="1824857" y="92192"/>
                  <a:pt x="1827259" y="93927"/>
                  <a:pt x="1830106" y="95218"/>
                </a:cubicBezTo>
                <a:cubicBezTo>
                  <a:pt x="1832952" y="96508"/>
                  <a:pt x="1836244" y="97152"/>
                  <a:pt x="1839982" y="97152"/>
                </a:cubicBezTo>
                <a:cubicBezTo>
                  <a:pt x="1841760" y="97152"/>
                  <a:pt x="1843583" y="96908"/>
                  <a:pt x="1845451" y="96419"/>
                </a:cubicBezTo>
                <a:cubicBezTo>
                  <a:pt x="1847320" y="95929"/>
                  <a:pt x="1849144" y="95261"/>
                  <a:pt x="1850923" y="94416"/>
                </a:cubicBezTo>
                <a:cubicBezTo>
                  <a:pt x="1852702" y="93570"/>
                  <a:pt x="1854371" y="92569"/>
                  <a:pt x="1855928" y="91414"/>
                </a:cubicBezTo>
                <a:cubicBezTo>
                  <a:pt x="1857485" y="90258"/>
                  <a:pt x="1858842" y="89011"/>
                  <a:pt x="1859998" y="87676"/>
                </a:cubicBezTo>
                <a:lnTo>
                  <a:pt x="1860666" y="88077"/>
                </a:lnTo>
                <a:lnTo>
                  <a:pt x="1859866" y="94615"/>
                </a:lnTo>
                <a:cubicBezTo>
                  <a:pt x="1857196" y="96751"/>
                  <a:pt x="1853881" y="98574"/>
                  <a:pt x="1849923" y="100087"/>
                </a:cubicBezTo>
                <a:cubicBezTo>
                  <a:pt x="1845964" y="101599"/>
                  <a:pt x="1841850" y="102355"/>
                  <a:pt x="1837579" y="102355"/>
                </a:cubicBezTo>
                <a:cubicBezTo>
                  <a:pt x="1832775" y="102355"/>
                  <a:pt x="1828393" y="101621"/>
                  <a:pt x="1824433" y="100154"/>
                </a:cubicBezTo>
                <a:cubicBezTo>
                  <a:pt x="1820474" y="98686"/>
                  <a:pt x="1817049" y="96552"/>
                  <a:pt x="1814158" y="93750"/>
                </a:cubicBezTo>
                <a:cubicBezTo>
                  <a:pt x="1811268" y="90947"/>
                  <a:pt x="1809044" y="87632"/>
                  <a:pt x="1807487" y="83807"/>
                </a:cubicBezTo>
                <a:cubicBezTo>
                  <a:pt x="1805930" y="79981"/>
                  <a:pt x="1805151" y="75844"/>
                  <a:pt x="1805151" y="71396"/>
                </a:cubicBezTo>
                <a:close/>
                <a:moveTo>
                  <a:pt x="1934693" y="76466"/>
                </a:moveTo>
                <a:cubicBezTo>
                  <a:pt x="1934693" y="73441"/>
                  <a:pt x="1934671" y="70150"/>
                  <a:pt x="1934626" y="66592"/>
                </a:cubicBezTo>
                <a:cubicBezTo>
                  <a:pt x="1934581" y="63033"/>
                  <a:pt x="1934514" y="59496"/>
                  <a:pt x="1934425" y="55983"/>
                </a:cubicBezTo>
                <a:cubicBezTo>
                  <a:pt x="1934336" y="52469"/>
                  <a:pt x="1934226" y="49110"/>
                  <a:pt x="1934093" y="45908"/>
                </a:cubicBezTo>
                <a:cubicBezTo>
                  <a:pt x="1933960" y="42704"/>
                  <a:pt x="1933804" y="39945"/>
                  <a:pt x="1933626" y="37632"/>
                </a:cubicBezTo>
                <a:cubicBezTo>
                  <a:pt x="1936117" y="38078"/>
                  <a:pt x="1938119" y="38300"/>
                  <a:pt x="1939631" y="38300"/>
                </a:cubicBezTo>
                <a:cubicBezTo>
                  <a:pt x="1941144" y="38300"/>
                  <a:pt x="1943145" y="38078"/>
                  <a:pt x="1945636" y="37632"/>
                </a:cubicBezTo>
                <a:cubicBezTo>
                  <a:pt x="1945281" y="39945"/>
                  <a:pt x="1945014" y="42170"/>
                  <a:pt x="1944836" y="44305"/>
                </a:cubicBezTo>
                <a:cubicBezTo>
                  <a:pt x="1944658" y="46441"/>
                  <a:pt x="1944569" y="48576"/>
                  <a:pt x="1944569" y="50711"/>
                </a:cubicBezTo>
                <a:lnTo>
                  <a:pt x="1944836" y="50711"/>
                </a:lnTo>
                <a:cubicBezTo>
                  <a:pt x="1945458" y="49287"/>
                  <a:pt x="1946347" y="47753"/>
                  <a:pt x="1947504" y="46107"/>
                </a:cubicBezTo>
                <a:cubicBezTo>
                  <a:pt x="1948660" y="44462"/>
                  <a:pt x="1950150" y="42906"/>
                  <a:pt x="1951973" y="41438"/>
                </a:cubicBezTo>
                <a:cubicBezTo>
                  <a:pt x="1953798" y="39969"/>
                  <a:pt x="1956000" y="38745"/>
                  <a:pt x="1958579" y="37767"/>
                </a:cubicBezTo>
                <a:cubicBezTo>
                  <a:pt x="1961159" y="36788"/>
                  <a:pt x="1964096" y="36299"/>
                  <a:pt x="1967388" y="36299"/>
                </a:cubicBezTo>
                <a:cubicBezTo>
                  <a:pt x="1970769" y="36299"/>
                  <a:pt x="1974105" y="36944"/>
                  <a:pt x="1977396" y="38235"/>
                </a:cubicBezTo>
                <a:cubicBezTo>
                  <a:pt x="1980688" y="39525"/>
                  <a:pt x="1983602" y="41504"/>
                  <a:pt x="1986138" y="44173"/>
                </a:cubicBezTo>
                <a:cubicBezTo>
                  <a:pt x="1988674" y="46842"/>
                  <a:pt x="1990720" y="50245"/>
                  <a:pt x="1992277" y="54383"/>
                </a:cubicBezTo>
                <a:cubicBezTo>
                  <a:pt x="1993834" y="58519"/>
                  <a:pt x="1994613" y="63434"/>
                  <a:pt x="1994613" y="69127"/>
                </a:cubicBezTo>
                <a:cubicBezTo>
                  <a:pt x="1994613" y="74821"/>
                  <a:pt x="1993767" y="79759"/>
                  <a:pt x="1992075" y="83941"/>
                </a:cubicBezTo>
                <a:cubicBezTo>
                  <a:pt x="1990385" y="88122"/>
                  <a:pt x="1988183" y="91592"/>
                  <a:pt x="1985470" y="94351"/>
                </a:cubicBezTo>
                <a:cubicBezTo>
                  <a:pt x="1982756" y="97108"/>
                  <a:pt x="1979664" y="99131"/>
                  <a:pt x="1976195" y="100421"/>
                </a:cubicBezTo>
                <a:cubicBezTo>
                  <a:pt x="1972726" y="101710"/>
                  <a:pt x="1969257" y="102355"/>
                  <a:pt x="1965787" y="102355"/>
                </a:cubicBezTo>
                <a:cubicBezTo>
                  <a:pt x="1956001" y="102355"/>
                  <a:pt x="1949017" y="98130"/>
                  <a:pt x="1944836" y="89679"/>
                </a:cubicBezTo>
                <a:lnTo>
                  <a:pt x="1944569" y="89679"/>
                </a:lnTo>
                <a:lnTo>
                  <a:pt x="1944569" y="98085"/>
                </a:lnTo>
                <a:cubicBezTo>
                  <a:pt x="1944569" y="100932"/>
                  <a:pt x="1944591" y="104112"/>
                  <a:pt x="1944634" y="107627"/>
                </a:cubicBezTo>
                <a:cubicBezTo>
                  <a:pt x="1944679" y="111142"/>
                  <a:pt x="1944746" y="114634"/>
                  <a:pt x="1944834" y="118104"/>
                </a:cubicBezTo>
                <a:cubicBezTo>
                  <a:pt x="1944924" y="121573"/>
                  <a:pt x="1945035" y="124887"/>
                  <a:pt x="1945168" y="128045"/>
                </a:cubicBezTo>
                <a:cubicBezTo>
                  <a:pt x="1945302" y="131204"/>
                  <a:pt x="1945458" y="133895"/>
                  <a:pt x="1945636" y="136119"/>
                </a:cubicBezTo>
                <a:cubicBezTo>
                  <a:pt x="1943145" y="135673"/>
                  <a:pt x="1941144" y="135451"/>
                  <a:pt x="1939631" y="135451"/>
                </a:cubicBezTo>
                <a:cubicBezTo>
                  <a:pt x="1938119" y="135451"/>
                  <a:pt x="1936117" y="135673"/>
                  <a:pt x="1933626" y="136119"/>
                </a:cubicBezTo>
                <a:cubicBezTo>
                  <a:pt x="1933804" y="133895"/>
                  <a:pt x="1933960" y="131204"/>
                  <a:pt x="1934093" y="128045"/>
                </a:cubicBezTo>
                <a:cubicBezTo>
                  <a:pt x="1934226" y="124887"/>
                  <a:pt x="1934336" y="121573"/>
                  <a:pt x="1934425" y="118104"/>
                </a:cubicBezTo>
                <a:cubicBezTo>
                  <a:pt x="1934514" y="114634"/>
                  <a:pt x="1934581" y="111142"/>
                  <a:pt x="1934626" y="107627"/>
                </a:cubicBezTo>
                <a:cubicBezTo>
                  <a:pt x="1934671" y="104112"/>
                  <a:pt x="1934693" y="100932"/>
                  <a:pt x="1934693" y="98085"/>
                </a:cubicBezTo>
                <a:lnTo>
                  <a:pt x="1934693" y="76466"/>
                </a:lnTo>
                <a:moveTo>
                  <a:pt x="1982867" y="68993"/>
                </a:moveTo>
                <a:cubicBezTo>
                  <a:pt x="1982867" y="63655"/>
                  <a:pt x="1982312" y="59251"/>
                  <a:pt x="1981200" y="55782"/>
                </a:cubicBezTo>
                <a:cubicBezTo>
                  <a:pt x="1980088" y="52312"/>
                  <a:pt x="1978665" y="49532"/>
                  <a:pt x="1976930" y="47441"/>
                </a:cubicBezTo>
                <a:cubicBezTo>
                  <a:pt x="1975195" y="45350"/>
                  <a:pt x="1973215" y="43905"/>
                  <a:pt x="1970990" y="43106"/>
                </a:cubicBezTo>
                <a:cubicBezTo>
                  <a:pt x="1968766" y="42305"/>
                  <a:pt x="1966587" y="41904"/>
                  <a:pt x="1964451" y="41904"/>
                </a:cubicBezTo>
                <a:cubicBezTo>
                  <a:pt x="1960893" y="41904"/>
                  <a:pt x="1957846" y="42661"/>
                  <a:pt x="1955311" y="44173"/>
                </a:cubicBezTo>
                <a:cubicBezTo>
                  <a:pt x="1952775" y="45685"/>
                  <a:pt x="1950706" y="47709"/>
                  <a:pt x="1949104" y="50245"/>
                </a:cubicBezTo>
                <a:cubicBezTo>
                  <a:pt x="1947504" y="52779"/>
                  <a:pt x="1946348" y="55760"/>
                  <a:pt x="1945636" y="59186"/>
                </a:cubicBezTo>
                <a:cubicBezTo>
                  <a:pt x="1944925" y="62611"/>
                  <a:pt x="1944569" y="66236"/>
                  <a:pt x="1944569" y="70062"/>
                </a:cubicBezTo>
                <a:cubicBezTo>
                  <a:pt x="1944569" y="88566"/>
                  <a:pt x="1951064" y="97818"/>
                  <a:pt x="1964052" y="97818"/>
                </a:cubicBezTo>
                <a:cubicBezTo>
                  <a:pt x="1967255" y="97818"/>
                  <a:pt x="1970034" y="97085"/>
                  <a:pt x="1972391" y="95617"/>
                </a:cubicBezTo>
                <a:cubicBezTo>
                  <a:pt x="1974749" y="94150"/>
                  <a:pt x="1976706" y="92104"/>
                  <a:pt x="1978263" y="89480"/>
                </a:cubicBezTo>
                <a:cubicBezTo>
                  <a:pt x="1979821" y="86854"/>
                  <a:pt x="1980977" y="83785"/>
                  <a:pt x="1981733" y="80272"/>
                </a:cubicBezTo>
                <a:cubicBezTo>
                  <a:pt x="1982489" y="76757"/>
                  <a:pt x="1982867" y="72998"/>
                  <a:pt x="1982867" y="68993"/>
                </a:cubicBezTo>
                <a:close/>
                <a:moveTo>
                  <a:pt x="2040917" y="48575"/>
                </a:moveTo>
                <a:cubicBezTo>
                  <a:pt x="2040473" y="48042"/>
                  <a:pt x="2039606" y="47553"/>
                  <a:pt x="2038315" y="47109"/>
                </a:cubicBezTo>
                <a:cubicBezTo>
                  <a:pt x="2037025" y="46664"/>
                  <a:pt x="2035713" y="46441"/>
                  <a:pt x="2034379" y="46441"/>
                </a:cubicBezTo>
                <a:cubicBezTo>
                  <a:pt x="2032244" y="46441"/>
                  <a:pt x="2030331" y="46931"/>
                  <a:pt x="2028641" y="47909"/>
                </a:cubicBezTo>
                <a:cubicBezTo>
                  <a:pt x="2026951" y="48888"/>
                  <a:pt x="2025527" y="50200"/>
                  <a:pt x="2024371" y="51845"/>
                </a:cubicBezTo>
                <a:cubicBezTo>
                  <a:pt x="2023214" y="53491"/>
                  <a:pt x="2022324" y="55448"/>
                  <a:pt x="2021701" y="57718"/>
                </a:cubicBezTo>
                <a:cubicBezTo>
                  <a:pt x="2021079" y="59986"/>
                  <a:pt x="2020769" y="62410"/>
                  <a:pt x="2020769" y="64990"/>
                </a:cubicBezTo>
                <a:lnTo>
                  <a:pt x="2020769" y="79669"/>
                </a:lnTo>
                <a:cubicBezTo>
                  <a:pt x="2020769" y="85630"/>
                  <a:pt x="2020790" y="90190"/>
                  <a:pt x="2020834" y="93349"/>
                </a:cubicBezTo>
                <a:cubicBezTo>
                  <a:pt x="2020878" y="96506"/>
                  <a:pt x="2021035" y="99064"/>
                  <a:pt x="2021302" y="101021"/>
                </a:cubicBezTo>
                <a:cubicBezTo>
                  <a:pt x="2019522" y="100844"/>
                  <a:pt x="2017743" y="100755"/>
                  <a:pt x="2015963" y="100755"/>
                </a:cubicBezTo>
                <a:cubicBezTo>
                  <a:pt x="2014005" y="100755"/>
                  <a:pt x="2012137" y="100844"/>
                  <a:pt x="2010359" y="101021"/>
                </a:cubicBezTo>
                <a:cubicBezTo>
                  <a:pt x="2010625" y="97997"/>
                  <a:pt x="2010781" y="93882"/>
                  <a:pt x="2010825" y="88677"/>
                </a:cubicBezTo>
                <a:cubicBezTo>
                  <a:pt x="2010870" y="83473"/>
                  <a:pt x="2010893" y="77090"/>
                  <a:pt x="2010893" y="69528"/>
                </a:cubicBezTo>
                <a:lnTo>
                  <a:pt x="2010893" y="65256"/>
                </a:lnTo>
                <a:cubicBezTo>
                  <a:pt x="2010893" y="61788"/>
                  <a:pt x="2010870" y="57785"/>
                  <a:pt x="2010825" y="53248"/>
                </a:cubicBezTo>
                <a:cubicBezTo>
                  <a:pt x="2010781" y="48710"/>
                  <a:pt x="2010625" y="43505"/>
                  <a:pt x="2010359" y="37632"/>
                </a:cubicBezTo>
                <a:cubicBezTo>
                  <a:pt x="2011338" y="37811"/>
                  <a:pt x="2012272" y="37968"/>
                  <a:pt x="2013161" y="38101"/>
                </a:cubicBezTo>
                <a:cubicBezTo>
                  <a:pt x="2014050" y="38234"/>
                  <a:pt x="2014984" y="38300"/>
                  <a:pt x="2015963" y="38300"/>
                </a:cubicBezTo>
                <a:cubicBezTo>
                  <a:pt x="2016764" y="38300"/>
                  <a:pt x="2017609" y="38234"/>
                  <a:pt x="2018498" y="38101"/>
                </a:cubicBezTo>
                <a:cubicBezTo>
                  <a:pt x="2019389" y="37968"/>
                  <a:pt x="2020323" y="37811"/>
                  <a:pt x="2021302" y="37632"/>
                </a:cubicBezTo>
                <a:cubicBezTo>
                  <a:pt x="2020946" y="40836"/>
                  <a:pt x="2020746" y="43372"/>
                  <a:pt x="2020701" y="45240"/>
                </a:cubicBezTo>
                <a:cubicBezTo>
                  <a:pt x="2020657" y="47108"/>
                  <a:pt x="2020634" y="48887"/>
                  <a:pt x="2020634" y="50577"/>
                </a:cubicBezTo>
                <a:lnTo>
                  <a:pt x="2020901" y="50711"/>
                </a:lnTo>
                <a:cubicBezTo>
                  <a:pt x="2026150" y="41103"/>
                  <a:pt x="2032022" y="36299"/>
                  <a:pt x="2038517" y="36299"/>
                </a:cubicBezTo>
                <a:cubicBezTo>
                  <a:pt x="2039318" y="36299"/>
                  <a:pt x="2040007" y="36343"/>
                  <a:pt x="2040585" y="36433"/>
                </a:cubicBezTo>
                <a:cubicBezTo>
                  <a:pt x="2041164" y="36521"/>
                  <a:pt x="2041898" y="36743"/>
                  <a:pt x="2042787" y="37099"/>
                </a:cubicBezTo>
                <a:cubicBezTo>
                  <a:pt x="2042341" y="38167"/>
                  <a:pt x="2042074" y="39791"/>
                  <a:pt x="2041984" y="41972"/>
                </a:cubicBezTo>
                <a:cubicBezTo>
                  <a:pt x="2041896" y="44150"/>
                  <a:pt x="2041852" y="46130"/>
                  <a:pt x="2041852" y="47909"/>
                </a:cubicBezTo>
                <a:lnTo>
                  <a:pt x="2040917" y="48575"/>
                </a:lnTo>
                <a:close/>
                <a:moveTo>
                  <a:pt x="2061069" y="69528"/>
                </a:moveTo>
                <a:cubicBezTo>
                  <a:pt x="2061069" y="73264"/>
                  <a:pt x="2061402" y="76867"/>
                  <a:pt x="2062069" y="80337"/>
                </a:cubicBezTo>
                <a:cubicBezTo>
                  <a:pt x="2062737" y="83807"/>
                  <a:pt x="2063871" y="86898"/>
                  <a:pt x="2065472" y="89612"/>
                </a:cubicBezTo>
                <a:cubicBezTo>
                  <a:pt x="2067074" y="92326"/>
                  <a:pt x="2069209" y="94484"/>
                  <a:pt x="2071878" y="96085"/>
                </a:cubicBezTo>
                <a:cubicBezTo>
                  <a:pt x="2074547" y="97686"/>
                  <a:pt x="2077839" y="98486"/>
                  <a:pt x="2081754" y="98486"/>
                </a:cubicBezTo>
                <a:cubicBezTo>
                  <a:pt x="2085669" y="98486"/>
                  <a:pt x="2088961" y="97686"/>
                  <a:pt x="2091630" y="96085"/>
                </a:cubicBezTo>
                <a:cubicBezTo>
                  <a:pt x="2094298" y="94484"/>
                  <a:pt x="2096433" y="92326"/>
                  <a:pt x="2098034" y="89612"/>
                </a:cubicBezTo>
                <a:cubicBezTo>
                  <a:pt x="2099635" y="86898"/>
                  <a:pt x="2100770" y="83807"/>
                  <a:pt x="2101436" y="80337"/>
                </a:cubicBezTo>
                <a:cubicBezTo>
                  <a:pt x="2102104" y="76867"/>
                  <a:pt x="2102438" y="73264"/>
                  <a:pt x="2102438" y="69528"/>
                </a:cubicBezTo>
                <a:cubicBezTo>
                  <a:pt x="2102438" y="65791"/>
                  <a:pt x="2102104" y="62188"/>
                  <a:pt x="2101436" y="58718"/>
                </a:cubicBezTo>
                <a:cubicBezTo>
                  <a:pt x="2100770" y="55248"/>
                  <a:pt x="2099635" y="52157"/>
                  <a:pt x="2098034" y="49445"/>
                </a:cubicBezTo>
                <a:cubicBezTo>
                  <a:pt x="2096433" y="46731"/>
                  <a:pt x="2094298" y="44573"/>
                  <a:pt x="2091630" y="42971"/>
                </a:cubicBezTo>
                <a:cubicBezTo>
                  <a:pt x="2088961" y="41370"/>
                  <a:pt x="2085669" y="40569"/>
                  <a:pt x="2081754" y="40569"/>
                </a:cubicBezTo>
                <a:cubicBezTo>
                  <a:pt x="2077839" y="40569"/>
                  <a:pt x="2074547" y="41370"/>
                  <a:pt x="2071878" y="42971"/>
                </a:cubicBezTo>
                <a:cubicBezTo>
                  <a:pt x="2069209" y="44573"/>
                  <a:pt x="2067074" y="46731"/>
                  <a:pt x="2065472" y="49445"/>
                </a:cubicBezTo>
                <a:cubicBezTo>
                  <a:pt x="2063871" y="52157"/>
                  <a:pt x="2062737" y="55248"/>
                  <a:pt x="2062069" y="58718"/>
                </a:cubicBezTo>
                <a:cubicBezTo>
                  <a:pt x="2061402" y="62188"/>
                  <a:pt x="2061069" y="65791"/>
                  <a:pt x="2061069" y="69528"/>
                </a:cubicBezTo>
                <a:moveTo>
                  <a:pt x="2049326" y="69528"/>
                </a:moveTo>
                <a:cubicBezTo>
                  <a:pt x="2049326" y="63478"/>
                  <a:pt x="2050282" y="58340"/>
                  <a:pt x="2052195" y="54114"/>
                </a:cubicBezTo>
                <a:cubicBezTo>
                  <a:pt x="2054108" y="49888"/>
                  <a:pt x="2056621" y="46463"/>
                  <a:pt x="2059733" y="43839"/>
                </a:cubicBezTo>
                <a:cubicBezTo>
                  <a:pt x="2062848" y="41215"/>
                  <a:pt x="2066340" y="39302"/>
                  <a:pt x="2070210" y="38101"/>
                </a:cubicBezTo>
                <a:cubicBezTo>
                  <a:pt x="2074080" y="36899"/>
                  <a:pt x="2077928" y="36299"/>
                  <a:pt x="2081754" y="36299"/>
                </a:cubicBezTo>
                <a:cubicBezTo>
                  <a:pt x="2085669" y="36299"/>
                  <a:pt x="2089539" y="36899"/>
                  <a:pt x="2093364" y="38101"/>
                </a:cubicBezTo>
                <a:cubicBezTo>
                  <a:pt x="2097190" y="39302"/>
                  <a:pt x="2100659" y="41215"/>
                  <a:pt x="2103772" y="43839"/>
                </a:cubicBezTo>
                <a:cubicBezTo>
                  <a:pt x="2106886" y="46463"/>
                  <a:pt x="2109399" y="49888"/>
                  <a:pt x="2111312" y="54114"/>
                </a:cubicBezTo>
                <a:cubicBezTo>
                  <a:pt x="2113225" y="58340"/>
                  <a:pt x="2114181" y="63478"/>
                  <a:pt x="2114181" y="69528"/>
                </a:cubicBezTo>
                <a:cubicBezTo>
                  <a:pt x="2114181" y="75577"/>
                  <a:pt x="2113225" y="80715"/>
                  <a:pt x="2111312" y="84941"/>
                </a:cubicBezTo>
                <a:cubicBezTo>
                  <a:pt x="2109399" y="89167"/>
                  <a:pt x="2106886" y="92593"/>
                  <a:pt x="2103772" y="95218"/>
                </a:cubicBezTo>
                <a:cubicBezTo>
                  <a:pt x="2100659" y="97842"/>
                  <a:pt x="2097190" y="99688"/>
                  <a:pt x="2093364" y="100755"/>
                </a:cubicBezTo>
                <a:cubicBezTo>
                  <a:pt x="2089539" y="101822"/>
                  <a:pt x="2085669" y="102355"/>
                  <a:pt x="2081754" y="102355"/>
                </a:cubicBezTo>
                <a:cubicBezTo>
                  <a:pt x="2077928" y="102355"/>
                  <a:pt x="2074080" y="101822"/>
                  <a:pt x="2070210" y="100755"/>
                </a:cubicBezTo>
                <a:cubicBezTo>
                  <a:pt x="2066340" y="99688"/>
                  <a:pt x="2062848" y="97842"/>
                  <a:pt x="2059733" y="95218"/>
                </a:cubicBezTo>
                <a:cubicBezTo>
                  <a:pt x="2056621" y="92593"/>
                  <a:pt x="2054108" y="89167"/>
                  <a:pt x="2052195" y="84941"/>
                </a:cubicBezTo>
                <a:cubicBezTo>
                  <a:pt x="2050282" y="80715"/>
                  <a:pt x="2049326" y="75577"/>
                  <a:pt x="2049326" y="69528"/>
                </a:cubicBezTo>
                <a:close/>
                <a:moveTo>
                  <a:pt x="2145942" y="101021"/>
                </a:moveTo>
                <a:cubicBezTo>
                  <a:pt x="2141851" y="90524"/>
                  <a:pt x="2137736" y="80026"/>
                  <a:pt x="2133598" y="69528"/>
                </a:cubicBezTo>
                <a:cubicBezTo>
                  <a:pt x="2129462" y="59029"/>
                  <a:pt x="2124947" y="48397"/>
                  <a:pt x="2120053" y="37632"/>
                </a:cubicBezTo>
                <a:cubicBezTo>
                  <a:pt x="2121210" y="37811"/>
                  <a:pt x="2122321" y="37968"/>
                  <a:pt x="2123388" y="38101"/>
                </a:cubicBezTo>
                <a:cubicBezTo>
                  <a:pt x="2124457" y="38234"/>
                  <a:pt x="2125569" y="38300"/>
                  <a:pt x="2126726" y="38300"/>
                </a:cubicBezTo>
                <a:cubicBezTo>
                  <a:pt x="2127705" y="38300"/>
                  <a:pt x="2128683" y="38234"/>
                  <a:pt x="2129662" y="38101"/>
                </a:cubicBezTo>
                <a:cubicBezTo>
                  <a:pt x="2130641" y="37968"/>
                  <a:pt x="2131620" y="37811"/>
                  <a:pt x="2132598" y="37632"/>
                </a:cubicBezTo>
                <a:cubicBezTo>
                  <a:pt x="2135356" y="46441"/>
                  <a:pt x="2138358" y="55094"/>
                  <a:pt x="2141605" y="63591"/>
                </a:cubicBezTo>
                <a:cubicBezTo>
                  <a:pt x="2144852" y="72086"/>
                  <a:pt x="2148478" y="80782"/>
                  <a:pt x="2152483" y="89679"/>
                </a:cubicBezTo>
                <a:cubicBezTo>
                  <a:pt x="2154261" y="86032"/>
                  <a:pt x="2156018" y="82095"/>
                  <a:pt x="2157752" y="77869"/>
                </a:cubicBezTo>
                <a:cubicBezTo>
                  <a:pt x="2159487" y="73643"/>
                  <a:pt x="2161222" y="69262"/>
                  <a:pt x="2162957" y="64725"/>
                </a:cubicBezTo>
                <a:cubicBezTo>
                  <a:pt x="2164692" y="60187"/>
                  <a:pt x="2166382" y="55627"/>
                  <a:pt x="2168027" y="51045"/>
                </a:cubicBezTo>
                <a:cubicBezTo>
                  <a:pt x="2169674" y="46464"/>
                  <a:pt x="2171298" y="41993"/>
                  <a:pt x="2172900" y="37632"/>
                </a:cubicBezTo>
                <a:cubicBezTo>
                  <a:pt x="2174501" y="38078"/>
                  <a:pt x="2175879" y="38300"/>
                  <a:pt x="2177036" y="38300"/>
                </a:cubicBezTo>
                <a:cubicBezTo>
                  <a:pt x="2178193" y="38300"/>
                  <a:pt x="2179572" y="38078"/>
                  <a:pt x="2181174" y="37632"/>
                </a:cubicBezTo>
                <a:cubicBezTo>
                  <a:pt x="2176369" y="48397"/>
                  <a:pt x="2171654" y="59029"/>
                  <a:pt x="2167028" y="69528"/>
                </a:cubicBezTo>
                <a:cubicBezTo>
                  <a:pt x="2162401" y="80026"/>
                  <a:pt x="2158175" y="90524"/>
                  <a:pt x="2154350" y="101021"/>
                </a:cubicBezTo>
                <a:cubicBezTo>
                  <a:pt x="2153015" y="100844"/>
                  <a:pt x="2151636" y="100755"/>
                  <a:pt x="2150212" y="100755"/>
                </a:cubicBezTo>
                <a:cubicBezTo>
                  <a:pt x="2148789" y="100755"/>
                  <a:pt x="2147366" y="100844"/>
                  <a:pt x="2145942" y="101021"/>
                </a:cubicBezTo>
                <a:close/>
                <a:moveTo>
                  <a:pt x="2195719" y="14413"/>
                </a:moveTo>
                <a:cubicBezTo>
                  <a:pt x="2195719" y="12545"/>
                  <a:pt x="2196386" y="10944"/>
                  <a:pt x="2197720" y="9609"/>
                </a:cubicBezTo>
                <a:cubicBezTo>
                  <a:pt x="2199055" y="8275"/>
                  <a:pt x="2200657" y="7608"/>
                  <a:pt x="2202526" y="7608"/>
                </a:cubicBezTo>
                <a:cubicBezTo>
                  <a:pt x="2204394" y="7608"/>
                  <a:pt x="2205995" y="8275"/>
                  <a:pt x="2207329" y="9609"/>
                </a:cubicBezTo>
                <a:cubicBezTo>
                  <a:pt x="2208664" y="10944"/>
                  <a:pt x="2209331" y="12545"/>
                  <a:pt x="2209331" y="14413"/>
                </a:cubicBezTo>
                <a:cubicBezTo>
                  <a:pt x="2209331" y="16281"/>
                  <a:pt x="2208664" y="17883"/>
                  <a:pt x="2207329" y="19218"/>
                </a:cubicBezTo>
                <a:cubicBezTo>
                  <a:pt x="2205995" y="20553"/>
                  <a:pt x="2204394" y="21220"/>
                  <a:pt x="2202526" y="21220"/>
                </a:cubicBezTo>
                <a:cubicBezTo>
                  <a:pt x="2200657" y="21220"/>
                  <a:pt x="2199055" y="20553"/>
                  <a:pt x="2197720" y="19218"/>
                </a:cubicBezTo>
                <a:cubicBezTo>
                  <a:pt x="2196386" y="17883"/>
                  <a:pt x="2195719" y="16281"/>
                  <a:pt x="2195719" y="14413"/>
                </a:cubicBezTo>
                <a:moveTo>
                  <a:pt x="2197588" y="62589"/>
                </a:moveTo>
                <a:cubicBezTo>
                  <a:pt x="2197588" y="58586"/>
                  <a:pt x="2197521" y="54382"/>
                  <a:pt x="2197386" y="49978"/>
                </a:cubicBezTo>
                <a:cubicBezTo>
                  <a:pt x="2197253" y="45574"/>
                  <a:pt x="2196964" y="41459"/>
                  <a:pt x="2196519" y="37632"/>
                </a:cubicBezTo>
                <a:cubicBezTo>
                  <a:pt x="2199010" y="38078"/>
                  <a:pt x="2201012" y="38300"/>
                  <a:pt x="2202526" y="38300"/>
                </a:cubicBezTo>
                <a:cubicBezTo>
                  <a:pt x="2204038" y="38300"/>
                  <a:pt x="2206040" y="38078"/>
                  <a:pt x="2208531" y="37632"/>
                </a:cubicBezTo>
                <a:cubicBezTo>
                  <a:pt x="2208086" y="41459"/>
                  <a:pt x="2207796" y="45574"/>
                  <a:pt x="2207661" y="49978"/>
                </a:cubicBezTo>
                <a:cubicBezTo>
                  <a:pt x="2207528" y="54382"/>
                  <a:pt x="2207462" y="58586"/>
                  <a:pt x="2207462" y="62589"/>
                </a:cubicBezTo>
                <a:lnTo>
                  <a:pt x="2207462" y="76466"/>
                </a:lnTo>
                <a:cubicBezTo>
                  <a:pt x="2207462" y="80471"/>
                  <a:pt x="2207528" y="84675"/>
                  <a:pt x="2207661" y="89079"/>
                </a:cubicBezTo>
                <a:cubicBezTo>
                  <a:pt x="2207796" y="93482"/>
                  <a:pt x="2208086" y="97463"/>
                  <a:pt x="2208531" y="101021"/>
                </a:cubicBezTo>
                <a:cubicBezTo>
                  <a:pt x="2206484" y="100844"/>
                  <a:pt x="2204482" y="100755"/>
                  <a:pt x="2202526" y="100755"/>
                </a:cubicBezTo>
                <a:cubicBezTo>
                  <a:pt x="2200568" y="100755"/>
                  <a:pt x="2198566" y="100844"/>
                  <a:pt x="2196519" y="101021"/>
                </a:cubicBezTo>
                <a:cubicBezTo>
                  <a:pt x="2196964" y="97463"/>
                  <a:pt x="2197253" y="93482"/>
                  <a:pt x="2197386" y="89079"/>
                </a:cubicBezTo>
                <a:cubicBezTo>
                  <a:pt x="2197521" y="84675"/>
                  <a:pt x="2197588" y="80471"/>
                  <a:pt x="2197588" y="76466"/>
                </a:cubicBezTo>
                <a:lnTo>
                  <a:pt x="2197588" y="62589"/>
                </a:lnTo>
                <a:close/>
                <a:moveTo>
                  <a:pt x="2238423" y="70728"/>
                </a:moveTo>
                <a:cubicBezTo>
                  <a:pt x="2238423" y="76067"/>
                  <a:pt x="2238979" y="80471"/>
                  <a:pt x="2240090" y="83941"/>
                </a:cubicBezTo>
                <a:cubicBezTo>
                  <a:pt x="2241202" y="87410"/>
                  <a:pt x="2242626" y="90190"/>
                  <a:pt x="2244361" y="92282"/>
                </a:cubicBezTo>
                <a:cubicBezTo>
                  <a:pt x="2246095" y="94372"/>
                  <a:pt x="2248075" y="95818"/>
                  <a:pt x="2250298" y="96619"/>
                </a:cubicBezTo>
                <a:cubicBezTo>
                  <a:pt x="2252523" y="97419"/>
                  <a:pt x="2254703" y="97818"/>
                  <a:pt x="2256839" y="97818"/>
                </a:cubicBezTo>
                <a:cubicBezTo>
                  <a:pt x="2260309" y="97818"/>
                  <a:pt x="2263289" y="96951"/>
                  <a:pt x="2265780" y="95216"/>
                </a:cubicBezTo>
                <a:cubicBezTo>
                  <a:pt x="2268271" y="93481"/>
                  <a:pt x="2270339" y="91213"/>
                  <a:pt x="2271985" y="88411"/>
                </a:cubicBezTo>
                <a:cubicBezTo>
                  <a:pt x="2273630" y="85609"/>
                  <a:pt x="2274831" y="82429"/>
                  <a:pt x="2275587" y="78871"/>
                </a:cubicBezTo>
                <a:cubicBezTo>
                  <a:pt x="2276344" y="75311"/>
                  <a:pt x="2276723" y="71752"/>
                  <a:pt x="2276723" y="68193"/>
                </a:cubicBezTo>
                <a:cubicBezTo>
                  <a:pt x="2276723" y="59653"/>
                  <a:pt x="2275077" y="53136"/>
                  <a:pt x="2271785" y="48644"/>
                </a:cubicBezTo>
                <a:cubicBezTo>
                  <a:pt x="2268493" y="44151"/>
                  <a:pt x="2263644" y="41904"/>
                  <a:pt x="2257238" y="41904"/>
                </a:cubicBezTo>
                <a:cubicBezTo>
                  <a:pt x="2254036" y="41904"/>
                  <a:pt x="2251255" y="42638"/>
                  <a:pt x="2248897" y="44106"/>
                </a:cubicBezTo>
                <a:cubicBezTo>
                  <a:pt x="2246541" y="45573"/>
                  <a:pt x="2244584" y="47620"/>
                  <a:pt x="2243027" y="50245"/>
                </a:cubicBezTo>
                <a:cubicBezTo>
                  <a:pt x="2241470" y="52869"/>
                  <a:pt x="2240313" y="55938"/>
                  <a:pt x="2239557" y="59453"/>
                </a:cubicBezTo>
                <a:cubicBezTo>
                  <a:pt x="2238801" y="62966"/>
                  <a:pt x="2238423" y="66724"/>
                  <a:pt x="2238423" y="70728"/>
                </a:cubicBezTo>
                <a:moveTo>
                  <a:pt x="2276322" y="88344"/>
                </a:moveTo>
                <a:cubicBezTo>
                  <a:pt x="2275610" y="89768"/>
                  <a:pt x="2274654" y="91303"/>
                  <a:pt x="2273453" y="92950"/>
                </a:cubicBezTo>
                <a:cubicBezTo>
                  <a:pt x="2272251" y="94595"/>
                  <a:pt x="2270738" y="96130"/>
                  <a:pt x="2268914" y="97554"/>
                </a:cubicBezTo>
                <a:cubicBezTo>
                  <a:pt x="2267091" y="98976"/>
                  <a:pt x="2264934" y="100132"/>
                  <a:pt x="2262443" y="101021"/>
                </a:cubicBezTo>
                <a:cubicBezTo>
                  <a:pt x="2259952" y="101911"/>
                  <a:pt x="2257060" y="102355"/>
                  <a:pt x="2253768" y="102355"/>
                </a:cubicBezTo>
                <a:cubicBezTo>
                  <a:pt x="2250388" y="102355"/>
                  <a:pt x="2247074" y="101777"/>
                  <a:pt x="2243827" y="100620"/>
                </a:cubicBezTo>
                <a:cubicBezTo>
                  <a:pt x="2240580" y="99464"/>
                  <a:pt x="2237688" y="97573"/>
                  <a:pt x="2235153" y="94949"/>
                </a:cubicBezTo>
                <a:cubicBezTo>
                  <a:pt x="2232617" y="92325"/>
                  <a:pt x="2230570" y="88945"/>
                  <a:pt x="2229013" y="84809"/>
                </a:cubicBezTo>
                <a:cubicBezTo>
                  <a:pt x="2227457" y="80671"/>
                  <a:pt x="2226680" y="75711"/>
                  <a:pt x="2226680" y="69928"/>
                </a:cubicBezTo>
                <a:cubicBezTo>
                  <a:pt x="2226680" y="64234"/>
                  <a:pt x="2227525" y="59297"/>
                  <a:pt x="2229215" y="55116"/>
                </a:cubicBezTo>
                <a:cubicBezTo>
                  <a:pt x="2230905" y="50933"/>
                  <a:pt x="2233107" y="47441"/>
                  <a:pt x="2235820" y="44639"/>
                </a:cubicBezTo>
                <a:cubicBezTo>
                  <a:pt x="2238534" y="41837"/>
                  <a:pt x="2241603" y="39747"/>
                  <a:pt x="2245028" y="38367"/>
                </a:cubicBezTo>
                <a:cubicBezTo>
                  <a:pt x="2248453" y="36988"/>
                  <a:pt x="2251901" y="36299"/>
                  <a:pt x="2255371" y="36299"/>
                </a:cubicBezTo>
                <a:cubicBezTo>
                  <a:pt x="2265245" y="36299"/>
                  <a:pt x="2272095" y="40747"/>
                  <a:pt x="2275921" y="49644"/>
                </a:cubicBezTo>
                <a:lnTo>
                  <a:pt x="2276187" y="49644"/>
                </a:lnTo>
                <a:lnTo>
                  <a:pt x="2276187" y="36565"/>
                </a:lnTo>
                <a:cubicBezTo>
                  <a:pt x="2276187" y="33185"/>
                  <a:pt x="2276165" y="29782"/>
                  <a:pt x="2276120" y="26357"/>
                </a:cubicBezTo>
                <a:cubicBezTo>
                  <a:pt x="2276077" y="22932"/>
                  <a:pt x="2276033" y="19663"/>
                  <a:pt x="2275988" y="16549"/>
                </a:cubicBezTo>
                <a:cubicBezTo>
                  <a:pt x="2275943" y="13435"/>
                  <a:pt x="2275898" y="10499"/>
                  <a:pt x="2275853" y="7742"/>
                </a:cubicBezTo>
                <a:cubicBezTo>
                  <a:pt x="2275810" y="4983"/>
                  <a:pt x="2275744" y="2537"/>
                  <a:pt x="2275654" y="401"/>
                </a:cubicBezTo>
                <a:cubicBezTo>
                  <a:pt x="2276722" y="579"/>
                  <a:pt x="2277745" y="735"/>
                  <a:pt x="2278723" y="869"/>
                </a:cubicBezTo>
                <a:cubicBezTo>
                  <a:pt x="2279701" y="1003"/>
                  <a:pt x="2280680" y="1069"/>
                  <a:pt x="2281659" y="1069"/>
                </a:cubicBezTo>
                <a:cubicBezTo>
                  <a:pt x="2282638" y="1069"/>
                  <a:pt x="2283594" y="1003"/>
                  <a:pt x="2284528" y="869"/>
                </a:cubicBezTo>
                <a:cubicBezTo>
                  <a:pt x="2285462" y="735"/>
                  <a:pt x="2286507" y="579"/>
                  <a:pt x="2287664" y="401"/>
                </a:cubicBezTo>
                <a:cubicBezTo>
                  <a:pt x="2287398" y="3248"/>
                  <a:pt x="2287176" y="7362"/>
                  <a:pt x="2286998" y="12745"/>
                </a:cubicBezTo>
                <a:cubicBezTo>
                  <a:pt x="2286820" y="18128"/>
                  <a:pt x="2286664" y="24066"/>
                  <a:pt x="2286530" y="30560"/>
                </a:cubicBezTo>
                <a:cubicBezTo>
                  <a:pt x="2286397" y="37055"/>
                  <a:pt x="2286285" y="43728"/>
                  <a:pt x="2286196" y="50579"/>
                </a:cubicBezTo>
                <a:cubicBezTo>
                  <a:pt x="2286107" y="57429"/>
                  <a:pt x="2286063" y="63701"/>
                  <a:pt x="2286063" y="69394"/>
                </a:cubicBezTo>
                <a:cubicBezTo>
                  <a:pt x="2286063" y="75533"/>
                  <a:pt x="2286107" y="81049"/>
                  <a:pt x="2286196" y="85943"/>
                </a:cubicBezTo>
                <a:cubicBezTo>
                  <a:pt x="2286285" y="90835"/>
                  <a:pt x="2286375" y="95861"/>
                  <a:pt x="2286464" y="101021"/>
                </a:cubicBezTo>
                <a:cubicBezTo>
                  <a:pt x="2284685" y="100844"/>
                  <a:pt x="2282950" y="100755"/>
                  <a:pt x="2281260" y="100755"/>
                </a:cubicBezTo>
                <a:cubicBezTo>
                  <a:pt x="2279658" y="100755"/>
                  <a:pt x="2277967" y="100844"/>
                  <a:pt x="2276187" y="101021"/>
                </a:cubicBezTo>
                <a:lnTo>
                  <a:pt x="2276589" y="88344"/>
                </a:lnTo>
                <a:lnTo>
                  <a:pt x="2276322" y="88344"/>
                </a:lnTo>
                <a:close/>
                <a:moveTo>
                  <a:pt x="2330770" y="40569"/>
                </a:moveTo>
                <a:cubicBezTo>
                  <a:pt x="2327478" y="40569"/>
                  <a:pt x="2324697" y="41325"/>
                  <a:pt x="2322428" y="42837"/>
                </a:cubicBezTo>
                <a:cubicBezTo>
                  <a:pt x="2320159" y="44349"/>
                  <a:pt x="2318291" y="46240"/>
                  <a:pt x="2316824" y="48510"/>
                </a:cubicBezTo>
                <a:cubicBezTo>
                  <a:pt x="2315356" y="50778"/>
                  <a:pt x="2314244" y="53269"/>
                  <a:pt x="2313488" y="55983"/>
                </a:cubicBezTo>
                <a:cubicBezTo>
                  <a:pt x="2312732" y="58697"/>
                  <a:pt x="2312265" y="61254"/>
                  <a:pt x="2312087" y="63656"/>
                </a:cubicBezTo>
                <a:cubicBezTo>
                  <a:pt x="2314845" y="63745"/>
                  <a:pt x="2317713" y="63835"/>
                  <a:pt x="2320693" y="63925"/>
                </a:cubicBezTo>
                <a:cubicBezTo>
                  <a:pt x="2323674" y="64013"/>
                  <a:pt x="2326588" y="64057"/>
                  <a:pt x="2329434" y="64057"/>
                </a:cubicBezTo>
                <a:cubicBezTo>
                  <a:pt x="2332371" y="64057"/>
                  <a:pt x="2335351" y="64013"/>
                  <a:pt x="2338376" y="63925"/>
                </a:cubicBezTo>
                <a:cubicBezTo>
                  <a:pt x="2341400" y="63835"/>
                  <a:pt x="2344336" y="63745"/>
                  <a:pt x="2347185" y="63656"/>
                </a:cubicBezTo>
                <a:cubicBezTo>
                  <a:pt x="2347185" y="61254"/>
                  <a:pt x="2346984" y="58719"/>
                  <a:pt x="2346584" y="56050"/>
                </a:cubicBezTo>
                <a:cubicBezTo>
                  <a:pt x="2346183" y="53380"/>
                  <a:pt x="2345382" y="50888"/>
                  <a:pt x="2344181" y="48575"/>
                </a:cubicBezTo>
                <a:cubicBezTo>
                  <a:pt x="2342980" y="46262"/>
                  <a:pt x="2341311" y="44349"/>
                  <a:pt x="2339176" y="42837"/>
                </a:cubicBezTo>
                <a:cubicBezTo>
                  <a:pt x="2337041" y="41325"/>
                  <a:pt x="2334239" y="40569"/>
                  <a:pt x="2330770" y="40569"/>
                </a:cubicBezTo>
                <a:moveTo>
                  <a:pt x="2299943" y="71396"/>
                </a:moveTo>
                <a:cubicBezTo>
                  <a:pt x="2299943" y="60453"/>
                  <a:pt x="2302545" y="51868"/>
                  <a:pt x="2307748" y="45641"/>
                </a:cubicBezTo>
                <a:cubicBezTo>
                  <a:pt x="2312953" y="39413"/>
                  <a:pt x="2320538" y="36299"/>
                  <a:pt x="2330503" y="36299"/>
                </a:cubicBezTo>
                <a:cubicBezTo>
                  <a:pt x="2335218" y="36299"/>
                  <a:pt x="2339288" y="37033"/>
                  <a:pt x="2342713" y="38502"/>
                </a:cubicBezTo>
                <a:cubicBezTo>
                  <a:pt x="2346138" y="39969"/>
                  <a:pt x="2349007" y="41926"/>
                  <a:pt x="2351320" y="44372"/>
                </a:cubicBezTo>
                <a:cubicBezTo>
                  <a:pt x="2353633" y="46819"/>
                  <a:pt x="2355346" y="49688"/>
                  <a:pt x="2356458" y="52980"/>
                </a:cubicBezTo>
                <a:cubicBezTo>
                  <a:pt x="2357570" y="56272"/>
                  <a:pt x="2358125" y="59786"/>
                  <a:pt x="2358125" y="63521"/>
                </a:cubicBezTo>
                <a:cubicBezTo>
                  <a:pt x="2358125" y="64412"/>
                  <a:pt x="2358103" y="65280"/>
                  <a:pt x="2358058" y="66126"/>
                </a:cubicBezTo>
                <a:cubicBezTo>
                  <a:pt x="2358015" y="66970"/>
                  <a:pt x="2357948" y="67837"/>
                  <a:pt x="2357859" y="68726"/>
                </a:cubicBezTo>
                <a:cubicBezTo>
                  <a:pt x="2353054" y="68638"/>
                  <a:pt x="2348295" y="68550"/>
                  <a:pt x="2343580" y="68461"/>
                </a:cubicBezTo>
                <a:cubicBezTo>
                  <a:pt x="2338866" y="68372"/>
                  <a:pt x="2334106" y="68327"/>
                  <a:pt x="2329302" y="68327"/>
                </a:cubicBezTo>
                <a:cubicBezTo>
                  <a:pt x="2326366" y="68327"/>
                  <a:pt x="2323452" y="68372"/>
                  <a:pt x="2320560" y="68461"/>
                </a:cubicBezTo>
                <a:cubicBezTo>
                  <a:pt x="2317669" y="68550"/>
                  <a:pt x="2314755" y="68638"/>
                  <a:pt x="2311819" y="68726"/>
                </a:cubicBezTo>
                <a:cubicBezTo>
                  <a:pt x="2311730" y="69171"/>
                  <a:pt x="2311686" y="69839"/>
                  <a:pt x="2311686" y="70728"/>
                </a:cubicBezTo>
                <a:lnTo>
                  <a:pt x="2311686" y="72463"/>
                </a:lnTo>
                <a:cubicBezTo>
                  <a:pt x="2311686" y="75932"/>
                  <a:pt x="2312197" y="79180"/>
                  <a:pt x="2313220" y="82206"/>
                </a:cubicBezTo>
                <a:cubicBezTo>
                  <a:pt x="2314243" y="85231"/>
                  <a:pt x="2315734" y="87833"/>
                  <a:pt x="2317691" y="90013"/>
                </a:cubicBezTo>
                <a:cubicBezTo>
                  <a:pt x="2319649" y="92192"/>
                  <a:pt x="2322051" y="93927"/>
                  <a:pt x="2324898" y="95218"/>
                </a:cubicBezTo>
                <a:cubicBezTo>
                  <a:pt x="2327744" y="96508"/>
                  <a:pt x="2331036" y="97152"/>
                  <a:pt x="2334773" y="97152"/>
                </a:cubicBezTo>
                <a:cubicBezTo>
                  <a:pt x="2336552" y="97152"/>
                  <a:pt x="2338375" y="96908"/>
                  <a:pt x="2340243" y="96419"/>
                </a:cubicBezTo>
                <a:cubicBezTo>
                  <a:pt x="2342112" y="95929"/>
                  <a:pt x="2343936" y="95261"/>
                  <a:pt x="2345714" y="94416"/>
                </a:cubicBezTo>
                <a:cubicBezTo>
                  <a:pt x="2347494" y="93570"/>
                  <a:pt x="2349162" y="92569"/>
                  <a:pt x="2350720" y="91414"/>
                </a:cubicBezTo>
                <a:cubicBezTo>
                  <a:pt x="2352277" y="90258"/>
                  <a:pt x="2353633" y="89011"/>
                  <a:pt x="2354790" y="87676"/>
                </a:cubicBezTo>
                <a:lnTo>
                  <a:pt x="2355458" y="88077"/>
                </a:lnTo>
                <a:lnTo>
                  <a:pt x="2354658" y="94615"/>
                </a:lnTo>
                <a:cubicBezTo>
                  <a:pt x="2351987" y="96751"/>
                  <a:pt x="2348673" y="98574"/>
                  <a:pt x="2344715" y="100087"/>
                </a:cubicBezTo>
                <a:cubicBezTo>
                  <a:pt x="2340756" y="101599"/>
                  <a:pt x="2336641" y="102355"/>
                  <a:pt x="2332371" y="102355"/>
                </a:cubicBezTo>
                <a:cubicBezTo>
                  <a:pt x="2327566" y="102355"/>
                  <a:pt x="2323184" y="101621"/>
                  <a:pt x="2319225" y="100154"/>
                </a:cubicBezTo>
                <a:cubicBezTo>
                  <a:pt x="2315266" y="98686"/>
                  <a:pt x="2311841" y="96552"/>
                  <a:pt x="2308950" y="93750"/>
                </a:cubicBezTo>
                <a:cubicBezTo>
                  <a:pt x="2306059" y="90947"/>
                  <a:pt x="2303836" y="87632"/>
                  <a:pt x="2302279" y="83807"/>
                </a:cubicBezTo>
                <a:cubicBezTo>
                  <a:pt x="2300722" y="79981"/>
                  <a:pt x="2299943" y="75844"/>
                  <a:pt x="2299943" y="71396"/>
                </a:cubicBezTo>
                <a:close/>
                <a:moveTo>
                  <a:pt x="2402697" y="48575"/>
                </a:moveTo>
                <a:cubicBezTo>
                  <a:pt x="2402253" y="48042"/>
                  <a:pt x="2401386" y="47553"/>
                  <a:pt x="2400095" y="47109"/>
                </a:cubicBezTo>
                <a:cubicBezTo>
                  <a:pt x="2398805" y="46664"/>
                  <a:pt x="2397493" y="46441"/>
                  <a:pt x="2396159" y="46441"/>
                </a:cubicBezTo>
                <a:cubicBezTo>
                  <a:pt x="2394023" y="46441"/>
                  <a:pt x="2392111" y="46931"/>
                  <a:pt x="2390421" y="47909"/>
                </a:cubicBezTo>
                <a:cubicBezTo>
                  <a:pt x="2388730" y="48888"/>
                  <a:pt x="2387307" y="50200"/>
                  <a:pt x="2386150" y="51845"/>
                </a:cubicBezTo>
                <a:cubicBezTo>
                  <a:pt x="2384994" y="53491"/>
                  <a:pt x="2384104" y="55448"/>
                  <a:pt x="2383481" y="57718"/>
                </a:cubicBezTo>
                <a:cubicBezTo>
                  <a:pt x="2382859" y="59986"/>
                  <a:pt x="2382548" y="62410"/>
                  <a:pt x="2382548" y="64990"/>
                </a:cubicBezTo>
                <a:lnTo>
                  <a:pt x="2382548" y="79669"/>
                </a:lnTo>
                <a:cubicBezTo>
                  <a:pt x="2382548" y="85630"/>
                  <a:pt x="2382570" y="90190"/>
                  <a:pt x="2382613" y="93349"/>
                </a:cubicBezTo>
                <a:cubicBezTo>
                  <a:pt x="2382658" y="96506"/>
                  <a:pt x="2382814" y="99064"/>
                  <a:pt x="2383082" y="101021"/>
                </a:cubicBezTo>
                <a:cubicBezTo>
                  <a:pt x="2381302" y="100844"/>
                  <a:pt x="2379522" y="100755"/>
                  <a:pt x="2377743" y="100755"/>
                </a:cubicBezTo>
                <a:cubicBezTo>
                  <a:pt x="2375785" y="100755"/>
                  <a:pt x="2373917" y="100844"/>
                  <a:pt x="2372139" y="101021"/>
                </a:cubicBezTo>
                <a:cubicBezTo>
                  <a:pt x="2372405" y="97997"/>
                  <a:pt x="2372560" y="93882"/>
                  <a:pt x="2372605" y="88677"/>
                </a:cubicBezTo>
                <a:cubicBezTo>
                  <a:pt x="2372650" y="83473"/>
                  <a:pt x="2372672" y="77090"/>
                  <a:pt x="2372672" y="69528"/>
                </a:cubicBezTo>
                <a:lnTo>
                  <a:pt x="2372672" y="65256"/>
                </a:lnTo>
                <a:cubicBezTo>
                  <a:pt x="2372672" y="61788"/>
                  <a:pt x="2372650" y="57785"/>
                  <a:pt x="2372605" y="53248"/>
                </a:cubicBezTo>
                <a:cubicBezTo>
                  <a:pt x="2372560" y="48710"/>
                  <a:pt x="2372405" y="43505"/>
                  <a:pt x="2372139" y="37632"/>
                </a:cubicBezTo>
                <a:cubicBezTo>
                  <a:pt x="2373118" y="37811"/>
                  <a:pt x="2374052" y="37968"/>
                  <a:pt x="2374941" y="38101"/>
                </a:cubicBezTo>
                <a:cubicBezTo>
                  <a:pt x="2375830" y="38234"/>
                  <a:pt x="2376764" y="38300"/>
                  <a:pt x="2377743" y="38300"/>
                </a:cubicBezTo>
                <a:cubicBezTo>
                  <a:pt x="2378544" y="38300"/>
                  <a:pt x="2379389" y="38234"/>
                  <a:pt x="2380278" y="38101"/>
                </a:cubicBezTo>
                <a:cubicBezTo>
                  <a:pt x="2381168" y="37968"/>
                  <a:pt x="2382103" y="37811"/>
                  <a:pt x="2383082" y="37632"/>
                </a:cubicBezTo>
                <a:cubicBezTo>
                  <a:pt x="2382726" y="40836"/>
                  <a:pt x="2382526" y="43372"/>
                  <a:pt x="2382481" y="45240"/>
                </a:cubicBezTo>
                <a:cubicBezTo>
                  <a:pt x="2382436" y="47108"/>
                  <a:pt x="2382414" y="48887"/>
                  <a:pt x="2382414" y="50577"/>
                </a:cubicBezTo>
                <a:lnTo>
                  <a:pt x="2382681" y="50711"/>
                </a:lnTo>
                <a:cubicBezTo>
                  <a:pt x="2387930" y="41103"/>
                  <a:pt x="2393802" y="36299"/>
                  <a:pt x="2400296" y="36299"/>
                </a:cubicBezTo>
                <a:cubicBezTo>
                  <a:pt x="2401097" y="36299"/>
                  <a:pt x="2401787" y="36343"/>
                  <a:pt x="2402365" y="36433"/>
                </a:cubicBezTo>
                <a:cubicBezTo>
                  <a:pt x="2402944" y="36521"/>
                  <a:pt x="2403677" y="36743"/>
                  <a:pt x="2404566" y="37099"/>
                </a:cubicBezTo>
                <a:cubicBezTo>
                  <a:pt x="2404121" y="38167"/>
                  <a:pt x="2403854" y="39791"/>
                  <a:pt x="2403764" y="41972"/>
                </a:cubicBezTo>
                <a:cubicBezTo>
                  <a:pt x="2403676" y="44150"/>
                  <a:pt x="2403632" y="46130"/>
                  <a:pt x="2403632" y="47909"/>
                </a:cubicBezTo>
                <a:lnTo>
                  <a:pt x="2402697" y="485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tovisitandensureeveryonefollowsmy">
            <a:extLst xmlns:a="http://schemas.openxmlformats.org/drawingml/2006/main">
              <a:ext uri="{FF2B5EF4-FFF2-40B4-BE49-F238E27FC236}">
                <a16:creationId xmlns:a16="http://schemas.microsoft.com/office/drawing/2014/main" id="{CE02B0AC-F503-4146-A123-CC11648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638" y="2006343"/>
            <a:ext cx="2403498" cy="136119"/>
          </a:xfrm>
          <a:custGeom xmlns:a="http://schemas.openxmlformats.org/drawingml/2006/main">
            <a:pathLst>
              <a:path w="2403498" h="136119">
                <a:moveTo>
                  <a:pt x="20019" y="19752"/>
                </a:moveTo>
                <a:cubicBezTo>
                  <a:pt x="19751" y="23132"/>
                  <a:pt x="19550" y="26446"/>
                  <a:pt x="19416" y="29693"/>
                </a:cubicBezTo>
                <a:cubicBezTo>
                  <a:pt x="19283" y="32940"/>
                  <a:pt x="19127" y="36210"/>
                  <a:pt x="18950" y="39502"/>
                </a:cubicBezTo>
                <a:cubicBezTo>
                  <a:pt x="19928" y="39502"/>
                  <a:pt x="21752" y="39479"/>
                  <a:pt x="24421" y="39434"/>
                </a:cubicBezTo>
                <a:cubicBezTo>
                  <a:pt x="27090" y="39390"/>
                  <a:pt x="29981" y="39278"/>
                  <a:pt x="33095" y="39100"/>
                </a:cubicBezTo>
                <a:cubicBezTo>
                  <a:pt x="33007" y="39368"/>
                  <a:pt x="32963" y="39857"/>
                  <a:pt x="32963" y="40569"/>
                </a:cubicBezTo>
                <a:lnTo>
                  <a:pt x="32963" y="41904"/>
                </a:lnTo>
                <a:lnTo>
                  <a:pt x="32963" y="43373"/>
                </a:lnTo>
                <a:cubicBezTo>
                  <a:pt x="32963" y="43994"/>
                  <a:pt x="33007" y="44439"/>
                  <a:pt x="33095" y="44706"/>
                </a:cubicBezTo>
                <a:cubicBezTo>
                  <a:pt x="31939" y="44617"/>
                  <a:pt x="30737" y="44550"/>
                  <a:pt x="29491" y="44507"/>
                </a:cubicBezTo>
                <a:cubicBezTo>
                  <a:pt x="28246" y="44462"/>
                  <a:pt x="26912" y="44440"/>
                  <a:pt x="25488" y="44440"/>
                </a:cubicBezTo>
                <a:lnTo>
                  <a:pt x="18950" y="44440"/>
                </a:lnTo>
                <a:cubicBezTo>
                  <a:pt x="18861" y="44795"/>
                  <a:pt x="18750" y="46219"/>
                  <a:pt x="18616" y="48710"/>
                </a:cubicBezTo>
                <a:cubicBezTo>
                  <a:pt x="18483" y="51201"/>
                  <a:pt x="18371" y="54159"/>
                  <a:pt x="18282" y="57584"/>
                </a:cubicBezTo>
                <a:cubicBezTo>
                  <a:pt x="18193" y="61009"/>
                  <a:pt x="18127" y="64590"/>
                  <a:pt x="18082" y="68327"/>
                </a:cubicBezTo>
                <a:cubicBezTo>
                  <a:pt x="18037" y="72063"/>
                  <a:pt x="18015" y="75399"/>
                  <a:pt x="18015" y="78335"/>
                </a:cubicBezTo>
                <a:cubicBezTo>
                  <a:pt x="18015" y="80826"/>
                  <a:pt x="18081" y="83273"/>
                  <a:pt x="18214" y="85676"/>
                </a:cubicBezTo>
                <a:cubicBezTo>
                  <a:pt x="18349" y="88077"/>
                  <a:pt x="18772" y="90235"/>
                  <a:pt x="19483" y="92147"/>
                </a:cubicBezTo>
                <a:cubicBezTo>
                  <a:pt x="20196" y="94060"/>
                  <a:pt x="21263" y="95595"/>
                  <a:pt x="22686" y="96751"/>
                </a:cubicBezTo>
                <a:cubicBezTo>
                  <a:pt x="24110" y="97908"/>
                  <a:pt x="26157" y="98486"/>
                  <a:pt x="28825" y="98486"/>
                </a:cubicBezTo>
                <a:cubicBezTo>
                  <a:pt x="29537" y="98486"/>
                  <a:pt x="30493" y="98397"/>
                  <a:pt x="31695" y="98219"/>
                </a:cubicBezTo>
                <a:cubicBezTo>
                  <a:pt x="32896" y="98042"/>
                  <a:pt x="33941" y="97819"/>
                  <a:pt x="34830" y="97552"/>
                </a:cubicBezTo>
                <a:lnTo>
                  <a:pt x="34830" y="100755"/>
                </a:lnTo>
                <a:cubicBezTo>
                  <a:pt x="33318" y="101022"/>
                  <a:pt x="31650" y="101355"/>
                  <a:pt x="29825" y="101754"/>
                </a:cubicBezTo>
                <a:cubicBezTo>
                  <a:pt x="28002" y="102155"/>
                  <a:pt x="26245" y="102355"/>
                  <a:pt x="24555" y="102355"/>
                </a:cubicBezTo>
                <a:cubicBezTo>
                  <a:pt x="18950" y="102355"/>
                  <a:pt x="14813" y="100977"/>
                  <a:pt x="12144" y="98219"/>
                </a:cubicBezTo>
                <a:cubicBezTo>
                  <a:pt x="9475" y="95461"/>
                  <a:pt x="8141" y="91413"/>
                  <a:pt x="8141" y="86075"/>
                </a:cubicBezTo>
                <a:cubicBezTo>
                  <a:pt x="8141" y="83674"/>
                  <a:pt x="8185" y="81072"/>
                  <a:pt x="8273" y="78270"/>
                </a:cubicBezTo>
                <a:cubicBezTo>
                  <a:pt x="8363" y="75467"/>
                  <a:pt x="8474" y="72398"/>
                  <a:pt x="8607" y="69062"/>
                </a:cubicBezTo>
                <a:cubicBezTo>
                  <a:pt x="8740" y="65725"/>
                  <a:pt x="8852" y="62033"/>
                  <a:pt x="8941" y="57985"/>
                </a:cubicBezTo>
                <a:cubicBezTo>
                  <a:pt x="9031" y="53937"/>
                  <a:pt x="9076" y="49422"/>
                  <a:pt x="9076" y="44440"/>
                </a:cubicBezTo>
                <a:lnTo>
                  <a:pt x="4804" y="44440"/>
                </a:lnTo>
                <a:cubicBezTo>
                  <a:pt x="4092" y="44440"/>
                  <a:pt x="3336" y="44462"/>
                  <a:pt x="2535" y="44507"/>
                </a:cubicBezTo>
                <a:cubicBezTo>
                  <a:pt x="1734" y="44550"/>
                  <a:pt x="889" y="44617"/>
                  <a:pt x="0" y="44706"/>
                </a:cubicBezTo>
                <a:cubicBezTo>
                  <a:pt x="90" y="44173"/>
                  <a:pt x="156" y="43662"/>
                  <a:pt x="200" y="43173"/>
                </a:cubicBezTo>
                <a:cubicBezTo>
                  <a:pt x="244" y="42683"/>
                  <a:pt x="267" y="42171"/>
                  <a:pt x="267" y="41638"/>
                </a:cubicBezTo>
                <a:cubicBezTo>
                  <a:pt x="267" y="41192"/>
                  <a:pt x="244" y="40748"/>
                  <a:pt x="200" y="40304"/>
                </a:cubicBezTo>
                <a:cubicBezTo>
                  <a:pt x="156" y="39859"/>
                  <a:pt x="90" y="39413"/>
                  <a:pt x="0" y="38968"/>
                </a:cubicBezTo>
                <a:cubicBezTo>
                  <a:pt x="4003" y="39234"/>
                  <a:pt x="6939" y="39367"/>
                  <a:pt x="8807" y="39367"/>
                </a:cubicBezTo>
                <a:cubicBezTo>
                  <a:pt x="8719" y="37589"/>
                  <a:pt x="8652" y="35365"/>
                  <a:pt x="8607" y="32696"/>
                </a:cubicBezTo>
                <a:cubicBezTo>
                  <a:pt x="8563" y="30028"/>
                  <a:pt x="8451" y="27269"/>
                  <a:pt x="8273" y="24421"/>
                </a:cubicBezTo>
                <a:lnTo>
                  <a:pt x="19351" y="19752"/>
                </a:lnTo>
                <a:lnTo>
                  <a:pt x="20019" y="19752"/>
                </a:lnTo>
                <a:close/>
                <a:moveTo>
                  <a:pt x="51245" y="69528"/>
                </a:moveTo>
                <a:cubicBezTo>
                  <a:pt x="51245" y="73264"/>
                  <a:pt x="51578" y="76867"/>
                  <a:pt x="52245" y="80337"/>
                </a:cubicBezTo>
                <a:cubicBezTo>
                  <a:pt x="52913" y="83807"/>
                  <a:pt x="54047" y="86898"/>
                  <a:pt x="55647" y="89612"/>
                </a:cubicBezTo>
                <a:cubicBezTo>
                  <a:pt x="57249" y="92326"/>
                  <a:pt x="59385" y="94484"/>
                  <a:pt x="62053" y="96085"/>
                </a:cubicBezTo>
                <a:cubicBezTo>
                  <a:pt x="64722" y="97686"/>
                  <a:pt x="68014" y="98486"/>
                  <a:pt x="71929" y="98486"/>
                </a:cubicBezTo>
                <a:cubicBezTo>
                  <a:pt x="75844" y="98486"/>
                  <a:pt x="79136" y="97686"/>
                  <a:pt x="81805" y="96085"/>
                </a:cubicBezTo>
                <a:cubicBezTo>
                  <a:pt x="84474" y="94484"/>
                  <a:pt x="86609" y="92326"/>
                  <a:pt x="88209" y="89612"/>
                </a:cubicBezTo>
                <a:cubicBezTo>
                  <a:pt x="89811" y="86898"/>
                  <a:pt x="90945" y="83807"/>
                  <a:pt x="91612" y="80337"/>
                </a:cubicBezTo>
                <a:cubicBezTo>
                  <a:pt x="92280" y="76867"/>
                  <a:pt x="92614" y="73264"/>
                  <a:pt x="92614" y="69528"/>
                </a:cubicBezTo>
                <a:cubicBezTo>
                  <a:pt x="92614" y="65791"/>
                  <a:pt x="92280" y="62188"/>
                  <a:pt x="91612" y="58718"/>
                </a:cubicBezTo>
                <a:cubicBezTo>
                  <a:pt x="90945" y="55248"/>
                  <a:pt x="89811" y="52157"/>
                  <a:pt x="88209" y="49445"/>
                </a:cubicBezTo>
                <a:cubicBezTo>
                  <a:pt x="86609" y="46731"/>
                  <a:pt x="84474" y="44573"/>
                  <a:pt x="81805" y="42971"/>
                </a:cubicBezTo>
                <a:cubicBezTo>
                  <a:pt x="79136" y="41370"/>
                  <a:pt x="75844" y="40569"/>
                  <a:pt x="71929" y="40569"/>
                </a:cubicBezTo>
                <a:cubicBezTo>
                  <a:pt x="68014" y="40569"/>
                  <a:pt x="64722" y="41370"/>
                  <a:pt x="62053" y="42971"/>
                </a:cubicBezTo>
                <a:cubicBezTo>
                  <a:pt x="59385" y="44573"/>
                  <a:pt x="57249" y="46731"/>
                  <a:pt x="55647" y="49445"/>
                </a:cubicBezTo>
                <a:cubicBezTo>
                  <a:pt x="54047" y="52157"/>
                  <a:pt x="52913" y="55248"/>
                  <a:pt x="52245" y="58718"/>
                </a:cubicBezTo>
                <a:cubicBezTo>
                  <a:pt x="51578" y="62188"/>
                  <a:pt x="51245" y="65791"/>
                  <a:pt x="51245" y="69528"/>
                </a:cubicBezTo>
                <a:moveTo>
                  <a:pt x="39502" y="69528"/>
                </a:moveTo>
                <a:cubicBezTo>
                  <a:pt x="39502" y="63478"/>
                  <a:pt x="40458" y="58340"/>
                  <a:pt x="42371" y="54114"/>
                </a:cubicBezTo>
                <a:cubicBezTo>
                  <a:pt x="44284" y="49888"/>
                  <a:pt x="46796" y="46463"/>
                  <a:pt x="49909" y="43839"/>
                </a:cubicBezTo>
                <a:cubicBezTo>
                  <a:pt x="53023" y="41215"/>
                  <a:pt x="56515" y="39302"/>
                  <a:pt x="60386" y="38101"/>
                </a:cubicBezTo>
                <a:cubicBezTo>
                  <a:pt x="64256" y="36899"/>
                  <a:pt x="68104" y="36299"/>
                  <a:pt x="71929" y="36299"/>
                </a:cubicBezTo>
                <a:cubicBezTo>
                  <a:pt x="75844" y="36299"/>
                  <a:pt x="79715" y="36899"/>
                  <a:pt x="83540" y="38101"/>
                </a:cubicBezTo>
                <a:cubicBezTo>
                  <a:pt x="87366" y="39302"/>
                  <a:pt x="90835" y="41215"/>
                  <a:pt x="93947" y="43839"/>
                </a:cubicBezTo>
                <a:cubicBezTo>
                  <a:pt x="97062" y="46463"/>
                  <a:pt x="99575" y="49888"/>
                  <a:pt x="101488" y="54114"/>
                </a:cubicBezTo>
                <a:cubicBezTo>
                  <a:pt x="103401" y="58340"/>
                  <a:pt x="104357" y="63478"/>
                  <a:pt x="104357" y="69528"/>
                </a:cubicBezTo>
                <a:cubicBezTo>
                  <a:pt x="104357" y="75577"/>
                  <a:pt x="103401" y="80715"/>
                  <a:pt x="101488" y="84941"/>
                </a:cubicBezTo>
                <a:cubicBezTo>
                  <a:pt x="99575" y="89167"/>
                  <a:pt x="97062" y="92593"/>
                  <a:pt x="93947" y="95218"/>
                </a:cubicBezTo>
                <a:cubicBezTo>
                  <a:pt x="90835" y="97842"/>
                  <a:pt x="87366" y="99688"/>
                  <a:pt x="83540" y="100755"/>
                </a:cubicBezTo>
                <a:cubicBezTo>
                  <a:pt x="79715" y="101822"/>
                  <a:pt x="75844" y="102355"/>
                  <a:pt x="71929" y="102355"/>
                </a:cubicBezTo>
                <a:cubicBezTo>
                  <a:pt x="68104" y="102355"/>
                  <a:pt x="64256" y="101822"/>
                  <a:pt x="60386" y="100755"/>
                </a:cubicBezTo>
                <a:cubicBezTo>
                  <a:pt x="56515" y="99688"/>
                  <a:pt x="53023" y="97842"/>
                  <a:pt x="49909" y="95218"/>
                </a:cubicBezTo>
                <a:cubicBezTo>
                  <a:pt x="46796" y="92593"/>
                  <a:pt x="44284" y="89167"/>
                  <a:pt x="42371" y="84941"/>
                </a:cubicBezTo>
                <a:cubicBezTo>
                  <a:pt x="40458" y="80715"/>
                  <a:pt x="39502" y="75577"/>
                  <a:pt x="39502" y="69528"/>
                </a:cubicBezTo>
                <a:close/>
                <a:moveTo>
                  <a:pt x="197986" y="101021"/>
                </a:moveTo>
                <a:cubicBezTo>
                  <a:pt x="193894" y="90524"/>
                  <a:pt x="189780" y="80026"/>
                  <a:pt x="185642" y="69528"/>
                </a:cubicBezTo>
                <a:cubicBezTo>
                  <a:pt x="181506" y="59029"/>
                  <a:pt x="176990" y="48397"/>
                  <a:pt x="172097" y="37632"/>
                </a:cubicBezTo>
                <a:cubicBezTo>
                  <a:pt x="173253" y="37811"/>
                  <a:pt x="174365" y="37968"/>
                  <a:pt x="175432" y="38101"/>
                </a:cubicBezTo>
                <a:cubicBezTo>
                  <a:pt x="176500" y="38234"/>
                  <a:pt x="177613" y="38300"/>
                  <a:pt x="178770" y="38300"/>
                </a:cubicBezTo>
                <a:cubicBezTo>
                  <a:pt x="179748" y="38300"/>
                  <a:pt x="180727" y="38234"/>
                  <a:pt x="181706" y="38101"/>
                </a:cubicBezTo>
                <a:cubicBezTo>
                  <a:pt x="182685" y="37968"/>
                  <a:pt x="183663" y="37811"/>
                  <a:pt x="184642" y="37632"/>
                </a:cubicBezTo>
                <a:cubicBezTo>
                  <a:pt x="187399" y="46441"/>
                  <a:pt x="190401" y="55094"/>
                  <a:pt x="193649" y="63591"/>
                </a:cubicBezTo>
                <a:cubicBezTo>
                  <a:pt x="196896" y="72086"/>
                  <a:pt x="200522" y="80782"/>
                  <a:pt x="204526" y="89679"/>
                </a:cubicBezTo>
                <a:cubicBezTo>
                  <a:pt x="206305" y="86032"/>
                  <a:pt x="208061" y="82095"/>
                  <a:pt x="209796" y="77869"/>
                </a:cubicBezTo>
                <a:cubicBezTo>
                  <a:pt x="211531" y="73643"/>
                  <a:pt x="213266" y="69262"/>
                  <a:pt x="215001" y="64725"/>
                </a:cubicBezTo>
                <a:cubicBezTo>
                  <a:pt x="216736" y="60187"/>
                  <a:pt x="218426" y="55627"/>
                  <a:pt x="220071" y="51045"/>
                </a:cubicBezTo>
                <a:cubicBezTo>
                  <a:pt x="221718" y="46464"/>
                  <a:pt x="223342" y="41993"/>
                  <a:pt x="224944" y="37632"/>
                </a:cubicBezTo>
                <a:cubicBezTo>
                  <a:pt x="226544" y="38078"/>
                  <a:pt x="227923" y="38300"/>
                  <a:pt x="229080" y="38300"/>
                </a:cubicBezTo>
                <a:cubicBezTo>
                  <a:pt x="230236" y="38300"/>
                  <a:pt x="231615" y="38078"/>
                  <a:pt x="233217" y="37632"/>
                </a:cubicBezTo>
                <a:cubicBezTo>
                  <a:pt x="228413" y="48397"/>
                  <a:pt x="223698" y="59029"/>
                  <a:pt x="219071" y="69528"/>
                </a:cubicBezTo>
                <a:cubicBezTo>
                  <a:pt x="214445" y="80026"/>
                  <a:pt x="210219" y="90524"/>
                  <a:pt x="206394" y="101021"/>
                </a:cubicBezTo>
                <a:cubicBezTo>
                  <a:pt x="205059" y="100844"/>
                  <a:pt x="203680" y="100755"/>
                  <a:pt x="202256" y="100755"/>
                </a:cubicBezTo>
                <a:cubicBezTo>
                  <a:pt x="200833" y="100755"/>
                  <a:pt x="199410" y="100844"/>
                  <a:pt x="197986" y="101021"/>
                </a:cubicBezTo>
                <a:close/>
                <a:moveTo>
                  <a:pt x="247762" y="14413"/>
                </a:moveTo>
                <a:cubicBezTo>
                  <a:pt x="247762" y="12545"/>
                  <a:pt x="248429" y="10944"/>
                  <a:pt x="249764" y="9609"/>
                </a:cubicBezTo>
                <a:cubicBezTo>
                  <a:pt x="251098" y="8275"/>
                  <a:pt x="252700" y="7608"/>
                  <a:pt x="254569" y="7608"/>
                </a:cubicBezTo>
                <a:cubicBezTo>
                  <a:pt x="256437" y="7608"/>
                  <a:pt x="258038" y="8275"/>
                  <a:pt x="259373" y="9609"/>
                </a:cubicBezTo>
                <a:cubicBezTo>
                  <a:pt x="260707" y="10944"/>
                  <a:pt x="261374" y="12545"/>
                  <a:pt x="261374" y="14413"/>
                </a:cubicBezTo>
                <a:cubicBezTo>
                  <a:pt x="261374" y="16281"/>
                  <a:pt x="260707" y="17883"/>
                  <a:pt x="259373" y="19218"/>
                </a:cubicBezTo>
                <a:cubicBezTo>
                  <a:pt x="258038" y="20553"/>
                  <a:pt x="256437" y="21220"/>
                  <a:pt x="254569" y="21220"/>
                </a:cubicBezTo>
                <a:cubicBezTo>
                  <a:pt x="252700" y="21220"/>
                  <a:pt x="251098" y="20553"/>
                  <a:pt x="249764" y="19218"/>
                </a:cubicBezTo>
                <a:cubicBezTo>
                  <a:pt x="248429" y="17883"/>
                  <a:pt x="247762" y="16281"/>
                  <a:pt x="247762" y="14413"/>
                </a:cubicBezTo>
                <a:moveTo>
                  <a:pt x="249631" y="62589"/>
                </a:moveTo>
                <a:cubicBezTo>
                  <a:pt x="249631" y="58586"/>
                  <a:pt x="249564" y="54382"/>
                  <a:pt x="249430" y="49978"/>
                </a:cubicBezTo>
                <a:cubicBezTo>
                  <a:pt x="249297" y="45574"/>
                  <a:pt x="249007" y="41459"/>
                  <a:pt x="248562" y="37632"/>
                </a:cubicBezTo>
                <a:cubicBezTo>
                  <a:pt x="251053" y="38078"/>
                  <a:pt x="253056" y="38300"/>
                  <a:pt x="254569" y="38300"/>
                </a:cubicBezTo>
                <a:cubicBezTo>
                  <a:pt x="256081" y="38300"/>
                  <a:pt x="258083" y="38078"/>
                  <a:pt x="260574" y="37632"/>
                </a:cubicBezTo>
                <a:cubicBezTo>
                  <a:pt x="260129" y="41459"/>
                  <a:pt x="259839" y="45574"/>
                  <a:pt x="259705" y="49978"/>
                </a:cubicBezTo>
                <a:cubicBezTo>
                  <a:pt x="259572" y="54382"/>
                  <a:pt x="259505" y="58586"/>
                  <a:pt x="259505" y="62589"/>
                </a:cubicBezTo>
                <a:lnTo>
                  <a:pt x="259505" y="76466"/>
                </a:lnTo>
                <a:cubicBezTo>
                  <a:pt x="259505" y="80471"/>
                  <a:pt x="259572" y="84675"/>
                  <a:pt x="259705" y="89079"/>
                </a:cubicBezTo>
                <a:cubicBezTo>
                  <a:pt x="259839" y="93482"/>
                  <a:pt x="260129" y="97463"/>
                  <a:pt x="260574" y="101021"/>
                </a:cubicBezTo>
                <a:cubicBezTo>
                  <a:pt x="258527" y="100844"/>
                  <a:pt x="256525" y="100755"/>
                  <a:pt x="254569" y="100755"/>
                </a:cubicBezTo>
                <a:cubicBezTo>
                  <a:pt x="252612" y="100755"/>
                  <a:pt x="250609" y="100844"/>
                  <a:pt x="248562" y="101021"/>
                </a:cubicBezTo>
                <a:cubicBezTo>
                  <a:pt x="249007" y="97463"/>
                  <a:pt x="249297" y="93482"/>
                  <a:pt x="249430" y="89079"/>
                </a:cubicBezTo>
                <a:cubicBezTo>
                  <a:pt x="249564" y="84675"/>
                  <a:pt x="249631" y="80471"/>
                  <a:pt x="249631" y="76466"/>
                </a:cubicBezTo>
                <a:lnTo>
                  <a:pt x="249631" y="62589"/>
                </a:lnTo>
                <a:close/>
                <a:moveTo>
                  <a:pt x="282593" y="88610"/>
                </a:moveTo>
                <a:cubicBezTo>
                  <a:pt x="283038" y="89501"/>
                  <a:pt x="283728" y="90480"/>
                  <a:pt x="284662" y="91547"/>
                </a:cubicBezTo>
                <a:cubicBezTo>
                  <a:pt x="285596" y="92614"/>
                  <a:pt x="286707" y="93615"/>
                  <a:pt x="287997" y="94550"/>
                </a:cubicBezTo>
                <a:cubicBezTo>
                  <a:pt x="289288" y="95484"/>
                  <a:pt x="290756" y="96263"/>
                  <a:pt x="292401" y="96886"/>
                </a:cubicBezTo>
                <a:cubicBezTo>
                  <a:pt x="294047" y="97507"/>
                  <a:pt x="295804" y="97818"/>
                  <a:pt x="297673" y="97818"/>
                </a:cubicBezTo>
                <a:cubicBezTo>
                  <a:pt x="299363" y="97818"/>
                  <a:pt x="300987" y="97552"/>
                  <a:pt x="302544" y="97018"/>
                </a:cubicBezTo>
                <a:cubicBezTo>
                  <a:pt x="304101" y="96485"/>
                  <a:pt x="305480" y="95728"/>
                  <a:pt x="306680" y="94750"/>
                </a:cubicBezTo>
                <a:cubicBezTo>
                  <a:pt x="307881" y="93771"/>
                  <a:pt x="308838" y="92525"/>
                  <a:pt x="309549" y="91013"/>
                </a:cubicBezTo>
                <a:cubicBezTo>
                  <a:pt x="310262" y="89501"/>
                  <a:pt x="310618" y="87766"/>
                  <a:pt x="310618" y="85808"/>
                </a:cubicBezTo>
                <a:cubicBezTo>
                  <a:pt x="310618" y="83050"/>
                  <a:pt x="309839" y="80937"/>
                  <a:pt x="308282" y="79469"/>
                </a:cubicBezTo>
                <a:cubicBezTo>
                  <a:pt x="306725" y="78002"/>
                  <a:pt x="304790" y="76801"/>
                  <a:pt x="302477" y="75867"/>
                </a:cubicBezTo>
                <a:cubicBezTo>
                  <a:pt x="300164" y="74932"/>
                  <a:pt x="297628" y="74109"/>
                  <a:pt x="294869" y="73397"/>
                </a:cubicBezTo>
                <a:cubicBezTo>
                  <a:pt x="292112" y="72686"/>
                  <a:pt x="289577" y="71686"/>
                  <a:pt x="287264" y="70396"/>
                </a:cubicBezTo>
                <a:cubicBezTo>
                  <a:pt x="284951" y="69105"/>
                  <a:pt x="283016" y="67392"/>
                  <a:pt x="281459" y="65258"/>
                </a:cubicBezTo>
                <a:cubicBezTo>
                  <a:pt x="279902" y="63123"/>
                  <a:pt x="279123" y="60187"/>
                  <a:pt x="279123" y="56449"/>
                </a:cubicBezTo>
                <a:cubicBezTo>
                  <a:pt x="279123" y="53513"/>
                  <a:pt x="279612" y="50822"/>
                  <a:pt x="280591" y="48376"/>
                </a:cubicBezTo>
                <a:cubicBezTo>
                  <a:pt x="281570" y="45929"/>
                  <a:pt x="282993" y="43816"/>
                  <a:pt x="284861" y="42037"/>
                </a:cubicBezTo>
                <a:cubicBezTo>
                  <a:pt x="286729" y="40257"/>
                  <a:pt x="289042" y="38856"/>
                  <a:pt x="291801" y="37834"/>
                </a:cubicBezTo>
                <a:cubicBezTo>
                  <a:pt x="294559" y="36810"/>
                  <a:pt x="297718" y="36299"/>
                  <a:pt x="301276" y="36299"/>
                </a:cubicBezTo>
                <a:cubicBezTo>
                  <a:pt x="304568" y="36299"/>
                  <a:pt x="307348" y="36744"/>
                  <a:pt x="309616" y="37634"/>
                </a:cubicBezTo>
                <a:cubicBezTo>
                  <a:pt x="311885" y="38524"/>
                  <a:pt x="314042" y="39324"/>
                  <a:pt x="316089" y="40035"/>
                </a:cubicBezTo>
                <a:cubicBezTo>
                  <a:pt x="315377" y="41370"/>
                  <a:pt x="314709" y="43016"/>
                  <a:pt x="314086" y="44973"/>
                </a:cubicBezTo>
                <a:cubicBezTo>
                  <a:pt x="313464" y="46931"/>
                  <a:pt x="313064" y="48443"/>
                  <a:pt x="312886" y="49510"/>
                </a:cubicBezTo>
                <a:lnTo>
                  <a:pt x="311284" y="49510"/>
                </a:lnTo>
                <a:cubicBezTo>
                  <a:pt x="310572" y="47374"/>
                  <a:pt x="309193" y="45462"/>
                  <a:pt x="307146" y="43772"/>
                </a:cubicBezTo>
                <a:cubicBezTo>
                  <a:pt x="305100" y="42082"/>
                  <a:pt x="302565" y="41236"/>
                  <a:pt x="299541" y="41236"/>
                </a:cubicBezTo>
                <a:cubicBezTo>
                  <a:pt x="298206" y="41236"/>
                  <a:pt x="296872" y="41459"/>
                  <a:pt x="295537" y="41904"/>
                </a:cubicBezTo>
                <a:cubicBezTo>
                  <a:pt x="294203" y="42348"/>
                  <a:pt x="293002" y="43016"/>
                  <a:pt x="291933" y="43906"/>
                </a:cubicBezTo>
                <a:cubicBezTo>
                  <a:pt x="290866" y="44795"/>
                  <a:pt x="289977" y="45952"/>
                  <a:pt x="289266" y="47376"/>
                </a:cubicBezTo>
                <a:cubicBezTo>
                  <a:pt x="288554" y="48799"/>
                  <a:pt x="288199" y="50489"/>
                  <a:pt x="288199" y="52446"/>
                </a:cubicBezTo>
                <a:cubicBezTo>
                  <a:pt x="288199" y="55293"/>
                  <a:pt x="288976" y="57495"/>
                  <a:pt x="290532" y="59052"/>
                </a:cubicBezTo>
                <a:cubicBezTo>
                  <a:pt x="292089" y="60609"/>
                  <a:pt x="294024" y="61833"/>
                  <a:pt x="296338" y="62723"/>
                </a:cubicBezTo>
                <a:cubicBezTo>
                  <a:pt x="298651" y="63612"/>
                  <a:pt x="301186" y="64391"/>
                  <a:pt x="303943" y="65059"/>
                </a:cubicBezTo>
                <a:cubicBezTo>
                  <a:pt x="306702" y="65725"/>
                  <a:pt x="309237" y="66659"/>
                  <a:pt x="311551" y="67861"/>
                </a:cubicBezTo>
                <a:cubicBezTo>
                  <a:pt x="313864" y="69061"/>
                  <a:pt x="315799" y="70728"/>
                  <a:pt x="317356" y="72864"/>
                </a:cubicBezTo>
                <a:cubicBezTo>
                  <a:pt x="318913" y="74999"/>
                  <a:pt x="319692" y="77935"/>
                  <a:pt x="319692" y="81671"/>
                </a:cubicBezTo>
                <a:cubicBezTo>
                  <a:pt x="319692" y="84251"/>
                  <a:pt x="319136" y="86787"/>
                  <a:pt x="318024" y="89278"/>
                </a:cubicBezTo>
                <a:cubicBezTo>
                  <a:pt x="316912" y="91769"/>
                  <a:pt x="315310" y="94016"/>
                  <a:pt x="313218" y="96018"/>
                </a:cubicBezTo>
                <a:cubicBezTo>
                  <a:pt x="311128" y="98019"/>
                  <a:pt x="308614" y="99576"/>
                  <a:pt x="305678" y="100687"/>
                </a:cubicBezTo>
                <a:cubicBezTo>
                  <a:pt x="302743" y="101799"/>
                  <a:pt x="299408" y="102355"/>
                  <a:pt x="295672" y="102355"/>
                </a:cubicBezTo>
                <a:cubicBezTo>
                  <a:pt x="291579" y="102355"/>
                  <a:pt x="288153" y="101955"/>
                  <a:pt x="285395" y="101154"/>
                </a:cubicBezTo>
                <a:cubicBezTo>
                  <a:pt x="282638" y="100354"/>
                  <a:pt x="280324" y="99420"/>
                  <a:pt x="278455" y="98352"/>
                </a:cubicBezTo>
                <a:cubicBezTo>
                  <a:pt x="278990" y="97195"/>
                  <a:pt x="279547" y="95616"/>
                  <a:pt x="280125" y="93615"/>
                </a:cubicBezTo>
                <a:cubicBezTo>
                  <a:pt x="280703" y="91613"/>
                  <a:pt x="280992" y="89945"/>
                  <a:pt x="280992" y="88610"/>
                </a:cubicBezTo>
                <a:lnTo>
                  <a:pt x="282593" y="88610"/>
                </a:lnTo>
                <a:close/>
                <a:moveTo>
                  <a:pt x="336772" y="14413"/>
                </a:moveTo>
                <a:cubicBezTo>
                  <a:pt x="336772" y="12545"/>
                  <a:pt x="337439" y="10944"/>
                  <a:pt x="338774" y="9609"/>
                </a:cubicBezTo>
                <a:cubicBezTo>
                  <a:pt x="340108" y="8275"/>
                  <a:pt x="341710" y="7608"/>
                  <a:pt x="343579" y="7608"/>
                </a:cubicBezTo>
                <a:cubicBezTo>
                  <a:pt x="345447" y="7608"/>
                  <a:pt x="347048" y="8275"/>
                  <a:pt x="348383" y="9609"/>
                </a:cubicBezTo>
                <a:cubicBezTo>
                  <a:pt x="349717" y="10944"/>
                  <a:pt x="350384" y="12545"/>
                  <a:pt x="350384" y="14413"/>
                </a:cubicBezTo>
                <a:cubicBezTo>
                  <a:pt x="350384" y="16281"/>
                  <a:pt x="349717" y="17883"/>
                  <a:pt x="348383" y="19218"/>
                </a:cubicBezTo>
                <a:cubicBezTo>
                  <a:pt x="347048" y="20553"/>
                  <a:pt x="345447" y="21220"/>
                  <a:pt x="343579" y="21220"/>
                </a:cubicBezTo>
                <a:cubicBezTo>
                  <a:pt x="341710" y="21220"/>
                  <a:pt x="340108" y="20553"/>
                  <a:pt x="338774" y="19218"/>
                </a:cubicBezTo>
                <a:cubicBezTo>
                  <a:pt x="337439" y="17883"/>
                  <a:pt x="336772" y="16281"/>
                  <a:pt x="336772" y="14413"/>
                </a:cubicBezTo>
                <a:moveTo>
                  <a:pt x="338641" y="62589"/>
                </a:moveTo>
                <a:cubicBezTo>
                  <a:pt x="338641" y="58586"/>
                  <a:pt x="338574" y="54382"/>
                  <a:pt x="338440" y="49978"/>
                </a:cubicBezTo>
                <a:cubicBezTo>
                  <a:pt x="338307" y="45574"/>
                  <a:pt x="338017" y="41459"/>
                  <a:pt x="337572" y="37632"/>
                </a:cubicBezTo>
                <a:cubicBezTo>
                  <a:pt x="340063" y="38078"/>
                  <a:pt x="342066" y="38300"/>
                  <a:pt x="343579" y="38300"/>
                </a:cubicBezTo>
                <a:cubicBezTo>
                  <a:pt x="345091" y="38300"/>
                  <a:pt x="347093" y="38078"/>
                  <a:pt x="349584" y="37632"/>
                </a:cubicBezTo>
                <a:cubicBezTo>
                  <a:pt x="349139" y="41459"/>
                  <a:pt x="348849" y="45574"/>
                  <a:pt x="348715" y="49978"/>
                </a:cubicBezTo>
                <a:cubicBezTo>
                  <a:pt x="348582" y="54382"/>
                  <a:pt x="348515" y="58586"/>
                  <a:pt x="348515" y="62589"/>
                </a:cubicBezTo>
                <a:lnTo>
                  <a:pt x="348515" y="76466"/>
                </a:lnTo>
                <a:cubicBezTo>
                  <a:pt x="348515" y="80471"/>
                  <a:pt x="348582" y="84675"/>
                  <a:pt x="348715" y="89079"/>
                </a:cubicBezTo>
                <a:cubicBezTo>
                  <a:pt x="348849" y="93482"/>
                  <a:pt x="349139" y="97463"/>
                  <a:pt x="349584" y="101021"/>
                </a:cubicBezTo>
                <a:cubicBezTo>
                  <a:pt x="347537" y="100844"/>
                  <a:pt x="345535" y="100755"/>
                  <a:pt x="343579" y="100755"/>
                </a:cubicBezTo>
                <a:cubicBezTo>
                  <a:pt x="341622" y="100755"/>
                  <a:pt x="339619" y="100844"/>
                  <a:pt x="337572" y="101021"/>
                </a:cubicBezTo>
                <a:cubicBezTo>
                  <a:pt x="338017" y="97463"/>
                  <a:pt x="338307" y="93482"/>
                  <a:pt x="338440" y="89079"/>
                </a:cubicBezTo>
                <a:cubicBezTo>
                  <a:pt x="338574" y="84675"/>
                  <a:pt x="338641" y="80471"/>
                  <a:pt x="338641" y="76466"/>
                </a:cubicBezTo>
                <a:lnTo>
                  <a:pt x="338641" y="62589"/>
                </a:lnTo>
                <a:close/>
                <a:moveTo>
                  <a:pt x="384415" y="19752"/>
                </a:moveTo>
                <a:cubicBezTo>
                  <a:pt x="384148" y="23132"/>
                  <a:pt x="383947" y="26446"/>
                  <a:pt x="383812" y="29693"/>
                </a:cubicBezTo>
                <a:cubicBezTo>
                  <a:pt x="383679" y="32940"/>
                  <a:pt x="383524" y="36210"/>
                  <a:pt x="383346" y="39502"/>
                </a:cubicBezTo>
                <a:cubicBezTo>
                  <a:pt x="384325" y="39502"/>
                  <a:pt x="386149" y="39479"/>
                  <a:pt x="388817" y="39434"/>
                </a:cubicBezTo>
                <a:cubicBezTo>
                  <a:pt x="391486" y="39390"/>
                  <a:pt x="394378" y="39278"/>
                  <a:pt x="397492" y="39100"/>
                </a:cubicBezTo>
                <a:cubicBezTo>
                  <a:pt x="397404" y="39368"/>
                  <a:pt x="397360" y="39857"/>
                  <a:pt x="397360" y="40569"/>
                </a:cubicBezTo>
                <a:lnTo>
                  <a:pt x="397360" y="41904"/>
                </a:lnTo>
                <a:lnTo>
                  <a:pt x="397360" y="43373"/>
                </a:lnTo>
                <a:cubicBezTo>
                  <a:pt x="397360" y="43994"/>
                  <a:pt x="397404" y="44439"/>
                  <a:pt x="397492" y="44706"/>
                </a:cubicBezTo>
                <a:cubicBezTo>
                  <a:pt x="396335" y="44617"/>
                  <a:pt x="395134" y="44550"/>
                  <a:pt x="393888" y="44507"/>
                </a:cubicBezTo>
                <a:cubicBezTo>
                  <a:pt x="392643" y="44462"/>
                  <a:pt x="391308" y="44440"/>
                  <a:pt x="389884" y="44440"/>
                </a:cubicBezTo>
                <a:lnTo>
                  <a:pt x="383346" y="44440"/>
                </a:lnTo>
                <a:cubicBezTo>
                  <a:pt x="383258" y="44795"/>
                  <a:pt x="383146" y="46219"/>
                  <a:pt x="383012" y="48710"/>
                </a:cubicBezTo>
                <a:cubicBezTo>
                  <a:pt x="382879" y="51201"/>
                  <a:pt x="382768" y="54159"/>
                  <a:pt x="382678" y="57584"/>
                </a:cubicBezTo>
                <a:cubicBezTo>
                  <a:pt x="382590" y="61009"/>
                  <a:pt x="382523" y="64590"/>
                  <a:pt x="382478" y="68327"/>
                </a:cubicBezTo>
                <a:cubicBezTo>
                  <a:pt x="382434" y="72063"/>
                  <a:pt x="382411" y="75399"/>
                  <a:pt x="382411" y="78335"/>
                </a:cubicBezTo>
                <a:cubicBezTo>
                  <a:pt x="382411" y="80826"/>
                  <a:pt x="382478" y="83273"/>
                  <a:pt x="382611" y="85676"/>
                </a:cubicBezTo>
                <a:cubicBezTo>
                  <a:pt x="382745" y="88077"/>
                  <a:pt x="383168" y="90235"/>
                  <a:pt x="383879" y="92147"/>
                </a:cubicBezTo>
                <a:cubicBezTo>
                  <a:pt x="384592" y="94060"/>
                  <a:pt x="385660" y="95595"/>
                  <a:pt x="387082" y="96751"/>
                </a:cubicBezTo>
                <a:cubicBezTo>
                  <a:pt x="388507" y="97908"/>
                  <a:pt x="390553" y="98486"/>
                  <a:pt x="393222" y="98486"/>
                </a:cubicBezTo>
                <a:cubicBezTo>
                  <a:pt x="393933" y="98486"/>
                  <a:pt x="394890" y="98397"/>
                  <a:pt x="396091" y="98219"/>
                </a:cubicBezTo>
                <a:cubicBezTo>
                  <a:pt x="397292" y="98042"/>
                  <a:pt x="398338" y="97819"/>
                  <a:pt x="399227" y="97552"/>
                </a:cubicBezTo>
                <a:lnTo>
                  <a:pt x="399227" y="100755"/>
                </a:lnTo>
                <a:cubicBezTo>
                  <a:pt x="397715" y="101022"/>
                  <a:pt x="396046" y="101355"/>
                  <a:pt x="394222" y="101754"/>
                </a:cubicBezTo>
                <a:cubicBezTo>
                  <a:pt x="392398" y="102155"/>
                  <a:pt x="390642" y="102355"/>
                  <a:pt x="388952" y="102355"/>
                </a:cubicBezTo>
                <a:cubicBezTo>
                  <a:pt x="383347" y="102355"/>
                  <a:pt x="379210" y="100977"/>
                  <a:pt x="376541" y="98219"/>
                </a:cubicBezTo>
                <a:cubicBezTo>
                  <a:pt x="373872" y="95461"/>
                  <a:pt x="372537" y="91413"/>
                  <a:pt x="372537" y="86075"/>
                </a:cubicBezTo>
                <a:cubicBezTo>
                  <a:pt x="372537" y="83674"/>
                  <a:pt x="372582" y="81072"/>
                  <a:pt x="372670" y="78270"/>
                </a:cubicBezTo>
                <a:cubicBezTo>
                  <a:pt x="372759" y="75467"/>
                  <a:pt x="372871" y="72398"/>
                  <a:pt x="373004" y="69062"/>
                </a:cubicBezTo>
                <a:cubicBezTo>
                  <a:pt x="373137" y="65725"/>
                  <a:pt x="373248" y="62033"/>
                  <a:pt x="373338" y="57985"/>
                </a:cubicBezTo>
                <a:cubicBezTo>
                  <a:pt x="373427" y="53937"/>
                  <a:pt x="373472" y="49422"/>
                  <a:pt x="373472" y="44440"/>
                </a:cubicBezTo>
                <a:lnTo>
                  <a:pt x="369200" y="44440"/>
                </a:lnTo>
                <a:cubicBezTo>
                  <a:pt x="368489" y="44440"/>
                  <a:pt x="367732" y="44462"/>
                  <a:pt x="366932" y="44507"/>
                </a:cubicBezTo>
                <a:cubicBezTo>
                  <a:pt x="366131" y="44550"/>
                  <a:pt x="365286" y="44617"/>
                  <a:pt x="364396" y="44706"/>
                </a:cubicBezTo>
                <a:cubicBezTo>
                  <a:pt x="364486" y="44173"/>
                  <a:pt x="364553" y="43662"/>
                  <a:pt x="364596" y="43173"/>
                </a:cubicBezTo>
                <a:cubicBezTo>
                  <a:pt x="364641" y="42683"/>
                  <a:pt x="364663" y="42171"/>
                  <a:pt x="364663" y="41638"/>
                </a:cubicBezTo>
                <a:cubicBezTo>
                  <a:pt x="364663" y="41192"/>
                  <a:pt x="364641" y="40748"/>
                  <a:pt x="364596" y="40304"/>
                </a:cubicBezTo>
                <a:cubicBezTo>
                  <a:pt x="364553" y="39859"/>
                  <a:pt x="364486" y="39413"/>
                  <a:pt x="364396" y="38968"/>
                </a:cubicBezTo>
                <a:cubicBezTo>
                  <a:pt x="368400" y="39234"/>
                  <a:pt x="371335" y="39367"/>
                  <a:pt x="373203" y="39367"/>
                </a:cubicBezTo>
                <a:cubicBezTo>
                  <a:pt x="373115" y="37589"/>
                  <a:pt x="373049" y="35365"/>
                  <a:pt x="373004" y="32696"/>
                </a:cubicBezTo>
                <a:cubicBezTo>
                  <a:pt x="372959" y="30028"/>
                  <a:pt x="372848" y="27269"/>
                  <a:pt x="372670" y="24421"/>
                </a:cubicBezTo>
                <a:lnTo>
                  <a:pt x="383747" y="19752"/>
                </a:lnTo>
                <a:lnTo>
                  <a:pt x="384415" y="19752"/>
                </a:lnTo>
                <a:close/>
                <a:moveTo>
                  <a:pt x="503930" y="67794"/>
                </a:moveTo>
                <a:cubicBezTo>
                  <a:pt x="502418" y="68327"/>
                  <a:pt x="500661" y="68772"/>
                  <a:pt x="498658" y="69127"/>
                </a:cubicBezTo>
                <a:cubicBezTo>
                  <a:pt x="496657" y="69483"/>
                  <a:pt x="494634" y="69861"/>
                  <a:pt x="492588" y="70261"/>
                </a:cubicBezTo>
                <a:cubicBezTo>
                  <a:pt x="490542" y="70662"/>
                  <a:pt x="488518" y="71174"/>
                  <a:pt x="486516" y="71797"/>
                </a:cubicBezTo>
                <a:cubicBezTo>
                  <a:pt x="484514" y="72419"/>
                  <a:pt x="482734" y="73264"/>
                  <a:pt x="481177" y="74332"/>
                </a:cubicBezTo>
                <a:cubicBezTo>
                  <a:pt x="479621" y="75399"/>
                  <a:pt x="478376" y="76733"/>
                  <a:pt x="477440" y="78335"/>
                </a:cubicBezTo>
                <a:cubicBezTo>
                  <a:pt x="476506" y="79937"/>
                  <a:pt x="476039" y="81984"/>
                  <a:pt x="476039" y="84475"/>
                </a:cubicBezTo>
                <a:cubicBezTo>
                  <a:pt x="476039" y="88656"/>
                  <a:pt x="477240" y="91814"/>
                  <a:pt x="479642" y="93949"/>
                </a:cubicBezTo>
                <a:cubicBezTo>
                  <a:pt x="482044" y="96085"/>
                  <a:pt x="484714" y="97152"/>
                  <a:pt x="487650" y="97152"/>
                </a:cubicBezTo>
                <a:cubicBezTo>
                  <a:pt x="491030" y="97152"/>
                  <a:pt x="494122" y="96218"/>
                  <a:pt x="496923" y="94351"/>
                </a:cubicBezTo>
                <a:cubicBezTo>
                  <a:pt x="499727" y="92481"/>
                  <a:pt x="501884" y="90301"/>
                  <a:pt x="503397" y="87810"/>
                </a:cubicBezTo>
                <a:lnTo>
                  <a:pt x="503930" y="67794"/>
                </a:lnTo>
                <a:moveTo>
                  <a:pt x="470969" y="44038"/>
                </a:moveTo>
                <a:cubicBezTo>
                  <a:pt x="474972" y="41014"/>
                  <a:pt x="478664" y="38968"/>
                  <a:pt x="482044" y="37901"/>
                </a:cubicBezTo>
                <a:cubicBezTo>
                  <a:pt x="485426" y="36833"/>
                  <a:pt x="488896" y="36299"/>
                  <a:pt x="492454" y="36299"/>
                </a:cubicBezTo>
                <a:cubicBezTo>
                  <a:pt x="495658" y="36299"/>
                  <a:pt x="498594" y="36766"/>
                  <a:pt x="501263" y="37699"/>
                </a:cubicBezTo>
                <a:cubicBezTo>
                  <a:pt x="503932" y="38633"/>
                  <a:pt x="506200" y="39968"/>
                  <a:pt x="508068" y="41703"/>
                </a:cubicBezTo>
                <a:cubicBezTo>
                  <a:pt x="509936" y="43438"/>
                  <a:pt x="511403" y="45529"/>
                  <a:pt x="512470" y="47977"/>
                </a:cubicBezTo>
                <a:cubicBezTo>
                  <a:pt x="513539" y="50423"/>
                  <a:pt x="514073" y="53113"/>
                  <a:pt x="514073" y="56048"/>
                </a:cubicBezTo>
                <a:cubicBezTo>
                  <a:pt x="514073" y="61120"/>
                  <a:pt x="513984" y="66169"/>
                  <a:pt x="513806" y="71196"/>
                </a:cubicBezTo>
                <a:cubicBezTo>
                  <a:pt x="513628" y="76223"/>
                  <a:pt x="513539" y="81538"/>
                  <a:pt x="513539" y="87142"/>
                </a:cubicBezTo>
                <a:cubicBezTo>
                  <a:pt x="513539" y="88211"/>
                  <a:pt x="513562" y="89345"/>
                  <a:pt x="513607" y="90547"/>
                </a:cubicBezTo>
                <a:cubicBezTo>
                  <a:pt x="513651" y="91747"/>
                  <a:pt x="513852" y="92814"/>
                  <a:pt x="514207" y="93748"/>
                </a:cubicBezTo>
                <a:cubicBezTo>
                  <a:pt x="514563" y="94682"/>
                  <a:pt x="515074" y="95460"/>
                  <a:pt x="515741" y="96083"/>
                </a:cubicBezTo>
                <a:cubicBezTo>
                  <a:pt x="516409" y="96707"/>
                  <a:pt x="517410" y="97018"/>
                  <a:pt x="518744" y="97018"/>
                </a:cubicBezTo>
                <a:cubicBezTo>
                  <a:pt x="519189" y="97018"/>
                  <a:pt x="519656" y="96996"/>
                  <a:pt x="520145" y="96951"/>
                </a:cubicBezTo>
                <a:cubicBezTo>
                  <a:pt x="520635" y="96906"/>
                  <a:pt x="521102" y="96751"/>
                  <a:pt x="521546" y="96485"/>
                </a:cubicBezTo>
                <a:lnTo>
                  <a:pt x="521546" y="99421"/>
                </a:lnTo>
                <a:cubicBezTo>
                  <a:pt x="520567" y="99865"/>
                  <a:pt x="519344" y="100220"/>
                  <a:pt x="517877" y="100488"/>
                </a:cubicBezTo>
                <a:cubicBezTo>
                  <a:pt x="516409" y="100755"/>
                  <a:pt x="514786" y="100889"/>
                  <a:pt x="513006" y="100889"/>
                </a:cubicBezTo>
                <a:cubicBezTo>
                  <a:pt x="510159" y="100889"/>
                  <a:pt x="507980" y="100155"/>
                  <a:pt x="506467" y="98688"/>
                </a:cubicBezTo>
                <a:cubicBezTo>
                  <a:pt x="504955" y="97219"/>
                  <a:pt x="504065" y="95328"/>
                  <a:pt x="503798" y="93015"/>
                </a:cubicBezTo>
                <a:cubicBezTo>
                  <a:pt x="500596" y="96217"/>
                  <a:pt x="497437" y="98574"/>
                  <a:pt x="494323" y="100087"/>
                </a:cubicBezTo>
                <a:cubicBezTo>
                  <a:pt x="491209" y="101599"/>
                  <a:pt x="487384" y="102355"/>
                  <a:pt x="482847" y="102355"/>
                </a:cubicBezTo>
                <a:cubicBezTo>
                  <a:pt x="480622" y="102355"/>
                  <a:pt x="478442" y="102044"/>
                  <a:pt x="476306" y="101420"/>
                </a:cubicBezTo>
                <a:cubicBezTo>
                  <a:pt x="474172" y="100799"/>
                  <a:pt x="472282" y="99777"/>
                  <a:pt x="470635" y="98354"/>
                </a:cubicBezTo>
                <a:cubicBezTo>
                  <a:pt x="468990" y="96930"/>
                  <a:pt x="467655" y="95217"/>
                  <a:pt x="466632" y="93216"/>
                </a:cubicBezTo>
                <a:cubicBezTo>
                  <a:pt x="465610" y="91214"/>
                  <a:pt x="465099" y="88923"/>
                  <a:pt x="465099" y="86342"/>
                </a:cubicBezTo>
                <a:cubicBezTo>
                  <a:pt x="465099" y="81004"/>
                  <a:pt x="466766" y="76868"/>
                  <a:pt x="470102" y="73933"/>
                </a:cubicBezTo>
                <a:cubicBezTo>
                  <a:pt x="473438" y="70997"/>
                  <a:pt x="478042" y="69039"/>
                  <a:pt x="483914" y="68060"/>
                </a:cubicBezTo>
                <a:cubicBezTo>
                  <a:pt x="488718" y="67259"/>
                  <a:pt x="492477" y="66570"/>
                  <a:pt x="495191" y="65991"/>
                </a:cubicBezTo>
                <a:cubicBezTo>
                  <a:pt x="497904" y="65413"/>
                  <a:pt x="499906" y="64812"/>
                  <a:pt x="501196" y="64189"/>
                </a:cubicBezTo>
                <a:cubicBezTo>
                  <a:pt x="502485" y="63566"/>
                  <a:pt x="503263" y="62832"/>
                  <a:pt x="503529" y="61988"/>
                </a:cubicBezTo>
                <a:cubicBezTo>
                  <a:pt x="503797" y="61142"/>
                  <a:pt x="503930" y="60052"/>
                  <a:pt x="503930" y="58718"/>
                </a:cubicBezTo>
                <a:cubicBezTo>
                  <a:pt x="503930" y="56494"/>
                  <a:pt x="503663" y="54360"/>
                  <a:pt x="503130" y="52314"/>
                </a:cubicBezTo>
                <a:cubicBezTo>
                  <a:pt x="502596" y="50267"/>
                  <a:pt x="501751" y="48487"/>
                  <a:pt x="500595" y="46975"/>
                </a:cubicBezTo>
                <a:cubicBezTo>
                  <a:pt x="499438" y="45462"/>
                  <a:pt x="497926" y="44239"/>
                  <a:pt x="496058" y="43305"/>
                </a:cubicBezTo>
                <a:cubicBezTo>
                  <a:pt x="494190" y="42371"/>
                  <a:pt x="491922" y="41904"/>
                  <a:pt x="489253" y="41904"/>
                </a:cubicBezTo>
                <a:cubicBezTo>
                  <a:pt x="485693" y="41904"/>
                  <a:pt x="482379" y="42705"/>
                  <a:pt x="479310" y="44307"/>
                </a:cubicBezTo>
                <a:cubicBezTo>
                  <a:pt x="476240" y="45908"/>
                  <a:pt x="473950" y="48131"/>
                  <a:pt x="472437" y="50978"/>
                </a:cubicBezTo>
                <a:lnTo>
                  <a:pt x="470969" y="50978"/>
                </a:lnTo>
                <a:lnTo>
                  <a:pt x="470969" y="44038"/>
                </a:lnTo>
                <a:close/>
                <a:moveTo>
                  <a:pt x="579863" y="63521"/>
                </a:moveTo>
                <a:cubicBezTo>
                  <a:pt x="579863" y="56849"/>
                  <a:pt x="578573" y="51801"/>
                  <a:pt x="575992" y="48376"/>
                </a:cubicBezTo>
                <a:cubicBezTo>
                  <a:pt x="573413" y="44951"/>
                  <a:pt x="569855" y="43238"/>
                  <a:pt x="565318" y="43238"/>
                </a:cubicBezTo>
                <a:cubicBezTo>
                  <a:pt x="559091" y="43238"/>
                  <a:pt x="554532" y="45151"/>
                  <a:pt x="551640" y="48976"/>
                </a:cubicBezTo>
                <a:cubicBezTo>
                  <a:pt x="548749" y="52802"/>
                  <a:pt x="547303" y="58184"/>
                  <a:pt x="547303" y="65124"/>
                </a:cubicBezTo>
                <a:lnTo>
                  <a:pt x="547303" y="76466"/>
                </a:lnTo>
                <a:cubicBezTo>
                  <a:pt x="547303" y="80471"/>
                  <a:pt x="547369" y="84675"/>
                  <a:pt x="547502" y="89079"/>
                </a:cubicBezTo>
                <a:cubicBezTo>
                  <a:pt x="547636" y="93482"/>
                  <a:pt x="547925" y="97463"/>
                  <a:pt x="548370" y="101021"/>
                </a:cubicBezTo>
                <a:cubicBezTo>
                  <a:pt x="546324" y="100844"/>
                  <a:pt x="544323" y="100755"/>
                  <a:pt x="542365" y="100755"/>
                </a:cubicBezTo>
                <a:cubicBezTo>
                  <a:pt x="540407" y="100755"/>
                  <a:pt x="538406" y="100844"/>
                  <a:pt x="536360" y="101021"/>
                </a:cubicBezTo>
                <a:cubicBezTo>
                  <a:pt x="536804" y="97463"/>
                  <a:pt x="537092" y="93482"/>
                  <a:pt x="537225" y="89079"/>
                </a:cubicBezTo>
                <a:cubicBezTo>
                  <a:pt x="537360" y="84675"/>
                  <a:pt x="537427" y="80471"/>
                  <a:pt x="537427" y="76466"/>
                </a:cubicBezTo>
                <a:lnTo>
                  <a:pt x="537427" y="62589"/>
                </a:lnTo>
                <a:cubicBezTo>
                  <a:pt x="537427" y="58586"/>
                  <a:pt x="537360" y="54382"/>
                  <a:pt x="537225" y="49978"/>
                </a:cubicBezTo>
                <a:cubicBezTo>
                  <a:pt x="537092" y="45574"/>
                  <a:pt x="536804" y="41459"/>
                  <a:pt x="536360" y="37632"/>
                </a:cubicBezTo>
                <a:cubicBezTo>
                  <a:pt x="538851" y="38078"/>
                  <a:pt x="540853" y="38300"/>
                  <a:pt x="542365" y="38300"/>
                </a:cubicBezTo>
                <a:cubicBezTo>
                  <a:pt x="543076" y="38300"/>
                  <a:pt x="543854" y="38234"/>
                  <a:pt x="544699" y="38101"/>
                </a:cubicBezTo>
                <a:cubicBezTo>
                  <a:pt x="545544" y="37968"/>
                  <a:pt x="546545" y="37811"/>
                  <a:pt x="547702" y="37632"/>
                </a:cubicBezTo>
                <a:cubicBezTo>
                  <a:pt x="547436" y="41192"/>
                  <a:pt x="547303" y="44750"/>
                  <a:pt x="547303" y="48308"/>
                </a:cubicBezTo>
                <a:lnTo>
                  <a:pt x="547570" y="48308"/>
                </a:lnTo>
                <a:cubicBezTo>
                  <a:pt x="550061" y="44483"/>
                  <a:pt x="553041" y="41525"/>
                  <a:pt x="556511" y="39434"/>
                </a:cubicBezTo>
                <a:cubicBezTo>
                  <a:pt x="559981" y="37344"/>
                  <a:pt x="564118" y="36299"/>
                  <a:pt x="568922" y="36299"/>
                </a:cubicBezTo>
                <a:cubicBezTo>
                  <a:pt x="571413" y="36299"/>
                  <a:pt x="573926" y="36655"/>
                  <a:pt x="576460" y="37368"/>
                </a:cubicBezTo>
                <a:cubicBezTo>
                  <a:pt x="578996" y="38079"/>
                  <a:pt x="581287" y="39302"/>
                  <a:pt x="583333" y="41037"/>
                </a:cubicBezTo>
                <a:cubicBezTo>
                  <a:pt x="585380" y="42772"/>
                  <a:pt x="587048" y="45130"/>
                  <a:pt x="588338" y="48111"/>
                </a:cubicBezTo>
                <a:cubicBezTo>
                  <a:pt x="589627" y="51091"/>
                  <a:pt x="590272" y="54893"/>
                  <a:pt x="590272" y="59518"/>
                </a:cubicBezTo>
                <a:cubicBezTo>
                  <a:pt x="590272" y="63344"/>
                  <a:pt x="590183" y="67280"/>
                  <a:pt x="590006" y="71328"/>
                </a:cubicBezTo>
                <a:cubicBezTo>
                  <a:pt x="589828" y="75377"/>
                  <a:pt x="589739" y="79670"/>
                  <a:pt x="589739" y="84208"/>
                </a:cubicBezTo>
                <a:lnTo>
                  <a:pt x="589739" y="92880"/>
                </a:lnTo>
                <a:cubicBezTo>
                  <a:pt x="589739" y="94304"/>
                  <a:pt x="589761" y="95706"/>
                  <a:pt x="589806" y="97085"/>
                </a:cubicBezTo>
                <a:cubicBezTo>
                  <a:pt x="589851" y="98464"/>
                  <a:pt x="589917" y="99777"/>
                  <a:pt x="590006" y="101021"/>
                </a:cubicBezTo>
                <a:cubicBezTo>
                  <a:pt x="588226" y="100844"/>
                  <a:pt x="586358" y="100755"/>
                  <a:pt x="584402" y="100755"/>
                </a:cubicBezTo>
                <a:cubicBezTo>
                  <a:pt x="582532" y="100755"/>
                  <a:pt x="580709" y="100844"/>
                  <a:pt x="578930" y="101021"/>
                </a:cubicBezTo>
                <a:cubicBezTo>
                  <a:pt x="579108" y="96395"/>
                  <a:pt x="579308" y="91636"/>
                  <a:pt x="579529" y="86743"/>
                </a:cubicBezTo>
                <a:cubicBezTo>
                  <a:pt x="579752" y="81849"/>
                  <a:pt x="579863" y="76822"/>
                  <a:pt x="579863" y="71662"/>
                </a:cubicBezTo>
                <a:lnTo>
                  <a:pt x="579863" y="63521"/>
                </a:lnTo>
                <a:close/>
                <a:moveTo>
                  <a:pt x="617764" y="70728"/>
                </a:moveTo>
                <a:cubicBezTo>
                  <a:pt x="617764" y="76067"/>
                  <a:pt x="618320" y="80471"/>
                  <a:pt x="619431" y="83941"/>
                </a:cubicBezTo>
                <a:cubicBezTo>
                  <a:pt x="620543" y="87410"/>
                  <a:pt x="621967" y="90190"/>
                  <a:pt x="623701" y="92282"/>
                </a:cubicBezTo>
                <a:cubicBezTo>
                  <a:pt x="625436" y="94372"/>
                  <a:pt x="627416" y="95818"/>
                  <a:pt x="629639" y="96619"/>
                </a:cubicBezTo>
                <a:cubicBezTo>
                  <a:pt x="631864" y="97419"/>
                  <a:pt x="634044" y="97818"/>
                  <a:pt x="636180" y="97818"/>
                </a:cubicBezTo>
                <a:cubicBezTo>
                  <a:pt x="639649" y="97818"/>
                  <a:pt x="642630" y="96951"/>
                  <a:pt x="645121" y="95216"/>
                </a:cubicBezTo>
                <a:cubicBezTo>
                  <a:pt x="647612" y="93481"/>
                  <a:pt x="649680" y="91213"/>
                  <a:pt x="651325" y="88411"/>
                </a:cubicBezTo>
                <a:cubicBezTo>
                  <a:pt x="652971" y="85609"/>
                  <a:pt x="654171" y="82429"/>
                  <a:pt x="654928" y="78871"/>
                </a:cubicBezTo>
                <a:cubicBezTo>
                  <a:pt x="655685" y="75311"/>
                  <a:pt x="656064" y="71752"/>
                  <a:pt x="656064" y="68193"/>
                </a:cubicBezTo>
                <a:cubicBezTo>
                  <a:pt x="656064" y="59653"/>
                  <a:pt x="654418" y="53136"/>
                  <a:pt x="651126" y="48644"/>
                </a:cubicBezTo>
                <a:cubicBezTo>
                  <a:pt x="647834" y="44151"/>
                  <a:pt x="642985" y="41904"/>
                  <a:pt x="636579" y="41904"/>
                </a:cubicBezTo>
                <a:cubicBezTo>
                  <a:pt x="633376" y="41904"/>
                  <a:pt x="630596" y="42638"/>
                  <a:pt x="628238" y="44106"/>
                </a:cubicBezTo>
                <a:cubicBezTo>
                  <a:pt x="625882" y="45573"/>
                  <a:pt x="623925" y="47620"/>
                  <a:pt x="622368" y="50245"/>
                </a:cubicBezTo>
                <a:cubicBezTo>
                  <a:pt x="620811" y="52869"/>
                  <a:pt x="619654" y="55938"/>
                  <a:pt x="618898" y="59453"/>
                </a:cubicBezTo>
                <a:cubicBezTo>
                  <a:pt x="618142" y="62966"/>
                  <a:pt x="617764" y="66724"/>
                  <a:pt x="617764" y="70728"/>
                </a:cubicBezTo>
                <a:moveTo>
                  <a:pt x="655663" y="88344"/>
                </a:moveTo>
                <a:cubicBezTo>
                  <a:pt x="654951" y="89768"/>
                  <a:pt x="653995" y="91303"/>
                  <a:pt x="652794" y="92950"/>
                </a:cubicBezTo>
                <a:cubicBezTo>
                  <a:pt x="651592" y="94595"/>
                  <a:pt x="650079" y="96130"/>
                  <a:pt x="648255" y="97554"/>
                </a:cubicBezTo>
                <a:cubicBezTo>
                  <a:pt x="646432" y="98976"/>
                  <a:pt x="644275" y="100132"/>
                  <a:pt x="641783" y="101021"/>
                </a:cubicBezTo>
                <a:cubicBezTo>
                  <a:pt x="639292" y="101911"/>
                  <a:pt x="636401" y="102355"/>
                  <a:pt x="633109" y="102355"/>
                </a:cubicBezTo>
                <a:cubicBezTo>
                  <a:pt x="629729" y="102355"/>
                  <a:pt x="626415" y="101777"/>
                  <a:pt x="623168" y="100620"/>
                </a:cubicBezTo>
                <a:cubicBezTo>
                  <a:pt x="619921" y="99464"/>
                  <a:pt x="617029" y="97573"/>
                  <a:pt x="614493" y="94949"/>
                </a:cubicBezTo>
                <a:cubicBezTo>
                  <a:pt x="611958" y="92325"/>
                  <a:pt x="609911" y="88945"/>
                  <a:pt x="608354" y="84809"/>
                </a:cubicBezTo>
                <a:cubicBezTo>
                  <a:pt x="606798" y="80671"/>
                  <a:pt x="606020" y="75711"/>
                  <a:pt x="606020" y="69928"/>
                </a:cubicBezTo>
                <a:cubicBezTo>
                  <a:pt x="606020" y="64234"/>
                  <a:pt x="606866" y="59297"/>
                  <a:pt x="608556" y="55116"/>
                </a:cubicBezTo>
                <a:cubicBezTo>
                  <a:pt x="610246" y="50933"/>
                  <a:pt x="612448" y="47441"/>
                  <a:pt x="615161" y="44639"/>
                </a:cubicBezTo>
                <a:cubicBezTo>
                  <a:pt x="617875" y="41837"/>
                  <a:pt x="620944" y="39747"/>
                  <a:pt x="624369" y="38367"/>
                </a:cubicBezTo>
                <a:cubicBezTo>
                  <a:pt x="627794" y="36988"/>
                  <a:pt x="631242" y="36299"/>
                  <a:pt x="634712" y="36299"/>
                </a:cubicBezTo>
                <a:cubicBezTo>
                  <a:pt x="644586" y="36299"/>
                  <a:pt x="651436" y="40747"/>
                  <a:pt x="655262" y="49644"/>
                </a:cubicBezTo>
                <a:lnTo>
                  <a:pt x="655528" y="49644"/>
                </a:lnTo>
                <a:lnTo>
                  <a:pt x="655528" y="36565"/>
                </a:lnTo>
                <a:cubicBezTo>
                  <a:pt x="655528" y="33185"/>
                  <a:pt x="655506" y="29782"/>
                  <a:pt x="655461" y="26357"/>
                </a:cubicBezTo>
                <a:cubicBezTo>
                  <a:pt x="655418" y="22932"/>
                  <a:pt x="655374" y="19663"/>
                  <a:pt x="655329" y="16549"/>
                </a:cubicBezTo>
                <a:cubicBezTo>
                  <a:pt x="655284" y="13435"/>
                  <a:pt x="655239" y="10499"/>
                  <a:pt x="655194" y="7742"/>
                </a:cubicBezTo>
                <a:cubicBezTo>
                  <a:pt x="655151" y="4983"/>
                  <a:pt x="655084" y="2537"/>
                  <a:pt x="654995" y="401"/>
                </a:cubicBezTo>
                <a:cubicBezTo>
                  <a:pt x="656063" y="579"/>
                  <a:pt x="657086" y="735"/>
                  <a:pt x="658063" y="869"/>
                </a:cubicBezTo>
                <a:cubicBezTo>
                  <a:pt x="659042" y="1003"/>
                  <a:pt x="660021" y="1069"/>
                  <a:pt x="661000" y="1069"/>
                </a:cubicBezTo>
                <a:cubicBezTo>
                  <a:pt x="661979" y="1069"/>
                  <a:pt x="662935" y="1003"/>
                  <a:pt x="663869" y="869"/>
                </a:cubicBezTo>
                <a:cubicBezTo>
                  <a:pt x="664803" y="735"/>
                  <a:pt x="665848" y="579"/>
                  <a:pt x="667005" y="401"/>
                </a:cubicBezTo>
                <a:cubicBezTo>
                  <a:pt x="666739" y="3248"/>
                  <a:pt x="666517" y="7362"/>
                  <a:pt x="666339" y="12745"/>
                </a:cubicBezTo>
                <a:cubicBezTo>
                  <a:pt x="666161" y="18128"/>
                  <a:pt x="666005" y="24066"/>
                  <a:pt x="665871" y="30560"/>
                </a:cubicBezTo>
                <a:cubicBezTo>
                  <a:pt x="665737" y="37055"/>
                  <a:pt x="665626" y="43728"/>
                  <a:pt x="665537" y="50579"/>
                </a:cubicBezTo>
                <a:cubicBezTo>
                  <a:pt x="665448" y="57429"/>
                  <a:pt x="665404" y="63701"/>
                  <a:pt x="665404" y="69394"/>
                </a:cubicBezTo>
                <a:cubicBezTo>
                  <a:pt x="665404" y="75533"/>
                  <a:pt x="665448" y="81049"/>
                  <a:pt x="665537" y="85943"/>
                </a:cubicBezTo>
                <a:cubicBezTo>
                  <a:pt x="665626" y="90835"/>
                  <a:pt x="665716" y="95861"/>
                  <a:pt x="665805" y="101021"/>
                </a:cubicBezTo>
                <a:cubicBezTo>
                  <a:pt x="664026" y="100844"/>
                  <a:pt x="662291" y="100755"/>
                  <a:pt x="660601" y="100755"/>
                </a:cubicBezTo>
                <a:cubicBezTo>
                  <a:pt x="658999" y="100755"/>
                  <a:pt x="657308" y="100844"/>
                  <a:pt x="655528" y="101021"/>
                </a:cubicBezTo>
                <a:lnTo>
                  <a:pt x="655929" y="88344"/>
                </a:lnTo>
                <a:lnTo>
                  <a:pt x="655663" y="88344"/>
                </a:lnTo>
                <a:close/>
                <a:moveTo>
                  <a:pt x="770377" y="40569"/>
                </a:moveTo>
                <a:cubicBezTo>
                  <a:pt x="767085" y="40569"/>
                  <a:pt x="764304" y="41325"/>
                  <a:pt x="762034" y="42837"/>
                </a:cubicBezTo>
                <a:cubicBezTo>
                  <a:pt x="759766" y="44349"/>
                  <a:pt x="757898" y="46240"/>
                  <a:pt x="756430" y="48510"/>
                </a:cubicBezTo>
                <a:cubicBezTo>
                  <a:pt x="754963" y="50778"/>
                  <a:pt x="753851" y="53269"/>
                  <a:pt x="753095" y="55983"/>
                </a:cubicBezTo>
                <a:cubicBezTo>
                  <a:pt x="752339" y="58697"/>
                  <a:pt x="751872" y="61254"/>
                  <a:pt x="751694" y="63656"/>
                </a:cubicBezTo>
                <a:cubicBezTo>
                  <a:pt x="754451" y="63745"/>
                  <a:pt x="757320" y="63835"/>
                  <a:pt x="760299" y="63925"/>
                </a:cubicBezTo>
                <a:cubicBezTo>
                  <a:pt x="763280" y="64013"/>
                  <a:pt x="766194" y="64057"/>
                  <a:pt x="769041" y="64057"/>
                </a:cubicBezTo>
                <a:cubicBezTo>
                  <a:pt x="771977" y="64057"/>
                  <a:pt x="774958" y="64013"/>
                  <a:pt x="777982" y="63925"/>
                </a:cubicBezTo>
                <a:cubicBezTo>
                  <a:pt x="781007" y="63835"/>
                  <a:pt x="783943" y="63745"/>
                  <a:pt x="786791" y="63656"/>
                </a:cubicBezTo>
                <a:cubicBezTo>
                  <a:pt x="786791" y="61254"/>
                  <a:pt x="786591" y="58719"/>
                  <a:pt x="786191" y="56050"/>
                </a:cubicBezTo>
                <a:cubicBezTo>
                  <a:pt x="785790" y="53380"/>
                  <a:pt x="784989" y="50888"/>
                  <a:pt x="783788" y="48575"/>
                </a:cubicBezTo>
                <a:cubicBezTo>
                  <a:pt x="782586" y="46262"/>
                  <a:pt x="780918" y="44349"/>
                  <a:pt x="778783" y="42837"/>
                </a:cubicBezTo>
                <a:cubicBezTo>
                  <a:pt x="776647" y="41325"/>
                  <a:pt x="773845" y="40569"/>
                  <a:pt x="770377" y="40569"/>
                </a:cubicBezTo>
                <a:moveTo>
                  <a:pt x="739550" y="71396"/>
                </a:moveTo>
                <a:cubicBezTo>
                  <a:pt x="739550" y="60453"/>
                  <a:pt x="742151" y="51868"/>
                  <a:pt x="747355" y="45641"/>
                </a:cubicBezTo>
                <a:cubicBezTo>
                  <a:pt x="752560" y="39413"/>
                  <a:pt x="760145" y="36299"/>
                  <a:pt x="770110" y="36299"/>
                </a:cubicBezTo>
                <a:cubicBezTo>
                  <a:pt x="774825" y="36299"/>
                  <a:pt x="778895" y="37033"/>
                  <a:pt x="782320" y="38502"/>
                </a:cubicBezTo>
                <a:cubicBezTo>
                  <a:pt x="785745" y="39969"/>
                  <a:pt x="788614" y="41926"/>
                  <a:pt x="790927" y="44372"/>
                </a:cubicBezTo>
                <a:cubicBezTo>
                  <a:pt x="793240" y="46819"/>
                  <a:pt x="794953" y="49688"/>
                  <a:pt x="796064" y="52980"/>
                </a:cubicBezTo>
                <a:cubicBezTo>
                  <a:pt x="797176" y="56272"/>
                  <a:pt x="797732" y="59786"/>
                  <a:pt x="797732" y="63521"/>
                </a:cubicBezTo>
                <a:cubicBezTo>
                  <a:pt x="797732" y="64412"/>
                  <a:pt x="797710" y="65280"/>
                  <a:pt x="797665" y="66126"/>
                </a:cubicBezTo>
                <a:cubicBezTo>
                  <a:pt x="797621" y="66970"/>
                  <a:pt x="797555" y="67837"/>
                  <a:pt x="797465" y="68726"/>
                </a:cubicBezTo>
                <a:cubicBezTo>
                  <a:pt x="792661" y="68638"/>
                  <a:pt x="787902" y="68550"/>
                  <a:pt x="783187" y="68461"/>
                </a:cubicBezTo>
                <a:cubicBezTo>
                  <a:pt x="778472" y="68372"/>
                  <a:pt x="773713" y="68327"/>
                  <a:pt x="768909" y="68327"/>
                </a:cubicBezTo>
                <a:cubicBezTo>
                  <a:pt x="765972" y="68327"/>
                  <a:pt x="763059" y="68372"/>
                  <a:pt x="760167" y="68461"/>
                </a:cubicBezTo>
                <a:cubicBezTo>
                  <a:pt x="757276" y="68550"/>
                  <a:pt x="754362" y="68638"/>
                  <a:pt x="751425" y="68726"/>
                </a:cubicBezTo>
                <a:cubicBezTo>
                  <a:pt x="751337" y="69171"/>
                  <a:pt x="751293" y="69839"/>
                  <a:pt x="751293" y="70728"/>
                </a:cubicBezTo>
                <a:lnTo>
                  <a:pt x="751293" y="72463"/>
                </a:lnTo>
                <a:cubicBezTo>
                  <a:pt x="751293" y="75932"/>
                  <a:pt x="751804" y="79180"/>
                  <a:pt x="752826" y="82206"/>
                </a:cubicBezTo>
                <a:cubicBezTo>
                  <a:pt x="753850" y="85231"/>
                  <a:pt x="755340" y="87833"/>
                  <a:pt x="757298" y="90013"/>
                </a:cubicBezTo>
                <a:cubicBezTo>
                  <a:pt x="759255" y="92192"/>
                  <a:pt x="761658" y="93927"/>
                  <a:pt x="764504" y="95218"/>
                </a:cubicBezTo>
                <a:cubicBezTo>
                  <a:pt x="767351" y="96508"/>
                  <a:pt x="770643" y="97152"/>
                  <a:pt x="774380" y="97152"/>
                </a:cubicBezTo>
                <a:cubicBezTo>
                  <a:pt x="776159" y="97152"/>
                  <a:pt x="777982" y="96908"/>
                  <a:pt x="779850" y="96419"/>
                </a:cubicBezTo>
                <a:cubicBezTo>
                  <a:pt x="781719" y="95929"/>
                  <a:pt x="783543" y="95261"/>
                  <a:pt x="785321" y="94416"/>
                </a:cubicBezTo>
                <a:cubicBezTo>
                  <a:pt x="787101" y="93570"/>
                  <a:pt x="788769" y="92569"/>
                  <a:pt x="790326" y="91414"/>
                </a:cubicBezTo>
                <a:cubicBezTo>
                  <a:pt x="791883" y="90258"/>
                  <a:pt x="793240" y="89011"/>
                  <a:pt x="794397" y="87676"/>
                </a:cubicBezTo>
                <a:lnTo>
                  <a:pt x="795065" y="88077"/>
                </a:lnTo>
                <a:lnTo>
                  <a:pt x="794264" y="94615"/>
                </a:lnTo>
                <a:cubicBezTo>
                  <a:pt x="791594" y="96751"/>
                  <a:pt x="788280" y="98574"/>
                  <a:pt x="784321" y="100087"/>
                </a:cubicBezTo>
                <a:cubicBezTo>
                  <a:pt x="780363" y="101599"/>
                  <a:pt x="776248" y="102355"/>
                  <a:pt x="771977" y="102355"/>
                </a:cubicBezTo>
                <a:cubicBezTo>
                  <a:pt x="767173" y="102355"/>
                  <a:pt x="762791" y="101621"/>
                  <a:pt x="758831" y="100154"/>
                </a:cubicBezTo>
                <a:cubicBezTo>
                  <a:pt x="754873" y="98686"/>
                  <a:pt x="751448" y="96552"/>
                  <a:pt x="748556" y="93750"/>
                </a:cubicBezTo>
                <a:cubicBezTo>
                  <a:pt x="745666" y="90947"/>
                  <a:pt x="743442" y="87632"/>
                  <a:pt x="741885" y="83807"/>
                </a:cubicBezTo>
                <a:cubicBezTo>
                  <a:pt x="740328" y="79981"/>
                  <a:pt x="739550" y="75844"/>
                  <a:pt x="739550" y="71396"/>
                </a:cubicBezTo>
                <a:close/>
                <a:moveTo>
                  <a:pt x="855248" y="63521"/>
                </a:moveTo>
                <a:cubicBezTo>
                  <a:pt x="855248" y="56849"/>
                  <a:pt x="853958" y="51801"/>
                  <a:pt x="851377" y="48376"/>
                </a:cubicBezTo>
                <a:cubicBezTo>
                  <a:pt x="848798" y="44951"/>
                  <a:pt x="845240" y="43238"/>
                  <a:pt x="840703" y="43238"/>
                </a:cubicBezTo>
                <a:cubicBezTo>
                  <a:pt x="834476" y="43238"/>
                  <a:pt x="829917" y="45151"/>
                  <a:pt x="827026" y="48976"/>
                </a:cubicBezTo>
                <a:cubicBezTo>
                  <a:pt x="824134" y="52802"/>
                  <a:pt x="822688" y="58184"/>
                  <a:pt x="822688" y="65124"/>
                </a:cubicBezTo>
                <a:lnTo>
                  <a:pt x="822688" y="76466"/>
                </a:lnTo>
                <a:cubicBezTo>
                  <a:pt x="822688" y="80471"/>
                  <a:pt x="822755" y="84675"/>
                  <a:pt x="822888" y="89079"/>
                </a:cubicBezTo>
                <a:cubicBezTo>
                  <a:pt x="823021" y="93482"/>
                  <a:pt x="823310" y="97463"/>
                  <a:pt x="823755" y="101021"/>
                </a:cubicBezTo>
                <a:cubicBezTo>
                  <a:pt x="821710" y="100844"/>
                  <a:pt x="819708" y="100755"/>
                  <a:pt x="817751" y="100755"/>
                </a:cubicBezTo>
                <a:cubicBezTo>
                  <a:pt x="815793" y="100755"/>
                  <a:pt x="813791" y="100844"/>
                  <a:pt x="811746" y="101021"/>
                </a:cubicBezTo>
                <a:cubicBezTo>
                  <a:pt x="812189" y="97463"/>
                  <a:pt x="812478" y="93482"/>
                  <a:pt x="812611" y="89079"/>
                </a:cubicBezTo>
                <a:cubicBezTo>
                  <a:pt x="812745" y="84675"/>
                  <a:pt x="812813" y="80471"/>
                  <a:pt x="812813" y="76466"/>
                </a:cubicBezTo>
                <a:lnTo>
                  <a:pt x="812813" y="62589"/>
                </a:lnTo>
                <a:cubicBezTo>
                  <a:pt x="812813" y="58586"/>
                  <a:pt x="812745" y="54382"/>
                  <a:pt x="812611" y="49978"/>
                </a:cubicBezTo>
                <a:cubicBezTo>
                  <a:pt x="812478" y="45574"/>
                  <a:pt x="812189" y="41459"/>
                  <a:pt x="811746" y="37632"/>
                </a:cubicBezTo>
                <a:cubicBezTo>
                  <a:pt x="814237" y="38078"/>
                  <a:pt x="816238" y="38300"/>
                  <a:pt x="817751" y="38300"/>
                </a:cubicBezTo>
                <a:cubicBezTo>
                  <a:pt x="818462" y="38300"/>
                  <a:pt x="819240" y="38234"/>
                  <a:pt x="820084" y="38101"/>
                </a:cubicBezTo>
                <a:cubicBezTo>
                  <a:pt x="820930" y="37968"/>
                  <a:pt x="821931" y="37811"/>
                  <a:pt x="823088" y="37632"/>
                </a:cubicBezTo>
                <a:cubicBezTo>
                  <a:pt x="822822" y="41192"/>
                  <a:pt x="822688" y="44750"/>
                  <a:pt x="822688" y="48308"/>
                </a:cubicBezTo>
                <a:lnTo>
                  <a:pt x="822955" y="48308"/>
                </a:lnTo>
                <a:cubicBezTo>
                  <a:pt x="825446" y="44483"/>
                  <a:pt x="828427" y="41525"/>
                  <a:pt x="831897" y="39434"/>
                </a:cubicBezTo>
                <a:cubicBezTo>
                  <a:pt x="835366" y="37344"/>
                  <a:pt x="839503" y="36299"/>
                  <a:pt x="844308" y="36299"/>
                </a:cubicBezTo>
                <a:cubicBezTo>
                  <a:pt x="846799" y="36299"/>
                  <a:pt x="849311" y="36655"/>
                  <a:pt x="851846" y="37368"/>
                </a:cubicBezTo>
                <a:cubicBezTo>
                  <a:pt x="854382" y="38079"/>
                  <a:pt x="856672" y="39302"/>
                  <a:pt x="858718" y="41037"/>
                </a:cubicBezTo>
                <a:cubicBezTo>
                  <a:pt x="860765" y="42772"/>
                  <a:pt x="862434" y="45130"/>
                  <a:pt x="863723" y="48111"/>
                </a:cubicBezTo>
                <a:cubicBezTo>
                  <a:pt x="865013" y="51091"/>
                  <a:pt x="865658" y="54893"/>
                  <a:pt x="865658" y="59518"/>
                </a:cubicBezTo>
                <a:cubicBezTo>
                  <a:pt x="865658" y="63344"/>
                  <a:pt x="865569" y="67280"/>
                  <a:pt x="865391" y="71328"/>
                </a:cubicBezTo>
                <a:cubicBezTo>
                  <a:pt x="865213" y="75377"/>
                  <a:pt x="865124" y="79670"/>
                  <a:pt x="865124" y="84208"/>
                </a:cubicBezTo>
                <a:lnTo>
                  <a:pt x="865124" y="92880"/>
                </a:lnTo>
                <a:cubicBezTo>
                  <a:pt x="865124" y="94304"/>
                  <a:pt x="865147" y="95706"/>
                  <a:pt x="865192" y="97085"/>
                </a:cubicBezTo>
                <a:cubicBezTo>
                  <a:pt x="865236" y="98464"/>
                  <a:pt x="865303" y="99777"/>
                  <a:pt x="865391" y="101021"/>
                </a:cubicBezTo>
                <a:cubicBezTo>
                  <a:pt x="863611" y="100844"/>
                  <a:pt x="861743" y="100755"/>
                  <a:pt x="859787" y="100755"/>
                </a:cubicBezTo>
                <a:cubicBezTo>
                  <a:pt x="857918" y="100755"/>
                  <a:pt x="856094" y="100844"/>
                  <a:pt x="854316" y="101021"/>
                </a:cubicBezTo>
                <a:cubicBezTo>
                  <a:pt x="854494" y="96395"/>
                  <a:pt x="854693" y="91636"/>
                  <a:pt x="854914" y="86743"/>
                </a:cubicBezTo>
                <a:cubicBezTo>
                  <a:pt x="855137" y="81849"/>
                  <a:pt x="855248" y="76822"/>
                  <a:pt x="855248" y="71662"/>
                </a:cubicBezTo>
                <a:lnTo>
                  <a:pt x="855248" y="63521"/>
                </a:lnTo>
                <a:close/>
                <a:moveTo>
                  <a:pt x="885275" y="88610"/>
                </a:moveTo>
                <a:cubicBezTo>
                  <a:pt x="885721" y="89501"/>
                  <a:pt x="886410" y="90480"/>
                  <a:pt x="887344" y="91547"/>
                </a:cubicBezTo>
                <a:cubicBezTo>
                  <a:pt x="888278" y="92614"/>
                  <a:pt x="889390" y="93615"/>
                  <a:pt x="890680" y="94550"/>
                </a:cubicBezTo>
                <a:cubicBezTo>
                  <a:pt x="891970" y="95484"/>
                  <a:pt x="893439" y="96263"/>
                  <a:pt x="895084" y="96886"/>
                </a:cubicBezTo>
                <a:cubicBezTo>
                  <a:pt x="896729" y="97507"/>
                  <a:pt x="898487" y="97818"/>
                  <a:pt x="900356" y="97818"/>
                </a:cubicBezTo>
                <a:cubicBezTo>
                  <a:pt x="902046" y="97818"/>
                  <a:pt x="903670" y="97552"/>
                  <a:pt x="905227" y="97018"/>
                </a:cubicBezTo>
                <a:cubicBezTo>
                  <a:pt x="906784" y="96485"/>
                  <a:pt x="908162" y="95728"/>
                  <a:pt x="909362" y="94750"/>
                </a:cubicBezTo>
                <a:cubicBezTo>
                  <a:pt x="910564" y="93771"/>
                  <a:pt x="911520" y="92525"/>
                  <a:pt x="912231" y="91013"/>
                </a:cubicBezTo>
                <a:cubicBezTo>
                  <a:pt x="912944" y="89501"/>
                  <a:pt x="913300" y="87766"/>
                  <a:pt x="913300" y="85808"/>
                </a:cubicBezTo>
                <a:cubicBezTo>
                  <a:pt x="913300" y="83050"/>
                  <a:pt x="912522" y="80937"/>
                  <a:pt x="910965" y="79469"/>
                </a:cubicBezTo>
                <a:cubicBezTo>
                  <a:pt x="909408" y="78002"/>
                  <a:pt x="907473" y="76801"/>
                  <a:pt x="905159" y="75867"/>
                </a:cubicBezTo>
                <a:cubicBezTo>
                  <a:pt x="902846" y="74932"/>
                  <a:pt x="900310" y="74109"/>
                  <a:pt x="897552" y="73397"/>
                </a:cubicBezTo>
                <a:cubicBezTo>
                  <a:pt x="894795" y="72686"/>
                  <a:pt x="892260" y="71686"/>
                  <a:pt x="889946" y="70396"/>
                </a:cubicBezTo>
                <a:cubicBezTo>
                  <a:pt x="887633" y="69105"/>
                  <a:pt x="885698" y="67392"/>
                  <a:pt x="884141" y="65258"/>
                </a:cubicBezTo>
                <a:cubicBezTo>
                  <a:pt x="882584" y="63123"/>
                  <a:pt x="881805" y="60187"/>
                  <a:pt x="881805" y="56449"/>
                </a:cubicBezTo>
                <a:cubicBezTo>
                  <a:pt x="881805" y="53513"/>
                  <a:pt x="882295" y="50822"/>
                  <a:pt x="883274" y="48376"/>
                </a:cubicBezTo>
                <a:cubicBezTo>
                  <a:pt x="884252" y="45929"/>
                  <a:pt x="885676" y="43816"/>
                  <a:pt x="887544" y="42037"/>
                </a:cubicBezTo>
                <a:cubicBezTo>
                  <a:pt x="889412" y="40257"/>
                  <a:pt x="891725" y="38856"/>
                  <a:pt x="894483" y="37834"/>
                </a:cubicBezTo>
                <a:cubicBezTo>
                  <a:pt x="897242" y="36810"/>
                  <a:pt x="900400" y="36299"/>
                  <a:pt x="903958" y="36299"/>
                </a:cubicBezTo>
                <a:cubicBezTo>
                  <a:pt x="907250" y="36299"/>
                  <a:pt x="910030" y="36744"/>
                  <a:pt x="912299" y="37634"/>
                </a:cubicBezTo>
                <a:cubicBezTo>
                  <a:pt x="914567" y="38524"/>
                  <a:pt x="916725" y="39324"/>
                  <a:pt x="918772" y="40035"/>
                </a:cubicBezTo>
                <a:cubicBezTo>
                  <a:pt x="918059" y="41370"/>
                  <a:pt x="917391" y="43016"/>
                  <a:pt x="916768" y="44973"/>
                </a:cubicBezTo>
                <a:cubicBezTo>
                  <a:pt x="916146" y="46931"/>
                  <a:pt x="915747" y="48443"/>
                  <a:pt x="915569" y="49510"/>
                </a:cubicBezTo>
                <a:lnTo>
                  <a:pt x="913966" y="49510"/>
                </a:lnTo>
                <a:cubicBezTo>
                  <a:pt x="913255" y="47374"/>
                  <a:pt x="911876" y="45462"/>
                  <a:pt x="909829" y="43772"/>
                </a:cubicBezTo>
                <a:cubicBezTo>
                  <a:pt x="907783" y="42082"/>
                  <a:pt x="905248" y="41236"/>
                  <a:pt x="902223" y="41236"/>
                </a:cubicBezTo>
                <a:cubicBezTo>
                  <a:pt x="900889" y="41236"/>
                  <a:pt x="899554" y="41459"/>
                  <a:pt x="898220" y="41904"/>
                </a:cubicBezTo>
                <a:cubicBezTo>
                  <a:pt x="896885" y="42348"/>
                  <a:pt x="895684" y="43016"/>
                  <a:pt x="894616" y="43906"/>
                </a:cubicBezTo>
                <a:cubicBezTo>
                  <a:pt x="893549" y="44795"/>
                  <a:pt x="892659" y="45952"/>
                  <a:pt x="891948" y="47376"/>
                </a:cubicBezTo>
                <a:cubicBezTo>
                  <a:pt x="891237" y="48799"/>
                  <a:pt x="890881" y="50489"/>
                  <a:pt x="890881" y="52446"/>
                </a:cubicBezTo>
                <a:cubicBezTo>
                  <a:pt x="890881" y="55293"/>
                  <a:pt x="891659" y="57495"/>
                  <a:pt x="893215" y="59052"/>
                </a:cubicBezTo>
                <a:cubicBezTo>
                  <a:pt x="894772" y="60609"/>
                  <a:pt x="896707" y="61833"/>
                  <a:pt x="899020" y="62723"/>
                </a:cubicBezTo>
                <a:cubicBezTo>
                  <a:pt x="901333" y="63612"/>
                  <a:pt x="903868" y="64391"/>
                  <a:pt x="906626" y="65059"/>
                </a:cubicBezTo>
                <a:cubicBezTo>
                  <a:pt x="909384" y="65725"/>
                  <a:pt x="911920" y="66659"/>
                  <a:pt x="914233" y="67861"/>
                </a:cubicBezTo>
                <a:cubicBezTo>
                  <a:pt x="916546" y="69061"/>
                  <a:pt x="918481" y="70728"/>
                  <a:pt x="920038" y="72864"/>
                </a:cubicBezTo>
                <a:cubicBezTo>
                  <a:pt x="921596" y="74999"/>
                  <a:pt x="922374" y="77935"/>
                  <a:pt x="922374" y="81671"/>
                </a:cubicBezTo>
                <a:cubicBezTo>
                  <a:pt x="922374" y="84251"/>
                  <a:pt x="921818" y="86787"/>
                  <a:pt x="920706" y="89278"/>
                </a:cubicBezTo>
                <a:cubicBezTo>
                  <a:pt x="919595" y="91769"/>
                  <a:pt x="917993" y="94016"/>
                  <a:pt x="915901" y="96018"/>
                </a:cubicBezTo>
                <a:cubicBezTo>
                  <a:pt x="913810" y="98019"/>
                  <a:pt x="911297" y="99576"/>
                  <a:pt x="908360" y="100687"/>
                </a:cubicBezTo>
                <a:cubicBezTo>
                  <a:pt x="905425" y="101799"/>
                  <a:pt x="902090" y="102355"/>
                  <a:pt x="898354" y="102355"/>
                </a:cubicBezTo>
                <a:cubicBezTo>
                  <a:pt x="894261" y="102355"/>
                  <a:pt x="890836" y="101955"/>
                  <a:pt x="888077" y="101154"/>
                </a:cubicBezTo>
                <a:cubicBezTo>
                  <a:pt x="885320" y="100354"/>
                  <a:pt x="883007" y="99420"/>
                  <a:pt x="881138" y="98352"/>
                </a:cubicBezTo>
                <a:cubicBezTo>
                  <a:pt x="881672" y="97195"/>
                  <a:pt x="882229" y="95616"/>
                  <a:pt x="882807" y="93615"/>
                </a:cubicBezTo>
                <a:cubicBezTo>
                  <a:pt x="883386" y="91613"/>
                  <a:pt x="883675" y="89945"/>
                  <a:pt x="883675" y="88610"/>
                </a:cubicBezTo>
                <a:lnTo>
                  <a:pt x="885275" y="88610"/>
                </a:lnTo>
                <a:close/>
                <a:moveTo>
                  <a:pt x="937855" y="80870"/>
                </a:moveTo>
                <a:cubicBezTo>
                  <a:pt x="937855" y="76156"/>
                  <a:pt x="937921" y="72131"/>
                  <a:pt x="938054" y="68795"/>
                </a:cubicBezTo>
                <a:cubicBezTo>
                  <a:pt x="938187" y="65459"/>
                  <a:pt x="938254" y="62144"/>
                  <a:pt x="938254" y="58852"/>
                </a:cubicBezTo>
                <a:cubicBezTo>
                  <a:pt x="938254" y="55738"/>
                  <a:pt x="938231" y="52357"/>
                  <a:pt x="938187" y="48710"/>
                </a:cubicBezTo>
                <a:cubicBezTo>
                  <a:pt x="938143" y="45062"/>
                  <a:pt x="938077" y="41370"/>
                  <a:pt x="937987" y="37632"/>
                </a:cubicBezTo>
                <a:cubicBezTo>
                  <a:pt x="940212" y="38078"/>
                  <a:pt x="942081" y="38300"/>
                  <a:pt x="943593" y="38300"/>
                </a:cubicBezTo>
                <a:cubicBezTo>
                  <a:pt x="945016" y="38300"/>
                  <a:pt x="946839" y="38078"/>
                  <a:pt x="949064" y="37632"/>
                </a:cubicBezTo>
                <a:cubicBezTo>
                  <a:pt x="948619" y="42971"/>
                  <a:pt x="948285" y="48822"/>
                  <a:pt x="948063" y="55183"/>
                </a:cubicBezTo>
                <a:cubicBezTo>
                  <a:pt x="947840" y="61543"/>
                  <a:pt x="947729" y="68059"/>
                  <a:pt x="947729" y="74731"/>
                </a:cubicBezTo>
                <a:cubicBezTo>
                  <a:pt x="947729" y="79357"/>
                  <a:pt x="948129" y="82894"/>
                  <a:pt x="948930" y="85342"/>
                </a:cubicBezTo>
                <a:cubicBezTo>
                  <a:pt x="949731" y="87788"/>
                  <a:pt x="950710" y="89634"/>
                  <a:pt x="951866" y="90879"/>
                </a:cubicBezTo>
                <a:cubicBezTo>
                  <a:pt x="953113" y="92303"/>
                  <a:pt x="954692" y="93482"/>
                  <a:pt x="956605" y="94416"/>
                </a:cubicBezTo>
                <a:cubicBezTo>
                  <a:pt x="958517" y="95350"/>
                  <a:pt x="960763" y="95817"/>
                  <a:pt x="963343" y="95817"/>
                </a:cubicBezTo>
                <a:cubicBezTo>
                  <a:pt x="967080" y="95817"/>
                  <a:pt x="970194" y="94994"/>
                  <a:pt x="972685" y="93349"/>
                </a:cubicBezTo>
                <a:cubicBezTo>
                  <a:pt x="975176" y="91702"/>
                  <a:pt x="977000" y="89678"/>
                  <a:pt x="978157" y="87277"/>
                </a:cubicBezTo>
                <a:cubicBezTo>
                  <a:pt x="978778" y="85764"/>
                  <a:pt x="979267" y="84475"/>
                  <a:pt x="979623" y="83408"/>
                </a:cubicBezTo>
                <a:cubicBezTo>
                  <a:pt x="979980" y="82339"/>
                  <a:pt x="980269" y="80915"/>
                  <a:pt x="980490" y="79136"/>
                </a:cubicBezTo>
                <a:cubicBezTo>
                  <a:pt x="980713" y="77356"/>
                  <a:pt x="980847" y="74954"/>
                  <a:pt x="980891" y="71929"/>
                </a:cubicBezTo>
                <a:cubicBezTo>
                  <a:pt x="980936" y="68905"/>
                  <a:pt x="980959" y="64768"/>
                  <a:pt x="980959" y="59518"/>
                </a:cubicBezTo>
                <a:lnTo>
                  <a:pt x="980959" y="48308"/>
                </a:lnTo>
                <a:cubicBezTo>
                  <a:pt x="980959" y="46352"/>
                  <a:pt x="980936" y="44484"/>
                  <a:pt x="980891" y="42705"/>
                </a:cubicBezTo>
                <a:cubicBezTo>
                  <a:pt x="980847" y="40925"/>
                  <a:pt x="980780" y="39234"/>
                  <a:pt x="980692" y="37632"/>
                </a:cubicBezTo>
                <a:cubicBezTo>
                  <a:pt x="981671" y="37811"/>
                  <a:pt x="982605" y="37968"/>
                  <a:pt x="983494" y="38101"/>
                </a:cubicBezTo>
                <a:cubicBezTo>
                  <a:pt x="984383" y="38234"/>
                  <a:pt x="985317" y="38300"/>
                  <a:pt x="986296" y="38300"/>
                </a:cubicBezTo>
                <a:cubicBezTo>
                  <a:pt x="987274" y="38300"/>
                  <a:pt x="988208" y="38234"/>
                  <a:pt x="989097" y="38101"/>
                </a:cubicBezTo>
                <a:cubicBezTo>
                  <a:pt x="989988" y="37968"/>
                  <a:pt x="990878" y="37811"/>
                  <a:pt x="991767" y="37632"/>
                </a:cubicBezTo>
                <a:cubicBezTo>
                  <a:pt x="991323" y="44572"/>
                  <a:pt x="991056" y="51267"/>
                  <a:pt x="990967" y="57718"/>
                </a:cubicBezTo>
                <a:cubicBezTo>
                  <a:pt x="990879" y="64168"/>
                  <a:pt x="990834" y="70995"/>
                  <a:pt x="990834" y="78201"/>
                </a:cubicBezTo>
                <a:cubicBezTo>
                  <a:pt x="990834" y="82206"/>
                  <a:pt x="990879" y="86121"/>
                  <a:pt x="990967" y="89946"/>
                </a:cubicBezTo>
                <a:cubicBezTo>
                  <a:pt x="991056" y="93772"/>
                  <a:pt x="991190" y="97463"/>
                  <a:pt x="991368" y="101021"/>
                </a:cubicBezTo>
                <a:cubicBezTo>
                  <a:pt x="989588" y="100844"/>
                  <a:pt x="987853" y="100755"/>
                  <a:pt x="986163" y="100755"/>
                </a:cubicBezTo>
                <a:cubicBezTo>
                  <a:pt x="984473" y="100755"/>
                  <a:pt x="982738" y="100844"/>
                  <a:pt x="980959" y="101021"/>
                </a:cubicBezTo>
                <a:cubicBezTo>
                  <a:pt x="981047" y="100220"/>
                  <a:pt x="981113" y="99375"/>
                  <a:pt x="981158" y="98486"/>
                </a:cubicBezTo>
                <a:cubicBezTo>
                  <a:pt x="981203" y="97597"/>
                  <a:pt x="981225" y="96663"/>
                  <a:pt x="981225" y="95684"/>
                </a:cubicBezTo>
                <a:lnTo>
                  <a:pt x="981225" y="89946"/>
                </a:lnTo>
                <a:lnTo>
                  <a:pt x="980959" y="89946"/>
                </a:lnTo>
                <a:cubicBezTo>
                  <a:pt x="978645" y="94215"/>
                  <a:pt x="975665" y="97351"/>
                  <a:pt x="972017" y="99354"/>
                </a:cubicBezTo>
                <a:cubicBezTo>
                  <a:pt x="968370" y="101355"/>
                  <a:pt x="964410" y="102355"/>
                  <a:pt x="960140" y="102355"/>
                </a:cubicBezTo>
                <a:cubicBezTo>
                  <a:pt x="953200" y="102355"/>
                  <a:pt x="947751" y="100510"/>
                  <a:pt x="943793" y="96819"/>
                </a:cubicBezTo>
                <a:cubicBezTo>
                  <a:pt x="939834" y="93126"/>
                  <a:pt x="937855" y="87810"/>
                  <a:pt x="937855" y="80870"/>
                </a:cubicBezTo>
                <a:close/>
                <a:moveTo>
                  <a:pt x="1042611" y="48575"/>
                </a:moveTo>
                <a:cubicBezTo>
                  <a:pt x="1042168" y="48042"/>
                  <a:pt x="1041300" y="47553"/>
                  <a:pt x="1040009" y="47109"/>
                </a:cubicBezTo>
                <a:cubicBezTo>
                  <a:pt x="1038719" y="46664"/>
                  <a:pt x="1037407" y="46441"/>
                  <a:pt x="1036073" y="46441"/>
                </a:cubicBezTo>
                <a:cubicBezTo>
                  <a:pt x="1033938" y="46441"/>
                  <a:pt x="1032025" y="46931"/>
                  <a:pt x="1030335" y="47909"/>
                </a:cubicBezTo>
                <a:cubicBezTo>
                  <a:pt x="1028645" y="48888"/>
                  <a:pt x="1027221" y="50200"/>
                  <a:pt x="1026065" y="51845"/>
                </a:cubicBezTo>
                <a:cubicBezTo>
                  <a:pt x="1024908" y="53491"/>
                  <a:pt x="1024018" y="55448"/>
                  <a:pt x="1023395" y="57718"/>
                </a:cubicBezTo>
                <a:cubicBezTo>
                  <a:pt x="1022773" y="59986"/>
                  <a:pt x="1022463" y="62410"/>
                  <a:pt x="1022463" y="64990"/>
                </a:cubicBezTo>
                <a:lnTo>
                  <a:pt x="1022463" y="79669"/>
                </a:lnTo>
                <a:cubicBezTo>
                  <a:pt x="1022463" y="85630"/>
                  <a:pt x="1022484" y="90190"/>
                  <a:pt x="1022528" y="93349"/>
                </a:cubicBezTo>
                <a:cubicBezTo>
                  <a:pt x="1022573" y="96506"/>
                  <a:pt x="1022729" y="99064"/>
                  <a:pt x="1022996" y="101021"/>
                </a:cubicBezTo>
                <a:cubicBezTo>
                  <a:pt x="1021216" y="100844"/>
                  <a:pt x="1019437" y="100755"/>
                  <a:pt x="1017657" y="100755"/>
                </a:cubicBezTo>
                <a:cubicBezTo>
                  <a:pt x="1015699" y="100755"/>
                  <a:pt x="1013832" y="100844"/>
                  <a:pt x="1012053" y="101021"/>
                </a:cubicBezTo>
                <a:cubicBezTo>
                  <a:pt x="1012319" y="97997"/>
                  <a:pt x="1012475" y="93882"/>
                  <a:pt x="1012519" y="88677"/>
                </a:cubicBezTo>
                <a:cubicBezTo>
                  <a:pt x="1012564" y="83473"/>
                  <a:pt x="1012587" y="77090"/>
                  <a:pt x="1012587" y="69528"/>
                </a:cubicBezTo>
                <a:lnTo>
                  <a:pt x="1012587" y="65256"/>
                </a:lnTo>
                <a:cubicBezTo>
                  <a:pt x="1012587" y="61788"/>
                  <a:pt x="1012564" y="57785"/>
                  <a:pt x="1012519" y="53248"/>
                </a:cubicBezTo>
                <a:cubicBezTo>
                  <a:pt x="1012475" y="48710"/>
                  <a:pt x="1012319" y="43505"/>
                  <a:pt x="1012053" y="37632"/>
                </a:cubicBezTo>
                <a:cubicBezTo>
                  <a:pt x="1013032" y="37811"/>
                  <a:pt x="1013966" y="37968"/>
                  <a:pt x="1014855" y="38101"/>
                </a:cubicBezTo>
                <a:cubicBezTo>
                  <a:pt x="1015744" y="38234"/>
                  <a:pt x="1016678" y="38300"/>
                  <a:pt x="1017657" y="38300"/>
                </a:cubicBezTo>
                <a:cubicBezTo>
                  <a:pt x="1018458" y="38300"/>
                  <a:pt x="1019303" y="38234"/>
                  <a:pt x="1020192" y="38101"/>
                </a:cubicBezTo>
                <a:cubicBezTo>
                  <a:pt x="1021083" y="37968"/>
                  <a:pt x="1022017" y="37811"/>
                  <a:pt x="1022996" y="37632"/>
                </a:cubicBezTo>
                <a:cubicBezTo>
                  <a:pt x="1022640" y="40836"/>
                  <a:pt x="1022440" y="43372"/>
                  <a:pt x="1022395" y="45240"/>
                </a:cubicBezTo>
                <a:cubicBezTo>
                  <a:pt x="1022351" y="47108"/>
                  <a:pt x="1022328" y="48887"/>
                  <a:pt x="1022328" y="50577"/>
                </a:cubicBezTo>
                <a:lnTo>
                  <a:pt x="1022595" y="50711"/>
                </a:lnTo>
                <a:cubicBezTo>
                  <a:pt x="1027844" y="41103"/>
                  <a:pt x="1033716" y="36299"/>
                  <a:pt x="1040211" y="36299"/>
                </a:cubicBezTo>
                <a:cubicBezTo>
                  <a:pt x="1041012" y="36299"/>
                  <a:pt x="1041701" y="36343"/>
                  <a:pt x="1042280" y="36433"/>
                </a:cubicBezTo>
                <a:cubicBezTo>
                  <a:pt x="1042858" y="36521"/>
                  <a:pt x="1043592" y="36743"/>
                  <a:pt x="1044481" y="37099"/>
                </a:cubicBezTo>
                <a:cubicBezTo>
                  <a:pt x="1044036" y="38167"/>
                  <a:pt x="1043768" y="39791"/>
                  <a:pt x="1043678" y="41972"/>
                </a:cubicBezTo>
                <a:cubicBezTo>
                  <a:pt x="1043590" y="44150"/>
                  <a:pt x="1043546" y="46130"/>
                  <a:pt x="1043546" y="47909"/>
                </a:cubicBezTo>
                <a:lnTo>
                  <a:pt x="1042611" y="48575"/>
                </a:lnTo>
                <a:close/>
                <a:moveTo>
                  <a:pt x="1081847" y="40569"/>
                </a:moveTo>
                <a:cubicBezTo>
                  <a:pt x="1078555" y="40569"/>
                  <a:pt x="1075774" y="41325"/>
                  <a:pt x="1073505" y="42837"/>
                </a:cubicBezTo>
                <a:cubicBezTo>
                  <a:pt x="1071236" y="44349"/>
                  <a:pt x="1069368" y="46240"/>
                  <a:pt x="1067901" y="48510"/>
                </a:cubicBezTo>
                <a:cubicBezTo>
                  <a:pt x="1066433" y="50778"/>
                  <a:pt x="1065322" y="53269"/>
                  <a:pt x="1064565" y="55983"/>
                </a:cubicBezTo>
                <a:cubicBezTo>
                  <a:pt x="1063809" y="58697"/>
                  <a:pt x="1063342" y="61254"/>
                  <a:pt x="1063164" y="63656"/>
                </a:cubicBezTo>
                <a:cubicBezTo>
                  <a:pt x="1065922" y="63745"/>
                  <a:pt x="1068790" y="63835"/>
                  <a:pt x="1071770" y="63925"/>
                </a:cubicBezTo>
                <a:cubicBezTo>
                  <a:pt x="1074751" y="64013"/>
                  <a:pt x="1077665" y="64057"/>
                  <a:pt x="1080511" y="64057"/>
                </a:cubicBezTo>
                <a:cubicBezTo>
                  <a:pt x="1083448" y="64057"/>
                  <a:pt x="1086428" y="64013"/>
                  <a:pt x="1089453" y="63925"/>
                </a:cubicBezTo>
                <a:cubicBezTo>
                  <a:pt x="1092477" y="63835"/>
                  <a:pt x="1095414" y="63745"/>
                  <a:pt x="1098262" y="63656"/>
                </a:cubicBezTo>
                <a:cubicBezTo>
                  <a:pt x="1098262" y="61254"/>
                  <a:pt x="1098061" y="58719"/>
                  <a:pt x="1097661" y="56050"/>
                </a:cubicBezTo>
                <a:cubicBezTo>
                  <a:pt x="1097260" y="53380"/>
                  <a:pt x="1096459" y="50888"/>
                  <a:pt x="1095258" y="48575"/>
                </a:cubicBezTo>
                <a:cubicBezTo>
                  <a:pt x="1094057" y="46262"/>
                  <a:pt x="1092388" y="44349"/>
                  <a:pt x="1090253" y="42837"/>
                </a:cubicBezTo>
                <a:cubicBezTo>
                  <a:pt x="1088118" y="41325"/>
                  <a:pt x="1085316" y="40569"/>
                  <a:pt x="1081847" y="40569"/>
                </a:cubicBezTo>
                <a:moveTo>
                  <a:pt x="1051020" y="71396"/>
                </a:moveTo>
                <a:cubicBezTo>
                  <a:pt x="1051020" y="60453"/>
                  <a:pt x="1053622" y="51868"/>
                  <a:pt x="1058825" y="45641"/>
                </a:cubicBezTo>
                <a:cubicBezTo>
                  <a:pt x="1064030" y="39413"/>
                  <a:pt x="1071615" y="36299"/>
                  <a:pt x="1081580" y="36299"/>
                </a:cubicBezTo>
                <a:cubicBezTo>
                  <a:pt x="1086295" y="36299"/>
                  <a:pt x="1090365" y="37033"/>
                  <a:pt x="1093790" y="38502"/>
                </a:cubicBezTo>
                <a:cubicBezTo>
                  <a:pt x="1097215" y="39969"/>
                  <a:pt x="1100084" y="41926"/>
                  <a:pt x="1102397" y="44372"/>
                </a:cubicBezTo>
                <a:cubicBezTo>
                  <a:pt x="1104710" y="46819"/>
                  <a:pt x="1106423" y="49688"/>
                  <a:pt x="1107535" y="52980"/>
                </a:cubicBezTo>
                <a:cubicBezTo>
                  <a:pt x="1108647" y="56272"/>
                  <a:pt x="1109202" y="59786"/>
                  <a:pt x="1109202" y="63521"/>
                </a:cubicBezTo>
                <a:cubicBezTo>
                  <a:pt x="1109202" y="64412"/>
                  <a:pt x="1109180" y="65280"/>
                  <a:pt x="1109135" y="66126"/>
                </a:cubicBezTo>
                <a:cubicBezTo>
                  <a:pt x="1109092" y="66970"/>
                  <a:pt x="1109025" y="67837"/>
                  <a:pt x="1108936" y="68726"/>
                </a:cubicBezTo>
                <a:cubicBezTo>
                  <a:pt x="1104131" y="68638"/>
                  <a:pt x="1099372" y="68550"/>
                  <a:pt x="1094657" y="68461"/>
                </a:cubicBezTo>
                <a:cubicBezTo>
                  <a:pt x="1089943" y="68372"/>
                  <a:pt x="1085183" y="68327"/>
                  <a:pt x="1080379" y="68327"/>
                </a:cubicBezTo>
                <a:cubicBezTo>
                  <a:pt x="1077443" y="68327"/>
                  <a:pt x="1074529" y="68372"/>
                  <a:pt x="1071637" y="68461"/>
                </a:cubicBezTo>
                <a:cubicBezTo>
                  <a:pt x="1068746" y="68550"/>
                  <a:pt x="1065832" y="68638"/>
                  <a:pt x="1062896" y="68726"/>
                </a:cubicBezTo>
                <a:cubicBezTo>
                  <a:pt x="1062807" y="69171"/>
                  <a:pt x="1062763" y="69839"/>
                  <a:pt x="1062763" y="70728"/>
                </a:cubicBezTo>
                <a:lnTo>
                  <a:pt x="1062763" y="72463"/>
                </a:lnTo>
                <a:cubicBezTo>
                  <a:pt x="1062763" y="75932"/>
                  <a:pt x="1063274" y="79180"/>
                  <a:pt x="1064297" y="82206"/>
                </a:cubicBezTo>
                <a:cubicBezTo>
                  <a:pt x="1065320" y="85231"/>
                  <a:pt x="1066811" y="87833"/>
                  <a:pt x="1068768" y="90013"/>
                </a:cubicBezTo>
                <a:cubicBezTo>
                  <a:pt x="1070726" y="92192"/>
                  <a:pt x="1073128" y="93927"/>
                  <a:pt x="1075975" y="95218"/>
                </a:cubicBezTo>
                <a:cubicBezTo>
                  <a:pt x="1078821" y="96508"/>
                  <a:pt x="1082113" y="97152"/>
                  <a:pt x="1085851" y="97152"/>
                </a:cubicBezTo>
                <a:cubicBezTo>
                  <a:pt x="1087629" y="97152"/>
                  <a:pt x="1089452" y="96908"/>
                  <a:pt x="1091320" y="96419"/>
                </a:cubicBezTo>
                <a:cubicBezTo>
                  <a:pt x="1093189" y="95929"/>
                  <a:pt x="1095013" y="95261"/>
                  <a:pt x="1096791" y="94416"/>
                </a:cubicBezTo>
                <a:cubicBezTo>
                  <a:pt x="1098571" y="93570"/>
                  <a:pt x="1100239" y="92569"/>
                  <a:pt x="1101797" y="91414"/>
                </a:cubicBezTo>
                <a:cubicBezTo>
                  <a:pt x="1103354" y="90258"/>
                  <a:pt x="1104710" y="89011"/>
                  <a:pt x="1105867" y="87676"/>
                </a:cubicBezTo>
                <a:lnTo>
                  <a:pt x="1106535" y="88077"/>
                </a:lnTo>
                <a:lnTo>
                  <a:pt x="1105735" y="94615"/>
                </a:lnTo>
                <a:cubicBezTo>
                  <a:pt x="1103064" y="96751"/>
                  <a:pt x="1099750" y="98574"/>
                  <a:pt x="1095792" y="100087"/>
                </a:cubicBezTo>
                <a:cubicBezTo>
                  <a:pt x="1091833" y="101599"/>
                  <a:pt x="1087718" y="102355"/>
                  <a:pt x="1083448" y="102355"/>
                </a:cubicBezTo>
                <a:cubicBezTo>
                  <a:pt x="1078643" y="102355"/>
                  <a:pt x="1074261" y="101621"/>
                  <a:pt x="1070302" y="100154"/>
                </a:cubicBezTo>
                <a:cubicBezTo>
                  <a:pt x="1066343" y="98686"/>
                  <a:pt x="1062918" y="96552"/>
                  <a:pt x="1060027" y="93750"/>
                </a:cubicBezTo>
                <a:cubicBezTo>
                  <a:pt x="1057136" y="90947"/>
                  <a:pt x="1054913" y="87632"/>
                  <a:pt x="1053356" y="83807"/>
                </a:cubicBezTo>
                <a:cubicBezTo>
                  <a:pt x="1051799" y="79981"/>
                  <a:pt x="1051020" y="75844"/>
                  <a:pt x="1051020" y="71396"/>
                </a:cubicBezTo>
                <a:close/>
                <a:moveTo>
                  <a:pt x="1208837" y="40569"/>
                </a:moveTo>
                <a:cubicBezTo>
                  <a:pt x="1205545" y="40569"/>
                  <a:pt x="1202764" y="41325"/>
                  <a:pt x="1200495" y="42837"/>
                </a:cubicBezTo>
                <a:cubicBezTo>
                  <a:pt x="1198226" y="44349"/>
                  <a:pt x="1196358" y="46240"/>
                  <a:pt x="1194891" y="48510"/>
                </a:cubicBezTo>
                <a:cubicBezTo>
                  <a:pt x="1193423" y="50778"/>
                  <a:pt x="1192311" y="53269"/>
                  <a:pt x="1191555" y="55983"/>
                </a:cubicBezTo>
                <a:cubicBezTo>
                  <a:pt x="1190799" y="58697"/>
                  <a:pt x="1190332" y="61254"/>
                  <a:pt x="1190154" y="63656"/>
                </a:cubicBezTo>
                <a:cubicBezTo>
                  <a:pt x="1192911" y="63745"/>
                  <a:pt x="1195780" y="63835"/>
                  <a:pt x="1198760" y="63925"/>
                </a:cubicBezTo>
                <a:cubicBezTo>
                  <a:pt x="1201741" y="64013"/>
                  <a:pt x="1204655" y="64057"/>
                  <a:pt x="1207501" y="64057"/>
                </a:cubicBezTo>
                <a:cubicBezTo>
                  <a:pt x="1210438" y="64057"/>
                  <a:pt x="1213418" y="64013"/>
                  <a:pt x="1216443" y="63925"/>
                </a:cubicBezTo>
                <a:cubicBezTo>
                  <a:pt x="1219467" y="63835"/>
                  <a:pt x="1222403" y="63745"/>
                  <a:pt x="1225251" y="63656"/>
                </a:cubicBezTo>
                <a:cubicBezTo>
                  <a:pt x="1225251" y="61254"/>
                  <a:pt x="1225051" y="58719"/>
                  <a:pt x="1224651" y="56050"/>
                </a:cubicBezTo>
                <a:cubicBezTo>
                  <a:pt x="1224250" y="53380"/>
                  <a:pt x="1223449" y="50888"/>
                  <a:pt x="1222248" y="48575"/>
                </a:cubicBezTo>
                <a:cubicBezTo>
                  <a:pt x="1221047" y="46262"/>
                  <a:pt x="1219378" y="44349"/>
                  <a:pt x="1217243" y="42837"/>
                </a:cubicBezTo>
                <a:cubicBezTo>
                  <a:pt x="1215107" y="41325"/>
                  <a:pt x="1212306" y="40569"/>
                  <a:pt x="1208837" y="40569"/>
                </a:cubicBezTo>
                <a:moveTo>
                  <a:pt x="1178010" y="71396"/>
                </a:moveTo>
                <a:cubicBezTo>
                  <a:pt x="1178010" y="60453"/>
                  <a:pt x="1180612" y="51868"/>
                  <a:pt x="1185815" y="45641"/>
                </a:cubicBezTo>
                <a:cubicBezTo>
                  <a:pt x="1191020" y="39413"/>
                  <a:pt x="1198605" y="36299"/>
                  <a:pt x="1208570" y="36299"/>
                </a:cubicBezTo>
                <a:cubicBezTo>
                  <a:pt x="1213285" y="36299"/>
                  <a:pt x="1217355" y="37033"/>
                  <a:pt x="1220780" y="38502"/>
                </a:cubicBezTo>
                <a:cubicBezTo>
                  <a:pt x="1224205" y="39969"/>
                  <a:pt x="1227074" y="41926"/>
                  <a:pt x="1229387" y="44372"/>
                </a:cubicBezTo>
                <a:cubicBezTo>
                  <a:pt x="1231700" y="46819"/>
                  <a:pt x="1233413" y="49688"/>
                  <a:pt x="1234525" y="52980"/>
                </a:cubicBezTo>
                <a:cubicBezTo>
                  <a:pt x="1235636" y="56272"/>
                  <a:pt x="1236192" y="59786"/>
                  <a:pt x="1236192" y="63521"/>
                </a:cubicBezTo>
                <a:cubicBezTo>
                  <a:pt x="1236192" y="64412"/>
                  <a:pt x="1236170" y="65280"/>
                  <a:pt x="1236125" y="66126"/>
                </a:cubicBezTo>
                <a:cubicBezTo>
                  <a:pt x="1236082" y="66970"/>
                  <a:pt x="1236015" y="67837"/>
                  <a:pt x="1235926" y="68726"/>
                </a:cubicBezTo>
                <a:cubicBezTo>
                  <a:pt x="1231121" y="68638"/>
                  <a:pt x="1226362" y="68550"/>
                  <a:pt x="1221647" y="68461"/>
                </a:cubicBezTo>
                <a:cubicBezTo>
                  <a:pt x="1216933" y="68372"/>
                  <a:pt x="1212173" y="68327"/>
                  <a:pt x="1207369" y="68327"/>
                </a:cubicBezTo>
                <a:cubicBezTo>
                  <a:pt x="1204433" y="68327"/>
                  <a:pt x="1201519" y="68372"/>
                  <a:pt x="1198627" y="68461"/>
                </a:cubicBezTo>
                <a:cubicBezTo>
                  <a:pt x="1195736" y="68550"/>
                  <a:pt x="1192822" y="68638"/>
                  <a:pt x="1189886" y="68726"/>
                </a:cubicBezTo>
                <a:cubicBezTo>
                  <a:pt x="1189797" y="69171"/>
                  <a:pt x="1189753" y="69839"/>
                  <a:pt x="1189753" y="70728"/>
                </a:cubicBezTo>
                <a:lnTo>
                  <a:pt x="1189753" y="72463"/>
                </a:lnTo>
                <a:cubicBezTo>
                  <a:pt x="1189753" y="75932"/>
                  <a:pt x="1190264" y="79180"/>
                  <a:pt x="1191286" y="82206"/>
                </a:cubicBezTo>
                <a:cubicBezTo>
                  <a:pt x="1192310" y="85231"/>
                  <a:pt x="1193801" y="87833"/>
                  <a:pt x="1195758" y="90013"/>
                </a:cubicBezTo>
                <a:cubicBezTo>
                  <a:pt x="1197716" y="92192"/>
                  <a:pt x="1200118" y="93927"/>
                  <a:pt x="1202964" y="95218"/>
                </a:cubicBezTo>
                <a:cubicBezTo>
                  <a:pt x="1205811" y="96508"/>
                  <a:pt x="1209103" y="97152"/>
                  <a:pt x="1212840" y="97152"/>
                </a:cubicBezTo>
                <a:cubicBezTo>
                  <a:pt x="1214619" y="97152"/>
                  <a:pt x="1216442" y="96908"/>
                  <a:pt x="1218310" y="96419"/>
                </a:cubicBezTo>
                <a:cubicBezTo>
                  <a:pt x="1220179" y="95929"/>
                  <a:pt x="1222003" y="95261"/>
                  <a:pt x="1223781" y="94416"/>
                </a:cubicBezTo>
                <a:cubicBezTo>
                  <a:pt x="1225561" y="93570"/>
                  <a:pt x="1227229" y="92569"/>
                  <a:pt x="1228786" y="91414"/>
                </a:cubicBezTo>
                <a:cubicBezTo>
                  <a:pt x="1230343" y="90258"/>
                  <a:pt x="1231700" y="89011"/>
                  <a:pt x="1232857" y="87676"/>
                </a:cubicBezTo>
                <a:lnTo>
                  <a:pt x="1233525" y="88077"/>
                </a:lnTo>
                <a:lnTo>
                  <a:pt x="1232725" y="94615"/>
                </a:lnTo>
                <a:cubicBezTo>
                  <a:pt x="1230054" y="96751"/>
                  <a:pt x="1226740" y="98574"/>
                  <a:pt x="1222781" y="100087"/>
                </a:cubicBezTo>
                <a:cubicBezTo>
                  <a:pt x="1218823" y="101599"/>
                  <a:pt x="1214708" y="102355"/>
                  <a:pt x="1210438" y="102355"/>
                </a:cubicBezTo>
                <a:cubicBezTo>
                  <a:pt x="1205633" y="102355"/>
                  <a:pt x="1201251" y="101621"/>
                  <a:pt x="1197291" y="100154"/>
                </a:cubicBezTo>
                <a:cubicBezTo>
                  <a:pt x="1193333" y="98686"/>
                  <a:pt x="1189908" y="96552"/>
                  <a:pt x="1187016" y="93750"/>
                </a:cubicBezTo>
                <a:cubicBezTo>
                  <a:pt x="1184126" y="90947"/>
                  <a:pt x="1181903" y="87632"/>
                  <a:pt x="1180346" y="83807"/>
                </a:cubicBezTo>
                <a:cubicBezTo>
                  <a:pt x="1178789" y="79981"/>
                  <a:pt x="1178010" y="75844"/>
                  <a:pt x="1178010" y="71396"/>
                </a:cubicBezTo>
                <a:close/>
                <a:moveTo>
                  <a:pt x="1268755" y="101021"/>
                </a:moveTo>
                <a:cubicBezTo>
                  <a:pt x="1264663" y="90524"/>
                  <a:pt x="1260549" y="80026"/>
                  <a:pt x="1256411" y="69528"/>
                </a:cubicBezTo>
                <a:cubicBezTo>
                  <a:pt x="1252275" y="59029"/>
                  <a:pt x="1247759" y="48397"/>
                  <a:pt x="1242866" y="37632"/>
                </a:cubicBezTo>
                <a:cubicBezTo>
                  <a:pt x="1244022" y="37811"/>
                  <a:pt x="1245134" y="37968"/>
                  <a:pt x="1246201" y="38101"/>
                </a:cubicBezTo>
                <a:cubicBezTo>
                  <a:pt x="1247269" y="38234"/>
                  <a:pt x="1248382" y="38300"/>
                  <a:pt x="1249538" y="38300"/>
                </a:cubicBezTo>
                <a:cubicBezTo>
                  <a:pt x="1250517" y="38300"/>
                  <a:pt x="1251496" y="38234"/>
                  <a:pt x="1252475" y="38101"/>
                </a:cubicBezTo>
                <a:cubicBezTo>
                  <a:pt x="1253454" y="37968"/>
                  <a:pt x="1254432" y="37811"/>
                  <a:pt x="1255411" y="37632"/>
                </a:cubicBezTo>
                <a:cubicBezTo>
                  <a:pt x="1258168" y="46441"/>
                  <a:pt x="1261170" y="55094"/>
                  <a:pt x="1264418" y="63591"/>
                </a:cubicBezTo>
                <a:cubicBezTo>
                  <a:pt x="1267665" y="72086"/>
                  <a:pt x="1271291" y="80782"/>
                  <a:pt x="1275295" y="89679"/>
                </a:cubicBezTo>
                <a:cubicBezTo>
                  <a:pt x="1277074" y="86032"/>
                  <a:pt x="1278830" y="82095"/>
                  <a:pt x="1280565" y="77869"/>
                </a:cubicBezTo>
                <a:cubicBezTo>
                  <a:pt x="1282300" y="73643"/>
                  <a:pt x="1284035" y="69262"/>
                  <a:pt x="1285770" y="64725"/>
                </a:cubicBezTo>
                <a:cubicBezTo>
                  <a:pt x="1287505" y="60187"/>
                  <a:pt x="1289195" y="55627"/>
                  <a:pt x="1290840" y="51045"/>
                </a:cubicBezTo>
                <a:cubicBezTo>
                  <a:pt x="1292487" y="46464"/>
                  <a:pt x="1294111" y="41993"/>
                  <a:pt x="1295713" y="37632"/>
                </a:cubicBezTo>
                <a:cubicBezTo>
                  <a:pt x="1297313" y="38078"/>
                  <a:pt x="1298692" y="38300"/>
                  <a:pt x="1299849" y="38300"/>
                </a:cubicBezTo>
                <a:cubicBezTo>
                  <a:pt x="1301005" y="38300"/>
                  <a:pt x="1302384" y="38078"/>
                  <a:pt x="1303986" y="37632"/>
                </a:cubicBezTo>
                <a:cubicBezTo>
                  <a:pt x="1299182" y="48397"/>
                  <a:pt x="1294467" y="59029"/>
                  <a:pt x="1289840" y="69528"/>
                </a:cubicBezTo>
                <a:cubicBezTo>
                  <a:pt x="1285214" y="80026"/>
                  <a:pt x="1280988" y="90524"/>
                  <a:pt x="1277163" y="101021"/>
                </a:cubicBezTo>
                <a:cubicBezTo>
                  <a:pt x="1275828" y="100844"/>
                  <a:pt x="1274449" y="100755"/>
                  <a:pt x="1273025" y="100755"/>
                </a:cubicBezTo>
                <a:cubicBezTo>
                  <a:pt x="1271602" y="100755"/>
                  <a:pt x="1270179" y="100844"/>
                  <a:pt x="1268755" y="101021"/>
                </a:cubicBezTo>
                <a:close/>
                <a:moveTo>
                  <a:pt x="1340685" y="40569"/>
                </a:moveTo>
                <a:cubicBezTo>
                  <a:pt x="1337393" y="40569"/>
                  <a:pt x="1334612" y="41325"/>
                  <a:pt x="1332342" y="42837"/>
                </a:cubicBezTo>
                <a:cubicBezTo>
                  <a:pt x="1330074" y="44349"/>
                  <a:pt x="1328206" y="46240"/>
                  <a:pt x="1326739" y="48510"/>
                </a:cubicBezTo>
                <a:cubicBezTo>
                  <a:pt x="1325271" y="50778"/>
                  <a:pt x="1324159" y="53269"/>
                  <a:pt x="1323403" y="55983"/>
                </a:cubicBezTo>
                <a:cubicBezTo>
                  <a:pt x="1322647" y="58697"/>
                  <a:pt x="1322180" y="61254"/>
                  <a:pt x="1322002" y="63656"/>
                </a:cubicBezTo>
                <a:cubicBezTo>
                  <a:pt x="1324759" y="63745"/>
                  <a:pt x="1327628" y="63835"/>
                  <a:pt x="1330608" y="63925"/>
                </a:cubicBezTo>
                <a:cubicBezTo>
                  <a:pt x="1333589" y="64013"/>
                  <a:pt x="1336503" y="64057"/>
                  <a:pt x="1339349" y="64057"/>
                </a:cubicBezTo>
                <a:cubicBezTo>
                  <a:pt x="1342286" y="64057"/>
                  <a:pt x="1345266" y="64013"/>
                  <a:pt x="1348290" y="63925"/>
                </a:cubicBezTo>
                <a:cubicBezTo>
                  <a:pt x="1351315" y="63835"/>
                  <a:pt x="1354251" y="63745"/>
                  <a:pt x="1357099" y="63656"/>
                </a:cubicBezTo>
                <a:cubicBezTo>
                  <a:pt x="1357099" y="61254"/>
                  <a:pt x="1356899" y="58719"/>
                  <a:pt x="1356499" y="56050"/>
                </a:cubicBezTo>
                <a:cubicBezTo>
                  <a:pt x="1356098" y="53380"/>
                  <a:pt x="1355297" y="50888"/>
                  <a:pt x="1354096" y="48575"/>
                </a:cubicBezTo>
                <a:cubicBezTo>
                  <a:pt x="1352894" y="46262"/>
                  <a:pt x="1351226" y="44349"/>
                  <a:pt x="1349091" y="42837"/>
                </a:cubicBezTo>
                <a:cubicBezTo>
                  <a:pt x="1346955" y="41325"/>
                  <a:pt x="1344153" y="40569"/>
                  <a:pt x="1340685" y="40569"/>
                </a:cubicBezTo>
                <a:moveTo>
                  <a:pt x="1309858" y="71396"/>
                </a:moveTo>
                <a:cubicBezTo>
                  <a:pt x="1309858" y="60453"/>
                  <a:pt x="1312460" y="51868"/>
                  <a:pt x="1317663" y="45641"/>
                </a:cubicBezTo>
                <a:cubicBezTo>
                  <a:pt x="1322868" y="39413"/>
                  <a:pt x="1330453" y="36299"/>
                  <a:pt x="1340418" y="36299"/>
                </a:cubicBezTo>
                <a:cubicBezTo>
                  <a:pt x="1345133" y="36299"/>
                  <a:pt x="1349203" y="37033"/>
                  <a:pt x="1352628" y="38502"/>
                </a:cubicBezTo>
                <a:cubicBezTo>
                  <a:pt x="1356053" y="39969"/>
                  <a:pt x="1358922" y="41926"/>
                  <a:pt x="1361235" y="44372"/>
                </a:cubicBezTo>
                <a:cubicBezTo>
                  <a:pt x="1363548" y="46819"/>
                  <a:pt x="1365261" y="49688"/>
                  <a:pt x="1366373" y="52980"/>
                </a:cubicBezTo>
                <a:cubicBezTo>
                  <a:pt x="1367484" y="56272"/>
                  <a:pt x="1368040" y="59786"/>
                  <a:pt x="1368040" y="63521"/>
                </a:cubicBezTo>
                <a:cubicBezTo>
                  <a:pt x="1368040" y="64412"/>
                  <a:pt x="1368018" y="65280"/>
                  <a:pt x="1367973" y="66126"/>
                </a:cubicBezTo>
                <a:cubicBezTo>
                  <a:pt x="1367930" y="66970"/>
                  <a:pt x="1367863" y="67837"/>
                  <a:pt x="1367773" y="68726"/>
                </a:cubicBezTo>
                <a:cubicBezTo>
                  <a:pt x="1362969" y="68638"/>
                  <a:pt x="1358210" y="68550"/>
                  <a:pt x="1353495" y="68461"/>
                </a:cubicBezTo>
                <a:cubicBezTo>
                  <a:pt x="1348781" y="68372"/>
                  <a:pt x="1344021" y="68327"/>
                  <a:pt x="1339217" y="68327"/>
                </a:cubicBezTo>
                <a:cubicBezTo>
                  <a:pt x="1336281" y="68327"/>
                  <a:pt x="1333367" y="68372"/>
                  <a:pt x="1330475" y="68461"/>
                </a:cubicBezTo>
                <a:cubicBezTo>
                  <a:pt x="1327584" y="68550"/>
                  <a:pt x="1324670" y="68638"/>
                  <a:pt x="1321733" y="68726"/>
                </a:cubicBezTo>
                <a:cubicBezTo>
                  <a:pt x="1321645" y="69171"/>
                  <a:pt x="1321601" y="69839"/>
                  <a:pt x="1321601" y="70728"/>
                </a:cubicBezTo>
                <a:lnTo>
                  <a:pt x="1321601" y="72463"/>
                </a:lnTo>
                <a:cubicBezTo>
                  <a:pt x="1321601" y="75932"/>
                  <a:pt x="1322112" y="79180"/>
                  <a:pt x="1323134" y="82206"/>
                </a:cubicBezTo>
                <a:cubicBezTo>
                  <a:pt x="1324158" y="85231"/>
                  <a:pt x="1325649" y="87833"/>
                  <a:pt x="1327606" y="90013"/>
                </a:cubicBezTo>
                <a:cubicBezTo>
                  <a:pt x="1329564" y="92192"/>
                  <a:pt x="1331966" y="93927"/>
                  <a:pt x="1334812" y="95218"/>
                </a:cubicBezTo>
                <a:cubicBezTo>
                  <a:pt x="1337659" y="96508"/>
                  <a:pt x="1340951" y="97152"/>
                  <a:pt x="1344688" y="97152"/>
                </a:cubicBezTo>
                <a:cubicBezTo>
                  <a:pt x="1346467" y="97152"/>
                  <a:pt x="1348290" y="96908"/>
                  <a:pt x="1350158" y="96419"/>
                </a:cubicBezTo>
                <a:cubicBezTo>
                  <a:pt x="1352027" y="95929"/>
                  <a:pt x="1353851" y="95261"/>
                  <a:pt x="1355629" y="94416"/>
                </a:cubicBezTo>
                <a:cubicBezTo>
                  <a:pt x="1357409" y="93570"/>
                  <a:pt x="1359077" y="92569"/>
                  <a:pt x="1360634" y="91414"/>
                </a:cubicBezTo>
                <a:cubicBezTo>
                  <a:pt x="1362191" y="90258"/>
                  <a:pt x="1363548" y="89011"/>
                  <a:pt x="1364705" y="87676"/>
                </a:cubicBezTo>
                <a:lnTo>
                  <a:pt x="1365373" y="88077"/>
                </a:lnTo>
                <a:lnTo>
                  <a:pt x="1364572" y="94615"/>
                </a:lnTo>
                <a:cubicBezTo>
                  <a:pt x="1361902" y="96751"/>
                  <a:pt x="1358588" y="98574"/>
                  <a:pt x="1354629" y="100087"/>
                </a:cubicBezTo>
                <a:cubicBezTo>
                  <a:pt x="1350671" y="101599"/>
                  <a:pt x="1346556" y="102355"/>
                  <a:pt x="1342286" y="102355"/>
                </a:cubicBezTo>
                <a:cubicBezTo>
                  <a:pt x="1337481" y="102355"/>
                  <a:pt x="1333099" y="101621"/>
                  <a:pt x="1329139" y="100154"/>
                </a:cubicBezTo>
                <a:cubicBezTo>
                  <a:pt x="1325181" y="98686"/>
                  <a:pt x="1321756" y="96552"/>
                  <a:pt x="1318864" y="93750"/>
                </a:cubicBezTo>
                <a:cubicBezTo>
                  <a:pt x="1315974" y="90947"/>
                  <a:pt x="1313751" y="87632"/>
                  <a:pt x="1312194" y="83807"/>
                </a:cubicBezTo>
                <a:cubicBezTo>
                  <a:pt x="1310636" y="79981"/>
                  <a:pt x="1309858" y="75844"/>
                  <a:pt x="1309858" y="71396"/>
                </a:cubicBezTo>
                <a:close/>
                <a:moveTo>
                  <a:pt x="1412612" y="48575"/>
                </a:moveTo>
                <a:cubicBezTo>
                  <a:pt x="1412168" y="48042"/>
                  <a:pt x="1411301" y="47553"/>
                  <a:pt x="1410010" y="47109"/>
                </a:cubicBezTo>
                <a:cubicBezTo>
                  <a:pt x="1408720" y="46664"/>
                  <a:pt x="1407408" y="46441"/>
                  <a:pt x="1406074" y="46441"/>
                </a:cubicBezTo>
                <a:cubicBezTo>
                  <a:pt x="1403938" y="46441"/>
                  <a:pt x="1402025" y="46931"/>
                  <a:pt x="1400335" y="47909"/>
                </a:cubicBezTo>
                <a:cubicBezTo>
                  <a:pt x="1398645" y="48888"/>
                  <a:pt x="1397222" y="50200"/>
                  <a:pt x="1396065" y="51845"/>
                </a:cubicBezTo>
                <a:cubicBezTo>
                  <a:pt x="1394909" y="53491"/>
                  <a:pt x="1394019" y="55448"/>
                  <a:pt x="1393396" y="57718"/>
                </a:cubicBezTo>
                <a:cubicBezTo>
                  <a:pt x="1392774" y="59986"/>
                  <a:pt x="1392463" y="62410"/>
                  <a:pt x="1392463" y="64990"/>
                </a:cubicBezTo>
                <a:lnTo>
                  <a:pt x="1392463" y="79669"/>
                </a:lnTo>
                <a:cubicBezTo>
                  <a:pt x="1392463" y="85630"/>
                  <a:pt x="1392485" y="90190"/>
                  <a:pt x="1392528" y="93349"/>
                </a:cubicBezTo>
                <a:cubicBezTo>
                  <a:pt x="1392573" y="96506"/>
                  <a:pt x="1392729" y="99064"/>
                  <a:pt x="1392997" y="101021"/>
                </a:cubicBezTo>
                <a:cubicBezTo>
                  <a:pt x="1391217" y="100844"/>
                  <a:pt x="1389437" y="100755"/>
                  <a:pt x="1387658" y="100755"/>
                </a:cubicBezTo>
                <a:cubicBezTo>
                  <a:pt x="1385700" y="100755"/>
                  <a:pt x="1383832" y="100844"/>
                  <a:pt x="1382054" y="101021"/>
                </a:cubicBezTo>
                <a:cubicBezTo>
                  <a:pt x="1382320" y="97997"/>
                  <a:pt x="1382475" y="93882"/>
                  <a:pt x="1382520" y="88677"/>
                </a:cubicBezTo>
                <a:cubicBezTo>
                  <a:pt x="1382565" y="83473"/>
                  <a:pt x="1382587" y="77090"/>
                  <a:pt x="1382587" y="69528"/>
                </a:cubicBezTo>
                <a:lnTo>
                  <a:pt x="1382587" y="65256"/>
                </a:lnTo>
                <a:cubicBezTo>
                  <a:pt x="1382587" y="61788"/>
                  <a:pt x="1382565" y="57785"/>
                  <a:pt x="1382520" y="53248"/>
                </a:cubicBezTo>
                <a:cubicBezTo>
                  <a:pt x="1382475" y="48710"/>
                  <a:pt x="1382320" y="43505"/>
                  <a:pt x="1382054" y="37632"/>
                </a:cubicBezTo>
                <a:cubicBezTo>
                  <a:pt x="1383032" y="37811"/>
                  <a:pt x="1383966" y="37968"/>
                  <a:pt x="1384856" y="38101"/>
                </a:cubicBezTo>
                <a:cubicBezTo>
                  <a:pt x="1385745" y="38234"/>
                  <a:pt x="1386679" y="38300"/>
                  <a:pt x="1387658" y="38300"/>
                </a:cubicBezTo>
                <a:cubicBezTo>
                  <a:pt x="1388458" y="38300"/>
                  <a:pt x="1389304" y="38234"/>
                  <a:pt x="1390193" y="38101"/>
                </a:cubicBezTo>
                <a:cubicBezTo>
                  <a:pt x="1391083" y="37968"/>
                  <a:pt x="1392018" y="37811"/>
                  <a:pt x="1392997" y="37632"/>
                </a:cubicBezTo>
                <a:cubicBezTo>
                  <a:pt x="1392641" y="40836"/>
                  <a:pt x="1392441" y="43372"/>
                  <a:pt x="1392396" y="45240"/>
                </a:cubicBezTo>
                <a:cubicBezTo>
                  <a:pt x="1392351" y="47108"/>
                  <a:pt x="1392329" y="48887"/>
                  <a:pt x="1392329" y="50577"/>
                </a:cubicBezTo>
                <a:lnTo>
                  <a:pt x="1392595" y="50711"/>
                </a:lnTo>
                <a:cubicBezTo>
                  <a:pt x="1397845" y="41103"/>
                  <a:pt x="1403717" y="36299"/>
                  <a:pt x="1410211" y="36299"/>
                </a:cubicBezTo>
                <a:cubicBezTo>
                  <a:pt x="1411012" y="36299"/>
                  <a:pt x="1411702" y="36343"/>
                  <a:pt x="1412280" y="36433"/>
                </a:cubicBezTo>
                <a:cubicBezTo>
                  <a:pt x="1412858" y="36521"/>
                  <a:pt x="1413592" y="36743"/>
                  <a:pt x="1414481" y="37099"/>
                </a:cubicBezTo>
                <a:cubicBezTo>
                  <a:pt x="1414036" y="38167"/>
                  <a:pt x="1413769" y="39791"/>
                  <a:pt x="1413679" y="41972"/>
                </a:cubicBezTo>
                <a:cubicBezTo>
                  <a:pt x="1413591" y="44150"/>
                  <a:pt x="1413547" y="46130"/>
                  <a:pt x="1413547" y="47909"/>
                </a:cubicBezTo>
                <a:lnTo>
                  <a:pt x="1412612" y="48575"/>
                </a:lnTo>
                <a:close/>
                <a:moveTo>
                  <a:pt x="1445975" y="101156"/>
                </a:moveTo>
                <a:cubicBezTo>
                  <a:pt x="1444996" y="98753"/>
                  <a:pt x="1443728" y="95639"/>
                  <a:pt x="1442171" y="91813"/>
                </a:cubicBezTo>
                <a:cubicBezTo>
                  <a:pt x="1440614" y="87988"/>
                  <a:pt x="1438946" y="83962"/>
                  <a:pt x="1437166" y="79736"/>
                </a:cubicBezTo>
                <a:cubicBezTo>
                  <a:pt x="1435388" y="75510"/>
                  <a:pt x="1433564" y="71195"/>
                  <a:pt x="1431695" y="66792"/>
                </a:cubicBezTo>
                <a:cubicBezTo>
                  <a:pt x="1429827" y="62388"/>
                  <a:pt x="1428070" y="58251"/>
                  <a:pt x="1426425" y="54381"/>
                </a:cubicBezTo>
                <a:cubicBezTo>
                  <a:pt x="1424779" y="50510"/>
                  <a:pt x="1423334" y="47108"/>
                  <a:pt x="1422087" y="44173"/>
                </a:cubicBezTo>
                <a:cubicBezTo>
                  <a:pt x="1420843" y="41236"/>
                  <a:pt x="1419909" y="39056"/>
                  <a:pt x="1419285" y="37632"/>
                </a:cubicBezTo>
                <a:cubicBezTo>
                  <a:pt x="1420442" y="37811"/>
                  <a:pt x="1421510" y="37968"/>
                  <a:pt x="1422489" y="38101"/>
                </a:cubicBezTo>
                <a:cubicBezTo>
                  <a:pt x="1423467" y="38234"/>
                  <a:pt x="1424445" y="38300"/>
                  <a:pt x="1425423" y="38300"/>
                </a:cubicBezTo>
                <a:cubicBezTo>
                  <a:pt x="1426402" y="38300"/>
                  <a:pt x="1427380" y="38234"/>
                  <a:pt x="1428359" y="38101"/>
                </a:cubicBezTo>
                <a:cubicBezTo>
                  <a:pt x="1429338" y="37968"/>
                  <a:pt x="1430406" y="37811"/>
                  <a:pt x="1431562" y="37632"/>
                </a:cubicBezTo>
                <a:cubicBezTo>
                  <a:pt x="1434321" y="46174"/>
                  <a:pt x="1437390" y="54626"/>
                  <a:pt x="1440770" y="62990"/>
                </a:cubicBezTo>
                <a:cubicBezTo>
                  <a:pt x="1444150" y="71352"/>
                  <a:pt x="1447709" y="79981"/>
                  <a:pt x="1451446" y="88877"/>
                </a:cubicBezTo>
                <a:cubicBezTo>
                  <a:pt x="1455182" y="81048"/>
                  <a:pt x="1458763" y="72686"/>
                  <a:pt x="1462188" y="63790"/>
                </a:cubicBezTo>
                <a:cubicBezTo>
                  <a:pt x="1465614" y="54893"/>
                  <a:pt x="1468662" y="46174"/>
                  <a:pt x="1471330" y="37632"/>
                </a:cubicBezTo>
                <a:cubicBezTo>
                  <a:pt x="1473110" y="38078"/>
                  <a:pt x="1474578" y="38300"/>
                  <a:pt x="1475735" y="38300"/>
                </a:cubicBezTo>
                <a:cubicBezTo>
                  <a:pt x="1476890" y="38300"/>
                  <a:pt x="1478358" y="38078"/>
                  <a:pt x="1480137" y="37632"/>
                </a:cubicBezTo>
                <a:cubicBezTo>
                  <a:pt x="1479514" y="38878"/>
                  <a:pt x="1478513" y="40992"/>
                  <a:pt x="1477134" y="43973"/>
                </a:cubicBezTo>
                <a:cubicBezTo>
                  <a:pt x="1475756" y="46953"/>
                  <a:pt x="1474111" y="50512"/>
                  <a:pt x="1472198" y="54649"/>
                </a:cubicBezTo>
                <a:cubicBezTo>
                  <a:pt x="1470285" y="58786"/>
                  <a:pt x="1468194" y="63367"/>
                  <a:pt x="1465924" y="68394"/>
                </a:cubicBezTo>
                <a:cubicBezTo>
                  <a:pt x="1463656" y="73420"/>
                  <a:pt x="1461343" y="78580"/>
                  <a:pt x="1458985" y="83874"/>
                </a:cubicBezTo>
                <a:cubicBezTo>
                  <a:pt x="1456628" y="89167"/>
                  <a:pt x="1454293" y="94416"/>
                  <a:pt x="1451980" y="99620"/>
                </a:cubicBezTo>
                <a:cubicBezTo>
                  <a:pt x="1449667" y="104825"/>
                  <a:pt x="1447531" y="109762"/>
                  <a:pt x="1445574" y="114432"/>
                </a:cubicBezTo>
                <a:cubicBezTo>
                  <a:pt x="1443618" y="119103"/>
                  <a:pt x="1441905" y="123329"/>
                  <a:pt x="1440436" y="127110"/>
                </a:cubicBezTo>
                <a:cubicBezTo>
                  <a:pt x="1438969" y="130892"/>
                  <a:pt x="1437879" y="133895"/>
                  <a:pt x="1437168" y="136119"/>
                </a:cubicBezTo>
                <a:cubicBezTo>
                  <a:pt x="1435388" y="135673"/>
                  <a:pt x="1433875" y="135451"/>
                  <a:pt x="1432629" y="135451"/>
                </a:cubicBezTo>
                <a:cubicBezTo>
                  <a:pt x="1431384" y="135451"/>
                  <a:pt x="1429872" y="135673"/>
                  <a:pt x="1428092" y="136119"/>
                </a:cubicBezTo>
                <a:cubicBezTo>
                  <a:pt x="1435122" y="124464"/>
                  <a:pt x="1441082" y="112810"/>
                  <a:pt x="1445975" y="101156"/>
                </a:cubicBezTo>
                <a:close/>
                <a:moveTo>
                  <a:pt x="1497086" y="69528"/>
                </a:moveTo>
                <a:cubicBezTo>
                  <a:pt x="1497086" y="73264"/>
                  <a:pt x="1497419" y="76867"/>
                  <a:pt x="1498086" y="80337"/>
                </a:cubicBezTo>
                <a:cubicBezTo>
                  <a:pt x="1498754" y="83807"/>
                  <a:pt x="1499888" y="86898"/>
                  <a:pt x="1501489" y="89612"/>
                </a:cubicBezTo>
                <a:cubicBezTo>
                  <a:pt x="1503090" y="92326"/>
                  <a:pt x="1505226" y="94484"/>
                  <a:pt x="1507895" y="96085"/>
                </a:cubicBezTo>
                <a:cubicBezTo>
                  <a:pt x="1510564" y="97686"/>
                  <a:pt x="1513856" y="98486"/>
                  <a:pt x="1517771" y="98486"/>
                </a:cubicBezTo>
                <a:cubicBezTo>
                  <a:pt x="1521686" y="98486"/>
                  <a:pt x="1524978" y="97686"/>
                  <a:pt x="1527646" y="96085"/>
                </a:cubicBezTo>
                <a:cubicBezTo>
                  <a:pt x="1530315" y="94484"/>
                  <a:pt x="1532450" y="92326"/>
                  <a:pt x="1534051" y="89612"/>
                </a:cubicBezTo>
                <a:cubicBezTo>
                  <a:pt x="1535652" y="86898"/>
                  <a:pt x="1536787" y="83807"/>
                  <a:pt x="1537453" y="80337"/>
                </a:cubicBezTo>
                <a:cubicBezTo>
                  <a:pt x="1538121" y="76867"/>
                  <a:pt x="1538455" y="73264"/>
                  <a:pt x="1538455" y="69528"/>
                </a:cubicBezTo>
                <a:cubicBezTo>
                  <a:pt x="1538455" y="65791"/>
                  <a:pt x="1538121" y="62188"/>
                  <a:pt x="1537453" y="58718"/>
                </a:cubicBezTo>
                <a:cubicBezTo>
                  <a:pt x="1536787" y="55248"/>
                  <a:pt x="1535652" y="52157"/>
                  <a:pt x="1534051" y="49445"/>
                </a:cubicBezTo>
                <a:cubicBezTo>
                  <a:pt x="1532450" y="46731"/>
                  <a:pt x="1530315" y="44573"/>
                  <a:pt x="1527646" y="42971"/>
                </a:cubicBezTo>
                <a:cubicBezTo>
                  <a:pt x="1524978" y="41370"/>
                  <a:pt x="1521686" y="40569"/>
                  <a:pt x="1517771" y="40569"/>
                </a:cubicBezTo>
                <a:cubicBezTo>
                  <a:pt x="1513856" y="40569"/>
                  <a:pt x="1510564" y="41370"/>
                  <a:pt x="1507895" y="42971"/>
                </a:cubicBezTo>
                <a:cubicBezTo>
                  <a:pt x="1505226" y="44573"/>
                  <a:pt x="1503090" y="46731"/>
                  <a:pt x="1501489" y="49445"/>
                </a:cubicBezTo>
                <a:cubicBezTo>
                  <a:pt x="1499888" y="52157"/>
                  <a:pt x="1498754" y="55248"/>
                  <a:pt x="1498086" y="58718"/>
                </a:cubicBezTo>
                <a:cubicBezTo>
                  <a:pt x="1497419" y="62188"/>
                  <a:pt x="1497086" y="65791"/>
                  <a:pt x="1497086" y="69528"/>
                </a:cubicBezTo>
                <a:moveTo>
                  <a:pt x="1485343" y="69528"/>
                </a:moveTo>
                <a:cubicBezTo>
                  <a:pt x="1485343" y="63478"/>
                  <a:pt x="1486299" y="58340"/>
                  <a:pt x="1488212" y="54114"/>
                </a:cubicBezTo>
                <a:cubicBezTo>
                  <a:pt x="1490125" y="49888"/>
                  <a:pt x="1492638" y="46463"/>
                  <a:pt x="1495750" y="43839"/>
                </a:cubicBezTo>
                <a:cubicBezTo>
                  <a:pt x="1498865" y="41215"/>
                  <a:pt x="1502357" y="39302"/>
                  <a:pt x="1506227" y="38101"/>
                </a:cubicBezTo>
                <a:cubicBezTo>
                  <a:pt x="1510097" y="36899"/>
                  <a:pt x="1513945" y="36299"/>
                  <a:pt x="1517771" y="36299"/>
                </a:cubicBezTo>
                <a:cubicBezTo>
                  <a:pt x="1521686" y="36299"/>
                  <a:pt x="1525556" y="36899"/>
                  <a:pt x="1529381" y="38101"/>
                </a:cubicBezTo>
                <a:cubicBezTo>
                  <a:pt x="1533207" y="39302"/>
                  <a:pt x="1536676" y="41215"/>
                  <a:pt x="1539789" y="43839"/>
                </a:cubicBezTo>
                <a:cubicBezTo>
                  <a:pt x="1542903" y="46463"/>
                  <a:pt x="1545416" y="49888"/>
                  <a:pt x="1547329" y="54114"/>
                </a:cubicBezTo>
                <a:cubicBezTo>
                  <a:pt x="1549242" y="58340"/>
                  <a:pt x="1550198" y="63478"/>
                  <a:pt x="1550198" y="69528"/>
                </a:cubicBezTo>
                <a:cubicBezTo>
                  <a:pt x="1550198" y="75577"/>
                  <a:pt x="1549242" y="80715"/>
                  <a:pt x="1547329" y="84941"/>
                </a:cubicBezTo>
                <a:cubicBezTo>
                  <a:pt x="1545416" y="89167"/>
                  <a:pt x="1542903" y="92593"/>
                  <a:pt x="1539789" y="95218"/>
                </a:cubicBezTo>
                <a:cubicBezTo>
                  <a:pt x="1536676" y="97842"/>
                  <a:pt x="1533207" y="99688"/>
                  <a:pt x="1529381" y="100755"/>
                </a:cubicBezTo>
                <a:cubicBezTo>
                  <a:pt x="1525556" y="101822"/>
                  <a:pt x="1521686" y="102355"/>
                  <a:pt x="1517771" y="102355"/>
                </a:cubicBezTo>
                <a:cubicBezTo>
                  <a:pt x="1513945" y="102355"/>
                  <a:pt x="1510097" y="101822"/>
                  <a:pt x="1506227" y="100755"/>
                </a:cubicBezTo>
                <a:cubicBezTo>
                  <a:pt x="1502357" y="99688"/>
                  <a:pt x="1498865" y="97842"/>
                  <a:pt x="1495750" y="95218"/>
                </a:cubicBezTo>
                <a:cubicBezTo>
                  <a:pt x="1492638" y="92593"/>
                  <a:pt x="1490125" y="89167"/>
                  <a:pt x="1488212" y="84941"/>
                </a:cubicBezTo>
                <a:cubicBezTo>
                  <a:pt x="1486299" y="80715"/>
                  <a:pt x="1485343" y="75577"/>
                  <a:pt x="1485343" y="69528"/>
                </a:cubicBezTo>
                <a:close/>
                <a:moveTo>
                  <a:pt x="1608515" y="63521"/>
                </a:moveTo>
                <a:cubicBezTo>
                  <a:pt x="1608515" y="56849"/>
                  <a:pt x="1607225" y="51801"/>
                  <a:pt x="1604644" y="48376"/>
                </a:cubicBezTo>
                <a:cubicBezTo>
                  <a:pt x="1602065" y="44951"/>
                  <a:pt x="1598507" y="43238"/>
                  <a:pt x="1593970" y="43238"/>
                </a:cubicBezTo>
                <a:cubicBezTo>
                  <a:pt x="1587743" y="43238"/>
                  <a:pt x="1583184" y="45151"/>
                  <a:pt x="1580292" y="48976"/>
                </a:cubicBezTo>
                <a:cubicBezTo>
                  <a:pt x="1577401" y="52802"/>
                  <a:pt x="1575955" y="58184"/>
                  <a:pt x="1575955" y="65124"/>
                </a:cubicBezTo>
                <a:lnTo>
                  <a:pt x="1575955" y="76466"/>
                </a:lnTo>
                <a:cubicBezTo>
                  <a:pt x="1575955" y="80471"/>
                  <a:pt x="1576021" y="84675"/>
                  <a:pt x="1576154" y="89079"/>
                </a:cubicBezTo>
                <a:cubicBezTo>
                  <a:pt x="1576288" y="93482"/>
                  <a:pt x="1576577" y="97463"/>
                  <a:pt x="1577022" y="101021"/>
                </a:cubicBezTo>
                <a:cubicBezTo>
                  <a:pt x="1574976" y="100844"/>
                  <a:pt x="1572975" y="100755"/>
                  <a:pt x="1571017" y="100755"/>
                </a:cubicBezTo>
                <a:cubicBezTo>
                  <a:pt x="1569059" y="100755"/>
                  <a:pt x="1567058" y="100844"/>
                  <a:pt x="1565012" y="101021"/>
                </a:cubicBezTo>
                <a:cubicBezTo>
                  <a:pt x="1565456" y="97463"/>
                  <a:pt x="1565744" y="93482"/>
                  <a:pt x="1565877" y="89079"/>
                </a:cubicBezTo>
                <a:cubicBezTo>
                  <a:pt x="1566012" y="84675"/>
                  <a:pt x="1566079" y="80471"/>
                  <a:pt x="1566079" y="76466"/>
                </a:cubicBezTo>
                <a:lnTo>
                  <a:pt x="1566079" y="62589"/>
                </a:lnTo>
                <a:cubicBezTo>
                  <a:pt x="1566079" y="58586"/>
                  <a:pt x="1566012" y="54382"/>
                  <a:pt x="1565877" y="49978"/>
                </a:cubicBezTo>
                <a:cubicBezTo>
                  <a:pt x="1565744" y="45574"/>
                  <a:pt x="1565456" y="41459"/>
                  <a:pt x="1565012" y="37632"/>
                </a:cubicBezTo>
                <a:cubicBezTo>
                  <a:pt x="1567503" y="38078"/>
                  <a:pt x="1569505" y="38300"/>
                  <a:pt x="1571017" y="38300"/>
                </a:cubicBezTo>
                <a:cubicBezTo>
                  <a:pt x="1571728" y="38300"/>
                  <a:pt x="1572506" y="38234"/>
                  <a:pt x="1573351" y="38101"/>
                </a:cubicBezTo>
                <a:cubicBezTo>
                  <a:pt x="1574196" y="37968"/>
                  <a:pt x="1575197" y="37811"/>
                  <a:pt x="1576354" y="37632"/>
                </a:cubicBezTo>
                <a:cubicBezTo>
                  <a:pt x="1576088" y="41192"/>
                  <a:pt x="1575955" y="44750"/>
                  <a:pt x="1575955" y="48308"/>
                </a:cubicBezTo>
                <a:lnTo>
                  <a:pt x="1576222" y="48308"/>
                </a:lnTo>
                <a:cubicBezTo>
                  <a:pt x="1578713" y="44483"/>
                  <a:pt x="1581693" y="41525"/>
                  <a:pt x="1585163" y="39434"/>
                </a:cubicBezTo>
                <a:cubicBezTo>
                  <a:pt x="1588633" y="37344"/>
                  <a:pt x="1592770" y="36299"/>
                  <a:pt x="1597574" y="36299"/>
                </a:cubicBezTo>
                <a:cubicBezTo>
                  <a:pt x="1600065" y="36299"/>
                  <a:pt x="1602578" y="36655"/>
                  <a:pt x="1605112" y="37368"/>
                </a:cubicBezTo>
                <a:cubicBezTo>
                  <a:pt x="1607648" y="38079"/>
                  <a:pt x="1609939" y="39302"/>
                  <a:pt x="1611985" y="41037"/>
                </a:cubicBezTo>
                <a:cubicBezTo>
                  <a:pt x="1614032" y="42772"/>
                  <a:pt x="1615700" y="45130"/>
                  <a:pt x="1616990" y="48111"/>
                </a:cubicBezTo>
                <a:cubicBezTo>
                  <a:pt x="1618279" y="51091"/>
                  <a:pt x="1618924" y="54893"/>
                  <a:pt x="1618924" y="59518"/>
                </a:cubicBezTo>
                <a:cubicBezTo>
                  <a:pt x="1618924" y="63344"/>
                  <a:pt x="1618835" y="67280"/>
                  <a:pt x="1618658" y="71328"/>
                </a:cubicBezTo>
                <a:cubicBezTo>
                  <a:pt x="1618480" y="75377"/>
                  <a:pt x="1618391" y="79670"/>
                  <a:pt x="1618391" y="84208"/>
                </a:cubicBezTo>
                <a:lnTo>
                  <a:pt x="1618391" y="92880"/>
                </a:lnTo>
                <a:cubicBezTo>
                  <a:pt x="1618391" y="94304"/>
                  <a:pt x="1618413" y="95706"/>
                  <a:pt x="1618458" y="97085"/>
                </a:cubicBezTo>
                <a:cubicBezTo>
                  <a:pt x="1618503" y="98464"/>
                  <a:pt x="1618569" y="99777"/>
                  <a:pt x="1618658" y="101021"/>
                </a:cubicBezTo>
                <a:cubicBezTo>
                  <a:pt x="1616878" y="100844"/>
                  <a:pt x="1615010" y="100755"/>
                  <a:pt x="1613054" y="100755"/>
                </a:cubicBezTo>
                <a:cubicBezTo>
                  <a:pt x="1611184" y="100755"/>
                  <a:pt x="1609361" y="100844"/>
                  <a:pt x="1607582" y="101021"/>
                </a:cubicBezTo>
                <a:cubicBezTo>
                  <a:pt x="1607760" y="96395"/>
                  <a:pt x="1607960" y="91636"/>
                  <a:pt x="1608181" y="86743"/>
                </a:cubicBezTo>
                <a:cubicBezTo>
                  <a:pt x="1608404" y="81849"/>
                  <a:pt x="1608515" y="76822"/>
                  <a:pt x="1608515" y="71662"/>
                </a:cubicBezTo>
                <a:lnTo>
                  <a:pt x="1608515" y="63521"/>
                </a:lnTo>
                <a:close/>
                <a:moveTo>
                  <a:pt x="1664565" y="40569"/>
                </a:moveTo>
                <a:cubicBezTo>
                  <a:pt x="1661273" y="40569"/>
                  <a:pt x="1658492" y="41325"/>
                  <a:pt x="1656222" y="42837"/>
                </a:cubicBezTo>
                <a:cubicBezTo>
                  <a:pt x="1653954" y="44349"/>
                  <a:pt x="1652086" y="46240"/>
                  <a:pt x="1650619" y="48510"/>
                </a:cubicBezTo>
                <a:cubicBezTo>
                  <a:pt x="1649151" y="50778"/>
                  <a:pt x="1648039" y="53269"/>
                  <a:pt x="1647283" y="55983"/>
                </a:cubicBezTo>
                <a:cubicBezTo>
                  <a:pt x="1646527" y="58697"/>
                  <a:pt x="1646060" y="61254"/>
                  <a:pt x="1645882" y="63656"/>
                </a:cubicBezTo>
                <a:cubicBezTo>
                  <a:pt x="1648639" y="63745"/>
                  <a:pt x="1651508" y="63835"/>
                  <a:pt x="1654487" y="63925"/>
                </a:cubicBezTo>
                <a:cubicBezTo>
                  <a:pt x="1657469" y="64013"/>
                  <a:pt x="1660382" y="64057"/>
                  <a:pt x="1663229" y="64057"/>
                </a:cubicBezTo>
                <a:cubicBezTo>
                  <a:pt x="1666165" y="64057"/>
                  <a:pt x="1669146" y="64013"/>
                  <a:pt x="1672170" y="63925"/>
                </a:cubicBezTo>
                <a:cubicBezTo>
                  <a:pt x="1675195" y="63835"/>
                  <a:pt x="1678131" y="63745"/>
                  <a:pt x="1680979" y="63656"/>
                </a:cubicBezTo>
                <a:cubicBezTo>
                  <a:pt x="1680979" y="61254"/>
                  <a:pt x="1680779" y="58719"/>
                  <a:pt x="1680379" y="56050"/>
                </a:cubicBezTo>
                <a:cubicBezTo>
                  <a:pt x="1679978" y="53380"/>
                  <a:pt x="1679177" y="50888"/>
                  <a:pt x="1677976" y="48575"/>
                </a:cubicBezTo>
                <a:cubicBezTo>
                  <a:pt x="1676774" y="46262"/>
                  <a:pt x="1675106" y="44349"/>
                  <a:pt x="1672971" y="42837"/>
                </a:cubicBezTo>
                <a:cubicBezTo>
                  <a:pt x="1670835" y="41325"/>
                  <a:pt x="1668033" y="40569"/>
                  <a:pt x="1664565" y="40569"/>
                </a:cubicBezTo>
                <a:moveTo>
                  <a:pt x="1633738" y="71396"/>
                </a:moveTo>
                <a:cubicBezTo>
                  <a:pt x="1633738" y="60453"/>
                  <a:pt x="1636340" y="51868"/>
                  <a:pt x="1641543" y="45641"/>
                </a:cubicBezTo>
                <a:cubicBezTo>
                  <a:pt x="1646748" y="39413"/>
                  <a:pt x="1654333" y="36299"/>
                  <a:pt x="1664298" y="36299"/>
                </a:cubicBezTo>
                <a:cubicBezTo>
                  <a:pt x="1669013" y="36299"/>
                  <a:pt x="1673083" y="37033"/>
                  <a:pt x="1676508" y="38502"/>
                </a:cubicBezTo>
                <a:cubicBezTo>
                  <a:pt x="1679933" y="39969"/>
                  <a:pt x="1682802" y="41926"/>
                  <a:pt x="1685115" y="44372"/>
                </a:cubicBezTo>
                <a:cubicBezTo>
                  <a:pt x="1687428" y="46819"/>
                  <a:pt x="1689141" y="49688"/>
                  <a:pt x="1690252" y="52980"/>
                </a:cubicBezTo>
                <a:cubicBezTo>
                  <a:pt x="1691364" y="56272"/>
                  <a:pt x="1691920" y="59786"/>
                  <a:pt x="1691920" y="63521"/>
                </a:cubicBezTo>
                <a:cubicBezTo>
                  <a:pt x="1691920" y="64412"/>
                  <a:pt x="1691898" y="65280"/>
                  <a:pt x="1691853" y="66126"/>
                </a:cubicBezTo>
                <a:cubicBezTo>
                  <a:pt x="1691810" y="66970"/>
                  <a:pt x="1691743" y="67837"/>
                  <a:pt x="1691653" y="68726"/>
                </a:cubicBezTo>
                <a:cubicBezTo>
                  <a:pt x="1686849" y="68638"/>
                  <a:pt x="1682090" y="68550"/>
                  <a:pt x="1677375" y="68461"/>
                </a:cubicBezTo>
                <a:cubicBezTo>
                  <a:pt x="1672660" y="68372"/>
                  <a:pt x="1667901" y="68327"/>
                  <a:pt x="1663097" y="68327"/>
                </a:cubicBezTo>
                <a:cubicBezTo>
                  <a:pt x="1660160" y="68327"/>
                  <a:pt x="1657247" y="68372"/>
                  <a:pt x="1654355" y="68461"/>
                </a:cubicBezTo>
                <a:cubicBezTo>
                  <a:pt x="1651464" y="68550"/>
                  <a:pt x="1648550" y="68638"/>
                  <a:pt x="1645613" y="68726"/>
                </a:cubicBezTo>
                <a:cubicBezTo>
                  <a:pt x="1645525" y="69171"/>
                  <a:pt x="1645481" y="69839"/>
                  <a:pt x="1645481" y="70728"/>
                </a:cubicBezTo>
                <a:lnTo>
                  <a:pt x="1645481" y="72463"/>
                </a:lnTo>
                <a:cubicBezTo>
                  <a:pt x="1645481" y="75932"/>
                  <a:pt x="1645992" y="79180"/>
                  <a:pt x="1647014" y="82206"/>
                </a:cubicBezTo>
                <a:cubicBezTo>
                  <a:pt x="1648038" y="85231"/>
                  <a:pt x="1649528" y="87833"/>
                  <a:pt x="1651486" y="90013"/>
                </a:cubicBezTo>
                <a:cubicBezTo>
                  <a:pt x="1653443" y="92192"/>
                  <a:pt x="1655846" y="93927"/>
                  <a:pt x="1658692" y="95218"/>
                </a:cubicBezTo>
                <a:cubicBezTo>
                  <a:pt x="1661539" y="96508"/>
                  <a:pt x="1664831" y="97152"/>
                  <a:pt x="1668568" y="97152"/>
                </a:cubicBezTo>
                <a:cubicBezTo>
                  <a:pt x="1670347" y="97152"/>
                  <a:pt x="1672170" y="96908"/>
                  <a:pt x="1674038" y="96419"/>
                </a:cubicBezTo>
                <a:cubicBezTo>
                  <a:pt x="1675907" y="95929"/>
                  <a:pt x="1677731" y="95261"/>
                  <a:pt x="1679509" y="94416"/>
                </a:cubicBezTo>
                <a:cubicBezTo>
                  <a:pt x="1681289" y="93570"/>
                  <a:pt x="1682957" y="92569"/>
                  <a:pt x="1684514" y="91414"/>
                </a:cubicBezTo>
                <a:cubicBezTo>
                  <a:pt x="1686071" y="90258"/>
                  <a:pt x="1687428" y="89011"/>
                  <a:pt x="1688585" y="87676"/>
                </a:cubicBezTo>
                <a:lnTo>
                  <a:pt x="1689253" y="88077"/>
                </a:lnTo>
                <a:lnTo>
                  <a:pt x="1688452" y="94615"/>
                </a:lnTo>
                <a:cubicBezTo>
                  <a:pt x="1685782" y="96751"/>
                  <a:pt x="1682468" y="98574"/>
                  <a:pt x="1678509" y="100087"/>
                </a:cubicBezTo>
                <a:cubicBezTo>
                  <a:pt x="1674551" y="101599"/>
                  <a:pt x="1670436" y="102355"/>
                  <a:pt x="1666165" y="102355"/>
                </a:cubicBezTo>
                <a:cubicBezTo>
                  <a:pt x="1661361" y="102355"/>
                  <a:pt x="1656979" y="101621"/>
                  <a:pt x="1653019" y="100154"/>
                </a:cubicBezTo>
                <a:cubicBezTo>
                  <a:pt x="1649061" y="98686"/>
                  <a:pt x="1645636" y="96552"/>
                  <a:pt x="1642744" y="93750"/>
                </a:cubicBezTo>
                <a:cubicBezTo>
                  <a:pt x="1639854" y="90947"/>
                  <a:pt x="1637631" y="87632"/>
                  <a:pt x="1636073" y="83807"/>
                </a:cubicBezTo>
                <a:cubicBezTo>
                  <a:pt x="1634516" y="79981"/>
                  <a:pt x="1633738" y="75844"/>
                  <a:pt x="1633738" y="71396"/>
                </a:cubicBezTo>
                <a:close/>
                <a:moveTo>
                  <a:pt x="1794491" y="11476"/>
                </a:moveTo>
                <a:cubicBezTo>
                  <a:pt x="1792357" y="10142"/>
                  <a:pt x="1789911" y="9475"/>
                  <a:pt x="1787152" y="9475"/>
                </a:cubicBezTo>
                <a:cubicBezTo>
                  <a:pt x="1785195" y="9475"/>
                  <a:pt x="1783526" y="9853"/>
                  <a:pt x="1782147" y="10609"/>
                </a:cubicBezTo>
                <a:cubicBezTo>
                  <a:pt x="1780768" y="11365"/>
                  <a:pt x="1779634" y="12344"/>
                  <a:pt x="1778745" y="13545"/>
                </a:cubicBezTo>
                <a:cubicBezTo>
                  <a:pt x="1777855" y="14747"/>
                  <a:pt x="1777211" y="16148"/>
                  <a:pt x="1776810" y="17750"/>
                </a:cubicBezTo>
                <a:cubicBezTo>
                  <a:pt x="1776410" y="19351"/>
                  <a:pt x="1776209" y="21041"/>
                  <a:pt x="1776209" y="22820"/>
                </a:cubicBezTo>
                <a:cubicBezTo>
                  <a:pt x="1776209" y="24422"/>
                  <a:pt x="1776365" y="26736"/>
                  <a:pt x="1776676" y="29760"/>
                </a:cubicBezTo>
                <a:cubicBezTo>
                  <a:pt x="1776988" y="32785"/>
                  <a:pt x="1777366" y="35676"/>
                  <a:pt x="1777810" y="38435"/>
                </a:cubicBezTo>
                <a:cubicBezTo>
                  <a:pt x="1780123" y="38435"/>
                  <a:pt x="1782414" y="38412"/>
                  <a:pt x="1784682" y="38367"/>
                </a:cubicBezTo>
                <a:cubicBezTo>
                  <a:pt x="1786952" y="38323"/>
                  <a:pt x="1789244" y="38300"/>
                  <a:pt x="1791557" y="38300"/>
                </a:cubicBezTo>
                <a:cubicBezTo>
                  <a:pt x="1791467" y="38745"/>
                  <a:pt x="1791400" y="39191"/>
                  <a:pt x="1791355" y="39636"/>
                </a:cubicBezTo>
                <a:cubicBezTo>
                  <a:pt x="1791312" y="40080"/>
                  <a:pt x="1791290" y="40524"/>
                  <a:pt x="1791290" y="40970"/>
                </a:cubicBezTo>
                <a:cubicBezTo>
                  <a:pt x="1791290" y="41415"/>
                  <a:pt x="1791312" y="41860"/>
                  <a:pt x="1791355" y="42306"/>
                </a:cubicBezTo>
                <a:cubicBezTo>
                  <a:pt x="1791400" y="42749"/>
                  <a:pt x="1791467" y="43194"/>
                  <a:pt x="1791557" y="43639"/>
                </a:cubicBezTo>
                <a:cubicBezTo>
                  <a:pt x="1789244" y="43550"/>
                  <a:pt x="1786952" y="43461"/>
                  <a:pt x="1784682" y="43373"/>
                </a:cubicBezTo>
                <a:cubicBezTo>
                  <a:pt x="1782414" y="43283"/>
                  <a:pt x="1780123" y="43238"/>
                  <a:pt x="1777810" y="43238"/>
                </a:cubicBezTo>
                <a:cubicBezTo>
                  <a:pt x="1777810" y="52935"/>
                  <a:pt x="1777832" y="62566"/>
                  <a:pt x="1777877" y="72131"/>
                </a:cubicBezTo>
                <a:cubicBezTo>
                  <a:pt x="1777922" y="81694"/>
                  <a:pt x="1778078" y="91325"/>
                  <a:pt x="1778345" y="101021"/>
                </a:cubicBezTo>
                <a:cubicBezTo>
                  <a:pt x="1777367" y="100844"/>
                  <a:pt x="1776388" y="100755"/>
                  <a:pt x="1775409" y="100755"/>
                </a:cubicBezTo>
                <a:cubicBezTo>
                  <a:pt x="1774430" y="100755"/>
                  <a:pt x="1773496" y="100755"/>
                  <a:pt x="1772605" y="100755"/>
                </a:cubicBezTo>
                <a:cubicBezTo>
                  <a:pt x="1770737" y="100755"/>
                  <a:pt x="1768780" y="100844"/>
                  <a:pt x="1766735" y="101021"/>
                </a:cubicBezTo>
                <a:cubicBezTo>
                  <a:pt x="1767358" y="91325"/>
                  <a:pt x="1767713" y="81739"/>
                  <a:pt x="1767802" y="72263"/>
                </a:cubicBezTo>
                <a:cubicBezTo>
                  <a:pt x="1767891" y="62788"/>
                  <a:pt x="1767936" y="53113"/>
                  <a:pt x="1767936" y="43238"/>
                </a:cubicBezTo>
                <a:cubicBezTo>
                  <a:pt x="1766334" y="43238"/>
                  <a:pt x="1764732" y="43283"/>
                  <a:pt x="1763130" y="43373"/>
                </a:cubicBezTo>
                <a:cubicBezTo>
                  <a:pt x="1761530" y="43461"/>
                  <a:pt x="1759929" y="43550"/>
                  <a:pt x="1758327" y="43639"/>
                </a:cubicBezTo>
                <a:cubicBezTo>
                  <a:pt x="1758417" y="43194"/>
                  <a:pt x="1758483" y="42749"/>
                  <a:pt x="1758526" y="42306"/>
                </a:cubicBezTo>
                <a:cubicBezTo>
                  <a:pt x="1758571" y="41860"/>
                  <a:pt x="1758594" y="41415"/>
                  <a:pt x="1758594" y="40970"/>
                </a:cubicBezTo>
                <a:cubicBezTo>
                  <a:pt x="1758594" y="40524"/>
                  <a:pt x="1758571" y="40080"/>
                  <a:pt x="1758526" y="39636"/>
                </a:cubicBezTo>
                <a:cubicBezTo>
                  <a:pt x="1758483" y="39191"/>
                  <a:pt x="1758417" y="38745"/>
                  <a:pt x="1758327" y="38300"/>
                </a:cubicBezTo>
                <a:cubicBezTo>
                  <a:pt x="1759929" y="38300"/>
                  <a:pt x="1761552" y="38323"/>
                  <a:pt x="1763198" y="38367"/>
                </a:cubicBezTo>
                <a:cubicBezTo>
                  <a:pt x="1764844" y="38412"/>
                  <a:pt x="1766424" y="38435"/>
                  <a:pt x="1767936" y="38435"/>
                </a:cubicBezTo>
                <a:cubicBezTo>
                  <a:pt x="1767936" y="35854"/>
                  <a:pt x="1768203" y="33051"/>
                  <a:pt x="1768736" y="30027"/>
                </a:cubicBezTo>
                <a:cubicBezTo>
                  <a:pt x="1769270" y="27002"/>
                  <a:pt x="1770048" y="24022"/>
                  <a:pt x="1771070" y="21086"/>
                </a:cubicBezTo>
                <a:cubicBezTo>
                  <a:pt x="1772093" y="18149"/>
                  <a:pt x="1773317" y="15369"/>
                  <a:pt x="1774741" y="12745"/>
                </a:cubicBezTo>
                <a:cubicBezTo>
                  <a:pt x="1776165" y="10121"/>
                  <a:pt x="1777766" y="7919"/>
                  <a:pt x="1779545" y="6139"/>
                </a:cubicBezTo>
                <a:cubicBezTo>
                  <a:pt x="1781147" y="4537"/>
                  <a:pt x="1783171" y="3114"/>
                  <a:pt x="1785617" y="1869"/>
                </a:cubicBezTo>
                <a:cubicBezTo>
                  <a:pt x="1788063" y="623"/>
                  <a:pt x="1790577" y="0"/>
                  <a:pt x="1793157" y="0"/>
                </a:cubicBezTo>
                <a:cubicBezTo>
                  <a:pt x="1794136" y="0"/>
                  <a:pt x="1795026" y="134"/>
                  <a:pt x="1795827" y="401"/>
                </a:cubicBezTo>
                <a:cubicBezTo>
                  <a:pt x="1795737" y="2181"/>
                  <a:pt x="1795626" y="3961"/>
                  <a:pt x="1795493" y="5740"/>
                </a:cubicBezTo>
                <a:cubicBezTo>
                  <a:pt x="1795360" y="7519"/>
                  <a:pt x="1795293" y="9298"/>
                  <a:pt x="1795293" y="11077"/>
                </a:cubicBezTo>
                <a:lnTo>
                  <a:pt x="1794491" y="11476"/>
                </a:lnTo>
                <a:close/>
                <a:moveTo>
                  <a:pt x="1809571" y="69528"/>
                </a:moveTo>
                <a:cubicBezTo>
                  <a:pt x="1809571" y="73264"/>
                  <a:pt x="1809904" y="76867"/>
                  <a:pt x="1810571" y="80337"/>
                </a:cubicBezTo>
                <a:cubicBezTo>
                  <a:pt x="1811239" y="83807"/>
                  <a:pt x="1812373" y="86898"/>
                  <a:pt x="1813973" y="89612"/>
                </a:cubicBezTo>
                <a:cubicBezTo>
                  <a:pt x="1815575" y="92326"/>
                  <a:pt x="1817711" y="94484"/>
                  <a:pt x="1820379" y="96085"/>
                </a:cubicBezTo>
                <a:cubicBezTo>
                  <a:pt x="1823048" y="97686"/>
                  <a:pt x="1826340" y="98486"/>
                  <a:pt x="1830255" y="98486"/>
                </a:cubicBezTo>
                <a:cubicBezTo>
                  <a:pt x="1834170" y="98486"/>
                  <a:pt x="1837462" y="97686"/>
                  <a:pt x="1840131" y="96085"/>
                </a:cubicBezTo>
                <a:cubicBezTo>
                  <a:pt x="1842800" y="94484"/>
                  <a:pt x="1844935" y="92326"/>
                  <a:pt x="1846535" y="89612"/>
                </a:cubicBezTo>
                <a:cubicBezTo>
                  <a:pt x="1848137" y="86898"/>
                  <a:pt x="1849271" y="83807"/>
                  <a:pt x="1849938" y="80337"/>
                </a:cubicBezTo>
                <a:cubicBezTo>
                  <a:pt x="1850606" y="76867"/>
                  <a:pt x="1850940" y="73264"/>
                  <a:pt x="1850940" y="69528"/>
                </a:cubicBezTo>
                <a:cubicBezTo>
                  <a:pt x="1850940" y="65791"/>
                  <a:pt x="1850606" y="62188"/>
                  <a:pt x="1849938" y="58718"/>
                </a:cubicBezTo>
                <a:cubicBezTo>
                  <a:pt x="1849271" y="55248"/>
                  <a:pt x="1848137" y="52157"/>
                  <a:pt x="1846535" y="49445"/>
                </a:cubicBezTo>
                <a:cubicBezTo>
                  <a:pt x="1844935" y="46731"/>
                  <a:pt x="1842800" y="44573"/>
                  <a:pt x="1840131" y="42971"/>
                </a:cubicBezTo>
                <a:cubicBezTo>
                  <a:pt x="1837462" y="41370"/>
                  <a:pt x="1834170" y="40569"/>
                  <a:pt x="1830255" y="40569"/>
                </a:cubicBezTo>
                <a:cubicBezTo>
                  <a:pt x="1826340" y="40569"/>
                  <a:pt x="1823048" y="41370"/>
                  <a:pt x="1820379" y="42971"/>
                </a:cubicBezTo>
                <a:cubicBezTo>
                  <a:pt x="1817711" y="44573"/>
                  <a:pt x="1815575" y="46731"/>
                  <a:pt x="1813973" y="49445"/>
                </a:cubicBezTo>
                <a:cubicBezTo>
                  <a:pt x="1812373" y="52157"/>
                  <a:pt x="1811239" y="55248"/>
                  <a:pt x="1810571" y="58718"/>
                </a:cubicBezTo>
                <a:cubicBezTo>
                  <a:pt x="1809904" y="62188"/>
                  <a:pt x="1809571" y="65791"/>
                  <a:pt x="1809571" y="69528"/>
                </a:cubicBezTo>
                <a:moveTo>
                  <a:pt x="1797828" y="69528"/>
                </a:moveTo>
                <a:cubicBezTo>
                  <a:pt x="1797828" y="63478"/>
                  <a:pt x="1798784" y="58340"/>
                  <a:pt x="1800697" y="54114"/>
                </a:cubicBezTo>
                <a:cubicBezTo>
                  <a:pt x="1802610" y="49888"/>
                  <a:pt x="1805122" y="46463"/>
                  <a:pt x="1808235" y="43839"/>
                </a:cubicBezTo>
                <a:cubicBezTo>
                  <a:pt x="1811349" y="41215"/>
                  <a:pt x="1814841" y="39302"/>
                  <a:pt x="1818712" y="38101"/>
                </a:cubicBezTo>
                <a:cubicBezTo>
                  <a:pt x="1822582" y="36899"/>
                  <a:pt x="1826430" y="36299"/>
                  <a:pt x="1830255" y="36299"/>
                </a:cubicBezTo>
                <a:cubicBezTo>
                  <a:pt x="1834170" y="36299"/>
                  <a:pt x="1838041" y="36899"/>
                  <a:pt x="1841866" y="38101"/>
                </a:cubicBezTo>
                <a:cubicBezTo>
                  <a:pt x="1845692" y="39302"/>
                  <a:pt x="1849161" y="41215"/>
                  <a:pt x="1852274" y="43839"/>
                </a:cubicBezTo>
                <a:cubicBezTo>
                  <a:pt x="1855388" y="46463"/>
                  <a:pt x="1857901" y="49888"/>
                  <a:pt x="1859814" y="54114"/>
                </a:cubicBezTo>
                <a:cubicBezTo>
                  <a:pt x="1861727" y="58340"/>
                  <a:pt x="1862683" y="63478"/>
                  <a:pt x="1862683" y="69528"/>
                </a:cubicBezTo>
                <a:cubicBezTo>
                  <a:pt x="1862683" y="75577"/>
                  <a:pt x="1861727" y="80715"/>
                  <a:pt x="1859814" y="84941"/>
                </a:cubicBezTo>
                <a:cubicBezTo>
                  <a:pt x="1857901" y="89167"/>
                  <a:pt x="1855388" y="92593"/>
                  <a:pt x="1852274" y="95218"/>
                </a:cubicBezTo>
                <a:cubicBezTo>
                  <a:pt x="1849161" y="97842"/>
                  <a:pt x="1845692" y="99688"/>
                  <a:pt x="1841866" y="100755"/>
                </a:cubicBezTo>
                <a:cubicBezTo>
                  <a:pt x="1838041" y="101822"/>
                  <a:pt x="1834170" y="102355"/>
                  <a:pt x="1830255" y="102355"/>
                </a:cubicBezTo>
                <a:cubicBezTo>
                  <a:pt x="1826430" y="102355"/>
                  <a:pt x="1822582" y="101822"/>
                  <a:pt x="1818712" y="100755"/>
                </a:cubicBezTo>
                <a:cubicBezTo>
                  <a:pt x="1814841" y="99688"/>
                  <a:pt x="1811349" y="97842"/>
                  <a:pt x="1808235" y="95218"/>
                </a:cubicBezTo>
                <a:cubicBezTo>
                  <a:pt x="1805122" y="92593"/>
                  <a:pt x="1802610" y="89167"/>
                  <a:pt x="1800697" y="84941"/>
                </a:cubicBezTo>
                <a:cubicBezTo>
                  <a:pt x="1798784" y="80715"/>
                  <a:pt x="1797828" y="75577"/>
                  <a:pt x="1797828" y="69528"/>
                </a:cubicBezTo>
                <a:close/>
                <a:moveTo>
                  <a:pt x="1880967" y="38834"/>
                </a:moveTo>
                <a:cubicBezTo>
                  <a:pt x="1880967" y="35809"/>
                  <a:pt x="1880944" y="32518"/>
                  <a:pt x="1880899" y="28960"/>
                </a:cubicBezTo>
                <a:cubicBezTo>
                  <a:pt x="1880855" y="25400"/>
                  <a:pt x="1880787" y="21886"/>
                  <a:pt x="1880698" y="18416"/>
                </a:cubicBezTo>
                <a:cubicBezTo>
                  <a:pt x="1880610" y="14946"/>
                  <a:pt x="1880498" y="11633"/>
                  <a:pt x="1880364" y="8475"/>
                </a:cubicBezTo>
                <a:cubicBezTo>
                  <a:pt x="1880231" y="5316"/>
                  <a:pt x="1880075" y="2625"/>
                  <a:pt x="1879898" y="401"/>
                </a:cubicBezTo>
                <a:cubicBezTo>
                  <a:pt x="1882389" y="846"/>
                  <a:pt x="1884391" y="1069"/>
                  <a:pt x="1885905" y="1069"/>
                </a:cubicBezTo>
                <a:cubicBezTo>
                  <a:pt x="1887417" y="1069"/>
                  <a:pt x="1889418" y="846"/>
                  <a:pt x="1891909" y="401"/>
                </a:cubicBezTo>
                <a:cubicBezTo>
                  <a:pt x="1891732" y="2625"/>
                  <a:pt x="1891576" y="5316"/>
                  <a:pt x="1891441" y="8475"/>
                </a:cubicBezTo>
                <a:cubicBezTo>
                  <a:pt x="1891308" y="11633"/>
                  <a:pt x="1891197" y="14946"/>
                  <a:pt x="1891107" y="18416"/>
                </a:cubicBezTo>
                <a:cubicBezTo>
                  <a:pt x="1891019" y="21886"/>
                  <a:pt x="1890952" y="25400"/>
                  <a:pt x="1890908" y="28960"/>
                </a:cubicBezTo>
                <a:cubicBezTo>
                  <a:pt x="1890863" y="32518"/>
                  <a:pt x="1890840" y="35809"/>
                  <a:pt x="1890840" y="38834"/>
                </a:cubicBezTo>
                <a:lnTo>
                  <a:pt x="1890840" y="62988"/>
                </a:lnTo>
                <a:cubicBezTo>
                  <a:pt x="1890840" y="66014"/>
                  <a:pt x="1890863" y="69306"/>
                  <a:pt x="1890908" y="72864"/>
                </a:cubicBezTo>
                <a:cubicBezTo>
                  <a:pt x="1890952" y="76422"/>
                  <a:pt x="1891019" y="79936"/>
                  <a:pt x="1891107" y="83406"/>
                </a:cubicBezTo>
                <a:cubicBezTo>
                  <a:pt x="1891197" y="86875"/>
                  <a:pt x="1891308" y="90167"/>
                  <a:pt x="1891441" y="93282"/>
                </a:cubicBezTo>
                <a:cubicBezTo>
                  <a:pt x="1891576" y="96396"/>
                  <a:pt x="1891732" y="98976"/>
                  <a:pt x="1891909" y="101021"/>
                </a:cubicBezTo>
                <a:cubicBezTo>
                  <a:pt x="1889862" y="100844"/>
                  <a:pt x="1887861" y="100755"/>
                  <a:pt x="1885905" y="100755"/>
                </a:cubicBezTo>
                <a:cubicBezTo>
                  <a:pt x="1883947" y="100755"/>
                  <a:pt x="1881945" y="100844"/>
                  <a:pt x="1879898" y="101021"/>
                </a:cubicBezTo>
                <a:cubicBezTo>
                  <a:pt x="1880075" y="98976"/>
                  <a:pt x="1880231" y="96396"/>
                  <a:pt x="1880364" y="93282"/>
                </a:cubicBezTo>
                <a:cubicBezTo>
                  <a:pt x="1880498" y="90167"/>
                  <a:pt x="1880610" y="86875"/>
                  <a:pt x="1880698" y="83406"/>
                </a:cubicBezTo>
                <a:cubicBezTo>
                  <a:pt x="1880787" y="79936"/>
                  <a:pt x="1880855" y="76422"/>
                  <a:pt x="1880899" y="72864"/>
                </a:cubicBezTo>
                <a:cubicBezTo>
                  <a:pt x="1880944" y="69306"/>
                  <a:pt x="1880967" y="66014"/>
                  <a:pt x="1880967" y="62988"/>
                </a:cubicBezTo>
                <a:lnTo>
                  <a:pt x="1880967" y="38834"/>
                </a:lnTo>
                <a:close/>
                <a:moveTo>
                  <a:pt x="1918066" y="38834"/>
                </a:moveTo>
                <a:cubicBezTo>
                  <a:pt x="1918066" y="35809"/>
                  <a:pt x="1918043" y="32518"/>
                  <a:pt x="1917999" y="28960"/>
                </a:cubicBezTo>
                <a:cubicBezTo>
                  <a:pt x="1917954" y="25400"/>
                  <a:pt x="1917887" y="21886"/>
                  <a:pt x="1917797" y="18416"/>
                </a:cubicBezTo>
                <a:cubicBezTo>
                  <a:pt x="1917709" y="14946"/>
                  <a:pt x="1917597" y="11633"/>
                  <a:pt x="1917463" y="8475"/>
                </a:cubicBezTo>
                <a:cubicBezTo>
                  <a:pt x="1917330" y="5316"/>
                  <a:pt x="1917175" y="2625"/>
                  <a:pt x="1916997" y="401"/>
                </a:cubicBezTo>
                <a:cubicBezTo>
                  <a:pt x="1919488" y="846"/>
                  <a:pt x="1921490" y="1069"/>
                  <a:pt x="1923004" y="1069"/>
                </a:cubicBezTo>
                <a:cubicBezTo>
                  <a:pt x="1924516" y="1069"/>
                  <a:pt x="1926518" y="846"/>
                  <a:pt x="1929009" y="401"/>
                </a:cubicBezTo>
                <a:cubicBezTo>
                  <a:pt x="1928831" y="2625"/>
                  <a:pt x="1928675" y="5316"/>
                  <a:pt x="1928540" y="8475"/>
                </a:cubicBezTo>
                <a:cubicBezTo>
                  <a:pt x="1928407" y="11633"/>
                  <a:pt x="1928296" y="14946"/>
                  <a:pt x="1928206" y="18416"/>
                </a:cubicBezTo>
                <a:cubicBezTo>
                  <a:pt x="1928118" y="21886"/>
                  <a:pt x="1928052" y="25400"/>
                  <a:pt x="1928007" y="28960"/>
                </a:cubicBezTo>
                <a:cubicBezTo>
                  <a:pt x="1927962" y="32518"/>
                  <a:pt x="1927940" y="35809"/>
                  <a:pt x="1927940" y="38834"/>
                </a:cubicBezTo>
                <a:lnTo>
                  <a:pt x="1927940" y="62988"/>
                </a:lnTo>
                <a:cubicBezTo>
                  <a:pt x="1927940" y="66014"/>
                  <a:pt x="1927962" y="69306"/>
                  <a:pt x="1928007" y="72864"/>
                </a:cubicBezTo>
                <a:cubicBezTo>
                  <a:pt x="1928052" y="76422"/>
                  <a:pt x="1928118" y="79936"/>
                  <a:pt x="1928206" y="83406"/>
                </a:cubicBezTo>
                <a:cubicBezTo>
                  <a:pt x="1928296" y="86875"/>
                  <a:pt x="1928407" y="90167"/>
                  <a:pt x="1928540" y="93282"/>
                </a:cubicBezTo>
                <a:cubicBezTo>
                  <a:pt x="1928675" y="96396"/>
                  <a:pt x="1928831" y="98976"/>
                  <a:pt x="1929009" y="101021"/>
                </a:cubicBezTo>
                <a:cubicBezTo>
                  <a:pt x="1926962" y="100844"/>
                  <a:pt x="1924960" y="100755"/>
                  <a:pt x="1923004" y="100755"/>
                </a:cubicBezTo>
                <a:cubicBezTo>
                  <a:pt x="1921046" y="100755"/>
                  <a:pt x="1919044" y="100844"/>
                  <a:pt x="1916997" y="101021"/>
                </a:cubicBezTo>
                <a:cubicBezTo>
                  <a:pt x="1917175" y="98976"/>
                  <a:pt x="1917330" y="96396"/>
                  <a:pt x="1917463" y="93282"/>
                </a:cubicBezTo>
                <a:cubicBezTo>
                  <a:pt x="1917597" y="90167"/>
                  <a:pt x="1917709" y="86875"/>
                  <a:pt x="1917797" y="83406"/>
                </a:cubicBezTo>
                <a:cubicBezTo>
                  <a:pt x="1917887" y="79936"/>
                  <a:pt x="1917954" y="76422"/>
                  <a:pt x="1917999" y="72864"/>
                </a:cubicBezTo>
                <a:cubicBezTo>
                  <a:pt x="1918043" y="69306"/>
                  <a:pt x="1918066" y="66014"/>
                  <a:pt x="1918066" y="62988"/>
                </a:cubicBezTo>
                <a:lnTo>
                  <a:pt x="1918066" y="38834"/>
                </a:lnTo>
                <a:close/>
                <a:moveTo>
                  <a:pt x="1957966" y="69528"/>
                </a:moveTo>
                <a:cubicBezTo>
                  <a:pt x="1957966" y="73264"/>
                  <a:pt x="1958299" y="76867"/>
                  <a:pt x="1958966" y="80337"/>
                </a:cubicBezTo>
                <a:cubicBezTo>
                  <a:pt x="1959634" y="83807"/>
                  <a:pt x="1960768" y="86898"/>
                  <a:pt x="1962368" y="89612"/>
                </a:cubicBezTo>
                <a:cubicBezTo>
                  <a:pt x="1963970" y="92326"/>
                  <a:pt x="1966106" y="94484"/>
                  <a:pt x="1968775" y="96085"/>
                </a:cubicBezTo>
                <a:cubicBezTo>
                  <a:pt x="1971443" y="97686"/>
                  <a:pt x="1974735" y="98486"/>
                  <a:pt x="1978650" y="98486"/>
                </a:cubicBezTo>
                <a:cubicBezTo>
                  <a:pt x="1982566" y="98486"/>
                  <a:pt x="1985858" y="97686"/>
                  <a:pt x="1988526" y="96085"/>
                </a:cubicBezTo>
                <a:cubicBezTo>
                  <a:pt x="1991195" y="94484"/>
                  <a:pt x="1993330" y="92326"/>
                  <a:pt x="1994930" y="89612"/>
                </a:cubicBezTo>
                <a:cubicBezTo>
                  <a:pt x="1996532" y="86898"/>
                  <a:pt x="1997667" y="83807"/>
                  <a:pt x="1998333" y="80337"/>
                </a:cubicBezTo>
                <a:cubicBezTo>
                  <a:pt x="1999001" y="76867"/>
                  <a:pt x="1999335" y="73264"/>
                  <a:pt x="1999335" y="69528"/>
                </a:cubicBezTo>
                <a:cubicBezTo>
                  <a:pt x="1999335" y="65791"/>
                  <a:pt x="1999001" y="62188"/>
                  <a:pt x="1998333" y="58718"/>
                </a:cubicBezTo>
                <a:cubicBezTo>
                  <a:pt x="1997667" y="55248"/>
                  <a:pt x="1996532" y="52157"/>
                  <a:pt x="1994930" y="49445"/>
                </a:cubicBezTo>
                <a:cubicBezTo>
                  <a:pt x="1993330" y="46731"/>
                  <a:pt x="1991195" y="44573"/>
                  <a:pt x="1988526" y="42971"/>
                </a:cubicBezTo>
                <a:cubicBezTo>
                  <a:pt x="1985858" y="41370"/>
                  <a:pt x="1982566" y="40569"/>
                  <a:pt x="1978650" y="40569"/>
                </a:cubicBezTo>
                <a:cubicBezTo>
                  <a:pt x="1974735" y="40569"/>
                  <a:pt x="1971443" y="41370"/>
                  <a:pt x="1968775" y="42971"/>
                </a:cubicBezTo>
                <a:cubicBezTo>
                  <a:pt x="1966106" y="44573"/>
                  <a:pt x="1963970" y="46731"/>
                  <a:pt x="1962368" y="49445"/>
                </a:cubicBezTo>
                <a:cubicBezTo>
                  <a:pt x="1960768" y="52157"/>
                  <a:pt x="1959634" y="55248"/>
                  <a:pt x="1958966" y="58718"/>
                </a:cubicBezTo>
                <a:cubicBezTo>
                  <a:pt x="1958299" y="62188"/>
                  <a:pt x="1957966" y="65791"/>
                  <a:pt x="1957966" y="69528"/>
                </a:cubicBezTo>
                <a:moveTo>
                  <a:pt x="1946223" y="69528"/>
                </a:moveTo>
                <a:cubicBezTo>
                  <a:pt x="1946223" y="63478"/>
                  <a:pt x="1947179" y="58340"/>
                  <a:pt x="1949092" y="54114"/>
                </a:cubicBezTo>
                <a:cubicBezTo>
                  <a:pt x="1951005" y="49888"/>
                  <a:pt x="1953517" y="46463"/>
                  <a:pt x="1956630" y="43839"/>
                </a:cubicBezTo>
                <a:cubicBezTo>
                  <a:pt x="1959744" y="41215"/>
                  <a:pt x="1963237" y="39302"/>
                  <a:pt x="1967107" y="38101"/>
                </a:cubicBezTo>
                <a:cubicBezTo>
                  <a:pt x="1970977" y="36899"/>
                  <a:pt x="1974825" y="36299"/>
                  <a:pt x="1978650" y="36299"/>
                </a:cubicBezTo>
                <a:cubicBezTo>
                  <a:pt x="1982566" y="36299"/>
                  <a:pt x="1986436" y="36899"/>
                  <a:pt x="1990261" y="38101"/>
                </a:cubicBezTo>
                <a:cubicBezTo>
                  <a:pt x="1994087" y="39302"/>
                  <a:pt x="1997556" y="41215"/>
                  <a:pt x="2000669" y="43839"/>
                </a:cubicBezTo>
                <a:cubicBezTo>
                  <a:pt x="2003783" y="46463"/>
                  <a:pt x="2006296" y="49888"/>
                  <a:pt x="2008209" y="54114"/>
                </a:cubicBezTo>
                <a:cubicBezTo>
                  <a:pt x="2010122" y="58340"/>
                  <a:pt x="2011078" y="63478"/>
                  <a:pt x="2011078" y="69528"/>
                </a:cubicBezTo>
                <a:cubicBezTo>
                  <a:pt x="2011078" y="75577"/>
                  <a:pt x="2010122" y="80715"/>
                  <a:pt x="2008209" y="84941"/>
                </a:cubicBezTo>
                <a:cubicBezTo>
                  <a:pt x="2006296" y="89167"/>
                  <a:pt x="2003783" y="92593"/>
                  <a:pt x="2000669" y="95218"/>
                </a:cubicBezTo>
                <a:cubicBezTo>
                  <a:pt x="1997556" y="97842"/>
                  <a:pt x="1994087" y="99688"/>
                  <a:pt x="1990261" y="100755"/>
                </a:cubicBezTo>
                <a:cubicBezTo>
                  <a:pt x="1986436" y="101822"/>
                  <a:pt x="1982566" y="102355"/>
                  <a:pt x="1978650" y="102355"/>
                </a:cubicBezTo>
                <a:cubicBezTo>
                  <a:pt x="1974825" y="102355"/>
                  <a:pt x="1970977" y="101822"/>
                  <a:pt x="1967107" y="100755"/>
                </a:cubicBezTo>
                <a:cubicBezTo>
                  <a:pt x="1963237" y="99688"/>
                  <a:pt x="1959744" y="97842"/>
                  <a:pt x="1956630" y="95218"/>
                </a:cubicBezTo>
                <a:cubicBezTo>
                  <a:pt x="1953517" y="92593"/>
                  <a:pt x="1951005" y="89167"/>
                  <a:pt x="1949092" y="84941"/>
                </a:cubicBezTo>
                <a:cubicBezTo>
                  <a:pt x="1947179" y="80715"/>
                  <a:pt x="1946223" y="75577"/>
                  <a:pt x="1946223" y="69528"/>
                </a:cubicBezTo>
                <a:close/>
                <a:moveTo>
                  <a:pt x="2039903" y="101021"/>
                </a:moveTo>
                <a:cubicBezTo>
                  <a:pt x="2038836" y="97729"/>
                  <a:pt x="2037413" y="93548"/>
                  <a:pt x="2035633" y="88478"/>
                </a:cubicBezTo>
                <a:cubicBezTo>
                  <a:pt x="2033855" y="83406"/>
                  <a:pt x="2031919" y="78001"/>
                  <a:pt x="2029827" y="72263"/>
                </a:cubicBezTo>
                <a:cubicBezTo>
                  <a:pt x="2027737" y="66525"/>
                  <a:pt x="2025557" y="60654"/>
                  <a:pt x="2023289" y="54649"/>
                </a:cubicBezTo>
                <a:cubicBezTo>
                  <a:pt x="2021021" y="48644"/>
                  <a:pt x="2018775" y="42971"/>
                  <a:pt x="2016551" y="37632"/>
                </a:cubicBezTo>
                <a:cubicBezTo>
                  <a:pt x="2017618" y="37811"/>
                  <a:pt x="2018663" y="37968"/>
                  <a:pt x="2019685" y="38101"/>
                </a:cubicBezTo>
                <a:cubicBezTo>
                  <a:pt x="2020708" y="38234"/>
                  <a:pt x="2021754" y="38300"/>
                  <a:pt x="2022823" y="38300"/>
                </a:cubicBezTo>
                <a:cubicBezTo>
                  <a:pt x="2023801" y="38300"/>
                  <a:pt x="2024780" y="38234"/>
                  <a:pt x="2025759" y="38101"/>
                </a:cubicBezTo>
                <a:cubicBezTo>
                  <a:pt x="2026738" y="37968"/>
                  <a:pt x="2027805" y="37811"/>
                  <a:pt x="2028960" y="37632"/>
                </a:cubicBezTo>
                <a:cubicBezTo>
                  <a:pt x="2031273" y="45996"/>
                  <a:pt x="2033831" y="54381"/>
                  <a:pt x="2036633" y="62788"/>
                </a:cubicBezTo>
                <a:cubicBezTo>
                  <a:pt x="2039436" y="71195"/>
                  <a:pt x="2042572" y="79848"/>
                  <a:pt x="2046042" y="88745"/>
                </a:cubicBezTo>
                <a:cubicBezTo>
                  <a:pt x="2047111" y="86254"/>
                  <a:pt x="2048401" y="82962"/>
                  <a:pt x="2049913" y="78869"/>
                </a:cubicBezTo>
                <a:cubicBezTo>
                  <a:pt x="2051425" y="74776"/>
                  <a:pt x="2052982" y="70372"/>
                  <a:pt x="2054582" y="65657"/>
                </a:cubicBezTo>
                <a:cubicBezTo>
                  <a:pt x="2056184" y="60943"/>
                  <a:pt x="2057785" y="56139"/>
                  <a:pt x="2059386" y="51247"/>
                </a:cubicBezTo>
                <a:cubicBezTo>
                  <a:pt x="2060988" y="46353"/>
                  <a:pt x="2062412" y="41815"/>
                  <a:pt x="2063658" y="37632"/>
                </a:cubicBezTo>
                <a:cubicBezTo>
                  <a:pt x="2065260" y="38078"/>
                  <a:pt x="2066594" y="38300"/>
                  <a:pt x="2067661" y="38300"/>
                </a:cubicBezTo>
                <a:cubicBezTo>
                  <a:pt x="2068373" y="38300"/>
                  <a:pt x="2068995" y="38234"/>
                  <a:pt x="2069529" y="38101"/>
                </a:cubicBezTo>
                <a:cubicBezTo>
                  <a:pt x="2070063" y="37968"/>
                  <a:pt x="2070687" y="37811"/>
                  <a:pt x="2071398" y="37632"/>
                </a:cubicBezTo>
                <a:cubicBezTo>
                  <a:pt x="2073622" y="46174"/>
                  <a:pt x="2076201" y="54604"/>
                  <a:pt x="2079138" y="62923"/>
                </a:cubicBezTo>
                <a:cubicBezTo>
                  <a:pt x="2082074" y="71240"/>
                  <a:pt x="2085143" y="79848"/>
                  <a:pt x="2088346" y="88745"/>
                </a:cubicBezTo>
                <a:cubicBezTo>
                  <a:pt x="2089502" y="85898"/>
                  <a:pt x="2090859" y="82406"/>
                  <a:pt x="2092416" y="78270"/>
                </a:cubicBezTo>
                <a:cubicBezTo>
                  <a:pt x="2093973" y="74132"/>
                  <a:pt x="2095597" y="69773"/>
                  <a:pt x="2097287" y="65191"/>
                </a:cubicBezTo>
                <a:cubicBezTo>
                  <a:pt x="2098977" y="60610"/>
                  <a:pt x="2100690" y="55917"/>
                  <a:pt x="2102425" y="51112"/>
                </a:cubicBezTo>
                <a:cubicBezTo>
                  <a:pt x="2104159" y="46308"/>
                  <a:pt x="2105783" y="41815"/>
                  <a:pt x="2107295" y="37632"/>
                </a:cubicBezTo>
                <a:cubicBezTo>
                  <a:pt x="2109075" y="38078"/>
                  <a:pt x="2110498" y="38300"/>
                  <a:pt x="2111565" y="38300"/>
                </a:cubicBezTo>
                <a:cubicBezTo>
                  <a:pt x="2112722" y="38300"/>
                  <a:pt x="2114056" y="38078"/>
                  <a:pt x="2115569" y="37632"/>
                </a:cubicBezTo>
                <a:cubicBezTo>
                  <a:pt x="2110498" y="48397"/>
                  <a:pt x="2105761" y="59029"/>
                  <a:pt x="2101358" y="69528"/>
                </a:cubicBezTo>
                <a:cubicBezTo>
                  <a:pt x="2096954" y="80026"/>
                  <a:pt x="2092839" y="90524"/>
                  <a:pt x="2089014" y="101021"/>
                </a:cubicBezTo>
                <a:cubicBezTo>
                  <a:pt x="2088035" y="100844"/>
                  <a:pt x="2086878" y="100755"/>
                  <a:pt x="2085544" y="100755"/>
                </a:cubicBezTo>
                <a:cubicBezTo>
                  <a:pt x="2084921" y="100755"/>
                  <a:pt x="2084298" y="100755"/>
                  <a:pt x="2083675" y="100755"/>
                </a:cubicBezTo>
                <a:cubicBezTo>
                  <a:pt x="2083053" y="100755"/>
                  <a:pt x="2082519" y="100844"/>
                  <a:pt x="2082074" y="101021"/>
                </a:cubicBezTo>
                <a:cubicBezTo>
                  <a:pt x="2079761" y="93103"/>
                  <a:pt x="2077225" y="85140"/>
                  <a:pt x="2074467" y="77134"/>
                </a:cubicBezTo>
                <a:cubicBezTo>
                  <a:pt x="2071709" y="69127"/>
                  <a:pt x="2068551" y="60720"/>
                  <a:pt x="2064992" y="51913"/>
                </a:cubicBezTo>
                <a:cubicBezTo>
                  <a:pt x="2063925" y="54582"/>
                  <a:pt x="2062635" y="57896"/>
                  <a:pt x="2061123" y="61856"/>
                </a:cubicBezTo>
                <a:cubicBezTo>
                  <a:pt x="2059611" y="65814"/>
                  <a:pt x="2058054" y="70062"/>
                  <a:pt x="2056452" y="74599"/>
                </a:cubicBezTo>
                <a:cubicBezTo>
                  <a:pt x="2054850" y="79136"/>
                  <a:pt x="2053248" y="83740"/>
                  <a:pt x="2051646" y="88411"/>
                </a:cubicBezTo>
                <a:cubicBezTo>
                  <a:pt x="2050046" y="93082"/>
                  <a:pt x="2048622" y="97285"/>
                  <a:pt x="2047376" y="101021"/>
                </a:cubicBezTo>
                <a:cubicBezTo>
                  <a:pt x="2046309" y="100844"/>
                  <a:pt x="2045064" y="100755"/>
                  <a:pt x="2043639" y="100755"/>
                </a:cubicBezTo>
                <a:cubicBezTo>
                  <a:pt x="2042217" y="100755"/>
                  <a:pt x="2040971" y="100844"/>
                  <a:pt x="2039903" y="101021"/>
                </a:cubicBezTo>
                <a:close/>
                <a:moveTo>
                  <a:pt x="2127446" y="88610"/>
                </a:moveTo>
                <a:cubicBezTo>
                  <a:pt x="2127891" y="89501"/>
                  <a:pt x="2128581" y="90480"/>
                  <a:pt x="2129515" y="91547"/>
                </a:cubicBezTo>
                <a:cubicBezTo>
                  <a:pt x="2130449" y="92614"/>
                  <a:pt x="2131561" y="93615"/>
                  <a:pt x="2132850" y="94550"/>
                </a:cubicBezTo>
                <a:cubicBezTo>
                  <a:pt x="2134141" y="95484"/>
                  <a:pt x="2135610" y="96263"/>
                  <a:pt x="2137255" y="96886"/>
                </a:cubicBezTo>
                <a:cubicBezTo>
                  <a:pt x="2138900" y="97507"/>
                  <a:pt x="2140658" y="97818"/>
                  <a:pt x="2142527" y="97818"/>
                </a:cubicBezTo>
                <a:cubicBezTo>
                  <a:pt x="2144217" y="97818"/>
                  <a:pt x="2145841" y="97552"/>
                  <a:pt x="2147398" y="97018"/>
                </a:cubicBezTo>
                <a:cubicBezTo>
                  <a:pt x="2148955" y="96485"/>
                  <a:pt x="2150333" y="95728"/>
                  <a:pt x="2151533" y="94750"/>
                </a:cubicBezTo>
                <a:cubicBezTo>
                  <a:pt x="2152735" y="93771"/>
                  <a:pt x="2153691" y="92525"/>
                  <a:pt x="2154402" y="91013"/>
                </a:cubicBezTo>
                <a:cubicBezTo>
                  <a:pt x="2155115" y="89501"/>
                  <a:pt x="2155471" y="87766"/>
                  <a:pt x="2155471" y="85808"/>
                </a:cubicBezTo>
                <a:cubicBezTo>
                  <a:pt x="2155471" y="83050"/>
                  <a:pt x="2154693" y="80937"/>
                  <a:pt x="2153136" y="79469"/>
                </a:cubicBezTo>
                <a:cubicBezTo>
                  <a:pt x="2151579" y="78002"/>
                  <a:pt x="2149644" y="76801"/>
                  <a:pt x="2147330" y="75867"/>
                </a:cubicBezTo>
                <a:cubicBezTo>
                  <a:pt x="2145017" y="74932"/>
                  <a:pt x="2142481" y="74109"/>
                  <a:pt x="2139723" y="73397"/>
                </a:cubicBezTo>
                <a:cubicBezTo>
                  <a:pt x="2136966" y="72686"/>
                  <a:pt x="2134431" y="71686"/>
                  <a:pt x="2132117" y="70396"/>
                </a:cubicBezTo>
                <a:cubicBezTo>
                  <a:pt x="2129804" y="69105"/>
                  <a:pt x="2127869" y="67392"/>
                  <a:pt x="2126312" y="65258"/>
                </a:cubicBezTo>
                <a:cubicBezTo>
                  <a:pt x="2124755" y="63123"/>
                  <a:pt x="2123976" y="60187"/>
                  <a:pt x="2123976" y="56449"/>
                </a:cubicBezTo>
                <a:cubicBezTo>
                  <a:pt x="2123976" y="53513"/>
                  <a:pt x="2124466" y="50822"/>
                  <a:pt x="2125445" y="48376"/>
                </a:cubicBezTo>
                <a:cubicBezTo>
                  <a:pt x="2126423" y="45929"/>
                  <a:pt x="2127847" y="43816"/>
                  <a:pt x="2129715" y="42037"/>
                </a:cubicBezTo>
                <a:cubicBezTo>
                  <a:pt x="2131583" y="40257"/>
                  <a:pt x="2133896" y="38856"/>
                  <a:pt x="2136654" y="37834"/>
                </a:cubicBezTo>
                <a:cubicBezTo>
                  <a:pt x="2139413" y="36810"/>
                  <a:pt x="2142571" y="36299"/>
                  <a:pt x="2146129" y="36299"/>
                </a:cubicBezTo>
                <a:cubicBezTo>
                  <a:pt x="2149421" y="36299"/>
                  <a:pt x="2152201" y="36744"/>
                  <a:pt x="2154470" y="37634"/>
                </a:cubicBezTo>
                <a:cubicBezTo>
                  <a:pt x="2156738" y="38524"/>
                  <a:pt x="2158896" y="39324"/>
                  <a:pt x="2160943" y="40035"/>
                </a:cubicBezTo>
                <a:cubicBezTo>
                  <a:pt x="2160230" y="41370"/>
                  <a:pt x="2159562" y="43016"/>
                  <a:pt x="2158939" y="44973"/>
                </a:cubicBezTo>
                <a:cubicBezTo>
                  <a:pt x="2158317" y="46931"/>
                  <a:pt x="2157918" y="48443"/>
                  <a:pt x="2157740" y="49510"/>
                </a:cubicBezTo>
                <a:lnTo>
                  <a:pt x="2156137" y="49510"/>
                </a:lnTo>
                <a:cubicBezTo>
                  <a:pt x="2155426" y="47374"/>
                  <a:pt x="2154047" y="45462"/>
                  <a:pt x="2152000" y="43772"/>
                </a:cubicBezTo>
                <a:cubicBezTo>
                  <a:pt x="2149954" y="42082"/>
                  <a:pt x="2147419" y="41236"/>
                  <a:pt x="2144394" y="41236"/>
                </a:cubicBezTo>
                <a:cubicBezTo>
                  <a:pt x="2143060" y="41236"/>
                  <a:pt x="2141725" y="41459"/>
                  <a:pt x="2140391" y="41904"/>
                </a:cubicBezTo>
                <a:cubicBezTo>
                  <a:pt x="2139056" y="42348"/>
                  <a:pt x="2137855" y="43016"/>
                  <a:pt x="2136787" y="43906"/>
                </a:cubicBezTo>
                <a:cubicBezTo>
                  <a:pt x="2135720" y="44795"/>
                  <a:pt x="2134830" y="45952"/>
                  <a:pt x="2134119" y="47376"/>
                </a:cubicBezTo>
                <a:cubicBezTo>
                  <a:pt x="2133408" y="48799"/>
                  <a:pt x="2133052" y="50489"/>
                  <a:pt x="2133052" y="52446"/>
                </a:cubicBezTo>
                <a:cubicBezTo>
                  <a:pt x="2133052" y="55293"/>
                  <a:pt x="2133830" y="57495"/>
                  <a:pt x="2135386" y="59052"/>
                </a:cubicBezTo>
                <a:cubicBezTo>
                  <a:pt x="2136943" y="60609"/>
                  <a:pt x="2138878" y="61833"/>
                  <a:pt x="2141191" y="62723"/>
                </a:cubicBezTo>
                <a:cubicBezTo>
                  <a:pt x="2143504" y="63612"/>
                  <a:pt x="2146039" y="64391"/>
                  <a:pt x="2148796" y="65059"/>
                </a:cubicBezTo>
                <a:cubicBezTo>
                  <a:pt x="2151555" y="65725"/>
                  <a:pt x="2154091" y="66659"/>
                  <a:pt x="2156404" y="67861"/>
                </a:cubicBezTo>
                <a:cubicBezTo>
                  <a:pt x="2158717" y="69061"/>
                  <a:pt x="2160652" y="70728"/>
                  <a:pt x="2162209" y="72864"/>
                </a:cubicBezTo>
                <a:cubicBezTo>
                  <a:pt x="2163766" y="74999"/>
                  <a:pt x="2164545" y="77935"/>
                  <a:pt x="2164545" y="81671"/>
                </a:cubicBezTo>
                <a:cubicBezTo>
                  <a:pt x="2164545" y="84251"/>
                  <a:pt x="2163989" y="86787"/>
                  <a:pt x="2162877" y="89278"/>
                </a:cubicBezTo>
                <a:cubicBezTo>
                  <a:pt x="2161765" y="91769"/>
                  <a:pt x="2160164" y="94016"/>
                  <a:pt x="2158072" y="96018"/>
                </a:cubicBezTo>
                <a:cubicBezTo>
                  <a:pt x="2155981" y="98019"/>
                  <a:pt x="2153468" y="99576"/>
                  <a:pt x="2150531" y="100687"/>
                </a:cubicBezTo>
                <a:cubicBezTo>
                  <a:pt x="2147596" y="101799"/>
                  <a:pt x="2144261" y="102355"/>
                  <a:pt x="2140525" y="102355"/>
                </a:cubicBezTo>
                <a:cubicBezTo>
                  <a:pt x="2136432" y="102355"/>
                  <a:pt x="2133007" y="101955"/>
                  <a:pt x="2130248" y="101154"/>
                </a:cubicBezTo>
                <a:cubicBezTo>
                  <a:pt x="2127491" y="100354"/>
                  <a:pt x="2125178" y="99420"/>
                  <a:pt x="2123309" y="98352"/>
                </a:cubicBezTo>
                <a:cubicBezTo>
                  <a:pt x="2123843" y="97195"/>
                  <a:pt x="2124400" y="95616"/>
                  <a:pt x="2124978" y="93615"/>
                </a:cubicBezTo>
                <a:cubicBezTo>
                  <a:pt x="2125557" y="91613"/>
                  <a:pt x="2125846" y="89945"/>
                  <a:pt x="2125846" y="88610"/>
                </a:cubicBezTo>
                <a:lnTo>
                  <a:pt x="2127446" y="88610"/>
                </a:lnTo>
                <a:close/>
                <a:moveTo>
                  <a:pt x="2240558" y="62589"/>
                </a:moveTo>
                <a:cubicBezTo>
                  <a:pt x="2240558" y="58586"/>
                  <a:pt x="2240491" y="54382"/>
                  <a:pt x="2240356" y="49978"/>
                </a:cubicBezTo>
                <a:cubicBezTo>
                  <a:pt x="2240223" y="45574"/>
                  <a:pt x="2239935" y="41459"/>
                  <a:pt x="2239491" y="37632"/>
                </a:cubicBezTo>
                <a:cubicBezTo>
                  <a:pt x="2241982" y="38078"/>
                  <a:pt x="2243983" y="38300"/>
                  <a:pt x="2245496" y="38300"/>
                </a:cubicBezTo>
                <a:cubicBezTo>
                  <a:pt x="2246207" y="38300"/>
                  <a:pt x="2246985" y="38234"/>
                  <a:pt x="2247829" y="38101"/>
                </a:cubicBezTo>
                <a:cubicBezTo>
                  <a:pt x="2248675" y="37968"/>
                  <a:pt x="2249676" y="37811"/>
                  <a:pt x="2250833" y="37632"/>
                </a:cubicBezTo>
                <a:cubicBezTo>
                  <a:pt x="2250565" y="41192"/>
                  <a:pt x="2250432" y="44750"/>
                  <a:pt x="2250432" y="48308"/>
                </a:cubicBezTo>
                <a:lnTo>
                  <a:pt x="2250700" y="48308"/>
                </a:lnTo>
                <a:cubicBezTo>
                  <a:pt x="2255415" y="40302"/>
                  <a:pt x="2262042" y="36299"/>
                  <a:pt x="2270583" y="36299"/>
                </a:cubicBezTo>
                <a:cubicBezTo>
                  <a:pt x="2272807" y="36299"/>
                  <a:pt x="2274988" y="36632"/>
                  <a:pt x="2277123" y="37300"/>
                </a:cubicBezTo>
                <a:cubicBezTo>
                  <a:pt x="2279258" y="37967"/>
                  <a:pt x="2281193" y="38878"/>
                  <a:pt x="2282926" y="40035"/>
                </a:cubicBezTo>
                <a:cubicBezTo>
                  <a:pt x="2284661" y="41192"/>
                  <a:pt x="2286151" y="42593"/>
                  <a:pt x="2287396" y="44240"/>
                </a:cubicBezTo>
                <a:cubicBezTo>
                  <a:pt x="2288642" y="45885"/>
                  <a:pt x="2289488" y="47642"/>
                  <a:pt x="2289933" y="49510"/>
                </a:cubicBezTo>
                <a:lnTo>
                  <a:pt x="2290200" y="49510"/>
                </a:lnTo>
                <a:cubicBezTo>
                  <a:pt x="2292335" y="45239"/>
                  <a:pt x="2295249" y="41970"/>
                  <a:pt x="2298942" y="39701"/>
                </a:cubicBezTo>
                <a:cubicBezTo>
                  <a:pt x="2302634" y="37433"/>
                  <a:pt x="2306882" y="36299"/>
                  <a:pt x="2311685" y="36299"/>
                </a:cubicBezTo>
                <a:cubicBezTo>
                  <a:pt x="2314621" y="36299"/>
                  <a:pt x="2317335" y="36699"/>
                  <a:pt x="2319826" y="37500"/>
                </a:cubicBezTo>
                <a:cubicBezTo>
                  <a:pt x="2322317" y="38301"/>
                  <a:pt x="2324474" y="39546"/>
                  <a:pt x="2326297" y="41236"/>
                </a:cubicBezTo>
                <a:cubicBezTo>
                  <a:pt x="2328121" y="42927"/>
                  <a:pt x="2329545" y="45106"/>
                  <a:pt x="2330569" y="47775"/>
                </a:cubicBezTo>
                <a:cubicBezTo>
                  <a:pt x="2331593" y="50444"/>
                  <a:pt x="2332104" y="53647"/>
                  <a:pt x="2332104" y="57384"/>
                </a:cubicBezTo>
                <a:cubicBezTo>
                  <a:pt x="2332104" y="58896"/>
                  <a:pt x="2332060" y="60542"/>
                  <a:pt x="2331970" y="62322"/>
                </a:cubicBezTo>
                <a:cubicBezTo>
                  <a:pt x="2331880" y="64100"/>
                  <a:pt x="2331791" y="66169"/>
                  <a:pt x="2331701" y="68527"/>
                </a:cubicBezTo>
                <a:cubicBezTo>
                  <a:pt x="2331613" y="70885"/>
                  <a:pt x="2331524" y="73554"/>
                  <a:pt x="2331434" y="76535"/>
                </a:cubicBezTo>
                <a:cubicBezTo>
                  <a:pt x="2331346" y="79515"/>
                  <a:pt x="2331302" y="82962"/>
                  <a:pt x="2331302" y="86875"/>
                </a:cubicBezTo>
                <a:cubicBezTo>
                  <a:pt x="2331302" y="89278"/>
                  <a:pt x="2331324" y="91592"/>
                  <a:pt x="2331369" y="93817"/>
                </a:cubicBezTo>
                <a:cubicBezTo>
                  <a:pt x="2331414" y="96041"/>
                  <a:pt x="2331525" y="98442"/>
                  <a:pt x="2331703" y="101021"/>
                </a:cubicBezTo>
                <a:cubicBezTo>
                  <a:pt x="2330724" y="100844"/>
                  <a:pt x="2329746" y="100755"/>
                  <a:pt x="2328767" y="100755"/>
                </a:cubicBezTo>
                <a:cubicBezTo>
                  <a:pt x="2327788" y="100755"/>
                  <a:pt x="2326854" y="100755"/>
                  <a:pt x="2325965" y="100755"/>
                </a:cubicBezTo>
                <a:cubicBezTo>
                  <a:pt x="2324986" y="100755"/>
                  <a:pt x="2324007" y="100755"/>
                  <a:pt x="2323029" y="100755"/>
                </a:cubicBezTo>
                <a:cubicBezTo>
                  <a:pt x="2322050" y="100755"/>
                  <a:pt x="2321071" y="100844"/>
                  <a:pt x="2320092" y="101021"/>
                </a:cubicBezTo>
                <a:cubicBezTo>
                  <a:pt x="2320360" y="98798"/>
                  <a:pt x="2320649" y="94305"/>
                  <a:pt x="2320960" y="87543"/>
                </a:cubicBezTo>
                <a:cubicBezTo>
                  <a:pt x="2321272" y="80782"/>
                  <a:pt x="2321428" y="71351"/>
                  <a:pt x="2321428" y="59251"/>
                </a:cubicBezTo>
                <a:cubicBezTo>
                  <a:pt x="2321428" y="57028"/>
                  <a:pt x="2321183" y="54937"/>
                  <a:pt x="2320693" y="52980"/>
                </a:cubicBezTo>
                <a:cubicBezTo>
                  <a:pt x="2320204" y="51022"/>
                  <a:pt x="2319426" y="49332"/>
                  <a:pt x="2318357" y="47909"/>
                </a:cubicBezTo>
                <a:cubicBezTo>
                  <a:pt x="2317290" y="46485"/>
                  <a:pt x="2315867" y="45351"/>
                  <a:pt x="2314087" y="44507"/>
                </a:cubicBezTo>
                <a:cubicBezTo>
                  <a:pt x="2312308" y="43661"/>
                  <a:pt x="2310083" y="43238"/>
                  <a:pt x="2307415" y="43238"/>
                </a:cubicBezTo>
                <a:cubicBezTo>
                  <a:pt x="2304212" y="43238"/>
                  <a:pt x="2301499" y="43861"/>
                  <a:pt x="2299274" y="45107"/>
                </a:cubicBezTo>
                <a:cubicBezTo>
                  <a:pt x="2297050" y="46352"/>
                  <a:pt x="2295316" y="47820"/>
                  <a:pt x="2294071" y="49510"/>
                </a:cubicBezTo>
                <a:cubicBezTo>
                  <a:pt x="2293358" y="50489"/>
                  <a:pt x="2292802" y="51467"/>
                  <a:pt x="2292401" y="52446"/>
                </a:cubicBezTo>
                <a:cubicBezTo>
                  <a:pt x="2292002" y="53425"/>
                  <a:pt x="2291691" y="54915"/>
                  <a:pt x="2291469" y="56918"/>
                </a:cubicBezTo>
                <a:cubicBezTo>
                  <a:pt x="2291246" y="58919"/>
                  <a:pt x="2291090" y="61721"/>
                  <a:pt x="2291000" y="65324"/>
                </a:cubicBezTo>
                <a:cubicBezTo>
                  <a:pt x="2290912" y="68926"/>
                  <a:pt x="2290868" y="73886"/>
                  <a:pt x="2290868" y="80203"/>
                </a:cubicBezTo>
                <a:cubicBezTo>
                  <a:pt x="2290868" y="84029"/>
                  <a:pt x="2290934" y="87522"/>
                  <a:pt x="2291067" y="90681"/>
                </a:cubicBezTo>
                <a:cubicBezTo>
                  <a:pt x="2291200" y="93839"/>
                  <a:pt x="2291357" y="97285"/>
                  <a:pt x="2291536" y="101021"/>
                </a:cubicBezTo>
                <a:cubicBezTo>
                  <a:pt x="2289489" y="100844"/>
                  <a:pt x="2287531" y="100755"/>
                  <a:pt x="2285663" y="100755"/>
                </a:cubicBezTo>
                <a:cubicBezTo>
                  <a:pt x="2283795" y="100755"/>
                  <a:pt x="2281838" y="100844"/>
                  <a:pt x="2279791" y="101021"/>
                </a:cubicBezTo>
                <a:cubicBezTo>
                  <a:pt x="2280236" y="96129"/>
                  <a:pt x="2280547" y="91147"/>
                  <a:pt x="2280725" y="86075"/>
                </a:cubicBezTo>
                <a:cubicBezTo>
                  <a:pt x="2280903" y="81003"/>
                  <a:pt x="2280992" y="76021"/>
                  <a:pt x="2280992" y="71129"/>
                </a:cubicBezTo>
                <a:cubicBezTo>
                  <a:pt x="2280992" y="66948"/>
                  <a:pt x="2280970" y="63678"/>
                  <a:pt x="2280925" y="61320"/>
                </a:cubicBezTo>
                <a:cubicBezTo>
                  <a:pt x="2280881" y="58962"/>
                  <a:pt x="2280771" y="57094"/>
                  <a:pt x="2280593" y="55716"/>
                </a:cubicBezTo>
                <a:cubicBezTo>
                  <a:pt x="2280415" y="54337"/>
                  <a:pt x="2280170" y="53203"/>
                  <a:pt x="2279858" y="52314"/>
                </a:cubicBezTo>
                <a:cubicBezTo>
                  <a:pt x="2279547" y="51423"/>
                  <a:pt x="2279125" y="50445"/>
                  <a:pt x="2278591" y="49377"/>
                </a:cubicBezTo>
                <a:cubicBezTo>
                  <a:pt x="2277612" y="47686"/>
                  <a:pt x="2276077" y="46240"/>
                  <a:pt x="2273985" y="45040"/>
                </a:cubicBezTo>
                <a:cubicBezTo>
                  <a:pt x="2271895" y="43839"/>
                  <a:pt x="2269737" y="43238"/>
                  <a:pt x="2267514" y="43238"/>
                </a:cubicBezTo>
                <a:cubicBezTo>
                  <a:pt x="2261643" y="43238"/>
                  <a:pt x="2257328" y="45151"/>
                  <a:pt x="2254569" y="48976"/>
                </a:cubicBezTo>
                <a:cubicBezTo>
                  <a:pt x="2251811" y="52802"/>
                  <a:pt x="2250432" y="58184"/>
                  <a:pt x="2250432" y="65124"/>
                </a:cubicBezTo>
                <a:lnTo>
                  <a:pt x="2250432" y="76466"/>
                </a:lnTo>
                <a:cubicBezTo>
                  <a:pt x="2250432" y="80471"/>
                  <a:pt x="2250498" y="84675"/>
                  <a:pt x="2250631" y="89079"/>
                </a:cubicBezTo>
                <a:cubicBezTo>
                  <a:pt x="2250766" y="93482"/>
                  <a:pt x="2251055" y="97463"/>
                  <a:pt x="2251501" y="101021"/>
                </a:cubicBezTo>
                <a:cubicBezTo>
                  <a:pt x="2249454" y="100844"/>
                  <a:pt x="2247452" y="100755"/>
                  <a:pt x="2245496" y="100755"/>
                </a:cubicBezTo>
                <a:cubicBezTo>
                  <a:pt x="2243538" y="100755"/>
                  <a:pt x="2241537" y="100844"/>
                  <a:pt x="2239491" y="101021"/>
                </a:cubicBezTo>
                <a:cubicBezTo>
                  <a:pt x="2239935" y="97463"/>
                  <a:pt x="2240223" y="93482"/>
                  <a:pt x="2240356" y="89079"/>
                </a:cubicBezTo>
                <a:cubicBezTo>
                  <a:pt x="2240491" y="84675"/>
                  <a:pt x="2240558" y="80471"/>
                  <a:pt x="2240558" y="76466"/>
                </a:cubicBezTo>
                <a:lnTo>
                  <a:pt x="2240558" y="62589"/>
                </a:lnTo>
                <a:close/>
                <a:moveTo>
                  <a:pt x="2369336" y="101156"/>
                </a:moveTo>
                <a:cubicBezTo>
                  <a:pt x="2368357" y="98753"/>
                  <a:pt x="2367089" y="95639"/>
                  <a:pt x="2365532" y="91813"/>
                </a:cubicBezTo>
                <a:cubicBezTo>
                  <a:pt x="2363975" y="87988"/>
                  <a:pt x="2362307" y="83962"/>
                  <a:pt x="2360527" y="79736"/>
                </a:cubicBezTo>
                <a:cubicBezTo>
                  <a:pt x="2358749" y="75510"/>
                  <a:pt x="2356925" y="71195"/>
                  <a:pt x="2355056" y="66792"/>
                </a:cubicBezTo>
                <a:cubicBezTo>
                  <a:pt x="2353188" y="62388"/>
                  <a:pt x="2351431" y="58251"/>
                  <a:pt x="2349786" y="54381"/>
                </a:cubicBezTo>
                <a:cubicBezTo>
                  <a:pt x="2348140" y="50510"/>
                  <a:pt x="2346695" y="47108"/>
                  <a:pt x="2345449" y="44173"/>
                </a:cubicBezTo>
                <a:cubicBezTo>
                  <a:pt x="2344204" y="41236"/>
                  <a:pt x="2343270" y="39056"/>
                  <a:pt x="2342647" y="37632"/>
                </a:cubicBezTo>
                <a:cubicBezTo>
                  <a:pt x="2343803" y="37811"/>
                  <a:pt x="2344871" y="37968"/>
                  <a:pt x="2345850" y="38101"/>
                </a:cubicBezTo>
                <a:cubicBezTo>
                  <a:pt x="2346828" y="38234"/>
                  <a:pt x="2347807" y="38300"/>
                  <a:pt x="2348784" y="38300"/>
                </a:cubicBezTo>
                <a:cubicBezTo>
                  <a:pt x="2349763" y="38300"/>
                  <a:pt x="2350741" y="38234"/>
                  <a:pt x="2351720" y="38101"/>
                </a:cubicBezTo>
                <a:cubicBezTo>
                  <a:pt x="2352699" y="37968"/>
                  <a:pt x="2353767" y="37811"/>
                  <a:pt x="2354923" y="37632"/>
                </a:cubicBezTo>
                <a:cubicBezTo>
                  <a:pt x="2357682" y="46174"/>
                  <a:pt x="2360751" y="54626"/>
                  <a:pt x="2364131" y="62990"/>
                </a:cubicBezTo>
                <a:cubicBezTo>
                  <a:pt x="2367511" y="71352"/>
                  <a:pt x="2371070" y="79981"/>
                  <a:pt x="2374807" y="88877"/>
                </a:cubicBezTo>
                <a:cubicBezTo>
                  <a:pt x="2378543" y="81048"/>
                  <a:pt x="2382124" y="72686"/>
                  <a:pt x="2385549" y="63790"/>
                </a:cubicBezTo>
                <a:cubicBezTo>
                  <a:pt x="2388975" y="54893"/>
                  <a:pt x="2392023" y="46174"/>
                  <a:pt x="2394692" y="37632"/>
                </a:cubicBezTo>
                <a:cubicBezTo>
                  <a:pt x="2396471" y="38078"/>
                  <a:pt x="2397939" y="38300"/>
                  <a:pt x="2399096" y="38300"/>
                </a:cubicBezTo>
                <a:cubicBezTo>
                  <a:pt x="2400251" y="38300"/>
                  <a:pt x="2401719" y="38078"/>
                  <a:pt x="2403498" y="37632"/>
                </a:cubicBezTo>
                <a:cubicBezTo>
                  <a:pt x="2402875" y="38878"/>
                  <a:pt x="2401874" y="40992"/>
                  <a:pt x="2400495" y="43973"/>
                </a:cubicBezTo>
                <a:cubicBezTo>
                  <a:pt x="2399117" y="46953"/>
                  <a:pt x="2397472" y="50512"/>
                  <a:pt x="2395559" y="54649"/>
                </a:cubicBezTo>
                <a:cubicBezTo>
                  <a:pt x="2393646" y="58786"/>
                  <a:pt x="2391555" y="63367"/>
                  <a:pt x="2389285" y="68394"/>
                </a:cubicBezTo>
                <a:cubicBezTo>
                  <a:pt x="2387017" y="73420"/>
                  <a:pt x="2384704" y="78580"/>
                  <a:pt x="2382346" y="83874"/>
                </a:cubicBezTo>
                <a:cubicBezTo>
                  <a:pt x="2379989" y="89167"/>
                  <a:pt x="2377654" y="94416"/>
                  <a:pt x="2375341" y="99620"/>
                </a:cubicBezTo>
                <a:cubicBezTo>
                  <a:pt x="2373028" y="104825"/>
                  <a:pt x="2370892" y="109762"/>
                  <a:pt x="2368935" y="114432"/>
                </a:cubicBezTo>
                <a:cubicBezTo>
                  <a:pt x="2366979" y="119103"/>
                  <a:pt x="2365266" y="123329"/>
                  <a:pt x="2363797" y="127110"/>
                </a:cubicBezTo>
                <a:cubicBezTo>
                  <a:pt x="2362330" y="130892"/>
                  <a:pt x="2361240" y="133895"/>
                  <a:pt x="2360529" y="136119"/>
                </a:cubicBezTo>
                <a:cubicBezTo>
                  <a:pt x="2358749" y="135673"/>
                  <a:pt x="2357236" y="135451"/>
                  <a:pt x="2355990" y="135451"/>
                </a:cubicBezTo>
                <a:cubicBezTo>
                  <a:pt x="2354745" y="135451"/>
                  <a:pt x="2353233" y="135673"/>
                  <a:pt x="2351453" y="136119"/>
                </a:cubicBezTo>
                <a:cubicBezTo>
                  <a:pt x="2358483" y="124464"/>
                  <a:pt x="2364444" y="112810"/>
                  <a:pt x="2369336" y="1011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recommendations.">
            <a:extLst xmlns:a="http://schemas.openxmlformats.org/drawingml/2006/main">
              <a:ext uri="{FF2B5EF4-FFF2-40B4-BE49-F238E27FC236}">
                <a16:creationId xmlns:a16="http://schemas.microsoft.com/office/drawing/2014/main" id="{C50E38CE-33AC-4B87-84E9-54C456C2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512" y="2168790"/>
            <a:ext cx="1046774" cy="101954"/>
          </a:xfrm>
          <a:custGeom xmlns:a="http://schemas.openxmlformats.org/drawingml/2006/main">
            <a:pathLst>
              <a:path w="1046774" h="101954">
                <a:moveTo>
                  <a:pt x="30558" y="48174"/>
                </a:moveTo>
                <a:cubicBezTo>
                  <a:pt x="30114" y="47641"/>
                  <a:pt x="29247" y="47152"/>
                  <a:pt x="27956" y="46708"/>
                </a:cubicBezTo>
                <a:cubicBezTo>
                  <a:pt x="26666" y="46263"/>
                  <a:pt x="25354" y="46040"/>
                  <a:pt x="24020" y="46040"/>
                </a:cubicBezTo>
                <a:cubicBezTo>
                  <a:pt x="21884" y="46040"/>
                  <a:pt x="19972" y="46529"/>
                  <a:pt x="18282" y="47508"/>
                </a:cubicBezTo>
                <a:cubicBezTo>
                  <a:pt x="16592" y="48487"/>
                  <a:pt x="15168" y="49799"/>
                  <a:pt x="14012" y="51444"/>
                </a:cubicBezTo>
                <a:cubicBezTo>
                  <a:pt x="12855" y="53090"/>
                  <a:pt x="11965" y="55047"/>
                  <a:pt x="11342" y="57317"/>
                </a:cubicBezTo>
                <a:cubicBezTo>
                  <a:pt x="10720" y="59585"/>
                  <a:pt x="10409" y="62009"/>
                  <a:pt x="10409" y="64588"/>
                </a:cubicBezTo>
                <a:lnTo>
                  <a:pt x="10409" y="79268"/>
                </a:lnTo>
                <a:cubicBezTo>
                  <a:pt x="10409" y="85229"/>
                  <a:pt x="10431" y="89789"/>
                  <a:pt x="10475" y="92948"/>
                </a:cubicBezTo>
                <a:cubicBezTo>
                  <a:pt x="10519" y="96105"/>
                  <a:pt x="10675" y="98663"/>
                  <a:pt x="10943" y="100620"/>
                </a:cubicBezTo>
                <a:cubicBezTo>
                  <a:pt x="9163" y="100442"/>
                  <a:pt x="7384" y="100353"/>
                  <a:pt x="5604" y="100353"/>
                </a:cubicBezTo>
                <a:cubicBezTo>
                  <a:pt x="3646" y="100353"/>
                  <a:pt x="1778" y="100442"/>
                  <a:pt x="0" y="100620"/>
                </a:cubicBezTo>
                <a:cubicBezTo>
                  <a:pt x="266" y="97596"/>
                  <a:pt x="422" y="93481"/>
                  <a:pt x="466" y="88276"/>
                </a:cubicBezTo>
                <a:cubicBezTo>
                  <a:pt x="511" y="83072"/>
                  <a:pt x="534" y="76689"/>
                  <a:pt x="534" y="69127"/>
                </a:cubicBezTo>
                <a:lnTo>
                  <a:pt x="534" y="64855"/>
                </a:lnTo>
                <a:cubicBezTo>
                  <a:pt x="534" y="61387"/>
                  <a:pt x="511" y="57384"/>
                  <a:pt x="466" y="52847"/>
                </a:cubicBezTo>
                <a:cubicBezTo>
                  <a:pt x="422" y="48309"/>
                  <a:pt x="266" y="43104"/>
                  <a:pt x="0" y="37231"/>
                </a:cubicBezTo>
                <a:cubicBezTo>
                  <a:pt x="979" y="37410"/>
                  <a:pt x="1913" y="37566"/>
                  <a:pt x="2802" y="37699"/>
                </a:cubicBezTo>
                <a:cubicBezTo>
                  <a:pt x="3691" y="37833"/>
                  <a:pt x="4625" y="37899"/>
                  <a:pt x="5604" y="37899"/>
                </a:cubicBezTo>
                <a:cubicBezTo>
                  <a:pt x="6405" y="37899"/>
                  <a:pt x="7250" y="37833"/>
                  <a:pt x="8139" y="37699"/>
                </a:cubicBezTo>
                <a:cubicBezTo>
                  <a:pt x="9029" y="37566"/>
                  <a:pt x="9964" y="37410"/>
                  <a:pt x="10943" y="37231"/>
                </a:cubicBezTo>
                <a:cubicBezTo>
                  <a:pt x="10587" y="40435"/>
                  <a:pt x="10387" y="42971"/>
                  <a:pt x="10342" y="44839"/>
                </a:cubicBezTo>
                <a:cubicBezTo>
                  <a:pt x="10297" y="46707"/>
                  <a:pt x="10275" y="48486"/>
                  <a:pt x="10275" y="50176"/>
                </a:cubicBezTo>
                <a:lnTo>
                  <a:pt x="10542" y="50310"/>
                </a:lnTo>
                <a:cubicBezTo>
                  <a:pt x="15791" y="40702"/>
                  <a:pt x="21663" y="35897"/>
                  <a:pt x="28158" y="35897"/>
                </a:cubicBezTo>
                <a:cubicBezTo>
                  <a:pt x="28958" y="35897"/>
                  <a:pt x="29648" y="35942"/>
                  <a:pt x="30226" y="36032"/>
                </a:cubicBezTo>
                <a:cubicBezTo>
                  <a:pt x="30805" y="36120"/>
                  <a:pt x="31538" y="36342"/>
                  <a:pt x="32428" y="36698"/>
                </a:cubicBezTo>
                <a:cubicBezTo>
                  <a:pt x="31982" y="37766"/>
                  <a:pt x="31715" y="39390"/>
                  <a:pt x="31625" y="41570"/>
                </a:cubicBezTo>
                <a:cubicBezTo>
                  <a:pt x="31537" y="43749"/>
                  <a:pt x="31493" y="45728"/>
                  <a:pt x="31493" y="47508"/>
                </a:cubicBezTo>
                <a:lnTo>
                  <a:pt x="30558" y="48174"/>
                </a:lnTo>
                <a:close/>
                <a:moveTo>
                  <a:pt x="69794" y="40167"/>
                </a:moveTo>
                <a:cubicBezTo>
                  <a:pt x="66502" y="40167"/>
                  <a:pt x="63721" y="40924"/>
                  <a:pt x="61452" y="42436"/>
                </a:cubicBezTo>
                <a:cubicBezTo>
                  <a:pt x="59183" y="43948"/>
                  <a:pt x="57315" y="45839"/>
                  <a:pt x="55848" y="48109"/>
                </a:cubicBezTo>
                <a:cubicBezTo>
                  <a:pt x="54380" y="50377"/>
                  <a:pt x="53269" y="52868"/>
                  <a:pt x="52513" y="55582"/>
                </a:cubicBezTo>
                <a:cubicBezTo>
                  <a:pt x="51756" y="58296"/>
                  <a:pt x="51289" y="60853"/>
                  <a:pt x="51112" y="63255"/>
                </a:cubicBezTo>
                <a:cubicBezTo>
                  <a:pt x="53869" y="63344"/>
                  <a:pt x="56737" y="63434"/>
                  <a:pt x="59717" y="63523"/>
                </a:cubicBezTo>
                <a:cubicBezTo>
                  <a:pt x="62698" y="63612"/>
                  <a:pt x="65612" y="63656"/>
                  <a:pt x="68459" y="63656"/>
                </a:cubicBezTo>
                <a:cubicBezTo>
                  <a:pt x="71395" y="63656"/>
                  <a:pt x="74375" y="63612"/>
                  <a:pt x="77400" y="63523"/>
                </a:cubicBezTo>
                <a:cubicBezTo>
                  <a:pt x="80424" y="63434"/>
                  <a:pt x="83361" y="63344"/>
                  <a:pt x="86209" y="63255"/>
                </a:cubicBezTo>
                <a:cubicBezTo>
                  <a:pt x="86209" y="60853"/>
                  <a:pt x="86008" y="58318"/>
                  <a:pt x="85608" y="55649"/>
                </a:cubicBezTo>
                <a:cubicBezTo>
                  <a:pt x="85208" y="52979"/>
                  <a:pt x="84407" y="50487"/>
                  <a:pt x="83205" y="48174"/>
                </a:cubicBezTo>
                <a:cubicBezTo>
                  <a:pt x="82004" y="45861"/>
                  <a:pt x="80335" y="43948"/>
                  <a:pt x="78200" y="42436"/>
                </a:cubicBezTo>
                <a:cubicBezTo>
                  <a:pt x="76065" y="40924"/>
                  <a:pt x="73263" y="40167"/>
                  <a:pt x="69794" y="40167"/>
                </a:cubicBezTo>
                <a:moveTo>
                  <a:pt x="38967" y="70995"/>
                </a:moveTo>
                <a:cubicBezTo>
                  <a:pt x="38967" y="60052"/>
                  <a:pt x="41569" y="51467"/>
                  <a:pt x="46772" y="45240"/>
                </a:cubicBezTo>
                <a:cubicBezTo>
                  <a:pt x="51977" y="39012"/>
                  <a:pt x="59562" y="35897"/>
                  <a:pt x="69528" y="35897"/>
                </a:cubicBezTo>
                <a:cubicBezTo>
                  <a:pt x="74242" y="35897"/>
                  <a:pt x="78312" y="36632"/>
                  <a:pt x="81737" y="38101"/>
                </a:cubicBezTo>
                <a:cubicBezTo>
                  <a:pt x="85162" y="39568"/>
                  <a:pt x="88031" y="41525"/>
                  <a:pt x="90344" y="43971"/>
                </a:cubicBezTo>
                <a:cubicBezTo>
                  <a:pt x="92658" y="46417"/>
                  <a:pt x="94370" y="49287"/>
                  <a:pt x="95482" y="52579"/>
                </a:cubicBezTo>
                <a:cubicBezTo>
                  <a:pt x="96594" y="55870"/>
                  <a:pt x="97150" y="59384"/>
                  <a:pt x="97150" y="63120"/>
                </a:cubicBezTo>
                <a:cubicBezTo>
                  <a:pt x="97150" y="64011"/>
                  <a:pt x="97127" y="64879"/>
                  <a:pt x="97082" y="65725"/>
                </a:cubicBezTo>
                <a:cubicBezTo>
                  <a:pt x="97039" y="66569"/>
                  <a:pt x="96972" y="67436"/>
                  <a:pt x="96883" y="68325"/>
                </a:cubicBezTo>
                <a:cubicBezTo>
                  <a:pt x="92079" y="68237"/>
                  <a:pt x="87319" y="68149"/>
                  <a:pt x="82604" y="68060"/>
                </a:cubicBezTo>
                <a:cubicBezTo>
                  <a:pt x="77890" y="67971"/>
                  <a:pt x="73130" y="67926"/>
                  <a:pt x="68326" y="67926"/>
                </a:cubicBezTo>
                <a:cubicBezTo>
                  <a:pt x="65390" y="67926"/>
                  <a:pt x="62476" y="67971"/>
                  <a:pt x="59584" y="68060"/>
                </a:cubicBezTo>
                <a:cubicBezTo>
                  <a:pt x="56693" y="68149"/>
                  <a:pt x="53779" y="68237"/>
                  <a:pt x="50843" y="68325"/>
                </a:cubicBezTo>
                <a:cubicBezTo>
                  <a:pt x="50755" y="68770"/>
                  <a:pt x="50710" y="69437"/>
                  <a:pt x="50710" y="70327"/>
                </a:cubicBezTo>
                <a:lnTo>
                  <a:pt x="50710" y="72062"/>
                </a:lnTo>
                <a:cubicBezTo>
                  <a:pt x="50710" y="75531"/>
                  <a:pt x="51222" y="78779"/>
                  <a:pt x="52244" y="81805"/>
                </a:cubicBezTo>
                <a:cubicBezTo>
                  <a:pt x="53267" y="84830"/>
                  <a:pt x="54758" y="87432"/>
                  <a:pt x="56715" y="89612"/>
                </a:cubicBezTo>
                <a:cubicBezTo>
                  <a:pt x="58673" y="91791"/>
                  <a:pt x="61075" y="93526"/>
                  <a:pt x="63922" y="94817"/>
                </a:cubicBezTo>
                <a:cubicBezTo>
                  <a:pt x="66768" y="96106"/>
                  <a:pt x="70060" y="96751"/>
                  <a:pt x="73798" y="96751"/>
                </a:cubicBezTo>
                <a:cubicBezTo>
                  <a:pt x="75576" y="96751"/>
                  <a:pt x="77399" y="96507"/>
                  <a:pt x="79267" y="96018"/>
                </a:cubicBezTo>
                <a:cubicBezTo>
                  <a:pt x="81136" y="95528"/>
                  <a:pt x="82960" y="94860"/>
                  <a:pt x="84739" y="94015"/>
                </a:cubicBezTo>
                <a:cubicBezTo>
                  <a:pt x="86518" y="93169"/>
                  <a:pt x="88187" y="92168"/>
                  <a:pt x="89744" y="91013"/>
                </a:cubicBezTo>
                <a:cubicBezTo>
                  <a:pt x="91301" y="89856"/>
                  <a:pt x="92658" y="88610"/>
                  <a:pt x="93814" y="87275"/>
                </a:cubicBezTo>
                <a:lnTo>
                  <a:pt x="94482" y="87676"/>
                </a:lnTo>
                <a:lnTo>
                  <a:pt x="93682" y="94214"/>
                </a:lnTo>
                <a:cubicBezTo>
                  <a:pt x="91012" y="96349"/>
                  <a:pt x="87697" y="98173"/>
                  <a:pt x="83739" y="99686"/>
                </a:cubicBezTo>
                <a:cubicBezTo>
                  <a:pt x="79780" y="101198"/>
                  <a:pt x="75666" y="101954"/>
                  <a:pt x="71395" y="101954"/>
                </a:cubicBezTo>
                <a:cubicBezTo>
                  <a:pt x="66591" y="101954"/>
                  <a:pt x="62209" y="101220"/>
                  <a:pt x="58249" y="99753"/>
                </a:cubicBezTo>
                <a:cubicBezTo>
                  <a:pt x="54290" y="98285"/>
                  <a:pt x="50865" y="96151"/>
                  <a:pt x="47974" y="93349"/>
                </a:cubicBezTo>
                <a:cubicBezTo>
                  <a:pt x="45084" y="90545"/>
                  <a:pt x="42860" y="87231"/>
                  <a:pt x="41303" y="83406"/>
                </a:cubicBezTo>
                <a:cubicBezTo>
                  <a:pt x="39746" y="79580"/>
                  <a:pt x="38967" y="75443"/>
                  <a:pt x="38967" y="70995"/>
                </a:cubicBezTo>
                <a:close/>
                <a:moveTo>
                  <a:pt x="106626" y="69127"/>
                </a:moveTo>
                <a:cubicBezTo>
                  <a:pt x="106626" y="63344"/>
                  <a:pt x="107604" y="58362"/>
                  <a:pt x="109560" y="54181"/>
                </a:cubicBezTo>
                <a:cubicBezTo>
                  <a:pt x="111518" y="49999"/>
                  <a:pt x="114076" y="46551"/>
                  <a:pt x="117233" y="43839"/>
                </a:cubicBezTo>
                <a:cubicBezTo>
                  <a:pt x="120392" y="41125"/>
                  <a:pt x="124017" y="39124"/>
                  <a:pt x="128109" y="37834"/>
                </a:cubicBezTo>
                <a:cubicBezTo>
                  <a:pt x="132202" y="36543"/>
                  <a:pt x="136384" y="35897"/>
                  <a:pt x="140654" y="35897"/>
                </a:cubicBezTo>
                <a:cubicBezTo>
                  <a:pt x="145548" y="35897"/>
                  <a:pt x="149930" y="36498"/>
                  <a:pt x="153798" y="37699"/>
                </a:cubicBezTo>
                <a:cubicBezTo>
                  <a:pt x="157669" y="38901"/>
                  <a:pt x="160449" y="40258"/>
                  <a:pt x="162139" y="41770"/>
                </a:cubicBezTo>
                <a:cubicBezTo>
                  <a:pt x="161517" y="43104"/>
                  <a:pt x="160961" y="44505"/>
                  <a:pt x="160471" y="45973"/>
                </a:cubicBezTo>
                <a:cubicBezTo>
                  <a:pt x="159983" y="47440"/>
                  <a:pt x="159560" y="48975"/>
                  <a:pt x="159205" y="50577"/>
                </a:cubicBezTo>
                <a:lnTo>
                  <a:pt x="158136" y="50577"/>
                </a:lnTo>
                <a:cubicBezTo>
                  <a:pt x="157514" y="49420"/>
                  <a:pt x="156669" y="48242"/>
                  <a:pt x="155601" y="47042"/>
                </a:cubicBezTo>
                <a:cubicBezTo>
                  <a:pt x="154534" y="45840"/>
                  <a:pt x="153266" y="44728"/>
                  <a:pt x="151797" y="43704"/>
                </a:cubicBezTo>
                <a:cubicBezTo>
                  <a:pt x="150329" y="42681"/>
                  <a:pt x="148706" y="41836"/>
                  <a:pt x="146926" y="41169"/>
                </a:cubicBezTo>
                <a:cubicBezTo>
                  <a:pt x="145148" y="40501"/>
                  <a:pt x="143191" y="40167"/>
                  <a:pt x="141055" y="40167"/>
                </a:cubicBezTo>
                <a:cubicBezTo>
                  <a:pt x="137052" y="40167"/>
                  <a:pt x="133605" y="40902"/>
                  <a:pt x="130713" y="42371"/>
                </a:cubicBezTo>
                <a:cubicBezTo>
                  <a:pt x="127822" y="43838"/>
                  <a:pt x="125464" y="45862"/>
                  <a:pt x="123639" y="48443"/>
                </a:cubicBezTo>
                <a:cubicBezTo>
                  <a:pt x="121816" y="51022"/>
                  <a:pt x="120482" y="54069"/>
                  <a:pt x="119636" y="57584"/>
                </a:cubicBezTo>
                <a:cubicBezTo>
                  <a:pt x="118792" y="61097"/>
                  <a:pt x="118369" y="64900"/>
                  <a:pt x="118369" y="68993"/>
                </a:cubicBezTo>
                <a:cubicBezTo>
                  <a:pt x="118369" y="78156"/>
                  <a:pt x="120326" y="85073"/>
                  <a:pt x="124240" y="89745"/>
                </a:cubicBezTo>
                <a:cubicBezTo>
                  <a:pt x="128155" y="94416"/>
                  <a:pt x="133893" y="96751"/>
                  <a:pt x="141455" y="96751"/>
                </a:cubicBezTo>
                <a:cubicBezTo>
                  <a:pt x="143234" y="96751"/>
                  <a:pt x="145058" y="96507"/>
                  <a:pt x="146926" y="96018"/>
                </a:cubicBezTo>
                <a:cubicBezTo>
                  <a:pt x="148795" y="95528"/>
                  <a:pt x="150619" y="94860"/>
                  <a:pt x="152397" y="94015"/>
                </a:cubicBezTo>
                <a:cubicBezTo>
                  <a:pt x="154177" y="93169"/>
                  <a:pt x="155846" y="92168"/>
                  <a:pt x="157403" y="91013"/>
                </a:cubicBezTo>
                <a:cubicBezTo>
                  <a:pt x="158960" y="89856"/>
                  <a:pt x="160317" y="88610"/>
                  <a:pt x="161473" y="87275"/>
                </a:cubicBezTo>
                <a:lnTo>
                  <a:pt x="162139" y="87676"/>
                </a:lnTo>
                <a:cubicBezTo>
                  <a:pt x="161695" y="89811"/>
                  <a:pt x="161428" y="91991"/>
                  <a:pt x="161339" y="94214"/>
                </a:cubicBezTo>
                <a:cubicBezTo>
                  <a:pt x="158670" y="96349"/>
                  <a:pt x="155356" y="98173"/>
                  <a:pt x="151396" y="99686"/>
                </a:cubicBezTo>
                <a:cubicBezTo>
                  <a:pt x="147437" y="101198"/>
                  <a:pt x="143323" y="101954"/>
                  <a:pt x="139054" y="101954"/>
                </a:cubicBezTo>
                <a:cubicBezTo>
                  <a:pt x="135228" y="101954"/>
                  <a:pt x="131380" y="101398"/>
                  <a:pt x="127510" y="100286"/>
                </a:cubicBezTo>
                <a:cubicBezTo>
                  <a:pt x="123640" y="99174"/>
                  <a:pt x="120148" y="97307"/>
                  <a:pt x="117034" y="94682"/>
                </a:cubicBezTo>
                <a:cubicBezTo>
                  <a:pt x="113921" y="92057"/>
                  <a:pt x="111408" y="88654"/>
                  <a:pt x="109495" y="84473"/>
                </a:cubicBezTo>
                <a:cubicBezTo>
                  <a:pt x="107583" y="80291"/>
                  <a:pt x="106626" y="75176"/>
                  <a:pt x="106626" y="69127"/>
                </a:cubicBezTo>
                <a:close/>
                <a:moveTo>
                  <a:pt x="184160" y="69127"/>
                </a:moveTo>
                <a:cubicBezTo>
                  <a:pt x="184160" y="72863"/>
                  <a:pt x="184493" y="76466"/>
                  <a:pt x="185160" y="79936"/>
                </a:cubicBezTo>
                <a:cubicBezTo>
                  <a:pt x="185828" y="83406"/>
                  <a:pt x="186962" y="86497"/>
                  <a:pt x="188562" y="89211"/>
                </a:cubicBezTo>
                <a:cubicBezTo>
                  <a:pt x="190164" y="91925"/>
                  <a:pt x="192300" y="94082"/>
                  <a:pt x="194968" y="95684"/>
                </a:cubicBezTo>
                <a:cubicBezTo>
                  <a:pt x="197637" y="97285"/>
                  <a:pt x="200929" y="98085"/>
                  <a:pt x="204844" y="98085"/>
                </a:cubicBezTo>
                <a:cubicBezTo>
                  <a:pt x="208759" y="98085"/>
                  <a:pt x="212051" y="97285"/>
                  <a:pt x="214720" y="95684"/>
                </a:cubicBezTo>
                <a:cubicBezTo>
                  <a:pt x="217389" y="94082"/>
                  <a:pt x="219524" y="91925"/>
                  <a:pt x="221124" y="89211"/>
                </a:cubicBezTo>
                <a:cubicBezTo>
                  <a:pt x="222726" y="86497"/>
                  <a:pt x="223860" y="83406"/>
                  <a:pt x="224527" y="79936"/>
                </a:cubicBezTo>
                <a:cubicBezTo>
                  <a:pt x="225195" y="76466"/>
                  <a:pt x="225529" y="72863"/>
                  <a:pt x="225529" y="69127"/>
                </a:cubicBezTo>
                <a:cubicBezTo>
                  <a:pt x="225529" y="65390"/>
                  <a:pt x="225195" y="61787"/>
                  <a:pt x="224527" y="58317"/>
                </a:cubicBezTo>
                <a:cubicBezTo>
                  <a:pt x="223860" y="54847"/>
                  <a:pt x="222726" y="51756"/>
                  <a:pt x="221124" y="49044"/>
                </a:cubicBezTo>
                <a:cubicBezTo>
                  <a:pt x="219524" y="46330"/>
                  <a:pt x="217389" y="44172"/>
                  <a:pt x="214720" y="42570"/>
                </a:cubicBezTo>
                <a:cubicBezTo>
                  <a:pt x="212051" y="40968"/>
                  <a:pt x="208759" y="40167"/>
                  <a:pt x="204844" y="40167"/>
                </a:cubicBezTo>
                <a:cubicBezTo>
                  <a:pt x="200929" y="40167"/>
                  <a:pt x="197637" y="40968"/>
                  <a:pt x="194968" y="42570"/>
                </a:cubicBezTo>
                <a:cubicBezTo>
                  <a:pt x="192300" y="44172"/>
                  <a:pt x="190164" y="46330"/>
                  <a:pt x="188562" y="49044"/>
                </a:cubicBezTo>
                <a:cubicBezTo>
                  <a:pt x="186962" y="51756"/>
                  <a:pt x="185828" y="54847"/>
                  <a:pt x="185160" y="58317"/>
                </a:cubicBezTo>
                <a:cubicBezTo>
                  <a:pt x="184493" y="61787"/>
                  <a:pt x="184160" y="65390"/>
                  <a:pt x="184160" y="69127"/>
                </a:cubicBezTo>
                <a:moveTo>
                  <a:pt x="172417" y="69127"/>
                </a:moveTo>
                <a:cubicBezTo>
                  <a:pt x="172417" y="63077"/>
                  <a:pt x="173373" y="57939"/>
                  <a:pt x="175286" y="53713"/>
                </a:cubicBezTo>
                <a:cubicBezTo>
                  <a:pt x="177199" y="49487"/>
                  <a:pt x="179711" y="46062"/>
                  <a:pt x="182824" y="43438"/>
                </a:cubicBezTo>
                <a:cubicBezTo>
                  <a:pt x="185938" y="40814"/>
                  <a:pt x="189430" y="38901"/>
                  <a:pt x="193301" y="37699"/>
                </a:cubicBezTo>
                <a:cubicBezTo>
                  <a:pt x="197171" y="36498"/>
                  <a:pt x="201019" y="35897"/>
                  <a:pt x="204844" y="35897"/>
                </a:cubicBezTo>
                <a:cubicBezTo>
                  <a:pt x="208759" y="35897"/>
                  <a:pt x="212630" y="36498"/>
                  <a:pt x="216455" y="37699"/>
                </a:cubicBezTo>
                <a:cubicBezTo>
                  <a:pt x="220281" y="38901"/>
                  <a:pt x="223750" y="40814"/>
                  <a:pt x="226863" y="43438"/>
                </a:cubicBezTo>
                <a:cubicBezTo>
                  <a:pt x="229977" y="46062"/>
                  <a:pt x="232490" y="49487"/>
                  <a:pt x="234403" y="53713"/>
                </a:cubicBezTo>
                <a:cubicBezTo>
                  <a:pt x="236316" y="57939"/>
                  <a:pt x="237272" y="63077"/>
                  <a:pt x="237272" y="69127"/>
                </a:cubicBezTo>
                <a:cubicBezTo>
                  <a:pt x="237272" y="75176"/>
                  <a:pt x="236316" y="80314"/>
                  <a:pt x="234403" y="84540"/>
                </a:cubicBezTo>
                <a:cubicBezTo>
                  <a:pt x="232490" y="88766"/>
                  <a:pt x="229977" y="92191"/>
                  <a:pt x="226863" y="94817"/>
                </a:cubicBezTo>
                <a:cubicBezTo>
                  <a:pt x="223750" y="97441"/>
                  <a:pt x="220281" y="99286"/>
                  <a:pt x="216455" y="100353"/>
                </a:cubicBezTo>
                <a:cubicBezTo>
                  <a:pt x="212630" y="101420"/>
                  <a:pt x="208759" y="101954"/>
                  <a:pt x="204844" y="101954"/>
                </a:cubicBezTo>
                <a:cubicBezTo>
                  <a:pt x="201019" y="101954"/>
                  <a:pt x="197171" y="101420"/>
                  <a:pt x="193301" y="100353"/>
                </a:cubicBezTo>
                <a:cubicBezTo>
                  <a:pt x="189430" y="99286"/>
                  <a:pt x="185938" y="97441"/>
                  <a:pt x="182824" y="94817"/>
                </a:cubicBezTo>
                <a:cubicBezTo>
                  <a:pt x="179711" y="92191"/>
                  <a:pt x="177199" y="88766"/>
                  <a:pt x="175286" y="84540"/>
                </a:cubicBezTo>
                <a:cubicBezTo>
                  <a:pt x="173373" y="80314"/>
                  <a:pt x="172417" y="75176"/>
                  <a:pt x="172417" y="69127"/>
                </a:cubicBezTo>
                <a:close/>
                <a:moveTo>
                  <a:pt x="252352" y="62188"/>
                </a:moveTo>
                <a:cubicBezTo>
                  <a:pt x="252352" y="58184"/>
                  <a:pt x="252285" y="53981"/>
                  <a:pt x="252151" y="49577"/>
                </a:cubicBezTo>
                <a:cubicBezTo>
                  <a:pt x="252018" y="45173"/>
                  <a:pt x="251729" y="41058"/>
                  <a:pt x="251285" y="37231"/>
                </a:cubicBezTo>
                <a:cubicBezTo>
                  <a:pt x="253776" y="37676"/>
                  <a:pt x="255778" y="37899"/>
                  <a:pt x="257290" y="37899"/>
                </a:cubicBezTo>
                <a:cubicBezTo>
                  <a:pt x="258002" y="37899"/>
                  <a:pt x="258779" y="37833"/>
                  <a:pt x="259624" y="37699"/>
                </a:cubicBezTo>
                <a:cubicBezTo>
                  <a:pt x="260470" y="37566"/>
                  <a:pt x="261471" y="37410"/>
                  <a:pt x="262627" y="37231"/>
                </a:cubicBezTo>
                <a:cubicBezTo>
                  <a:pt x="262360" y="40791"/>
                  <a:pt x="262226" y="44349"/>
                  <a:pt x="262226" y="47907"/>
                </a:cubicBezTo>
                <a:lnTo>
                  <a:pt x="262495" y="47907"/>
                </a:lnTo>
                <a:cubicBezTo>
                  <a:pt x="267210" y="39901"/>
                  <a:pt x="273837" y="35897"/>
                  <a:pt x="282377" y="35897"/>
                </a:cubicBezTo>
                <a:cubicBezTo>
                  <a:pt x="284602" y="35897"/>
                  <a:pt x="286782" y="36231"/>
                  <a:pt x="288918" y="36899"/>
                </a:cubicBezTo>
                <a:cubicBezTo>
                  <a:pt x="291053" y="37566"/>
                  <a:pt x="292987" y="38477"/>
                  <a:pt x="294721" y="39634"/>
                </a:cubicBezTo>
                <a:cubicBezTo>
                  <a:pt x="296456" y="40791"/>
                  <a:pt x="297946" y="42192"/>
                  <a:pt x="299191" y="43839"/>
                </a:cubicBezTo>
                <a:cubicBezTo>
                  <a:pt x="300437" y="45484"/>
                  <a:pt x="301282" y="47241"/>
                  <a:pt x="301728" y="49109"/>
                </a:cubicBezTo>
                <a:lnTo>
                  <a:pt x="301994" y="49109"/>
                </a:lnTo>
                <a:cubicBezTo>
                  <a:pt x="304130" y="44838"/>
                  <a:pt x="307044" y="41568"/>
                  <a:pt x="310736" y="39300"/>
                </a:cubicBezTo>
                <a:cubicBezTo>
                  <a:pt x="314429" y="37032"/>
                  <a:pt x="318676" y="35897"/>
                  <a:pt x="323479" y="35897"/>
                </a:cubicBezTo>
                <a:cubicBezTo>
                  <a:pt x="326415" y="35897"/>
                  <a:pt x="329129" y="36298"/>
                  <a:pt x="331620" y="37099"/>
                </a:cubicBezTo>
                <a:cubicBezTo>
                  <a:pt x="334111" y="37900"/>
                  <a:pt x="336268" y="39145"/>
                  <a:pt x="338091" y="40835"/>
                </a:cubicBezTo>
                <a:cubicBezTo>
                  <a:pt x="339916" y="42525"/>
                  <a:pt x="341340" y="44705"/>
                  <a:pt x="342364" y="47374"/>
                </a:cubicBezTo>
                <a:cubicBezTo>
                  <a:pt x="343387" y="50043"/>
                  <a:pt x="343899" y="53246"/>
                  <a:pt x="343899" y="56983"/>
                </a:cubicBezTo>
                <a:cubicBezTo>
                  <a:pt x="343899" y="58495"/>
                  <a:pt x="343854" y="60141"/>
                  <a:pt x="343764" y="61921"/>
                </a:cubicBezTo>
                <a:cubicBezTo>
                  <a:pt x="343675" y="63699"/>
                  <a:pt x="343585" y="65767"/>
                  <a:pt x="343496" y="68125"/>
                </a:cubicBezTo>
                <a:cubicBezTo>
                  <a:pt x="343407" y="70483"/>
                  <a:pt x="343319" y="73153"/>
                  <a:pt x="343229" y="76134"/>
                </a:cubicBezTo>
                <a:cubicBezTo>
                  <a:pt x="343141" y="79114"/>
                  <a:pt x="343097" y="82561"/>
                  <a:pt x="343097" y="86474"/>
                </a:cubicBezTo>
                <a:cubicBezTo>
                  <a:pt x="343097" y="88877"/>
                  <a:pt x="343119" y="91191"/>
                  <a:pt x="343164" y="93416"/>
                </a:cubicBezTo>
                <a:cubicBezTo>
                  <a:pt x="343209" y="95640"/>
                  <a:pt x="343320" y="98041"/>
                  <a:pt x="343498" y="100620"/>
                </a:cubicBezTo>
                <a:cubicBezTo>
                  <a:pt x="342519" y="100442"/>
                  <a:pt x="341540" y="100353"/>
                  <a:pt x="340561" y="100353"/>
                </a:cubicBezTo>
                <a:cubicBezTo>
                  <a:pt x="339583" y="100353"/>
                  <a:pt x="338649" y="100353"/>
                  <a:pt x="337760" y="100353"/>
                </a:cubicBezTo>
                <a:cubicBezTo>
                  <a:pt x="336781" y="100353"/>
                  <a:pt x="335802" y="100353"/>
                  <a:pt x="334823" y="100353"/>
                </a:cubicBezTo>
                <a:cubicBezTo>
                  <a:pt x="333844" y="100353"/>
                  <a:pt x="332866" y="100442"/>
                  <a:pt x="331887" y="100620"/>
                </a:cubicBezTo>
                <a:cubicBezTo>
                  <a:pt x="332154" y="98397"/>
                  <a:pt x="332443" y="93904"/>
                  <a:pt x="332754" y="87142"/>
                </a:cubicBezTo>
                <a:cubicBezTo>
                  <a:pt x="333067" y="80380"/>
                  <a:pt x="333223" y="70950"/>
                  <a:pt x="333223" y="58850"/>
                </a:cubicBezTo>
                <a:cubicBezTo>
                  <a:pt x="333223" y="56627"/>
                  <a:pt x="332978" y="54536"/>
                  <a:pt x="332488" y="52579"/>
                </a:cubicBezTo>
                <a:cubicBezTo>
                  <a:pt x="331999" y="50621"/>
                  <a:pt x="331220" y="48931"/>
                  <a:pt x="330152" y="47508"/>
                </a:cubicBezTo>
                <a:cubicBezTo>
                  <a:pt x="329085" y="46084"/>
                  <a:pt x="327662" y="44950"/>
                  <a:pt x="325882" y="44106"/>
                </a:cubicBezTo>
                <a:cubicBezTo>
                  <a:pt x="324102" y="43260"/>
                  <a:pt x="321878" y="42837"/>
                  <a:pt x="319209" y="42837"/>
                </a:cubicBezTo>
                <a:cubicBezTo>
                  <a:pt x="316007" y="42837"/>
                  <a:pt x="313293" y="43460"/>
                  <a:pt x="311068" y="44706"/>
                </a:cubicBezTo>
                <a:cubicBezTo>
                  <a:pt x="308844" y="45951"/>
                  <a:pt x="307110" y="47419"/>
                  <a:pt x="305865" y="49109"/>
                </a:cubicBezTo>
                <a:cubicBezTo>
                  <a:pt x="305153" y="50087"/>
                  <a:pt x="304596" y="51066"/>
                  <a:pt x="304196" y="52045"/>
                </a:cubicBezTo>
                <a:cubicBezTo>
                  <a:pt x="303797" y="53024"/>
                  <a:pt x="303486" y="54514"/>
                  <a:pt x="303263" y="56517"/>
                </a:cubicBezTo>
                <a:cubicBezTo>
                  <a:pt x="303040" y="58518"/>
                  <a:pt x="302884" y="61320"/>
                  <a:pt x="302795" y="64922"/>
                </a:cubicBezTo>
                <a:cubicBezTo>
                  <a:pt x="302706" y="68525"/>
                  <a:pt x="302662" y="73485"/>
                  <a:pt x="302662" y="79801"/>
                </a:cubicBezTo>
                <a:cubicBezTo>
                  <a:pt x="302662" y="83628"/>
                  <a:pt x="302729" y="87121"/>
                  <a:pt x="302862" y="90280"/>
                </a:cubicBezTo>
                <a:cubicBezTo>
                  <a:pt x="302995" y="93438"/>
                  <a:pt x="303151" y="96884"/>
                  <a:pt x="303330" y="100620"/>
                </a:cubicBezTo>
                <a:cubicBezTo>
                  <a:pt x="301283" y="100442"/>
                  <a:pt x="299326" y="100353"/>
                  <a:pt x="297458" y="100353"/>
                </a:cubicBezTo>
                <a:cubicBezTo>
                  <a:pt x="295590" y="100353"/>
                  <a:pt x="293632" y="100442"/>
                  <a:pt x="291585" y="100620"/>
                </a:cubicBezTo>
                <a:cubicBezTo>
                  <a:pt x="292030" y="95728"/>
                  <a:pt x="292342" y="90746"/>
                  <a:pt x="292520" y="85674"/>
                </a:cubicBezTo>
                <a:cubicBezTo>
                  <a:pt x="292698" y="80602"/>
                  <a:pt x="292786" y="75620"/>
                  <a:pt x="292786" y="70728"/>
                </a:cubicBezTo>
                <a:cubicBezTo>
                  <a:pt x="292786" y="66547"/>
                  <a:pt x="292764" y="63277"/>
                  <a:pt x="292719" y="60919"/>
                </a:cubicBezTo>
                <a:cubicBezTo>
                  <a:pt x="292676" y="58561"/>
                  <a:pt x="292565" y="56693"/>
                  <a:pt x="292387" y="55315"/>
                </a:cubicBezTo>
                <a:cubicBezTo>
                  <a:pt x="292210" y="53936"/>
                  <a:pt x="291964" y="52802"/>
                  <a:pt x="291652" y="51913"/>
                </a:cubicBezTo>
                <a:cubicBezTo>
                  <a:pt x="291341" y="51022"/>
                  <a:pt x="290919" y="50043"/>
                  <a:pt x="290386" y="48976"/>
                </a:cubicBezTo>
                <a:cubicBezTo>
                  <a:pt x="289407" y="47285"/>
                  <a:pt x="287872" y="45839"/>
                  <a:pt x="285780" y="44639"/>
                </a:cubicBezTo>
                <a:cubicBezTo>
                  <a:pt x="283689" y="43438"/>
                  <a:pt x="281532" y="42837"/>
                  <a:pt x="279308" y="42837"/>
                </a:cubicBezTo>
                <a:cubicBezTo>
                  <a:pt x="273437" y="42837"/>
                  <a:pt x="269122" y="44750"/>
                  <a:pt x="266364" y="48575"/>
                </a:cubicBezTo>
                <a:cubicBezTo>
                  <a:pt x="263605" y="52401"/>
                  <a:pt x="262226" y="57783"/>
                  <a:pt x="262226" y="64723"/>
                </a:cubicBezTo>
                <a:lnTo>
                  <a:pt x="262226" y="76065"/>
                </a:lnTo>
                <a:cubicBezTo>
                  <a:pt x="262226" y="80070"/>
                  <a:pt x="262293" y="84274"/>
                  <a:pt x="262426" y="88677"/>
                </a:cubicBezTo>
                <a:cubicBezTo>
                  <a:pt x="262560" y="93081"/>
                  <a:pt x="262850" y="97062"/>
                  <a:pt x="263295" y="100620"/>
                </a:cubicBezTo>
                <a:cubicBezTo>
                  <a:pt x="261248" y="100442"/>
                  <a:pt x="259246" y="100353"/>
                  <a:pt x="257290" y="100353"/>
                </a:cubicBezTo>
                <a:cubicBezTo>
                  <a:pt x="255333" y="100353"/>
                  <a:pt x="253331" y="100442"/>
                  <a:pt x="251285" y="100620"/>
                </a:cubicBezTo>
                <a:cubicBezTo>
                  <a:pt x="251729" y="97062"/>
                  <a:pt x="252018" y="93081"/>
                  <a:pt x="252151" y="88677"/>
                </a:cubicBezTo>
                <a:cubicBezTo>
                  <a:pt x="252285" y="84274"/>
                  <a:pt x="252352" y="80070"/>
                  <a:pt x="252352" y="76065"/>
                </a:cubicBezTo>
                <a:lnTo>
                  <a:pt x="252352" y="62188"/>
                </a:lnTo>
                <a:close/>
                <a:moveTo>
                  <a:pt x="363515" y="62188"/>
                </a:moveTo>
                <a:cubicBezTo>
                  <a:pt x="363515" y="58184"/>
                  <a:pt x="363448" y="53981"/>
                  <a:pt x="363313" y="49577"/>
                </a:cubicBezTo>
                <a:cubicBezTo>
                  <a:pt x="363180" y="45173"/>
                  <a:pt x="362892" y="41058"/>
                  <a:pt x="362448" y="37231"/>
                </a:cubicBezTo>
                <a:cubicBezTo>
                  <a:pt x="364939" y="37676"/>
                  <a:pt x="366940" y="37899"/>
                  <a:pt x="368453" y="37899"/>
                </a:cubicBezTo>
                <a:cubicBezTo>
                  <a:pt x="369164" y="37899"/>
                  <a:pt x="369942" y="37833"/>
                  <a:pt x="370786" y="37699"/>
                </a:cubicBezTo>
                <a:cubicBezTo>
                  <a:pt x="371632" y="37566"/>
                  <a:pt x="372633" y="37410"/>
                  <a:pt x="373790" y="37231"/>
                </a:cubicBezTo>
                <a:cubicBezTo>
                  <a:pt x="373522" y="40791"/>
                  <a:pt x="373389" y="44349"/>
                  <a:pt x="373389" y="47907"/>
                </a:cubicBezTo>
                <a:lnTo>
                  <a:pt x="373657" y="47907"/>
                </a:lnTo>
                <a:cubicBezTo>
                  <a:pt x="378372" y="39901"/>
                  <a:pt x="384999" y="35897"/>
                  <a:pt x="393540" y="35897"/>
                </a:cubicBezTo>
                <a:cubicBezTo>
                  <a:pt x="395764" y="35897"/>
                  <a:pt x="397945" y="36231"/>
                  <a:pt x="400080" y="36899"/>
                </a:cubicBezTo>
                <a:cubicBezTo>
                  <a:pt x="402215" y="37566"/>
                  <a:pt x="404150" y="38477"/>
                  <a:pt x="405883" y="39634"/>
                </a:cubicBezTo>
                <a:cubicBezTo>
                  <a:pt x="407618" y="40791"/>
                  <a:pt x="409108" y="42192"/>
                  <a:pt x="410353" y="43839"/>
                </a:cubicBezTo>
                <a:cubicBezTo>
                  <a:pt x="411599" y="45484"/>
                  <a:pt x="412445" y="47241"/>
                  <a:pt x="412890" y="49109"/>
                </a:cubicBezTo>
                <a:lnTo>
                  <a:pt x="413157" y="49109"/>
                </a:lnTo>
                <a:cubicBezTo>
                  <a:pt x="415292" y="44838"/>
                  <a:pt x="418206" y="41568"/>
                  <a:pt x="421899" y="39300"/>
                </a:cubicBezTo>
                <a:cubicBezTo>
                  <a:pt x="425591" y="37032"/>
                  <a:pt x="429839" y="35897"/>
                  <a:pt x="434642" y="35897"/>
                </a:cubicBezTo>
                <a:cubicBezTo>
                  <a:pt x="437578" y="35897"/>
                  <a:pt x="440292" y="36298"/>
                  <a:pt x="442783" y="37099"/>
                </a:cubicBezTo>
                <a:cubicBezTo>
                  <a:pt x="445274" y="37900"/>
                  <a:pt x="447431" y="39145"/>
                  <a:pt x="449254" y="40835"/>
                </a:cubicBezTo>
                <a:cubicBezTo>
                  <a:pt x="451078" y="42525"/>
                  <a:pt x="452502" y="44705"/>
                  <a:pt x="453526" y="47374"/>
                </a:cubicBezTo>
                <a:cubicBezTo>
                  <a:pt x="454550" y="50043"/>
                  <a:pt x="455061" y="53246"/>
                  <a:pt x="455061" y="56983"/>
                </a:cubicBezTo>
                <a:cubicBezTo>
                  <a:pt x="455061" y="58495"/>
                  <a:pt x="455017" y="60141"/>
                  <a:pt x="454927" y="61921"/>
                </a:cubicBezTo>
                <a:cubicBezTo>
                  <a:pt x="454837" y="63699"/>
                  <a:pt x="454748" y="65767"/>
                  <a:pt x="454658" y="68125"/>
                </a:cubicBezTo>
                <a:cubicBezTo>
                  <a:pt x="454570" y="70483"/>
                  <a:pt x="454481" y="73153"/>
                  <a:pt x="454391" y="76134"/>
                </a:cubicBezTo>
                <a:cubicBezTo>
                  <a:pt x="454303" y="79114"/>
                  <a:pt x="454259" y="82561"/>
                  <a:pt x="454259" y="86474"/>
                </a:cubicBezTo>
                <a:cubicBezTo>
                  <a:pt x="454259" y="88877"/>
                  <a:pt x="454281" y="91191"/>
                  <a:pt x="454326" y="93416"/>
                </a:cubicBezTo>
                <a:cubicBezTo>
                  <a:pt x="454371" y="95640"/>
                  <a:pt x="454482" y="98041"/>
                  <a:pt x="454660" y="100620"/>
                </a:cubicBezTo>
                <a:cubicBezTo>
                  <a:pt x="453681" y="100442"/>
                  <a:pt x="452703" y="100353"/>
                  <a:pt x="451724" y="100353"/>
                </a:cubicBezTo>
                <a:cubicBezTo>
                  <a:pt x="450745" y="100353"/>
                  <a:pt x="449811" y="100353"/>
                  <a:pt x="448922" y="100353"/>
                </a:cubicBezTo>
                <a:cubicBezTo>
                  <a:pt x="447943" y="100353"/>
                  <a:pt x="446964" y="100353"/>
                  <a:pt x="445986" y="100353"/>
                </a:cubicBezTo>
                <a:cubicBezTo>
                  <a:pt x="445007" y="100353"/>
                  <a:pt x="444028" y="100442"/>
                  <a:pt x="443049" y="100620"/>
                </a:cubicBezTo>
                <a:cubicBezTo>
                  <a:pt x="443317" y="98397"/>
                  <a:pt x="443606" y="93904"/>
                  <a:pt x="443917" y="87142"/>
                </a:cubicBezTo>
                <a:cubicBezTo>
                  <a:pt x="444229" y="80380"/>
                  <a:pt x="444385" y="70950"/>
                  <a:pt x="444385" y="58850"/>
                </a:cubicBezTo>
                <a:cubicBezTo>
                  <a:pt x="444385" y="56627"/>
                  <a:pt x="444140" y="54536"/>
                  <a:pt x="443650" y="52579"/>
                </a:cubicBezTo>
                <a:cubicBezTo>
                  <a:pt x="443161" y="50621"/>
                  <a:pt x="442383" y="48931"/>
                  <a:pt x="441314" y="47508"/>
                </a:cubicBezTo>
                <a:cubicBezTo>
                  <a:pt x="440247" y="46084"/>
                  <a:pt x="438824" y="44950"/>
                  <a:pt x="437044" y="44106"/>
                </a:cubicBezTo>
                <a:cubicBezTo>
                  <a:pt x="435265" y="43260"/>
                  <a:pt x="433040" y="42837"/>
                  <a:pt x="430372" y="42837"/>
                </a:cubicBezTo>
                <a:cubicBezTo>
                  <a:pt x="427169" y="42837"/>
                  <a:pt x="424456" y="43460"/>
                  <a:pt x="422231" y="44706"/>
                </a:cubicBezTo>
                <a:cubicBezTo>
                  <a:pt x="420007" y="45951"/>
                  <a:pt x="418273" y="47419"/>
                  <a:pt x="417028" y="49109"/>
                </a:cubicBezTo>
                <a:cubicBezTo>
                  <a:pt x="416315" y="50087"/>
                  <a:pt x="415759" y="51066"/>
                  <a:pt x="415358" y="52045"/>
                </a:cubicBezTo>
                <a:cubicBezTo>
                  <a:pt x="414959" y="53024"/>
                  <a:pt x="414648" y="54514"/>
                  <a:pt x="414426" y="56517"/>
                </a:cubicBezTo>
                <a:cubicBezTo>
                  <a:pt x="414203" y="58518"/>
                  <a:pt x="414047" y="61320"/>
                  <a:pt x="413957" y="64922"/>
                </a:cubicBezTo>
                <a:cubicBezTo>
                  <a:pt x="413869" y="68525"/>
                  <a:pt x="413825" y="73485"/>
                  <a:pt x="413825" y="79801"/>
                </a:cubicBezTo>
                <a:cubicBezTo>
                  <a:pt x="413825" y="83628"/>
                  <a:pt x="413891" y="87121"/>
                  <a:pt x="414024" y="90280"/>
                </a:cubicBezTo>
                <a:cubicBezTo>
                  <a:pt x="414157" y="93438"/>
                  <a:pt x="414314" y="96884"/>
                  <a:pt x="414493" y="100620"/>
                </a:cubicBezTo>
                <a:cubicBezTo>
                  <a:pt x="412446" y="100442"/>
                  <a:pt x="410488" y="100353"/>
                  <a:pt x="408620" y="100353"/>
                </a:cubicBezTo>
                <a:cubicBezTo>
                  <a:pt x="406752" y="100353"/>
                  <a:pt x="404795" y="100442"/>
                  <a:pt x="402748" y="100620"/>
                </a:cubicBezTo>
                <a:cubicBezTo>
                  <a:pt x="403193" y="95728"/>
                  <a:pt x="403504" y="90746"/>
                  <a:pt x="403682" y="85674"/>
                </a:cubicBezTo>
                <a:cubicBezTo>
                  <a:pt x="403860" y="80602"/>
                  <a:pt x="403949" y="75620"/>
                  <a:pt x="403949" y="70728"/>
                </a:cubicBezTo>
                <a:cubicBezTo>
                  <a:pt x="403949" y="66547"/>
                  <a:pt x="403927" y="63277"/>
                  <a:pt x="403882" y="60919"/>
                </a:cubicBezTo>
                <a:cubicBezTo>
                  <a:pt x="403838" y="58561"/>
                  <a:pt x="403728" y="56693"/>
                  <a:pt x="403550" y="55315"/>
                </a:cubicBezTo>
                <a:cubicBezTo>
                  <a:pt x="403372" y="53936"/>
                  <a:pt x="403127" y="52802"/>
                  <a:pt x="402815" y="51913"/>
                </a:cubicBezTo>
                <a:cubicBezTo>
                  <a:pt x="402504" y="51022"/>
                  <a:pt x="402082" y="50043"/>
                  <a:pt x="401548" y="48976"/>
                </a:cubicBezTo>
                <a:cubicBezTo>
                  <a:pt x="400569" y="47285"/>
                  <a:pt x="399034" y="45839"/>
                  <a:pt x="396942" y="44639"/>
                </a:cubicBezTo>
                <a:cubicBezTo>
                  <a:pt x="394852" y="43438"/>
                  <a:pt x="392694" y="42837"/>
                  <a:pt x="390471" y="42837"/>
                </a:cubicBezTo>
                <a:cubicBezTo>
                  <a:pt x="384600" y="42837"/>
                  <a:pt x="380285" y="44750"/>
                  <a:pt x="377526" y="48575"/>
                </a:cubicBezTo>
                <a:cubicBezTo>
                  <a:pt x="374768" y="52401"/>
                  <a:pt x="373389" y="57783"/>
                  <a:pt x="373389" y="64723"/>
                </a:cubicBezTo>
                <a:lnTo>
                  <a:pt x="373389" y="76065"/>
                </a:lnTo>
                <a:cubicBezTo>
                  <a:pt x="373389" y="80070"/>
                  <a:pt x="373455" y="84274"/>
                  <a:pt x="373588" y="88677"/>
                </a:cubicBezTo>
                <a:cubicBezTo>
                  <a:pt x="373723" y="93081"/>
                  <a:pt x="374012" y="97062"/>
                  <a:pt x="374458" y="100620"/>
                </a:cubicBezTo>
                <a:cubicBezTo>
                  <a:pt x="372411" y="100442"/>
                  <a:pt x="370409" y="100353"/>
                  <a:pt x="368453" y="100353"/>
                </a:cubicBezTo>
                <a:cubicBezTo>
                  <a:pt x="366495" y="100353"/>
                  <a:pt x="364493" y="100442"/>
                  <a:pt x="362448" y="100620"/>
                </a:cubicBezTo>
                <a:cubicBezTo>
                  <a:pt x="362892" y="97062"/>
                  <a:pt x="363180" y="93081"/>
                  <a:pt x="363313" y="88677"/>
                </a:cubicBezTo>
                <a:cubicBezTo>
                  <a:pt x="363448" y="84274"/>
                  <a:pt x="363515" y="80070"/>
                  <a:pt x="363515" y="76065"/>
                </a:cubicBezTo>
                <a:lnTo>
                  <a:pt x="363515" y="62188"/>
                </a:lnTo>
                <a:close/>
                <a:moveTo>
                  <a:pt x="499767" y="40167"/>
                </a:moveTo>
                <a:cubicBezTo>
                  <a:pt x="496475" y="40167"/>
                  <a:pt x="493694" y="40924"/>
                  <a:pt x="491424" y="42436"/>
                </a:cubicBezTo>
                <a:cubicBezTo>
                  <a:pt x="489156" y="43948"/>
                  <a:pt x="487288" y="45839"/>
                  <a:pt x="485821" y="48109"/>
                </a:cubicBezTo>
                <a:cubicBezTo>
                  <a:pt x="484353" y="50377"/>
                  <a:pt x="483241" y="52868"/>
                  <a:pt x="482485" y="55582"/>
                </a:cubicBezTo>
                <a:cubicBezTo>
                  <a:pt x="481729" y="58296"/>
                  <a:pt x="481262" y="60853"/>
                  <a:pt x="481084" y="63255"/>
                </a:cubicBezTo>
                <a:cubicBezTo>
                  <a:pt x="483841" y="63344"/>
                  <a:pt x="486710" y="63434"/>
                  <a:pt x="489689" y="63523"/>
                </a:cubicBezTo>
                <a:cubicBezTo>
                  <a:pt x="492671" y="63612"/>
                  <a:pt x="495584" y="63656"/>
                  <a:pt x="498431" y="63656"/>
                </a:cubicBezTo>
                <a:cubicBezTo>
                  <a:pt x="501367" y="63656"/>
                  <a:pt x="504348" y="63612"/>
                  <a:pt x="507372" y="63523"/>
                </a:cubicBezTo>
                <a:cubicBezTo>
                  <a:pt x="510397" y="63434"/>
                  <a:pt x="513333" y="63344"/>
                  <a:pt x="516181" y="63255"/>
                </a:cubicBezTo>
                <a:cubicBezTo>
                  <a:pt x="516181" y="60853"/>
                  <a:pt x="515981" y="58318"/>
                  <a:pt x="515581" y="55649"/>
                </a:cubicBezTo>
                <a:cubicBezTo>
                  <a:pt x="515180" y="52979"/>
                  <a:pt x="514379" y="50487"/>
                  <a:pt x="513178" y="48174"/>
                </a:cubicBezTo>
                <a:cubicBezTo>
                  <a:pt x="511976" y="45861"/>
                  <a:pt x="510308" y="43948"/>
                  <a:pt x="508173" y="42436"/>
                </a:cubicBezTo>
                <a:cubicBezTo>
                  <a:pt x="506037" y="40924"/>
                  <a:pt x="503235" y="40167"/>
                  <a:pt x="499767" y="40167"/>
                </a:cubicBezTo>
                <a:moveTo>
                  <a:pt x="468940" y="70995"/>
                </a:moveTo>
                <a:cubicBezTo>
                  <a:pt x="468940" y="60052"/>
                  <a:pt x="471542" y="51467"/>
                  <a:pt x="476745" y="45240"/>
                </a:cubicBezTo>
                <a:cubicBezTo>
                  <a:pt x="481950" y="39012"/>
                  <a:pt x="489535" y="35897"/>
                  <a:pt x="499500" y="35897"/>
                </a:cubicBezTo>
                <a:cubicBezTo>
                  <a:pt x="504215" y="35897"/>
                  <a:pt x="508285" y="36632"/>
                  <a:pt x="511710" y="38101"/>
                </a:cubicBezTo>
                <a:cubicBezTo>
                  <a:pt x="515135" y="39568"/>
                  <a:pt x="518004" y="41525"/>
                  <a:pt x="520317" y="43971"/>
                </a:cubicBezTo>
                <a:cubicBezTo>
                  <a:pt x="522630" y="46417"/>
                  <a:pt x="524343" y="49287"/>
                  <a:pt x="525454" y="52579"/>
                </a:cubicBezTo>
                <a:cubicBezTo>
                  <a:pt x="526566" y="55870"/>
                  <a:pt x="527122" y="59384"/>
                  <a:pt x="527122" y="63120"/>
                </a:cubicBezTo>
                <a:cubicBezTo>
                  <a:pt x="527122" y="64011"/>
                  <a:pt x="527100" y="64879"/>
                  <a:pt x="527055" y="65725"/>
                </a:cubicBezTo>
                <a:cubicBezTo>
                  <a:pt x="527012" y="66569"/>
                  <a:pt x="526945" y="67436"/>
                  <a:pt x="526855" y="68325"/>
                </a:cubicBezTo>
                <a:cubicBezTo>
                  <a:pt x="522051" y="68237"/>
                  <a:pt x="517292" y="68149"/>
                  <a:pt x="512577" y="68060"/>
                </a:cubicBezTo>
                <a:cubicBezTo>
                  <a:pt x="507862" y="67971"/>
                  <a:pt x="503103" y="67926"/>
                  <a:pt x="498299" y="67926"/>
                </a:cubicBezTo>
                <a:cubicBezTo>
                  <a:pt x="495362" y="67926"/>
                  <a:pt x="492449" y="67971"/>
                  <a:pt x="489557" y="68060"/>
                </a:cubicBezTo>
                <a:cubicBezTo>
                  <a:pt x="486666" y="68149"/>
                  <a:pt x="483752" y="68237"/>
                  <a:pt x="480815" y="68325"/>
                </a:cubicBezTo>
                <a:cubicBezTo>
                  <a:pt x="480727" y="68770"/>
                  <a:pt x="480683" y="69437"/>
                  <a:pt x="480683" y="70327"/>
                </a:cubicBezTo>
                <a:lnTo>
                  <a:pt x="480683" y="72062"/>
                </a:lnTo>
                <a:cubicBezTo>
                  <a:pt x="480683" y="75531"/>
                  <a:pt x="481194" y="78779"/>
                  <a:pt x="482216" y="81805"/>
                </a:cubicBezTo>
                <a:cubicBezTo>
                  <a:pt x="483240" y="84830"/>
                  <a:pt x="484730" y="87432"/>
                  <a:pt x="486688" y="89612"/>
                </a:cubicBezTo>
                <a:cubicBezTo>
                  <a:pt x="488645" y="91791"/>
                  <a:pt x="491048" y="93526"/>
                  <a:pt x="493894" y="94817"/>
                </a:cubicBezTo>
                <a:cubicBezTo>
                  <a:pt x="496741" y="96106"/>
                  <a:pt x="500033" y="96751"/>
                  <a:pt x="503770" y="96751"/>
                </a:cubicBezTo>
                <a:cubicBezTo>
                  <a:pt x="505549" y="96751"/>
                  <a:pt x="507372" y="96507"/>
                  <a:pt x="509240" y="96018"/>
                </a:cubicBezTo>
                <a:cubicBezTo>
                  <a:pt x="511109" y="95528"/>
                  <a:pt x="512933" y="94860"/>
                  <a:pt x="514711" y="94015"/>
                </a:cubicBezTo>
                <a:cubicBezTo>
                  <a:pt x="516491" y="93169"/>
                  <a:pt x="518159" y="92168"/>
                  <a:pt x="519716" y="91013"/>
                </a:cubicBezTo>
                <a:cubicBezTo>
                  <a:pt x="521273" y="89856"/>
                  <a:pt x="522630" y="88610"/>
                  <a:pt x="523787" y="87275"/>
                </a:cubicBezTo>
                <a:lnTo>
                  <a:pt x="524455" y="87676"/>
                </a:lnTo>
                <a:lnTo>
                  <a:pt x="523654" y="94214"/>
                </a:lnTo>
                <a:cubicBezTo>
                  <a:pt x="520984" y="96349"/>
                  <a:pt x="517670" y="98173"/>
                  <a:pt x="513711" y="99686"/>
                </a:cubicBezTo>
                <a:cubicBezTo>
                  <a:pt x="509753" y="101198"/>
                  <a:pt x="505638" y="101954"/>
                  <a:pt x="501367" y="101954"/>
                </a:cubicBezTo>
                <a:cubicBezTo>
                  <a:pt x="496563" y="101954"/>
                  <a:pt x="492181" y="101220"/>
                  <a:pt x="488221" y="99753"/>
                </a:cubicBezTo>
                <a:cubicBezTo>
                  <a:pt x="484263" y="98285"/>
                  <a:pt x="480838" y="96151"/>
                  <a:pt x="477946" y="93349"/>
                </a:cubicBezTo>
                <a:cubicBezTo>
                  <a:pt x="475056" y="90545"/>
                  <a:pt x="472833" y="87231"/>
                  <a:pt x="471275" y="83406"/>
                </a:cubicBezTo>
                <a:cubicBezTo>
                  <a:pt x="469718" y="79580"/>
                  <a:pt x="468940" y="75443"/>
                  <a:pt x="468940" y="70995"/>
                </a:cubicBezTo>
                <a:close/>
                <a:moveTo>
                  <a:pt x="584638" y="63120"/>
                </a:moveTo>
                <a:cubicBezTo>
                  <a:pt x="584638" y="56448"/>
                  <a:pt x="583348" y="51400"/>
                  <a:pt x="580767" y="47975"/>
                </a:cubicBezTo>
                <a:cubicBezTo>
                  <a:pt x="578188" y="44550"/>
                  <a:pt x="574630" y="42837"/>
                  <a:pt x="570093" y="42837"/>
                </a:cubicBezTo>
                <a:cubicBezTo>
                  <a:pt x="563866" y="42837"/>
                  <a:pt x="559307" y="44750"/>
                  <a:pt x="556416" y="48575"/>
                </a:cubicBezTo>
                <a:cubicBezTo>
                  <a:pt x="553524" y="52401"/>
                  <a:pt x="552078" y="57783"/>
                  <a:pt x="552078" y="64723"/>
                </a:cubicBezTo>
                <a:lnTo>
                  <a:pt x="552078" y="76065"/>
                </a:lnTo>
                <a:cubicBezTo>
                  <a:pt x="552078" y="80070"/>
                  <a:pt x="552145" y="84274"/>
                  <a:pt x="552278" y="88677"/>
                </a:cubicBezTo>
                <a:cubicBezTo>
                  <a:pt x="552411" y="93081"/>
                  <a:pt x="552700" y="97062"/>
                  <a:pt x="553145" y="100620"/>
                </a:cubicBezTo>
                <a:cubicBezTo>
                  <a:pt x="551099" y="100442"/>
                  <a:pt x="549098" y="100353"/>
                  <a:pt x="547140" y="100353"/>
                </a:cubicBezTo>
                <a:cubicBezTo>
                  <a:pt x="545183" y="100353"/>
                  <a:pt x="543181" y="100442"/>
                  <a:pt x="541135" y="100620"/>
                </a:cubicBezTo>
                <a:cubicBezTo>
                  <a:pt x="541579" y="97062"/>
                  <a:pt x="541868" y="93081"/>
                  <a:pt x="542001" y="88677"/>
                </a:cubicBezTo>
                <a:cubicBezTo>
                  <a:pt x="542135" y="84274"/>
                  <a:pt x="542202" y="80070"/>
                  <a:pt x="542202" y="76065"/>
                </a:cubicBezTo>
                <a:lnTo>
                  <a:pt x="542202" y="62188"/>
                </a:lnTo>
                <a:cubicBezTo>
                  <a:pt x="542202" y="58184"/>
                  <a:pt x="542135" y="53981"/>
                  <a:pt x="542001" y="49577"/>
                </a:cubicBezTo>
                <a:cubicBezTo>
                  <a:pt x="541868" y="45173"/>
                  <a:pt x="541579" y="41058"/>
                  <a:pt x="541135" y="37231"/>
                </a:cubicBezTo>
                <a:cubicBezTo>
                  <a:pt x="543626" y="37676"/>
                  <a:pt x="545628" y="37899"/>
                  <a:pt x="547140" y="37899"/>
                </a:cubicBezTo>
                <a:cubicBezTo>
                  <a:pt x="547852" y="37899"/>
                  <a:pt x="548629" y="37833"/>
                  <a:pt x="549474" y="37699"/>
                </a:cubicBezTo>
                <a:cubicBezTo>
                  <a:pt x="550320" y="37566"/>
                  <a:pt x="551321" y="37410"/>
                  <a:pt x="552477" y="37231"/>
                </a:cubicBezTo>
                <a:cubicBezTo>
                  <a:pt x="552211" y="40791"/>
                  <a:pt x="552078" y="44349"/>
                  <a:pt x="552078" y="47907"/>
                </a:cubicBezTo>
                <a:lnTo>
                  <a:pt x="552345" y="47907"/>
                </a:lnTo>
                <a:cubicBezTo>
                  <a:pt x="554836" y="44082"/>
                  <a:pt x="557816" y="41124"/>
                  <a:pt x="561286" y="39033"/>
                </a:cubicBezTo>
                <a:cubicBezTo>
                  <a:pt x="564756" y="36943"/>
                  <a:pt x="568893" y="35897"/>
                  <a:pt x="573697" y="35897"/>
                </a:cubicBezTo>
                <a:cubicBezTo>
                  <a:pt x="576188" y="35897"/>
                  <a:pt x="578701" y="36254"/>
                  <a:pt x="581236" y="36966"/>
                </a:cubicBezTo>
                <a:cubicBezTo>
                  <a:pt x="583771" y="37678"/>
                  <a:pt x="586062" y="38901"/>
                  <a:pt x="588108" y="40636"/>
                </a:cubicBezTo>
                <a:cubicBezTo>
                  <a:pt x="590155" y="42371"/>
                  <a:pt x="591824" y="44729"/>
                  <a:pt x="593113" y="47710"/>
                </a:cubicBezTo>
                <a:cubicBezTo>
                  <a:pt x="594403" y="50690"/>
                  <a:pt x="595048" y="54492"/>
                  <a:pt x="595048" y="59117"/>
                </a:cubicBezTo>
                <a:cubicBezTo>
                  <a:pt x="595048" y="62942"/>
                  <a:pt x="594959" y="66879"/>
                  <a:pt x="594781" y="70927"/>
                </a:cubicBezTo>
                <a:cubicBezTo>
                  <a:pt x="594603" y="74975"/>
                  <a:pt x="594514" y="79269"/>
                  <a:pt x="594514" y="83807"/>
                </a:cubicBezTo>
                <a:lnTo>
                  <a:pt x="594514" y="92479"/>
                </a:lnTo>
                <a:cubicBezTo>
                  <a:pt x="594514" y="93903"/>
                  <a:pt x="594537" y="95305"/>
                  <a:pt x="594581" y="96684"/>
                </a:cubicBezTo>
                <a:cubicBezTo>
                  <a:pt x="594626" y="98063"/>
                  <a:pt x="594693" y="99375"/>
                  <a:pt x="594781" y="100620"/>
                </a:cubicBezTo>
                <a:cubicBezTo>
                  <a:pt x="593001" y="100442"/>
                  <a:pt x="591133" y="100353"/>
                  <a:pt x="589177" y="100353"/>
                </a:cubicBezTo>
                <a:cubicBezTo>
                  <a:pt x="587308" y="100353"/>
                  <a:pt x="585484" y="100442"/>
                  <a:pt x="583706" y="100620"/>
                </a:cubicBezTo>
                <a:cubicBezTo>
                  <a:pt x="583883" y="95994"/>
                  <a:pt x="584083" y="91234"/>
                  <a:pt x="584304" y="86342"/>
                </a:cubicBezTo>
                <a:cubicBezTo>
                  <a:pt x="584527" y="81448"/>
                  <a:pt x="584638" y="76421"/>
                  <a:pt x="584638" y="71261"/>
                </a:cubicBezTo>
                <a:lnTo>
                  <a:pt x="584638" y="63120"/>
                </a:lnTo>
                <a:close/>
                <a:moveTo>
                  <a:pt x="622540" y="70327"/>
                </a:moveTo>
                <a:cubicBezTo>
                  <a:pt x="622540" y="75666"/>
                  <a:pt x="623096" y="80070"/>
                  <a:pt x="624208" y="83540"/>
                </a:cubicBezTo>
                <a:cubicBezTo>
                  <a:pt x="625320" y="87008"/>
                  <a:pt x="626743" y="89789"/>
                  <a:pt x="628478" y="91881"/>
                </a:cubicBezTo>
                <a:cubicBezTo>
                  <a:pt x="630213" y="93971"/>
                  <a:pt x="632192" y="95417"/>
                  <a:pt x="634416" y="96218"/>
                </a:cubicBezTo>
                <a:cubicBezTo>
                  <a:pt x="636641" y="97017"/>
                  <a:pt x="638821" y="97417"/>
                  <a:pt x="640956" y="97417"/>
                </a:cubicBezTo>
                <a:cubicBezTo>
                  <a:pt x="644426" y="97417"/>
                  <a:pt x="647406" y="96550"/>
                  <a:pt x="649897" y="94815"/>
                </a:cubicBezTo>
                <a:cubicBezTo>
                  <a:pt x="652388" y="93080"/>
                  <a:pt x="654457" y="90812"/>
                  <a:pt x="656102" y="88010"/>
                </a:cubicBezTo>
                <a:cubicBezTo>
                  <a:pt x="657747" y="85208"/>
                  <a:pt x="658948" y="82028"/>
                  <a:pt x="659704" y="78470"/>
                </a:cubicBezTo>
                <a:cubicBezTo>
                  <a:pt x="660462" y="74910"/>
                  <a:pt x="660840" y="71351"/>
                  <a:pt x="660840" y="67791"/>
                </a:cubicBezTo>
                <a:cubicBezTo>
                  <a:pt x="660840" y="59251"/>
                  <a:pt x="659194" y="52735"/>
                  <a:pt x="655902" y="48243"/>
                </a:cubicBezTo>
                <a:cubicBezTo>
                  <a:pt x="652610" y="43750"/>
                  <a:pt x="647761" y="41503"/>
                  <a:pt x="641355" y="41503"/>
                </a:cubicBezTo>
                <a:cubicBezTo>
                  <a:pt x="638153" y="41503"/>
                  <a:pt x="635373" y="42237"/>
                  <a:pt x="633015" y="43704"/>
                </a:cubicBezTo>
                <a:cubicBezTo>
                  <a:pt x="630658" y="45172"/>
                  <a:pt x="628701" y="47218"/>
                  <a:pt x="627144" y="49844"/>
                </a:cubicBezTo>
                <a:cubicBezTo>
                  <a:pt x="625587" y="52468"/>
                  <a:pt x="624430" y="55537"/>
                  <a:pt x="623674" y="59052"/>
                </a:cubicBezTo>
                <a:cubicBezTo>
                  <a:pt x="622918" y="62565"/>
                  <a:pt x="622540" y="66323"/>
                  <a:pt x="622540" y="70327"/>
                </a:cubicBezTo>
                <a:moveTo>
                  <a:pt x="660439" y="87942"/>
                </a:moveTo>
                <a:cubicBezTo>
                  <a:pt x="659728" y="89366"/>
                  <a:pt x="658771" y="90902"/>
                  <a:pt x="657570" y="92548"/>
                </a:cubicBezTo>
                <a:cubicBezTo>
                  <a:pt x="656369" y="94194"/>
                  <a:pt x="654856" y="95728"/>
                  <a:pt x="653031" y="97152"/>
                </a:cubicBezTo>
                <a:cubicBezTo>
                  <a:pt x="651208" y="98575"/>
                  <a:pt x="649051" y="99731"/>
                  <a:pt x="646560" y="100620"/>
                </a:cubicBezTo>
                <a:cubicBezTo>
                  <a:pt x="644069" y="101509"/>
                  <a:pt x="641177" y="101954"/>
                  <a:pt x="637885" y="101954"/>
                </a:cubicBezTo>
                <a:cubicBezTo>
                  <a:pt x="634505" y="101954"/>
                  <a:pt x="631192" y="101376"/>
                  <a:pt x="627944" y="100219"/>
                </a:cubicBezTo>
                <a:cubicBezTo>
                  <a:pt x="624697" y="99062"/>
                  <a:pt x="621806" y="97172"/>
                  <a:pt x="619270" y="94548"/>
                </a:cubicBezTo>
                <a:cubicBezTo>
                  <a:pt x="616734" y="91924"/>
                  <a:pt x="614688" y="88544"/>
                  <a:pt x="613131" y="84407"/>
                </a:cubicBezTo>
                <a:cubicBezTo>
                  <a:pt x="611575" y="80270"/>
                  <a:pt x="610797" y="75309"/>
                  <a:pt x="610797" y="69526"/>
                </a:cubicBezTo>
                <a:cubicBezTo>
                  <a:pt x="610797" y="63833"/>
                  <a:pt x="611642" y="58896"/>
                  <a:pt x="613332" y="54715"/>
                </a:cubicBezTo>
                <a:cubicBezTo>
                  <a:pt x="615022" y="50532"/>
                  <a:pt x="617224" y="47040"/>
                  <a:pt x="619938" y="44238"/>
                </a:cubicBezTo>
                <a:cubicBezTo>
                  <a:pt x="622651" y="41436"/>
                  <a:pt x="625721" y="39345"/>
                  <a:pt x="629146" y="37966"/>
                </a:cubicBezTo>
                <a:cubicBezTo>
                  <a:pt x="632571" y="36587"/>
                  <a:pt x="636018" y="35897"/>
                  <a:pt x="639488" y="35897"/>
                </a:cubicBezTo>
                <a:cubicBezTo>
                  <a:pt x="649363" y="35897"/>
                  <a:pt x="656213" y="40346"/>
                  <a:pt x="660038" y="49243"/>
                </a:cubicBezTo>
                <a:lnTo>
                  <a:pt x="660305" y="49243"/>
                </a:lnTo>
                <a:lnTo>
                  <a:pt x="660305" y="36164"/>
                </a:lnTo>
                <a:cubicBezTo>
                  <a:pt x="660305" y="32784"/>
                  <a:pt x="660282" y="29381"/>
                  <a:pt x="660238" y="25956"/>
                </a:cubicBezTo>
                <a:cubicBezTo>
                  <a:pt x="660194" y="22531"/>
                  <a:pt x="660150" y="19262"/>
                  <a:pt x="660105" y="16148"/>
                </a:cubicBezTo>
                <a:cubicBezTo>
                  <a:pt x="660060" y="13033"/>
                  <a:pt x="660016" y="10098"/>
                  <a:pt x="659971" y="7341"/>
                </a:cubicBezTo>
                <a:cubicBezTo>
                  <a:pt x="659927" y="4582"/>
                  <a:pt x="659861" y="2135"/>
                  <a:pt x="659771" y="0"/>
                </a:cubicBezTo>
                <a:cubicBezTo>
                  <a:pt x="660840" y="178"/>
                  <a:pt x="661863" y="334"/>
                  <a:pt x="662840" y="468"/>
                </a:cubicBezTo>
                <a:cubicBezTo>
                  <a:pt x="663819" y="601"/>
                  <a:pt x="664797" y="668"/>
                  <a:pt x="665776" y="668"/>
                </a:cubicBezTo>
                <a:cubicBezTo>
                  <a:pt x="666755" y="668"/>
                  <a:pt x="667711" y="601"/>
                  <a:pt x="668645" y="468"/>
                </a:cubicBezTo>
                <a:cubicBezTo>
                  <a:pt x="669579" y="334"/>
                  <a:pt x="670625" y="178"/>
                  <a:pt x="671781" y="0"/>
                </a:cubicBezTo>
                <a:cubicBezTo>
                  <a:pt x="671515" y="2847"/>
                  <a:pt x="671293" y="6961"/>
                  <a:pt x="671115" y="12344"/>
                </a:cubicBezTo>
                <a:cubicBezTo>
                  <a:pt x="670937" y="17726"/>
                  <a:pt x="670781" y="23665"/>
                  <a:pt x="670647" y="30159"/>
                </a:cubicBezTo>
                <a:cubicBezTo>
                  <a:pt x="670514" y="36654"/>
                  <a:pt x="670403" y="43326"/>
                  <a:pt x="670313" y="50178"/>
                </a:cubicBezTo>
                <a:cubicBezTo>
                  <a:pt x="670225" y="57028"/>
                  <a:pt x="670181" y="63299"/>
                  <a:pt x="670181" y="68993"/>
                </a:cubicBezTo>
                <a:cubicBezTo>
                  <a:pt x="670181" y="75132"/>
                  <a:pt x="670225" y="80648"/>
                  <a:pt x="670313" y="85542"/>
                </a:cubicBezTo>
                <a:cubicBezTo>
                  <a:pt x="670403" y="90434"/>
                  <a:pt x="670492" y="95460"/>
                  <a:pt x="670582" y="100620"/>
                </a:cubicBezTo>
                <a:cubicBezTo>
                  <a:pt x="668802" y="100442"/>
                  <a:pt x="667067" y="100353"/>
                  <a:pt x="665377" y="100353"/>
                </a:cubicBezTo>
                <a:cubicBezTo>
                  <a:pt x="663775" y="100353"/>
                  <a:pt x="662084" y="100442"/>
                  <a:pt x="660305" y="100620"/>
                </a:cubicBezTo>
                <a:lnTo>
                  <a:pt x="660706" y="87942"/>
                </a:lnTo>
                <a:lnTo>
                  <a:pt x="660439" y="87942"/>
                </a:lnTo>
                <a:close/>
                <a:moveTo>
                  <a:pt x="723826" y="67392"/>
                </a:moveTo>
                <a:cubicBezTo>
                  <a:pt x="722314" y="67926"/>
                  <a:pt x="720557" y="68370"/>
                  <a:pt x="718554" y="68726"/>
                </a:cubicBezTo>
                <a:cubicBezTo>
                  <a:pt x="716553" y="69082"/>
                  <a:pt x="714530" y="69460"/>
                  <a:pt x="712484" y="69860"/>
                </a:cubicBezTo>
                <a:cubicBezTo>
                  <a:pt x="710438" y="70261"/>
                  <a:pt x="708414" y="70773"/>
                  <a:pt x="706412" y="71396"/>
                </a:cubicBezTo>
                <a:cubicBezTo>
                  <a:pt x="704410" y="72017"/>
                  <a:pt x="702630" y="72862"/>
                  <a:pt x="701073" y="73931"/>
                </a:cubicBezTo>
                <a:cubicBezTo>
                  <a:pt x="699517" y="74998"/>
                  <a:pt x="698272" y="76332"/>
                  <a:pt x="697336" y="77934"/>
                </a:cubicBezTo>
                <a:cubicBezTo>
                  <a:pt x="696402" y="79536"/>
                  <a:pt x="695935" y="81582"/>
                  <a:pt x="695935" y="84073"/>
                </a:cubicBezTo>
                <a:cubicBezTo>
                  <a:pt x="695935" y="88255"/>
                  <a:pt x="697136" y="91413"/>
                  <a:pt x="699538" y="93548"/>
                </a:cubicBezTo>
                <a:cubicBezTo>
                  <a:pt x="701940" y="95684"/>
                  <a:pt x="704610" y="96751"/>
                  <a:pt x="707546" y="96751"/>
                </a:cubicBezTo>
                <a:cubicBezTo>
                  <a:pt x="710926" y="96751"/>
                  <a:pt x="714017" y="95817"/>
                  <a:pt x="716819" y="93949"/>
                </a:cubicBezTo>
                <a:cubicBezTo>
                  <a:pt x="719623" y="92080"/>
                  <a:pt x="721780" y="89900"/>
                  <a:pt x="723293" y="87409"/>
                </a:cubicBezTo>
                <a:lnTo>
                  <a:pt x="723826" y="67392"/>
                </a:lnTo>
                <a:moveTo>
                  <a:pt x="690865" y="43637"/>
                </a:moveTo>
                <a:cubicBezTo>
                  <a:pt x="694868" y="40613"/>
                  <a:pt x="698560" y="38567"/>
                  <a:pt x="701940" y="37500"/>
                </a:cubicBezTo>
                <a:cubicBezTo>
                  <a:pt x="705322" y="36432"/>
                  <a:pt x="708792" y="35897"/>
                  <a:pt x="712350" y="35897"/>
                </a:cubicBezTo>
                <a:cubicBezTo>
                  <a:pt x="715553" y="35897"/>
                  <a:pt x="718490" y="36364"/>
                  <a:pt x="721159" y="37298"/>
                </a:cubicBezTo>
                <a:cubicBezTo>
                  <a:pt x="723828" y="38232"/>
                  <a:pt x="726096" y="39567"/>
                  <a:pt x="727964" y="41302"/>
                </a:cubicBezTo>
                <a:cubicBezTo>
                  <a:pt x="729832" y="43037"/>
                  <a:pt x="731299" y="45128"/>
                  <a:pt x="732366" y="47575"/>
                </a:cubicBezTo>
                <a:cubicBezTo>
                  <a:pt x="733435" y="50022"/>
                  <a:pt x="733969" y="52712"/>
                  <a:pt x="733969" y="55647"/>
                </a:cubicBezTo>
                <a:cubicBezTo>
                  <a:pt x="733969" y="60719"/>
                  <a:pt x="733880" y="65768"/>
                  <a:pt x="733702" y="70795"/>
                </a:cubicBezTo>
                <a:cubicBezTo>
                  <a:pt x="733524" y="75822"/>
                  <a:pt x="733435" y="81137"/>
                  <a:pt x="733435" y="86741"/>
                </a:cubicBezTo>
                <a:cubicBezTo>
                  <a:pt x="733435" y="87809"/>
                  <a:pt x="733458" y="88944"/>
                  <a:pt x="733503" y="90146"/>
                </a:cubicBezTo>
                <a:cubicBezTo>
                  <a:pt x="733547" y="91346"/>
                  <a:pt x="733748" y="92413"/>
                  <a:pt x="734103" y="93347"/>
                </a:cubicBezTo>
                <a:cubicBezTo>
                  <a:pt x="734459" y="94281"/>
                  <a:pt x="734970" y="95059"/>
                  <a:pt x="735637" y="95682"/>
                </a:cubicBezTo>
                <a:cubicBezTo>
                  <a:pt x="736304" y="96305"/>
                  <a:pt x="737306" y="96617"/>
                  <a:pt x="738640" y="96617"/>
                </a:cubicBezTo>
                <a:cubicBezTo>
                  <a:pt x="739085" y="96617"/>
                  <a:pt x="739552" y="96595"/>
                  <a:pt x="740041" y="96550"/>
                </a:cubicBezTo>
                <a:cubicBezTo>
                  <a:pt x="740531" y="96505"/>
                  <a:pt x="740998" y="96349"/>
                  <a:pt x="741442" y="96083"/>
                </a:cubicBezTo>
                <a:lnTo>
                  <a:pt x="741442" y="99020"/>
                </a:lnTo>
                <a:cubicBezTo>
                  <a:pt x="740463" y="99464"/>
                  <a:pt x="739240" y="99819"/>
                  <a:pt x="737773" y="100087"/>
                </a:cubicBezTo>
                <a:cubicBezTo>
                  <a:pt x="736305" y="100354"/>
                  <a:pt x="734682" y="100488"/>
                  <a:pt x="732902" y="100488"/>
                </a:cubicBezTo>
                <a:cubicBezTo>
                  <a:pt x="730055" y="100488"/>
                  <a:pt x="727876" y="99754"/>
                  <a:pt x="726363" y="98287"/>
                </a:cubicBezTo>
                <a:cubicBezTo>
                  <a:pt x="724851" y="96818"/>
                  <a:pt x="723961" y="94927"/>
                  <a:pt x="723694" y="92614"/>
                </a:cubicBezTo>
                <a:cubicBezTo>
                  <a:pt x="720491" y="95816"/>
                  <a:pt x="717333" y="98173"/>
                  <a:pt x="714219" y="99686"/>
                </a:cubicBezTo>
                <a:cubicBezTo>
                  <a:pt x="711105" y="101198"/>
                  <a:pt x="707279" y="101954"/>
                  <a:pt x="702743" y="101954"/>
                </a:cubicBezTo>
                <a:cubicBezTo>
                  <a:pt x="700518" y="101954"/>
                  <a:pt x="698338" y="101642"/>
                  <a:pt x="696202" y="101019"/>
                </a:cubicBezTo>
                <a:cubicBezTo>
                  <a:pt x="694068" y="100398"/>
                  <a:pt x="692178" y="99375"/>
                  <a:pt x="690531" y="97953"/>
                </a:cubicBezTo>
                <a:cubicBezTo>
                  <a:pt x="688886" y="96529"/>
                  <a:pt x="687551" y="94816"/>
                  <a:pt x="686528" y="92815"/>
                </a:cubicBezTo>
                <a:cubicBezTo>
                  <a:pt x="685506" y="90813"/>
                  <a:pt x="684995" y="88521"/>
                  <a:pt x="684995" y="85941"/>
                </a:cubicBezTo>
                <a:cubicBezTo>
                  <a:pt x="684995" y="80603"/>
                  <a:pt x="686662" y="76467"/>
                  <a:pt x="689998" y="73532"/>
                </a:cubicBezTo>
                <a:cubicBezTo>
                  <a:pt x="693334" y="70595"/>
                  <a:pt x="697938" y="68638"/>
                  <a:pt x="703810" y="67659"/>
                </a:cubicBezTo>
                <a:cubicBezTo>
                  <a:pt x="708614" y="66858"/>
                  <a:pt x="712373" y="66169"/>
                  <a:pt x="715087" y="65590"/>
                </a:cubicBezTo>
                <a:cubicBezTo>
                  <a:pt x="717800" y="65012"/>
                  <a:pt x="719802" y="64411"/>
                  <a:pt x="721091" y="63788"/>
                </a:cubicBezTo>
                <a:cubicBezTo>
                  <a:pt x="722381" y="63165"/>
                  <a:pt x="723159" y="62431"/>
                  <a:pt x="723425" y="61587"/>
                </a:cubicBezTo>
                <a:cubicBezTo>
                  <a:pt x="723692" y="60741"/>
                  <a:pt x="723826" y="59651"/>
                  <a:pt x="723826" y="58317"/>
                </a:cubicBezTo>
                <a:cubicBezTo>
                  <a:pt x="723826" y="56093"/>
                  <a:pt x="723559" y="53958"/>
                  <a:pt x="723026" y="51913"/>
                </a:cubicBezTo>
                <a:cubicBezTo>
                  <a:pt x="722492" y="49866"/>
                  <a:pt x="721647" y="48086"/>
                  <a:pt x="720491" y="46574"/>
                </a:cubicBezTo>
                <a:cubicBezTo>
                  <a:pt x="719334" y="45061"/>
                  <a:pt x="717822" y="43838"/>
                  <a:pt x="715954" y="42904"/>
                </a:cubicBezTo>
                <a:cubicBezTo>
                  <a:pt x="714086" y="41970"/>
                  <a:pt x="711818" y="41503"/>
                  <a:pt x="709149" y="41503"/>
                </a:cubicBezTo>
                <a:cubicBezTo>
                  <a:pt x="705589" y="41503"/>
                  <a:pt x="702275" y="42304"/>
                  <a:pt x="699206" y="43906"/>
                </a:cubicBezTo>
                <a:cubicBezTo>
                  <a:pt x="696136" y="45507"/>
                  <a:pt x="693845" y="47730"/>
                  <a:pt x="692333" y="50577"/>
                </a:cubicBezTo>
                <a:lnTo>
                  <a:pt x="690865" y="50577"/>
                </a:lnTo>
                <a:lnTo>
                  <a:pt x="690865" y="43637"/>
                </a:lnTo>
                <a:close/>
                <a:moveTo>
                  <a:pt x="768399" y="19351"/>
                </a:moveTo>
                <a:cubicBezTo>
                  <a:pt x="768132" y="22731"/>
                  <a:pt x="767931" y="26045"/>
                  <a:pt x="767797" y="29292"/>
                </a:cubicBezTo>
                <a:cubicBezTo>
                  <a:pt x="767664" y="32539"/>
                  <a:pt x="767508" y="35808"/>
                  <a:pt x="767330" y="39100"/>
                </a:cubicBezTo>
                <a:cubicBezTo>
                  <a:pt x="768309" y="39100"/>
                  <a:pt x="770133" y="39078"/>
                  <a:pt x="772802" y="39033"/>
                </a:cubicBezTo>
                <a:cubicBezTo>
                  <a:pt x="775471" y="38988"/>
                  <a:pt x="778362" y="38877"/>
                  <a:pt x="781476" y="38699"/>
                </a:cubicBezTo>
                <a:cubicBezTo>
                  <a:pt x="781388" y="38967"/>
                  <a:pt x="781344" y="39456"/>
                  <a:pt x="781344" y="40167"/>
                </a:cubicBezTo>
                <a:lnTo>
                  <a:pt x="781344" y="41503"/>
                </a:lnTo>
                <a:lnTo>
                  <a:pt x="781344" y="42971"/>
                </a:lnTo>
                <a:cubicBezTo>
                  <a:pt x="781344" y="43593"/>
                  <a:pt x="781388" y="44038"/>
                  <a:pt x="781476" y="44305"/>
                </a:cubicBezTo>
                <a:cubicBezTo>
                  <a:pt x="780320" y="44216"/>
                  <a:pt x="779118" y="44149"/>
                  <a:pt x="777872" y="44106"/>
                </a:cubicBezTo>
                <a:cubicBezTo>
                  <a:pt x="776627" y="44061"/>
                  <a:pt x="775293" y="44038"/>
                  <a:pt x="773869" y="44038"/>
                </a:cubicBezTo>
                <a:lnTo>
                  <a:pt x="767330" y="44038"/>
                </a:lnTo>
                <a:cubicBezTo>
                  <a:pt x="767242" y="44394"/>
                  <a:pt x="767131" y="45817"/>
                  <a:pt x="766996" y="48308"/>
                </a:cubicBezTo>
                <a:cubicBezTo>
                  <a:pt x="766863" y="50799"/>
                  <a:pt x="766752" y="53758"/>
                  <a:pt x="766662" y="57183"/>
                </a:cubicBezTo>
                <a:cubicBezTo>
                  <a:pt x="766574" y="60608"/>
                  <a:pt x="766508" y="64189"/>
                  <a:pt x="766463" y="67926"/>
                </a:cubicBezTo>
                <a:cubicBezTo>
                  <a:pt x="766418" y="71662"/>
                  <a:pt x="766396" y="74998"/>
                  <a:pt x="766396" y="77934"/>
                </a:cubicBezTo>
                <a:cubicBezTo>
                  <a:pt x="766396" y="80425"/>
                  <a:pt x="766462" y="82872"/>
                  <a:pt x="766595" y="85275"/>
                </a:cubicBezTo>
                <a:cubicBezTo>
                  <a:pt x="766730" y="87676"/>
                  <a:pt x="767153" y="89833"/>
                  <a:pt x="767864" y="91746"/>
                </a:cubicBezTo>
                <a:cubicBezTo>
                  <a:pt x="768577" y="93659"/>
                  <a:pt x="769644" y="95194"/>
                  <a:pt x="771067" y="96350"/>
                </a:cubicBezTo>
                <a:cubicBezTo>
                  <a:pt x="772491" y="97507"/>
                  <a:pt x="774537" y="98085"/>
                  <a:pt x="777206" y="98085"/>
                </a:cubicBezTo>
                <a:cubicBezTo>
                  <a:pt x="777918" y="98085"/>
                  <a:pt x="778874" y="97996"/>
                  <a:pt x="780075" y="97818"/>
                </a:cubicBezTo>
                <a:cubicBezTo>
                  <a:pt x="781277" y="97640"/>
                  <a:pt x="782322" y="97418"/>
                  <a:pt x="783211" y="97150"/>
                </a:cubicBezTo>
                <a:lnTo>
                  <a:pt x="783211" y="100353"/>
                </a:lnTo>
                <a:cubicBezTo>
                  <a:pt x="781699" y="100621"/>
                  <a:pt x="780031" y="100954"/>
                  <a:pt x="778206" y="101353"/>
                </a:cubicBezTo>
                <a:cubicBezTo>
                  <a:pt x="776383" y="101754"/>
                  <a:pt x="774626" y="101954"/>
                  <a:pt x="772936" y="101954"/>
                </a:cubicBezTo>
                <a:cubicBezTo>
                  <a:pt x="767331" y="101954"/>
                  <a:pt x="763194" y="100575"/>
                  <a:pt x="760525" y="97818"/>
                </a:cubicBezTo>
                <a:cubicBezTo>
                  <a:pt x="757856" y="95060"/>
                  <a:pt x="756522" y="91012"/>
                  <a:pt x="756522" y="85674"/>
                </a:cubicBezTo>
                <a:cubicBezTo>
                  <a:pt x="756522" y="83273"/>
                  <a:pt x="756566" y="80671"/>
                  <a:pt x="756654" y="77869"/>
                </a:cubicBezTo>
                <a:cubicBezTo>
                  <a:pt x="756744" y="75066"/>
                  <a:pt x="756855" y="71996"/>
                  <a:pt x="756988" y="68661"/>
                </a:cubicBezTo>
                <a:cubicBezTo>
                  <a:pt x="757121" y="65324"/>
                  <a:pt x="757233" y="61632"/>
                  <a:pt x="757322" y="57584"/>
                </a:cubicBezTo>
                <a:cubicBezTo>
                  <a:pt x="757412" y="53536"/>
                  <a:pt x="757456" y="49020"/>
                  <a:pt x="757456" y="44038"/>
                </a:cubicBezTo>
                <a:lnTo>
                  <a:pt x="753184" y="44038"/>
                </a:lnTo>
                <a:cubicBezTo>
                  <a:pt x="752473" y="44038"/>
                  <a:pt x="751717" y="44061"/>
                  <a:pt x="750916" y="44106"/>
                </a:cubicBezTo>
                <a:cubicBezTo>
                  <a:pt x="750115" y="44149"/>
                  <a:pt x="749270" y="44216"/>
                  <a:pt x="748381" y="44305"/>
                </a:cubicBezTo>
                <a:cubicBezTo>
                  <a:pt x="748470" y="43772"/>
                  <a:pt x="748537" y="43261"/>
                  <a:pt x="748580" y="42772"/>
                </a:cubicBezTo>
                <a:cubicBezTo>
                  <a:pt x="748625" y="42282"/>
                  <a:pt x="748648" y="41770"/>
                  <a:pt x="748648" y="41236"/>
                </a:cubicBezTo>
                <a:cubicBezTo>
                  <a:pt x="748648" y="40791"/>
                  <a:pt x="748625" y="40347"/>
                  <a:pt x="748580" y="39903"/>
                </a:cubicBezTo>
                <a:cubicBezTo>
                  <a:pt x="748537" y="39457"/>
                  <a:pt x="748470" y="39012"/>
                  <a:pt x="748381" y="38567"/>
                </a:cubicBezTo>
                <a:cubicBezTo>
                  <a:pt x="752384" y="38833"/>
                  <a:pt x="755320" y="38966"/>
                  <a:pt x="757188" y="38966"/>
                </a:cubicBezTo>
                <a:cubicBezTo>
                  <a:pt x="757099" y="37188"/>
                  <a:pt x="757033" y="34964"/>
                  <a:pt x="756988" y="32295"/>
                </a:cubicBezTo>
                <a:cubicBezTo>
                  <a:pt x="756943" y="29626"/>
                  <a:pt x="756832" y="26868"/>
                  <a:pt x="756654" y="24020"/>
                </a:cubicBezTo>
                <a:lnTo>
                  <a:pt x="767732" y="19351"/>
                </a:lnTo>
                <a:lnTo>
                  <a:pt x="768399" y="19351"/>
                </a:lnTo>
                <a:close/>
                <a:moveTo>
                  <a:pt x="794955" y="14012"/>
                </a:moveTo>
                <a:cubicBezTo>
                  <a:pt x="794955" y="12144"/>
                  <a:pt x="795622" y="10542"/>
                  <a:pt x="796956" y="9208"/>
                </a:cubicBezTo>
                <a:cubicBezTo>
                  <a:pt x="798291" y="7874"/>
                  <a:pt x="799892" y="7206"/>
                  <a:pt x="801762" y="7206"/>
                </a:cubicBezTo>
                <a:cubicBezTo>
                  <a:pt x="803630" y="7206"/>
                  <a:pt x="805231" y="7874"/>
                  <a:pt x="806565" y="9208"/>
                </a:cubicBezTo>
                <a:cubicBezTo>
                  <a:pt x="807900" y="10542"/>
                  <a:pt x="808567" y="12144"/>
                  <a:pt x="808567" y="14012"/>
                </a:cubicBezTo>
                <a:cubicBezTo>
                  <a:pt x="808567" y="15880"/>
                  <a:pt x="807900" y="17481"/>
                  <a:pt x="806565" y="18817"/>
                </a:cubicBezTo>
                <a:cubicBezTo>
                  <a:pt x="805231" y="20152"/>
                  <a:pt x="803630" y="20819"/>
                  <a:pt x="801762" y="20819"/>
                </a:cubicBezTo>
                <a:cubicBezTo>
                  <a:pt x="799892" y="20819"/>
                  <a:pt x="798291" y="20152"/>
                  <a:pt x="796956" y="18817"/>
                </a:cubicBezTo>
                <a:cubicBezTo>
                  <a:pt x="795622" y="17481"/>
                  <a:pt x="794955" y="15880"/>
                  <a:pt x="794955" y="14012"/>
                </a:cubicBezTo>
                <a:moveTo>
                  <a:pt x="796824" y="62188"/>
                </a:moveTo>
                <a:cubicBezTo>
                  <a:pt x="796824" y="58184"/>
                  <a:pt x="796757" y="53981"/>
                  <a:pt x="796622" y="49577"/>
                </a:cubicBezTo>
                <a:cubicBezTo>
                  <a:pt x="796489" y="45173"/>
                  <a:pt x="796200" y="41058"/>
                  <a:pt x="795755" y="37231"/>
                </a:cubicBezTo>
                <a:cubicBezTo>
                  <a:pt x="798246" y="37676"/>
                  <a:pt x="800248" y="37899"/>
                  <a:pt x="801762" y="37899"/>
                </a:cubicBezTo>
                <a:cubicBezTo>
                  <a:pt x="803274" y="37899"/>
                  <a:pt x="805276" y="37676"/>
                  <a:pt x="807767" y="37231"/>
                </a:cubicBezTo>
                <a:cubicBezTo>
                  <a:pt x="807321" y="41058"/>
                  <a:pt x="807032" y="45173"/>
                  <a:pt x="806897" y="49577"/>
                </a:cubicBezTo>
                <a:cubicBezTo>
                  <a:pt x="806764" y="53981"/>
                  <a:pt x="806698" y="58184"/>
                  <a:pt x="806698" y="62188"/>
                </a:cubicBezTo>
                <a:lnTo>
                  <a:pt x="806698" y="76065"/>
                </a:lnTo>
                <a:cubicBezTo>
                  <a:pt x="806698" y="80070"/>
                  <a:pt x="806764" y="84274"/>
                  <a:pt x="806897" y="88677"/>
                </a:cubicBezTo>
                <a:cubicBezTo>
                  <a:pt x="807032" y="93081"/>
                  <a:pt x="807321" y="97062"/>
                  <a:pt x="807767" y="100620"/>
                </a:cubicBezTo>
                <a:cubicBezTo>
                  <a:pt x="805720" y="100442"/>
                  <a:pt x="803718" y="100353"/>
                  <a:pt x="801762" y="100353"/>
                </a:cubicBezTo>
                <a:cubicBezTo>
                  <a:pt x="799804" y="100353"/>
                  <a:pt x="797802" y="100442"/>
                  <a:pt x="795755" y="100620"/>
                </a:cubicBezTo>
                <a:cubicBezTo>
                  <a:pt x="796200" y="97062"/>
                  <a:pt x="796489" y="93081"/>
                  <a:pt x="796622" y="88677"/>
                </a:cubicBezTo>
                <a:cubicBezTo>
                  <a:pt x="796757" y="84274"/>
                  <a:pt x="796824" y="80070"/>
                  <a:pt x="796824" y="76065"/>
                </a:cubicBezTo>
                <a:lnTo>
                  <a:pt x="796824" y="62188"/>
                </a:lnTo>
                <a:close/>
                <a:moveTo>
                  <a:pt x="836725" y="69127"/>
                </a:moveTo>
                <a:cubicBezTo>
                  <a:pt x="836725" y="72863"/>
                  <a:pt x="837058" y="76466"/>
                  <a:pt x="837724" y="79936"/>
                </a:cubicBezTo>
                <a:cubicBezTo>
                  <a:pt x="838392" y="83406"/>
                  <a:pt x="839527" y="86497"/>
                  <a:pt x="841127" y="89211"/>
                </a:cubicBezTo>
                <a:cubicBezTo>
                  <a:pt x="842729" y="91925"/>
                  <a:pt x="844864" y="94082"/>
                  <a:pt x="847533" y="95684"/>
                </a:cubicBezTo>
                <a:cubicBezTo>
                  <a:pt x="850202" y="97285"/>
                  <a:pt x="853494" y="98085"/>
                  <a:pt x="857409" y="98085"/>
                </a:cubicBezTo>
                <a:cubicBezTo>
                  <a:pt x="861324" y="98085"/>
                  <a:pt x="864616" y="97285"/>
                  <a:pt x="867285" y="95684"/>
                </a:cubicBezTo>
                <a:cubicBezTo>
                  <a:pt x="869954" y="94082"/>
                  <a:pt x="872089" y="91925"/>
                  <a:pt x="873689" y="89211"/>
                </a:cubicBezTo>
                <a:cubicBezTo>
                  <a:pt x="875291" y="86497"/>
                  <a:pt x="876425" y="83406"/>
                  <a:pt x="877092" y="79936"/>
                </a:cubicBezTo>
                <a:cubicBezTo>
                  <a:pt x="877760" y="76466"/>
                  <a:pt x="878093" y="72863"/>
                  <a:pt x="878093" y="69127"/>
                </a:cubicBezTo>
                <a:cubicBezTo>
                  <a:pt x="878093" y="65390"/>
                  <a:pt x="877760" y="61787"/>
                  <a:pt x="877092" y="58317"/>
                </a:cubicBezTo>
                <a:cubicBezTo>
                  <a:pt x="876425" y="54847"/>
                  <a:pt x="875291" y="51756"/>
                  <a:pt x="873689" y="49044"/>
                </a:cubicBezTo>
                <a:cubicBezTo>
                  <a:pt x="872089" y="46330"/>
                  <a:pt x="869954" y="44172"/>
                  <a:pt x="867285" y="42570"/>
                </a:cubicBezTo>
                <a:cubicBezTo>
                  <a:pt x="864616" y="40968"/>
                  <a:pt x="861324" y="40167"/>
                  <a:pt x="857409" y="40167"/>
                </a:cubicBezTo>
                <a:cubicBezTo>
                  <a:pt x="853494" y="40167"/>
                  <a:pt x="850202" y="40968"/>
                  <a:pt x="847533" y="42570"/>
                </a:cubicBezTo>
                <a:cubicBezTo>
                  <a:pt x="844864" y="44172"/>
                  <a:pt x="842729" y="46330"/>
                  <a:pt x="841127" y="49044"/>
                </a:cubicBezTo>
                <a:cubicBezTo>
                  <a:pt x="839527" y="51756"/>
                  <a:pt x="838392" y="54847"/>
                  <a:pt x="837724" y="58317"/>
                </a:cubicBezTo>
                <a:cubicBezTo>
                  <a:pt x="837058" y="61787"/>
                  <a:pt x="836725" y="65390"/>
                  <a:pt x="836725" y="69127"/>
                </a:cubicBezTo>
                <a:moveTo>
                  <a:pt x="824981" y="69127"/>
                </a:moveTo>
                <a:cubicBezTo>
                  <a:pt x="824981" y="63077"/>
                  <a:pt x="825938" y="57939"/>
                  <a:pt x="827851" y="53713"/>
                </a:cubicBezTo>
                <a:cubicBezTo>
                  <a:pt x="829763" y="49487"/>
                  <a:pt x="832276" y="46062"/>
                  <a:pt x="835389" y="43438"/>
                </a:cubicBezTo>
                <a:cubicBezTo>
                  <a:pt x="838503" y="40814"/>
                  <a:pt x="841995" y="38901"/>
                  <a:pt x="845865" y="37699"/>
                </a:cubicBezTo>
                <a:cubicBezTo>
                  <a:pt x="849736" y="36498"/>
                  <a:pt x="853584" y="35897"/>
                  <a:pt x="857409" y="35897"/>
                </a:cubicBezTo>
                <a:cubicBezTo>
                  <a:pt x="861324" y="35897"/>
                  <a:pt x="865194" y="36498"/>
                  <a:pt x="869020" y="37699"/>
                </a:cubicBezTo>
                <a:cubicBezTo>
                  <a:pt x="872845" y="38901"/>
                  <a:pt x="876314" y="40814"/>
                  <a:pt x="879427" y="43438"/>
                </a:cubicBezTo>
                <a:cubicBezTo>
                  <a:pt x="882541" y="46062"/>
                  <a:pt x="885055" y="49487"/>
                  <a:pt x="886968" y="53713"/>
                </a:cubicBezTo>
                <a:cubicBezTo>
                  <a:pt x="888880" y="57939"/>
                  <a:pt x="889837" y="63077"/>
                  <a:pt x="889837" y="69127"/>
                </a:cubicBezTo>
                <a:cubicBezTo>
                  <a:pt x="889837" y="75176"/>
                  <a:pt x="888880" y="80314"/>
                  <a:pt x="886968" y="84540"/>
                </a:cubicBezTo>
                <a:cubicBezTo>
                  <a:pt x="885055" y="88766"/>
                  <a:pt x="882541" y="92191"/>
                  <a:pt x="879427" y="94817"/>
                </a:cubicBezTo>
                <a:cubicBezTo>
                  <a:pt x="876314" y="97441"/>
                  <a:pt x="872845" y="99286"/>
                  <a:pt x="869020" y="100353"/>
                </a:cubicBezTo>
                <a:cubicBezTo>
                  <a:pt x="865194" y="101420"/>
                  <a:pt x="861324" y="101954"/>
                  <a:pt x="857409" y="101954"/>
                </a:cubicBezTo>
                <a:cubicBezTo>
                  <a:pt x="853584" y="101954"/>
                  <a:pt x="849736" y="101420"/>
                  <a:pt x="845865" y="100353"/>
                </a:cubicBezTo>
                <a:cubicBezTo>
                  <a:pt x="841995" y="99286"/>
                  <a:pt x="838503" y="97441"/>
                  <a:pt x="835389" y="94817"/>
                </a:cubicBezTo>
                <a:cubicBezTo>
                  <a:pt x="832276" y="92191"/>
                  <a:pt x="829763" y="88766"/>
                  <a:pt x="827851" y="84540"/>
                </a:cubicBezTo>
                <a:cubicBezTo>
                  <a:pt x="825938" y="80314"/>
                  <a:pt x="824981" y="75176"/>
                  <a:pt x="824981" y="69127"/>
                </a:cubicBezTo>
                <a:close/>
                <a:moveTo>
                  <a:pt x="948153" y="63120"/>
                </a:moveTo>
                <a:cubicBezTo>
                  <a:pt x="948153" y="56448"/>
                  <a:pt x="946863" y="51400"/>
                  <a:pt x="944282" y="47975"/>
                </a:cubicBezTo>
                <a:cubicBezTo>
                  <a:pt x="941703" y="44550"/>
                  <a:pt x="938145" y="42837"/>
                  <a:pt x="933608" y="42837"/>
                </a:cubicBezTo>
                <a:cubicBezTo>
                  <a:pt x="927381" y="42837"/>
                  <a:pt x="922822" y="44750"/>
                  <a:pt x="919931" y="48575"/>
                </a:cubicBezTo>
                <a:cubicBezTo>
                  <a:pt x="917039" y="52401"/>
                  <a:pt x="915593" y="57783"/>
                  <a:pt x="915593" y="64723"/>
                </a:cubicBezTo>
                <a:lnTo>
                  <a:pt x="915593" y="76065"/>
                </a:lnTo>
                <a:cubicBezTo>
                  <a:pt x="915593" y="80070"/>
                  <a:pt x="915660" y="84274"/>
                  <a:pt x="915793" y="88677"/>
                </a:cubicBezTo>
                <a:cubicBezTo>
                  <a:pt x="915926" y="93081"/>
                  <a:pt x="916215" y="97062"/>
                  <a:pt x="916660" y="100620"/>
                </a:cubicBezTo>
                <a:cubicBezTo>
                  <a:pt x="914615" y="100442"/>
                  <a:pt x="912613" y="100353"/>
                  <a:pt x="910655" y="100353"/>
                </a:cubicBezTo>
                <a:cubicBezTo>
                  <a:pt x="908698" y="100353"/>
                  <a:pt x="906696" y="100442"/>
                  <a:pt x="904650" y="100620"/>
                </a:cubicBezTo>
                <a:cubicBezTo>
                  <a:pt x="905094" y="97062"/>
                  <a:pt x="905383" y="93081"/>
                  <a:pt x="905516" y="88677"/>
                </a:cubicBezTo>
                <a:cubicBezTo>
                  <a:pt x="905650" y="84274"/>
                  <a:pt x="905718" y="80070"/>
                  <a:pt x="905718" y="76065"/>
                </a:cubicBezTo>
                <a:lnTo>
                  <a:pt x="905718" y="62188"/>
                </a:lnTo>
                <a:cubicBezTo>
                  <a:pt x="905718" y="58184"/>
                  <a:pt x="905650" y="53981"/>
                  <a:pt x="905516" y="49577"/>
                </a:cubicBezTo>
                <a:cubicBezTo>
                  <a:pt x="905383" y="45173"/>
                  <a:pt x="905094" y="41058"/>
                  <a:pt x="904650" y="37231"/>
                </a:cubicBezTo>
                <a:cubicBezTo>
                  <a:pt x="907142" y="37676"/>
                  <a:pt x="909143" y="37899"/>
                  <a:pt x="910655" y="37899"/>
                </a:cubicBezTo>
                <a:cubicBezTo>
                  <a:pt x="911367" y="37899"/>
                  <a:pt x="912145" y="37833"/>
                  <a:pt x="912989" y="37699"/>
                </a:cubicBezTo>
                <a:cubicBezTo>
                  <a:pt x="913835" y="37566"/>
                  <a:pt x="914836" y="37410"/>
                  <a:pt x="915993" y="37231"/>
                </a:cubicBezTo>
                <a:cubicBezTo>
                  <a:pt x="915726" y="40791"/>
                  <a:pt x="915593" y="44349"/>
                  <a:pt x="915593" y="47907"/>
                </a:cubicBezTo>
                <a:lnTo>
                  <a:pt x="915860" y="47907"/>
                </a:lnTo>
                <a:cubicBezTo>
                  <a:pt x="918351" y="44082"/>
                  <a:pt x="921332" y="41124"/>
                  <a:pt x="924801" y="39033"/>
                </a:cubicBezTo>
                <a:cubicBezTo>
                  <a:pt x="928271" y="36943"/>
                  <a:pt x="932408" y="35897"/>
                  <a:pt x="937212" y="35897"/>
                </a:cubicBezTo>
                <a:cubicBezTo>
                  <a:pt x="939704" y="35897"/>
                  <a:pt x="942216" y="36254"/>
                  <a:pt x="944751" y="36966"/>
                </a:cubicBezTo>
                <a:cubicBezTo>
                  <a:pt x="947287" y="37678"/>
                  <a:pt x="949577" y="38901"/>
                  <a:pt x="951623" y="40636"/>
                </a:cubicBezTo>
                <a:cubicBezTo>
                  <a:pt x="953670" y="42371"/>
                  <a:pt x="955339" y="44729"/>
                  <a:pt x="956628" y="47710"/>
                </a:cubicBezTo>
                <a:cubicBezTo>
                  <a:pt x="957918" y="50690"/>
                  <a:pt x="958563" y="54492"/>
                  <a:pt x="958563" y="59117"/>
                </a:cubicBezTo>
                <a:cubicBezTo>
                  <a:pt x="958563" y="62942"/>
                  <a:pt x="958474" y="66879"/>
                  <a:pt x="958296" y="70927"/>
                </a:cubicBezTo>
                <a:cubicBezTo>
                  <a:pt x="958118" y="74975"/>
                  <a:pt x="958029" y="79269"/>
                  <a:pt x="958029" y="83807"/>
                </a:cubicBezTo>
                <a:lnTo>
                  <a:pt x="958029" y="92479"/>
                </a:lnTo>
                <a:cubicBezTo>
                  <a:pt x="958029" y="93903"/>
                  <a:pt x="958052" y="95305"/>
                  <a:pt x="958096" y="96684"/>
                </a:cubicBezTo>
                <a:cubicBezTo>
                  <a:pt x="958141" y="98063"/>
                  <a:pt x="958208" y="99375"/>
                  <a:pt x="958296" y="100620"/>
                </a:cubicBezTo>
                <a:cubicBezTo>
                  <a:pt x="956516" y="100442"/>
                  <a:pt x="954648" y="100353"/>
                  <a:pt x="952692" y="100353"/>
                </a:cubicBezTo>
                <a:cubicBezTo>
                  <a:pt x="950823" y="100353"/>
                  <a:pt x="948999" y="100442"/>
                  <a:pt x="947221" y="100620"/>
                </a:cubicBezTo>
                <a:cubicBezTo>
                  <a:pt x="947399" y="95994"/>
                  <a:pt x="947598" y="91234"/>
                  <a:pt x="947819" y="86342"/>
                </a:cubicBezTo>
                <a:cubicBezTo>
                  <a:pt x="948042" y="81448"/>
                  <a:pt x="948153" y="76421"/>
                  <a:pt x="948153" y="71261"/>
                </a:cubicBezTo>
                <a:lnTo>
                  <a:pt x="948153" y="63120"/>
                </a:lnTo>
                <a:close/>
                <a:moveTo>
                  <a:pt x="978181" y="88209"/>
                </a:moveTo>
                <a:cubicBezTo>
                  <a:pt x="978626" y="89100"/>
                  <a:pt x="979316" y="90078"/>
                  <a:pt x="980250" y="91145"/>
                </a:cubicBezTo>
                <a:cubicBezTo>
                  <a:pt x="981184" y="92212"/>
                  <a:pt x="982295" y="93214"/>
                  <a:pt x="983585" y="94149"/>
                </a:cubicBezTo>
                <a:cubicBezTo>
                  <a:pt x="984876" y="95083"/>
                  <a:pt x="986344" y="95861"/>
                  <a:pt x="987989" y="96485"/>
                </a:cubicBezTo>
                <a:cubicBezTo>
                  <a:pt x="989635" y="97106"/>
                  <a:pt x="991392" y="97417"/>
                  <a:pt x="993261" y="97417"/>
                </a:cubicBezTo>
                <a:cubicBezTo>
                  <a:pt x="994951" y="97417"/>
                  <a:pt x="996575" y="97150"/>
                  <a:pt x="998132" y="96617"/>
                </a:cubicBezTo>
                <a:cubicBezTo>
                  <a:pt x="999689" y="96083"/>
                  <a:pt x="1001068" y="95327"/>
                  <a:pt x="1002268" y="94349"/>
                </a:cubicBezTo>
                <a:cubicBezTo>
                  <a:pt x="1003469" y="93370"/>
                  <a:pt x="1004426" y="92124"/>
                  <a:pt x="1005137" y="90612"/>
                </a:cubicBezTo>
                <a:cubicBezTo>
                  <a:pt x="1005850" y="89100"/>
                  <a:pt x="1006206" y="87365"/>
                  <a:pt x="1006206" y="85407"/>
                </a:cubicBezTo>
                <a:cubicBezTo>
                  <a:pt x="1006206" y="82649"/>
                  <a:pt x="1005427" y="80536"/>
                  <a:pt x="1003870" y="79068"/>
                </a:cubicBezTo>
                <a:cubicBezTo>
                  <a:pt x="1002313" y="77601"/>
                  <a:pt x="1000378" y="76400"/>
                  <a:pt x="998065" y="75466"/>
                </a:cubicBezTo>
                <a:cubicBezTo>
                  <a:pt x="995752" y="74531"/>
                  <a:pt x="993216" y="73708"/>
                  <a:pt x="990457" y="72996"/>
                </a:cubicBezTo>
                <a:cubicBezTo>
                  <a:pt x="987700" y="72285"/>
                  <a:pt x="985165" y="71284"/>
                  <a:pt x="982852" y="69995"/>
                </a:cubicBezTo>
                <a:cubicBezTo>
                  <a:pt x="980539" y="68704"/>
                  <a:pt x="978604" y="66991"/>
                  <a:pt x="977047" y="64857"/>
                </a:cubicBezTo>
                <a:cubicBezTo>
                  <a:pt x="975489" y="62722"/>
                  <a:pt x="974711" y="59786"/>
                  <a:pt x="974711" y="56048"/>
                </a:cubicBezTo>
                <a:cubicBezTo>
                  <a:pt x="974711" y="53112"/>
                  <a:pt x="975200" y="50421"/>
                  <a:pt x="976179" y="47975"/>
                </a:cubicBezTo>
                <a:cubicBezTo>
                  <a:pt x="977158" y="45528"/>
                  <a:pt x="978581" y="43415"/>
                  <a:pt x="980449" y="41636"/>
                </a:cubicBezTo>
                <a:cubicBezTo>
                  <a:pt x="982317" y="39856"/>
                  <a:pt x="984630" y="38455"/>
                  <a:pt x="987389" y="37433"/>
                </a:cubicBezTo>
                <a:cubicBezTo>
                  <a:pt x="990147" y="36409"/>
                  <a:pt x="993305" y="35897"/>
                  <a:pt x="996864" y="35897"/>
                </a:cubicBezTo>
                <a:cubicBezTo>
                  <a:pt x="1000155" y="35897"/>
                  <a:pt x="1002936" y="36343"/>
                  <a:pt x="1005204" y="37233"/>
                </a:cubicBezTo>
                <a:cubicBezTo>
                  <a:pt x="1007472" y="38122"/>
                  <a:pt x="1009630" y="38923"/>
                  <a:pt x="1011677" y="39634"/>
                </a:cubicBezTo>
                <a:cubicBezTo>
                  <a:pt x="1010965" y="40968"/>
                  <a:pt x="1010297" y="42614"/>
                  <a:pt x="1009674" y="44572"/>
                </a:cubicBezTo>
                <a:cubicBezTo>
                  <a:pt x="1009052" y="46529"/>
                  <a:pt x="1008652" y="48042"/>
                  <a:pt x="1008474" y="49109"/>
                </a:cubicBezTo>
                <a:lnTo>
                  <a:pt x="1006872" y="49109"/>
                </a:lnTo>
                <a:cubicBezTo>
                  <a:pt x="1006160" y="46973"/>
                  <a:pt x="1004781" y="45061"/>
                  <a:pt x="1002734" y="43371"/>
                </a:cubicBezTo>
                <a:cubicBezTo>
                  <a:pt x="1000688" y="41680"/>
                  <a:pt x="998153" y="40835"/>
                  <a:pt x="995129" y="40835"/>
                </a:cubicBezTo>
                <a:cubicBezTo>
                  <a:pt x="993794" y="40835"/>
                  <a:pt x="992460" y="41058"/>
                  <a:pt x="991125" y="41503"/>
                </a:cubicBezTo>
                <a:cubicBezTo>
                  <a:pt x="989791" y="41947"/>
                  <a:pt x="988589" y="42614"/>
                  <a:pt x="987521" y="43505"/>
                </a:cubicBezTo>
                <a:cubicBezTo>
                  <a:pt x="986454" y="44394"/>
                  <a:pt x="985565" y="45551"/>
                  <a:pt x="984854" y="46975"/>
                </a:cubicBezTo>
                <a:cubicBezTo>
                  <a:pt x="984142" y="48397"/>
                  <a:pt x="983787" y="50087"/>
                  <a:pt x="983787" y="52045"/>
                </a:cubicBezTo>
                <a:cubicBezTo>
                  <a:pt x="983787" y="54892"/>
                  <a:pt x="984564" y="57094"/>
                  <a:pt x="986120" y="58651"/>
                </a:cubicBezTo>
                <a:cubicBezTo>
                  <a:pt x="987677" y="60208"/>
                  <a:pt x="989612" y="61432"/>
                  <a:pt x="991926" y="62322"/>
                </a:cubicBezTo>
                <a:cubicBezTo>
                  <a:pt x="994239" y="63211"/>
                  <a:pt x="996774" y="63990"/>
                  <a:pt x="999531" y="64658"/>
                </a:cubicBezTo>
                <a:cubicBezTo>
                  <a:pt x="1002289" y="65324"/>
                  <a:pt x="1004825" y="66258"/>
                  <a:pt x="1007139" y="67460"/>
                </a:cubicBezTo>
                <a:cubicBezTo>
                  <a:pt x="1009452" y="68660"/>
                  <a:pt x="1011387" y="70327"/>
                  <a:pt x="1012944" y="72463"/>
                </a:cubicBezTo>
                <a:cubicBezTo>
                  <a:pt x="1014501" y="74598"/>
                  <a:pt x="1015280" y="77534"/>
                  <a:pt x="1015280" y="81270"/>
                </a:cubicBezTo>
                <a:cubicBezTo>
                  <a:pt x="1015280" y="83850"/>
                  <a:pt x="1014724" y="86386"/>
                  <a:pt x="1013612" y="88877"/>
                </a:cubicBezTo>
                <a:cubicBezTo>
                  <a:pt x="1012500" y="91368"/>
                  <a:pt x="1010898" y="93615"/>
                  <a:pt x="1008806" y="95617"/>
                </a:cubicBezTo>
                <a:cubicBezTo>
                  <a:pt x="1006716" y="97618"/>
                  <a:pt x="1004202" y="99174"/>
                  <a:pt x="1001266" y="100286"/>
                </a:cubicBezTo>
                <a:cubicBezTo>
                  <a:pt x="998331" y="101398"/>
                  <a:pt x="994996" y="101954"/>
                  <a:pt x="991260" y="101954"/>
                </a:cubicBezTo>
                <a:cubicBezTo>
                  <a:pt x="987167" y="101954"/>
                  <a:pt x="983741" y="101554"/>
                  <a:pt x="980983" y="100753"/>
                </a:cubicBezTo>
                <a:cubicBezTo>
                  <a:pt x="978226" y="99953"/>
                  <a:pt x="975912" y="99019"/>
                  <a:pt x="974043" y="97951"/>
                </a:cubicBezTo>
                <a:cubicBezTo>
                  <a:pt x="974578" y="96794"/>
                  <a:pt x="975134" y="95215"/>
                  <a:pt x="975713" y="93214"/>
                </a:cubicBezTo>
                <a:cubicBezTo>
                  <a:pt x="976291" y="91212"/>
                  <a:pt x="976580" y="89544"/>
                  <a:pt x="976580" y="88209"/>
                </a:cubicBezTo>
                <a:lnTo>
                  <a:pt x="978181" y="88209"/>
                </a:lnTo>
                <a:close/>
                <a:moveTo>
                  <a:pt x="1031561" y="94349"/>
                </a:moveTo>
                <a:cubicBezTo>
                  <a:pt x="1031561" y="92303"/>
                  <a:pt x="1032317" y="90524"/>
                  <a:pt x="1033829" y="89011"/>
                </a:cubicBezTo>
                <a:cubicBezTo>
                  <a:pt x="1035341" y="87498"/>
                  <a:pt x="1037121" y="86741"/>
                  <a:pt x="1039168" y="86741"/>
                </a:cubicBezTo>
                <a:cubicBezTo>
                  <a:pt x="1041214" y="86741"/>
                  <a:pt x="1042993" y="87498"/>
                  <a:pt x="1044505" y="89011"/>
                </a:cubicBezTo>
                <a:cubicBezTo>
                  <a:pt x="1046018" y="90524"/>
                  <a:pt x="1046774" y="92303"/>
                  <a:pt x="1046774" y="94349"/>
                </a:cubicBezTo>
                <a:cubicBezTo>
                  <a:pt x="1046774" y="96394"/>
                  <a:pt x="1046018" y="98107"/>
                  <a:pt x="1044505" y="99486"/>
                </a:cubicBezTo>
                <a:cubicBezTo>
                  <a:pt x="1042993" y="100865"/>
                  <a:pt x="1041214" y="101555"/>
                  <a:pt x="1039168" y="101555"/>
                </a:cubicBezTo>
                <a:cubicBezTo>
                  <a:pt x="1037121" y="101555"/>
                  <a:pt x="1035341" y="100865"/>
                  <a:pt x="1033829" y="99486"/>
                </a:cubicBezTo>
                <a:cubicBezTo>
                  <a:pt x="1032317" y="98107"/>
                  <a:pt x="1031561" y="96394"/>
                  <a:pt x="1031561" y="943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2:Option2:">
            <a:extLst xmlns:a="http://schemas.openxmlformats.org/drawingml/2006/main">
              <a:ext uri="{FF2B5EF4-FFF2-40B4-BE49-F238E27FC236}">
                <a16:creationId xmlns:a16="http://schemas.microsoft.com/office/drawing/2014/main" id="{C2B45EDD-0D4D-47EA-AD45-F4B390E7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841" y="2550741"/>
            <a:ext cx="674233" cy="135049"/>
          </a:xfrm>
          <a:custGeom xmlns:a="http://schemas.openxmlformats.org/drawingml/2006/main">
            <a:pathLst>
              <a:path w="674233" h="135049">
                <a:moveTo>
                  <a:pt x="134" y="94349"/>
                </a:moveTo>
                <a:cubicBezTo>
                  <a:pt x="6984" y="88120"/>
                  <a:pt x="12812" y="82360"/>
                  <a:pt x="17616" y="77067"/>
                </a:cubicBezTo>
                <a:cubicBezTo>
                  <a:pt x="22420" y="71772"/>
                  <a:pt x="26334" y="66768"/>
                  <a:pt x="29359" y="62053"/>
                </a:cubicBezTo>
                <a:cubicBezTo>
                  <a:pt x="32383" y="57337"/>
                  <a:pt x="34563" y="52800"/>
                  <a:pt x="35897" y="48441"/>
                </a:cubicBezTo>
                <a:cubicBezTo>
                  <a:pt x="37232" y="44082"/>
                  <a:pt x="37899" y="39723"/>
                  <a:pt x="37899" y="35364"/>
                </a:cubicBezTo>
                <a:cubicBezTo>
                  <a:pt x="37899" y="31716"/>
                  <a:pt x="37521" y="28669"/>
                  <a:pt x="36765" y="26223"/>
                </a:cubicBezTo>
                <a:cubicBezTo>
                  <a:pt x="36009" y="23775"/>
                  <a:pt x="34986" y="21796"/>
                  <a:pt x="33696" y="20283"/>
                </a:cubicBezTo>
                <a:cubicBezTo>
                  <a:pt x="32407" y="18771"/>
                  <a:pt x="30961" y="17682"/>
                  <a:pt x="29359" y="17015"/>
                </a:cubicBezTo>
                <a:cubicBezTo>
                  <a:pt x="27757" y="16347"/>
                  <a:pt x="26111" y="16013"/>
                  <a:pt x="24421" y="16013"/>
                </a:cubicBezTo>
                <a:cubicBezTo>
                  <a:pt x="21930" y="16013"/>
                  <a:pt x="19861" y="16703"/>
                  <a:pt x="18214" y="18082"/>
                </a:cubicBezTo>
                <a:cubicBezTo>
                  <a:pt x="16569" y="19461"/>
                  <a:pt x="15257" y="21152"/>
                  <a:pt x="14278" y="23154"/>
                </a:cubicBezTo>
                <a:cubicBezTo>
                  <a:pt x="13300" y="25155"/>
                  <a:pt x="12632" y="27268"/>
                  <a:pt x="12277" y="29491"/>
                </a:cubicBezTo>
                <a:cubicBezTo>
                  <a:pt x="11921" y="31715"/>
                  <a:pt x="11743" y="33717"/>
                  <a:pt x="11743" y="35496"/>
                </a:cubicBezTo>
                <a:lnTo>
                  <a:pt x="10409" y="35897"/>
                </a:lnTo>
                <a:cubicBezTo>
                  <a:pt x="8630" y="34207"/>
                  <a:pt x="6895" y="32673"/>
                  <a:pt x="5205" y="31293"/>
                </a:cubicBezTo>
                <a:cubicBezTo>
                  <a:pt x="3515" y="29914"/>
                  <a:pt x="1780" y="28513"/>
                  <a:pt x="0" y="27088"/>
                </a:cubicBezTo>
                <a:cubicBezTo>
                  <a:pt x="1602" y="22284"/>
                  <a:pt x="4671" y="18237"/>
                  <a:pt x="9208" y="14946"/>
                </a:cubicBezTo>
                <a:cubicBezTo>
                  <a:pt x="13745" y="11654"/>
                  <a:pt x="19928" y="10008"/>
                  <a:pt x="27756" y="10008"/>
                </a:cubicBezTo>
                <a:cubicBezTo>
                  <a:pt x="33895" y="10008"/>
                  <a:pt x="38988" y="10720"/>
                  <a:pt x="43037" y="12144"/>
                </a:cubicBezTo>
                <a:cubicBezTo>
                  <a:pt x="47085" y="13567"/>
                  <a:pt x="50288" y="15413"/>
                  <a:pt x="52646" y="17681"/>
                </a:cubicBezTo>
                <a:cubicBezTo>
                  <a:pt x="55004" y="19949"/>
                  <a:pt x="56650" y="22440"/>
                  <a:pt x="57584" y="25154"/>
                </a:cubicBezTo>
                <a:cubicBezTo>
                  <a:pt x="58518" y="27868"/>
                  <a:pt x="58985" y="30515"/>
                  <a:pt x="58985" y="33095"/>
                </a:cubicBezTo>
                <a:cubicBezTo>
                  <a:pt x="58985" y="36030"/>
                  <a:pt x="58450" y="39077"/>
                  <a:pt x="57382" y="42236"/>
                </a:cubicBezTo>
                <a:cubicBezTo>
                  <a:pt x="56315" y="45394"/>
                  <a:pt x="54380" y="48953"/>
                  <a:pt x="51577" y="52912"/>
                </a:cubicBezTo>
                <a:cubicBezTo>
                  <a:pt x="48775" y="56871"/>
                  <a:pt x="44905" y="61341"/>
                  <a:pt x="39968" y="66323"/>
                </a:cubicBezTo>
                <a:cubicBezTo>
                  <a:pt x="35031" y="71305"/>
                  <a:pt x="28692" y="77088"/>
                  <a:pt x="20951" y="83672"/>
                </a:cubicBezTo>
                <a:lnTo>
                  <a:pt x="21086" y="83939"/>
                </a:lnTo>
                <a:cubicBezTo>
                  <a:pt x="27490" y="83849"/>
                  <a:pt x="33784" y="83761"/>
                  <a:pt x="39968" y="83672"/>
                </a:cubicBezTo>
                <a:cubicBezTo>
                  <a:pt x="46151" y="83583"/>
                  <a:pt x="52445" y="83315"/>
                  <a:pt x="58850" y="82870"/>
                </a:cubicBezTo>
                <a:cubicBezTo>
                  <a:pt x="58762" y="84384"/>
                  <a:pt x="58651" y="85830"/>
                  <a:pt x="58516" y="87209"/>
                </a:cubicBezTo>
                <a:cubicBezTo>
                  <a:pt x="58383" y="88587"/>
                  <a:pt x="58317" y="90032"/>
                  <a:pt x="58317" y="91545"/>
                </a:cubicBezTo>
                <a:cubicBezTo>
                  <a:pt x="58317" y="93057"/>
                  <a:pt x="58383" y="94525"/>
                  <a:pt x="58516" y="95949"/>
                </a:cubicBezTo>
                <a:cubicBezTo>
                  <a:pt x="58651" y="97373"/>
                  <a:pt x="58762" y="98707"/>
                  <a:pt x="58850" y="99952"/>
                </a:cubicBezTo>
                <a:cubicBezTo>
                  <a:pt x="53780" y="99774"/>
                  <a:pt x="48798" y="99686"/>
                  <a:pt x="43904" y="99686"/>
                </a:cubicBezTo>
                <a:cubicBezTo>
                  <a:pt x="39012" y="99686"/>
                  <a:pt x="34029" y="99686"/>
                  <a:pt x="28958" y="99686"/>
                </a:cubicBezTo>
                <a:cubicBezTo>
                  <a:pt x="24154" y="99686"/>
                  <a:pt x="19349" y="99686"/>
                  <a:pt x="14545" y="99686"/>
                </a:cubicBezTo>
                <a:cubicBezTo>
                  <a:pt x="9741" y="99686"/>
                  <a:pt x="4937" y="99774"/>
                  <a:pt x="134" y="99952"/>
                </a:cubicBezTo>
                <a:lnTo>
                  <a:pt x="134" y="94349"/>
                </a:lnTo>
                <a:close/>
                <a:moveTo>
                  <a:pt x="76334" y="47374"/>
                </a:moveTo>
                <a:cubicBezTo>
                  <a:pt x="76334" y="44349"/>
                  <a:pt x="77401" y="41769"/>
                  <a:pt x="79535" y="39634"/>
                </a:cubicBezTo>
                <a:cubicBezTo>
                  <a:pt x="81670" y="37499"/>
                  <a:pt x="84251" y="36431"/>
                  <a:pt x="87277" y="36431"/>
                </a:cubicBezTo>
                <a:cubicBezTo>
                  <a:pt x="90301" y="36431"/>
                  <a:pt x="92880" y="37499"/>
                  <a:pt x="95014" y="39634"/>
                </a:cubicBezTo>
                <a:cubicBezTo>
                  <a:pt x="97150" y="41769"/>
                  <a:pt x="98217" y="44349"/>
                  <a:pt x="98217" y="47374"/>
                </a:cubicBezTo>
                <a:cubicBezTo>
                  <a:pt x="98217" y="50398"/>
                  <a:pt x="97150" y="52978"/>
                  <a:pt x="95014" y="55114"/>
                </a:cubicBezTo>
                <a:cubicBezTo>
                  <a:pt x="92880" y="57249"/>
                  <a:pt x="90301" y="58317"/>
                  <a:pt x="87277" y="58317"/>
                </a:cubicBezTo>
                <a:cubicBezTo>
                  <a:pt x="84251" y="58317"/>
                  <a:pt x="81670" y="57249"/>
                  <a:pt x="79535" y="55114"/>
                </a:cubicBezTo>
                <a:cubicBezTo>
                  <a:pt x="77401" y="52978"/>
                  <a:pt x="76334" y="50398"/>
                  <a:pt x="76334" y="47374"/>
                </a:cubicBezTo>
                <a:moveTo>
                  <a:pt x="76334" y="91145"/>
                </a:moveTo>
                <a:cubicBezTo>
                  <a:pt x="76334" y="88120"/>
                  <a:pt x="77401" y="85540"/>
                  <a:pt x="79535" y="83406"/>
                </a:cubicBezTo>
                <a:cubicBezTo>
                  <a:pt x="81670" y="81270"/>
                  <a:pt x="84251" y="80203"/>
                  <a:pt x="87277" y="80203"/>
                </a:cubicBezTo>
                <a:cubicBezTo>
                  <a:pt x="90301" y="80203"/>
                  <a:pt x="92880" y="81270"/>
                  <a:pt x="95014" y="83406"/>
                </a:cubicBezTo>
                <a:cubicBezTo>
                  <a:pt x="97150" y="85540"/>
                  <a:pt x="98217" y="88120"/>
                  <a:pt x="98217" y="91145"/>
                </a:cubicBezTo>
                <a:cubicBezTo>
                  <a:pt x="98217" y="94170"/>
                  <a:pt x="97150" y="96683"/>
                  <a:pt x="95014" y="98686"/>
                </a:cubicBezTo>
                <a:cubicBezTo>
                  <a:pt x="92880" y="100687"/>
                  <a:pt x="90301" y="101687"/>
                  <a:pt x="87277" y="101687"/>
                </a:cubicBezTo>
                <a:cubicBezTo>
                  <a:pt x="84251" y="101687"/>
                  <a:pt x="81670" y="100687"/>
                  <a:pt x="79535" y="98686"/>
                </a:cubicBezTo>
                <a:cubicBezTo>
                  <a:pt x="77401" y="96683"/>
                  <a:pt x="76334" y="94170"/>
                  <a:pt x="76334" y="91145"/>
                </a:cubicBezTo>
                <a:close/>
                <a:moveTo>
                  <a:pt x="239858" y="51377"/>
                </a:moveTo>
                <a:cubicBezTo>
                  <a:pt x="239858" y="45594"/>
                  <a:pt x="239146" y="40412"/>
                  <a:pt x="237722" y="35830"/>
                </a:cubicBezTo>
                <a:cubicBezTo>
                  <a:pt x="236300" y="31249"/>
                  <a:pt x="234321" y="27357"/>
                  <a:pt x="231785" y="24154"/>
                </a:cubicBezTo>
                <a:cubicBezTo>
                  <a:pt x="229249" y="20950"/>
                  <a:pt x="226179" y="18481"/>
                  <a:pt x="222577" y="16746"/>
                </a:cubicBezTo>
                <a:cubicBezTo>
                  <a:pt x="218974" y="15011"/>
                  <a:pt x="215037" y="14144"/>
                  <a:pt x="210766" y="14144"/>
                </a:cubicBezTo>
                <a:cubicBezTo>
                  <a:pt x="206229" y="14144"/>
                  <a:pt x="202159" y="15234"/>
                  <a:pt x="198555" y="17414"/>
                </a:cubicBezTo>
                <a:cubicBezTo>
                  <a:pt x="194952" y="19594"/>
                  <a:pt x="191905" y="22553"/>
                  <a:pt x="189414" y="26290"/>
                </a:cubicBezTo>
                <a:cubicBezTo>
                  <a:pt x="186923" y="30026"/>
                  <a:pt x="185033" y="34408"/>
                  <a:pt x="183743" y="39434"/>
                </a:cubicBezTo>
                <a:cubicBezTo>
                  <a:pt x="182453" y="44460"/>
                  <a:pt x="181809" y="49820"/>
                  <a:pt x="181809" y="55515"/>
                </a:cubicBezTo>
                <a:cubicBezTo>
                  <a:pt x="181809" y="62631"/>
                  <a:pt x="182565" y="68636"/>
                  <a:pt x="184077" y="73530"/>
                </a:cubicBezTo>
                <a:cubicBezTo>
                  <a:pt x="185589" y="78422"/>
                  <a:pt x="187635" y="82359"/>
                  <a:pt x="190214" y="85340"/>
                </a:cubicBezTo>
                <a:cubicBezTo>
                  <a:pt x="192795" y="88320"/>
                  <a:pt x="195775" y="90477"/>
                  <a:pt x="199155" y="91811"/>
                </a:cubicBezTo>
                <a:cubicBezTo>
                  <a:pt x="202537" y="93146"/>
                  <a:pt x="206096" y="93813"/>
                  <a:pt x="209832" y="93813"/>
                </a:cubicBezTo>
                <a:cubicBezTo>
                  <a:pt x="213835" y="93813"/>
                  <a:pt x="217660" y="92968"/>
                  <a:pt x="221308" y="91278"/>
                </a:cubicBezTo>
                <a:cubicBezTo>
                  <a:pt x="224956" y="89588"/>
                  <a:pt x="228136" y="87008"/>
                  <a:pt x="230850" y="83538"/>
                </a:cubicBezTo>
                <a:cubicBezTo>
                  <a:pt x="233564" y="80068"/>
                  <a:pt x="235743" y="75664"/>
                  <a:pt x="237388" y="70327"/>
                </a:cubicBezTo>
                <a:cubicBezTo>
                  <a:pt x="239035" y="64989"/>
                  <a:pt x="239858" y="58672"/>
                  <a:pt x="239858" y="51377"/>
                </a:cubicBezTo>
                <a:moveTo>
                  <a:pt x="159923" y="54313"/>
                </a:moveTo>
                <a:cubicBezTo>
                  <a:pt x="159923" y="47729"/>
                  <a:pt x="161146" y="41546"/>
                  <a:pt x="163592" y="35763"/>
                </a:cubicBezTo>
                <a:cubicBezTo>
                  <a:pt x="166038" y="29980"/>
                  <a:pt x="169486" y="24909"/>
                  <a:pt x="173934" y="20550"/>
                </a:cubicBezTo>
                <a:cubicBezTo>
                  <a:pt x="178383" y="16191"/>
                  <a:pt x="183765" y="12766"/>
                  <a:pt x="190082" y="10275"/>
                </a:cubicBezTo>
                <a:cubicBezTo>
                  <a:pt x="196398" y="7784"/>
                  <a:pt x="203427" y="6538"/>
                  <a:pt x="211167" y="6538"/>
                </a:cubicBezTo>
                <a:cubicBezTo>
                  <a:pt x="218284" y="6538"/>
                  <a:pt x="224911" y="7517"/>
                  <a:pt x="231050" y="9475"/>
                </a:cubicBezTo>
                <a:cubicBezTo>
                  <a:pt x="237188" y="11431"/>
                  <a:pt x="242526" y="14367"/>
                  <a:pt x="247063" y="18282"/>
                </a:cubicBezTo>
                <a:cubicBezTo>
                  <a:pt x="251601" y="22197"/>
                  <a:pt x="255182" y="27157"/>
                  <a:pt x="257806" y="33163"/>
                </a:cubicBezTo>
                <a:cubicBezTo>
                  <a:pt x="260432" y="39167"/>
                  <a:pt x="261744" y="46172"/>
                  <a:pt x="261744" y="54179"/>
                </a:cubicBezTo>
                <a:cubicBezTo>
                  <a:pt x="261744" y="60851"/>
                  <a:pt x="260476" y="67079"/>
                  <a:pt x="257941" y="72862"/>
                </a:cubicBezTo>
                <a:cubicBezTo>
                  <a:pt x="255405" y="78645"/>
                  <a:pt x="251890" y="83694"/>
                  <a:pt x="247397" y="88010"/>
                </a:cubicBezTo>
                <a:cubicBezTo>
                  <a:pt x="242905" y="92324"/>
                  <a:pt x="237545" y="95682"/>
                  <a:pt x="231316" y="98085"/>
                </a:cubicBezTo>
                <a:cubicBezTo>
                  <a:pt x="225089" y="100486"/>
                  <a:pt x="218239" y="101687"/>
                  <a:pt x="210766" y="101687"/>
                </a:cubicBezTo>
                <a:cubicBezTo>
                  <a:pt x="203738" y="101687"/>
                  <a:pt x="197133" y="100820"/>
                  <a:pt x="190949" y="99085"/>
                </a:cubicBezTo>
                <a:cubicBezTo>
                  <a:pt x="184766" y="97350"/>
                  <a:pt x="179383" y="94548"/>
                  <a:pt x="174802" y="90679"/>
                </a:cubicBezTo>
                <a:cubicBezTo>
                  <a:pt x="170220" y="86809"/>
                  <a:pt x="166595" y="81871"/>
                  <a:pt x="163926" y="75865"/>
                </a:cubicBezTo>
                <a:cubicBezTo>
                  <a:pt x="161257" y="69860"/>
                  <a:pt x="159923" y="62676"/>
                  <a:pt x="159923" y="54313"/>
                </a:cubicBezTo>
                <a:close/>
                <a:moveTo>
                  <a:pt x="274556" y="81937"/>
                </a:moveTo>
                <a:cubicBezTo>
                  <a:pt x="274556" y="73218"/>
                  <a:pt x="274467" y="65211"/>
                  <a:pt x="274289" y="57916"/>
                </a:cubicBezTo>
                <a:cubicBezTo>
                  <a:pt x="274111" y="50620"/>
                  <a:pt x="273844" y="43236"/>
                  <a:pt x="273486" y="35763"/>
                </a:cubicBezTo>
                <a:cubicBezTo>
                  <a:pt x="275000" y="35941"/>
                  <a:pt x="276557" y="36097"/>
                  <a:pt x="278158" y="36231"/>
                </a:cubicBezTo>
                <a:cubicBezTo>
                  <a:pt x="279760" y="36364"/>
                  <a:pt x="281317" y="36431"/>
                  <a:pt x="282829" y="36431"/>
                </a:cubicBezTo>
                <a:cubicBezTo>
                  <a:pt x="284341" y="36431"/>
                  <a:pt x="285876" y="36364"/>
                  <a:pt x="287433" y="36231"/>
                </a:cubicBezTo>
                <a:cubicBezTo>
                  <a:pt x="288990" y="36097"/>
                  <a:pt x="290525" y="35941"/>
                  <a:pt x="292037" y="35763"/>
                </a:cubicBezTo>
                <a:cubicBezTo>
                  <a:pt x="291859" y="37275"/>
                  <a:pt x="291659" y="39077"/>
                  <a:pt x="291436" y="41169"/>
                </a:cubicBezTo>
                <a:cubicBezTo>
                  <a:pt x="291214" y="43260"/>
                  <a:pt x="291102" y="45283"/>
                  <a:pt x="291102" y="47239"/>
                </a:cubicBezTo>
                <a:lnTo>
                  <a:pt x="291369" y="47239"/>
                </a:lnTo>
                <a:cubicBezTo>
                  <a:pt x="292615" y="43504"/>
                  <a:pt x="294884" y="40368"/>
                  <a:pt x="298174" y="37832"/>
                </a:cubicBezTo>
                <a:cubicBezTo>
                  <a:pt x="301466" y="35296"/>
                  <a:pt x="305514" y="34028"/>
                  <a:pt x="310319" y="34028"/>
                </a:cubicBezTo>
                <a:cubicBezTo>
                  <a:pt x="313700" y="34028"/>
                  <a:pt x="316947" y="34651"/>
                  <a:pt x="320060" y="35897"/>
                </a:cubicBezTo>
                <a:cubicBezTo>
                  <a:pt x="323174" y="37142"/>
                  <a:pt x="325932" y="39099"/>
                  <a:pt x="328333" y="41768"/>
                </a:cubicBezTo>
                <a:cubicBezTo>
                  <a:pt x="330736" y="44437"/>
                  <a:pt x="332649" y="47863"/>
                  <a:pt x="334072" y="52045"/>
                </a:cubicBezTo>
                <a:cubicBezTo>
                  <a:pt x="335496" y="56226"/>
                  <a:pt x="336208" y="61208"/>
                  <a:pt x="336208" y="66991"/>
                </a:cubicBezTo>
                <a:cubicBezTo>
                  <a:pt x="336208" y="73308"/>
                  <a:pt x="335452" y="78690"/>
                  <a:pt x="333939" y="83139"/>
                </a:cubicBezTo>
                <a:cubicBezTo>
                  <a:pt x="332427" y="87586"/>
                  <a:pt x="330448" y="91211"/>
                  <a:pt x="328001" y="94015"/>
                </a:cubicBezTo>
                <a:cubicBezTo>
                  <a:pt x="325555" y="96816"/>
                  <a:pt x="322753" y="98796"/>
                  <a:pt x="319594" y="99952"/>
                </a:cubicBezTo>
                <a:cubicBezTo>
                  <a:pt x="316436" y="101109"/>
                  <a:pt x="313211" y="101687"/>
                  <a:pt x="309919" y="101687"/>
                </a:cubicBezTo>
                <a:cubicBezTo>
                  <a:pt x="305916" y="101687"/>
                  <a:pt x="302446" y="100931"/>
                  <a:pt x="299510" y="99419"/>
                </a:cubicBezTo>
                <a:cubicBezTo>
                  <a:pt x="296574" y="97907"/>
                  <a:pt x="294305" y="95549"/>
                  <a:pt x="292705" y="92347"/>
                </a:cubicBezTo>
                <a:lnTo>
                  <a:pt x="292438" y="92347"/>
                </a:lnTo>
                <a:lnTo>
                  <a:pt x="292438" y="103155"/>
                </a:lnTo>
                <a:cubicBezTo>
                  <a:pt x="292438" y="106270"/>
                  <a:pt x="292460" y="109450"/>
                  <a:pt x="292503" y="112697"/>
                </a:cubicBezTo>
                <a:cubicBezTo>
                  <a:pt x="292548" y="115944"/>
                  <a:pt x="292615" y="119036"/>
                  <a:pt x="292703" y="121970"/>
                </a:cubicBezTo>
                <a:cubicBezTo>
                  <a:pt x="292792" y="124907"/>
                  <a:pt x="292904" y="127532"/>
                  <a:pt x="293037" y="129845"/>
                </a:cubicBezTo>
                <a:cubicBezTo>
                  <a:pt x="293171" y="132158"/>
                  <a:pt x="293327" y="133893"/>
                  <a:pt x="293505" y="135049"/>
                </a:cubicBezTo>
                <a:cubicBezTo>
                  <a:pt x="292348" y="134872"/>
                  <a:pt x="290880" y="134716"/>
                  <a:pt x="289101" y="134581"/>
                </a:cubicBezTo>
                <a:cubicBezTo>
                  <a:pt x="287321" y="134448"/>
                  <a:pt x="285453" y="134382"/>
                  <a:pt x="283497" y="134382"/>
                </a:cubicBezTo>
                <a:cubicBezTo>
                  <a:pt x="281539" y="134382"/>
                  <a:pt x="279671" y="134448"/>
                  <a:pt x="277891" y="134581"/>
                </a:cubicBezTo>
                <a:cubicBezTo>
                  <a:pt x="276111" y="134716"/>
                  <a:pt x="274643" y="134872"/>
                  <a:pt x="273486" y="135049"/>
                </a:cubicBezTo>
                <a:cubicBezTo>
                  <a:pt x="273664" y="131314"/>
                  <a:pt x="273820" y="127622"/>
                  <a:pt x="273953" y="123974"/>
                </a:cubicBezTo>
                <a:cubicBezTo>
                  <a:pt x="274087" y="120327"/>
                  <a:pt x="274199" y="116634"/>
                  <a:pt x="274287" y="112897"/>
                </a:cubicBezTo>
                <a:cubicBezTo>
                  <a:pt x="274376" y="109161"/>
                  <a:pt x="274444" y="105380"/>
                  <a:pt x="274488" y="101553"/>
                </a:cubicBezTo>
                <a:cubicBezTo>
                  <a:pt x="274533" y="97727"/>
                  <a:pt x="274556" y="93635"/>
                  <a:pt x="274556" y="89276"/>
                </a:cubicBezTo>
                <a:lnTo>
                  <a:pt x="274556" y="81937"/>
                </a:lnTo>
                <a:moveTo>
                  <a:pt x="316458" y="67390"/>
                </a:moveTo>
                <a:cubicBezTo>
                  <a:pt x="316458" y="58583"/>
                  <a:pt x="315368" y="52200"/>
                  <a:pt x="313188" y="48241"/>
                </a:cubicBezTo>
                <a:cubicBezTo>
                  <a:pt x="311009" y="44283"/>
                  <a:pt x="308140" y="42303"/>
                  <a:pt x="304580" y="42303"/>
                </a:cubicBezTo>
                <a:cubicBezTo>
                  <a:pt x="302890" y="42303"/>
                  <a:pt x="301289" y="42793"/>
                  <a:pt x="299777" y="43772"/>
                </a:cubicBezTo>
                <a:cubicBezTo>
                  <a:pt x="298264" y="44749"/>
                  <a:pt x="296908" y="46305"/>
                  <a:pt x="295706" y="48441"/>
                </a:cubicBezTo>
                <a:cubicBezTo>
                  <a:pt x="294505" y="50576"/>
                  <a:pt x="293548" y="53379"/>
                  <a:pt x="292837" y="56849"/>
                </a:cubicBezTo>
                <a:cubicBezTo>
                  <a:pt x="292126" y="60318"/>
                  <a:pt x="291770" y="64544"/>
                  <a:pt x="291770" y="69526"/>
                </a:cubicBezTo>
                <a:cubicBezTo>
                  <a:pt x="291770" y="77623"/>
                  <a:pt x="292815" y="83606"/>
                  <a:pt x="294906" y="87476"/>
                </a:cubicBezTo>
                <a:cubicBezTo>
                  <a:pt x="296997" y="91345"/>
                  <a:pt x="300044" y="93279"/>
                  <a:pt x="304047" y="93279"/>
                </a:cubicBezTo>
                <a:cubicBezTo>
                  <a:pt x="307872" y="93279"/>
                  <a:pt x="310897" y="91189"/>
                  <a:pt x="313120" y="87008"/>
                </a:cubicBezTo>
                <a:cubicBezTo>
                  <a:pt x="315345" y="82827"/>
                  <a:pt x="316458" y="76287"/>
                  <a:pt x="316458" y="67390"/>
                </a:cubicBezTo>
                <a:close/>
                <a:moveTo>
                  <a:pt x="382781" y="36431"/>
                </a:moveTo>
                <a:cubicBezTo>
                  <a:pt x="382515" y="37765"/>
                  <a:pt x="382382" y="38966"/>
                  <a:pt x="382382" y="40033"/>
                </a:cubicBezTo>
                <a:cubicBezTo>
                  <a:pt x="382382" y="41190"/>
                  <a:pt x="382515" y="42302"/>
                  <a:pt x="382781" y="43370"/>
                </a:cubicBezTo>
                <a:lnTo>
                  <a:pt x="371038" y="43104"/>
                </a:lnTo>
                <a:cubicBezTo>
                  <a:pt x="370860" y="45150"/>
                  <a:pt x="370705" y="47507"/>
                  <a:pt x="370572" y="50176"/>
                </a:cubicBezTo>
                <a:cubicBezTo>
                  <a:pt x="370439" y="52845"/>
                  <a:pt x="370350" y="55558"/>
                  <a:pt x="370305" y="58317"/>
                </a:cubicBezTo>
                <a:cubicBezTo>
                  <a:pt x="370260" y="61074"/>
                  <a:pt x="370215" y="63743"/>
                  <a:pt x="370171" y="66323"/>
                </a:cubicBezTo>
                <a:cubicBezTo>
                  <a:pt x="370126" y="68904"/>
                  <a:pt x="370103" y="71083"/>
                  <a:pt x="370103" y="72862"/>
                </a:cubicBezTo>
                <a:cubicBezTo>
                  <a:pt x="370103" y="77488"/>
                  <a:pt x="370215" y="81225"/>
                  <a:pt x="370437" y="84071"/>
                </a:cubicBezTo>
                <a:cubicBezTo>
                  <a:pt x="370660" y="86918"/>
                  <a:pt x="371038" y="89098"/>
                  <a:pt x="371572" y="90612"/>
                </a:cubicBezTo>
                <a:cubicBezTo>
                  <a:pt x="372106" y="92124"/>
                  <a:pt x="372863" y="93147"/>
                  <a:pt x="373840" y="93681"/>
                </a:cubicBezTo>
                <a:cubicBezTo>
                  <a:pt x="374819" y="94214"/>
                  <a:pt x="376064" y="94481"/>
                  <a:pt x="377576" y="94481"/>
                </a:cubicBezTo>
                <a:cubicBezTo>
                  <a:pt x="379268" y="94481"/>
                  <a:pt x="380513" y="94370"/>
                  <a:pt x="381313" y="94147"/>
                </a:cubicBezTo>
                <a:cubicBezTo>
                  <a:pt x="382114" y="93924"/>
                  <a:pt x="382915" y="93591"/>
                  <a:pt x="383716" y="93147"/>
                </a:cubicBezTo>
                <a:lnTo>
                  <a:pt x="383716" y="98619"/>
                </a:lnTo>
                <a:cubicBezTo>
                  <a:pt x="381936" y="99419"/>
                  <a:pt x="379712" y="100131"/>
                  <a:pt x="377043" y="100753"/>
                </a:cubicBezTo>
                <a:cubicBezTo>
                  <a:pt x="374374" y="101376"/>
                  <a:pt x="371750" y="101687"/>
                  <a:pt x="369171" y="101687"/>
                </a:cubicBezTo>
                <a:cubicBezTo>
                  <a:pt x="357872" y="101687"/>
                  <a:pt x="352223" y="94926"/>
                  <a:pt x="352223" y="81404"/>
                </a:cubicBezTo>
                <a:cubicBezTo>
                  <a:pt x="352223" y="78823"/>
                  <a:pt x="352267" y="75909"/>
                  <a:pt x="352355" y="72662"/>
                </a:cubicBezTo>
                <a:cubicBezTo>
                  <a:pt x="352445" y="69415"/>
                  <a:pt x="352556" y="66079"/>
                  <a:pt x="352689" y="62654"/>
                </a:cubicBezTo>
                <a:cubicBezTo>
                  <a:pt x="352822" y="59229"/>
                  <a:pt x="352933" y="55848"/>
                  <a:pt x="353021" y="52511"/>
                </a:cubicBezTo>
                <a:cubicBezTo>
                  <a:pt x="353111" y="49175"/>
                  <a:pt x="353156" y="46083"/>
                  <a:pt x="353156" y="43236"/>
                </a:cubicBezTo>
                <a:lnTo>
                  <a:pt x="343815" y="43370"/>
                </a:lnTo>
                <a:cubicBezTo>
                  <a:pt x="344081" y="42302"/>
                  <a:pt x="344214" y="41190"/>
                  <a:pt x="344214" y="40033"/>
                </a:cubicBezTo>
                <a:cubicBezTo>
                  <a:pt x="344214" y="38966"/>
                  <a:pt x="344081" y="37765"/>
                  <a:pt x="343815" y="36431"/>
                </a:cubicBezTo>
                <a:lnTo>
                  <a:pt x="353156" y="36832"/>
                </a:lnTo>
                <a:cubicBezTo>
                  <a:pt x="353156" y="34074"/>
                  <a:pt x="353111" y="31494"/>
                  <a:pt x="353021" y="29092"/>
                </a:cubicBezTo>
                <a:cubicBezTo>
                  <a:pt x="352933" y="26689"/>
                  <a:pt x="352800" y="23798"/>
                  <a:pt x="352622" y="20418"/>
                </a:cubicBezTo>
                <a:cubicBezTo>
                  <a:pt x="355736" y="19171"/>
                  <a:pt x="358805" y="17859"/>
                  <a:pt x="361830" y="16480"/>
                </a:cubicBezTo>
                <a:cubicBezTo>
                  <a:pt x="364855" y="15100"/>
                  <a:pt x="367880" y="13655"/>
                  <a:pt x="370906" y="12142"/>
                </a:cubicBezTo>
                <a:lnTo>
                  <a:pt x="372239" y="13077"/>
                </a:lnTo>
                <a:cubicBezTo>
                  <a:pt x="372062" y="14501"/>
                  <a:pt x="371905" y="16169"/>
                  <a:pt x="371771" y="18082"/>
                </a:cubicBezTo>
                <a:cubicBezTo>
                  <a:pt x="371638" y="19995"/>
                  <a:pt x="371505" y="21996"/>
                  <a:pt x="371372" y="24087"/>
                </a:cubicBezTo>
                <a:cubicBezTo>
                  <a:pt x="371239" y="26178"/>
                  <a:pt x="371150" y="28313"/>
                  <a:pt x="371105" y="30493"/>
                </a:cubicBezTo>
                <a:cubicBezTo>
                  <a:pt x="371060" y="32672"/>
                  <a:pt x="371038" y="34740"/>
                  <a:pt x="371038" y="36698"/>
                </a:cubicBezTo>
                <a:lnTo>
                  <a:pt x="382781" y="36431"/>
                </a:lnTo>
                <a:close/>
                <a:moveTo>
                  <a:pt x="393057" y="10542"/>
                </a:moveTo>
                <a:cubicBezTo>
                  <a:pt x="393057" y="7605"/>
                  <a:pt x="394080" y="5114"/>
                  <a:pt x="396126" y="3069"/>
                </a:cubicBezTo>
                <a:cubicBezTo>
                  <a:pt x="398173" y="1023"/>
                  <a:pt x="400665" y="0"/>
                  <a:pt x="403601" y="0"/>
                </a:cubicBezTo>
                <a:cubicBezTo>
                  <a:pt x="406536" y="0"/>
                  <a:pt x="409026" y="1023"/>
                  <a:pt x="411072" y="3069"/>
                </a:cubicBezTo>
                <a:cubicBezTo>
                  <a:pt x="413119" y="5114"/>
                  <a:pt x="414143" y="7605"/>
                  <a:pt x="414143" y="10542"/>
                </a:cubicBezTo>
                <a:cubicBezTo>
                  <a:pt x="414143" y="13478"/>
                  <a:pt x="413119" y="15969"/>
                  <a:pt x="411072" y="18015"/>
                </a:cubicBezTo>
                <a:cubicBezTo>
                  <a:pt x="409026" y="20061"/>
                  <a:pt x="406536" y="21084"/>
                  <a:pt x="403601" y="21084"/>
                </a:cubicBezTo>
                <a:cubicBezTo>
                  <a:pt x="400665" y="21084"/>
                  <a:pt x="398173" y="20061"/>
                  <a:pt x="396126" y="18015"/>
                </a:cubicBezTo>
                <a:cubicBezTo>
                  <a:pt x="394080" y="15969"/>
                  <a:pt x="393057" y="13478"/>
                  <a:pt x="393057" y="10542"/>
                </a:cubicBezTo>
                <a:moveTo>
                  <a:pt x="394660" y="65389"/>
                </a:moveTo>
                <a:cubicBezTo>
                  <a:pt x="394660" y="59963"/>
                  <a:pt x="394592" y="54870"/>
                  <a:pt x="394458" y="50111"/>
                </a:cubicBezTo>
                <a:cubicBezTo>
                  <a:pt x="394325" y="45350"/>
                  <a:pt x="394036" y="40567"/>
                  <a:pt x="393591" y="35763"/>
                </a:cubicBezTo>
                <a:cubicBezTo>
                  <a:pt x="394837" y="35941"/>
                  <a:pt x="396305" y="36097"/>
                  <a:pt x="397995" y="36231"/>
                </a:cubicBezTo>
                <a:cubicBezTo>
                  <a:pt x="399685" y="36364"/>
                  <a:pt x="401554" y="36431"/>
                  <a:pt x="403601" y="36431"/>
                </a:cubicBezTo>
                <a:cubicBezTo>
                  <a:pt x="407782" y="36431"/>
                  <a:pt x="411118" y="36208"/>
                  <a:pt x="413609" y="35763"/>
                </a:cubicBezTo>
                <a:cubicBezTo>
                  <a:pt x="413164" y="40567"/>
                  <a:pt x="412874" y="45350"/>
                  <a:pt x="412740" y="50111"/>
                </a:cubicBezTo>
                <a:cubicBezTo>
                  <a:pt x="412607" y="54870"/>
                  <a:pt x="412540" y="59963"/>
                  <a:pt x="412540" y="65389"/>
                </a:cubicBezTo>
                <a:lnTo>
                  <a:pt x="412540" y="70728"/>
                </a:lnTo>
                <a:cubicBezTo>
                  <a:pt x="412540" y="76154"/>
                  <a:pt x="412607" y="81269"/>
                  <a:pt x="412740" y="86073"/>
                </a:cubicBezTo>
                <a:cubicBezTo>
                  <a:pt x="412874" y="90877"/>
                  <a:pt x="413164" y="95504"/>
                  <a:pt x="413609" y="99952"/>
                </a:cubicBezTo>
                <a:cubicBezTo>
                  <a:pt x="412453" y="99774"/>
                  <a:pt x="411007" y="99686"/>
                  <a:pt x="409272" y="99686"/>
                </a:cubicBezTo>
                <a:cubicBezTo>
                  <a:pt x="407537" y="99686"/>
                  <a:pt x="405647" y="99686"/>
                  <a:pt x="403601" y="99686"/>
                </a:cubicBezTo>
                <a:cubicBezTo>
                  <a:pt x="401554" y="99686"/>
                  <a:pt x="399685" y="99686"/>
                  <a:pt x="397995" y="99686"/>
                </a:cubicBezTo>
                <a:cubicBezTo>
                  <a:pt x="396305" y="99686"/>
                  <a:pt x="394837" y="99774"/>
                  <a:pt x="393591" y="99952"/>
                </a:cubicBezTo>
                <a:cubicBezTo>
                  <a:pt x="394036" y="95504"/>
                  <a:pt x="394325" y="90877"/>
                  <a:pt x="394458" y="86073"/>
                </a:cubicBezTo>
                <a:cubicBezTo>
                  <a:pt x="394592" y="81269"/>
                  <a:pt x="394660" y="76154"/>
                  <a:pt x="394660" y="70728"/>
                </a:cubicBezTo>
                <a:lnTo>
                  <a:pt x="394660" y="65389"/>
                </a:lnTo>
                <a:close/>
                <a:moveTo>
                  <a:pt x="472193" y="64723"/>
                </a:moveTo>
                <a:cubicBezTo>
                  <a:pt x="472193" y="56893"/>
                  <a:pt x="471214" y="50821"/>
                  <a:pt x="469257" y="46506"/>
                </a:cubicBezTo>
                <a:cubicBezTo>
                  <a:pt x="467299" y="42191"/>
                  <a:pt x="464052" y="40033"/>
                  <a:pt x="459515" y="40033"/>
                </a:cubicBezTo>
                <a:cubicBezTo>
                  <a:pt x="455422" y="40033"/>
                  <a:pt x="452197" y="42435"/>
                  <a:pt x="449839" y="47239"/>
                </a:cubicBezTo>
                <a:cubicBezTo>
                  <a:pt x="447482" y="52044"/>
                  <a:pt x="446304" y="59562"/>
                  <a:pt x="446304" y="69793"/>
                </a:cubicBezTo>
                <a:cubicBezTo>
                  <a:pt x="446304" y="73529"/>
                  <a:pt x="446526" y="76999"/>
                  <a:pt x="446970" y="80203"/>
                </a:cubicBezTo>
                <a:cubicBezTo>
                  <a:pt x="447415" y="83405"/>
                  <a:pt x="448149" y="86185"/>
                  <a:pt x="449173" y="88543"/>
                </a:cubicBezTo>
                <a:cubicBezTo>
                  <a:pt x="450197" y="90900"/>
                  <a:pt x="451531" y="92746"/>
                  <a:pt x="453176" y="94082"/>
                </a:cubicBezTo>
                <a:cubicBezTo>
                  <a:pt x="454823" y="95416"/>
                  <a:pt x="456892" y="96083"/>
                  <a:pt x="459383" y="96083"/>
                </a:cubicBezTo>
                <a:cubicBezTo>
                  <a:pt x="467923" y="96083"/>
                  <a:pt x="472193" y="85630"/>
                  <a:pt x="472193" y="64723"/>
                </a:cubicBezTo>
                <a:moveTo>
                  <a:pt x="426554" y="69659"/>
                </a:moveTo>
                <a:cubicBezTo>
                  <a:pt x="426554" y="63698"/>
                  <a:pt x="427466" y="58494"/>
                  <a:pt x="429289" y="54047"/>
                </a:cubicBezTo>
                <a:cubicBezTo>
                  <a:pt x="431113" y="49598"/>
                  <a:pt x="433538" y="45884"/>
                  <a:pt x="436562" y="42904"/>
                </a:cubicBezTo>
                <a:cubicBezTo>
                  <a:pt x="439587" y="39923"/>
                  <a:pt x="443078" y="37699"/>
                  <a:pt x="447037" y="36231"/>
                </a:cubicBezTo>
                <a:cubicBezTo>
                  <a:pt x="450997" y="34763"/>
                  <a:pt x="455067" y="34028"/>
                  <a:pt x="459248" y="34028"/>
                </a:cubicBezTo>
                <a:cubicBezTo>
                  <a:pt x="469658" y="34028"/>
                  <a:pt x="477709" y="36964"/>
                  <a:pt x="483403" y="42837"/>
                </a:cubicBezTo>
                <a:cubicBezTo>
                  <a:pt x="489096" y="48708"/>
                  <a:pt x="491943" y="56671"/>
                  <a:pt x="491943" y="66724"/>
                </a:cubicBezTo>
                <a:cubicBezTo>
                  <a:pt x="491943" y="72150"/>
                  <a:pt x="491142" y="77044"/>
                  <a:pt x="489540" y="81404"/>
                </a:cubicBezTo>
                <a:cubicBezTo>
                  <a:pt x="487940" y="85763"/>
                  <a:pt x="485694" y="89477"/>
                  <a:pt x="482802" y="92546"/>
                </a:cubicBezTo>
                <a:cubicBezTo>
                  <a:pt x="479911" y="95616"/>
                  <a:pt x="476463" y="97907"/>
                  <a:pt x="472460" y="99419"/>
                </a:cubicBezTo>
                <a:cubicBezTo>
                  <a:pt x="468457" y="100931"/>
                  <a:pt x="464053" y="101687"/>
                  <a:pt x="459248" y="101687"/>
                </a:cubicBezTo>
                <a:cubicBezTo>
                  <a:pt x="455245" y="101687"/>
                  <a:pt x="451308" y="101153"/>
                  <a:pt x="447438" y="100085"/>
                </a:cubicBezTo>
                <a:cubicBezTo>
                  <a:pt x="443568" y="99018"/>
                  <a:pt x="440076" y="97217"/>
                  <a:pt x="436962" y="94682"/>
                </a:cubicBezTo>
                <a:cubicBezTo>
                  <a:pt x="433849" y="92147"/>
                  <a:pt x="431336" y="88832"/>
                  <a:pt x="429423" y="84739"/>
                </a:cubicBezTo>
                <a:cubicBezTo>
                  <a:pt x="427511" y="80646"/>
                  <a:pt x="426554" y="75620"/>
                  <a:pt x="426554" y="69659"/>
                </a:cubicBezTo>
                <a:close/>
                <a:moveTo>
                  <a:pt x="522371" y="45771"/>
                </a:moveTo>
                <a:cubicBezTo>
                  <a:pt x="524862" y="42035"/>
                  <a:pt x="527775" y="39145"/>
                  <a:pt x="531110" y="37099"/>
                </a:cubicBezTo>
                <a:cubicBezTo>
                  <a:pt x="534447" y="35052"/>
                  <a:pt x="538250" y="34028"/>
                  <a:pt x="542520" y="34028"/>
                </a:cubicBezTo>
                <a:cubicBezTo>
                  <a:pt x="549193" y="34028"/>
                  <a:pt x="554331" y="35963"/>
                  <a:pt x="557934" y="39833"/>
                </a:cubicBezTo>
                <a:cubicBezTo>
                  <a:pt x="561537" y="43704"/>
                  <a:pt x="563338" y="49954"/>
                  <a:pt x="563338" y="58583"/>
                </a:cubicBezTo>
                <a:cubicBezTo>
                  <a:pt x="563338" y="63120"/>
                  <a:pt x="563250" y="67124"/>
                  <a:pt x="563072" y="70593"/>
                </a:cubicBezTo>
                <a:cubicBezTo>
                  <a:pt x="562894" y="74063"/>
                  <a:pt x="562805" y="77533"/>
                  <a:pt x="562805" y="81003"/>
                </a:cubicBezTo>
                <a:cubicBezTo>
                  <a:pt x="562805" y="83849"/>
                  <a:pt x="562872" y="86941"/>
                  <a:pt x="563005" y="90278"/>
                </a:cubicBezTo>
                <a:cubicBezTo>
                  <a:pt x="563139" y="93613"/>
                  <a:pt x="563295" y="96838"/>
                  <a:pt x="563473" y="99952"/>
                </a:cubicBezTo>
                <a:cubicBezTo>
                  <a:pt x="562316" y="99774"/>
                  <a:pt x="560848" y="99686"/>
                  <a:pt x="559068" y="99686"/>
                </a:cubicBezTo>
                <a:cubicBezTo>
                  <a:pt x="557289" y="99686"/>
                  <a:pt x="555420" y="99686"/>
                  <a:pt x="553463" y="99686"/>
                </a:cubicBezTo>
                <a:cubicBezTo>
                  <a:pt x="551506" y="99686"/>
                  <a:pt x="549638" y="99686"/>
                  <a:pt x="547859" y="99686"/>
                </a:cubicBezTo>
                <a:cubicBezTo>
                  <a:pt x="546079" y="99686"/>
                  <a:pt x="544611" y="99774"/>
                  <a:pt x="543454" y="99952"/>
                </a:cubicBezTo>
                <a:cubicBezTo>
                  <a:pt x="544077" y="95326"/>
                  <a:pt x="544478" y="89877"/>
                  <a:pt x="544656" y="83605"/>
                </a:cubicBezTo>
                <a:cubicBezTo>
                  <a:pt x="544834" y="77333"/>
                  <a:pt x="544922" y="70149"/>
                  <a:pt x="544922" y="62053"/>
                </a:cubicBezTo>
                <a:cubicBezTo>
                  <a:pt x="544922" y="56448"/>
                  <a:pt x="543966" y="52333"/>
                  <a:pt x="542053" y="49709"/>
                </a:cubicBezTo>
                <a:cubicBezTo>
                  <a:pt x="540141" y="47084"/>
                  <a:pt x="537449" y="45771"/>
                  <a:pt x="533980" y="45771"/>
                </a:cubicBezTo>
                <a:cubicBezTo>
                  <a:pt x="529976" y="45771"/>
                  <a:pt x="527041" y="47506"/>
                  <a:pt x="525173" y="50976"/>
                </a:cubicBezTo>
                <a:cubicBezTo>
                  <a:pt x="523305" y="54446"/>
                  <a:pt x="522371" y="59250"/>
                  <a:pt x="522371" y="65389"/>
                </a:cubicBezTo>
                <a:lnTo>
                  <a:pt x="522371" y="70728"/>
                </a:lnTo>
                <a:cubicBezTo>
                  <a:pt x="522371" y="76154"/>
                  <a:pt x="522437" y="81269"/>
                  <a:pt x="522570" y="86073"/>
                </a:cubicBezTo>
                <a:cubicBezTo>
                  <a:pt x="522703" y="90877"/>
                  <a:pt x="522993" y="95504"/>
                  <a:pt x="523438" y="99952"/>
                </a:cubicBezTo>
                <a:cubicBezTo>
                  <a:pt x="522281" y="99774"/>
                  <a:pt x="520835" y="99686"/>
                  <a:pt x="519101" y="99686"/>
                </a:cubicBezTo>
                <a:cubicBezTo>
                  <a:pt x="517366" y="99686"/>
                  <a:pt x="515475" y="99686"/>
                  <a:pt x="513430" y="99686"/>
                </a:cubicBezTo>
                <a:cubicBezTo>
                  <a:pt x="511382" y="99686"/>
                  <a:pt x="509514" y="99686"/>
                  <a:pt x="507824" y="99686"/>
                </a:cubicBezTo>
                <a:cubicBezTo>
                  <a:pt x="506134" y="99686"/>
                  <a:pt x="504665" y="99774"/>
                  <a:pt x="503419" y="99952"/>
                </a:cubicBezTo>
                <a:cubicBezTo>
                  <a:pt x="503864" y="95504"/>
                  <a:pt x="504154" y="90877"/>
                  <a:pt x="504287" y="86073"/>
                </a:cubicBezTo>
                <a:cubicBezTo>
                  <a:pt x="504421" y="81269"/>
                  <a:pt x="504488" y="76154"/>
                  <a:pt x="504488" y="70728"/>
                </a:cubicBezTo>
                <a:lnTo>
                  <a:pt x="504488" y="65389"/>
                </a:lnTo>
                <a:cubicBezTo>
                  <a:pt x="504488" y="59963"/>
                  <a:pt x="504421" y="54870"/>
                  <a:pt x="504287" y="50111"/>
                </a:cubicBezTo>
                <a:cubicBezTo>
                  <a:pt x="504154" y="45350"/>
                  <a:pt x="503864" y="40567"/>
                  <a:pt x="503419" y="35763"/>
                </a:cubicBezTo>
                <a:cubicBezTo>
                  <a:pt x="505021" y="35941"/>
                  <a:pt x="506601" y="36097"/>
                  <a:pt x="508158" y="36231"/>
                </a:cubicBezTo>
                <a:cubicBezTo>
                  <a:pt x="509715" y="36364"/>
                  <a:pt x="511293" y="36431"/>
                  <a:pt x="512894" y="36431"/>
                </a:cubicBezTo>
                <a:cubicBezTo>
                  <a:pt x="514496" y="36431"/>
                  <a:pt x="516075" y="36364"/>
                  <a:pt x="517632" y="36231"/>
                </a:cubicBezTo>
                <a:cubicBezTo>
                  <a:pt x="519189" y="36097"/>
                  <a:pt x="520858" y="35941"/>
                  <a:pt x="522638" y="35763"/>
                </a:cubicBezTo>
                <a:lnTo>
                  <a:pt x="522102" y="45771"/>
                </a:lnTo>
                <a:lnTo>
                  <a:pt x="522371" y="45771"/>
                </a:lnTo>
                <a:close/>
                <a:moveTo>
                  <a:pt x="576151" y="94349"/>
                </a:moveTo>
                <a:cubicBezTo>
                  <a:pt x="583001" y="88120"/>
                  <a:pt x="588828" y="82360"/>
                  <a:pt x="593632" y="77067"/>
                </a:cubicBezTo>
                <a:cubicBezTo>
                  <a:pt x="598436" y="71772"/>
                  <a:pt x="602351" y="66768"/>
                  <a:pt x="605375" y="62053"/>
                </a:cubicBezTo>
                <a:cubicBezTo>
                  <a:pt x="608400" y="57337"/>
                  <a:pt x="610579" y="52800"/>
                  <a:pt x="611914" y="48441"/>
                </a:cubicBezTo>
                <a:cubicBezTo>
                  <a:pt x="613248" y="44082"/>
                  <a:pt x="613915" y="39723"/>
                  <a:pt x="613915" y="35364"/>
                </a:cubicBezTo>
                <a:cubicBezTo>
                  <a:pt x="613915" y="31716"/>
                  <a:pt x="613537" y="28669"/>
                  <a:pt x="612781" y="26223"/>
                </a:cubicBezTo>
                <a:cubicBezTo>
                  <a:pt x="612025" y="23775"/>
                  <a:pt x="611002" y="21796"/>
                  <a:pt x="609712" y="20283"/>
                </a:cubicBezTo>
                <a:cubicBezTo>
                  <a:pt x="608423" y="18771"/>
                  <a:pt x="606977" y="17682"/>
                  <a:pt x="605375" y="17015"/>
                </a:cubicBezTo>
                <a:cubicBezTo>
                  <a:pt x="603773" y="16347"/>
                  <a:pt x="602127" y="16013"/>
                  <a:pt x="600437" y="16013"/>
                </a:cubicBezTo>
                <a:cubicBezTo>
                  <a:pt x="597946" y="16013"/>
                  <a:pt x="595877" y="16703"/>
                  <a:pt x="594231" y="18082"/>
                </a:cubicBezTo>
                <a:cubicBezTo>
                  <a:pt x="592585" y="19461"/>
                  <a:pt x="591273" y="21152"/>
                  <a:pt x="590295" y="23154"/>
                </a:cubicBezTo>
                <a:cubicBezTo>
                  <a:pt x="589316" y="25155"/>
                  <a:pt x="588649" y="27268"/>
                  <a:pt x="588293" y="29491"/>
                </a:cubicBezTo>
                <a:cubicBezTo>
                  <a:pt x="587937" y="31715"/>
                  <a:pt x="587759" y="33717"/>
                  <a:pt x="587759" y="35496"/>
                </a:cubicBezTo>
                <a:lnTo>
                  <a:pt x="586426" y="35897"/>
                </a:lnTo>
                <a:cubicBezTo>
                  <a:pt x="584646" y="34207"/>
                  <a:pt x="582911" y="32673"/>
                  <a:pt x="581221" y="31293"/>
                </a:cubicBezTo>
                <a:cubicBezTo>
                  <a:pt x="579531" y="29914"/>
                  <a:pt x="577796" y="28513"/>
                  <a:pt x="576016" y="27088"/>
                </a:cubicBezTo>
                <a:cubicBezTo>
                  <a:pt x="577618" y="22284"/>
                  <a:pt x="580687" y="18237"/>
                  <a:pt x="585224" y="14946"/>
                </a:cubicBezTo>
                <a:cubicBezTo>
                  <a:pt x="589761" y="11654"/>
                  <a:pt x="595944" y="10008"/>
                  <a:pt x="603773" y="10008"/>
                </a:cubicBezTo>
                <a:cubicBezTo>
                  <a:pt x="609911" y="10008"/>
                  <a:pt x="615005" y="10720"/>
                  <a:pt x="619053" y="12144"/>
                </a:cubicBezTo>
                <a:cubicBezTo>
                  <a:pt x="623101" y="13567"/>
                  <a:pt x="626304" y="15413"/>
                  <a:pt x="628662" y="17681"/>
                </a:cubicBezTo>
                <a:cubicBezTo>
                  <a:pt x="631020" y="19949"/>
                  <a:pt x="632666" y="22440"/>
                  <a:pt x="633600" y="25154"/>
                </a:cubicBezTo>
                <a:cubicBezTo>
                  <a:pt x="634534" y="27868"/>
                  <a:pt x="635001" y="30515"/>
                  <a:pt x="635001" y="33095"/>
                </a:cubicBezTo>
                <a:cubicBezTo>
                  <a:pt x="635001" y="36030"/>
                  <a:pt x="634467" y="39077"/>
                  <a:pt x="633398" y="42236"/>
                </a:cubicBezTo>
                <a:cubicBezTo>
                  <a:pt x="632331" y="45394"/>
                  <a:pt x="630396" y="48953"/>
                  <a:pt x="627593" y="52912"/>
                </a:cubicBezTo>
                <a:cubicBezTo>
                  <a:pt x="624791" y="56871"/>
                  <a:pt x="620921" y="61341"/>
                  <a:pt x="615984" y="66323"/>
                </a:cubicBezTo>
                <a:cubicBezTo>
                  <a:pt x="611047" y="71305"/>
                  <a:pt x="604708" y="77088"/>
                  <a:pt x="596967" y="83672"/>
                </a:cubicBezTo>
                <a:lnTo>
                  <a:pt x="597102" y="83939"/>
                </a:lnTo>
                <a:cubicBezTo>
                  <a:pt x="603507" y="83849"/>
                  <a:pt x="609801" y="83761"/>
                  <a:pt x="615984" y="83672"/>
                </a:cubicBezTo>
                <a:cubicBezTo>
                  <a:pt x="622168" y="83583"/>
                  <a:pt x="628462" y="83315"/>
                  <a:pt x="634867" y="82870"/>
                </a:cubicBezTo>
                <a:cubicBezTo>
                  <a:pt x="634778" y="84384"/>
                  <a:pt x="634667" y="85830"/>
                  <a:pt x="634533" y="87209"/>
                </a:cubicBezTo>
                <a:cubicBezTo>
                  <a:pt x="634400" y="88587"/>
                  <a:pt x="634333" y="90032"/>
                  <a:pt x="634333" y="91545"/>
                </a:cubicBezTo>
                <a:cubicBezTo>
                  <a:pt x="634333" y="93057"/>
                  <a:pt x="634400" y="94525"/>
                  <a:pt x="634533" y="95949"/>
                </a:cubicBezTo>
                <a:cubicBezTo>
                  <a:pt x="634667" y="97373"/>
                  <a:pt x="634778" y="98707"/>
                  <a:pt x="634867" y="99952"/>
                </a:cubicBezTo>
                <a:cubicBezTo>
                  <a:pt x="629796" y="99774"/>
                  <a:pt x="624814" y="99686"/>
                  <a:pt x="619920" y="99686"/>
                </a:cubicBezTo>
                <a:cubicBezTo>
                  <a:pt x="615028" y="99686"/>
                  <a:pt x="610046" y="99686"/>
                  <a:pt x="604974" y="99686"/>
                </a:cubicBezTo>
                <a:cubicBezTo>
                  <a:pt x="600170" y="99686"/>
                  <a:pt x="595366" y="99686"/>
                  <a:pt x="590561" y="99686"/>
                </a:cubicBezTo>
                <a:cubicBezTo>
                  <a:pt x="585757" y="99686"/>
                  <a:pt x="580954" y="99774"/>
                  <a:pt x="576151" y="99952"/>
                </a:cubicBezTo>
                <a:lnTo>
                  <a:pt x="576151" y="94349"/>
                </a:lnTo>
                <a:close/>
                <a:moveTo>
                  <a:pt x="652349" y="47374"/>
                </a:moveTo>
                <a:cubicBezTo>
                  <a:pt x="652349" y="44349"/>
                  <a:pt x="653416" y="41769"/>
                  <a:pt x="655550" y="39634"/>
                </a:cubicBezTo>
                <a:cubicBezTo>
                  <a:pt x="657686" y="37499"/>
                  <a:pt x="660266" y="36431"/>
                  <a:pt x="663292" y="36431"/>
                </a:cubicBezTo>
                <a:cubicBezTo>
                  <a:pt x="666317" y="36431"/>
                  <a:pt x="668896" y="37499"/>
                  <a:pt x="671030" y="39634"/>
                </a:cubicBezTo>
                <a:cubicBezTo>
                  <a:pt x="673165" y="41769"/>
                  <a:pt x="674233" y="44349"/>
                  <a:pt x="674233" y="47374"/>
                </a:cubicBezTo>
                <a:cubicBezTo>
                  <a:pt x="674233" y="50398"/>
                  <a:pt x="673165" y="52978"/>
                  <a:pt x="671030" y="55114"/>
                </a:cubicBezTo>
                <a:cubicBezTo>
                  <a:pt x="668896" y="57249"/>
                  <a:pt x="666317" y="58317"/>
                  <a:pt x="663292" y="58317"/>
                </a:cubicBezTo>
                <a:cubicBezTo>
                  <a:pt x="660266" y="58317"/>
                  <a:pt x="657686" y="57249"/>
                  <a:pt x="655550" y="55114"/>
                </a:cubicBezTo>
                <a:cubicBezTo>
                  <a:pt x="653416" y="52978"/>
                  <a:pt x="652349" y="50398"/>
                  <a:pt x="652349" y="47374"/>
                </a:cubicBezTo>
                <a:moveTo>
                  <a:pt x="652349" y="91145"/>
                </a:moveTo>
                <a:cubicBezTo>
                  <a:pt x="652349" y="88120"/>
                  <a:pt x="653416" y="85540"/>
                  <a:pt x="655550" y="83406"/>
                </a:cubicBezTo>
                <a:cubicBezTo>
                  <a:pt x="657686" y="81270"/>
                  <a:pt x="660266" y="80203"/>
                  <a:pt x="663292" y="80203"/>
                </a:cubicBezTo>
                <a:cubicBezTo>
                  <a:pt x="666317" y="80203"/>
                  <a:pt x="668896" y="81270"/>
                  <a:pt x="671030" y="83406"/>
                </a:cubicBezTo>
                <a:cubicBezTo>
                  <a:pt x="673165" y="85540"/>
                  <a:pt x="674233" y="88120"/>
                  <a:pt x="674233" y="91145"/>
                </a:cubicBezTo>
                <a:cubicBezTo>
                  <a:pt x="674233" y="94170"/>
                  <a:pt x="673165" y="96683"/>
                  <a:pt x="671030" y="98686"/>
                </a:cubicBezTo>
                <a:cubicBezTo>
                  <a:pt x="668896" y="100687"/>
                  <a:pt x="666317" y="101687"/>
                  <a:pt x="663292" y="101687"/>
                </a:cubicBezTo>
                <a:cubicBezTo>
                  <a:pt x="660266" y="101687"/>
                  <a:pt x="657686" y="100687"/>
                  <a:pt x="655550" y="98686"/>
                </a:cubicBezTo>
                <a:cubicBezTo>
                  <a:pt x="653416" y="96683"/>
                  <a:pt x="652349" y="94170"/>
                  <a:pt x="652349" y="91145"/>
                </a:cubicBezTo>
                <a:close/>
              </a:path>
            </a:pathLst>
          </a:custGeom>
          <a:solidFill xmlns:a="http://schemas.openxmlformats.org/drawingml/2006/main">
            <a:srgbClr val="1271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IalwaysensureIrespectthe">
            <a:extLst xmlns:a="http://schemas.openxmlformats.org/drawingml/2006/main">
              <a:ext uri="{FF2B5EF4-FFF2-40B4-BE49-F238E27FC236}">
                <a16:creationId xmlns:a16="http://schemas.microsoft.com/office/drawing/2014/main" id="{55649C78-3DBE-4F8F-A826-DC1C5AB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118" y="2550073"/>
            <a:ext cx="1656084" cy="135717"/>
          </a:xfrm>
          <a:custGeom xmlns:a="http://schemas.openxmlformats.org/drawingml/2006/main">
            <a:pathLst>
              <a:path w="1656084" h="135717">
                <a:moveTo>
                  <a:pt x="1069" y="43505"/>
                </a:moveTo>
                <a:cubicBezTo>
                  <a:pt x="1069" y="37632"/>
                  <a:pt x="958" y="31872"/>
                  <a:pt x="735" y="26223"/>
                </a:cubicBezTo>
                <a:cubicBezTo>
                  <a:pt x="512" y="20573"/>
                  <a:pt x="267" y="14812"/>
                  <a:pt x="0" y="8941"/>
                </a:cubicBezTo>
                <a:cubicBezTo>
                  <a:pt x="1157" y="9119"/>
                  <a:pt x="2268" y="9275"/>
                  <a:pt x="3335" y="9410"/>
                </a:cubicBezTo>
                <a:cubicBezTo>
                  <a:pt x="4404" y="9543"/>
                  <a:pt x="5472" y="9609"/>
                  <a:pt x="6540" y="9609"/>
                </a:cubicBezTo>
                <a:cubicBezTo>
                  <a:pt x="7608" y="9609"/>
                  <a:pt x="8675" y="9543"/>
                  <a:pt x="9742" y="9410"/>
                </a:cubicBezTo>
                <a:cubicBezTo>
                  <a:pt x="10810" y="9275"/>
                  <a:pt x="11922" y="9119"/>
                  <a:pt x="13079" y="8941"/>
                </a:cubicBezTo>
                <a:cubicBezTo>
                  <a:pt x="12812" y="14812"/>
                  <a:pt x="12566" y="20573"/>
                  <a:pt x="12344" y="26223"/>
                </a:cubicBezTo>
                <a:cubicBezTo>
                  <a:pt x="12121" y="31872"/>
                  <a:pt x="12010" y="37632"/>
                  <a:pt x="12010" y="43505"/>
                </a:cubicBezTo>
                <a:lnTo>
                  <a:pt x="12010" y="66458"/>
                </a:lnTo>
                <a:cubicBezTo>
                  <a:pt x="12010" y="72329"/>
                  <a:pt x="12121" y="78112"/>
                  <a:pt x="12344" y="83807"/>
                </a:cubicBezTo>
                <a:cubicBezTo>
                  <a:pt x="12566" y="89500"/>
                  <a:pt x="12812" y="95105"/>
                  <a:pt x="13079" y="100620"/>
                </a:cubicBezTo>
                <a:cubicBezTo>
                  <a:pt x="11032" y="100442"/>
                  <a:pt x="8852" y="100353"/>
                  <a:pt x="6540" y="100353"/>
                </a:cubicBezTo>
                <a:cubicBezTo>
                  <a:pt x="4227" y="100353"/>
                  <a:pt x="2047" y="100442"/>
                  <a:pt x="0" y="100620"/>
                </a:cubicBezTo>
                <a:cubicBezTo>
                  <a:pt x="267" y="95105"/>
                  <a:pt x="512" y="89500"/>
                  <a:pt x="735" y="83807"/>
                </a:cubicBezTo>
                <a:cubicBezTo>
                  <a:pt x="958" y="78112"/>
                  <a:pt x="1069" y="72329"/>
                  <a:pt x="1069" y="66458"/>
                </a:cubicBezTo>
                <a:lnTo>
                  <a:pt x="1069" y="43505"/>
                </a:lnTo>
                <a:close/>
                <a:moveTo>
                  <a:pt x="118952" y="67392"/>
                </a:moveTo>
                <a:cubicBezTo>
                  <a:pt x="117440" y="67926"/>
                  <a:pt x="115683" y="68370"/>
                  <a:pt x="113680" y="68726"/>
                </a:cubicBezTo>
                <a:cubicBezTo>
                  <a:pt x="111679" y="69082"/>
                  <a:pt x="109656" y="69460"/>
                  <a:pt x="107610" y="69860"/>
                </a:cubicBezTo>
                <a:cubicBezTo>
                  <a:pt x="105564" y="70261"/>
                  <a:pt x="103540" y="70773"/>
                  <a:pt x="101538" y="71396"/>
                </a:cubicBezTo>
                <a:cubicBezTo>
                  <a:pt x="99536" y="72017"/>
                  <a:pt x="97756" y="72862"/>
                  <a:pt x="96199" y="73931"/>
                </a:cubicBezTo>
                <a:cubicBezTo>
                  <a:pt x="94643" y="74998"/>
                  <a:pt x="93398" y="76332"/>
                  <a:pt x="92462" y="77934"/>
                </a:cubicBezTo>
                <a:cubicBezTo>
                  <a:pt x="91528" y="79536"/>
                  <a:pt x="91061" y="81582"/>
                  <a:pt x="91061" y="84073"/>
                </a:cubicBezTo>
                <a:cubicBezTo>
                  <a:pt x="91061" y="88255"/>
                  <a:pt x="92262" y="91413"/>
                  <a:pt x="94663" y="93548"/>
                </a:cubicBezTo>
                <a:cubicBezTo>
                  <a:pt x="97066" y="95684"/>
                  <a:pt x="99736" y="96751"/>
                  <a:pt x="102672" y="96751"/>
                </a:cubicBezTo>
                <a:cubicBezTo>
                  <a:pt x="106052" y="96751"/>
                  <a:pt x="109143" y="95817"/>
                  <a:pt x="111945" y="93949"/>
                </a:cubicBezTo>
                <a:cubicBezTo>
                  <a:pt x="114749" y="92080"/>
                  <a:pt x="116906" y="89900"/>
                  <a:pt x="118419" y="87409"/>
                </a:cubicBezTo>
                <a:lnTo>
                  <a:pt x="118952" y="67392"/>
                </a:lnTo>
                <a:moveTo>
                  <a:pt x="85991" y="43637"/>
                </a:moveTo>
                <a:cubicBezTo>
                  <a:pt x="89994" y="40613"/>
                  <a:pt x="93686" y="38567"/>
                  <a:pt x="97066" y="37500"/>
                </a:cubicBezTo>
                <a:cubicBezTo>
                  <a:pt x="100448" y="36432"/>
                  <a:pt x="103918" y="35897"/>
                  <a:pt x="107476" y="35897"/>
                </a:cubicBezTo>
                <a:cubicBezTo>
                  <a:pt x="110679" y="35897"/>
                  <a:pt x="113616" y="36364"/>
                  <a:pt x="116285" y="37298"/>
                </a:cubicBezTo>
                <a:cubicBezTo>
                  <a:pt x="118953" y="38232"/>
                  <a:pt x="121222" y="39567"/>
                  <a:pt x="123090" y="41302"/>
                </a:cubicBezTo>
                <a:cubicBezTo>
                  <a:pt x="124958" y="43037"/>
                  <a:pt x="126425" y="45128"/>
                  <a:pt x="127492" y="47575"/>
                </a:cubicBezTo>
                <a:cubicBezTo>
                  <a:pt x="128561" y="50022"/>
                  <a:pt x="129095" y="52712"/>
                  <a:pt x="129095" y="55647"/>
                </a:cubicBezTo>
                <a:cubicBezTo>
                  <a:pt x="129095" y="60719"/>
                  <a:pt x="129006" y="65768"/>
                  <a:pt x="128828" y="70795"/>
                </a:cubicBezTo>
                <a:cubicBezTo>
                  <a:pt x="128650" y="75822"/>
                  <a:pt x="128561" y="81137"/>
                  <a:pt x="128561" y="86741"/>
                </a:cubicBezTo>
                <a:cubicBezTo>
                  <a:pt x="128561" y="87809"/>
                  <a:pt x="128584" y="88944"/>
                  <a:pt x="128628" y="90146"/>
                </a:cubicBezTo>
                <a:cubicBezTo>
                  <a:pt x="128673" y="91346"/>
                  <a:pt x="128874" y="92413"/>
                  <a:pt x="129229" y="93347"/>
                </a:cubicBezTo>
                <a:cubicBezTo>
                  <a:pt x="129585" y="94281"/>
                  <a:pt x="130096" y="95059"/>
                  <a:pt x="130762" y="95682"/>
                </a:cubicBezTo>
                <a:cubicBezTo>
                  <a:pt x="131430" y="96305"/>
                  <a:pt x="132432" y="96617"/>
                  <a:pt x="133766" y="96617"/>
                </a:cubicBezTo>
                <a:cubicBezTo>
                  <a:pt x="134211" y="96617"/>
                  <a:pt x="134678" y="96595"/>
                  <a:pt x="135167" y="96550"/>
                </a:cubicBezTo>
                <a:cubicBezTo>
                  <a:pt x="135657" y="96505"/>
                  <a:pt x="136124" y="96349"/>
                  <a:pt x="136568" y="96083"/>
                </a:cubicBezTo>
                <a:lnTo>
                  <a:pt x="136568" y="99020"/>
                </a:lnTo>
                <a:cubicBezTo>
                  <a:pt x="135589" y="99464"/>
                  <a:pt x="134366" y="99819"/>
                  <a:pt x="132899" y="100087"/>
                </a:cubicBezTo>
                <a:cubicBezTo>
                  <a:pt x="131431" y="100354"/>
                  <a:pt x="129807" y="100488"/>
                  <a:pt x="128028" y="100488"/>
                </a:cubicBezTo>
                <a:cubicBezTo>
                  <a:pt x="125181" y="100488"/>
                  <a:pt x="123002" y="99754"/>
                  <a:pt x="121489" y="98287"/>
                </a:cubicBezTo>
                <a:cubicBezTo>
                  <a:pt x="119977" y="96818"/>
                  <a:pt x="119087" y="94927"/>
                  <a:pt x="118820" y="92614"/>
                </a:cubicBezTo>
                <a:cubicBezTo>
                  <a:pt x="115617" y="95816"/>
                  <a:pt x="112459" y="98173"/>
                  <a:pt x="109345" y="99686"/>
                </a:cubicBezTo>
                <a:cubicBezTo>
                  <a:pt x="106231" y="101198"/>
                  <a:pt x="102405" y="101954"/>
                  <a:pt x="97869" y="101954"/>
                </a:cubicBezTo>
                <a:cubicBezTo>
                  <a:pt x="95644" y="101954"/>
                  <a:pt x="93463" y="101642"/>
                  <a:pt x="91328" y="101019"/>
                </a:cubicBezTo>
                <a:cubicBezTo>
                  <a:pt x="89194" y="100398"/>
                  <a:pt x="87304" y="99375"/>
                  <a:pt x="85657" y="97953"/>
                </a:cubicBezTo>
                <a:cubicBezTo>
                  <a:pt x="84012" y="96529"/>
                  <a:pt x="82677" y="94816"/>
                  <a:pt x="81654" y="92815"/>
                </a:cubicBezTo>
                <a:cubicBezTo>
                  <a:pt x="80632" y="90813"/>
                  <a:pt x="80120" y="88521"/>
                  <a:pt x="80120" y="85941"/>
                </a:cubicBezTo>
                <a:cubicBezTo>
                  <a:pt x="80120" y="80603"/>
                  <a:pt x="81788" y="76467"/>
                  <a:pt x="85124" y="73532"/>
                </a:cubicBezTo>
                <a:cubicBezTo>
                  <a:pt x="88460" y="70595"/>
                  <a:pt x="93064" y="68638"/>
                  <a:pt x="98936" y="67659"/>
                </a:cubicBezTo>
                <a:cubicBezTo>
                  <a:pt x="103740" y="66858"/>
                  <a:pt x="107499" y="66169"/>
                  <a:pt x="110212" y="65590"/>
                </a:cubicBezTo>
                <a:cubicBezTo>
                  <a:pt x="112926" y="65012"/>
                  <a:pt x="114928" y="64411"/>
                  <a:pt x="116217" y="63788"/>
                </a:cubicBezTo>
                <a:cubicBezTo>
                  <a:pt x="117507" y="63165"/>
                  <a:pt x="118285" y="62431"/>
                  <a:pt x="118551" y="61587"/>
                </a:cubicBezTo>
                <a:cubicBezTo>
                  <a:pt x="118818" y="60741"/>
                  <a:pt x="118952" y="59651"/>
                  <a:pt x="118952" y="58317"/>
                </a:cubicBezTo>
                <a:cubicBezTo>
                  <a:pt x="118952" y="56093"/>
                  <a:pt x="118685" y="53958"/>
                  <a:pt x="118152" y="51913"/>
                </a:cubicBezTo>
                <a:cubicBezTo>
                  <a:pt x="117618" y="49866"/>
                  <a:pt x="116773" y="48086"/>
                  <a:pt x="115617" y="46574"/>
                </a:cubicBezTo>
                <a:cubicBezTo>
                  <a:pt x="114460" y="45061"/>
                  <a:pt x="112948" y="43838"/>
                  <a:pt x="111080" y="42904"/>
                </a:cubicBezTo>
                <a:cubicBezTo>
                  <a:pt x="109212" y="41970"/>
                  <a:pt x="106944" y="41503"/>
                  <a:pt x="104275" y="41503"/>
                </a:cubicBezTo>
                <a:cubicBezTo>
                  <a:pt x="100715" y="41503"/>
                  <a:pt x="97401" y="42304"/>
                  <a:pt x="94332" y="43906"/>
                </a:cubicBezTo>
                <a:cubicBezTo>
                  <a:pt x="91262" y="45507"/>
                  <a:pt x="88971" y="47730"/>
                  <a:pt x="87459" y="50577"/>
                </a:cubicBezTo>
                <a:lnTo>
                  <a:pt x="85991" y="50577"/>
                </a:lnTo>
                <a:lnTo>
                  <a:pt x="85991" y="43637"/>
                </a:lnTo>
                <a:close/>
                <a:moveTo>
                  <a:pt x="154852" y="38433"/>
                </a:moveTo>
                <a:cubicBezTo>
                  <a:pt x="154852" y="35408"/>
                  <a:pt x="154830" y="32117"/>
                  <a:pt x="154785" y="28559"/>
                </a:cubicBezTo>
                <a:cubicBezTo>
                  <a:pt x="154740" y="24999"/>
                  <a:pt x="154673" y="21485"/>
                  <a:pt x="154583" y="18015"/>
                </a:cubicBezTo>
                <a:cubicBezTo>
                  <a:pt x="154495" y="14545"/>
                  <a:pt x="154384" y="11231"/>
                  <a:pt x="154250" y="8074"/>
                </a:cubicBezTo>
                <a:cubicBezTo>
                  <a:pt x="154116" y="4915"/>
                  <a:pt x="153961" y="2224"/>
                  <a:pt x="153783" y="0"/>
                </a:cubicBezTo>
                <a:cubicBezTo>
                  <a:pt x="156274" y="445"/>
                  <a:pt x="158277" y="668"/>
                  <a:pt x="159790" y="668"/>
                </a:cubicBezTo>
                <a:cubicBezTo>
                  <a:pt x="161302" y="668"/>
                  <a:pt x="163304" y="445"/>
                  <a:pt x="165795" y="0"/>
                </a:cubicBezTo>
                <a:cubicBezTo>
                  <a:pt x="165617" y="2224"/>
                  <a:pt x="165461" y="4915"/>
                  <a:pt x="165327" y="8074"/>
                </a:cubicBezTo>
                <a:cubicBezTo>
                  <a:pt x="165194" y="11231"/>
                  <a:pt x="165082" y="14545"/>
                  <a:pt x="164993" y="18015"/>
                </a:cubicBezTo>
                <a:cubicBezTo>
                  <a:pt x="164905" y="21485"/>
                  <a:pt x="164838" y="24999"/>
                  <a:pt x="164793" y="28559"/>
                </a:cubicBezTo>
                <a:cubicBezTo>
                  <a:pt x="164749" y="32117"/>
                  <a:pt x="164726" y="35408"/>
                  <a:pt x="164726" y="38433"/>
                </a:cubicBezTo>
                <a:lnTo>
                  <a:pt x="164726" y="62587"/>
                </a:lnTo>
                <a:cubicBezTo>
                  <a:pt x="164726" y="65613"/>
                  <a:pt x="164749" y="68905"/>
                  <a:pt x="164793" y="72463"/>
                </a:cubicBezTo>
                <a:cubicBezTo>
                  <a:pt x="164838" y="76021"/>
                  <a:pt x="164905" y="79535"/>
                  <a:pt x="164993" y="83004"/>
                </a:cubicBezTo>
                <a:cubicBezTo>
                  <a:pt x="165082" y="86474"/>
                  <a:pt x="165194" y="89766"/>
                  <a:pt x="165327" y="92880"/>
                </a:cubicBezTo>
                <a:cubicBezTo>
                  <a:pt x="165461" y="95994"/>
                  <a:pt x="165617" y="98574"/>
                  <a:pt x="165795" y="100620"/>
                </a:cubicBezTo>
                <a:cubicBezTo>
                  <a:pt x="163748" y="100442"/>
                  <a:pt x="161746" y="100353"/>
                  <a:pt x="159790" y="100353"/>
                </a:cubicBezTo>
                <a:cubicBezTo>
                  <a:pt x="157833" y="100353"/>
                  <a:pt x="155830" y="100442"/>
                  <a:pt x="153783" y="100620"/>
                </a:cubicBezTo>
                <a:cubicBezTo>
                  <a:pt x="153961" y="98574"/>
                  <a:pt x="154116" y="95994"/>
                  <a:pt x="154250" y="92880"/>
                </a:cubicBezTo>
                <a:cubicBezTo>
                  <a:pt x="154384" y="89766"/>
                  <a:pt x="154495" y="86474"/>
                  <a:pt x="154583" y="83004"/>
                </a:cubicBezTo>
                <a:cubicBezTo>
                  <a:pt x="154673" y="79535"/>
                  <a:pt x="154740" y="76021"/>
                  <a:pt x="154785" y="72463"/>
                </a:cubicBezTo>
                <a:cubicBezTo>
                  <a:pt x="154830" y="68905"/>
                  <a:pt x="154852" y="65613"/>
                  <a:pt x="154852" y="62587"/>
                </a:cubicBezTo>
                <a:lnTo>
                  <a:pt x="154852" y="38433"/>
                </a:lnTo>
                <a:close/>
                <a:moveTo>
                  <a:pt x="204093" y="100620"/>
                </a:moveTo>
                <a:cubicBezTo>
                  <a:pt x="203026" y="97328"/>
                  <a:pt x="201602" y="93147"/>
                  <a:pt x="199823" y="88077"/>
                </a:cubicBezTo>
                <a:cubicBezTo>
                  <a:pt x="198044" y="83005"/>
                  <a:pt x="196109" y="77600"/>
                  <a:pt x="194017" y="71862"/>
                </a:cubicBezTo>
                <a:cubicBezTo>
                  <a:pt x="191927" y="66124"/>
                  <a:pt x="189747" y="60253"/>
                  <a:pt x="187479" y="54248"/>
                </a:cubicBezTo>
                <a:cubicBezTo>
                  <a:pt x="185210" y="48243"/>
                  <a:pt x="182964" y="42570"/>
                  <a:pt x="180741" y="37231"/>
                </a:cubicBezTo>
                <a:cubicBezTo>
                  <a:pt x="181808" y="37410"/>
                  <a:pt x="182852" y="37566"/>
                  <a:pt x="183874" y="37699"/>
                </a:cubicBezTo>
                <a:cubicBezTo>
                  <a:pt x="184898" y="37833"/>
                  <a:pt x="185944" y="37899"/>
                  <a:pt x="187012" y="37899"/>
                </a:cubicBezTo>
                <a:cubicBezTo>
                  <a:pt x="187991" y="37899"/>
                  <a:pt x="188970" y="37833"/>
                  <a:pt x="189949" y="37699"/>
                </a:cubicBezTo>
                <a:cubicBezTo>
                  <a:pt x="190927" y="37566"/>
                  <a:pt x="191994" y="37410"/>
                  <a:pt x="193150" y="37231"/>
                </a:cubicBezTo>
                <a:cubicBezTo>
                  <a:pt x="195463" y="45595"/>
                  <a:pt x="198020" y="53980"/>
                  <a:pt x="200822" y="62387"/>
                </a:cubicBezTo>
                <a:cubicBezTo>
                  <a:pt x="203626" y="70794"/>
                  <a:pt x="206762" y="79446"/>
                  <a:pt x="210232" y="88344"/>
                </a:cubicBezTo>
                <a:cubicBezTo>
                  <a:pt x="211300" y="85853"/>
                  <a:pt x="212591" y="82561"/>
                  <a:pt x="214103" y="78468"/>
                </a:cubicBezTo>
                <a:cubicBezTo>
                  <a:pt x="215615" y="74375"/>
                  <a:pt x="217172" y="69971"/>
                  <a:pt x="218772" y="65256"/>
                </a:cubicBezTo>
                <a:cubicBezTo>
                  <a:pt x="220374" y="60542"/>
                  <a:pt x="221975" y="55738"/>
                  <a:pt x="223576" y="50846"/>
                </a:cubicBezTo>
                <a:cubicBezTo>
                  <a:pt x="225177" y="45952"/>
                  <a:pt x="226602" y="41414"/>
                  <a:pt x="227848" y="37231"/>
                </a:cubicBezTo>
                <a:cubicBezTo>
                  <a:pt x="229450" y="37676"/>
                  <a:pt x="230784" y="37899"/>
                  <a:pt x="231851" y="37899"/>
                </a:cubicBezTo>
                <a:cubicBezTo>
                  <a:pt x="232562" y="37899"/>
                  <a:pt x="233185" y="37833"/>
                  <a:pt x="233718" y="37699"/>
                </a:cubicBezTo>
                <a:cubicBezTo>
                  <a:pt x="234253" y="37566"/>
                  <a:pt x="234876" y="37410"/>
                  <a:pt x="235588" y="37231"/>
                </a:cubicBezTo>
                <a:cubicBezTo>
                  <a:pt x="237811" y="45773"/>
                  <a:pt x="240391" y="54203"/>
                  <a:pt x="243327" y="62522"/>
                </a:cubicBezTo>
                <a:cubicBezTo>
                  <a:pt x="246264" y="70839"/>
                  <a:pt x="249333" y="79446"/>
                  <a:pt x="252535" y="88344"/>
                </a:cubicBezTo>
                <a:cubicBezTo>
                  <a:pt x="253692" y="85497"/>
                  <a:pt x="255049" y="82005"/>
                  <a:pt x="256606" y="77869"/>
                </a:cubicBezTo>
                <a:cubicBezTo>
                  <a:pt x="258163" y="73731"/>
                  <a:pt x="259787" y="69372"/>
                  <a:pt x="261477" y="64790"/>
                </a:cubicBezTo>
                <a:cubicBezTo>
                  <a:pt x="263167" y="60208"/>
                  <a:pt x="264879" y="55515"/>
                  <a:pt x="266614" y="50711"/>
                </a:cubicBezTo>
                <a:cubicBezTo>
                  <a:pt x="268349" y="45907"/>
                  <a:pt x="269973" y="41414"/>
                  <a:pt x="271485" y="37231"/>
                </a:cubicBezTo>
                <a:cubicBezTo>
                  <a:pt x="273265" y="37676"/>
                  <a:pt x="274688" y="37899"/>
                  <a:pt x="275755" y="37899"/>
                </a:cubicBezTo>
                <a:cubicBezTo>
                  <a:pt x="276912" y="37899"/>
                  <a:pt x="278246" y="37676"/>
                  <a:pt x="279758" y="37231"/>
                </a:cubicBezTo>
                <a:cubicBezTo>
                  <a:pt x="274688" y="47996"/>
                  <a:pt x="269951" y="58628"/>
                  <a:pt x="265547" y="69127"/>
                </a:cubicBezTo>
                <a:cubicBezTo>
                  <a:pt x="261143" y="79625"/>
                  <a:pt x="257029" y="90123"/>
                  <a:pt x="253203" y="100620"/>
                </a:cubicBezTo>
                <a:cubicBezTo>
                  <a:pt x="252225" y="100442"/>
                  <a:pt x="251068" y="100353"/>
                  <a:pt x="249734" y="100353"/>
                </a:cubicBezTo>
                <a:cubicBezTo>
                  <a:pt x="249110" y="100353"/>
                  <a:pt x="248487" y="100353"/>
                  <a:pt x="247864" y="100353"/>
                </a:cubicBezTo>
                <a:cubicBezTo>
                  <a:pt x="247243" y="100353"/>
                  <a:pt x="246709" y="100442"/>
                  <a:pt x="246264" y="100620"/>
                </a:cubicBezTo>
                <a:cubicBezTo>
                  <a:pt x="243951" y="92702"/>
                  <a:pt x="241415" y="84739"/>
                  <a:pt x="238656" y="76733"/>
                </a:cubicBezTo>
                <a:cubicBezTo>
                  <a:pt x="235899" y="68726"/>
                  <a:pt x="232741" y="60319"/>
                  <a:pt x="229181" y="51512"/>
                </a:cubicBezTo>
                <a:cubicBezTo>
                  <a:pt x="228114" y="54180"/>
                  <a:pt x="226825" y="57495"/>
                  <a:pt x="225313" y="61455"/>
                </a:cubicBezTo>
                <a:cubicBezTo>
                  <a:pt x="223800" y="65413"/>
                  <a:pt x="222243" y="69661"/>
                  <a:pt x="220641" y="74198"/>
                </a:cubicBezTo>
                <a:cubicBezTo>
                  <a:pt x="219040" y="78734"/>
                  <a:pt x="217438" y="83338"/>
                  <a:pt x="215836" y="88010"/>
                </a:cubicBezTo>
                <a:cubicBezTo>
                  <a:pt x="214235" y="92681"/>
                  <a:pt x="212812" y="96884"/>
                  <a:pt x="211566" y="100620"/>
                </a:cubicBezTo>
                <a:cubicBezTo>
                  <a:pt x="210499" y="100442"/>
                  <a:pt x="209253" y="100353"/>
                  <a:pt x="207829" y="100353"/>
                </a:cubicBezTo>
                <a:cubicBezTo>
                  <a:pt x="206406" y="100353"/>
                  <a:pt x="205161" y="100442"/>
                  <a:pt x="204093" y="100620"/>
                </a:cubicBezTo>
                <a:close/>
                <a:moveTo>
                  <a:pt x="324197" y="67392"/>
                </a:moveTo>
                <a:cubicBezTo>
                  <a:pt x="322685" y="67926"/>
                  <a:pt x="320928" y="68370"/>
                  <a:pt x="318925" y="68726"/>
                </a:cubicBezTo>
                <a:cubicBezTo>
                  <a:pt x="316924" y="69082"/>
                  <a:pt x="314901" y="69460"/>
                  <a:pt x="312855" y="69860"/>
                </a:cubicBezTo>
                <a:cubicBezTo>
                  <a:pt x="310809" y="70261"/>
                  <a:pt x="308785" y="70773"/>
                  <a:pt x="306783" y="71396"/>
                </a:cubicBezTo>
                <a:cubicBezTo>
                  <a:pt x="304781" y="72017"/>
                  <a:pt x="303001" y="72862"/>
                  <a:pt x="301444" y="73931"/>
                </a:cubicBezTo>
                <a:cubicBezTo>
                  <a:pt x="299888" y="74998"/>
                  <a:pt x="298643" y="76332"/>
                  <a:pt x="297707" y="77934"/>
                </a:cubicBezTo>
                <a:cubicBezTo>
                  <a:pt x="296773" y="79536"/>
                  <a:pt x="296306" y="81582"/>
                  <a:pt x="296306" y="84073"/>
                </a:cubicBezTo>
                <a:cubicBezTo>
                  <a:pt x="296306" y="88255"/>
                  <a:pt x="297507" y="91413"/>
                  <a:pt x="299909" y="93548"/>
                </a:cubicBezTo>
                <a:cubicBezTo>
                  <a:pt x="302311" y="95684"/>
                  <a:pt x="304981" y="96751"/>
                  <a:pt x="307917" y="96751"/>
                </a:cubicBezTo>
                <a:cubicBezTo>
                  <a:pt x="311297" y="96751"/>
                  <a:pt x="314388" y="95817"/>
                  <a:pt x="317190" y="93949"/>
                </a:cubicBezTo>
                <a:cubicBezTo>
                  <a:pt x="319994" y="92080"/>
                  <a:pt x="322151" y="89900"/>
                  <a:pt x="323664" y="87409"/>
                </a:cubicBezTo>
                <a:lnTo>
                  <a:pt x="324197" y="67392"/>
                </a:lnTo>
                <a:moveTo>
                  <a:pt x="291236" y="43637"/>
                </a:moveTo>
                <a:cubicBezTo>
                  <a:pt x="295239" y="40613"/>
                  <a:pt x="298931" y="38567"/>
                  <a:pt x="302311" y="37500"/>
                </a:cubicBezTo>
                <a:cubicBezTo>
                  <a:pt x="305693" y="36432"/>
                  <a:pt x="309163" y="35897"/>
                  <a:pt x="312721" y="35897"/>
                </a:cubicBezTo>
                <a:cubicBezTo>
                  <a:pt x="315925" y="35897"/>
                  <a:pt x="318861" y="36364"/>
                  <a:pt x="321530" y="37298"/>
                </a:cubicBezTo>
                <a:cubicBezTo>
                  <a:pt x="324199" y="38232"/>
                  <a:pt x="326467" y="39567"/>
                  <a:pt x="328335" y="41302"/>
                </a:cubicBezTo>
                <a:cubicBezTo>
                  <a:pt x="330203" y="43037"/>
                  <a:pt x="331670" y="45128"/>
                  <a:pt x="332737" y="47575"/>
                </a:cubicBezTo>
                <a:cubicBezTo>
                  <a:pt x="333806" y="50022"/>
                  <a:pt x="334340" y="52712"/>
                  <a:pt x="334340" y="55647"/>
                </a:cubicBezTo>
                <a:cubicBezTo>
                  <a:pt x="334340" y="60719"/>
                  <a:pt x="334251" y="65768"/>
                  <a:pt x="334073" y="70795"/>
                </a:cubicBezTo>
                <a:cubicBezTo>
                  <a:pt x="333895" y="75822"/>
                  <a:pt x="333806" y="81137"/>
                  <a:pt x="333806" y="86741"/>
                </a:cubicBezTo>
                <a:cubicBezTo>
                  <a:pt x="333806" y="87809"/>
                  <a:pt x="333829" y="88944"/>
                  <a:pt x="333874" y="90146"/>
                </a:cubicBezTo>
                <a:cubicBezTo>
                  <a:pt x="333918" y="91346"/>
                  <a:pt x="334119" y="92413"/>
                  <a:pt x="334474" y="93347"/>
                </a:cubicBezTo>
                <a:cubicBezTo>
                  <a:pt x="334830" y="94281"/>
                  <a:pt x="335341" y="95059"/>
                  <a:pt x="336008" y="95682"/>
                </a:cubicBezTo>
                <a:cubicBezTo>
                  <a:pt x="336675" y="96305"/>
                  <a:pt x="337677" y="96617"/>
                  <a:pt x="339011" y="96617"/>
                </a:cubicBezTo>
                <a:cubicBezTo>
                  <a:pt x="339456" y="96617"/>
                  <a:pt x="339923" y="96595"/>
                  <a:pt x="340412" y="96550"/>
                </a:cubicBezTo>
                <a:cubicBezTo>
                  <a:pt x="340902" y="96505"/>
                  <a:pt x="341369" y="96349"/>
                  <a:pt x="341813" y="96083"/>
                </a:cubicBezTo>
                <a:lnTo>
                  <a:pt x="341813" y="99020"/>
                </a:lnTo>
                <a:cubicBezTo>
                  <a:pt x="340834" y="99464"/>
                  <a:pt x="339611" y="99819"/>
                  <a:pt x="338144" y="100087"/>
                </a:cubicBezTo>
                <a:cubicBezTo>
                  <a:pt x="336676" y="100354"/>
                  <a:pt x="335053" y="100488"/>
                  <a:pt x="333273" y="100488"/>
                </a:cubicBezTo>
                <a:cubicBezTo>
                  <a:pt x="330426" y="100488"/>
                  <a:pt x="328247" y="99754"/>
                  <a:pt x="326734" y="98287"/>
                </a:cubicBezTo>
                <a:cubicBezTo>
                  <a:pt x="325222" y="96818"/>
                  <a:pt x="324332" y="94927"/>
                  <a:pt x="324065" y="92614"/>
                </a:cubicBezTo>
                <a:cubicBezTo>
                  <a:pt x="320862" y="95816"/>
                  <a:pt x="317704" y="98173"/>
                  <a:pt x="314590" y="99686"/>
                </a:cubicBezTo>
                <a:cubicBezTo>
                  <a:pt x="311476" y="101198"/>
                  <a:pt x="307650" y="101954"/>
                  <a:pt x="303114" y="101954"/>
                </a:cubicBezTo>
                <a:cubicBezTo>
                  <a:pt x="300889" y="101954"/>
                  <a:pt x="298709" y="101642"/>
                  <a:pt x="296573" y="101019"/>
                </a:cubicBezTo>
                <a:cubicBezTo>
                  <a:pt x="294439" y="100398"/>
                  <a:pt x="292549" y="99375"/>
                  <a:pt x="290902" y="97953"/>
                </a:cubicBezTo>
                <a:cubicBezTo>
                  <a:pt x="289257" y="96529"/>
                  <a:pt x="287922" y="94816"/>
                  <a:pt x="286899" y="92815"/>
                </a:cubicBezTo>
                <a:cubicBezTo>
                  <a:pt x="285877" y="90813"/>
                  <a:pt x="285366" y="88521"/>
                  <a:pt x="285366" y="85941"/>
                </a:cubicBezTo>
                <a:cubicBezTo>
                  <a:pt x="285366" y="80603"/>
                  <a:pt x="287033" y="76467"/>
                  <a:pt x="290369" y="73532"/>
                </a:cubicBezTo>
                <a:cubicBezTo>
                  <a:pt x="293705" y="70595"/>
                  <a:pt x="298309" y="68638"/>
                  <a:pt x="304181" y="67659"/>
                </a:cubicBezTo>
                <a:cubicBezTo>
                  <a:pt x="308985" y="66858"/>
                  <a:pt x="312744" y="66169"/>
                  <a:pt x="315458" y="65590"/>
                </a:cubicBezTo>
                <a:cubicBezTo>
                  <a:pt x="318171" y="65012"/>
                  <a:pt x="320173" y="64411"/>
                  <a:pt x="321462" y="63788"/>
                </a:cubicBezTo>
                <a:cubicBezTo>
                  <a:pt x="322752" y="63165"/>
                  <a:pt x="323530" y="62431"/>
                  <a:pt x="323796" y="61587"/>
                </a:cubicBezTo>
                <a:cubicBezTo>
                  <a:pt x="324063" y="60741"/>
                  <a:pt x="324197" y="59651"/>
                  <a:pt x="324197" y="58317"/>
                </a:cubicBezTo>
                <a:cubicBezTo>
                  <a:pt x="324197" y="56093"/>
                  <a:pt x="323930" y="53958"/>
                  <a:pt x="323397" y="51913"/>
                </a:cubicBezTo>
                <a:cubicBezTo>
                  <a:pt x="322863" y="49866"/>
                  <a:pt x="322018" y="48086"/>
                  <a:pt x="320862" y="46574"/>
                </a:cubicBezTo>
                <a:cubicBezTo>
                  <a:pt x="319705" y="45061"/>
                  <a:pt x="318193" y="43838"/>
                  <a:pt x="316325" y="42904"/>
                </a:cubicBezTo>
                <a:cubicBezTo>
                  <a:pt x="314457" y="41970"/>
                  <a:pt x="312189" y="41503"/>
                  <a:pt x="309520" y="41503"/>
                </a:cubicBezTo>
                <a:cubicBezTo>
                  <a:pt x="305960" y="41503"/>
                  <a:pt x="302646" y="42304"/>
                  <a:pt x="299577" y="43906"/>
                </a:cubicBezTo>
                <a:cubicBezTo>
                  <a:pt x="296507" y="45507"/>
                  <a:pt x="294217" y="47730"/>
                  <a:pt x="292704" y="50577"/>
                </a:cubicBezTo>
                <a:lnTo>
                  <a:pt x="291236" y="50577"/>
                </a:lnTo>
                <a:lnTo>
                  <a:pt x="291236" y="43637"/>
                </a:lnTo>
                <a:close/>
                <a:moveTo>
                  <a:pt x="372106" y="100755"/>
                </a:moveTo>
                <a:cubicBezTo>
                  <a:pt x="371127" y="98352"/>
                  <a:pt x="369859" y="95238"/>
                  <a:pt x="368302" y="91412"/>
                </a:cubicBezTo>
                <a:cubicBezTo>
                  <a:pt x="366745" y="87587"/>
                  <a:pt x="365077" y="83561"/>
                  <a:pt x="363297" y="79335"/>
                </a:cubicBezTo>
                <a:cubicBezTo>
                  <a:pt x="361519" y="75109"/>
                  <a:pt x="359695" y="70794"/>
                  <a:pt x="357825" y="66391"/>
                </a:cubicBezTo>
                <a:cubicBezTo>
                  <a:pt x="355957" y="61987"/>
                  <a:pt x="354201" y="57850"/>
                  <a:pt x="352556" y="53979"/>
                </a:cubicBezTo>
                <a:cubicBezTo>
                  <a:pt x="350910" y="50109"/>
                  <a:pt x="349465" y="46707"/>
                  <a:pt x="348218" y="43772"/>
                </a:cubicBezTo>
                <a:cubicBezTo>
                  <a:pt x="346973" y="40835"/>
                  <a:pt x="346040" y="38655"/>
                  <a:pt x="345416" y="37231"/>
                </a:cubicBezTo>
                <a:cubicBezTo>
                  <a:pt x="346573" y="37410"/>
                  <a:pt x="347641" y="37566"/>
                  <a:pt x="348619" y="37699"/>
                </a:cubicBezTo>
                <a:cubicBezTo>
                  <a:pt x="349598" y="37833"/>
                  <a:pt x="350576" y="37899"/>
                  <a:pt x="351554" y="37899"/>
                </a:cubicBezTo>
                <a:cubicBezTo>
                  <a:pt x="352532" y="37899"/>
                  <a:pt x="353511" y="37833"/>
                  <a:pt x="354490" y="37699"/>
                </a:cubicBezTo>
                <a:cubicBezTo>
                  <a:pt x="355469" y="37566"/>
                  <a:pt x="356536" y="37410"/>
                  <a:pt x="357693" y="37231"/>
                </a:cubicBezTo>
                <a:cubicBezTo>
                  <a:pt x="360452" y="45773"/>
                  <a:pt x="363521" y="54225"/>
                  <a:pt x="366901" y="62589"/>
                </a:cubicBezTo>
                <a:cubicBezTo>
                  <a:pt x="370281" y="70951"/>
                  <a:pt x="373840" y="79580"/>
                  <a:pt x="377577" y="88476"/>
                </a:cubicBezTo>
                <a:cubicBezTo>
                  <a:pt x="381313" y="80647"/>
                  <a:pt x="384894" y="72285"/>
                  <a:pt x="388319" y="63389"/>
                </a:cubicBezTo>
                <a:cubicBezTo>
                  <a:pt x="391745" y="54492"/>
                  <a:pt x="394793" y="45773"/>
                  <a:pt x="397461" y="37231"/>
                </a:cubicBezTo>
                <a:cubicBezTo>
                  <a:pt x="399241" y="37676"/>
                  <a:pt x="400709" y="37899"/>
                  <a:pt x="401866" y="37899"/>
                </a:cubicBezTo>
                <a:cubicBezTo>
                  <a:pt x="403021" y="37899"/>
                  <a:pt x="404489" y="37676"/>
                  <a:pt x="406268" y="37231"/>
                </a:cubicBezTo>
                <a:cubicBezTo>
                  <a:pt x="405645" y="38477"/>
                  <a:pt x="404644" y="40591"/>
                  <a:pt x="403265" y="43572"/>
                </a:cubicBezTo>
                <a:cubicBezTo>
                  <a:pt x="401887" y="46552"/>
                  <a:pt x="400242" y="50111"/>
                  <a:pt x="398329" y="54248"/>
                </a:cubicBezTo>
                <a:cubicBezTo>
                  <a:pt x="396416" y="58385"/>
                  <a:pt x="394325" y="62966"/>
                  <a:pt x="392055" y="67993"/>
                </a:cubicBezTo>
                <a:cubicBezTo>
                  <a:pt x="389787" y="73019"/>
                  <a:pt x="387474" y="78178"/>
                  <a:pt x="385116" y="83473"/>
                </a:cubicBezTo>
                <a:cubicBezTo>
                  <a:pt x="382759" y="88766"/>
                  <a:pt x="380424" y="94015"/>
                  <a:pt x="378111" y="99219"/>
                </a:cubicBezTo>
                <a:cubicBezTo>
                  <a:pt x="375798" y="104424"/>
                  <a:pt x="373662" y="109361"/>
                  <a:pt x="371705" y="114031"/>
                </a:cubicBezTo>
                <a:cubicBezTo>
                  <a:pt x="369748" y="118702"/>
                  <a:pt x="368036" y="122928"/>
                  <a:pt x="366567" y="126709"/>
                </a:cubicBezTo>
                <a:cubicBezTo>
                  <a:pt x="365100" y="130491"/>
                  <a:pt x="364010" y="133494"/>
                  <a:pt x="363299" y="135717"/>
                </a:cubicBezTo>
                <a:cubicBezTo>
                  <a:pt x="361519" y="135272"/>
                  <a:pt x="360006" y="135049"/>
                  <a:pt x="358760" y="135049"/>
                </a:cubicBezTo>
                <a:cubicBezTo>
                  <a:pt x="357515" y="135049"/>
                  <a:pt x="356003" y="135272"/>
                  <a:pt x="354223" y="135717"/>
                </a:cubicBezTo>
                <a:cubicBezTo>
                  <a:pt x="361252" y="124063"/>
                  <a:pt x="367213" y="112409"/>
                  <a:pt x="372106" y="100755"/>
                </a:cubicBezTo>
                <a:close/>
                <a:moveTo>
                  <a:pt x="418680" y="88209"/>
                </a:moveTo>
                <a:cubicBezTo>
                  <a:pt x="419125" y="89100"/>
                  <a:pt x="419815" y="90078"/>
                  <a:pt x="420749" y="91145"/>
                </a:cubicBezTo>
                <a:cubicBezTo>
                  <a:pt x="421683" y="92212"/>
                  <a:pt x="422795" y="93214"/>
                  <a:pt x="424084" y="94149"/>
                </a:cubicBezTo>
                <a:cubicBezTo>
                  <a:pt x="425375" y="95083"/>
                  <a:pt x="426843" y="95861"/>
                  <a:pt x="428489" y="96485"/>
                </a:cubicBezTo>
                <a:cubicBezTo>
                  <a:pt x="430134" y="97106"/>
                  <a:pt x="431891" y="97417"/>
                  <a:pt x="433761" y="97417"/>
                </a:cubicBezTo>
                <a:cubicBezTo>
                  <a:pt x="435451" y="97417"/>
                  <a:pt x="437074" y="97150"/>
                  <a:pt x="438631" y="96617"/>
                </a:cubicBezTo>
                <a:cubicBezTo>
                  <a:pt x="440188" y="96083"/>
                  <a:pt x="441567" y="95327"/>
                  <a:pt x="442767" y="94349"/>
                </a:cubicBezTo>
                <a:cubicBezTo>
                  <a:pt x="443968" y="93370"/>
                  <a:pt x="444925" y="92124"/>
                  <a:pt x="445636" y="90612"/>
                </a:cubicBezTo>
                <a:cubicBezTo>
                  <a:pt x="446349" y="89100"/>
                  <a:pt x="446705" y="87365"/>
                  <a:pt x="446705" y="85407"/>
                </a:cubicBezTo>
                <a:cubicBezTo>
                  <a:pt x="446705" y="82649"/>
                  <a:pt x="445927" y="80536"/>
                  <a:pt x="444370" y="79068"/>
                </a:cubicBezTo>
                <a:cubicBezTo>
                  <a:pt x="442813" y="77601"/>
                  <a:pt x="440877" y="76400"/>
                  <a:pt x="438564" y="75466"/>
                </a:cubicBezTo>
                <a:cubicBezTo>
                  <a:pt x="436251" y="74531"/>
                  <a:pt x="433715" y="73708"/>
                  <a:pt x="430957" y="72996"/>
                </a:cubicBezTo>
                <a:cubicBezTo>
                  <a:pt x="428200" y="72285"/>
                  <a:pt x="425664" y="71284"/>
                  <a:pt x="423351" y="69995"/>
                </a:cubicBezTo>
                <a:cubicBezTo>
                  <a:pt x="421038" y="68704"/>
                  <a:pt x="419103" y="66991"/>
                  <a:pt x="417546" y="64857"/>
                </a:cubicBezTo>
                <a:cubicBezTo>
                  <a:pt x="415989" y="62722"/>
                  <a:pt x="415210" y="59786"/>
                  <a:pt x="415210" y="56048"/>
                </a:cubicBezTo>
                <a:cubicBezTo>
                  <a:pt x="415210" y="53112"/>
                  <a:pt x="415700" y="50421"/>
                  <a:pt x="416678" y="47975"/>
                </a:cubicBezTo>
                <a:cubicBezTo>
                  <a:pt x="417657" y="45528"/>
                  <a:pt x="419081" y="43415"/>
                  <a:pt x="420948" y="41636"/>
                </a:cubicBezTo>
                <a:cubicBezTo>
                  <a:pt x="422816" y="39856"/>
                  <a:pt x="425130" y="38455"/>
                  <a:pt x="427888" y="37433"/>
                </a:cubicBezTo>
                <a:cubicBezTo>
                  <a:pt x="430647" y="36409"/>
                  <a:pt x="433805" y="35897"/>
                  <a:pt x="437363" y="35897"/>
                </a:cubicBezTo>
                <a:cubicBezTo>
                  <a:pt x="440655" y="35897"/>
                  <a:pt x="443435" y="36343"/>
                  <a:pt x="445703" y="37233"/>
                </a:cubicBezTo>
                <a:cubicBezTo>
                  <a:pt x="447972" y="38122"/>
                  <a:pt x="450130" y="38923"/>
                  <a:pt x="452177" y="39634"/>
                </a:cubicBezTo>
                <a:cubicBezTo>
                  <a:pt x="451464" y="40968"/>
                  <a:pt x="450796" y="42614"/>
                  <a:pt x="450173" y="44572"/>
                </a:cubicBezTo>
                <a:cubicBezTo>
                  <a:pt x="449551" y="46529"/>
                  <a:pt x="449151" y="48042"/>
                  <a:pt x="448974" y="49109"/>
                </a:cubicBezTo>
                <a:lnTo>
                  <a:pt x="447371" y="49109"/>
                </a:lnTo>
                <a:cubicBezTo>
                  <a:pt x="446660" y="46973"/>
                  <a:pt x="445281" y="45061"/>
                  <a:pt x="443233" y="43371"/>
                </a:cubicBezTo>
                <a:cubicBezTo>
                  <a:pt x="441188" y="41680"/>
                  <a:pt x="438652" y="40835"/>
                  <a:pt x="435628" y="40835"/>
                </a:cubicBezTo>
                <a:cubicBezTo>
                  <a:pt x="434293" y="40835"/>
                  <a:pt x="432959" y="41058"/>
                  <a:pt x="431625" y="41503"/>
                </a:cubicBezTo>
                <a:cubicBezTo>
                  <a:pt x="430290" y="41947"/>
                  <a:pt x="429089" y="42614"/>
                  <a:pt x="428020" y="43505"/>
                </a:cubicBezTo>
                <a:cubicBezTo>
                  <a:pt x="426953" y="44394"/>
                  <a:pt x="426064" y="45551"/>
                  <a:pt x="425353" y="46975"/>
                </a:cubicBezTo>
                <a:cubicBezTo>
                  <a:pt x="424642" y="48397"/>
                  <a:pt x="424286" y="50087"/>
                  <a:pt x="424286" y="52045"/>
                </a:cubicBezTo>
                <a:cubicBezTo>
                  <a:pt x="424286" y="54892"/>
                  <a:pt x="425064" y="57094"/>
                  <a:pt x="426619" y="58651"/>
                </a:cubicBezTo>
                <a:cubicBezTo>
                  <a:pt x="428177" y="60208"/>
                  <a:pt x="430112" y="61432"/>
                  <a:pt x="432425" y="62322"/>
                </a:cubicBezTo>
                <a:cubicBezTo>
                  <a:pt x="434738" y="63211"/>
                  <a:pt x="437273" y="63990"/>
                  <a:pt x="440030" y="64658"/>
                </a:cubicBezTo>
                <a:cubicBezTo>
                  <a:pt x="442789" y="65324"/>
                  <a:pt x="445325" y="66258"/>
                  <a:pt x="447638" y="67460"/>
                </a:cubicBezTo>
                <a:cubicBezTo>
                  <a:pt x="449951" y="68660"/>
                  <a:pt x="451886" y="70327"/>
                  <a:pt x="453443" y="72463"/>
                </a:cubicBezTo>
                <a:cubicBezTo>
                  <a:pt x="455000" y="74598"/>
                  <a:pt x="455779" y="77534"/>
                  <a:pt x="455779" y="81270"/>
                </a:cubicBezTo>
                <a:cubicBezTo>
                  <a:pt x="455779" y="83850"/>
                  <a:pt x="455223" y="86386"/>
                  <a:pt x="454111" y="88877"/>
                </a:cubicBezTo>
                <a:cubicBezTo>
                  <a:pt x="452999" y="91368"/>
                  <a:pt x="451397" y="93615"/>
                  <a:pt x="449306" y="95617"/>
                </a:cubicBezTo>
                <a:cubicBezTo>
                  <a:pt x="447215" y="97618"/>
                  <a:pt x="444702" y="99174"/>
                  <a:pt x="441765" y="100286"/>
                </a:cubicBezTo>
                <a:cubicBezTo>
                  <a:pt x="438830" y="101398"/>
                  <a:pt x="435495" y="101954"/>
                  <a:pt x="431759" y="101954"/>
                </a:cubicBezTo>
                <a:cubicBezTo>
                  <a:pt x="427666" y="101954"/>
                  <a:pt x="424240" y="101554"/>
                  <a:pt x="421482" y="100753"/>
                </a:cubicBezTo>
                <a:cubicBezTo>
                  <a:pt x="418725" y="99953"/>
                  <a:pt x="416412" y="99019"/>
                  <a:pt x="414542" y="97951"/>
                </a:cubicBezTo>
                <a:cubicBezTo>
                  <a:pt x="415077" y="96794"/>
                  <a:pt x="415634" y="95215"/>
                  <a:pt x="416212" y="93214"/>
                </a:cubicBezTo>
                <a:cubicBezTo>
                  <a:pt x="416790" y="91212"/>
                  <a:pt x="417080" y="89544"/>
                  <a:pt x="417080" y="88209"/>
                </a:cubicBezTo>
                <a:lnTo>
                  <a:pt x="418680" y="88209"/>
                </a:lnTo>
                <a:close/>
                <a:moveTo>
                  <a:pt x="546042" y="40167"/>
                </a:moveTo>
                <a:cubicBezTo>
                  <a:pt x="542750" y="40167"/>
                  <a:pt x="539969" y="40924"/>
                  <a:pt x="537699" y="42436"/>
                </a:cubicBezTo>
                <a:cubicBezTo>
                  <a:pt x="535431" y="43948"/>
                  <a:pt x="533563" y="45839"/>
                  <a:pt x="532095" y="48109"/>
                </a:cubicBezTo>
                <a:cubicBezTo>
                  <a:pt x="530628" y="50377"/>
                  <a:pt x="529516" y="52868"/>
                  <a:pt x="528760" y="55582"/>
                </a:cubicBezTo>
                <a:cubicBezTo>
                  <a:pt x="528004" y="58296"/>
                  <a:pt x="527537" y="60853"/>
                  <a:pt x="527359" y="63255"/>
                </a:cubicBezTo>
                <a:cubicBezTo>
                  <a:pt x="530116" y="63344"/>
                  <a:pt x="532984" y="63434"/>
                  <a:pt x="535964" y="63523"/>
                </a:cubicBezTo>
                <a:cubicBezTo>
                  <a:pt x="538945" y="63612"/>
                  <a:pt x="541859" y="63656"/>
                  <a:pt x="544706" y="63656"/>
                </a:cubicBezTo>
                <a:cubicBezTo>
                  <a:pt x="547642" y="63656"/>
                  <a:pt x="550623" y="63612"/>
                  <a:pt x="553647" y="63523"/>
                </a:cubicBezTo>
                <a:cubicBezTo>
                  <a:pt x="556672" y="63434"/>
                  <a:pt x="559608" y="63344"/>
                  <a:pt x="562456" y="63255"/>
                </a:cubicBezTo>
                <a:cubicBezTo>
                  <a:pt x="562456" y="60853"/>
                  <a:pt x="562256" y="58318"/>
                  <a:pt x="561855" y="55649"/>
                </a:cubicBezTo>
                <a:cubicBezTo>
                  <a:pt x="561455" y="52979"/>
                  <a:pt x="560654" y="50487"/>
                  <a:pt x="559453" y="48174"/>
                </a:cubicBezTo>
                <a:cubicBezTo>
                  <a:pt x="558251" y="45861"/>
                  <a:pt x="556583" y="43948"/>
                  <a:pt x="554447" y="42436"/>
                </a:cubicBezTo>
                <a:cubicBezTo>
                  <a:pt x="552312" y="40924"/>
                  <a:pt x="549510" y="40167"/>
                  <a:pt x="546042" y="40167"/>
                </a:cubicBezTo>
                <a:moveTo>
                  <a:pt x="515215" y="70995"/>
                </a:moveTo>
                <a:cubicBezTo>
                  <a:pt x="515215" y="60052"/>
                  <a:pt x="517816" y="51467"/>
                  <a:pt x="523020" y="45240"/>
                </a:cubicBezTo>
                <a:cubicBezTo>
                  <a:pt x="528224" y="39012"/>
                  <a:pt x="535809" y="35897"/>
                  <a:pt x="545775" y="35897"/>
                </a:cubicBezTo>
                <a:cubicBezTo>
                  <a:pt x="550490" y="35897"/>
                  <a:pt x="554559" y="36632"/>
                  <a:pt x="557984" y="38101"/>
                </a:cubicBezTo>
                <a:cubicBezTo>
                  <a:pt x="561409" y="39568"/>
                  <a:pt x="564279" y="41525"/>
                  <a:pt x="566592" y="43971"/>
                </a:cubicBezTo>
                <a:cubicBezTo>
                  <a:pt x="568905" y="46417"/>
                  <a:pt x="570617" y="49287"/>
                  <a:pt x="571729" y="52579"/>
                </a:cubicBezTo>
                <a:cubicBezTo>
                  <a:pt x="572841" y="55870"/>
                  <a:pt x="573397" y="59384"/>
                  <a:pt x="573397" y="63120"/>
                </a:cubicBezTo>
                <a:cubicBezTo>
                  <a:pt x="573397" y="64011"/>
                  <a:pt x="573375" y="64879"/>
                  <a:pt x="573330" y="65725"/>
                </a:cubicBezTo>
                <a:cubicBezTo>
                  <a:pt x="573286" y="66569"/>
                  <a:pt x="573220" y="67436"/>
                  <a:pt x="573130" y="68325"/>
                </a:cubicBezTo>
                <a:cubicBezTo>
                  <a:pt x="568326" y="68237"/>
                  <a:pt x="563566" y="68149"/>
                  <a:pt x="558852" y="68060"/>
                </a:cubicBezTo>
                <a:cubicBezTo>
                  <a:pt x="554137" y="67971"/>
                  <a:pt x="549378" y="67926"/>
                  <a:pt x="544574" y="67926"/>
                </a:cubicBezTo>
                <a:cubicBezTo>
                  <a:pt x="541637" y="67926"/>
                  <a:pt x="538723" y="67971"/>
                  <a:pt x="535832" y="68060"/>
                </a:cubicBezTo>
                <a:cubicBezTo>
                  <a:pt x="532940" y="68149"/>
                  <a:pt x="530026" y="68237"/>
                  <a:pt x="527090" y="68325"/>
                </a:cubicBezTo>
                <a:cubicBezTo>
                  <a:pt x="527002" y="68770"/>
                  <a:pt x="526958" y="69437"/>
                  <a:pt x="526958" y="70327"/>
                </a:cubicBezTo>
                <a:lnTo>
                  <a:pt x="526958" y="72062"/>
                </a:lnTo>
                <a:cubicBezTo>
                  <a:pt x="526958" y="75531"/>
                  <a:pt x="527469" y="78779"/>
                  <a:pt x="528491" y="81805"/>
                </a:cubicBezTo>
                <a:cubicBezTo>
                  <a:pt x="529515" y="84830"/>
                  <a:pt x="531005" y="87432"/>
                  <a:pt x="532963" y="89612"/>
                </a:cubicBezTo>
                <a:cubicBezTo>
                  <a:pt x="534920" y="91791"/>
                  <a:pt x="537322" y="93526"/>
                  <a:pt x="540169" y="94817"/>
                </a:cubicBezTo>
                <a:cubicBezTo>
                  <a:pt x="543016" y="96106"/>
                  <a:pt x="546308" y="96751"/>
                  <a:pt x="550045" y="96751"/>
                </a:cubicBezTo>
                <a:cubicBezTo>
                  <a:pt x="551823" y="96751"/>
                  <a:pt x="553646" y="96507"/>
                  <a:pt x="555514" y="96018"/>
                </a:cubicBezTo>
                <a:cubicBezTo>
                  <a:pt x="557384" y="95528"/>
                  <a:pt x="559208" y="94860"/>
                  <a:pt x="560986" y="94015"/>
                </a:cubicBezTo>
                <a:cubicBezTo>
                  <a:pt x="562766" y="93169"/>
                  <a:pt x="564434" y="92168"/>
                  <a:pt x="565991" y="91013"/>
                </a:cubicBezTo>
                <a:cubicBezTo>
                  <a:pt x="567548" y="89856"/>
                  <a:pt x="568905" y="88610"/>
                  <a:pt x="570062" y="87275"/>
                </a:cubicBezTo>
                <a:lnTo>
                  <a:pt x="570729" y="87676"/>
                </a:lnTo>
                <a:lnTo>
                  <a:pt x="569929" y="94214"/>
                </a:lnTo>
                <a:cubicBezTo>
                  <a:pt x="567259" y="96349"/>
                  <a:pt x="563945" y="98173"/>
                  <a:pt x="559986" y="99686"/>
                </a:cubicBezTo>
                <a:cubicBezTo>
                  <a:pt x="556028" y="101198"/>
                  <a:pt x="551913" y="101954"/>
                  <a:pt x="547642" y="101954"/>
                </a:cubicBezTo>
                <a:cubicBezTo>
                  <a:pt x="542838" y="101954"/>
                  <a:pt x="538456" y="101220"/>
                  <a:pt x="534496" y="99753"/>
                </a:cubicBezTo>
                <a:cubicBezTo>
                  <a:pt x="530538" y="98285"/>
                  <a:pt x="527113" y="96151"/>
                  <a:pt x="524221" y="93349"/>
                </a:cubicBezTo>
                <a:cubicBezTo>
                  <a:pt x="521331" y="90545"/>
                  <a:pt x="519107" y="87231"/>
                  <a:pt x="517550" y="83406"/>
                </a:cubicBezTo>
                <a:cubicBezTo>
                  <a:pt x="515993" y="79580"/>
                  <a:pt x="515215" y="75443"/>
                  <a:pt x="515215" y="70995"/>
                </a:cubicBezTo>
                <a:close/>
                <a:moveTo>
                  <a:pt x="630913" y="63120"/>
                </a:moveTo>
                <a:cubicBezTo>
                  <a:pt x="630913" y="56448"/>
                  <a:pt x="629623" y="51400"/>
                  <a:pt x="627042" y="47975"/>
                </a:cubicBezTo>
                <a:cubicBezTo>
                  <a:pt x="624463" y="44550"/>
                  <a:pt x="620905" y="42837"/>
                  <a:pt x="616368" y="42837"/>
                </a:cubicBezTo>
                <a:cubicBezTo>
                  <a:pt x="610141" y="42837"/>
                  <a:pt x="605582" y="44750"/>
                  <a:pt x="602690" y="48575"/>
                </a:cubicBezTo>
                <a:cubicBezTo>
                  <a:pt x="599799" y="52401"/>
                  <a:pt x="598353" y="57783"/>
                  <a:pt x="598353" y="64723"/>
                </a:cubicBezTo>
                <a:lnTo>
                  <a:pt x="598353" y="76065"/>
                </a:lnTo>
                <a:cubicBezTo>
                  <a:pt x="598353" y="80070"/>
                  <a:pt x="598420" y="84274"/>
                  <a:pt x="598553" y="88677"/>
                </a:cubicBezTo>
                <a:cubicBezTo>
                  <a:pt x="598686" y="93081"/>
                  <a:pt x="598975" y="97062"/>
                  <a:pt x="599420" y="100620"/>
                </a:cubicBezTo>
                <a:cubicBezTo>
                  <a:pt x="597374" y="100442"/>
                  <a:pt x="595373" y="100353"/>
                  <a:pt x="593415" y="100353"/>
                </a:cubicBezTo>
                <a:cubicBezTo>
                  <a:pt x="591458" y="100353"/>
                  <a:pt x="589456" y="100442"/>
                  <a:pt x="587410" y="100620"/>
                </a:cubicBezTo>
                <a:cubicBezTo>
                  <a:pt x="587854" y="97062"/>
                  <a:pt x="588142" y="93081"/>
                  <a:pt x="588276" y="88677"/>
                </a:cubicBezTo>
                <a:cubicBezTo>
                  <a:pt x="588410" y="84274"/>
                  <a:pt x="588477" y="80070"/>
                  <a:pt x="588477" y="76065"/>
                </a:cubicBezTo>
                <a:lnTo>
                  <a:pt x="588477" y="62188"/>
                </a:lnTo>
                <a:cubicBezTo>
                  <a:pt x="588477" y="58184"/>
                  <a:pt x="588410" y="53981"/>
                  <a:pt x="588276" y="49577"/>
                </a:cubicBezTo>
                <a:cubicBezTo>
                  <a:pt x="588142" y="45173"/>
                  <a:pt x="587854" y="41058"/>
                  <a:pt x="587410" y="37231"/>
                </a:cubicBezTo>
                <a:cubicBezTo>
                  <a:pt x="589901" y="37676"/>
                  <a:pt x="591903" y="37899"/>
                  <a:pt x="593415" y="37899"/>
                </a:cubicBezTo>
                <a:cubicBezTo>
                  <a:pt x="594126" y="37899"/>
                  <a:pt x="594904" y="37833"/>
                  <a:pt x="595749" y="37699"/>
                </a:cubicBezTo>
                <a:cubicBezTo>
                  <a:pt x="596594" y="37566"/>
                  <a:pt x="597596" y="37410"/>
                  <a:pt x="598752" y="37231"/>
                </a:cubicBezTo>
                <a:cubicBezTo>
                  <a:pt x="598486" y="40791"/>
                  <a:pt x="598353" y="44349"/>
                  <a:pt x="598353" y="47907"/>
                </a:cubicBezTo>
                <a:lnTo>
                  <a:pt x="598620" y="47907"/>
                </a:lnTo>
                <a:cubicBezTo>
                  <a:pt x="601111" y="44082"/>
                  <a:pt x="604091" y="41124"/>
                  <a:pt x="607561" y="39033"/>
                </a:cubicBezTo>
                <a:cubicBezTo>
                  <a:pt x="611031" y="36943"/>
                  <a:pt x="615168" y="35897"/>
                  <a:pt x="619972" y="35897"/>
                </a:cubicBezTo>
                <a:cubicBezTo>
                  <a:pt x="622463" y="35897"/>
                  <a:pt x="624976" y="36254"/>
                  <a:pt x="627510" y="36966"/>
                </a:cubicBezTo>
                <a:cubicBezTo>
                  <a:pt x="630046" y="37678"/>
                  <a:pt x="632337" y="38901"/>
                  <a:pt x="634383" y="40636"/>
                </a:cubicBezTo>
                <a:cubicBezTo>
                  <a:pt x="636430" y="42371"/>
                  <a:pt x="638098" y="44729"/>
                  <a:pt x="639388" y="47710"/>
                </a:cubicBezTo>
                <a:cubicBezTo>
                  <a:pt x="640678" y="50690"/>
                  <a:pt x="641322" y="54492"/>
                  <a:pt x="641322" y="59117"/>
                </a:cubicBezTo>
                <a:cubicBezTo>
                  <a:pt x="641322" y="62942"/>
                  <a:pt x="641233" y="66879"/>
                  <a:pt x="641056" y="70927"/>
                </a:cubicBezTo>
                <a:cubicBezTo>
                  <a:pt x="640878" y="74975"/>
                  <a:pt x="640789" y="79269"/>
                  <a:pt x="640789" y="83807"/>
                </a:cubicBezTo>
                <a:lnTo>
                  <a:pt x="640789" y="92479"/>
                </a:lnTo>
                <a:cubicBezTo>
                  <a:pt x="640789" y="93903"/>
                  <a:pt x="640811" y="95305"/>
                  <a:pt x="640856" y="96684"/>
                </a:cubicBezTo>
                <a:cubicBezTo>
                  <a:pt x="640901" y="98063"/>
                  <a:pt x="640967" y="99375"/>
                  <a:pt x="641056" y="100620"/>
                </a:cubicBezTo>
                <a:cubicBezTo>
                  <a:pt x="639276" y="100442"/>
                  <a:pt x="637408" y="100353"/>
                  <a:pt x="635452" y="100353"/>
                </a:cubicBezTo>
                <a:cubicBezTo>
                  <a:pt x="633583" y="100353"/>
                  <a:pt x="631759" y="100442"/>
                  <a:pt x="629980" y="100620"/>
                </a:cubicBezTo>
                <a:cubicBezTo>
                  <a:pt x="630158" y="95994"/>
                  <a:pt x="630358" y="91234"/>
                  <a:pt x="630579" y="86342"/>
                </a:cubicBezTo>
                <a:cubicBezTo>
                  <a:pt x="630802" y="81448"/>
                  <a:pt x="630913" y="76421"/>
                  <a:pt x="630913" y="71261"/>
                </a:cubicBezTo>
                <a:lnTo>
                  <a:pt x="630913" y="63120"/>
                </a:lnTo>
                <a:close/>
                <a:moveTo>
                  <a:pt x="660939" y="88209"/>
                </a:moveTo>
                <a:cubicBezTo>
                  <a:pt x="661384" y="89100"/>
                  <a:pt x="662074" y="90078"/>
                  <a:pt x="663008" y="91145"/>
                </a:cubicBezTo>
                <a:cubicBezTo>
                  <a:pt x="663942" y="92212"/>
                  <a:pt x="665054" y="93214"/>
                  <a:pt x="666343" y="94149"/>
                </a:cubicBezTo>
                <a:cubicBezTo>
                  <a:pt x="667634" y="95083"/>
                  <a:pt x="669103" y="95861"/>
                  <a:pt x="670748" y="96485"/>
                </a:cubicBezTo>
                <a:cubicBezTo>
                  <a:pt x="672393" y="97106"/>
                  <a:pt x="674151" y="97417"/>
                  <a:pt x="676020" y="97417"/>
                </a:cubicBezTo>
                <a:cubicBezTo>
                  <a:pt x="677710" y="97417"/>
                  <a:pt x="679333" y="97150"/>
                  <a:pt x="680891" y="96617"/>
                </a:cubicBezTo>
                <a:cubicBezTo>
                  <a:pt x="682448" y="96083"/>
                  <a:pt x="683826" y="95327"/>
                  <a:pt x="685026" y="94349"/>
                </a:cubicBezTo>
                <a:cubicBezTo>
                  <a:pt x="686228" y="93370"/>
                  <a:pt x="687184" y="92124"/>
                  <a:pt x="687895" y="90612"/>
                </a:cubicBezTo>
                <a:cubicBezTo>
                  <a:pt x="688608" y="89100"/>
                  <a:pt x="688964" y="87365"/>
                  <a:pt x="688964" y="85407"/>
                </a:cubicBezTo>
                <a:cubicBezTo>
                  <a:pt x="688964" y="82649"/>
                  <a:pt x="688186" y="80536"/>
                  <a:pt x="686629" y="79068"/>
                </a:cubicBezTo>
                <a:cubicBezTo>
                  <a:pt x="685072" y="77601"/>
                  <a:pt x="683137" y="76400"/>
                  <a:pt x="680823" y="75466"/>
                </a:cubicBezTo>
                <a:cubicBezTo>
                  <a:pt x="678510" y="74531"/>
                  <a:pt x="675974" y="73708"/>
                  <a:pt x="673216" y="72996"/>
                </a:cubicBezTo>
                <a:cubicBezTo>
                  <a:pt x="670459" y="72285"/>
                  <a:pt x="667924" y="71284"/>
                  <a:pt x="665610" y="69995"/>
                </a:cubicBezTo>
                <a:cubicBezTo>
                  <a:pt x="663297" y="68704"/>
                  <a:pt x="661362" y="66991"/>
                  <a:pt x="659805" y="64857"/>
                </a:cubicBezTo>
                <a:cubicBezTo>
                  <a:pt x="658248" y="62722"/>
                  <a:pt x="657469" y="59786"/>
                  <a:pt x="657469" y="56048"/>
                </a:cubicBezTo>
                <a:cubicBezTo>
                  <a:pt x="657469" y="53112"/>
                  <a:pt x="657959" y="50421"/>
                  <a:pt x="658938" y="47975"/>
                </a:cubicBezTo>
                <a:cubicBezTo>
                  <a:pt x="659916" y="45528"/>
                  <a:pt x="661340" y="43415"/>
                  <a:pt x="663208" y="41636"/>
                </a:cubicBezTo>
                <a:cubicBezTo>
                  <a:pt x="665076" y="39856"/>
                  <a:pt x="667389" y="38455"/>
                  <a:pt x="670147" y="37433"/>
                </a:cubicBezTo>
                <a:cubicBezTo>
                  <a:pt x="672906" y="36409"/>
                  <a:pt x="676064" y="35897"/>
                  <a:pt x="679622" y="35897"/>
                </a:cubicBezTo>
                <a:cubicBezTo>
                  <a:pt x="682914" y="35897"/>
                  <a:pt x="685694" y="36343"/>
                  <a:pt x="687963" y="37233"/>
                </a:cubicBezTo>
                <a:cubicBezTo>
                  <a:pt x="690231" y="38122"/>
                  <a:pt x="692389" y="38923"/>
                  <a:pt x="694436" y="39634"/>
                </a:cubicBezTo>
                <a:cubicBezTo>
                  <a:pt x="693723" y="40968"/>
                  <a:pt x="693055" y="42614"/>
                  <a:pt x="692432" y="44572"/>
                </a:cubicBezTo>
                <a:cubicBezTo>
                  <a:pt x="691810" y="46529"/>
                  <a:pt x="691411" y="48042"/>
                  <a:pt x="691233" y="49109"/>
                </a:cubicBezTo>
                <a:lnTo>
                  <a:pt x="689630" y="49109"/>
                </a:lnTo>
                <a:cubicBezTo>
                  <a:pt x="688919" y="46973"/>
                  <a:pt x="687540" y="45061"/>
                  <a:pt x="685493" y="43371"/>
                </a:cubicBezTo>
                <a:cubicBezTo>
                  <a:pt x="683447" y="41680"/>
                  <a:pt x="680912" y="40835"/>
                  <a:pt x="677887" y="40835"/>
                </a:cubicBezTo>
                <a:cubicBezTo>
                  <a:pt x="676553" y="40835"/>
                  <a:pt x="675218" y="41058"/>
                  <a:pt x="673884" y="41503"/>
                </a:cubicBezTo>
                <a:cubicBezTo>
                  <a:pt x="672549" y="41947"/>
                  <a:pt x="671348" y="42614"/>
                  <a:pt x="670280" y="43505"/>
                </a:cubicBezTo>
                <a:cubicBezTo>
                  <a:pt x="669213" y="44394"/>
                  <a:pt x="668323" y="45551"/>
                  <a:pt x="667612" y="46975"/>
                </a:cubicBezTo>
                <a:cubicBezTo>
                  <a:pt x="666901" y="48397"/>
                  <a:pt x="666545" y="50087"/>
                  <a:pt x="666545" y="52045"/>
                </a:cubicBezTo>
                <a:cubicBezTo>
                  <a:pt x="666545" y="54892"/>
                  <a:pt x="667323" y="57094"/>
                  <a:pt x="668879" y="58651"/>
                </a:cubicBezTo>
                <a:cubicBezTo>
                  <a:pt x="670436" y="60208"/>
                  <a:pt x="672371" y="61432"/>
                  <a:pt x="674684" y="62322"/>
                </a:cubicBezTo>
                <a:cubicBezTo>
                  <a:pt x="676997" y="63211"/>
                  <a:pt x="679532" y="63990"/>
                  <a:pt x="682289" y="64658"/>
                </a:cubicBezTo>
                <a:cubicBezTo>
                  <a:pt x="685048" y="65324"/>
                  <a:pt x="687584" y="66258"/>
                  <a:pt x="689897" y="67460"/>
                </a:cubicBezTo>
                <a:cubicBezTo>
                  <a:pt x="692210" y="68660"/>
                  <a:pt x="694145" y="70327"/>
                  <a:pt x="695702" y="72463"/>
                </a:cubicBezTo>
                <a:cubicBezTo>
                  <a:pt x="697259" y="74598"/>
                  <a:pt x="698038" y="77534"/>
                  <a:pt x="698038" y="81270"/>
                </a:cubicBezTo>
                <a:cubicBezTo>
                  <a:pt x="698038" y="83850"/>
                  <a:pt x="697482" y="86386"/>
                  <a:pt x="696370" y="88877"/>
                </a:cubicBezTo>
                <a:cubicBezTo>
                  <a:pt x="695258" y="91368"/>
                  <a:pt x="693657" y="93615"/>
                  <a:pt x="691565" y="95617"/>
                </a:cubicBezTo>
                <a:cubicBezTo>
                  <a:pt x="689474" y="97618"/>
                  <a:pt x="686961" y="99174"/>
                  <a:pt x="684024" y="100286"/>
                </a:cubicBezTo>
                <a:cubicBezTo>
                  <a:pt x="681089" y="101398"/>
                  <a:pt x="677754" y="101954"/>
                  <a:pt x="674018" y="101954"/>
                </a:cubicBezTo>
                <a:cubicBezTo>
                  <a:pt x="669925" y="101954"/>
                  <a:pt x="666500" y="101554"/>
                  <a:pt x="663741" y="100753"/>
                </a:cubicBezTo>
                <a:cubicBezTo>
                  <a:pt x="660984" y="99953"/>
                  <a:pt x="658671" y="99019"/>
                  <a:pt x="656801" y="97951"/>
                </a:cubicBezTo>
                <a:cubicBezTo>
                  <a:pt x="657336" y="96794"/>
                  <a:pt x="657893" y="95215"/>
                  <a:pt x="658471" y="93214"/>
                </a:cubicBezTo>
                <a:cubicBezTo>
                  <a:pt x="659050" y="91212"/>
                  <a:pt x="659339" y="89544"/>
                  <a:pt x="659339" y="88209"/>
                </a:cubicBezTo>
                <a:lnTo>
                  <a:pt x="660939" y="88209"/>
                </a:lnTo>
                <a:close/>
                <a:moveTo>
                  <a:pt x="713519" y="80469"/>
                </a:moveTo>
                <a:cubicBezTo>
                  <a:pt x="713519" y="75755"/>
                  <a:pt x="713586" y="71730"/>
                  <a:pt x="713719" y="68394"/>
                </a:cubicBezTo>
                <a:cubicBezTo>
                  <a:pt x="713852" y="65057"/>
                  <a:pt x="713918" y="61743"/>
                  <a:pt x="713918" y="58451"/>
                </a:cubicBezTo>
                <a:cubicBezTo>
                  <a:pt x="713918" y="55337"/>
                  <a:pt x="713896" y="51956"/>
                  <a:pt x="713851" y="48308"/>
                </a:cubicBezTo>
                <a:cubicBezTo>
                  <a:pt x="713808" y="44661"/>
                  <a:pt x="713741" y="40968"/>
                  <a:pt x="713652" y="37231"/>
                </a:cubicBezTo>
                <a:cubicBezTo>
                  <a:pt x="715877" y="37676"/>
                  <a:pt x="717745" y="37899"/>
                  <a:pt x="719258" y="37899"/>
                </a:cubicBezTo>
                <a:cubicBezTo>
                  <a:pt x="720680" y="37899"/>
                  <a:pt x="722504" y="37676"/>
                  <a:pt x="724729" y="37231"/>
                </a:cubicBezTo>
                <a:cubicBezTo>
                  <a:pt x="724284" y="42570"/>
                  <a:pt x="723950" y="48420"/>
                  <a:pt x="723727" y="54782"/>
                </a:cubicBezTo>
                <a:cubicBezTo>
                  <a:pt x="723504" y="61142"/>
                  <a:pt x="723393" y="67658"/>
                  <a:pt x="723393" y="74330"/>
                </a:cubicBezTo>
                <a:cubicBezTo>
                  <a:pt x="723393" y="78956"/>
                  <a:pt x="723794" y="82493"/>
                  <a:pt x="724595" y="84941"/>
                </a:cubicBezTo>
                <a:cubicBezTo>
                  <a:pt x="725395" y="87387"/>
                  <a:pt x="726374" y="89233"/>
                  <a:pt x="727531" y="90478"/>
                </a:cubicBezTo>
                <a:cubicBezTo>
                  <a:pt x="728777" y="91902"/>
                  <a:pt x="730357" y="93081"/>
                  <a:pt x="732269" y="94015"/>
                </a:cubicBezTo>
                <a:cubicBezTo>
                  <a:pt x="734182" y="94949"/>
                  <a:pt x="736428" y="95416"/>
                  <a:pt x="739007" y="95416"/>
                </a:cubicBezTo>
                <a:cubicBezTo>
                  <a:pt x="742745" y="95416"/>
                  <a:pt x="745859" y="94593"/>
                  <a:pt x="748350" y="92948"/>
                </a:cubicBezTo>
                <a:cubicBezTo>
                  <a:pt x="750841" y="91301"/>
                  <a:pt x="752665" y="89277"/>
                  <a:pt x="753821" y="86875"/>
                </a:cubicBezTo>
                <a:cubicBezTo>
                  <a:pt x="754443" y="85363"/>
                  <a:pt x="754932" y="84073"/>
                  <a:pt x="755287" y="83006"/>
                </a:cubicBezTo>
                <a:cubicBezTo>
                  <a:pt x="755644" y="81938"/>
                  <a:pt x="755933" y="80514"/>
                  <a:pt x="756155" y="78734"/>
                </a:cubicBezTo>
                <a:cubicBezTo>
                  <a:pt x="756377" y="76955"/>
                  <a:pt x="756511" y="74553"/>
                  <a:pt x="756556" y="71528"/>
                </a:cubicBezTo>
                <a:cubicBezTo>
                  <a:pt x="756601" y="68503"/>
                  <a:pt x="756623" y="64366"/>
                  <a:pt x="756623" y="59117"/>
                </a:cubicBezTo>
                <a:lnTo>
                  <a:pt x="756623" y="47907"/>
                </a:lnTo>
                <a:cubicBezTo>
                  <a:pt x="756623" y="45951"/>
                  <a:pt x="756601" y="44083"/>
                  <a:pt x="756556" y="42303"/>
                </a:cubicBezTo>
                <a:cubicBezTo>
                  <a:pt x="756511" y="40524"/>
                  <a:pt x="756445" y="38833"/>
                  <a:pt x="756356" y="37231"/>
                </a:cubicBezTo>
                <a:cubicBezTo>
                  <a:pt x="757335" y="37410"/>
                  <a:pt x="758269" y="37566"/>
                  <a:pt x="759158" y="37699"/>
                </a:cubicBezTo>
                <a:cubicBezTo>
                  <a:pt x="760047" y="37833"/>
                  <a:pt x="760981" y="37899"/>
                  <a:pt x="761960" y="37899"/>
                </a:cubicBezTo>
                <a:cubicBezTo>
                  <a:pt x="762939" y="37899"/>
                  <a:pt x="763873" y="37833"/>
                  <a:pt x="764762" y="37699"/>
                </a:cubicBezTo>
                <a:cubicBezTo>
                  <a:pt x="765653" y="37566"/>
                  <a:pt x="766542" y="37410"/>
                  <a:pt x="767432" y="37231"/>
                </a:cubicBezTo>
                <a:cubicBezTo>
                  <a:pt x="766988" y="44171"/>
                  <a:pt x="766721" y="50866"/>
                  <a:pt x="766631" y="57317"/>
                </a:cubicBezTo>
                <a:cubicBezTo>
                  <a:pt x="766543" y="63766"/>
                  <a:pt x="766499" y="70594"/>
                  <a:pt x="766499" y="77800"/>
                </a:cubicBezTo>
                <a:cubicBezTo>
                  <a:pt x="766499" y="81804"/>
                  <a:pt x="766543" y="85719"/>
                  <a:pt x="766631" y="89545"/>
                </a:cubicBezTo>
                <a:cubicBezTo>
                  <a:pt x="766721" y="93370"/>
                  <a:pt x="766855" y="97062"/>
                  <a:pt x="767032" y="100620"/>
                </a:cubicBezTo>
                <a:cubicBezTo>
                  <a:pt x="765253" y="100442"/>
                  <a:pt x="763518" y="100353"/>
                  <a:pt x="761828" y="100353"/>
                </a:cubicBezTo>
                <a:cubicBezTo>
                  <a:pt x="760138" y="100353"/>
                  <a:pt x="758403" y="100442"/>
                  <a:pt x="756623" y="100620"/>
                </a:cubicBezTo>
                <a:cubicBezTo>
                  <a:pt x="756711" y="99819"/>
                  <a:pt x="756778" y="98974"/>
                  <a:pt x="756823" y="98085"/>
                </a:cubicBezTo>
                <a:cubicBezTo>
                  <a:pt x="756867" y="97196"/>
                  <a:pt x="756890" y="96262"/>
                  <a:pt x="756890" y="95283"/>
                </a:cubicBezTo>
                <a:lnTo>
                  <a:pt x="756890" y="89545"/>
                </a:lnTo>
                <a:lnTo>
                  <a:pt x="756623" y="89545"/>
                </a:lnTo>
                <a:cubicBezTo>
                  <a:pt x="754310" y="93814"/>
                  <a:pt x="751329" y="96950"/>
                  <a:pt x="747682" y="98953"/>
                </a:cubicBezTo>
                <a:cubicBezTo>
                  <a:pt x="744034" y="100953"/>
                  <a:pt x="740075" y="101954"/>
                  <a:pt x="735804" y="101954"/>
                </a:cubicBezTo>
                <a:cubicBezTo>
                  <a:pt x="728865" y="101954"/>
                  <a:pt x="723416" y="100108"/>
                  <a:pt x="719457" y="96417"/>
                </a:cubicBezTo>
                <a:cubicBezTo>
                  <a:pt x="715499" y="92725"/>
                  <a:pt x="713519" y="87409"/>
                  <a:pt x="713519" y="80469"/>
                </a:cubicBezTo>
                <a:close/>
                <a:moveTo>
                  <a:pt x="818275" y="48174"/>
                </a:moveTo>
                <a:cubicBezTo>
                  <a:pt x="817831" y="47641"/>
                  <a:pt x="816964" y="47152"/>
                  <a:pt x="815673" y="46708"/>
                </a:cubicBezTo>
                <a:cubicBezTo>
                  <a:pt x="814383" y="46263"/>
                  <a:pt x="813071" y="46040"/>
                  <a:pt x="811737" y="46040"/>
                </a:cubicBezTo>
                <a:cubicBezTo>
                  <a:pt x="809601" y="46040"/>
                  <a:pt x="807689" y="46529"/>
                  <a:pt x="805998" y="47508"/>
                </a:cubicBezTo>
                <a:cubicBezTo>
                  <a:pt x="804308" y="48487"/>
                  <a:pt x="802885" y="49799"/>
                  <a:pt x="801728" y="51444"/>
                </a:cubicBezTo>
                <a:cubicBezTo>
                  <a:pt x="800572" y="53090"/>
                  <a:pt x="799682" y="55047"/>
                  <a:pt x="799059" y="57317"/>
                </a:cubicBezTo>
                <a:cubicBezTo>
                  <a:pt x="798437" y="59585"/>
                  <a:pt x="798126" y="62009"/>
                  <a:pt x="798126" y="64588"/>
                </a:cubicBezTo>
                <a:lnTo>
                  <a:pt x="798126" y="79268"/>
                </a:lnTo>
                <a:cubicBezTo>
                  <a:pt x="798126" y="85229"/>
                  <a:pt x="798148" y="89789"/>
                  <a:pt x="798191" y="92948"/>
                </a:cubicBezTo>
                <a:cubicBezTo>
                  <a:pt x="798236" y="96105"/>
                  <a:pt x="798392" y="98663"/>
                  <a:pt x="798660" y="100620"/>
                </a:cubicBezTo>
                <a:cubicBezTo>
                  <a:pt x="796880" y="100442"/>
                  <a:pt x="795100" y="100353"/>
                  <a:pt x="793321" y="100353"/>
                </a:cubicBezTo>
                <a:cubicBezTo>
                  <a:pt x="791363" y="100353"/>
                  <a:pt x="789495" y="100442"/>
                  <a:pt x="787717" y="100620"/>
                </a:cubicBezTo>
                <a:cubicBezTo>
                  <a:pt x="787983" y="97596"/>
                  <a:pt x="788138" y="93481"/>
                  <a:pt x="788183" y="88276"/>
                </a:cubicBezTo>
                <a:cubicBezTo>
                  <a:pt x="788228" y="83072"/>
                  <a:pt x="788250" y="76689"/>
                  <a:pt x="788250" y="69127"/>
                </a:cubicBezTo>
                <a:lnTo>
                  <a:pt x="788250" y="64855"/>
                </a:lnTo>
                <a:cubicBezTo>
                  <a:pt x="788250" y="61387"/>
                  <a:pt x="788228" y="57384"/>
                  <a:pt x="788183" y="52847"/>
                </a:cubicBezTo>
                <a:cubicBezTo>
                  <a:pt x="788138" y="48309"/>
                  <a:pt x="787983" y="43104"/>
                  <a:pt x="787717" y="37231"/>
                </a:cubicBezTo>
                <a:cubicBezTo>
                  <a:pt x="788696" y="37410"/>
                  <a:pt x="789630" y="37566"/>
                  <a:pt x="790519" y="37699"/>
                </a:cubicBezTo>
                <a:cubicBezTo>
                  <a:pt x="791408" y="37833"/>
                  <a:pt x="792342" y="37899"/>
                  <a:pt x="793321" y="37899"/>
                </a:cubicBezTo>
                <a:cubicBezTo>
                  <a:pt x="794122" y="37899"/>
                  <a:pt x="794967" y="37833"/>
                  <a:pt x="795856" y="37699"/>
                </a:cubicBezTo>
                <a:cubicBezTo>
                  <a:pt x="796746" y="37566"/>
                  <a:pt x="797681" y="37410"/>
                  <a:pt x="798660" y="37231"/>
                </a:cubicBezTo>
                <a:cubicBezTo>
                  <a:pt x="798304" y="40435"/>
                  <a:pt x="798104" y="42971"/>
                  <a:pt x="798059" y="44839"/>
                </a:cubicBezTo>
                <a:cubicBezTo>
                  <a:pt x="798014" y="46707"/>
                  <a:pt x="797992" y="48486"/>
                  <a:pt x="797992" y="50176"/>
                </a:cubicBezTo>
                <a:lnTo>
                  <a:pt x="798259" y="50310"/>
                </a:lnTo>
                <a:cubicBezTo>
                  <a:pt x="803508" y="40702"/>
                  <a:pt x="809380" y="35897"/>
                  <a:pt x="815874" y="35897"/>
                </a:cubicBezTo>
                <a:cubicBezTo>
                  <a:pt x="816675" y="35897"/>
                  <a:pt x="817365" y="35942"/>
                  <a:pt x="817943" y="36032"/>
                </a:cubicBezTo>
                <a:cubicBezTo>
                  <a:pt x="818522" y="36120"/>
                  <a:pt x="819255" y="36342"/>
                  <a:pt x="820144" y="36698"/>
                </a:cubicBezTo>
                <a:cubicBezTo>
                  <a:pt x="819699" y="37766"/>
                  <a:pt x="819432" y="39390"/>
                  <a:pt x="819342" y="41570"/>
                </a:cubicBezTo>
                <a:cubicBezTo>
                  <a:pt x="819254" y="43749"/>
                  <a:pt x="819210" y="45728"/>
                  <a:pt x="819210" y="47508"/>
                </a:cubicBezTo>
                <a:lnTo>
                  <a:pt x="818275" y="48174"/>
                </a:lnTo>
                <a:close/>
                <a:moveTo>
                  <a:pt x="857511" y="40167"/>
                </a:moveTo>
                <a:cubicBezTo>
                  <a:pt x="854219" y="40167"/>
                  <a:pt x="851438" y="40924"/>
                  <a:pt x="849168" y="42436"/>
                </a:cubicBezTo>
                <a:cubicBezTo>
                  <a:pt x="846900" y="43948"/>
                  <a:pt x="845032" y="45839"/>
                  <a:pt x="843564" y="48109"/>
                </a:cubicBezTo>
                <a:cubicBezTo>
                  <a:pt x="842097" y="50377"/>
                  <a:pt x="840985" y="52868"/>
                  <a:pt x="840229" y="55582"/>
                </a:cubicBezTo>
                <a:cubicBezTo>
                  <a:pt x="839473" y="58296"/>
                  <a:pt x="839006" y="60853"/>
                  <a:pt x="838828" y="63255"/>
                </a:cubicBezTo>
                <a:cubicBezTo>
                  <a:pt x="841585" y="63344"/>
                  <a:pt x="844453" y="63434"/>
                  <a:pt x="847433" y="63523"/>
                </a:cubicBezTo>
                <a:cubicBezTo>
                  <a:pt x="850414" y="63612"/>
                  <a:pt x="853328" y="63656"/>
                  <a:pt x="856175" y="63656"/>
                </a:cubicBezTo>
                <a:cubicBezTo>
                  <a:pt x="859111" y="63656"/>
                  <a:pt x="862092" y="63612"/>
                  <a:pt x="865116" y="63523"/>
                </a:cubicBezTo>
                <a:cubicBezTo>
                  <a:pt x="868141" y="63434"/>
                  <a:pt x="871077" y="63344"/>
                  <a:pt x="873925" y="63255"/>
                </a:cubicBezTo>
                <a:cubicBezTo>
                  <a:pt x="873925" y="60853"/>
                  <a:pt x="873725" y="58318"/>
                  <a:pt x="873324" y="55649"/>
                </a:cubicBezTo>
                <a:cubicBezTo>
                  <a:pt x="872924" y="52979"/>
                  <a:pt x="872123" y="50487"/>
                  <a:pt x="870921" y="48174"/>
                </a:cubicBezTo>
                <a:cubicBezTo>
                  <a:pt x="869720" y="45861"/>
                  <a:pt x="868052" y="43948"/>
                  <a:pt x="865916" y="42436"/>
                </a:cubicBezTo>
                <a:cubicBezTo>
                  <a:pt x="863781" y="40924"/>
                  <a:pt x="860979" y="40167"/>
                  <a:pt x="857511" y="40167"/>
                </a:cubicBezTo>
                <a:moveTo>
                  <a:pt x="826684" y="70995"/>
                </a:moveTo>
                <a:cubicBezTo>
                  <a:pt x="826684" y="60052"/>
                  <a:pt x="829285" y="51467"/>
                  <a:pt x="834489" y="45240"/>
                </a:cubicBezTo>
                <a:cubicBezTo>
                  <a:pt x="839693" y="39012"/>
                  <a:pt x="847278" y="35897"/>
                  <a:pt x="857244" y="35897"/>
                </a:cubicBezTo>
                <a:cubicBezTo>
                  <a:pt x="861959" y="35897"/>
                  <a:pt x="866028" y="36632"/>
                  <a:pt x="869453" y="38101"/>
                </a:cubicBezTo>
                <a:cubicBezTo>
                  <a:pt x="872878" y="39568"/>
                  <a:pt x="875747" y="41525"/>
                  <a:pt x="878061" y="43971"/>
                </a:cubicBezTo>
                <a:cubicBezTo>
                  <a:pt x="880374" y="46417"/>
                  <a:pt x="882086" y="49287"/>
                  <a:pt x="883198" y="52579"/>
                </a:cubicBezTo>
                <a:cubicBezTo>
                  <a:pt x="884310" y="55870"/>
                  <a:pt x="884866" y="59384"/>
                  <a:pt x="884866" y="63120"/>
                </a:cubicBezTo>
                <a:cubicBezTo>
                  <a:pt x="884866" y="64011"/>
                  <a:pt x="884843" y="64879"/>
                  <a:pt x="884799" y="65725"/>
                </a:cubicBezTo>
                <a:cubicBezTo>
                  <a:pt x="884755" y="66569"/>
                  <a:pt x="884689" y="67436"/>
                  <a:pt x="884599" y="68325"/>
                </a:cubicBezTo>
                <a:cubicBezTo>
                  <a:pt x="879795" y="68237"/>
                  <a:pt x="875035" y="68149"/>
                  <a:pt x="870321" y="68060"/>
                </a:cubicBezTo>
                <a:cubicBezTo>
                  <a:pt x="865606" y="67971"/>
                  <a:pt x="860847" y="67926"/>
                  <a:pt x="856042" y="67926"/>
                </a:cubicBezTo>
                <a:cubicBezTo>
                  <a:pt x="853106" y="67926"/>
                  <a:pt x="850192" y="67971"/>
                  <a:pt x="847301" y="68060"/>
                </a:cubicBezTo>
                <a:cubicBezTo>
                  <a:pt x="844409" y="68149"/>
                  <a:pt x="841495" y="68237"/>
                  <a:pt x="838559" y="68325"/>
                </a:cubicBezTo>
                <a:cubicBezTo>
                  <a:pt x="838471" y="68770"/>
                  <a:pt x="838427" y="69437"/>
                  <a:pt x="838427" y="70327"/>
                </a:cubicBezTo>
                <a:lnTo>
                  <a:pt x="838427" y="72062"/>
                </a:lnTo>
                <a:cubicBezTo>
                  <a:pt x="838427" y="75531"/>
                  <a:pt x="838938" y="78779"/>
                  <a:pt x="839960" y="81805"/>
                </a:cubicBezTo>
                <a:cubicBezTo>
                  <a:pt x="840984" y="84830"/>
                  <a:pt x="842474" y="87432"/>
                  <a:pt x="844432" y="89612"/>
                </a:cubicBezTo>
                <a:cubicBezTo>
                  <a:pt x="846389" y="91791"/>
                  <a:pt x="848791" y="93526"/>
                  <a:pt x="851638" y="94817"/>
                </a:cubicBezTo>
                <a:cubicBezTo>
                  <a:pt x="854485" y="96106"/>
                  <a:pt x="857777" y="96751"/>
                  <a:pt x="861514" y="96751"/>
                </a:cubicBezTo>
                <a:cubicBezTo>
                  <a:pt x="863292" y="96751"/>
                  <a:pt x="865115" y="96507"/>
                  <a:pt x="866983" y="96018"/>
                </a:cubicBezTo>
                <a:cubicBezTo>
                  <a:pt x="868853" y="95528"/>
                  <a:pt x="870676" y="94860"/>
                  <a:pt x="872455" y="94015"/>
                </a:cubicBezTo>
                <a:cubicBezTo>
                  <a:pt x="874234" y="93169"/>
                  <a:pt x="875903" y="92168"/>
                  <a:pt x="877460" y="91013"/>
                </a:cubicBezTo>
                <a:cubicBezTo>
                  <a:pt x="879017" y="89856"/>
                  <a:pt x="880374" y="88610"/>
                  <a:pt x="881530" y="87275"/>
                </a:cubicBezTo>
                <a:lnTo>
                  <a:pt x="882198" y="87676"/>
                </a:lnTo>
                <a:lnTo>
                  <a:pt x="881398" y="94214"/>
                </a:lnTo>
                <a:cubicBezTo>
                  <a:pt x="878728" y="96349"/>
                  <a:pt x="875413" y="98173"/>
                  <a:pt x="871455" y="99686"/>
                </a:cubicBezTo>
                <a:cubicBezTo>
                  <a:pt x="867496" y="101198"/>
                  <a:pt x="863382" y="101954"/>
                  <a:pt x="859111" y="101954"/>
                </a:cubicBezTo>
                <a:cubicBezTo>
                  <a:pt x="854307" y="101954"/>
                  <a:pt x="849925" y="101220"/>
                  <a:pt x="845965" y="99753"/>
                </a:cubicBezTo>
                <a:cubicBezTo>
                  <a:pt x="842006" y="98285"/>
                  <a:pt x="838581" y="96151"/>
                  <a:pt x="835690" y="93349"/>
                </a:cubicBezTo>
                <a:cubicBezTo>
                  <a:pt x="832800" y="90545"/>
                  <a:pt x="830576" y="87231"/>
                  <a:pt x="829019" y="83406"/>
                </a:cubicBezTo>
                <a:cubicBezTo>
                  <a:pt x="827462" y="79580"/>
                  <a:pt x="826684" y="75443"/>
                  <a:pt x="826684" y="70995"/>
                </a:cubicBezTo>
                <a:close/>
                <a:moveTo>
                  <a:pt x="951242" y="43505"/>
                </a:moveTo>
                <a:cubicBezTo>
                  <a:pt x="951242" y="37632"/>
                  <a:pt x="951130" y="31872"/>
                  <a:pt x="950908" y="26223"/>
                </a:cubicBezTo>
                <a:cubicBezTo>
                  <a:pt x="950685" y="20573"/>
                  <a:pt x="950440" y="14812"/>
                  <a:pt x="950173" y="8941"/>
                </a:cubicBezTo>
                <a:cubicBezTo>
                  <a:pt x="951329" y="9119"/>
                  <a:pt x="952441" y="9275"/>
                  <a:pt x="953508" y="9410"/>
                </a:cubicBezTo>
                <a:cubicBezTo>
                  <a:pt x="954577" y="9543"/>
                  <a:pt x="955645" y="9609"/>
                  <a:pt x="956713" y="9609"/>
                </a:cubicBezTo>
                <a:cubicBezTo>
                  <a:pt x="957780" y="9609"/>
                  <a:pt x="958847" y="9543"/>
                  <a:pt x="959914" y="9410"/>
                </a:cubicBezTo>
                <a:cubicBezTo>
                  <a:pt x="960983" y="9275"/>
                  <a:pt x="962095" y="9119"/>
                  <a:pt x="963252" y="8941"/>
                </a:cubicBezTo>
                <a:cubicBezTo>
                  <a:pt x="962984" y="14812"/>
                  <a:pt x="962739" y="20573"/>
                  <a:pt x="962517" y="26223"/>
                </a:cubicBezTo>
                <a:cubicBezTo>
                  <a:pt x="962294" y="31872"/>
                  <a:pt x="962183" y="37632"/>
                  <a:pt x="962183" y="43505"/>
                </a:cubicBezTo>
                <a:lnTo>
                  <a:pt x="962183" y="66458"/>
                </a:lnTo>
                <a:cubicBezTo>
                  <a:pt x="962183" y="72329"/>
                  <a:pt x="962294" y="78112"/>
                  <a:pt x="962517" y="83807"/>
                </a:cubicBezTo>
                <a:cubicBezTo>
                  <a:pt x="962739" y="89500"/>
                  <a:pt x="962984" y="95105"/>
                  <a:pt x="963252" y="100620"/>
                </a:cubicBezTo>
                <a:cubicBezTo>
                  <a:pt x="961205" y="100442"/>
                  <a:pt x="959025" y="100353"/>
                  <a:pt x="956713" y="100353"/>
                </a:cubicBezTo>
                <a:cubicBezTo>
                  <a:pt x="954400" y="100353"/>
                  <a:pt x="952220" y="100442"/>
                  <a:pt x="950173" y="100620"/>
                </a:cubicBezTo>
                <a:cubicBezTo>
                  <a:pt x="950440" y="95105"/>
                  <a:pt x="950685" y="89500"/>
                  <a:pt x="950908" y="83807"/>
                </a:cubicBezTo>
                <a:cubicBezTo>
                  <a:pt x="951130" y="78112"/>
                  <a:pt x="951242" y="72329"/>
                  <a:pt x="951242" y="66458"/>
                </a:cubicBezTo>
                <a:lnTo>
                  <a:pt x="951242" y="43505"/>
                </a:lnTo>
                <a:close/>
                <a:moveTo>
                  <a:pt x="1065389" y="48174"/>
                </a:moveTo>
                <a:cubicBezTo>
                  <a:pt x="1064945" y="47641"/>
                  <a:pt x="1064078" y="47152"/>
                  <a:pt x="1062787" y="46708"/>
                </a:cubicBezTo>
                <a:cubicBezTo>
                  <a:pt x="1061497" y="46263"/>
                  <a:pt x="1060185" y="46040"/>
                  <a:pt x="1058851" y="46040"/>
                </a:cubicBezTo>
                <a:cubicBezTo>
                  <a:pt x="1056715" y="46040"/>
                  <a:pt x="1054803" y="46529"/>
                  <a:pt x="1053113" y="47508"/>
                </a:cubicBezTo>
                <a:cubicBezTo>
                  <a:pt x="1051422" y="48487"/>
                  <a:pt x="1049999" y="49799"/>
                  <a:pt x="1048842" y="51444"/>
                </a:cubicBezTo>
                <a:cubicBezTo>
                  <a:pt x="1047686" y="53090"/>
                  <a:pt x="1046796" y="55047"/>
                  <a:pt x="1046173" y="57317"/>
                </a:cubicBezTo>
                <a:cubicBezTo>
                  <a:pt x="1045551" y="59585"/>
                  <a:pt x="1045240" y="62009"/>
                  <a:pt x="1045240" y="64588"/>
                </a:cubicBezTo>
                <a:lnTo>
                  <a:pt x="1045240" y="79268"/>
                </a:lnTo>
                <a:cubicBezTo>
                  <a:pt x="1045240" y="85229"/>
                  <a:pt x="1045262" y="89789"/>
                  <a:pt x="1045305" y="92948"/>
                </a:cubicBezTo>
                <a:cubicBezTo>
                  <a:pt x="1045350" y="96105"/>
                  <a:pt x="1045506" y="98663"/>
                  <a:pt x="1045774" y="100620"/>
                </a:cubicBezTo>
                <a:cubicBezTo>
                  <a:pt x="1043994" y="100442"/>
                  <a:pt x="1042214" y="100353"/>
                  <a:pt x="1040435" y="100353"/>
                </a:cubicBezTo>
                <a:cubicBezTo>
                  <a:pt x="1038477" y="100353"/>
                  <a:pt x="1036609" y="100442"/>
                  <a:pt x="1034831" y="100620"/>
                </a:cubicBezTo>
                <a:cubicBezTo>
                  <a:pt x="1035097" y="97596"/>
                  <a:pt x="1035252" y="93481"/>
                  <a:pt x="1035297" y="88276"/>
                </a:cubicBezTo>
                <a:cubicBezTo>
                  <a:pt x="1035342" y="83072"/>
                  <a:pt x="1035364" y="76689"/>
                  <a:pt x="1035364" y="69127"/>
                </a:cubicBezTo>
                <a:lnTo>
                  <a:pt x="1035364" y="64855"/>
                </a:lnTo>
                <a:cubicBezTo>
                  <a:pt x="1035364" y="61387"/>
                  <a:pt x="1035342" y="57384"/>
                  <a:pt x="1035297" y="52847"/>
                </a:cubicBezTo>
                <a:cubicBezTo>
                  <a:pt x="1035252" y="48309"/>
                  <a:pt x="1035097" y="43104"/>
                  <a:pt x="1034831" y="37231"/>
                </a:cubicBezTo>
                <a:cubicBezTo>
                  <a:pt x="1035810" y="37410"/>
                  <a:pt x="1036744" y="37566"/>
                  <a:pt x="1037633" y="37699"/>
                </a:cubicBezTo>
                <a:cubicBezTo>
                  <a:pt x="1038522" y="37833"/>
                  <a:pt x="1039456" y="37899"/>
                  <a:pt x="1040435" y="37899"/>
                </a:cubicBezTo>
                <a:cubicBezTo>
                  <a:pt x="1041236" y="37899"/>
                  <a:pt x="1042081" y="37833"/>
                  <a:pt x="1042970" y="37699"/>
                </a:cubicBezTo>
                <a:cubicBezTo>
                  <a:pt x="1043860" y="37566"/>
                  <a:pt x="1044795" y="37410"/>
                  <a:pt x="1045774" y="37231"/>
                </a:cubicBezTo>
                <a:cubicBezTo>
                  <a:pt x="1045418" y="40435"/>
                  <a:pt x="1045218" y="42971"/>
                  <a:pt x="1045173" y="44839"/>
                </a:cubicBezTo>
                <a:cubicBezTo>
                  <a:pt x="1045128" y="46707"/>
                  <a:pt x="1045106" y="48486"/>
                  <a:pt x="1045106" y="50176"/>
                </a:cubicBezTo>
                <a:lnTo>
                  <a:pt x="1045373" y="50310"/>
                </a:lnTo>
                <a:cubicBezTo>
                  <a:pt x="1050622" y="40702"/>
                  <a:pt x="1056494" y="35897"/>
                  <a:pt x="1062988" y="35897"/>
                </a:cubicBezTo>
                <a:cubicBezTo>
                  <a:pt x="1063789" y="35897"/>
                  <a:pt x="1064479" y="35942"/>
                  <a:pt x="1065057" y="36032"/>
                </a:cubicBezTo>
                <a:cubicBezTo>
                  <a:pt x="1065636" y="36120"/>
                  <a:pt x="1066369" y="36342"/>
                  <a:pt x="1067258" y="36698"/>
                </a:cubicBezTo>
                <a:cubicBezTo>
                  <a:pt x="1066813" y="37766"/>
                  <a:pt x="1066546" y="39390"/>
                  <a:pt x="1066456" y="41570"/>
                </a:cubicBezTo>
                <a:cubicBezTo>
                  <a:pt x="1066368" y="43749"/>
                  <a:pt x="1066324" y="45728"/>
                  <a:pt x="1066324" y="47508"/>
                </a:cubicBezTo>
                <a:lnTo>
                  <a:pt x="1065389" y="48174"/>
                </a:lnTo>
                <a:close/>
                <a:moveTo>
                  <a:pt x="1104625" y="40167"/>
                </a:moveTo>
                <a:cubicBezTo>
                  <a:pt x="1101333" y="40167"/>
                  <a:pt x="1098552" y="40924"/>
                  <a:pt x="1096282" y="42436"/>
                </a:cubicBezTo>
                <a:cubicBezTo>
                  <a:pt x="1094014" y="43948"/>
                  <a:pt x="1092146" y="45839"/>
                  <a:pt x="1090679" y="48109"/>
                </a:cubicBezTo>
                <a:cubicBezTo>
                  <a:pt x="1089211" y="50377"/>
                  <a:pt x="1088099" y="52868"/>
                  <a:pt x="1087343" y="55582"/>
                </a:cubicBezTo>
                <a:cubicBezTo>
                  <a:pt x="1086587" y="58296"/>
                  <a:pt x="1086120" y="60853"/>
                  <a:pt x="1085942" y="63255"/>
                </a:cubicBezTo>
                <a:cubicBezTo>
                  <a:pt x="1088699" y="63344"/>
                  <a:pt x="1091568" y="63434"/>
                  <a:pt x="1094547" y="63523"/>
                </a:cubicBezTo>
                <a:cubicBezTo>
                  <a:pt x="1097529" y="63612"/>
                  <a:pt x="1100442" y="63656"/>
                  <a:pt x="1103289" y="63656"/>
                </a:cubicBezTo>
                <a:cubicBezTo>
                  <a:pt x="1106225" y="63656"/>
                  <a:pt x="1109206" y="63612"/>
                  <a:pt x="1112230" y="63523"/>
                </a:cubicBezTo>
                <a:cubicBezTo>
                  <a:pt x="1115255" y="63434"/>
                  <a:pt x="1118191" y="63344"/>
                  <a:pt x="1121039" y="63255"/>
                </a:cubicBezTo>
                <a:cubicBezTo>
                  <a:pt x="1121039" y="60853"/>
                  <a:pt x="1120839" y="58318"/>
                  <a:pt x="1120439" y="55649"/>
                </a:cubicBezTo>
                <a:cubicBezTo>
                  <a:pt x="1120038" y="52979"/>
                  <a:pt x="1119237" y="50487"/>
                  <a:pt x="1118036" y="48174"/>
                </a:cubicBezTo>
                <a:cubicBezTo>
                  <a:pt x="1116834" y="45861"/>
                  <a:pt x="1115166" y="43948"/>
                  <a:pt x="1113031" y="42436"/>
                </a:cubicBezTo>
                <a:cubicBezTo>
                  <a:pt x="1110895" y="40924"/>
                  <a:pt x="1108093" y="40167"/>
                  <a:pt x="1104625" y="40167"/>
                </a:cubicBezTo>
                <a:moveTo>
                  <a:pt x="1073798" y="70995"/>
                </a:moveTo>
                <a:cubicBezTo>
                  <a:pt x="1073798" y="60052"/>
                  <a:pt x="1076400" y="51467"/>
                  <a:pt x="1081603" y="45240"/>
                </a:cubicBezTo>
                <a:cubicBezTo>
                  <a:pt x="1086808" y="39012"/>
                  <a:pt x="1094393" y="35897"/>
                  <a:pt x="1104358" y="35897"/>
                </a:cubicBezTo>
                <a:cubicBezTo>
                  <a:pt x="1109073" y="35897"/>
                  <a:pt x="1113143" y="36632"/>
                  <a:pt x="1116568" y="38101"/>
                </a:cubicBezTo>
                <a:cubicBezTo>
                  <a:pt x="1119993" y="39568"/>
                  <a:pt x="1122862" y="41525"/>
                  <a:pt x="1125175" y="43971"/>
                </a:cubicBezTo>
                <a:cubicBezTo>
                  <a:pt x="1127488" y="46417"/>
                  <a:pt x="1129201" y="49287"/>
                  <a:pt x="1130312" y="52579"/>
                </a:cubicBezTo>
                <a:cubicBezTo>
                  <a:pt x="1131424" y="55870"/>
                  <a:pt x="1131980" y="59384"/>
                  <a:pt x="1131980" y="63120"/>
                </a:cubicBezTo>
                <a:cubicBezTo>
                  <a:pt x="1131980" y="64011"/>
                  <a:pt x="1131958" y="64879"/>
                  <a:pt x="1131913" y="65725"/>
                </a:cubicBezTo>
                <a:cubicBezTo>
                  <a:pt x="1131870" y="66569"/>
                  <a:pt x="1131803" y="67436"/>
                  <a:pt x="1131713" y="68325"/>
                </a:cubicBezTo>
                <a:cubicBezTo>
                  <a:pt x="1126909" y="68237"/>
                  <a:pt x="1122150" y="68149"/>
                  <a:pt x="1117435" y="68060"/>
                </a:cubicBezTo>
                <a:cubicBezTo>
                  <a:pt x="1112720" y="67971"/>
                  <a:pt x="1107961" y="67926"/>
                  <a:pt x="1103157" y="67926"/>
                </a:cubicBezTo>
                <a:cubicBezTo>
                  <a:pt x="1100220" y="67926"/>
                  <a:pt x="1097307" y="67971"/>
                  <a:pt x="1094415" y="68060"/>
                </a:cubicBezTo>
                <a:cubicBezTo>
                  <a:pt x="1091524" y="68149"/>
                  <a:pt x="1088610" y="68237"/>
                  <a:pt x="1085673" y="68325"/>
                </a:cubicBezTo>
                <a:cubicBezTo>
                  <a:pt x="1085585" y="68770"/>
                  <a:pt x="1085541" y="69437"/>
                  <a:pt x="1085541" y="70327"/>
                </a:cubicBezTo>
                <a:lnTo>
                  <a:pt x="1085541" y="72062"/>
                </a:lnTo>
                <a:cubicBezTo>
                  <a:pt x="1085541" y="75531"/>
                  <a:pt x="1086052" y="78779"/>
                  <a:pt x="1087074" y="81805"/>
                </a:cubicBezTo>
                <a:cubicBezTo>
                  <a:pt x="1088098" y="84830"/>
                  <a:pt x="1089588" y="87432"/>
                  <a:pt x="1091546" y="89612"/>
                </a:cubicBezTo>
                <a:cubicBezTo>
                  <a:pt x="1093503" y="91791"/>
                  <a:pt x="1095906" y="93526"/>
                  <a:pt x="1098752" y="94817"/>
                </a:cubicBezTo>
                <a:cubicBezTo>
                  <a:pt x="1101599" y="96106"/>
                  <a:pt x="1104891" y="96751"/>
                  <a:pt x="1108628" y="96751"/>
                </a:cubicBezTo>
                <a:cubicBezTo>
                  <a:pt x="1110407" y="96751"/>
                  <a:pt x="1112230" y="96507"/>
                  <a:pt x="1114098" y="96018"/>
                </a:cubicBezTo>
                <a:cubicBezTo>
                  <a:pt x="1115967" y="95528"/>
                  <a:pt x="1117791" y="94860"/>
                  <a:pt x="1119569" y="94015"/>
                </a:cubicBezTo>
                <a:cubicBezTo>
                  <a:pt x="1121349" y="93169"/>
                  <a:pt x="1123017" y="92168"/>
                  <a:pt x="1124574" y="91013"/>
                </a:cubicBezTo>
                <a:cubicBezTo>
                  <a:pt x="1126131" y="89856"/>
                  <a:pt x="1127488" y="88610"/>
                  <a:pt x="1128645" y="87275"/>
                </a:cubicBezTo>
                <a:lnTo>
                  <a:pt x="1129313" y="87676"/>
                </a:lnTo>
                <a:lnTo>
                  <a:pt x="1128512" y="94214"/>
                </a:lnTo>
                <a:cubicBezTo>
                  <a:pt x="1125842" y="96349"/>
                  <a:pt x="1122528" y="98173"/>
                  <a:pt x="1118569" y="99686"/>
                </a:cubicBezTo>
                <a:cubicBezTo>
                  <a:pt x="1114611" y="101198"/>
                  <a:pt x="1110496" y="101954"/>
                  <a:pt x="1106225" y="101954"/>
                </a:cubicBezTo>
                <a:cubicBezTo>
                  <a:pt x="1101421" y="101954"/>
                  <a:pt x="1097039" y="101220"/>
                  <a:pt x="1093079" y="99753"/>
                </a:cubicBezTo>
                <a:cubicBezTo>
                  <a:pt x="1089121" y="98285"/>
                  <a:pt x="1085696" y="96151"/>
                  <a:pt x="1082804" y="93349"/>
                </a:cubicBezTo>
                <a:cubicBezTo>
                  <a:pt x="1079914" y="90545"/>
                  <a:pt x="1077691" y="87231"/>
                  <a:pt x="1076133" y="83406"/>
                </a:cubicBezTo>
                <a:cubicBezTo>
                  <a:pt x="1074576" y="79580"/>
                  <a:pt x="1073798" y="75443"/>
                  <a:pt x="1073798" y="70995"/>
                </a:cubicBezTo>
                <a:close/>
                <a:moveTo>
                  <a:pt x="1145326" y="88209"/>
                </a:moveTo>
                <a:cubicBezTo>
                  <a:pt x="1145772" y="89100"/>
                  <a:pt x="1146461" y="90078"/>
                  <a:pt x="1147395" y="91145"/>
                </a:cubicBezTo>
                <a:cubicBezTo>
                  <a:pt x="1148329" y="92212"/>
                  <a:pt x="1149441" y="93214"/>
                  <a:pt x="1150731" y="94149"/>
                </a:cubicBezTo>
                <a:cubicBezTo>
                  <a:pt x="1152022" y="95083"/>
                  <a:pt x="1153490" y="95861"/>
                  <a:pt x="1155135" y="96485"/>
                </a:cubicBezTo>
                <a:cubicBezTo>
                  <a:pt x="1156780" y="97106"/>
                  <a:pt x="1158538" y="97417"/>
                  <a:pt x="1160407" y="97417"/>
                </a:cubicBezTo>
                <a:cubicBezTo>
                  <a:pt x="1162097" y="97417"/>
                  <a:pt x="1163721" y="97150"/>
                  <a:pt x="1165278" y="96617"/>
                </a:cubicBezTo>
                <a:cubicBezTo>
                  <a:pt x="1166835" y="96083"/>
                  <a:pt x="1168213" y="95327"/>
                  <a:pt x="1169413" y="94349"/>
                </a:cubicBezTo>
                <a:cubicBezTo>
                  <a:pt x="1170615" y="93370"/>
                  <a:pt x="1171571" y="92124"/>
                  <a:pt x="1172282" y="90612"/>
                </a:cubicBezTo>
                <a:cubicBezTo>
                  <a:pt x="1172995" y="89100"/>
                  <a:pt x="1173351" y="87365"/>
                  <a:pt x="1173351" y="85407"/>
                </a:cubicBezTo>
                <a:cubicBezTo>
                  <a:pt x="1173351" y="82649"/>
                  <a:pt x="1172573" y="80536"/>
                  <a:pt x="1171016" y="79068"/>
                </a:cubicBezTo>
                <a:cubicBezTo>
                  <a:pt x="1169459" y="77601"/>
                  <a:pt x="1167524" y="76400"/>
                  <a:pt x="1165210" y="75466"/>
                </a:cubicBezTo>
                <a:cubicBezTo>
                  <a:pt x="1162897" y="74531"/>
                  <a:pt x="1160361" y="73708"/>
                  <a:pt x="1157603" y="72996"/>
                </a:cubicBezTo>
                <a:cubicBezTo>
                  <a:pt x="1154846" y="72285"/>
                  <a:pt x="1152311" y="71284"/>
                  <a:pt x="1149998" y="69995"/>
                </a:cubicBezTo>
                <a:cubicBezTo>
                  <a:pt x="1147684" y="68704"/>
                  <a:pt x="1145749" y="66991"/>
                  <a:pt x="1144192" y="64857"/>
                </a:cubicBezTo>
                <a:cubicBezTo>
                  <a:pt x="1142635" y="62722"/>
                  <a:pt x="1141857" y="59786"/>
                  <a:pt x="1141857" y="56048"/>
                </a:cubicBezTo>
                <a:cubicBezTo>
                  <a:pt x="1141857" y="53112"/>
                  <a:pt x="1142346" y="50421"/>
                  <a:pt x="1143325" y="47975"/>
                </a:cubicBezTo>
                <a:cubicBezTo>
                  <a:pt x="1144303" y="45528"/>
                  <a:pt x="1145727" y="43415"/>
                  <a:pt x="1147595" y="41636"/>
                </a:cubicBezTo>
                <a:cubicBezTo>
                  <a:pt x="1149463" y="39856"/>
                  <a:pt x="1151776" y="38455"/>
                  <a:pt x="1154534" y="37433"/>
                </a:cubicBezTo>
                <a:cubicBezTo>
                  <a:pt x="1157293" y="36409"/>
                  <a:pt x="1160451" y="35897"/>
                  <a:pt x="1164009" y="35897"/>
                </a:cubicBezTo>
                <a:cubicBezTo>
                  <a:pt x="1167301" y="35897"/>
                  <a:pt x="1170081" y="36343"/>
                  <a:pt x="1172350" y="37233"/>
                </a:cubicBezTo>
                <a:cubicBezTo>
                  <a:pt x="1174618" y="38122"/>
                  <a:pt x="1176776" y="38923"/>
                  <a:pt x="1178823" y="39634"/>
                </a:cubicBezTo>
                <a:cubicBezTo>
                  <a:pt x="1178110" y="40968"/>
                  <a:pt x="1177442" y="42614"/>
                  <a:pt x="1176819" y="44572"/>
                </a:cubicBezTo>
                <a:cubicBezTo>
                  <a:pt x="1176198" y="46529"/>
                  <a:pt x="1175798" y="48042"/>
                  <a:pt x="1175620" y="49109"/>
                </a:cubicBezTo>
                <a:lnTo>
                  <a:pt x="1174017" y="49109"/>
                </a:lnTo>
                <a:cubicBezTo>
                  <a:pt x="1173306" y="46973"/>
                  <a:pt x="1171927" y="45061"/>
                  <a:pt x="1169880" y="43371"/>
                </a:cubicBezTo>
                <a:cubicBezTo>
                  <a:pt x="1167834" y="41680"/>
                  <a:pt x="1165299" y="40835"/>
                  <a:pt x="1162274" y="40835"/>
                </a:cubicBezTo>
                <a:cubicBezTo>
                  <a:pt x="1160940" y="40835"/>
                  <a:pt x="1159605" y="41058"/>
                  <a:pt x="1158271" y="41503"/>
                </a:cubicBezTo>
                <a:cubicBezTo>
                  <a:pt x="1156936" y="41947"/>
                  <a:pt x="1155735" y="42614"/>
                  <a:pt x="1154667" y="43505"/>
                </a:cubicBezTo>
                <a:cubicBezTo>
                  <a:pt x="1153600" y="44394"/>
                  <a:pt x="1152711" y="45551"/>
                  <a:pt x="1151999" y="46975"/>
                </a:cubicBezTo>
                <a:cubicBezTo>
                  <a:pt x="1151288" y="48397"/>
                  <a:pt x="1150932" y="50087"/>
                  <a:pt x="1150932" y="52045"/>
                </a:cubicBezTo>
                <a:cubicBezTo>
                  <a:pt x="1150932" y="54892"/>
                  <a:pt x="1151710" y="57094"/>
                  <a:pt x="1153266" y="58651"/>
                </a:cubicBezTo>
                <a:cubicBezTo>
                  <a:pt x="1154823" y="60208"/>
                  <a:pt x="1156758" y="61432"/>
                  <a:pt x="1159071" y="62322"/>
                </a:cubicBezTo>
                <a:cubicBezTo>
                  <a:pt x="1161384" y="63211"/>
                  <a:pt x="1163919" y="63990"/>
                  <a:pt x="1166677" y="64658"/>
                </a:cubicBezTo>
                <a:cubicBezTo>
                  <a:pt x="1169435" y="65324"/>
                  <a:pt x="1171971" y="66258"/>
                  <a:pt x="1174284" y="67460"/>
                </a:cubicBezTo>
                <a:cubicBezTo>
                  <a:pt x="1176597" y="68660"/>
                  <a:pt x="1178532" y="70327"/>
                  <a:pt x="1180090" y="72463"/>
                </a:cubicBezTo>
                <a:cubicBezTo>
                  <a:pt x="1181647" y="74598"/>
                  <a:pt x="1182425" y="77534"/>
                  <a:pt x="1182425" y="81270"/>
                </a:cubicBezTo>
                <a:cubicBezTo>
                  <a:pt x="1182425" y="83850"/>
                  <a:pt x="1181869" y="86386"/>
                  <a:pt x="1180757" y="88877"/>
                </a:cubicBezTo>
                <a:cubicBezTo>
                  <a:pt x="1179646" y="91368"/>
                  <a:pt x="1178044" y="93615"/>
                  <a:pt x="1175952" y="95617"/>
                </a:cubicBezTo>
                <a:cubicBezTo>
                  <a:pt x="1173861" y="97618"/>
                  <a:pt x="1171348" y="99174"/>
                  <a:pt x="1168411" y="100286"/>
                </a:cubicBezTo>
                <a:cubicBezTo>
                  <a:pt x="1165477" y="101398"/>
                  <a:pt x="1162141" y="101954"/>
                  <a:pt x="1158405" y="101954"/>
                </a:cubicBezTo>
                <a:cubicBezTo>
                  <a:pt x="1154312" y="101954"/>
                  <a:pt x="1150887" y="101554"/>
                  <a:pt x="1148128" y="100753"/>
                </a:cubicBezTo>
                <a:cubicBezTo>
                  <a:pt x="1145371" y="99953"/>
                  <a:pt x="1143058" y="99019"/>
                  <a:pt x="1141189" y="97951"/>
                </a:cubicBezTo>
                <a:cubicBezTo>
                  <a:pt x="1141723" y="96794"/>
                  <a:pt x="1142280" y="95215"/>
                  <a:pt x="1142858" y="93214"/>
                </a:cubicBezTo>
                <a:cubicBezTo>
                  <a:pt x="1143437" y="91212"/>
                  <a:pt x="1143726" y="89544"/>
                  <a:pt x="1143726" y="88209"/>
                </a:cubicBezTo>
                <a:lnTo>
                  <a:pt x="1145326" y="88209"/>
                </a:lnTo>
                <a:close/>
                <a:moveTo>
                  <a:pt x="1196437" y="76065"/>
                </a:moveTo>
                <a:cubicBezTo>
                  <a:pt x="1196437" y="73040"/>
                  <a:pt x="1196415" y="69749"/>
                  <a:pt x="1196370" y="66191"/>
                </a:cubicBezTo>
                <a:cubicBezTo>
                  <a:pt x="1196325" y="62632"/>
                  <a:pt x="1196258" y="59095"/>
                  <a:pt x="1196169" y="55582"/>
                </a:cubicBezTo>
                <a:cubicBezTo>
                  <a:pt x="1196080" y="52067"/>
                  <a:pt x="1195970" y="48709"/>
                  <a:pt x="1195837" y="45507"/>
                </a:cubicBezTo>
                <a:cubicBezTo>
                  <a:pt x="1195704" y="42303"/>
                  <a:pt x="1195548" y="39544"/>
                  <a:pt x="1195370" y="37231"/>
                </a:cubicBezTo>
                <a:cubicBezTo>
                  <a:pt x="1197861" y="37676"/>
                  <a:pt x="1199863" y="37899"/>
                  <a:pt x="1201375" y="37899"/>
                </a:cubicBezTo>
                <a:cubicBezTo>
                  <a:pt x="1202888" y="37899"/>
                  <a:pt x="1204889" y="37676"/>
                  <a:pt x="1207380" y="37231"/>
                </a:cubicBezTo>
                <a:cubicBezTo>
                  <a:pt x="1207025" y="39544"/>
                  <a:pt x="1206758" y="41769"/>
                  <a:pt x="1206580" y="43904"/>
                </a:cubicBezTo>
                <a:cubicBezTo>
                  <a:pt x="1206402" y="46039"/>
                  <a:pt x="1206313" y="48175"/>
                  <a:pt x="1206313" y="50310"/>
                </a:cubicBezTo>
                <a:lnTo>
                  <a:pt x="1206580" y="50310"/>
                </a:lnTo>
                <a:cubicBezTo>
                  <a:pt x="1207202" y="48886"/>
                  <a:pt x="1208091" y="47351"/>
                  <a:pt x="1209248" y="45706"/>
                </a:cubicBezTo>
                <a:cubicBezTo>
                  <a:pt x="1210404" y="44061"/>
                  <a:pt x="1211894" y="42504"/>
                  <a:pt x="1213717" y="41037"/>
                </a:cubicBezTo>
                <a:cubicBezTo>
                  <a:pt x="1215542" y="39568"/>
                  <a:pt x="1217744" y="38344"/>
                  <a:pt x="1220323" y="37366"/>
                </a:cubicBezTo>
                <a:cubicBezTo>
                  <a:pt x="1222903" y="36387"/>
                  <a:pt x="1225840" y="35897"/>
                  <a:pt x="1229132" y="35897"/>
                </a:cubicBezTo>
                <a:cubicBezTo>
                  <a:pt x="1232513" y="35897"/>
                  <a:pt x="1235849" y="36543"/>
                  <a:pt x="1239140" y="37834"/>
                </a:cubicBezTo>
                <a:cubicBezTo>
                  <a:pt x="1242432" y="39124"/>
                  <a:pt x="1245346" y="41103"/>
                  <a:pt x="1247882" y="43772"/>
                </a:cubicBezTo>
                <a:cubicBezTo>
                  <a:pt x="1250418" y="46441"/>
                  <a:pt x="1252464" y="49844"/>
                  <a:pt x="1254021" y="53982"/>
                </a:cubicBezTo>
                <a:cubicBezTo>
                  <a:pt x="1255578" y="58118"/>
                  <a:pt x="1256357" y="63033"/>
                  <a:pt x="1256357" y="68726"/>
                </a:cubicBezTo>
                <a:cubicBezTo>
                  <a:pt x="1256357" y="74420"/>
                  <a:pt x="1255511" y="79357"/>
                  <a:pt x="1253819" y="83540"/>
                </a:cubicBezTo>
                <a:cubicBezTo>
                  <a:pt x="1252129" y="87721"/>
                  <a:pt x="1249927" y="91191"/>
                  <a:pt x="1247214" y="93949"/>
                </a:cubicBezTo>
                <a:cubicBezTo>
                  <a:pt x="1244500" y="96707"/>
                  <a:pt x="1241408" y="98730"/>
                  <a:pt x="1237939" y="100020"/>
                </a:cubicBezTo>
                <a:cubicBezTo>
                  <a:pt x="1234470" y="101309"/>
                  <a:pt x="1231001" y="101954"/>
                  <a:pt x="1227531" y="101954"/>
                </a:cubicBezTo>
                <a:cubicBezTo>
                  <a:pt x="1217745" y="101954"/>
                  <a:pt x="1210761" y="97729"/>
                  <a:pt x="1206580" y="89278"/>
                </a:cubicBezTo>
                <a:lnTo>
                  <a:pt x="1206313" y="89278"/>
                </a:lnTo>
                <a:lnTo>
                  <a:pt x="1206313" y="97684"/>
                </a:lnTo>
                <a:cubicBezTo>
                  <a:pt x="1206313" y="100531"/>
                  <a:pt x="1206335" y="103711"/>
                  <a:pt x="1206378" y="107226"/>
                </a:cubicBezTo>
                <a:cubicBezTo>
                  <a:pt x="1206423" y="110740"/>
                  <a:pt x="1206490" y="114233"/>
                  <a:pt x="1206578" y="117702"/>
                </a:cubicBezTo>
                <a:cubicBezTo>
                  <a:pt x="1206668" y="121172"/>
                  <a:pt x="1206779" y="124486"/>
                  <a:pt x="1206912" y="127644"/>
                </a:cubicBezTo>
                <a:cubicBezTo>
                  <a:pt x="1207046" y="130802"/>
                  <a:pt x="1207202" y="133494"/>
                  <a:pt x="1207380" y="135717"/>
                </a:cubicBezTo>
                <a:cubicBezTo>
                  <a:pt x="1204889" y="135272"/>
                  <a:pt x="1202888" y="135049"/>
                  <a:pt x="1201375" y="135049"/>
                </a:cubicBezTo>
                <a:cubicBezTo>
                  <a:pt x="1199863" y="135049"/>
                  <a:pt x="1197861" y="135272"/>
                  <a:pt x="1195370" y="135717"/>
                </a:cubicBezTo>
                <a:cubicBezTo>
                  <a:pt x="1195548" y="133494"/>
                  <a:pt x="1195704" y="130802"/>
                  <a:pt x="1195837" y="127644"/>
                </a:cubicBezTo>
                <a:cubicBezTo>
                  <a:pt x="1195970" y="124486"/>
                  <a:pt x="1196080" y="121172"/>
                  <a:pt x="1196169" y="117702"/>
                </a:cubicBezTo>
                <a:cubicBezTo>
                  <a:pt x="1196258" y="114233"/>
                  <a:pt x="1196325" y="110740"/>
                  <a:pt x="1196370" y="107226"/>
                </a:cubicBezTo>
                <a:cubicBezTo>
                  <a:pt x="1196415" y="103711"/>
                  <a:pt x="1196437" y="100531"/>
                  <a:pt x="1196437" y="97684"/>
                </a:cubicBezTo>
                <a:lnTo>
                  <a:pt x="1196437" y="76065"/>
                </a:lnTo>
                <a:moveTo>
                  <a:pt x="1244611" y="68592"/>
                </a:moveTo>
                <a:cubicBezTo>
                  <a:pt x="1244611" y="63254"/>
                  <a:pt x="1244056" y="58850"/>
                  <a:pt x="1242944" y="55380"/>
                </a:cubicBezTo>
                <a:cubicBezTo>
                  <a:pt x="1241832" y="51911"/>
                  <a:pt x="1240409" y="49130"/>
                  <a:pt x="1238674" y="47040"/>
                </a:cubicBezTo>
                <a:cubicBezTo>
                  <a:pt x="1236939" y="44949"/>
                  <a:pt x="1234959" y="43504"/>
                  <a:pt x="1232734" y="42705"/>
                </a:cubicBezTo>
                <a:cubicBezTo>
                  <a:pt x="1230510" y="41904"/>
                  <a:pt x="1228331" y="41503"/>
                  <a:pt x="1226195" y="41503"/>
                </a:cubicBezTo>
                <a:cubicBezTo>
                  <a:pt x="1222637" y="41503"/>
                  <a:pt x="1219590" y="42259"/>
                  <a:pt x="1217055" y="43772"/>
                </a:cubicBezTo>
                <a:cubicBezTo>
                  <a:pt x="1214519" y="45284"/>
                  <a:pt x="1212450" y="47308"/>
                  <a:pt x="1210848" y="49844"/>
                </a:cubicBezTo>
                <a:cubicBezTo>
                  <a:pt x="1209248" y="52378"/>
                  <a:pt x="1208092" y="55359"/>
                  <a:pt x="1207380" y="58785"/>
                </a:cubicBezTo>
                <a:cubicBezTo>
                  <a:pt x="1206669" y="62210"/>
                  <a:pt x="1206313" y="65835"/>
                  <a:pt x="1206313" y="69661"/>
                </a:cubicBezTo>
                <a:cubicBezTo>
                  <a:pt x="1206313" y="88165"/>
                  <a:pt x="1212808" y="97417"/>
                  <a:pt x="1225796" y="97417"/>
                </a:cubicBezTo>
                <a:cubicBezTo>
                  <a:pt x="1228999" y="97417"/>
                  <a:pt x="1231778" y="96683"/>
                  <a:pt x="1234135" y="95216"/>
                </a:cubicBezTo>
                <a:cubicBezTo>
                  <a:pt x="1236493" y="93748"/>
                  <a:pt x="1238450" y="91703"/>
                  <a:pt x="1240007" y="89079"/>
                </a:cubicBezTo>
                <a:cubicBezTo>
                  <a:pt x="1241565" y="86453"/>
                  <a:pt x="1242721" y="83384"/>
                  <a:pt x="1243477" y="79871"/>
                </a:cubicBezTo>
                <a:cubicBezTo>
                  <a:pt x="1244233" y="76356"/>
                  <a:pt x="1244611" y="72596"/>
                  <a:pt x="1244611" y="68592"/>
                </a:cubicBezTo>
                <a:close/>
                <a:moveTo>
                  <a:pt x="1297459" y="40167"/>
                </a:moveTo>
                <a:cubicBezTo>
                  <a:pt x="1294167" y="40167"/>
                  <a:pt x="1291386" y="40924"/>
                  <a:pt x="1289116" y="42436"/>
                </a:cubicBezTo>
                <a:cubicBezTo>
                  <a:pt x="1286848" y="43948"/>
                  <a:pt x="1284980" y="45839"/>
                  <a:pt x="1283513" y="48109"/>
                </a:cubicBezTo>
                <a:cubicBezTo>
                  <a:pt x="1282045" y="50377"/>
                  <a:pt x="1280933" y="52868"/>
                  <a:pt x="1280177" y="55582"/>
                </a:cubicBezTo>
                <a:cubicBezTo>
                  <a:pt x="1279421" y="58296"/>
                  <a:pt x="1278954" y="60853"/>
                  <a:pt x="1278776" y="63255"/>
                </a:cubicBezTo>
                <a:cubicBezTo>
                  <a:pt x="1281533" y="63344"/>
                  <a:pt x="1284402" y="63434"/>
                  <a:pt x="1287382" y="63523"/>
                </a:cubicBezTo>
                <a:cubicBezTo>
                  <a:pt x="1290363" y="63612"/>
                  <a:pt x="1293277" y="63656"/>
                  <a:pt x="1296123" y="63656"/>
                </a:cubicBezTo>
                <a:cubicBezTo>
                  <a:pt x="1299060" y="63656"/>
                  <a:pt x="1302040" y="63612"/>
                  <a:pt x="1305064" y="63523"/>
                </a:cubicBezTo>
                <a:cubicBezTo>
                  <a:pt x="1308089" y="63434"/>
                  <a:pt x="1311025" y="63344"/>
                  <a:pt x="1313873" y="63255"/>
                </a:cubicBezTo>
                <a:cubicBezTo>
                  <a:pt x="1313873" y="60853"/>
                  <a:pt x="1313673" y="58318"/>
                  <a:pt x="1313273" y="55649"/>
                </a:cubicBezTo>
                <a:cubicBezTo>
                  <a:pt x="1312872" y="52979"/>
                  <a:pt x="1312071" y="50487"/>
                  <a:pt x="1310870" y="48174"/>
                </a:cubicBezTo>
                <a:cubicBezTo>
                  <a:pt x="1309668" y="45861"/>
                  <a:pt x="1308000" y="43948"/>
                  <a:pt x="1305865" y="42436"/>
                </a:cubicBezTo>
                <a:cubicBezTo>
                  <a:pt x="1303729" y="40924"/>
                  <a:pt x="1300927" y="40167"/>
                  <a:pt x="1297459" y="40167"/>
                </a:cubicBezTo>
                <a:moveTo>
                  <a:pt x="1266632" y="70995"/>
                </a:moveTo>
                <a:cubicBezTo>
                  <a:pt x="1266632" y="60052"/>
                  <a:pt x="1269234" y="51467"/>
                  <a:pt x="1274437" y="45240"/>
                </a:cubicBezTo>
                <a:cubicBezTo>
                  <a:pt x="1279642" y="39012"/>
                  <a:pt x="1287227" y="35897"/>
                  <a:pt x="1297192" y="35897"/>
                </a:cubicBezTo>
                <a:cubicBezTo>
                  <a:pt x="1301907" y="35897"/>
                  <a:pt x="1305977" y="36632"/>
                  <a:pt x="1309402" y="38101"/>
                </a:cubicBezTo>
                <a:cubicBezTo>
                  <a:pt x="1312827" y="39568"/>
                  <a:pt x="1315696" y="41525"/>
                  <a:pt x="1318009" y="43971"/>
                </a:cubicBezTo>
                <a:cubicBezTo>
                  <a:pt x="1320322" y="46417"/>
                  <a:pt x="1322035" y="49287"/>
                  <a:pt x="1323147" y="52579"/>
                </a:cubicBezTo>
                <a:cubicBezTo>
                  <a:pt x="1324258" y="55870"/>
                  <a:pt x="1324814" y="59384"/>
                  <a:pt x="1324814" y="63120"/>
                </a:cubicBezTo>
                <a:cubicBezTo>
                  <a:pt x="1324814" y="64011"/>
                  <a:pt x="1324792" y="64879"/>
                  <a:pt x="1324747" y="65725"/>
                </a:cubicBezTo>
                <a:cubicBezTo>
                  <a:pt x="1324704" y="66569"/>
                  <a:pt x="1324637" y="67436"/>
                  <a:pt x="1324548" y="68325"/>
                </a:cubicBezTo>
                <a:cubicBezTo>
                  <a:pt x="1319743" y="68237"/>
                  <a:pt x="1314984" y="68149"/>
                  <a:pt x="1310269" y="68060"/>
                </a:cubicBezTo>
                <a:cubicBezTo>
                  <a:pt x="1305555" y="67971"/>
                  <a:pt x="1300795" y="67926"/>
                  <a:pt x="1295991" y="67926"/>
                </a:cubicBezTo>
                <a:cubicBezTo>
                  <a:pt x="1293055" y="67926"/>
                  <a:pt x="1290141" y="67971"/>
                  <a:pt x="1287249" y="68060"/>
                </a:cubicBezTo>
                <a:cubicBezTo>
                  <a:pt x="1284358" y="68149"/>
                  <a:pt x="1281444" y="68237"/>
                  <a:pt x="1278507" y="68325"/>
                </a:cubicBezTo>
                <a:cubicBezTo>
                  <a:pt x="1278419" y="68770"/>
                  <a:pt x="1278375" y="69437"/>
                  <a:pt x="1278375" y="70327"/>
                </a:cubicBezTo>
                <a:lnTo>
                  <a:pt x="1278375" y="72062"/>
                </a:lnTo>
                <a:cubicBezTo>
                  <a:pt x="1278375" y="75531"/>
                  <a:pt x="1278886" y="78779"/>
                  <a:pt x="1279908" y="81805"/>
                </a:cubicBezTo>
                <a:cubicBezTo>
                  <a:pt x="1280932" y="84830"/>
                  <a:pt x="1282423" y="87432"/>
                  <a:pt x="1284380" y="89612"/>
                </a:cubicBezTo>
                <a:cubicBezTo>
                  <a:pt x="1286338" y="91791"/>
                  <a:pt x="1288740" y="93526"/>
                  <a:pt x="1291586" y="94817"/>
                </a:cubicBezTo>
                <a:cubicBezTo>
                  <a:pt x="1294433" y="96106"/>
                  <a:pt x="1297725" y="96751"/>
                  <a:pt x="1301462" y="96751"/>
                </a:cubicBezTo>
                <a:cubicBezTo>
                  <a:pt x="1303241" y="96751"/>
                  <a:pt x="1305064" y="96507"/>
                  <a:pt x="1306932" y="96018"/>
                </a:cubicBezTo>
                <a:cubicBezTo>
                  <a:pt x="1308801" y="95528"/>
                  <a:pt x="1310625" y="94860"/>
                  <a:pt x="1312403" y="94015"/>
                </a:cubicBezTo>
                <a:cubicBezTo>
                  <a:pt x="1314183" y="93169"/>
                  <a:pt x="1315851" y="92168"/>
                  <a:pt x="1317408" y="91013"/>
                </a:cubicBezTo>
                <a:cubicBezTo>
                  <a:pt x="1318965" y="89856"/>
                  <a:pt x="1320322" y="88610"/>
                  <a:pt x="1321479" y="87275"/>
                </a:cubicBezTo>
                <a:lnTo>
                  <a:pt x="1322147" y="87676"/>
                </a:lnTo>
                <a:lnTo>
                  <a:pt x="1321346" y="94214"/>
                </a:lnTo>
                <a:cubicBezTo>
                  <a:pt x="1318676" y="96349"/>
                  <a:pt x="1315362" y="98173"/>
                  <a:pt x="1311403" y="99686"/>
                </a:cubicBezTo>
                <a:cubicBezTo>
                  <a:pt x="1307445" y="101198"/>
                  <a:pt x="1303330" y="101954"/>
                  <a:pt x="1299060" y="101954"/>
                </a:cubicBezTo>
                <a:cubicBezTo>
                  <a:pt x="1294255" y="101954"/>
                  <a:pt x="1289873" y="101220"/>
                  <a:pt x="1285913" y="99753"/>
                </a:cubicBezTo>
                <a:cubicBezTo>
                  <a:pt x="1281955" y="98285"/>
                  <a:pt x="1278530" y="96151"/>
                  <a:pt x="1275638" y="93349"/>
                </a:cubicBezTo>
                <a:cubicBezTo>
                  <a:pt x="1272748" y="90545"/>
                  <a:pt x="1270525" y="87231"/>
                  <a:pt x="1268968" y="83406"/>
                </a:cubicBezTo>
                <a:cubicBezTo>
                  <a:pt x="1267410" y="79580"/>
                  <a:pt x="1266632" y="75443"/>
                  <a:pt x="1266632" y="70995"/>
                </a:cubicBezTo>
                <a:close/>
                <a:moveTo>
                  <a:pt x="1334291" y="69127"/>
                </a:moveTo>
                <a:cubicBezTo>
                  <a:pt x="1334291" y="63344"/>
                  <a:pt x="1335269" y="58362"/>
                  <a:pt x="1337225" y="54181"/>
                </a:cubicBezTo>
                <a:cubicBezTo>
                  <a:pt x="1339183" y="49999"/>
                  <a:pt x="1341740" y="46551"/>
                  <a:pt x="1344898" y="43839"/>
                </a:cubicBezTo>
                <a:cubicBezTo>
                  <a:pt x="1348057" y="41125"/>
                  <a:pt x="1351682" y="39124"/>
                  <a:pt x="1355774" y="37834"/>
                </a:cubicBezTo>
                <a:cubicBezTo>
                  <a:pt x="1359866" y="36543"/>
                  <a:pt x="1364048" y="35897"/>
                  <a:pt x="1368319" y="35897"/>
                </a:cubicBezTo>
                <a:cubicBezTo>
                  <a:pt x="1373213" y="35897"/>
                  <a:pt x="1377594" y="36498"/>
                  <a:pt x="1381463" y="37699"/>
                </a:cubicBezTo>
                <a:cubicBezTo>
                  <a:pt x="1385333" y="38901"/>
                  <a:pt x="1388114" y="40258"/>
                  <a:pt x="1389804" y="41770"/>
                </a:cubicBezTo>
                <a:cubicBezTo>
                  <a:pt x="1389182" y="43104"/>
                  <a:pt x="1388626" y="44505"/>
                  <a:pt x="1388136" y="45973"/>
                </a:cubicBezTo>
                <a:cubicBezTo>
                  <a:pt x="1387647" y="47440"/>
                  <a:pt x="1387225" y="48975"/>
                  <a:pt x="1386869" y="50577"/>
                </a:cubicBezTo>
                <a:lnTo>
                  <a:pt x="1385800" y="50577"/>
                </a:lnTo>
                <a:cubicBezTo>
                  <a:pt x="1385179" y="49420"/>
                  <a:pt x="1384334" y="48242"/>
                  <a:pt x="1383265" y="47042"/>
                </a:cubicBezTo>
                <a:cubicBezTo>
                  <a:pt x="1382198" y="45840"/>
                  <a:pt x="1380930" y="44728"/>
                  <a:pt x="1379461" y="43704"/>
                </a:cubicBezTo>
                <a:cubicBezTo>
                  <a:pt x="1377994" y="42681"/>
                  <a:pt x="1376370" y="41836"/>
                  <a:pt x="1374591" y="41169"/>
                </a:cubicBezTo>
                <a:cubicBezTo>
                  <a:pt x="1372812" y="40501"/>
                  <a:pt x="1370856" y="40167"/>
                  <a:pt x="1368720" y="40167"/>
                </a:cubicBezTo>
                <a:cubicBezTo>
                  <a:pt x="1364717" y="40167"/>
                  <a:pt x="1361269" y="40902"/>
                  <a:pt x="1358378" y="42371"/>
                </a:cubicBezTo>
                <a:cubicBezTo>
                  <a:pt x="1355486" y="43838"/>
                  <a:pt x="1353128" y="45862"/>
                  <a:pt x="1351304" y="48443"/>
                </a:cubicBezTo>
                <a:cubicBezTo>
                  <a:pt x="1349481" y="51022"/>
                  <a:pt x="1348146" y="54069"/>
                  <a:pt x="1347301" y="57584"/>
                </a:cubicBezTo>
                <a:cubicBezTo>
                  <a:pt x="1346456" y="61097"/>
                  <a:pt x="1346034" y="64900"/>
                  <a:pt x="1346034" y="68993"/>
                </a:cubicBezTo>
                <a:cubicBezTo>
                  <a:pt x="1346034" y="78156"/>
                  <a:pt x="1347991" y="85073"/>
                  <a:pt x="1351905" y="89745"/>
                </a:cubicBezTo>
                <a:cubicBezTo>
                  <a:pt x="1355820" y="94416"/>
                  <a:pt x="1361558" y="96751"/>
                  <a:pt x="1369119" y="96751"/>
                </a:cubicBezTo>
                <a:cubicBezTo>
                  <a:pt x="1370899" y="96751"/>
                  <a:pt x="1372723" y="96507"/>
                  <a:pt x="1374591" y="96018"/>
                </a:cubicBezTo>
                <a:cubicBezTo>
                  <a:pt x="1376460" y="95528"/>
                  <a:pt x="1378284" y="94860"/>
                  <a:pt x="1380062" y="94015"/>
                </a:cubicBezTo>
                <a:cubicBezTo>
                  <a:pt x="1381842" y="93169"/>
                  <a:pt x="1383510" y="92168"/>
                  <a:pt x="1385067" y="91013"/>
                </a:cubicBezTo>
                <a:cubicBezTo>
                  <a:pt x="1386624" y="89856"/>
                  <a:pt x="1387981" y="88610"/>
                  <a:pt x="1389138" y="87275"/>
                </a:cubicBezTo>
                <a:lnTo>
                  <a:pt x="1389804" y="87676"/>
                </a:lnTo>
                <a:cubicBezTo>
                  <a:pt x="1389360" y="89811"/>
                  <a:pt x="1389093" y="91991"/>
                  <a:pt x="1389003" y="94214"/>
                </a:cubicBezTo>
                <a:cubicBezTo>
                  <a:pt x="1386335" y="96349"/>
                  <a:pt x="1383020" y="98173"/>
                  <a:pt x="1379060" y="99686"/>
                </a:cubicBezTo>
                <a:cubicBezTo>
                  <a:pt x="1375102" y="101198"/>
                  <a:pt x="1370988" y="101954"/>
                  <a:pt x="1366719" y="101954"/>
                </a:cubicBezTo>
                <a:cubicBezTo>
                  <a:pt x="1362893" y="101954"/>
                  <a:pt x="1359045" y="101398"/>
                  <a:pt x="1355175" y="100286"/>
                </a:cubicBezTo>
                <a:cubicBezTo>
                  <a:pt x="1351305" y="99174"/>
                  <a:pt x="1347812" y="97307"/>
                  <a:pt x="1344698" y="94682"/>
                </a:cubicBezTo>
                <a:cubicBezTo>
                  <a:pt x="1341586" y="92057"/>
                  <a:pt x="1339073" y="88654"/>
                  <a:pt x="1337160" y="84473"/>
                </a:cubicBezTo>
                <a:cubicBezTo>
                  <a:pt x="1335247" y="80291"/>
                  <a:pt x="1334291" y="75176"/>
                  <a:pt x="1334291" y="69127"/>
                </a:cubicBezTo>
                <a:close/>
                <a:moveTo>
                  <a:pt x="1417696" y="19351"/>
                </a:moveTo>
                <a:cubicBezTo>
                  <a:pt x="1417428" y="22731"/>
                  <a:pt x="1417227" y="26045"/>
                  <a:pt x="1417093" y="29292"/>
                </a:cubicBezTo>
                <a:cubicBezTo>
                  <a:pt x="1416960" y="32539"/>
                  <a:pt x="1416805" y="35808"/>
                  <a:pt x="1416627" y="39100"/>
                </a:cubicBezTo>
                <a:cubicBezTo>
                  <a:pt x="1417606" y="39100"/>
                  <a:pt x="1419429" y="39078"/>
                  <a:pt x="1422098" y="39033"/>
                </a:cubicBezTo>
                <a:cubicBezTo>
                  <a:pt x="1424767" y="38988"/>
                  <a:pt x="1427659" y="38877"/>
                  <a:pt x="1430773" y="38699"/>
                </a:cubicBezTo>
                <a:cubicBezTo>
                  <a:pt x="1430684" y="38967"/>
                  <a:pt x="1430640" y="39456"/>
                  <a:pt x="1430640" y="40167"/>
                </a:cubicBezTo>
                <a:lnTo>
                  <a:pt x="1430640" y="41503"/>
                </a:lnTo>
                <a:lnTo>
                  <a:pt x="1430640" y="42971"/>
                </a:lnTo>
                <a:cubicBezTo>
                  <a:pt x="1430640" y="43593"/>
                  <a:pt x="1430684" y="44038"/>
                  <a:pt x="1430773" y="44305"/>
                </a:cubicBezTo>
                <a:cubicBezTo>
                  <a:pt x="1429616" y="44216"/>
                  <a:pt x="1428415" y="44149"/>
                  <a:pt x="1427169" y="44106"/>
                </a:cubicBezTo>
                <a:cubicBezTo>
                  <a:pt x="1425924" y="44061"/>
                  <a:pt x="1424589" y="44038"/>
                  <a:pt x="1423165" y="44038"/>
                </a:cubicBezTo>
                <a:lnTo>
                  <a:pt x="1416627" y="44038"/>
                </a:lnTo>
                <a:cubicBezTo>
                  <a:pt x="1416539" y="44394"/>
                  <a:pt x="1416427" y="45817"/>
                  <a:pt x="1416293" y="48308"/>
                </a:cubicBezTo>
                <a:cubicBezTo>
                  <a:pt x="1416160" y="50799"/>
                  <a:pt x="1416048" y="53758"/>
                  <a:pt x="1415959" y="57183"/>
                </a:cubicBezTo>
                <a:cubicBezTo>
                  <a:pt x="1415871" y="60608"/>
                  <a:pt x="1415804" y="64189"/>
                  <a:pt x="1415759" y="67926"/>
                </a:cubicBezTo>
                <a:cubicBezTo>
                  <a:pt x="1415715" y="71662"/>
                  <a:pt x="1415692" y="74998"/>
                  <a:pt x="1415692" y="77934"/>
                </a:cubicBezTo>
                <a:cubicBezTo>
                  <a:pt x="1415692" y="80425"/>
                  <a:pt x="1415759" y="82872"/>
                  <a:pt x="1415892" y="85275"/>
                </a:cubicBezTo>
                <a:cubicBezTo>
                  <a:pt x="1416026" y="87676"/>
                  <a:pt x="1416449" y="89833"/>
                  <a:pt x="1417160" y="91746"/>
                </a:cubicBezTo>
                <a:cubicBezTo>
                  <a:pt x="1417873" y="93659"/>
                  <a:pt x="1418941" y="95194"/>
                  <a:pt x="1420363" y="96350"/>
                </a:cubicBezTo>
                <a:cubicBezTo>
                  <a:pt x="1421787" y="97507"/>
                  <a:pt x="1423834" y="98085"/>
                  <a:pt x="1426503" y="98085"/>
                </a:cubicBezTo>
                <a:cubicBezTo>
                  <a:pt x="1427214" y="98085"/>
                  <a:pt x="1428170" y="97996"/>
                  <a:pt x="1429372" y="97818"/>
                </a:cubicBezTo>
                <a:cubicBezTo>
                  <a:pt x="1430573" y="97640"/>
                  <a:pt x="1431618" y="97418"/>
                  <a:pt x="1432508" y="97150"/>
                </a:cubicBezTo>
                <a:lnTo>
                  <a:pt x="1432508" y="100353"/>
                </a:lnTo>
                <a:cubicBezTo>
                  <a:pt x="1430995" y="100621"/>
                  <a:pt x="1429327" y="100954"/>
                  <a:pt x="1427502" y="101353"/>
                </a:cubicBezTo>
                <a:cubicBezTo>
                  <a:pt x="1425679" y="101754"/>
                  <a:pt x="1423923" y="101954"/>
                  <a:pt x="1422233" y="101954"/>
                </a:cubicBezTo>
                <a:cubicBezTo>
                  <a:pt x="1416627" y="101954"/>
                  <a:pt x="1412490" y="100575"/>
                  <a:pt x="1409822" y="97818"/>
                </a:cubicBezTo>
                <a:cubicBezTo>
                  <a:pt x="1407153" y="95060"/>
                  <a:pt x="1405818" y="91012"/>
                  <a:pt x="1405818" y="85674"/>
                </a:cubicBezTo>
                <a:cubicBezTo>
                  <a:pt x="1405818" y="83273"/>
                  <a:pt x="1405862" y="80671"/>
                  <a:pt x="1405951" y="77869"/>
                </a:cubicBezTo>
                <a:cubicBezTo>
                  <a:pt x="1406040" y="75066"/>
                  <a:pt x="1406152" y="71996"/>
                  <a:pt x="1406285" y="68661"/>
                </a:cubicBezTo>
                <a:cubicBezTo>
                  <a:pt x="1406418" y="65324"/>
                  <a:pt x="1406529" y="61632"/>
                  <a:pt x="1406619" y="57584"/>
                </a:cubicBezTo>
                <a:cubicBezTo>
                  <a:pt x="1406708" y="53536"/>
                  <a:pt x="1406753" y="49020"/>
                  <a:pt x="1406753" y="44038"/>
                </a:cubicBezTo>
                <a:lnTo>
                  <a:pt x="1402481" y="44038"/>
                </a:lnTo>
                <a:cubicBezTo>
                  <a:pt x="1401769" y="44038"/>
                  <a:pt x="1401013" y="44061"/>
                  <a:pt x="1400212" y="44106"/>
                </a:cubicBezTo>
                <a:cubicBezTo>
                  <a:pt x="1399411" y="44149"/>
                  <a:pt x="1398566" y="44216"/>
                  <a:pt x="1397677" y="44305"/>
                </a:cubicBezTo>
                <a:cubicBezTo>
                  <a:pt x="1397767" y="43772"/>
                  <a:pt x="1397833" y="43261"/>
                  <a:pt x="1397877" y="42772"/>
                </a:cubicBezTo>
                <a:cubicBezTo>
                  <a:pt x="1397922" y="42282"/>
                  <a:pt x="1397944" y="41770"/>
                  <a:pt x="1397944" y="41236"/>
                </a:cubicBezTo>
                <a:cubicBezTo>
                  <a:pt x="1397944" y="40791"/>
                  <a:pt x="1397922" y="40347"/>
                  <a:pt x="1397877" y="39903"/>
                </a:cubicBezTo>
                <a:cubicBezTo>
                  <a:pt x="1397833" y="39457"/>
                  <a:pt x="1397767" y="39012"/>
                  <a:pt x="1397677" y="38567"/>
                </a:cubicBezTo>
                <a:cubicBezTo>
                  <a:pt x="1401681" y="38833"/>
                  <a:pt x="1404616" y="38966"/>
                  <a:pt x="1406484" y="38966"/>
                </a:cubicBezTo>
                <a:cubicBezTo>
                  <a:pt x="1406396" y="37188"/>
                  <a:pt x="1406329" y="34964"/>
                  <a:pt x="1406285" y="32295"/>
                </a:cubicBezTo>
                <a:cubicBezTo>
                  <a:pt x="1406240" y="29626"/>
                  <a:pt x="1406128" y="26868"/>
                  <a:pt x="1405951" y="24020"/>
                </a:cubicBezTo>
                <a:lnTo>
                  <a:pt x="1417028" y="19351"/>
                </a:lnTo>
                <a:lnTo>
                  <a:pt x="1417696" y="19351"/>
                </a:lnTo>
                <a:close/>
                <a:moveTo>
                  <a:pt x="1504221" y="19351"/>
                </a:moveTo>
                <a:cubicBezTo>
                  <a:pt x="1503953" y="22731"/>
                  <a:pt x="1503753" y="26045"/>
                  <a:pt x="1503618" y="29292"/>
                </a:cubicBezTo>
                <a:cubicBezTo>
                  <a:pt x="1503485" y="32539"/>
                  <a:pt x="1503330" y="35808"/>
                  <a:pt x="1503152" y="39100"/>
                </a:cubicBezTo>
                <a:cubicBezTo>
                  <a:pt x="1504131" y="39100"/>
                  <a:pt x="1505954" y="39078"/>
                  <a:pt x="1508623" y="39033"/>
                </a:cubicBezTo>
                <a:cubicBezTo>
                  <a:pt x="1511292" y="38988"/>
                  <a:pt x="1514184" y="38877"/>
                  <a:pt x="1517298" y="38699"/>
                </a:cubicBezTo>
                <a:cubicBezTo>
                  <a:pt x="1517210" y="38967"/>
                  <a:pt x="1517165" y="39456"/>
                  <a:pt x="1517165" y="40167"/>
                </a:cubicBezTo>
                <a:lnTo>
                  <a:pt x="1517165" y="41503"/>
                </a:lnTo>
                <a:lnTo>
                  <a:pt x="1517165" y="42971"/>
                </a:lnTo>
                <a:cubicBezTo>
                  <a:pt x="1517165" y="43593"/>
                  <a:pt x="1517210" y="44038"/>
                  <a:pt x="1517298" y="44305"/>
                </a:cubicBezTo>
                <a:cubicBezTo>
                  <a:pt x="1516141" y="44216"/>
                  <a:pt x="1514940" y="44149"/>
                  <a:pt x="1513694" y="44106"/>
                </a:cubicBezTo>
                <a:cubicBezTo>
                  <a:pt x="1512449" y="44061"/>
                  <a:pt x="1511114" y="44038"/>
                  <a:pt x="1509690" y="44038"/>
                </a:cubicBezTo>
                <a:lnTo>
                  <a:pt x="1503152" y="44038"/>
                </a:lnTo>
                <a:cubicBezTo>
                  <a:pt x="1503064" y="44394"/>
                  <a:pt x="1502952" y="45817"/>
                  <a:pt x="1502818" y="48308"/>
                </a:cubicBezTo>
                <a:cubicBezTo>
                  <a:pt x="1502685" y="50799"/>
                  <a:pt x="1502574" y="53758"/>
                  <a:pt x="1502484" y="57183"/>
                </a:cubicBezTo>
                <a:cubicBezTo>
                  <a:pt x="1502396" y="60608"/>
                  <a:pt x="1502329" y="64189"/>
                  <a:pt x="1502284" y="67926"/>
                </a:cubicBezTo>
                <a:cubicBezTo>
                  <a:pt x="1502240" y="71662"/>
                  <a:pt x="1502217" y="74998"/>
                  <a:pt x="1502217" y="77934"/>
                </a:cubicBezTo>
                <a:cubicBezTo>
                  <a:pt x="1502217" y="80425"/>
                  <a:pt x="1502284" y="82872"/>
                  <a:pt x="1502417" y="85275"/>
                </a:cubicBezTo>
                <a:cubicBezTo>
                  <a:pt x="1502551" y="87676"/>
                  <a:pt x="1502974" y="89833"/>
                  <a:pt x="1503685" y="91746"/>
                </a:cubicBezTo>
                <a:cubicBezTo>
                  <a:pt x="1504398" y="93659"/>
                  <a:pt x="1505466" y="95194"/>
                  <a:pt x="1506888" y="96350"/>
                </a:cubicBezTo>
                <a:cubicBezTo>
                  <a:pt x="1508312" y="97507"/>
                  <a:pt x="1510359" y="98085"/>
                  <a:pt x="1513028" y="98085"/>
                </a:cubicBezTo>
                <a:cubicBezTo>
                  <a:pt x="1513739" y="98085"/>
                  <a:pt x="1514695" y="97996"/>
                  <a:pt x="1515897" y="97818"/>
                </a:cubicBezTo>
                <a:cubicBezTo>
                  <a:pt x="1517098" y="97640"/>
                  <a:pt x="1518144" y="97418"/>
                  <a:pt x="1519033" y="97150"/>
                </a:cubicBezTo>
                <a:lnTo>
                  <a:pt x="1519033" y="100353"/>
                </a:lnTo>
                <a:cubicBezTo>
                  <a:pt x="1517520" y="100621"/>
                  <a:pt x="1515852" y="100954"/>
                  <a:pt x="1514028" y="101353"/>
                </a:cubicBezTo>
                <a:cubicBezTo>
                  <a:pt x="1512204" y="101754"/>
                  <a:pt x="1510448" y="101954"/>
                  <a:pt x="1508758" y="101954"/>
                </a:cubicBezTo>
                <a:cubicBezTo>
                  <a:pt x="1503153" y="101954"/>
                  <a:pt x="1499016" y="100575"/>
                  <a:pt x="1496347" y="97818"/>
                </a:cubicBezTo>
                <a:cubicBezTo>
                  <a:pt x="1493678" y="95060"/>
                  <a:pt x="1492343" y="91012"/>
                  <a:pt x="1492343" y="85674"/>
                </a:cubicBezTo>
                <a:cubicBezTo>
                  <a:pt x="1492343" y="83273"/>
                  <a:pt x="1492387" y="80671"/>
                  <a:pt x="1492476" y="77869"/>
                </a:cubicBezTo>
                <a:cubicBezTo>
                  <a:pt x="1492565" y="75066"/>
                  <a:pt x="1492677" y="71996"/>
                  <a:pt x="1492810" y="68661"/>
                </a:cubicBezTo>
                <a:cubicBezTo>
                  <a:pt x="1492943" y="65324"/>
                  <a:pt x="1493054" y="61632"/>
                  <a:pt x="1493144" y="57584"/>
                </a:cubicBezTo>
                <a:cubicBezTo>
                  <a:pt x="1493233" y="53536"/>
                  <a:pt x="1493278" y="49020"/>
                  <a:pt x="1493278" y="44038"/>
                </a:cubicBezTo>
                <a:lnTo>
                  <a:pt x="1489006" y="44038"/>
                </a:lnTo>
                <a:cubicBezTo>
                  <a:pt x="1488295" y="44038"/>
                  <a:pt x="1487538" y="44061"/>
                  <a:pt x="1486738" y="44106"/>
                </a:cubicBezTo>
                <a:cubicBezTo>
                  <a:pt x="1485937" y="44149"/>
                  <a:pt x="1485092" y="44216"/>
                  <a:pt x="1484202" y="44305"/>
                </a:cubicBezTo>
                <a:cubicBezTo>
                  <a:pt x="1484292" y="43772"/>
                  <a:pt x="1484358" y="43261"/>
                  <a:pt x="1484402" y="42772"/>
                </a:cubicBezTo>
                <a:cubicBezTo>
                  <a:pt x="1484447" y="42282"/>
                  <a:pt x="1484469" y="41770"/>
                  <a:pt x="1484469" y="41236"/>
                </a:cubicBezTo>
                <a:cubicBezTo>
                  <a:pt x="1484469" y="40791"/>
                  <a:pt x="1484447" y="40347"/>
                  <a:pt x="1484402" y="39903"/>
                </a:cubicBezTo>
                <a:cubicBezTo>
                  <a:pt x="1484358" y="39457"/>
                  <a:pt x="1484292" y="39012"/>
                  <a:pt x="1484202" y="38567"/>
                </a:cubicBezTo>
                <a:cubicBezTo>
                  <a:pt x="1488206" y="38833"/>
                  <a:pt x="1491141" y="38966"/>
                  <a:pt x="1493009" y="38966"/>
                </a:cubicBezTo>
                <a:cubicBezTo>
                  <a:pt x="1492921" y="37188"/>
                  <a:pt x="1492854" y="34964"/>
                  <a:pt x="1492810" y="32295"/>
                </a:cubicBezTo>
                <a:cubicBezTo>
                  <a:pt x="1492765" y="29626"/>
                  <a:pt x="1492654" y="26868"/>
                  <a:pt x="1492476" y="24020"/>
                </a:cubicBezTo>
                <a:lnTo>
                  <a:pt x="1503553" y="19351"/>
                </a:lnTo>
                <a:lnTo>
                  <a:pt x="1504221" y="19351"/>
                </a:lnTo>
                <a:close/>
                <a:moveTo>
                  <a:pt x="1530243" y="38433"/>
                </a:moveTo>
                <a:cubicBezTo>
                  <a:pt x="1530243" y="35408"/>
                  <a:pt x="1530220" y="32117"/>
                  <a:pt x="1530175" y="28559"/>
                </a:cubicBezTo>
                <a:cubicBezTo>
                  <a:pt x="1530131" y="24999"/>
                  <a:pt x="1530063" y="21485"/>
                  <a:pt x="1529974" y="18015"/>
                </a:cubicBezTo>
                <a:cubicBezTo>
                  <a:pt x="1529886" y="14545"/>
                  <a:pt x="1529775" y="11231"/>
                  <a:pt x="1529642" y="8074"/>
                </a:cubicBezTo>
                <a:cubicBezTo>
                  <a:pt x="1529509" y="4915"/>
                  <a:pt x="1529353" y="2224"/>
                  <a:pt x="1529176" y="0"/>
                </a:cubicBezTo>
                <a:cubicBezTo>
                  <a:pt x="1531667" y="445"/>
                  <a:pt x="1533668" y="668"/>
                  <a:pt x="1535180" y="668"/>
                </a:cubicBezTo>
                <a:cubicBezTo>
                  <a:pt x="1536693" y="668"/>
                  <a:pt x="1538694" y="445"/>
                  <a:pt x="1541185" y="0"/>
                </a:cubicBezTo>
                <a:cubicBezTo>
                  <a:pt x="1541008" y="2224"/>
                  <a:pt x="1540851" y="4892"/>
                  <a:pt x="1540717" y="8007"/>
                </a:cubicBezTo>
                <a:cubicBezTo>
                  <a:pt x="1540584" y="11121"/>
                  <a:pt x="1540473" y="14390"/>
                  <a:pt x="1540383" y="17815"/>
                </a:cubicBezTo>
                <a:cubicBezTo>
                  <a:pt x="1540295" y="21240"/>
                  <a:pt x="1540228" y="24688"/>
                  <a:pt x="1540184" y="28158"/>
                </a:cubicBezTo>
                <a:cubicBezTo>
                  <a:pt x="1540140" y="31627"/>
                  <a:pt x="1540118" y="34830"/>
                  <a:pt x="1540118" y="37767"/>
                </a:cubicBezTo>
                <a:lnTo>
                  <a:pt x="1540118" y="47907"/>
                </a:lnTo>
                <a:lnTo>
                  <a:pt x="1540385" y="47907"/>
                </a:lnTo>
                <a:cubicBezTo>
                  <a:pt x="1542876" y="44082"/>
                  <a:pt x="1545857" y="41124"/>
                  <a:pt x="1549326" y="39033"/>
                </a:cubicBezTo>
                <a:cubicBezTo>
                  <a:pt x="1552796" y="36943"/>
                  <a:pt x="1556933" y="35897"/>
                  <a:pt x="1561738" y="35897"/>
                </a:cubicBezTo>
                <a:cubicBezTo>
                  <a:pt x="1564229" y="35897"/>
                  <a:pt x="1566741" y="36254"/>
                  <a:pt x="1569276" y="36966"/>
                </a:cubicBezTo>
                <a:cubicBezTo>
                  <a:pt x="1571812" y="37678"/>
                  <a:pt x="1574102" y="38901"/>
                  <a:pt x="1576148" y="40636"/>
                </a:cubicBezTo>
                <a:cubicBezTo>
                  <a:pt x="1578195" y="42371"/>
                  <a:pt x="1579864" y="44729"/>
                  <a:pt x="1581153" y="47710"/>
                </a:cubicBezTo>
                <a:cubicBezTo>
                  <a:pt x="1582443" y="50690"/>
                  <a:pt x="1583088" y="54492"/>
                  <a:pt x="1583088" y="59117"/>
                </a:cubicBezTo>
                <a:cubicBezTo>
                  <a:pt x="1583088" y="62942"/>
                  <a:pt x="1582999" y="66879"/>
                  <a:pt x="1582821" y="70927"/>
                </a:cubicBezTo>
                <a:cubicBezTo>
                  <a:pt x="1582643" y="74975"/>
                  <a:pt x="1582554" y="79269"/>
                  <a:pt x="1582554" y="83807"/>
                </a:cubicBezTo>
                <a:lnTo>
                  <a:pt x="1582554" y="92479"/>
                </a:lnTo>
                <a:cubicBezTo>
                  <a:pt x="1582554" y="93903"/>
                  <a:pt x="1582577" y="95305"/>
                  <a:pt x="1582621" y="96684"/>
                </a:cubicBezTo>
                <a:cubicBezTo>
                  <a:pt x="1582666" y="98063"/>
                  <a:pt x="1582733" y="99375"/>
                  <a:pt x="1582821" y="100620"/>
                </a:cubicBezTo>
                <a:cubicBezTo>
                  <a:pt x="1581041" y="100442"/>
                  <a:pt x="1579173" y="100353"/>
                  <a:pt x="1577217" y="100353"/>
                </a:cubicBezTo>
                <a:cubicBezTo>
                  <a:pt x="1575348" y="100353"/>
                  <a:pt x="1573524" y="100442"/>
                  <a:pt x="1571746" y="100620"/>
                </a:cubicBezTo>
                <a:cubicBezTo>
                  <a:pt x="1571924" y="95994"/>
                  <a:pt x="1572123" y="91234"/>
                  <a:pt x="1572344" y="86342"/>
                </a:cubicBezTo>
                <a:cubicBezTo>
                  <a:pt x="1572567" y="81448"/>
                  <a:pt x="1572678" y="76421"/>
                  <a:pt x="1572678" y="71261"/>
                </a:cubicBezTo>
                <a:lnTo>
                  <a:pt x="1572678" y="63120"/>
                </a:lnTo>
                <a:cubicBezTo>
                  <a:pt x="1572678" y="56448"/>
                  <a:pt x="1571388" y="51400"/>
                  <a:pt x="1568807" y="47975"/>
                </a:cubicBezTo>
                <a:cubicBezTo>
                  <a:pt x="1566228" y="44550"/>
                  <a:pt x="1562670" y="42837"/>
                  <a:pt x="1558133" y="42837"/>
                </a:cubicBezTo>
                <a:cubicBezTo>
                  <a:pt x="1551906" y="42837"/>
                  <a:pt x="1547347" y="44750"/>
                  <a:pt x="1544456" y="48575"/>
                </a:cubicBezTo>
                <a:cubicBezTo>
                  <a:pt x="1541564" y="52401"/>
                  <a:pt x="1540118" y="57783"/>
                  <a:pt x="1540118" y="64723"/>
                </a:cubicBezTo>
                <a:cubicBezTo>
                  <a:pt x="1540118" y="67214"/>
                  <a:pt x="1540140" y="70105"/>
                  <a:pt x="1540184" y="73397"/>
                </a:cubicBezTo>
                <a:cubicBezTo>
                  <a:pt x="1540228" y="76689"/>
                  <a:pt x="1540295" y="80004"/>
                  <a:pt x="1540383" y="83340"/>
                </a:cubicBezTo>
                <a:cubicBezTo>
                  <a:pt x="1540473" y="86676"/>
                  <a:pt x="1540584" y="89901"/>
                  <a:pt x="1540717" y="93015"/>
                </a:cubicBezTo>
                <a:cubicBezTo>
                  <a:pt x="1540851" y="96128"/>
                  <a:pt x="1541008" y="98663"/>
                  <a:pt x="1541185" y="100620"/>
                </a:cubicBezTo>
                <a:cubicBezTo>
                  <a:pt x="1539140" y="100442"/>
                  <a:pt x="1537138" y="100353"/>
                  <a:pt x="1535180" y="100353"/>
                </a:cubicBezTo>
                <a:cubicBezTo>
                  <a:pt x="1533223" y="100353"/>
                  <a:pt x="1531221" y="100442"/>
                  <a:pt x="1529176" y="100620"/>
                </a:cubicBezTo>
                <a:cubicBezTo>
                  <a:pt x="1529353" y="98574"/>
                  <a:pt x="1529509" y="95994"/>
                  <a:pt x="1529642" y="92880"/>
                </a:cubicBezTo>
                <a:cubicBezTo>
                  <a:pt x="1529775" y="89766"/>
                  <a:pt x="1529886" y="86474"/>
                  <a:pt x="1529974" y="83004"/>
                </a:cubicBezTo>
                <a:cubicBezTo>
                  <a:pt x="1530063" y="79535"/>
                  <a:pt x="1530131" y="76021"/>
                  <a:pt x="1530175" y="72463"/>
                </a:cubicBezTo>
                <a:cubicBezTo>
                  <a:pt x="1530220" y="68905"/>
                  <a:pt x="1530243" y="65613"/>
                  <a:pt x="1530243" y="62587"/>
                </a:cubicBezTo>
                <a:lnTo>
                  <a:pt x="1530243" y="38433"/>
                </a:lnTo>
                <a:close/>
                <a:moveTo>
                  <a:pt x="1628729" y="40167"/>
                </a:moveTo>
                <a:cubicBezTo>
                  <a:pt x="1625437" y="40167"/>
                  <a:pt x="1622656" y="40924"/>
                  <a:pt x="1620386" y="42436"/>
                </a:cubicBezTo>
                <a:cubicBezTo>
                  <a:pt x="1618118" y="43948"/>
                  <a:pt x="1616250" y="45839"/>
                  <a:pt x="1614782" y="48109"/>
                </a:cubicBezTo>
                <a:cubicBezTo>
                  <a:pt x="1613315" y="50377"/>
                  <a:pt x="1612203" y="52868"/>
                  <a:pt x="1611447" y="55582"/>
                </a:cubicBezTo>
                <a:cubicBezTo>
                  <a:pt x="1610691" y="58296"/>
                  <a:pt x="1610224" y="60853"/>
                  <a:pt x="1610046" y="63255"/>
                </a:cubicBezTo>
                <a:cubicBezTo>
                  <a:pt x="1612803" y="63344"/>
                  <a:pt x="1615671" y="63434"/>
                  <a:pt x="1618651" y="63523"/>
                </a:cubicBezTo>
                <a:cubicBezTo>
                  <a:pt x="1621632" y="63612"/>
                  <a:pt x="1624546" y="63656"/>
                  <a:pt x="1627393" y="63656"/>
                </a:cubicBezTo>
                <a:cubicBezTo>
                  <a:pt x="1630329" y="63656"/>
                  <a:pt x="1633310" y="63612"/>
                  <a:pt x="1636334" y="63523"/>
                </a:cubicBezTo>
                <a:cubicBezTo>
                  <a:pt x="1639359" y="63434"/>
                  <a:pt x="1642295" y="63344"/>
                  <a:pt x="1645143" y="63255"/>
                </a:cubicBezTo>
                <a:cubicBezTo>
                  <a:pt x="1645143" y="60853"/>
                  <a:pt x="1644943" y="58318"/>
                  <a:pt x="1644542" y="55649"/>
                </a:cubicBezTo>
                <a:cubicBezTo>
                  <a:pt x="1644142" y="52979"/>
                  <a:pt x="1643341" y="50487"/>
                  <a:pt x="1642140" y="48174"/>
                </a:cubicBezTo>
                <a:cubicBezTo>
                  <a:pt x="1640938" y="45861"/>
                  <a:pt x="1639270" y="43948"/>
                  <a:pt x="1637134" y="42436"/>
                </a:cubicBezTo>
                <a:cubicBezTo>
                  <a:pt x="1634999" y="40924"/>
                  <a:pt x="1632197" y="40167"/>
                  <a:pt x="1628729" y="40167"/>
                </a:cubicBezTo>
                <a:moveTo>
                  <a:pt x="1597902" y="70995"/>
                </a:moveTo>
                <a:cubicBezTo>
                  <a:pt x="1597902" y="60052"/>
                  <a:pt x="1600503" y="51467"/>
                  <a:pt x="1605707" y="45240"/>
                </a:cubicBezTo>
                <a:cubicBezTo>
                  <a:pt x="1610911" y="39012"/>
                  <a:pt x="1618496" y="35897"/>
                  <a:pt x="1628462" y="35897"/>
                </a:cubicBezTo>
                <a:cubicBezTo>
                  <a:pt x="1633177" y="35897"/>
                  <a:pt x="1637246" y="36632"/>
                  <a:pt x="1640671" y="38101"/>
                </a:cubicBezTo>
                <a:cubicBezTo>
                  <a:pt x="1644096" y="39568"/>
                  <a:pt x="1646966" y="41525"/>
                  <a:pt x="1649279" y="43971"/>
                </a:cubicBezTo>
                <a:cubicBezTo>
                  <a:pt x="1651592" y="46417"/>
                  <a:pt x="1653304" y="49287"/>
                  <a:pt x="1654416" y="52579"/>
                </a:cubicBezTo>
                <a:cubicBezTo>
                  <a:pt x="1655528" y="55870"/>
                  <a:pt x="1656084" y="59384"/>
                  <a:pt x="1656084" y="63120"/>
                </a:cubicBezTo>
                <a:cubicBezTo>
                  <a:pt x="1656084" y="64011"/>
                  <a:pt x="1656062" y="64879"/>
                  <a:pt x="1656017" y="65725"/>
                </a:cubicBezTo>
                <a:cubicBezTo>
                  <a:pt x="1655973" y="66569"/>
                  <a:pt x="1655907" y="67436"/>
                  <a:pt x="1655817" y="68325"/>
                </a:cubicBezTo>
                <a:cubicBezTo>
                  <a:pt x="1651013" y="68237"/>
                  <a:pt x="1646254" y="68149"/>
                  <a:pt x="1641539" y="68060"/>
                </a:cubicBezTo>
                <a:cubicBezTo>
                  <a:pt x="1636824" y="67971"/>
                  <a:pt x="1632065" y="67926"/>
                  <a:pt x="1627261" y="67926"/>
                </a:cubicBezTo>
                <a:cubicBezTo>
                  <a:pt x="1624324" y="67926"/>
                  <a:pt x="1621410" y="67971"/>
                  <a:pt x="1618519" y="68060"/>
                </a:cubicBezTo>
                <a:cubicBezTo>
                  <a:pt x="1615627" y="68149"/>
                  <a:pt x="1612713" y="68237"/>
                  <a:pt x="1609777" y="68325"/>
                </a:cubicBezTo>
                <a:cubicBezTo>
                  <a:pt x="1609689" y="68770"/>
                  <a:pt x="1609645" y="69437"/>
                  <a:pt x="1609645" y="70327"/>
                </a:cubicBezTo>
                <a:lnTo>
                  <a:pt x="1609645" y="72062"/>
                </a:lnTo>
                <a:cubicBezTo>
                  <a:pt x="1609645" y="75531"/>
                  <a:pt x="1610156" y="78779"/>
                  <a:pt x="1611178" y="81805"/>
                </a:cubicBezTo>
                <a:cubicBezTo>
                  <a:pt x="1612202" y="84830"/>
                  <a:pt x="1613692" y="87432"/>
                  <a:pt x="1615650" y="89612"/>
                </a:cubicBezTo>
                <a:cubicBezTo>
                  <a:pt x="1617607" y="91791"/>
                  <a:pt x="1620009" y="93526"/>
                  <a:pt x="1622856" y="94817"/>
                </a:cubicBezTo>
                <a:cubicBezTo>
                  <a:pt x="1625703" y="96106"/>
                  <a:pt x="1628995" y="96751"/>
                  <a:pt x="1632732" y="96751"/>
                </a:cubicBezTo>
                <a:cubicBezTo>
                  <a:pt x="1634510" y="96751"/>
                  <a:pt x="1636333" y="96507"/>
                  <a:pt x="1638201" y="96018"/>
                </a:cubicBezTo>
                <a:cubicBezTo>
                  <a:pt x="1640071" y="95528"/>
                  <a:pt x="1641895" y="94860"/>
                  <a:pt x="1643673" y="94015"/>
                </a:cubicBezTo>
                <a:cubicBezTo>
                  <a:pt x="1645453" y="93169"/>
                  <a:pt x="1647121" y="92168"/>
                  <a:pt x="1648678" y="91013"/>
                </a:cubicBezTo>
                <a:cubicBezTo>
                  <a:pt x="1650235" y="89856"/>
                  <a:pt x="1651592" y="88610"/>
                  <a:pt x="1652749" y="87275"/>
                </a:cubicBezTo>
                <a:lnTo>
                  <a:pt x="1653416" y="87676"/>
                </a:lnTo>
                <a:lnTo>
                  <a:pt x="1652616" y="94214"/>
                </a:lnTo>
                <a:cubicBezTo>
                  <a:pt x="1649946" y="96349"/>
                  <a:pt x="1646632" y="98173"/>
                  <a:pt x="1642673" y="99686"/>
                </a:cubicBezTo>
                <a:cubicBezTo>
                  <a:pt x="1638715" y="101198"/>
                  <a:pt x="1634600" y="101954"/>
                  <a:pt x="1630329" y="101954"/>
                </a:cubicBezTo>
                <a:cubicBezTo>
                  <a:pt x="1625525" y="101954"/>
                  <a:pt x="1621143" y="101220"/>
                  <a:pt x="1617183" y="99753"/>
                </a:cubicBezTo>
                <a:cubicBezTo>
                  <a:pt x="1613225" y="98285"/>
                  <a:pt x="1609800" y="96151"/>
                  <a:pt x="1606908" y="93349"/>
                </a:cubicBezTo>
                <a:cubicBezTo>
                  <a:pt x="1604018" y="90545"/>
                  <a:pt x="1601794" y="87231"/>
                  <a:pt x="1600237" y="83406"/>
                </a:cubicBezTo>
                <a:cubicBezTo>
                  <a:pt x="1598680" y="79580"/>
                  <a:pt x="1597902" y="75443"/>
                  <a:pt x="1597902" y="70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opinionsanddecisionsofotherswhenit">
            <a:extLst xmlns:a="http://schemas.openxmlformats.org/drawingml/2006/main">
              <a:ext uri="{FF2B5EF4-FFF2-40B4-BE49-F238E27FC236}">
                <a16:creationId xmlns:a16="http://schemas.microsoft.com/office/drawing/2014/main" id="{2C887537-2BFB-4A5B-9915-285EF09F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041" y="2711717"/>
            <a:ext cx="2404032" cy="136119"/>
          </a:xfrm>
          <a:custGeom xmlns:a="http://schemas.openxmlformats.org/drawingml/2006/main">
            <a:pathLst>
              <a:path w="2404032" h="136119">
                <a:moveTo>
                  <a:pt x="11743" y="69528"/>
                </a:moveTo>
                <a:cubicBezTo>
                  <a:pt x="11743" y="73264"/>
                  <a:pt x="12076" y="76867"/>
                  <a:pt x="12743" y="80337"/>
                </a:cubicBezTo>
                <a:cubicBezTo>
                  <a:pt x="13411" y="83807"/>
                  <a:pt x="14545" y="86898"/>
                  <a:pt x="16146" y="89612"/>
                </a:cubicBezTo>
                <a:cubicBezTo>
                  <a:pt x="17747" y="92326"/>
                  <a:pt x="19883" y="94484"/>
                  <a:pt x="22552" y="96085"/>
                </a:cubicBezTo>
                <a:cubicBezTo>
                  <a:pt x="25221" y="97686"/>
                  <a:pt x="28513" y="98486"/>
                  <a:pt x="32428" y="98486"/>
                </a:cubicBezTo>
                <a:cubicBezTo>
                  <a:pt x="36343" y="98486"/>
                  <a:pt x="39635" y="97686"/>
                  <a:pt x="42303" y="96085"/>
                </a:cubicBezTo>
                <a:cubicBezTo>
                  <a:pt x="44972" y="94484"/>
                  <a:pt x="47107" y="92326"/>
                  <a:pt x="48708" y="89612"/>
                </a:cubicBezTo>
                <a:cubicBezTo>
                  <a:pt x="50309" y="86898"/>
                  <a:pt x="51444" y="83807"/>
                  <a:pt x="52110" y="80337"/>
                </a:cubicBezTo>
                <a:cubicBezTo>
                  <a:pt x="52778" y="76867"/>
                  <a:pt x="53112" y="73264"/>
                  <a:pt x="53112" y="69528"/>
                </a:cubicBezTo>
                <a:cubicBezTo>
                  <a:pt x="53112" y="65791"/>
                  <a:pt x="52778" y="62188"/>
                  <a:pt x="52110" y="58718"/>
                </a:cubicBezTo>
                <a:cubicBezTo>
                  <a:pt x="51444" y="55248"/>
                  <a:pt x="50309" y="52157"/>
                  <a:pt x="48708" y="49445"/>
                </a:cubicBezTo>
                <a:cubicBezTo>
                  <a:pt x="47107" y="46731"/>
                  <a:pt x="44972" y="44573"/>
                  <a:pt x="42303" y="42971"/>
                </a:cubicBezTo>
                <a:cubicBezTo>
                  <a:pt x="39635" y="41370"/>
                  <a:pt x="36343" y="40569"/>
                  <a:pt x="32428" y="40569"/>
                </a:cubicBezTo>
                <a:cubicBezTo>
                  <a:pt x="28513" y="40569"/>
                  <a:pt x="25221" y="41370"/>
                  <a:pt x="22552" y="42971"/>
                </a:cubicBezTo>
                <a:cubicBezTo>
                  <a:pt x="19883" y="44573"/>
                  <a:pt x="17747" y="46731"/>
                  <a:pt x="16146" y="49445"/>
                </a:cubicBezTo>
                <a:cubicBezTo>
                  <a:pt x="14545" y="52157"/>
                  <a:pt x="13411" y="55248"/>
                  <a:pt x="12743" y="58718"/>
                </a:cubicBezTo>
                <a:cubicBezTo>
                  <a:pt x="12076" y="62188"/>
                  <a:pt x="11743" y="65791"/>
                  <a:pt x="11743" y="69528"/>
                </a:cubicBezTo>
                <a:moveTo>
                  <a:pt x="0" y="69528"/>
                </a:moveTo>
                <a:cubicBezTo>
                  <a:pt x="0" y="63478"/>
                  <a:pt x="956" y="58340"/>
                  <a:pt x="2869" y="54114"/>
                </a:cubicBezTo>
                <a:cubicBezTo>
                  <a:pt x="4782" y="49888"/>
                  <a:pt x="7295" y="46463"/>
                  <a:pt x="10407" y="43839"/>
                </a:cubicBezTo>
                <a:cubicBezTo>
                  <a:pt x="13522" y="41215"/>
                  <a:pt x="17014" y="39302"/>
                  <a:pt x="20884" y="38101"/>
                </a:cubicBezTo>
                <a:cubicBezTo>
                  <a:pt x="24754" y="36899"/>
                  <a:pt x="28602" y="36299"/>
                  <a:pt x="32428" y="36299"/>
                </a:cubicBezTo>
                <a:cubicBezTo>
                  <a:pt x="36343" y="36299"/>
                  <a:pt x="40213" y="36899"/>
                  <a:pt x="44038" y="38101"/>
                </a:cubicBezTo>
                <a:cubicBezTo>
                  <a:pt x="47864" y="39302"/>
                  <a:pt x="51333" y="41215"/>
                  <a:pt x="54446" y="43839"/>
                </a:cubicBezTo>
                <a:cubicBezTo>
                  <a:pt x="57560" y="46463"/>
                  <a:pt x="60073" y="49888"/>
                  <a:pt x="61986" y="54114"/>
                </a:cubicBezTo>
                <a:cubicBezTo>
                  <a:pt x="63899" y="58340"/>
                  <a:pt x="64855" y="63478"/>
                  <a:pt x="64855" y="69528"/>
                </a:cubicBezTo>
                <a:cubicBezTo>
                  <a:pt x="64855" y="75577"/>
                  <a:pt x="63899" y="80715"/>
                  <a:pt x="61986" y="84941"/>
                </a:cubicBezTo>
                <a:cubicBezTo>
                  <a:pt x="60073" y="89167"/>
                  <a:pt x="57560" y="92593"/>
                  <a:pt x="54446" y="95218"/>
                </a:cubicBezTo>
                <a:cubicBezTo>
                  <a:pt x="51333" y="97842"/>
                  <a:pt x="47864" y="99688"/>
                  <a:pt x="44038" y="100755"/>
                </a:cubicBezTo>
                <a:cubicBezTo>
                  <a:pt x="40213" y="101822"/>
                  <a:pt x="36343" y="102355"/>
                  <a:pt x="32428" y="102355"/>
                </a:cubicBezTo>
                <a:cubicBezTo>
                  <a:pt x="28602" y="102355"/>
                  <a:pt x="24754" y="101822"/>
                  <a:pt x="20884" y="100755"/>
                </a:cubicBezTo>
                <a:cubicBezTo>
                  <a:pt x="17014" y="99688"/>
                  <a:pt x="13522" y="97842"/>
                  <a:pt x="10407" y="95218"/>
                </a:cubicBezTo>
                <a:cubicBezTo>
                  <a:pt x="7295" y="92593"/>
                  <a:pt x="4782" y="89167"/>
                  <a:pt x="2869" y="84941"/>
                </a:cubicBezTo>
                <a:cubicBezTo>
                  <a:pt x="956" y="80715"/>
                  <a:pt x="0" y="75577"/>
                  <a:pt x="0" y="69528"/>
                </a:cubicBezTo>
                <a:close/>
                <a:moveTo>
                  <a:pt x="78201" y="76466"/>
                </a:moveTo>
                <a:cubicBezTo>
                  <a:pt x="78201" y="73441"/>
                  <a:pt x="78178" y="70150"/>
                  <a:pt x="78134" y="66592"/>
                </a:cubicBezTo>
                <a:cubicBezTo>
                  <a:pt x="78089" y="63033"/>
                  <a:pt x="78022" y="59496"/>
                  <a:pt x="77932" y="55983"/>
                </a:cubicBezTo>
                <a:cubicBezTo>
                  <a:pt x="77844" y="52469"/>
                  <a:pt x="77733" y="49110"/>
                  <a:pt x="77600" y="45908"/>
                </a:cubicBezTo>
                <a:cubicBezTo>
                  <a:pt x="77467" y="42704"/>
                  <a:pt x="77312" y="39945"/>
                  <a:pt x="77134" y="37632"/>
                </a:cubicBezTo>
                <a:cubicBezTo>
                  <a:pt x="79625" y="38078"/>
                  <a:pt x="81627" y="38300"/>
                  <a:pt x="83139" y="38300"/>
                </a:cubicBezTo>
                <a:cubicBezTo>
                  <a:pt x="84651" y="38300"/>
                  <a:pt x="86653" y="38078"/>
                  <a:pt x="89144" y="37632"/>
                </a:cubicBezTo>
                <a:cubicBezTo>
                  <a:pt x="88788" y="39945"/>
                  <a:pt x="88521" y="42170"/>
                  <a:pt x="88344" y="44305"/>
                </a:cubicBezTo>
                <a:cubicBezTo>
                  <a:pt x="88166" y="46441"/>
                  <a:pt x="88077" y="48576"/>
                  <a:pt x="88077" y="50711"/>
                </a:cubicBezTo>
                <a:lnTo>
                  <a:pt x="88344" y="50711"/>
                </a:lnTo>
                <a:cubicBezTo>
                  <a:pt x="88965" y="49287"/>
                  <a:pt x="89854" y="47753"/>
                  <a:pt x="91011" y="46107"/>
                </a:cubicBezTo>
                <a:cubicBezTo>
                  <a:pt x="92168" y="44462"/>
                  <a:pt x="93658" y="42906"/>
                  <a:pt x="95481" y="41438"/>
                </a:cubicBezTo>
                <a:cubicBezTo>
                  <a:pt x="97305" y="39969"/>
                  <a:pt x="99507" y="38745"/>
                  <a:pt x="102086" y="37767"/>
                </a:cubicBezTo>
                <a:cubicBezTo>
                  <a:pt x="104667" y="36788"/>
                  <a:pt x="107603" y="36299"/>
                  <a:pt x="110895" y="36299"/>
                </a:cubicBezTo>
                <a:cubicBezTo>
                  <a:pt x="114277" y="36299"/>
                  <a:pt x="117613" y="36944"/>
                  <a:pt x="120903" y="38235"/>
                </a:cubicBezTo>
                <a:cubicBezTo>
                  <a:pt x="124195" y="39525"/>
                  <a:pt x="127109" y="41504"/>
                  <a:pt x="129645" y="44173"/>
                </a:cubicBezTo>
                <a:cubicBezTo>
                  <a:pt x="132181" y="46842"/>
                  <a:pt x="134227" y="50245"/>
                  <a:pt x="135785" y="54383"/>
                </a:cubicBezTo>
                <a:cubicBezTo>
                  <a:pt x="137342" y="58519"/>
                  <a:pt x="138120" y="63434"/>
                  <a:pt x="138120" y="69127"/>
                </a:cubicBezTo>
                <a:cubicBezTo>
                  <a:pt x="138120" y="74821"/>
                  <a:pt x="137274" y="79759"/>
                  <a:pt x="135583" y="83941"/>
                </a:cubicBezTo>
                <a:cubicBezTo>
                  <a:pt x="133893" y="88122"/>
                  <a:pt x="131691" y="91592"/>
                  <a:pt x="128977" y="94351"/>
                </a:cubicBezTo>
                <a:cubicBezTo>
                  <a:pt x="126264" y="97108"/>
                  <a:pt x="123172" y="99131"/>
                  <a:pt x="119702" y="100421"/>
                </a:cubicBezTo>
                <a:cubicBezTo>
                  <a:pt x="116234" y="101710"/>
                  <a:pt x="112765" y="102355"/>
                  <a:pt x="109295" y="102355"/>
                </a:cubicBezTo>
                <a:cubicBezTo>
                  <a:pt x="99508" y="102355"/>
                  <a:pt x="92525" y="98130"/>
                  <a:pt x="88344" y="89679"/>
                </a:cubicBezTo>
                <a:lnTo>
                  <a:pt x="88077" y="89679"/>
                </a:lnTo>
                <a:lnTo>
                  <a:pt x="88077" y="98085"/>
                </a:lnTo>
                <a:cubicBezTo>
                  <a:pt x="88077" y="100932"/>
                  <a:pt x="88098" y="104112"/>
                  <a:pt x="88142" y="107627"/>
                </a:cubicBezTo>
                <a:cubicBezTo>
                  <a:pt x="88187" y="111142"/>
                  <a:pt x="88253" y="114634"/>
                  <a:pt x="88341" y="118104"/>
                </a:cubicBezTo>
                <a:cubicBezTo>
                  <a:pt x="88431" y="121573"/>
                  <a:pt x="88542" y="124887"/>
                  <a:pt x="88675" y="128045"/>
                </a:cubicBezTo>
                <a:cubicBezTo>
                  <a:pt x="88810" y="131204"/>
                  <a:pt x="88966" y="133895"/>
                  <a:pt x="89144" y="136119"/>
                </a:cubicBezTo>
                <a:cubicBezTo>
                  <a:pt x="86653" y="135673"/>
                  <a:pt x="84651" y="135451"/>
                  <a:pt x="83139" y="135451"/>
                </a:cubicBezTo>
                <a:cubicBezTo>
                  <a:pt x="81627" y="135451"/>
                  <a:pt x="79625" y="135673"/>
                  <a:pt x="77134" y="136119"/>
                </a:cubicBezTo>
                <a:cubicBezTo>
                  <a:pt x="77312" y="133895"/>
                  <a:pt x="77467" y="131204"/>
                  <a:pt x="77600" y="128045"/>
                </a:cubicBezTo>
                <a:cubicBezTo>
                  <a:pt x="77733" y="124887"/>
                  <a:pt x="77844" y="121573"/>
                  <a:pt x="77932" y="118104"/>
                </a:cubicBezTo>
                <a:cubicBezTo>
                  <a:pt x="78022" y="114634"/>
                  <a:pt x="78089" y="111142"/>
                  <a:pt x="78134" y="107627"/>
                </a:cubicBezTo>
                <a:cubicBezTo>
                  <a:pt x="78178" y="104112"/>
                  <a:pt x="78201" y="100932"/>
                  <a:pt x="78201" y="98085"/>
                </a:cubicBezTo>
                <a:lnTo>
                  <a:pt x="78201" y="76466"/>
                </a:lnTo>
                <a:moveTo>
                  <a:pt x="126375" y="68993"/>
                </a:moveTo>
                <a:cubicBezTo>
                  <a:pt x="126375" y="63655"/>
                  <a:pt x="125819" y="59251"/>
                  <a:pt x="124707" y="55782"/>
                </a:cubicBezTo>
                <a:cubicBezTo>
                  <a:pt x="123595" y="52312"/>
                  <a:pt x="122172" y="49532"/>
                  <a:pt x="120437" y="47441"/>
                </a:cubicBezTo>
                <a:cubicBezTo>
                  <a:pt x="118702" y="45350"/>
                  <a:pt x="116722" y="43905"/>
                  <a:pt x="114497" y="43106"/>
                </a:cubicBezTo>
                <a:cubicBezTo>
                  <a:pt x="112274" y="42305"/>
                  <a:pt x="110094" y="41904"/>
                  <a:pt x="107959" y="41904"/>
                </a:cubicBezTo>
                <a:cubicBezTo>
                  <a:pt x="104401" y="41904"/>
                  <a:pt x="101354" y="42661"/>
                  <a:pt x="98818" y="44173"/>
                </a:cubicBezTo>
                <a:cubicBezTo>
                  <a:pt x="96282" y="45685"/>
                  <a:pt x="94213" y="47709"/>
                  <a:pt x="92612" y="50245"/>
                </a:cubicBezTo>
                <a:cubicBezTo>
                  <a:pt x="91011" y="52779"/>
                  <a:pt x="89855" y="55760"/>
                  <a:pt x="89144" y="59186"/>
                </a:cubicBezTo>
                <a:cubicBezTo>
                  <a:pt x="88432" y="62611"/>
                  <a:pt x="88077" y="66236"/>
                  <a:pt x="88077" y="70062"/>
                </a:cubicBezTo>
                <a:cubicBezTo>
                  <a:pt x="88077" y="88566"/>
                  <a:pt x="94571" y="97818"/>
                  <a:pt x="107560" y="97818"/>
                </a:cubicBezTo>
                <a:cubicBezTo>
                  <a:pt x="110762" y="97818"/>
                  <a:pt x="113542" y="97085"/>
                  <a:pt x="115898" y="95617"/>
                </a:cubicBezTo>
                <a:cubicBezTo>
                  <a:pt x="118256" y="94150"/>
                  <a:pt x="120214" y="92104"/>
                  <a:pt x="121771" y="89480"/>
                </a:cubicBezTo>
                <a:cubicBezTo>
                  <a:pt x="123328" y="86854"/>
                  <a:pt x="124485" y="83785"/>
                  <a:pt x="125241" y="80272"/>
                </a:cubicBezTo>
                <a:cubicBezTo>
                  <a:pt x="125997" y="76757"/>
                  <a:pt x="126375" y="72998"/>
                  <a:pt x="126375" y="68993"/>
                </a:cubicBezTo>
                <a:close/>
                <a:moveTo>
                  <a:pt x="155467" y="14413"/>
                </a:moveTo>
                <a:cubicBezTo>
                  <a:pt x="155467" y="12545"/>
                  <a:pt x="156135" y="10944"/>
                  <a:pt x="157469" y="9609"/>
                </a:cubicBezTo>
                <a:cubicBezTo>
                  <a:pt x="158803" y="8275"/>
                  <a:pt x="160405" y="7608"/>
                  <a:pt x="162275" y="7608"/>
                </a:cubicBezTo>
                <a:cubicBezTo>
                  <a:pt x="164143" y="7608"/>
                  <a:pt x="165744" y="8275"/>
                  <a:pt x="167078" y="9609"/>
                </a:cubicBezTo>
                <a:cubicBezTo>
                  <a:pt x="168413" y="10944"/>
                  <a:pt x="169080" y="12545"/>
                  <a:pt x="169080" y="14413"/>
                </a:cubicBezTo>
                <a:cubicBezTo>
                  <a:pt x="169080" y="16281"/>
                  <a:pt x="168413" y="17883"/>
                  <a:pt x="167078" y="19218"/>
                </a:cubicBezTo>
                <a:cubicBezTo>
                  <a:pt x="165744" y="20553"/>
                  <a:pt x="164143" y="21220"/>
                  <a:pt x="162275" y="21220"/>
                </a:cubicBezTo>
                <a:cubicBezTo>
                  <a:pt x="160405" y="21220"/>
                  <a:pt x="158803" y="20553"/>
                  <a:pt x="157469" y="19218"/>
                </a:cubicBezTo>
                <a:cubicBezTo>
                  <a:pt x="156135" y="17883"/>
                  <a:pt x="155467" y="16281"/>
                  <a:pt x="155467" y="14413"/>
                </a:cubicBezTo>
                <a:moveTo>
                  <a:pt x="157337" y="62589"/>
                </a:moveTo>
                <a:cubicBezTo>
                  <a:pt x="157337" y="58586"/>
                  <a:pt x="157269" y="54382"/>
                  <a:pt x="157135" y="49978"/>
                </a:cubicBezTo>
                <a:cubicBezTo>
                  <a:pt x="157002" y="45574"/>
                  <a:pt x="156713" y="41459"/>
                  <a:pt x="156268" y="37632"/>
                </a:cubicBezTo>
                <a:cubicBezTo>
                  <a:pt x="158759" y="38078"/>
                  <a:pt x="160761" y="38300"/>
                  <a:pt x="162275" y="38300"/>
                </a:cubicBezTo>
                <a:cubicBezTo>
                  <a:pt x="163787" y="38300"/>
                  <a:pt x="165789" y="38078"/>
                  <a:pt x="168280" y="37632"/>
                </a:cubicBezTo>
                <a:cubicBezTo>
                  <a:pt x="167834" y="41459"/>
                  <a:pt x="167544" y="45574"/>
                  <a:pt x="167410" y="49978"/>
                </a:cubicBezTo>
                <a:cubicBezTo>
                  <a:pt x="167277" y="54382"/>
                  <a:pt x="167211" y="58586"/>
                  <a:pt x="167211" y="62589"/>
                </a:cubicBezTo>
                <a:lnTo>
                  <a:pt x="167211" y="76466"/>
                </a:lnTo>
                <a:cubicBezTo>
                  <a:pt x="167211" y="80471"/>
                  <a:pt x="167277" y="84675"/>
                  <a:pt x="167410" y="89079"/>
                </a:cubicBezTo>
                <a:cubicBezTo>
                  <a:pt x="167544" y="93482"/>
                  <a:pt x="167834" y="97463"/>
                  <a:pt x="168280" y="101021"/>
                </a:cubicBezTo>
                <a:cubicBezTo>
                  <a:pt x="166232" y="100844"/>
                  <a:pt x="164231" y="100755"/>
                  <a:pt x="162275" y="100755"/>
                </a:cubicBezTo>
                <a:cubicBezTo>
                  <a:pt x="160317" y="100755"/>
                  <a:pt x="158315" y="100844"/>
                  <a:pt x="156268" y="101021"/>
                </a:cubicBezTo>
                <a:cubicBezTo>
                  <a:pt x="156713" y="97463"/>
                  <a:pt x="157002" y="93482"/>
                  <a:pt x="157135" y="89079"/>
                </a:cubicBezTo>
                <a:cubicBezTo>
                  <a:pt x="157269" y="84675"/>
                  <a:pt x="157337" y="80471"/>
                  <a:pt x="157337" y="76466"/>
                </a:cubicBezTo>
                <a:lnTo>
                  <a:pt x="157337" y="62589"/>
                </a:lnTo>
                <a:close/>
                <a:moveTo>
                  <a:pt x="234468" y="63521"/>
                </a:moveTo>
                <a:cubicBezTo>
                  <a:pt x="234468" y="56849"/>
                  <a:pt x="233178" y="51801"/>
                  <a:pt x="230597" y="48376"/>
                </a:cubicBezTo>
                <a:cubicBezTo>
                  <a:pt x="228018" y="44951"/>
                  <a:pt x="224460" y="43238"/>
                  <a:pt x="219923" y="43238"/>
                </a:cubicBezTo>
                <a:cubicBezTo>
                  <a:pt x="213696" y="43238"/>
                  <a:pt x="209137" y="45151"/>
                  <a:pt x="206246" y="48976"/>
                </a:cubicBezTo>
                <a:cubicBezTo>
                  <a:pt x="203354" y="52802"/>
                  <a:pt x="201908" y="58184"/>
                  <a:pt x="201908" y="65124"/>
                </a:cubicBezTo>
                <a:lnTo>
                  <a:pt x="201908" y="76466"/>
                </a:lnTo>
                <a:cubicBezTo>
                  <a:pt x="201908" y="80471"/>
                  <a:pt x="201975" y="84675"/>
                  <a:pt x="202108" y="89079"/>
                </a:cubicBezTo>
                <a:cubicBezTo>
                  <a:pt x="202241" y="93482"/>
                  <a:pt x="202530" y="97463"/>
                  <a:pt x="202975" y="101021"/>
                </a:cubicBezTo>
                <a:cubicBezTo>
                  <a:pt x="200930" y="100844"/>
                  <a:pt x="198928" y="100755"/>
                  <a:pt x="196970" y="100755"/>
                </a:cubicBezTo>
                <a:cubicBezTo>
                  <a:pt x="195013" y="100755"/>
                  <a:pt x="193011" y="100844"/>
                  <a:pt x="190965" y="101021"/>
                </a:cubicBezTo>
                <a:cubicBezTo>
                  <a:pt x="191409" y="97463"/>
                  <a:pt x="191698" y="93482"/>
                  <a:pt x="191831" y="89079"/>
                </a:cubicBezTo>
                <a:cubicBezTo>
                  <a:pt x="191965" y="84675"/>
                  <a:pt x="192033" y="80471"/>
                  <a:pt x="192033" y="76466"/>
                </a:cubicBezTo>
                <a:lnTo>
                  <a:pt x="192033" y="62589"/>
                </a:lnTo>
                <a:cubicBezTo>
                  <a:pt x="192033" y="58586"/>
                  <a:pt x="191965" y="54382"/>
                  <a:pt x="191831" y="49978"/>
                </a:cubicBezTo>
                <a:cubicBezTo>
                  <a:pt x="191698" y="45574"/>
                  <a:pt x="191409" y="41459"/>
                  <a:pt x="190965" y="37632"/>
                </a:cubicBezTo>
                <a:cubicBezTo>
                  <a:pt x="193457" y="38078"/>
                  <a:pt x="195458" y="38300"/>
                  <a:pt x="196970" y="38300"/>
                </a:cubicBezTo>
                <a:cubicBezTo>
                  <a:pt x="197682" y="38300"/>
                  <a:pt x="198460" y="38234"/>
                  <a:pt x="199304" y="38101"/>
                </a:cubicBezTo>
                <a:cubicBezTo>
                  <a:pt x="200150" y="37968"/>
                  <a:pt x="201151" y="37811"/>
                  <a:pt x="202308" y="37632"/>
                </a:cubicBezTo>
                <a:cubicBezTo>
                  <a:pt x="202041" y="41192"/>
                  <a:pt x="201908" y="44750"/>
                  <a:pt x="201908" y="48308"/>
                </a:cubicBezTo>
                <a:lnTo>
                  <a:pt x="202175" y="48308"/>
                </a:lnTo>
                <a:cubicBezTo>
                  <a:pt x="204666" y="44483"/>
                  <a:pt x="207647" y="41525"/>
                  <a:pt x="211116" y="39434"/>
                </a:cubicBezTo>
                <a:cubicBezTo>
                  <a:pt x="214586" y="37344"/>
                  <a:pt x="218723" y="36299"/>
                  <a:pt x="223527" y="36299"/>
                </a:cubicBezTo>
                <a:cubicBezTo>
                  <a:pt x="226019" y="36299"/>
                  <a:pt x="228531" y="36655"/>
                  <a:pt x="231066" y="37368"/>
                </a:cubicBezTo>
                <a:cubicBezTo>
                  <a:pt x="233602" y="38079"/>
                  <a:pt x="235892" y="39302"/>
                  <a:pt x="237938" y="41037"/>
                </a:cubicBezTo>
                <a:cubicBezTo>
                  <a:pt x="239985" y="42772"/>
                  <a:pt x="241654" y="45130"/>
                  <a:pt x="242943" y="48111"/>
                </a:cubicBezTo>
                <a:cubicBezTo>
                  <a:pt x="244233" y="51091"/>
                  <a:pt x="244878" y="54893"/>
                  <a:pt x="244878" y="59518"/>
                </a:cubicBezTo>
                <a:cubicBezTo>
                  <a:pt x="244878" y="63344"/>
                  <a:pt x="244789" y="67280"/>
                  <a:pt x="244611" y="71328"/>
                </a:cubicBezTo>
                <a:cubicBezTo>
                  <a:pt x="244433" y="75377"/>
                  <a:pt x="244344" y="79670"/>
                  <a:pt x="244344" y="84208"/>
                </a:cubicBezTo>
                <a:lnTo>
                  <a:pt x="244344" y="92880"/>
                </a:lnTo>
                <a:cubicBezTo>
                  <a:pt x="244344" y="94304"/>
                  <a:pt x="244367" y="95706"/>
                  <a:pt x="244411" y="97085"/>
                </a:cubicBezTo>
                <a:cubicBezTo>
                  <a:pt x="244456" y="98464"/>
                  <a:pt x="244523" y="99777"/>
                  <a:pt x="244611" y="101021"/>
                </a:cubicBezTo>
                <a:cubicBezTo>
                  <a:pt x="242831" y="100844"/>
                  <a:pt x="240963" y="100755"/>
                  <a:pt x="239007" y="100755"/>
                </a:cubicBezTo>
                <a:cubicBezTo>
                  <a:pt x="237138" y="100755"/>
                  <a:pt x="235314" y="100844"/>
                  <a:pt x="233536" y="101021"/>
                </a:cubicBezTo>
                <a:cubicBezTo>
                  <a:pt x="233714" y="96395"/>
                  <a:pt x="233913" y="91636"/>
                  <a:pt x="234134" y="86743"/>
                </a:cubicBezTo>
                <a:cubicBezTo>
                  <a:pt x="234357" y="81849"/>
                  <a:pt x="234468" y="76822"/>
                  <a:pt x="234468" y="71662"/>
                </a:cubicBezTo>
                <a:lnTo>
                  <a:pt x="234468" y="63521"/>
                </a:lnTo>
                <a:close/>
                <a:moveTo>
                  <a:pt x="266764" y="14413"/>
                </a:moveTo>
                <a:cubicBezTo>
                  <a:pt x="266764" y="12545"/>
                  <a:pt x="267431" y="10944"/>
                  <a:pt x="268765" y="9609"/>
                </a:cubicBezTo>
                <a:cubicBezTo>
                  <a:pt x="270100" y="8275"/>
                  <a:pt x="271702" y="7608"/>
                  <a:pt x="273571" y="7608"/>
                </a:cubicBezTo>
                <a:cubicBezTo>
                  <a:pt x="275439" y="7608"/>
                  <a:pt x="277040" y="8275"/>
                  <a:pt x="278374" y="9609"/>
                </a:cubicBezTo>
                <a:cubicBezTo>
                  <a:pt x="279709" y="10944"/>
                  <a:pt x="280376" y="12545"/>
                  <a:pt x="280376" y="14413"/>
                </a:cubicBezTo>
                <a:cubicBezTo>
                  <a:pt x="280376" y="16281"/>
                  <a:pt x="279709" y="17883"/>
                  <a:pt x="278374" y="19218"/>
                </a:cubicBezTo>
                <a:cubicBezTo>
                  <a:pt x="277040" y="20553"/>
                  <a:pt x="275439" y="21220"/>
                  <a:pt x="273571" y="21220"/>
                </a:cubicBezTo>
                <a:cubicBezTo>
                  <a:pt x="271702" y="21220"/>
                  <a:pt x="270100" y="20553"/>
                  <a:pt x="268765" y="19218"/>
                </a:cubicBezTo>
                <a:cubicBezTo>
                  <a:pt x="267431" y="17883"/>
                  <a:pt x="266764" y="16281"/>
                  <a:pt x="266764" y="14413"/>
                </a:cubicBezTo>
                <a:moveTo>
                  <a:pt x="268633" y="62589"/>
                </a:moveTo>
                <a:cubicBezTo>
                  <a:pt x="268633" y="58586"/>
                  <a:pt x="268566" y="54382"/>
                  <a:pt x="268431" y="49978"/>
                </a:cubicBezTo>
                <a:cubicBezTo>
                  <a:pt x="268298" y="45574"/>
                  <a:pt x="268009" y="41459"/>
                  <a:pt x="267564" y="37632"/>
                </a:cubicBezTo>
                <a:cubicBezTo>
                  <a:pt x="270055" y="38078"/>
                  <a:pt x="272057" y="38300"/>
                  <a:pt x="273571" y="38300"/>
                </a:cubicBezTo>
                <a:cubicBezTo>
                  <a:pt x="275083" y="38300"/>
                  <a:pt x="277085" y="38078"/>
                  <a:pt x="279576" y="37632"/>
                </a:cubicBezTo>
                <a:cubicBezTo>
                  <a:pt x="279131" y="41459"/>
                  <a:pt x="278841" y="45574"/>
                  <a:pt x="278706" y="49978"/>
                </a:cubicBezTo>
                <a:cubicBezTo>
                  <a:pt x="278573" y="54382"/>
                  <a:pt x="278507" y="58586"/>
                  <a:pt x="278507" y="62589"/>
                </a:cubicBezTo>
                <a:lnTo>
                  <a:pt x="278507" y="76466"/>
                </a:lnTo>
                <a:cubicBezTo>
                  <a:pt x="278507" y="80471"/>
                  <a:pt x="278573" y="84675"/>
                  <a:pt x="278706" y="89079"/>
                </a:cubicBezTo>
                <a:cubicBezTo>
                  <a:pt x="278841" y="93482"/>
                  <a:pt x="279131" y="97463"/>
                  <a:pt x="279576" y="101021"/>
                </a:cubicBezTo>
                <a:cubicBezTo>
                  <a:pt x="277529" y="100844"/>
                  <a:pt x="275527" y="100755"/>
                  <a:pt x="273571" y="100755"/>
                </a:cubicBezTo>
                <a:cubicBezTo>
                  <a:pt x="271613" y="100755"/>
                  <a:pt x="269611" y="100844"/>
                  <a:pt x="267564" y="101021"/>
                </a:cubicBezTo>
                <a:cubicBezTo>
                  <a:pt x="268009" y="97463"/>
                  <a:pt x="268298" y="93482"/>
                  <a:pt x="268431" y="89079"/>
                </a:cubicBezTo>
                <a:cubicBezTo>
                  <a:pt x="268566" y="84675"/>
                  <a:pt x="268633" y="80471"/>
                  <a:pt x="268633" y="76466"/>
                </a:cubicBezTo>
                <a:lnTo>
                  <a:pt x="268633" y="62589"/>
                </a:lnTo>
                <a:close/>
                <a:moveTo>
                  <a:pt x="308534" y="69528"/>
                </a:moveTo>
                <a:cubicBezTo>
                  <a:pt x="308534" y="73264"/>
                  <a:pt x="308867" y="76867"/>
                  <a:pt x="309534" y="80337"/>
                </a:cubicBezTo>
                <a:cubicBezTo>
                  <a:pt x="310202" y="83807"/>
                  <a:pt x="311336" y="86898"/>
                  <a:pt x="312936" y="89612"/>
                </a:cubicBezTo>
                <a:cubicBezTo>
                  <a:pt x="314538" y="92326"/>
                  <a:pt x="316674" y="94484"/>
                  <a:pt x="319342" y="96085"/>
                </a:cubicBezTo>
                <a:cubicBezTo>
                  <a:pt x="322011" y="97686"/>
                  <a:pt x="325303" y="98486"/>
                  <a:pt x="329218" y="98486"/>
                </a:cubicBezTo>
                <a:cubicBezTo>
                  <a:pt x="333133" y="98486"/>
                  <a:pt x="336425" y="97686"/>
                  <a:pt x="339094" y="96085"/>
                </a:cubicBezTo>
                <a:cubicBezTo>
                  <a:pt x="341763" y="94484"/>
                  <a:pt x="343898" y="92326"/>
                  <a:pt x="345498" y="89612"/>
                </a:cubicBezTo>
                <a:cubicBezTo>
                  <a:pt x="347100" y="86898"/>
                  <a:pt x="348234" y="83807"/>
                  <a:pt x="348901" y="80337"/>
                </a:cubicBezTo>
                <a:cubicBezTo>
                  <a:pt x="349569" y="76867"/>
                  <a:pt x="349903" y="73264"/>
                  <a:pt x="349903" y="69528"/>
                </a:cubicBezTo>
                <a:cubicBezTo>
                  <a:pt x="349903" y="65791"/>
                  <a:pt x="349569" y="62188"/>
                  <a:pt x="348901" y="58718"/>
                </a:cubicBezTo>
                <a:cubicBezTo>
                  <a:pt x="348234" y="55248"/>
                  <a:pt x="347100" y="52157"/>
                  <a:pt x="345498" y="49445"/>
                </a:cubicBezTo>
                <a:cubicBezTo>
                  <a:pt x="343898" y="46731"/>
                  <a:pt x="341763" y="44573"/>
                  <a:pt x="339094" y="42971"/>
                </a:cubicBezTo>
                <a:cubicBezTo>
                  <a:pt x="336425" y="41370"/>
                  <a:pt x="333133" y="40569"/>
                  <a:pt x="329218" y="40569"/>
                </a:cubicBezTo>
                <a:cubicBezTo>
                  <a:pt x="325303" y="40569"/>
                  <a:pt x="322011" y="41370"/>
                  <a:pt x="319342" y="42971"/>
                </a:cubicBezTo>
                <a:cubicBezTo>
                  <a:pt x="316674" y="44573"/>
                  <a:pt x="314538" y="46731"/>
                  <a:pt x="312936" y="49445"/>
                </a:cubicBezTo>
                <a:cubicBezTo>
                  <a:pt x="311336" y="52157"/>
                  <a:pt x="310202" y="55248"/>
                  <a:pt x="309534" y="58718"/>
                </a:cubicBezTo>
                <a:cubicBezTo>
                  <a:pt x="308867" y="62188"/>
                  <a:pt x="308534" y="65791"/>
                  <a:pt x="308534" y="69528"/>
                </a:cubicBezTo>
                <a:moveTo>
                  <a:pt x="296791" y="69528"/>
                </a:moveTo>
                <a:cubicBezTo>
                  <a:pt x="296791" y="63478"/>
                  <a:pt x="297747" y="58340"/>
                  <a:pt x="299660" y="54114"/>
                </a:cubicBezTo>
                <a:cubicBezTo>
                  <a:pt x="301573" y="49888"/>
                  <a:pt x="304085" y="46463"/>
                  <a:pt x="307198" y="43839"/>
                </a:cubicBezTo>
                <a:cubicBezTo>
                  <a:pt x="310312" y="41215"/>
                  <a:pt x="313805" y="39302"/>
                  <a:pt x="317675" y="38101"/>
                </a:cubicBezTo>
                <a:cubicBezTo>
                  <a:pt x="321545" y="36899"/>
                  <a:pt x="325393" y="36299"/>
                  <a:pt x="329218" y="36299"/>
                </a:cubicBezTo>
                <a:cubicBezTo>
                  <a:pt x="333133" y="36299"/>
                  <a:pt x="337004" y="36899"/>
                  <a:pt x="340829" y="38101"/>
                </a:cubicBezTo>
                <a:cubicBezTo>
                  <a:pt x="344655" y="39302"/>
                  <a:pt x="348124" y="41215"/>
                  <a:pt x="351237" y="43839"/>
                </a:cubicBezTo>
                <a:cubicBezTo>
                  <a:pt x="354351" y="46463"/>
                  <a:pt x="356864" y="49888"/>
                  <a:pt x="358777" y="54114"/>
                </a:cubicBezTo>
                <a:cubicBezTo>
                  <a:pt x="360690" y="58340"/>
                  <a:pt x="361646" y="63478"/>
                  <a:pt x="361646" y="69528"/>
                </a:cubicBezTo>
                <a:cubicBezTo>
                  <a:pt x="361646" y="75577"/>
                  <a:pt x="360690" y="80715"/>
                  <a:pt x="358777" y="84941"/>
                </a:cubicBezTo>
                <a:cubicBezTo>
                  <a:pt x="356864" y="89167"/>
                  <a:pt x="354351" y="92593"/>
                  <a:pt x="351237" y="95218"/>
                </a:cubicBezTo>
                <a:cubicBezTo>
                  <a:pt x="348124" y="97842"/>
                  <a:pt x="344655" y="99688"/>
                  <a:pt x="340829" y="100755"/>
                </a:cubicBezTo>
                <a:cubicBezTo>
                  <a:pt x="337004" y="101822"/>
                  <a:pt x="333133" y="102355"/>
                  <a:pt x="329218" y="102355"/>
                </a:cubicBezTo>
                <a:cubicBezTo>
                  <a:pt x="325393" y="102355"/>
                  <a:pt x="321545" y="101822"/>
                  <a:pt x="317675" y="100755"/>
                </a:cubicBezTo>
                <a:cubicBezTo>
                  <a:pt x="313805" y="99688"/>
                  <a:pt x="310312" y="97842"/>
                  <a:pt x="307198" y="95218"/>
                </a:cubicBezTo>
                <a:cubicBezTo>
                  <a:pt x="304085" y="92593"/>
                  <a:pt x="301573" y="89167"/>
                  <a:pt x="299660" y="84941"/>
                </a:cubicBezTo>
                <a:cubicBezTo>
                  <a:pt x="297747" y="80715"/>
                  <a:pt x="296791" y="75577"/>
                  <a:pt x="296791" y="69528"/>
                </a:cubicBezTo>
                <a:close/>
                <a:moveTo>
                  <a:pt x="419963" y="63521"/>
                </a:moveTo>
                <a:cubicBezTo>
                  <a:pt x="419963" y="56849"/>
                  <a:pt x="418672" y="51801"/>
                  <a:pt x="416092" y="48376"/>
                </a:cubicBezTo>
                <a:cubicBezTo>
                  <a:pt x="413512" y="44951"/>
                  <a:pt x="409954" y="43238"/>
                  <a:pt x="405418" y="43238"/>
                </a:cubicBezTo>
                <a:cubicBezTo>
                  <a:pt x="399191" y="43238"/>
                  <a:pt x="394631" y="45151"/>
                  <a:pt x="391740" y="48976"/>
                </a:cubicBezTo>
                <a:cubicBezTo>
                  <a:pt x="388848" y="52802"/>
                  <a:pt x="387403" y="58184"/>
                  <a:pt x="387403" y="65124"/>
                </a:cubicBezTo>
                <a:lnTo>
                  <a:pt x="387403" y="76466"/>
                </a:lnTo>
                <a:cubicBezTo>
                  <a:pt x="387403" y="80471"/>
                  <a:pt x="387469" y="84675"/>
                  <a:pt x="387602" y="89079"/>
                </a:cubicBezTo>
                <a:cubicBezTo>
                  <a:pt x="387735" y="93482"/>
                  <a:pt x="388024" y="97463"/>
                  <a:pt x="388470" y="101021"/>
                </a:cubicBezTo>
                <a:cubicBezTo>
                  <a:pt x="386424" y="100844"/>
                  <a:pt x="384422" y="100755"/>
                  <a:pt x="382465" y="100755"/>
                </a:cubicBezTo>
                <a:cubicBezTo>
                  <a:pt x="380507" y="100755"/>
                  <a:pt x="378506" y="100844"/>
                  <a:pt x="376460" y="101021"/>
                </a:cubicBezTo>
                <a:cubicBezTo>
                  <a:pt x="376904" y="97463"/>
                  <a:pt x="377192" y="93482"/>
                  <a:pt x="377325" y="89079"/>
                </a:cubicBezTo>
                <a:cubicBezTo>
                  <a:pt x="377460" y="84675"/>
                  <a:pt x="377527" y="80471"/>
                  <a:pt x="377527" y="76466"/>
                </a:cubicBezTo>
                <a:lnTo>
                  <a:pt x="377527" y="62589"/>
                </a:lnTo>
                <a:cubicBezTo>
                  <a:pt x="377527" y="58586"/>
                  <a:pt x="377460" y="54382"/>
                  <a:pt x="377325" y="49978"/>
                </a:cubicBezTo>
                <a:cubicBezTo>
                  <a:pt x="377192" y="45574"/>
                  <a:pt x="376904" y="41459"/>
                  <a:pt x="376460" y="37632"/>
                </a:cubicBezTo>
                <a:cubicBezTo>
                  <a:pt x="378951" y="38078"/>
                  <a:pt x="380953" y="38300"/>
                  <a:pt x="382465" y="38300"/>
                </a:cubicBezTo>
                <a:cubicBezTo>
                  <a:pt x="383176" y="38300"/>
                  <a:pt x="383954" y="38234"/>
                  <a:pt x="384798" y="38101"/>
                </a:cubicBezTo>
                <a:cubicBezTo>
                  <a:pt x="385644" y="37968"/>
                  <a:pt x="386645" y="37811"/>
                  <a:pt x="387802" y="37632"/>
                </a:cubicBezTo>
                <a:cubicBezTo>
                  <a:pt x="387536" y="41192"/>
                  <a:pt x="387403" y="44750"/>
                  <a:pt x="387403" y="48308"/>
                </a:cubicBezTo>
                <a:lnTo>
                  <a:pt x="387669" y="48308"/>
                </a:lnTo>
                <a:cubicBezTo>
                  <a:pt x="390161" y="44483"/>
                  <a:pt x="393141" y="41525"/>
                  <a:pt x="396611" y="39434"/>
                </a:cubicBezTo>
                <a:cubicBezTo>
                  <a:pt x="400081" y="37344"/>
                  <a:pt x="404218" y="36299"/>
                  <a:pt x="409022" y="36299"/>
                </a:cubicBezTo>
                <a:cubicBezTo>
                  <a:pt x="411513" y="36299"/>
                  <a:pt x="414026" y="36655"/>
                  <a:pt x="416560" y="37368"/>
                </a:cubicBezTo>
                <a:cubicBezTo>
                  <a:pt x="419096" y="38079"/>
                  <a:pt x="421387" y="39302"/>
                  <a:pt x="423432" y="41037"/>
                </a:cubicBezTo>
                <a:cubicBezTo>
                  <a:pt x="425480" y="42772"/>
                  <a:pt x="427148" y="45130"/>
                  <a:pt x="428438" y="48111"/>
                </a:cubicBezTo>
                <a:cubicBezTo>
                  <a:pt x="429727" y="51091"/>
                  <a:pt x="430372" y="54893"/>
                  <a:pt x="430372" y="59518"/>
                </a:cubicBezTo>
                <a:cubicBezTo>
                  <a:pt x="430372" y="63344"/>
                  <a:pt x="430283" y="67280"/>
                  <a:pt x="430105" y="71328"/>
                </a:cubicBezTo>
                <a:cubicBezTo>
                  <a:pt x="429928" y="75377"/>
                  <a:pt x="429839" y="79670"/>
                  <a:pt x="429839" y="84208"/>
                </a:cubicBezTo>
                <a:lnTo>
                  <a:pt x="429839" y="92880"/>
                </a:lnTo>
                <a:cubicBezTo>
                  <a:pt x="429839" y="94304"/>
                  <a:pt x="429861" y="95706"/>
                  <a:pt x="429906" y="97085"/>
                </a:cubicBezTo>
                <a:cubicBezTo>
                  <a:pt x="429951" y="98464"/>
                  <a:pt x="430017" y="99777"/>
                  <a:pt x="430105" y="101021"/>
                </a:cubicBezTo>
                <a:cubicBezTo>
                  <a:pt x="428326" y="100844"/>
                  <a:pt x="426458" y="100755"/>
                  <a:pt x="424502" y="100755"/>
                </a:cubicBezTo>
                <a:cubicBezTo>
                  <a:pt x="422632" y="100755"/>
                  <a:pt x="420808" y="100844"/>
                  <a:pt x="419030" y="101021"/>
                </a:cubicBezTo>
                <a:cubicBezTo>
                  <a:pt x="419208" y="96395"/>
                  <a:pt x="419407" y="91636"/>
                  <a:pt x="419629" y="86743"/>
                </a:cubicBezTo>
                <a:cubicBezTo>
                  <a:pt x="419851" y="81849"/>
                  <a:pt x="419963" y="76822"/>
                  <a:pt x="419963" y="71662"/>
                </a:cubicBezTo>
                <a:lnTo>
                  <a:pt x="419963" y="63521"/>
                </a:lnTo>
                <a:close/>
                <a:moveTo>
                  <a:pt x="449989" y="88610"/>
                </a:moveTo>
                <a:cubicBezTo>
                  <a:pt x="450434" y="89501"/>
                  <a:pt x="451124" y="90480"/>
                  <a:pt x="452058" y="91547"/>
                </a:cubicBezTo>
                <a:cubicBezTo>
                  <a:pt x="452992" y="92614"/>
                  <a:pt x="454104" y="93615"/>
                  <a:pt x="455393" y="94550"/>
                </a:cubicBezTo>
                <a:cubicBezTo>
                  <a:pt x="456684" y="95484"/>
                  <a:pt x="458153" y="96263"/>
                  <a:pt x="459798" y="96886"/>
                </a:cubicBezTo>
                <a:cubicBezTo>
                  <a:pt x="461443" y="97507"/>
                  <a:pt x="463201" y="97818"/>
                  <a:pt x="465070" y="97818"/>
                </a:cubicBezTo>
                <a:cubicBezTo>
                  <a:pt x="466760" y="97818"/>
                  <a:pt x="468384" y="97552"/>
                  <a:pt x="469941" y="97018"/>
                </a:cubicBezTo>
                <a:cubicBezTo>
                  <a:pt x="471498" y="96485"/>
                  <a:pt x="472876" y="95728"/>
                  <a:pt x="474076" y="94750"/>
                </a:cubicBezTo>
                <a:cubicBezTo>
                  <a:pt x="475278" y="93771"/>
                  <a:pt x="476234" y="92525"/>
                  <a:pt x="476945" y="91013"/>
                </a:cubicBezTo>
                <a:cubicBezTo>
                  <a:pt x="477658" y="89501"/>
                  <a:pt x="478014" y="87766"/>
                  <a:pt x="478014" y="85808"/>
                </a:cubicBezTo>
                <a:cubicBezTo>
                  <a:pt x="478014" y="83050"/>
                  <a:pt x="477236" y="80937"/>
                  <a:pt x="475679" y="79469"/>
                </a:cubicBezTo>
                <a:cubicBezTo>
                  <a:pt x="474122" y="78002"/>
                  <a:pt x="472187" y="76801"/>
                  <a:pt x="469873" y="75867"/>
                </a:cubicBezTo>
                <a:cubicBezTo>
                  <a:pt x="467560" y="74932"/>
                  <a:pt x="465024" y="74109"/>
                  <a:pt x="462266" y="73397"/>
                </a:cubicBezTo>
                <a:cubicBezTo>
                  <a:pt x="459509" y="72686"/>
                  <a:pt x="456974" y="71686"/>
                  <a:pt x="454660" y="70396"/>
                </a:cubicBezTo>
                <a:cubicBezTo>
                  <a:pt x="452347" y="69105"/>
                  <a:pt x="450412" y="67392"/>
                  <a:pt x="448855" y="65258"/>
                </a:cubicBezTo>
                <a:cubicBezTo>
                  <a:pt x="447298" y="63123"/>
                  <a:pt x="446519" y="60187"/>
                  <a:pt x="446519" y="56449"/>
                </a:cubicBezTo>
                <a:cubicBezTo>
                  <a:pt x="446519" y="53513"/>
                  <a:pt x="447009" y="50822"/>
                  <a:pt x="447988" y="48376"/>
                </a:cubicBezTo>
                <a:cubicBezTo>
                  <a:pt x="448966" y="45929"/>
                  <a:pt x="450390" y="43816"/>
                  <a:pt x="452258" y="42037"/>
                </a:cubicBezTo>
                <a:cubicBezTo>
                  <a:pt x="454126" y="40257"/>
                  <a:pt x="456439" y="38856"/>
                  <a:pt x="459197" y="37834"/>
                </a:cubicBezTo>
                <a:cubicBezTo>
                  <a:pt x="461956" y="36810"/>
                  <a:pt x="465114" y="36299"/>
                  <a:pt x="468672" y="36299"/>
                </a:cubicBezTo>
                <a:cubicBezTo>
                  <a:pt x="471964" y="36299"/>
                  <a:pt x="474744" y="36744"/>
                  <a:pt x="477013" y="37634"/>
                </a:cubicBezTo>
                <a:cubicBezTo>
                  <a:pt x="479281" y="38524"/>
                  <a:pt x="481439" y="39324"/>
                  <a:pt x="483486" y="40035"/>
                </a:cubicBezTo>
                <a:cubicBezTo>
                  <a:pt x="482773" y="41370"/>
                  <a:pt x="482105" y="43016"/>
                  <a:pt x="481482" y="44973"/>
                </a:cubicBezTo>
                <a:cubicBezTo>
                  <a:pt x="480860" y="46931"/>
                  <a:pt x="480461" y="48443"/>
                  <a:pt x="480283" y="49510"/>
                </a:cubicBezTo>
                <a:lnTo>
                  <a:pt x="478680" y="49510"/>
                </a:lnTo>
                <a:cubicBezTo>
                  <a:pt x="477969" y="47374"/>
                  <a:pt x="476590" y="45462"/>
                  <a:pt x="474543" y="43772"/>
                </a:cubicBezTo>
                <a:cubicBezTo>
                  <a:pt x="472497" y="42082"/>
                  <a:pt x="469962" y="41236"/>
                  <a:pt x="466937" y="41236"/>
                </a:cubicBezTo>
                <a:cubicBezTo>
                  <a:pt x="465603" y="41236"/>
                  <a:pt x="464268" y="41459"/>
                  <a:pt x="462934" y="41904"/>
                </a:cubicBezTo>
                <a:cubicBezTo>
                  <a:pt x="461599" y="42348"/>
                  <a:pt x="460398" y="43016"/>
                  <a:pt x="459330" y="43906"/>
                </a:cubicBezTo>
                <a:cubicBezTo>
                  <a:pt x="458263" y="44795"/>
                  <a:pt x="457373" y="45952"/>
                  <a:pt x="456662" y="47376"/>
                </a:cubicBezTo>
                <a:cubicBezTo>
                  <a:pt x="455951" y="48799"/>
                  <a:pt x="455595" y="50489"/>
                  <a:pt x="455595" y="52446"/>
                </a:cubicBezTo>
                <a:cubicBezTo>
                  <a:pt x="455595" y="55293"/>
                  <a:pt x="456373" y="57495"/>
                  <a:pt x="457929" y="59052"/>
                </a:cubicBezTo>
                <a:cubicBezTo>
                  <a:pt x="459486" y="60609"/>
                  <a:pt x="461421" y="61833"/>
                  <a:pt x="463734" y="62723"/>
                </a:cubicBezTo>
                <a:cubicBezTo>
                  <a:pt x="466047" y="63612"/>
                  <a:pt x="468582" y="64391"/>
                  <a:pt x="471339" y="65059"/>
                </a:cubicBezTo>
                <a:cubicBezTo>
                  <a:pt x="474098" y="65725"/>
                  <a:pt x="476634" y="66659"/>
                  <a:pt x="478947" y="67861"/>
                </a:cubicBezTo>
                <a:cubicBezTo>
                  <a:pt x="481260" y="69061"/>
                  <a:pt x="483195" y="70728"/>
                  <a:pt x="484752" y="72864"/>
                </a:cubicBezTo>
                <a:cubicBezTo>
                  <a:pt x="486309" y="74999"/>
                  <a:pt x="487088" y="77935"/>
                  <a:pt x="487088" y="81671"/>
                </a:cubicBezTo>
                <a:cubicBezTo>
                  <a:pt x="487088" y="84251"/>
                  <a:pt x="486532" y="86787"/>
                  <a:pt x="485420" y="89278"/>
                </a:cubicBezTo>
                <a:cubicBezTo>
                  <a:pt x="484308" y="91769"/>
                  <a:pt x="482707" y="94016"/>
                  <a:pt x="480615" y="96018"/>
                </a:cubicBezTo>
                <a:cubicBezTo>
                  <a:pt x="478524" y="98019"/>
                  <a:pt x="476011" y="99576"/>
                  <a:pt x="473074" y="100687"/>
                </a:cubicBezTo>
                <a:cubicBezTo>
                  <a:pt x="470139" y="101799"/>
                  <a:pt x="466804" y="102355"/>
                  <a:pt x="463068" y="102355"/>
                </a:cubicBezTo>
                <a:cubicBezTo>
                  <a:pt x="458975" y="102355"/>
                  <a:pt x="455550" y="101955"/>
                  <a:pt x="452791" y="101154"/>
                </a:cubicBezTo>
                <a:cubicBezTo>
                  <a:pt x="450034" y="100354"/>
                  <a:pt x="447721" y="99420"/>
                  <a:pt x="445852" y="98352"/>
                </a:cubicBezTo>
                <a:cubicBezTo>
                  <a:pt x="446386" y="97195"/>
                  <a:pt x="446943" y="95616"/>
                  <a:pt x="447521" y="93615"/>
                </a:cubicBezTo>
                <a:cubicBezTo>
                  <a:pt x="448100" y="91613"/>
                  <a:pt x="448389" y="89945"/>
                  <a:pt x="448389" y="88610"/>
                </a:cubicBezTo>
                <a:lnTo>
                  <a:pt x="449989" y="88610"/>
                </a:lnTo>
                <a:close/>
                <a:moveTo>
                  <a:pt x="588834" y="67794"/>
                </a:moveTo>
                <a:cubicBezTo>
                  <a:pt x="587322" y="68327"/>
                  <a:pt x="585564" y="68772"/>
                  <a:pt x="583562" y="69127"/>
                </a:cubicBezTo>
                <a:cubicBezTo>
                  <a:pt x="581561" y="69483"/>
                  <a:pt x="579538" y="69861"/>
                  <a:pt x="577492" y="70261"/>
                </a:cubicBezTo>
                <a:cubicBezTo>
                  <a:pt x="575446" y="70662"/>
                  <a:pt x="573422" y="71174"/>
                  <a:pt x="571420" y="71797"/>
                </a:cubicBezTo>
                <a:cubicBezTo>
                  <a:pt x="569417" y="72419"/>
                  <a:pt x="567638" y="73264"/>
                  <a:pt x="566081" y="74332"/>
                </a:cubicBezTo>
                <a:cubicBezTo>
                  <a:pt x="564525" y="75399"/>
                  <a:pt x="563279" y="76733"/>
                  <a:pt x="562344" y="78335"/>
                </a:cubicBezTo>
                <a:cubicBezTo>
                  <a:pt x="561410" y="79937"/>
                  <a:pt x="560943" y="81984"/>
                  <a:pt x="560943" y="84475"/>
                </a:cubicBezTo>
                <a:cubicBezTo>
                  <a:pt x="560943" y="88656"/>
                  <a:pt x="562144" y="91814"/>
                  <a:pt x="564545" y="93949"/>
                </a:cubicBezTo>
                <a:cubicBezTo>
                  <a:pt x="566948" y="96085"/>
                  <a:pt x="569618" y="97152"/>
                  <a:pt x="572554" y="97152"/>
                </a:cubicBezTo>
                <a:cubicBezTo>
                  <a:pt x="575934" y="97152"/>
                  <a:pt x="579025" y="96218"/>
                  <a:pt x="581827" y="94351"/>
                </a:cubicBezTo>
                <a:cubicBezTo>
                  <a:pt x="584630" y="92481"/>
                  <a:pt x="586788" y="90301"/>
                  <a:pt x="588300" y="87810"/>
                </a:cubicBezTo>
                <a:lnTo>
                  <a:pt x="588834" y="67794"/>
                </a:lnTo>
                <a:moveTo>
                  <a:pt x="555873" y="44038"/>
                </a:moveTo>
                <a:cubicBezTo>
                  <a:pt x="559876" y="41014"/>
                  <a:pt x="563568" y="38968"/>
                  <a:pt x="566948" y="37901"/>
                </a:cubicBezTo>
                <a:cubicBezTo>
                  <a:pt x="570330" y="36833"/>
                  <a:pt x="573799" y="36299"/>
                  <a:pt x="577357" y="36299"/>
                </a:cubicBezTo>
                <a:cubicBezTo>
                  <a:pt x="580561" y="36299"/>
                  <a:pt x="583497" y="36766"/>
                  <a:pt x="586166" y="37699"/>
                </a:cubicBezTo>
                <a:cubicBezTo>
                  <a:pt x="588835" y="38633"/>
                  <a:pt x="591104" y="39968"/>
                  <a:pt x="592971" y="41703"/>
                </a:cubicBezTo>
                <a:cubicBezTo>
                  <a:pt x="594839" y="43438"/>
                  <a:pt x="596307" y="45529"/>
                  <a:pt x="597374" y="47977"/>
                </a:cubicBezTo>
                <a:cubicBezTo>
                  <a:pt x="598442" y="50423"/>
                  <a:pt x="598976" y="53113"/>
                  <a:pt x="598976" y="56048"/>
                </a:cubicBezTo>
                <a:cubicBezTo>
                  <a:pt x="598976" y="61120"/>
                  <a:pt x="598888" y="66169"/>
                  <a:pt x="598710" y="71196"/>
                </a:cubicBezTo>
                <a:cubicBezTo>
                  <a:pt x="598532" y="76223"/>
                  <a:pt x="598443" y="81538"/>
                  <a:pt x="598443" y="87142"/>
                </a:cubicBezTo>
                <a:cubicBezTo>
                  <a:pt x="598443" y="88211"/>
                  <a:pt x="598465" y="89345"/>
                  <a:pt x="598510" y="90547"/>
                </a:cubicBezTo>
                <a:cubicBezTo>
                  <a:pt x="598555" y="91747"/>
                  <a:pt x="598755" y="92814"/>
                  <a:pt x="599111" y="93748"/>
                </a:cubicBezTo>
                <a:cubicBezTo>
                  <a:pt x="599467" y="94682"/>
                  <a:pt x="599978" y="95460"/>
                  <a:pt x="600644" y="96083"/>
                </a:cubicBezTo>
                <a:cubicBezTo>
                  <a:pt x="601312" y="96707"/>
                  <a:pt x="602313" y="97018"/>
                  <a:pt x="603648" y="97018"/>
                </a:cubicBezTo>
                <a:cubicBezTo>
                  <a:pt x="604093" y="97018"/>
                  <a:pt x="604560" y="96996"/>
                  <a:pt x="605049" y="96951"/>
                </a:cubicBezTo>
                <a:cubicBezTo>
                  <a:pt x="605539" y="96906"/>
                  <a:pt x="606006" y="96751"/>
                  <a:pt x="606450" y="96485"/>
                </a:cubicBezTo>
                <a:lnTo>
                  <a:pt x="606450" y="99421"/>
                </a:lnTo>
                <a:cubicBezTo>
                  <a:pt x="605471" y="99865"/>
                  <a:pt x="604248" y="100220"/>
                  <a:pt x="602780" y="100488"/>
                </a:cubicBezTo>
                <a:cubicBezTo>
                  <a:pt x="601313" y="100755"/>
                  <a:pt x="599689" y="100889"/>
                  <a:pt x="597909" y="100889"/>
                </a:cubicBezTo>
                <a:cubicBezTo>
                  <a:pt x="595063" y="100889"/>
                  <a:pt x="592883" y="100155"/>
                  <a:pt x="591371" y="98688"/>
                </a:cubicBezTo>
                <a:cubicBezTo>
                  <a:pt x="589859" y="97219"/>
                  <a:pt x="588969" y="95328"/>
                  <a:pt x="588701" y="93015"/>
                </a:cubicBezTo>
                <a:cubicBezTo>
                  <a:pt x="585499" y="96217"/>
                  <a:pt x="582341" y="98574"/>
                  <a:pt x="579227" y="100087"/>
                </a:cubicBezTo>
                <a:cubicBezTo>
                  <a:pt x="576113" y="101599"/>
                  <a:pt x="572287" y="102355"/>
                  <a:pt x="567750" y="102355"/>
                </a:cubicBezTo>
                <a:cubicBezTo>
                  <a:pt x="565525" y="102355"/>
                  <a:pt x="563345" y="102044"/>
                  <a:pt x="561210" y="101420"/>
                </a:cubicBezTo>
                <a:cubicBezTo>
                  <a:pt x="559076" y="100799"/>
                  <a:pt x="557185" y="99777"/>
                  <a:pt x="555539" y="98354"/>
                </a:cubicBezTo>
                <a:cubicBezTo>
                  <a:pt x="553893" y="96930"/>
                  <a:pt x="552559" y="95217"/>
                  <a:pt x="551535" y="93216"/>
                </a:cubicBezTo>
                <a:cubicBezTo>
                  <a:pt x="550513" y="91214"/>
                  <a:pt x="550002" y="88923"/>
                  <a:pt x="550002" y="86342"/>
                </a:cubicBezTo>
                <a:cubicBezTo>
                  <a:pt x="550002" y="81004"/>
                  <a:pt x="551670" y="76868"/>
                  <a:pt x="555005" y="73933"/>
                </a:cubicBezTo>
                <a:cubicBezTo>
                  <a:pt x="558342" y="70997"/>
                  <a:pt x="562946" y="69039"/>
                  <a:pt x="568817" y="68060"/>
                </a:cubicBezTo>
                <a:cubicBezTo>
                  <a:pt x="573621" y="67259"/>
                  <a:pt x="577380" y="66570"/>
                  <a:pt x="580094" y="65991"/>
                </a:cubicBezTo>
                <a:cubicBezTo>
                  <a:pt x="582808" y="65413"/>
                  <a:pt x="584809" y="64812"/>
                  <a:pt x="586099" y="64189"/>
                </a:cubicBezTo>
                <a:cubicBezTo>
                  <a:pt x="587389" y="63566"/>
                  <a:pt x="588167" y="62832"/>
                  <a:pt x="588433" y="61988"/>
                </a:cubicBezTo>
                <a:cubicBezTo>
                  <a:pt x="588700" y="61142"/>
                  <a:pt x="588834" y="60052"/>
                  <a:pt x="588834" y="58718"/>
                </a:cubicBezTo>
                <a:cubicBezTo>
                  <a:pt x="588834" y="56494"/>
                  <a:pt x="588567" y="54360"/>
                  <a:pt x="588034" y="52314"/>
                </a:cubicBezTo>
                <a:cubicBezTo>
                  <a:pt x="587500" y="50267"/>
                  <a:pt x="586655" y="48487"/>
                  <a:pt x="585498" y="46975"/>
                </a:cubicBezTo>
                <a:cubicBezTo>
                  <a:pt x="584342" y="45462"/>
                  <a:pt x="582830" y="44239"/>
                  <a:pt x="580962" y="43305"/>
                </a:cubicBezTo>
                <a:cubicBezTo>
                  <a:pt x="579094" y="42371"/>
                  <a:pt x="576825" y="41904"/>
                  <a:pt x="574156" y="41904"/>
                </a:cubicBezTo>
                <a:cubicBezTo>
                  <a:pt x="570597" y="41904"/>
                  <a:pt x="567283" y="42705"/>
                  <a:pt x="564213" y="44307"/>
                </a:cubicBezTo>
                <a:cubicBezTo>
                  <a:pt x="561144" y="45908"/>
                  <a:pt x="558853" y="48131"/>
                  <a:pt x="557341" y="50978"/>
                </a:cubicBezTo>
                <a:lnTo>
                  <a:pt x="555873" y="50978"/>
                </a:lnTo>
                <a:lnTo>
                  <a:pt x="555873" y="44038"/>
                </a:lnTo>
                <a:close/>
                <a:moveTo>
                  <a:pt x="664766" y="63521"/>
                </a:moveTo>
                <a:cubicBezTo>
                  <a:pt x="664766" y="56849"/>
                  <a:pt x="663476" y="51801"/>
                  <a:pt x="660895" y="48376"/>
                </a:cubicBezTo>
                <a:cubicBezTo>
                  <a:pt x="658316" y="44951"/>
                  <a:pt x="654758" y="43238"/>
                  <a:pt x="650221" y="43238"/>
                </a:cubicBezTo>
                <a:cubicBezTo>
                  <a:pt x="643994" y="43238"/>
                  <a:pt x="639435" y="45151"/>
                  <a:pt x="636543" y="48976"/>
                </a:cubicBezTo>
                <a:cubicBezTo>
                  <a:pt x="633652" y="52802"/>
                  <a:pt x="632206" y="58184"/>
                  <a:pt x="632206" y="65124"/>
                </a:cubicBezTo>
                <a:lnTo>
                  <a:pt x="632206" y="76466"/>
                </a:lnTo>
                <a:cubicBezTo>
                  <a:pt x="632206" y="80471"/>
                  <a:pt x="632273" y="84675"/>
                  <a:pt x="632406" y="89079"/>
                </a:cubicBezTo>
                <a:cubicBezTo>
                  <a:pt x="632539" y="93482"/>
                  <a:pt x="632828" y="97463"/>
                  <a:pt x="633273" y="101021"/>
                </a:cubicBezTo>
                <a:cubicBezTo>
                  <a:pt x="631227" y="100844"/>
                  <a:pt x="629226" y="100755"/>
                  <a:pt x="627268" y="100755"/>
                </a:cubicBezTo>
                <a:cubicBezTo>
                  <a:pt x="625311" y="100755"/>
                  <a:pt x="623309" y="100844"/>
                  <a:pt x="621263" y="101021"/>
                </a:cubicBezTo>
                <a:cubicBezTo>
                  <a:pt x="621707" y="97463"/>
                  <a:pt x="621996" y="93482"/>
                  <a:pt x="622129" y="89079"/>
                </a:cubicBezTo>
                <a:cubicBezTo>
                  <a:pt x="622263" y="84675"/>
                  <a:pt x="622330" y="80471"/>
                  <a:pt x="622330" y="76466"/>
                </a:cubicBezTo>
                <a:lnTo>
                  <a:pt x="622330" y="62589"/>
                </a:lnTo>
                <a:cubicBezTo>
                  <a:pt x="622330" y="58586"/>
                  <a:pt x="622263" y="54382"/>
                  <a:pt x="622129" y="49978"/>
                </a:cubicBezTo>
                <a:cubicBezTo>
                  <a:pt x="621996" y="45574"/>
                  <a:pt x="621707" y="41459"/>
                  <a:pt x="621263" y="37632"/>
                </a:cubicBezTo>
                <a:cubicBezTo>
                  <a:pt x="623754" y="38078"/>
                  <a:pt x="625756" y="38300"/>
                  <a:pt x="627268" y="38300"/>
                </a:cubicBezTo>
                <a:cubicBezTo>
                  <a:pt x="627980" y="38300"/>
                  <a:pt x="628757" y="38234"/>
                  <a:pt x="629602" y="38101"/>
                </a:cubicBezTo>
                <a:cubicBezTo>
                  <a:pt x="630448" y="37968"/>
                  <a:pt x="631449" y="37811"/>
                  <a:pt x="632605" y="37632"/>
                </a:cubicBezTo>
                <a:cubicBezTo>
                  <a:pt x="632339" y="41192"/>
                  <a:pt x="632206" y="44750"/>
                  <a:pt x="632206" y="48308"/>
                </a:cubicBezTo>
                <a:lnTo>
                  <a:pt x="632473" y="48308"/>
                </a:lnTo>
                <a:cubicBezTo>
                  <a:pt x="634964" y="44483"/>
                  <a:pt x="637944" y="41525"/>
                  <a:pt x="641414" y="39434"/>
                </a:cubicBezTo>
                <a:cubicBezTo>
                  <a:pt x="644884" y="37344"/>
                  <a:pt x="649021" y="36299"/>
                  <a:pt x="653825" y="36299"/>
                </a:cubicBezTo>
                <a:cubicBezTo>
                  <a:pt x="656316" y="36299"/>
                  <a:pt x="658829" y="36655"/>
                  <a:pt x="661364" y="37368"/>
                </a:cubicBezTo>
                <a:cubicBezTo>
                  <a:pt x="663899" y="38079"/>
                  <a:pt x="666190" y="39302"/>
                  <a:pt x="668236" y="41037"/>
                </a:cubicBezTo>
                <a:cubicBezTo>
                  <a:pt x="670283" y="42772"/>
                  <a:pt x="671951" y="45130"/>
                  <a:pt x="673241" y="48111"/>
                </a:cubicBezTo>
                <a:cubicBezTo>
                  <a:pt x="674531" y="51091"/>
                  <a:pt x="675176" y="54893"/>
                  <a:pt x="675176" y="59518"/>
                </a:cubicBezTo>
                <a:cubicBezTo>
                  <a:pt x="675176" y="63344"/>
                  <a:pt x="675087" y="67280"/>
                  <a:pt x="674909" y="71328"/>
                </a:cubicBezTo>
                <a:cubicBezTo>
                  <a:pt x="674731" y="75377"/>
                  <a:pt x="674642" y="79670"/>
                  <a:pt x="674642" y="84208"/>
                </a:cubicBezTo>
                <a:lnTo>
                  <a:pt x="674642" y="92880"/>
                </a:lnTo>
                <a:cubicBezTo>
                  <a:pt x="674642" y="94304"/>
                  <a:pt x="674664" y="95706"/>
                  <a:pt x="674709" y="97085"/>
                </a:cubicBezTo>
                <a:cubicBezTo>
                  <a:pt x="674754" y="98464"/>
                  <a:pt x="674821" y="99777"/>
                  <a:pt x="674909" y="101021"/>
                </a:cubicBezTo>
                <a:cubicBezTo>
                  <a:pt x="673129" y="100844"/>
                  <a:pt x="671261" y="100755"/>
                  <a:pt x="669305" y="100755"/>
                </a:cubicBezTo>
                <a:cubicBezTo>
                  <a:pt x="667436" y="100755"/>
                  <a:pt x="665612" y="100844"/>
                  <a:pt x="663834" y="101021"/>
                </a:cubicBezTo>
                <a:cubicBezTo>
                  <a:pt x="664011" y="96395"/>
                  <a:pt x="664211" y="91636"/>
                  <a:pt x="664432" y="86743"/>
                </a:cubicBezTo>
                <a:cubicBezTo>
                  <a:pt x="664655" y="81849"/>
                  <a:pt x="664766" y="76822"/>
                  <a:pt x="664766" y="71662"/>
                </a:cubicBezTo>
                <a:lnTo>
                  <a:pt x="664766" y="63521"/>
                </a:lnTo>
                <a:close/>
                <a:moveTo>
                  <a:pt x="702667" y="70728"/>
                </a:moveTo>
                <a:cubicBezTo>
                  <a:pt x="702667" y="76067"/>
                  <a:pt x="703223" y="80471"/>
                  <a:pt x="704335" y="83941"/>
                </a:cubicBezTo>
                <a:cubicBezTo>
                  <a:pt x="705447" y="87410"/>
                  <a:pt x="706870" y="90190"/>
                  <a:pt x="708605" y="92282"/>
                </a:cubicBezTo>
                <a:cubicBezTo>
                  <a:pt x="710340" y="94372"/>
                  <a:pt x="712319" y="95818"/>
                  <a:pt x="714543" y="96619"/>
                </a:cubicBezTo>
                <a:cubicBezTo>
                  <a:pt x="716768" y="97419"/>
                  <a:pt x="718948" y="97818"/>
                  <a:pt x="721084" y="97818"/>
                </a:cubicBezTo>
                <a:cubicBezTo>
                  <a:pt x="724553" y="97818"/>
                  <a:pt x="727534" y="96951"/>
                  <a:pt x="730025" y="95216"/>
                </a:cubicBezTo>
                <a:cubicBezTo>
                  <a:pt x="732516" y="93481"/>
                  <a:pt x="734584" y="91213"/>
                  <a:pt x="736229" y="88411"/>
                </a:cubicBezTo>
                <a:cubicBezTo>
                  <a:pt x="737875" y="85609"/>
                  <a:pt x="739075" y="82429"/>
                  <a:pt x="739831" y="78871"/>
                </a:cubicBezTo>
                <a:cubicBezTo>
                  <a:pt x="740589" y="75311"/>
                  <a:pt x="740968" y="71752"/>
                  <a:pt x="740968" y="68193"/>
                </a:cubicBezTo>
                <a:cubicBezTo>
                  <a:pt x="740968" y="59653"/>
                  <a:pt x="739322" y="53136"/>
                  <a:pt x="736030" y="48644"/>
                </a:cubicBezTo>
                <a:cubicBezTo>
                  <a:pt x="732738" y="44151"/>
                  <a:pt x="727889" y="41904"/>
                  <a:pt x="721483" y="41904"/>
                </a:cubicBezTo>
                <a:cubicBezTo>
                  <a:pt x="718280" y="41904"/>
                  <a:pt x="715500" y="42638"/>
                  <a:pt x="713142" y="44106"/>
                </a:cubicBezTo>
                <a:cubicBezTo>
                  <a:pt x="710785" y="45573"/>
                  <a:pt x="708829" y="47620"/>
                  <a:pt x="707271" y="50245"/>
                </a:cubicBezTo>
                <a:cubicBezTo>
                  <a:pt x="705714" y="52869"/>
                  <a:pt x="704558" y="55938"/>
                  <a:pt x="703802" y="59453"/>
                </a:cubicBezTo>
                <a:cubicBezTo>
                  <a:pt x="703046" y="62966"/>
                  <a:pt x="702667" y="66724"/>
                  <a:pt x="702667" y="70728"/>
                </a:cubicBezTo>
                <a:moveTo>
                  <a:pt x="740567" y="88344"/>
                </a:moveTo>
                <a:cubicBezTo>
                  <a:pt x="739855" y="89768"/>
                  <a:pt x="738899" y="91303"/>
                  <a:pt x="737697" y="92950"/>
                </a:cubicBezTo>
                <a:cubicBezTo>
                  <a:pt x="736496" y="94595"/>
                  <a:pt x="734983" y="96130"/>
                  <a:pt x="733159" y="97554"/>
                </a:cubicBezTo>
                <a:cubicBezTo>
                  <a:pt x="731335" y="98976"/>
                  <a:pt x="729178" y="100132"/>
                  <a:pt x="726687" y="101021"/>
                </a:cubicBezTo>
                <a:cubicBezTo>
                  <a:pt x="724196" y="101911"/>
                  <a:pt x="721305" y="102355"/>
                  <a:pt x="718013" y="102355"/>
                </a:cubicBezTo>
                <a:cubicBezTo>
                  <a:pt x="714633" y="102355"/>
                  <a:pt x="711319" y="101777"/>
                  <a:pt x="708072" y="100620"/>
                </a:cubicBezTo>
                <a:cubicBezTo>
                  <a:pt x="704825" y="99464"/>
                  <a:pt x="701933" y="97573"/>
                  <a:pt x="699397" y="94949"/>
                </a:cubicBezTo>
                <a:cubicBezTo>
                  <a:pt x="696861" y="92325"/>
                  <a:pt x="694815" y="88945"/>
                  <a:pt x="693258" y="84809"/>
                </a:cubicBezTo>
                <a:cubicBezTo>
                  <a:pt x="691702" y="80671"/>
                  <a:pt x="690924" y="75711"/>
                  <a:pt x="690924" y="69928"/>
                </a:cubicBezTo>
                <a:cubicBezTo>
                  <a:pt x="690924" y="64234"/>
                  <a:pt x="691769" y="59297"/>
                  <a:pt x="693459" y="55116"/>
                </a:cubicBezTo>
                <a:cubicBezTo>
                  <a:pt x="695150" y="50933"/>
                  <a:pt x="697351" y="47441"/>
                  <a:pt x="700065" y="44639"/>
                </a:cubicBezTo>
                <a:cubicBezTo>
                  <a:pt x="702779" y="41837"/>
                  <a:pt x="705848" y="39747"/>
                  <a:pt x="709273" y="38367"/>
                </a:cubicBezTo>
                <a:cubicBezTo>
                  <a:pt x="712698" y="36988"/>
                  <a:pt x="716146" y="36299"/>
                  <a:pt x="719615" y="36299"/>
                </a:cubicBezTo>
                <a:cubicBezTo>
                  <a:pt x="729490" y="36299"/>
                  <a:pt x="736340" y="40747"/>
                  <a:pt x="740165" y="49644"/>
                </a:cubicBezTo>
                <a:lnTo>
                  <a:pt x="740432" y="49644"/>
                </a:lnTo>
                <a:lnTo>
                  <a:pt x="740432" y="36565"/>
                </a:lnTo>
                <a:cubicBezTo>
                  <a:pt x="740432" y="33185"/>
                  <a:pt x="740410" y="29782"/>
                  <a:pt x="740365" y="26357"/>
                </a:cubicBezTo>
                <a:cubicBezTo>
                  <a:pt x="740321" y="22932"/>
                  <a:pt x="740277" y="19663"/>
                  <a:pt x="740233" y="16549"/>
                </a:cubicBezTo>
                <a:cubicBezTo>
                  <a:pt x="740188" y="13435"/>
                  <a:pt x="740143" y="10499"/>
                  <a:pt x="740098" y="7742"/>
                </a:cubicBezTo>
                <a:cubicBezTo>
                  <a:pt x="740055" y="4983"/>
                  <a:pt x="739988" y="2537"/>
                  <a:pt x="739899" y="401"/>
                </a:cubicBezTo>
                <a:cubicBezTo>
                  <a:pt x="740967" y="579"/>
                  <a:pt x="741990" y="735"/>
                  <a:pt x="742967" y="869"/>
                </a:cubicBezTo>
                <a:cubicBezTo>
                  <a:pt x="743946" y="1003"/>
                  <a:pt x="744925" y="1069"/>
                  <a:pt x="745904" y="1069"/>
                </a:cubicBezTo>
                <a:cubicBezTo>
                  <a:pt x="746882" y="1069"/>
                  <a:pt x="747839" y="1003"/>
                  <a:pt x="748773" y="869"/>
                </a:cubicBezTo>
                <a:cubicBezTo>
                  <a:pt x="749707" y="735"/>
                  <a:pt x="750752" y="579"/>
                  <a:pt x="751909" y="401"/>
                </a:cubicBezTo>
                <a:cubicBezTo>
                  <a:pt x="751642" y="3248"/>
                  <a:pt x="751421" y="7362"/>
                  <a:pt x="751243" y="12745"/>
                </a:cubicBezTo>
                <a:cubicBezTo>
                  <a:pt x="751065" y="18128"/>
                  <a:pt x="750909" y="24066"/>
                  <a:pt x="750774" y="30560"/>
                </a:cubicBezTo>
                <a:cubicBezTo>
                  <a:pt x="750641" y="37055"/>
                  <a:pt x="750530" y="43728"/>
                  <a:pt x="750440" y="50579"/>
                </a:cubicBezTo>
                <a:cubicBezTo>
                  <a:pt x="750352" y="57429"/>
                  <a:pt x="750308" y="63701"/>
                  <a:pt x="750308" y="69394"/>
                </a:cubicBezTo>
                <a:cubicBezTo>
                  <a:pt x="750308" y="75533"/>
                  <a:pt x="750352" y="81049"/>
                  <a:pt x="750440" y="85943"/>
                </a:cubicBezTo>
                <a:cubicBezTo>
                  <a:pt x="750530" y="90835"/>
                  <a:pt x="750620" y="95861"/>
                  <a:pt x="750709" y="101021"/>
                </a:cubicBezTo>
                <a:cubicBezTo>
                  <a:pt x="748929" y="100844"/>
                  <a:pt x="747195" y="100755"/>
                  <a:pt x="745504" y="100755"/>
                </a:cubicBezTo>
                <a:cubicBezTo>
                  <a:pt x="743903" y="100755"/>
                  <a:pt x="742212" y="100844"/>
                  <a:pt x="740432" y="101021"/>
                </a:cubicBezTo>
                <a:lnTo>
                  <a:pt x="740833" y="88344"/>
                </a:lnTo>
                <a:lnTo>
                  <a:pt x="740567" y="88344"/>
                </a:lnTo>
                <a:close/>
                <a:moveTo>
                  <a:pt x="828836" y="70728"/>
                </a:moveTo>
                <a:cubicBezTo>
                  <a:pt x="828836" y="76067"/>
                  <a:pt x="829391" y="80471"/>
                  <a:pt x="830503" y="83941"/>
                </a:cubicBezTo>
                <a:cubicBezTo>
                  <a:pt x="831615" y="87410"/>
                  <a:pt x="833038" y="90190"/>
                  <a:pt x="834773" y="92282"/>
                </a:cubicBezTo>
                <a:cubicBezTo>
                  <a:pt x="836508" y="94372"/>
                  <a:pt x="838487" y="95818"/>
                  <a:pt x="840711" y="96619"/>
                </a:cubicBezTo>
                <a:cubicBezTo>
                  <a:pt x="842936" y="97419"/>
                  <a:pt x="845116" y="97818"/>
                  <a:pt x="847252" y="97818"/>
                </a:cubicBezTo>
                <a:cubicBezTo>
                  <a:pt x="850721" y="97818"/>
                  <a:pt x="853702" y="96951"/>
                  <a:pt x="856193" y="95216"/>
                </a:cubicBezTo>
                <a:cubicBezTo>
                  <a:pt x="858684" y="93481"/>
                  <a:pt x="860752" y="91213"/>
                  <a:pt x="862397" y="88411"/>
                </a:cubicBezTo>
                <a:cubicBezTo>
                  <a:pt x="864043" y="85609"/>
                  <a:pt x="865243" y="82429"/>
                  <a:pt x="865999" y="78871"/>
                </a:cubicBezTo>
                <a:cubicBezTo>
                  <a:pt x="866757" y="75311"/>
                  <a:pt x="867136" y="71752"/>
                  <a:pt x="867136" y="68193"/>
                </a:cubicBezTo>
                <a:cubicBezTo>
                  <a:pt x="867136" y="59653"/>
                  <a:pt x="865490" y="53136"/>
                  <a:pt x="862198" y="48644"/>
                </a:cubicBezTo>
                <a:cubicBezTo>
                  <a:pt x="858906" y="44151"/>
                  <a:pt x="854057" y="41904"/>
                  <a:pt x="847651" y="41904"/>
                </a:cubicBezTo>
                <a:cubicBezTo>
                  <a:pt x="844448" y="41904"/>
                  <a:pt x="841668" y="42638"/>
                  <a:pt x="839310" y="44106"/>
                </a:cubicBezTo>
                <a:cubicBezTo>
                  <a:pt x="836953" y="45573"/>
                  <a:pt x="834997" y="47620"/>
                  <a:pt x="833440" y="50245"/>
                </a:cubicBezTo>
                <a:cubicBezTo>
                  <a:pt x="831882" y="52869"/>
                  <a:pt x="830726" y="55938"/>
                  <a:pt x="829970" y="59453"/>
                </a:cubicBezTo>
                <a:cubicBezTo>
                  <a:pt x="829214" y="62966"/>
                  <a:pt x="828836" y="66724"/>
                  <a:pt x="828836" y="70728"/>
                </a:cubicBezTo>
                <a:moveTo>
                  <a:pt x="866735" y="88344"/>
                </a:moveTo>
                <a:cubicBezTo>
                  <a:pt x="866023" y="89768"/>
                  <a:pt x="865067" y="91303"/>
                  <a:pt x="863865" y="92950"/>
                </a:cubicBezTo>
                <a:cubicBezTo>
                  <a:pt x="862664" y="94595"/>
                  <a:pt x="861151" y="96130"/>
                  <a:pt x="859327" y="97554"/>
                </a:cubicBezTo>
                <a:cubicBezTo>
                  <a:pt x="857503" y="98976"/>
                  <a:pt x="855346" y="100132"/>
                  <a:pt x="852855" y="101021"/>
                </a:cubicBezTo>
                <a:cubicBezTo>
                  <a:pt x="850364" y="101911"/>
                  <a:pt x="847473" y="102355"/>
                  <a:pt x="844181" y="102355"/>
                </a:cubicBezTo>
                <a:cubicBezTo>
                  <a:pt x="840801" y="102355"/>
                  <a:pt x="837487" y="101777"/>
                  <a:pt x="834240" y="100620"/>
                </a:cubicBezTo>
                <a:cubicBezTo>
                  <a:pt x="830993" y="99464"/>
                  <a:pt x="828101" y="97573"/>
                  <a:pt x="825565" y="94949"/>
                </a:cubicBezTo>
                <a:cubicBezTo>
                  <a:pt x="823029" y="92325"/>
                  <a:pt x="820983" y="88945"/>
                  <a:pt x="819426" y="84809"/>
                </a:cubicBezTo>
                <a:cubicBezTo>
                  <a:pt x="817870" y="80671"/>
                  <a:pt x="817092" y="75711"/>
                  <a:pt x="817092" y="69928"/>
                </a:cubicBezTo>
                <a:cubicBezTo>
                  <a:pt x="817092" y="64234"/>
                  <a:pt x="817937" y="59297"/>
                  <a:pt x="819628" y="55116"/>
                </a:cubicBezTo>
                <a:cubicBezTo>
                  <a:pt x="821318" y="50933"/>
                  <a:pt x="823520" y="47441"/>
                  <a:pt x="826233" y="44639"/>
                </a:cubicBezTo>
                <a:cubicBezTo>
                  <a:pt x="828947" y="41837"/>
                  <a:pt x="832016" y="39747"/>
                  <a:pt x="835441" y="38367"/>
                </a:cubicBezTo>
                <a:cubicBezTo>
                  <a:pt x="838866" y="36988"/>
                  <a:pt x="842314" y="36299"/>
                  <a:pt x="845783" y="36299"/>
                </a:cubicBezTo>
                <a:cubicBezTo>
                  <a:pt x="855658" y="36299"/>
                  <a:pt x="862508" y="40747"/>
                  <a:pt x="866333" y="49644"/>
                </a:cubicBezTo>
                <a:lnTo>
                  <a:pt x="866600" y="49644"/>
                </a:lnTo>
                <a:lnTo>
                  <a:pt x="866600" y="36565"/>
                </a:lnTo>
                <a:cubicBezTo>
                  <a:pt x="866600" y="33185"/>
                  <a:pt x="866578" y="29782"/>
                  <a:pt x="866533" y="26357"/>
                </a:cubicBezTo>
                <a:cubicBezTo>
                  <a:pt x="866490" y="22932"/>
                  <a:pt x="866445" y="19663"/>
                  <a:pt x="866401" y="16549"/>
                </a:cubicBezTo>
                <a:cubicBezTo>
                  <a:pt x="866356" y="13435"/>
                  <a:pt x="866311" y="10499"/>
                  <a:pt x="866266" y="7742"/>
                </a:cubicBezTo>
                <a:cubicBezTo>
                  <a:pt x="866223" y="4983"/>
                  <a:pt x="866156" y="2537"/>
                  <a:pt x="866067" y="401"/>
                </a:cubicBezTo>
                <a:cubicBezTo>
                  <a:pt x="867135" y="579"/>
                  <a:pt x="868158" y="735"/>
                  <a:pt x="869135" y="869"/>
                </a:cubicBezTo>
                <a:cubicBezTo>
                  <a:pt x="870114" y="1003"/>
                  <a:pt x="871093" y="1069"/>
                  <a:pt x="872072" y="1069"/>
                </a:cubicBezTo>
                <a:cubicBezTo>
                  <a:pt x="873050" y="1069"/>
                  <a:pt x="874007" y="1003"/>
                  <a:pt x="874941" y="869"/>
                </a:cubicBezTo>
                <a:cubicBezTo>
                  <a:pt x="875875" y="735"/>
                  <a:pt x="876920" y="579"/>
                  <a:pt x="878077" y="401"/>
                </a:cubicBezTo>
                <a:cubicBezTo>
                  <a:pt x="877811" y="3248"/>
                  <a:pt x="877589" y="7362"/>
                  <a:pt x="877411" y="12745"/>
                </a:cubicBezTo>
                <a:cubicBezTo>
                  <a:pt x="877233" y="18128"/>
                  <a:pt x="877077" y="24066"/>
                  <a:pt x="876942" y="30560"/>
                </a:cubicBezTo>
                <a:cubicBezTo>
                  <a:pt x="876809" y="37055"/>
                  <a:pt x="876698" y="43728"/>
                  <a:pt x="876608" y="50579"/>
                </a:cubicBezTo>
                <a:cubicBezTo>
                  <a:pt x="876520" y="57429"/>
                  <a:pt x="876476" y="63701"/>
                  <a:pt x="876476" y="69394"/>
                </a:cubicBezTo>
                <a:cubicBezTo>
                  <a:pt x="876476" y="75533"/>
                  <a:pt x="876520" y="81049"/>
                  <a:pt x="876608" y="85943"/>
                </a:cubicBezTo>
                <a:cubicBezTo>
                  <a:pt x="876698" y="90835"/>
                  <a:pt x="876788" y="95861"/>
                  <a:pt x="876877" y="101021"/>
                </a:cubicBezTo>
                <a:cubicBezTo>
                  <a:pt x="875098" y="100844"/>
                  <a:pt x="873363" y="100755"/>
                  <a:pt x="871673" y="100755"/>
                </a:cubicBezTo>
                <a:cubicBezTo>
                  <a:pt x="870071" y="100755"/>
                  <a:pt x="868380" y="100844"/>
                  <a:pt x="866600" y="101021"/>
                </a:cubicBezTo>
                <a:lnTo>
                  <a:pt x="867001" y="88344"/>
                </a:lnTo>
                <a:lnTo>
                  <a:pt x="866735" y="88344"/>
                </a:lnTo>
                <a:close/>
                <a:moveTo>
                  <a:pt x="921182" y="40569"/>
                </a:moveTo>
                <a:cubicBezTo>
                  <a:pt x="917890" y="40569"/>
                  <a:pt x="915109" y="41325"/>
                  <a:pt x="912839" y="42837"/>
                </a:cubicBezTo>
                <a:cubicBezTo>
                  <a:pt x="910571" y="44349"/>
                  <a:pt x="908703" y="46240"/>
                  <a:pt x="907235" y="48510"/>
                </a:cubicBezTo>
                <a:cubicBezTo>
                  <a:pt x="905768" y="50778"/>
                  <a:pt x="904656" y="53269"/>
                  <a:pt x="903900" y="55983"/>
                </a:cubicBezTo>
                <a:cubicBezTo>
                  <a:pt x="903144" y="58697"/>
                  <a:pt x="902677" y="61254"/>
                  <a:pt x="902499" y="63656"/>
                </a:cubicBezTo>
                <a:cubicBezTo>
                  <a:pt x="905256" y="63745"/>
                  <a:pt x="908125" y="63835"/>
                  <a:pt x="911104" y="63925"/>
                </a:cubicBezTo>
                <a:cubicBezTo>
                  <a:pt x="914085" y="64013"/>
                  <a:pt x="916999" y="64057"/>
                  <a:pt x="919846" y="64057"/>
                </a:cubicBezTo>
                <a:cubicBezTo>
                  <a:pt x="922782" y="64057"/>
                  <a:pt x="925763" y="64013"/>
                  <a:pt x="928787" y="63925"/>
                </a:cubicBezTo>
                <a:cubicBezTo>
                  <a:pt x="931812" y="63835"/>
                  <a:pt x="934748" y="63745"/>
                  <a:pt x="937596" y="63656"/>
                </a:cubicBezTo>
                <a:cubicBezTo>
                  <a:pt x="937596" y="61254"/>
                  <a:pt x="937396" y="58719"/>
                  <a:pt x="936995" y="56050"/>
                </a:cubicBezTo>
                <a:cubicBezTo>
                  <a:pt x="936595" y="53380"/>
                  <a:pt x="935794" y="50888"/>
                  <a:pt x="934593" y="48575"/>
                </a:cubicBezTo>
                <a:cubicBezTo>
                  <a:pt x="933391" y="46262"/>
                  <a:pt x="931723" y="44349"/>
                  <a:pt x="929588" y="42837"/>
                </a:cubicBezTo>
                <a:cubicBezTo>
                  <a:pt x="927452" y="41325"/>
                  <a:pt x="924650" y="40569"/>
                  <a:pt x="921182" y="40569"/>
                </a:cubicBezTo>
                <a:moveTo>
                  <a:pt x="890355" y="71396"/>
                </a:moveTo>
                <a:cubicBezTo>
                  <a:pt x="890355" y="60453"/>
                  <a:pt x="892956" y="51868"/>
                  <a:pt x="898160" y="45641"/>
                </a:cubicBezTo>
                <a:cubicBezTo>
                  <a:pt x="903364" y="39413"/>
                  <a:pt x="910950" y="36299"/>
                  <a:pt x="920915" y="36299"/>
                </a:cubicBezTo>
                <a:cubicBezTo>
                  <a:pt x="925630" y="36299"/>
                  <a:pt x="929700" y="37033"/>
                  <a:pt x="933125" y="38502"/>
                </a:cubicBezTo>
                <a:cubicBezTo>
                  <a:pt x="936550" y="39969"/>
                  <a:pt x="939419" y="41926"/>
                  <a:pt x="941732" y="44372"/>
                </a:cubicBezTo>
                <a:cubicBezTo>
                  <a:pt x="944045" y="46819"/>
                  <a:pt x="945758" y="49688"/>
                  <a:pt x="946869" y="52980"/>
                </a:cubicBezTo>
                <a:cubicBezTo>
                  <a:pt x="947981" y="56272"/>
                  <a:pt x="948537" y="59786"/>
                  <a:pt x="948537" y="63521"/>
                </a:cubicBezTo>
                <a:cubicBezTo>
                  <a:pt x="948537" y="64412"/>
                  <a:pt x="948515" y="65280"/>
                  <a:pt x="948470" y="66126"/>
                </a:cubicBezTo>
                <a:cubicBezTo>
                  <a:pt x="948426" y="66970"/>
                  <a:pt x="948360" y="67837"/>
                  <a:pt x="948270" y="68726"/>
                </a:cubicBezTo>
                <a:cubicBezTo>
                  <a:pt x="943466" y="68638"/>
                  <a:pt x="938707" y="68550"/>
                  <a:pt x="933992" y="68461"/>
                </a:cubicBezTo>
                <a:cubicBezTo>
                  <a:pt x="929277" y="68372"/>
                  <a:pt x="924518" y="68327"/>
                  <a:pt x="919714" y="68327"/>
                </a:cubicBezTo>
                <a:cubicBezTo>
                  <a:pt x="916777" y="68327"/>
                  <a:pt x="913863" y="68372"/>
                  <a:pt x="910972" y="68461"/>
                </a:cubicBezTo>
                <a:cubicBezTo>
                  <a:pt x="908080" y="68550"/>
                  <a:pt x="905167" y="68638"/>
                  <a:pt x="902230" y="68726"/>
                </a:cubicBezTo>
                <a:cubicBezTo>
                  <a:pt x="902142" y="69171"/>
                  <a:pt x="902098" y="69839"/>
                  <a:pt x="902098" y="70728"/>
                </a:cubicBezTo>
                <a:lnTo>
                  <a:pt x="902098" y="72463"/>
                </a:lnTo>
                <a:cubicBezTo>
                  <a:pt x="902098" y="75932"/>
                  <a:pt x="902609" y="79180"/>
                  <a:pt x="903631" y="82206"/>
                </a:cubicBezTo>
                <a:cubicBezTo>
                  <a:pt x="904655" y="85231"/>
                  <a:pt x="906145" y="87833"/>
                  <a:pt x="908103" y="90013"/>
                </a:cubicBezTo>
                <a:cubicBezTo>
                  <a:pt x="910060" y="92192"/>
                  <a:pt x="912462" y="93927"/>
                  <a:pt x="915309" y="95218"/>
                </a:cubicBezTo>
                <a:cubicBezTo>
                  <a:pt x="918156" y="96508"/>
                  <a:pt x="921448" y="97152"/>
                  <a:pt x="925185" y="97152"/>
                </a:cubicBezTo>
                <a:cubicBezTo>
                  <a:pt x="926963" y="97152"/>
                  <a:pt x="928787" y="96908"/>
                  <a:pt x="930655" y="96419"/>
                </a:cubicBezTo>
                <a:cubicBezTo>
                  <a:pt x="932524" y="95929"/>
                  <a:pt x="934348" y="95261"/>
                  <a:pt x="936126" y="94416"/>
                </a:cubicBezTo>
                <a:cubicBezTo>
                  <a:pt x="937906" y="93570"/>
                  <a:pt x="939574" y="92569"/>
                  <a:pt x="941131" y="91414"/>
                </a:cubicBezTo>
                <a:cubicBezTo>
                  <a:pt x="942688" y="90258"/>
                  <a:pt x="944045" y="89011"/>
                  <a:pt x="945202" y="87676"/>
                </a:cubicBezTo>
                <a:lnTo>
                  <a:pt x="945870" y="88077"/>
                </a:lnTo>
                <a:lnTo>
                  <a:pt x="945069" y="94615"/>
                </a:lnTo>
                <a:cubicBezTo>
                  <a:pt x="942399" y="96751"/>
                  <a:pt x="939085" y="98574"/>
                  <a:pt x="935126" y="100087"/>
                </a:cubicBezTo>
                <a:cubicBezTo>
                  <a:pt x="931168" y="101599"/>
                  <a:pt x="927053" y="102355"/>
                  <a:pt x="922782" y="102355"/>
                </a:cubicBezTo>
                <a:cubicBezTo>
                  <a:pt x="917978" y="102355"/>
                  <a:pt x="913596" y="101621"/>
                  <a:pt x="909636" y="100154"/>
                </a:cubicBezTo>
                <a:cubicBezTo>
                  <a:pt x="905678" y="98686"/>
                  <a:pt x="902253" y="96552"/>
                  <a:pt x="899361" y="93750"/>
                </a:cubicBezTo>
                <a:cubicBezTo>
                  <a:pt x="896471" y="90947"/>
                  <a:pt x="894247" y="87632"/>
                  <a:pt x="892690" y="83807"/>
                </a:cubicBezTo>
                <a:cubicBezTo>
                  <a:pt x="891133" y="79981"/>
                  <a:pt x="890355" y="75844"/>
                  <a:pt x="890355" y="71396"/>
                </a:cubicBezTo>
                <a:close/>
                <a:moveTo>
                  <a:pt x="958014" y="69528"/>
                </a:moveTo>
                <a:cubicBezTo>
                  <a:pt x="958014" y="63745"/>
                  <a:pt x="958992" y="58763"/>
                  <a:pt x="960948" y="54582"/>
                </a:cubicBezTo>
                <a:cubicBezTo>
                  <a:pt x="962906" y="50400"/>
                  <a:pt x="965463" y="46952"/>
                  <a:pt x="968621" y="44240"/>
                </a:cubicBezTo>
                <a:cubicBezTo>
                  <a:pt x="971780" y="41526"/>
                  <a:pt x="975405" y="39525"/>
                  <a:pt x="979497" y="38235"/>
                </a:cubicBezTo>
                <a:cubicBezTo>
                  <a:pt x="983590" y="36944"/>
                  <a:pt x="987771" y="36299"/>
                  <a:pt x="992042" y="36299"/>
                </a:cubicBezTo>
                <a:cubicBezTo>
                  <a:pt x="996936" y="36299"/>
                  <a:pt x="1001317" y="36899"/>
                  <a:pt x="1005186" y="38101"/>
                </a:cubicBezTo>
                <a:cubicBezTo>
                  <a:pt x="1009056" y="39302"/>
                  <a:pt x="1011837" y="40659"/>
                  <a:pt x="1013527" y="42171"/>
                </a:cubicBezTo>
                <a:cubicBezTo>
                  <a:pt x="1012905" y="43506"/>
                  <a:pt x="1012349" y="44907"/>
                  <a:pt x="1011859" y="46374"/>
                </a:cubicBezTo>
                <a:cubicBezTo>
                  <a:pt x="1011370" y="47841"/>
                  <a:pt x="1010948" y="49376"/>
                  <a:pt x="1010592" y="50978"/>
                </a:cubicBezTo>
                <a:lnTo>
                  <a:pt x="1009523" y="50978"/>
                </a:lnTo>
                <a:cubicBezTo>
                  <a:pt x="1008902" y="49821"/>
                  <a:pt x="1008057" y="48643"/>
                  <a:pt x="1006988" y="47443"/>
                </a:cubicBezTo>
                <a:cubicBezTo>
                  <a:pt x="1005921" y="46242"/>
                  <a:pt x="1004653" y="45129"/>
                  <a:pt x="1003185" y="44106"/>
                </a:cubicBezTo>
                <a:cubicBezTo>
                  <a:pt x="1001717" y="43082"/>
                  <a:pt x="1000093" y="42237"/>
                  <a:pt x="998314" y="41570"/>
                </a:cubicBezTo>
                <a:cubicBezTo>
                  <a:pt x="996535" y="40903"/>
                  <a:pt x="994579" y="40569"/>
                  <a:pt x="992443" y="40569"/>
                </a:cubicBezTo>
                <a:cubicBezTo>
                  <a:pt x="988440" y="40569"/>
                  <a:pt x="984993" y="41303"/>
                  <a:pt x="982101" y="42772"/>
                </a:cubicBezTo>
                <a:cubicBezTo>
                  <a:pt x="979210" y="44239"/>
                  <a:pt x="976852" y="46263"/>
                  <a:pt x="975027" y="48844"/>
                </a:cubicBezTo>
                <a:cubicBezTo>
                  <a:pt x="973204" y="51423"/>
                  <a:pt x="971869" y="54470"/>
                  <a:pt x="971024" y="57985"/>
                </a:cubicBezTo>
                <a:cubicBezTo>
                  <a:pt x="970179" y="61498"/>
                  <a:pt x="969757" y="65301"/>
                  <a:pt x="969757" y="69394"/>
                </a:cubicBezTo>
                <a:cubicBezTo>
                  <a:pt x="969757" y="78557"/>
                  <a:pt x="971714" y="85474"/>
                  <a:pt x="975628" y="90146"/>
                </a:cubicBezTo>
                <a:cubicBezTo>
                  <a:pt x="979543" y="94817"/>
                  <a:pt x="985281" y="97152"/>
                  <a:pt x="992842" y="97152"/>
                </a:cubicBezTo>
                <a:cubicBezTo>
                  <a:pt x="994622" y="97152"/>
                  <a:pt x="996446" y="96908"/>
                  <a:pt x="998314" y="96419"/>
                </a:cubicBezTo>
                <a:cubicBezTo>
                  <a:pt x="1000183" y="95929"/>
                  <a:pt x="1002007" y="95261"/>
                  <a:pt x="1003785" y="94416"/>
                </a:cubicBezTo>
                <a:cubicBezTo>
                  <a:pt x="1005565" y="93570"/>
                  <a:pt x="1007233" y="92569"/>
                  <a:pt x="1008790" y="91414"/>
                </a:cubicBezTo>
                <a:cubicBezTo>
                  <a:pt x="1010347" y="90258"/>
                  <a:pt x="1011704" y="89011"/>
                  <a:pt x="1012861" y="87676"/>
                </a:cubicBezTo>
                <a:lnTo>
                  <a:pt x="1013527" y="88077"/>
                </a:lnTo>
                <a:cubicBezTo>
                  <a:pt x="1013083" y="90212"/>
                  <a:pt x="1012816" y="92392"/>
                  <a:pt x="1012727" y="94615"/>
                </a:cubicBezTo>
                <a:cubicBezTo>
                  <a:pt x="1010058" y="96751"/>
                  <a:pt x="1006743" y="98574"/>
                  <a:pt x="1002783" y="100087"/>
                </a:cubicBezTo>
                <a:cubicBezTo>
                  <a:pt x="998825" y="101599"/>
                  <a:pt x="994711" y="102355"/>
                  <a:pt x="990442" y="102355"/>
                </a:cubicBezTo>
                <a:cubicBezTo>
                  <a:pt x="986616" y="102355"/>
                  <a:pt x="982768" y="101799"/>
                  <a:pt x="978898" y="100687"/>
                </a:cubicBezTo>
                <a:cubicBezTo>
                  <a:pt x="975028" y="99576"/>
                  <a:pt x="971535" y="97708"/>
                  <a:pt x="968421" y="95084"/>
                </a:cubicBezTo>
                <a:cubicBezTo>
                  <a:pt x="965309" y="92458"/>
                  <a:pt x="962796" y="89055"/>
                  <a:pt x="960883" y="84874"/>
                </a:cubicBezTo>
                <a:cubicBezTo>
                  <a:pt x="958970" y="80693"/>
                  <a:pt x="958014" y="75577"/>
                  <a:pt x="958014" y="69528"/>
                </a:cubicBezTo>
                <a:close/>
                <a:moveTo>
                  <a:pt x="1030876" y="14413"/>
                </a:moveTo>
                <a:cubicBezTo>
                  <a:pt x="1030876" y="12545"/>
                  <a:pt x="1031543" y="10944"/>
                  <a:pt x="1032878" y="9609"/>
                </a:cubicBezTo>
                <a:cubicBezTo>
                  <a:pt x="1034212" y="8275"/>
                  <a:pt x="1035814" y="7608"/>
                  <a:pt x="1037683" y="7608"/>
                </a:cubicBezTo>
                <a:cubicBezTo>
                  <a:pt x="1039551" y="7608"/>
                  <a:pt x="1041153" y="8275"/>
                  <a:pt x="1042487" y="9609"/>
                </a:cubicBezTo>
                <a:cubicBezTo>
                  <a:pt x="1043821" y="10944"/>
                  <a:pt x="1044489" y="12545"/>
                  <a:pt x="1044489" y="14413"/>
                </a:cubicBezTo>
                <a:cubicBezTo>
                  <a:pt x="1044489" y="16281"/>
                  <a:pt x="1043821" y="17883"/>
                  <a:pt x="1042487" y="19218"/>
                </a:cubicBezTo>
                <a:cubicBezTo>
                  <a:pt x="1041153" y="20553"/>
                  <a:pt x="1039551" y="21220"/>
                  <a:pt x="1037683" y="21220"/>
                </a:cubicBezTo>
                <a:cubicBezTo>
                  <a:pt x="1035814" y="21220"/>
                  <a:pt x="1034212" y="20553"/>
                  <a:pt x="1032878" y="19218"/>
                </a:cubicBezTo>
                <a:cubicBezTo>
                  <a:pt x="1031543" y="17883"/>
                  <a:pt x="1030876" y="16281"/>
                  <a:pt x="1030876" y="14413"/>
                </a:cubicBezTo>
                <a:moveTo>
                  <a:pt x="1032746" y="62589"/>
                </a:moveTo>
                <a:cubicBezTo>
                  <a:pt x="1032746" y="58586"/>
                  <a:pt x="1032678" y="54382"/>
                  <a:pt x="1032544" y="49978"/>
                </a:cubicBezTo>
                <a:cubicBezTo>
                  <a:pt x="1032411" y="45574"/>
                  <a:pt x="1032122" y="41459"/>
                  <a:pt x="1031676" y="37632"/>
                </a:cubicBezTo>
                <a:cubicBezTo>
                  <a:pt x="1034167" y="38078"/>
                  <a:pt x="1036170" y="38300"/>
                  <a:pt x="1037683" y="38300"/>
                </a:cubicBezTo>
                <a:cubicBezTo>
                  <a:pt x="1039196" y="38300"/>
                  <a:pt x="1041197" y="38078"/>
                  <a:pt x="1043688" y="37632"/>
                </a:cubicBezTo>
                <a:cubicBezTo>
                  <a:pt x="1043243" y="41459"/>
                  <a:pt x="1042953" y="45574"/>
                  <a:pt x="1042819" y="49978"/>
                </a:cubicBezTo>
                <a:cubicBezTo>
                  <a:pt x="1042686" y="54382"/>
                  <a:pt x="1042619" y="58586"/>
                  <a:pt x="1042619" y="62589"/>
                </a:cubicBezTo>
                <a:lnTo>
                  <a:pt x="1042619" y="76466"/>
                </a:lnTo>
                <a:cubicBezTo>
                  <a:pt x="1042619" y="80471"/>
                  <a:pt x="1042686" y="84675"/>
                  <a:pt x="1042819" y="89079"/>
                </a:cubicBezTo>
                <a:cubicBezTo>
                  <a:pt x="1042953" y="93482"/>
                  <a:pt x="1043243" y="97463"/>
                  <a:pt x="1043688" y="101021"/>
                </a:cubicBezTo>
                <a:cubicBezTo>
                  <a:pt x="1041641" y="100844"/>
                  <a:pt x="1039640" y="100755"/>
                  <a:pt x="1037683" y="100755"/>
                </a:cubicBezTo>
                <a:cubicBezTo>
                  <a:pt x="1035726" y="100755"/>
                  <a:pt x="1033724" y="100844"/>
                  <a:pt x="1031676" y="101021"/>
                </a:cubicBezTo>
                <a:cubicBezTo>
                  <a:pt x="1032122" y="97463"/>
                  <a:pt x="1032411" y="93482"/>
                  <a:pt x="1032544" y="89079"/>
                </a:cubicBezTo>
                <a:cubicBezTo>
                  <a:pt x="1032678" y="84675"/>
                  <a:pt x="1032746" y="80471"/>
                  <a:pt x="1032746" y="76466"/>
                </a:cubicBezTo>
                <a:lnTo>
                  <a:pt x="1032746" y="62589"/>
                </a:lnTo>
                <a:close/>
                <a:moveTo>
                  <a:pt x="1065706" y="88610"/>
                </a:moveTo>
                <a:cubicBezTo>
                  <a:pt x="1066151" y="89501"/>
                  <a:pt x="1066841" y="90480"/>
                  <a:pt x="1067775" y="91547"/>
                </a:cubicBezTo>
                <a:cubicBezTo>
                  <a:pt x="1068709" y="92614"/>
                  <a:pt x="1069821" y="93615"/>
                  <a:pt x="1071110" y="94550"/>
                </a:cubicBezTo>
                <a:cubicBezTo>
                  <a:pt x="1072401" y="95484"/>
                  <a:pt x="1073870" y="96263"/>
                  <a:pt x="1075515" y="96886"/>
                </a:cubicBezTo>
                <a:cubicBezTo>
                  <a:pt x="1077160" y="97507"/>
                  <a:pt x="1078917" y="97818"/>
                  <a:pt x="1080787" y="97818"/>
                </a:cubicBezTo>
                <a:cubicBezTo>
                  <a:pt x="1082477" y="97818"/>
                  <a:pt x="1084100" y="97552"/>
                  <a:pt x="1085658" y="97018"/>
                </a:cubicBezTo>
                <a:cubicBezTo>
                  <a:pt x="1087215" y="96485"/>
                  <a:pt x="1088593" y="95728"/>
                  <a:pt x="1089793" y="94750"/>
                </a:cubicBezTo>
                <a:cubicBezTo>
                  <a:pt x="1090995" y="93771"/>
                  <a:pt x="1091951" y="92525"/>
                  <a:pt x="1092662" y="91013"/>
                </a:cubicBezTo>
                <a:cubicBezTo>
                  <a:pt x="1093375" y="89501"/>
                  <a:pt x="1093731" y="87766"/>
                  <a:pt x="1093731" y="85808"/>
                </a:cubicBezTo>
                <a:cubicBezTo>
                  <a:pt x="1093731" y="83050"/>
                  <a:pt x="1092953" y="80937"/>
                  <a:pt x="1091396" y="79469"/>
                </a:cubicBezTo>
                <a:cubicBezTo>
                  <a:pt x="1089839" y="78002"/>
                  <a:pt x="1087904" y="76801"/>
                  <a:pt x="1085590" y="75867"/>
                </a:cubicBezTo>
                <a:cubicBezTo>
                  <a:pt x="1083277" y="74932"/>
                  <a:pt x="1080741" y="74109"/>
                  <a:pt x="1077983" y="73397"/>
                </a:cubicBezTo>
                <a:cubicBezTo>
                  <a:pt x="1075226" y="72686"/>
                  <a:pt x="1072691" y="71686"/>
                  <a:pt x="1070377" y="70396"/>
                </a:cubicBezTo>
                <a:cubicBezTo>
                  <a:pt x="1068064" y="69105"/>
                  <a:pt x="1066129" y="67392"/>
                  <a:pt x="1064572" y="65258"/>
                </a:cubicBezTo>
                <a:cubicBezTo>
                  <a:pt x="1063015" y="63123"/>
                  <a:pt x="1062236" y="60187"/>
                  <a:pt x="1062236" y="56449"/>
                </a:cubicBezTo>
                <a:cubicBezTo>
                  <a:pt x="1062236" y="53513"/>
                  <a:pt x="1062726" y="50822"/>
                  <a:pt x="1063705" y="48376"/>
                </a:cubicBezTo>
                <a:cubicBezTo>
                  <a:pt x="1064683" y="45929"/>
                  <a:pt x="1066107" y="43816"/>
                  <a:pt x="1067975" y="42037"/>
                </a:cubicBezTo>
                <a:cubicBezTo>
                  <a:pt x="1069842" y="40257"/>
                  <a:pt x="1072156" y="38856"/>
                  <a:pt x="1074914" y="37834"/>
                </a:cubicBezTo>
                <a:cubicBezTo>
                  <a:pt x="1077673" y="36810"/>
                  <a:pt x="1080831" y="36299"/>
                  <a:pt x="1084389" y="36299"/>
                </a:cubicBezTo>
                <a:cubicBezTo>
                  <a:pt x="1087681" y="36299"/>
                  <a:pt x="1090461" y="36744"/>
                  <a:pt x="1092729" y="37634"/>
                </a:cubicBezTo>
                <a:cubicBezTo>
                  <a:pt x="1094998" y="38524"/>
                  <a:pt x="1097156" y="39324"/>
                  <a:pt x="1099203" y="40035"/>
                </a:cubicBezTo>
                <a:cubicBezTo>
                  <a:pt x="1098490" y="41370"/>
                  <a:pt x="1097822" y="43016"/>
                  <a:pt x="1097199" y="44973"/>
                </a:cubicBezTo>
                <a:cubicBezTo>
                  <a:pt x="1096577" y="46931"/>
                  <a:pt x="1096178" y="48443"/>
                  <a:pt x="1096000" y="49510"/>
                </a:cubicBezTo>
                <a:lnTo>
                  <a:pt x="1094397" y="49510"/>
                </a:lnTo>
                <a:cubicBezTo>
                  <a:pt x="1093686" y="47374"/>
                  <a:pt x="1092307" y="45462"/>
                  <a:pt x="1090259" y="43772"/>
                </a:cubicBezTo>
                <a:cubicBezTo>
                  <a:pt x="1088214" y="42082"/>
                  <a:pt x="1085679" y="41236"/>
                  <a:pt x="1082654" y="41236"/>
                </a:cubicBezTo>
                <a:cubicBezTo>
                  <a:pt x="1081320" y="41236"/>
                  <a:pt x="1079985" y="41459"/>
                  <a:pt x="1078651" y="41904"/>
                </a:cubicBezTo>
                <a:cubicBezTo>
                  <a:pt x="1077316" y="42348"/>
                  <a:pt x="1076115" y="43016"/>
                  <a:pt x="1075047" y="43906"/>
                </a:cubicBezTo>
                <a:cubicBezTo>
                  <a:pt x="1073980" y="44795"/>
                  <a:pt x="1073090" y="45952"/>
                  <a:pt x="1072379" y="47376"/>
                </a:cubicBezTo>
                <a:cubicBezTo>
                  <a:pt x="1071668" y="48799"/>
                  <a:pt x="1071312" y="50489"/>
                  <a:pt x="1071312" y="52446"/>
                </a:cubicBezTo>
                <a:cubicBezTo>
                  <a:pt x="1071312" y="55293"/>
                  <a:pt x="1072090" y="57495"/>
                  <a:pt x="1073646" y="59052"/>
                </a:cubicBezTo>
                <a:cubicBezTo>
                  <a:pt x="1075203" y="60609"/>
                  <a:pt x="1077138" y="61833"/>
                  <a:pt x="1079451" y="62723"/>
                </a:cubicBezTo>
                <a:cubicBezTo>
                  <a:pt x="1081764" y="63612"/>
                  <a:pt x="1084299" y="64391"/>
                  <a:pt x="1087056" y="65059"/>
                </a:cubicBezTo>
                <a:cubicBezTo>
                  <a:pt x="1089815" y="65725"/>
                  <a:pt x="1092351" y="66659"/>
                  <a:pt x="1094664" y="67861"/>
                </a:cubicBezTo>
                <a:cubicBezTo>
                  <a:pt x="1096977" y="69061"/>
                  <a:pt x="1098912" y="70728"/>
                  <a:pt x="1100469" y="72864"/>
                </a:cubicBezTo>
                <a:cubicBezTo>
                  <a:pt x="1102026" y="74999"/>
                  <a:pt x="1102805" y="77935"/>
                  <a:pt x="1102805" y="81671"/>
                </a:cubicBezTo>
                <a:cubicBezTo>
                  <a:pt x="1102805" y="84251"/>
                  <a:pt x="1102249" y="86787"/>
                  <a:pt x="1101137" y="89278"/>
                </a:cubicBezTo>
                <a:cubicBezTo>
                  <a:pt x="1100025" y="91769"/>
                  <a:pt x="1098424" y="94016"/>
                  <a:pt x="1096332" y="96018"/>
                </a:cubicBezTo>
                <a:cubicBezTo>
                  <a:pt x="1094241" y="98019"/>
                  <a:pt x="1091728" y="99576"/>
                  <a:pt x="1088791" y="100687"/>
                </a:cubicBezTo>
                <a:cubicBezTo>
                  <a:pt x="1085856" y="101799"/>
                  <a:pt x="1082521" y="102355"/>
                  <a:pt x="1078785" y="102355"/>
                </a:cubicBezTo>
                <a:cubicBezTo>
                  <a:pt x="1074692" y="102355"/>
                  <a:pt x="1071267" y="101955"/>
                  <a:pt x="1068508" y="101154"/>
                </a:cubicBezTo>
                <a:cubicBezTo>
                  <a:pt x="1065751" y="100354"/>
                  <a:pt x="1063438" y="99420"/>
                  <a:pt x="1061568" y="98352"/>
                </a:cubicBezTo>
                <a:cubicBezTo>
                  <a:pt x="1062103" y="97195"/>
                  <a:pt x="1062660" y="95616"/>
                  <a:pt x="1063238" y="93615"/>
                </a:cubicBezTo>
                <a:cubicBezTo>
                  <a:pt x="1063816" y="91613"/>
                  <a:pt x="1064106" y="89945"/>
                  <a:pt x="1064106" y="88610"/>
                </a:cubicBezTo>
                <a:lnTo>
                  <a:pt x="1065706" y="88610"/>
                </a:lnTo>
                <a:close/>
                <a:moveTo>
                  <a:pt x="1119886" y="14413"/>
                </a:moveTo>
                <a:cubicBezTo>
                  <a:pt x="1119886" y="12545"/>
                  <a:pt x="1120553" y="10944"/>
                  <a:pt x="1121888" y="9609"/>
                </a:cubicBezTo>
                <a:cubicBezTo>
                  <a:pt x="1123222" y="8275"/>
                  <a:pt x="1124824" y="7608"/>
                  <a:pt x="1126693" y="7608"/>
                </a:cubicBezTo>
                <a:cubicBezTo>
                  <a:pt x="1128561" y="7608"/>
                  <a:pt x="1130162" y="8275"/>
                  <a:pt x="1131497" y="9609"/>
                </a:cubicBezTo>
                <a:cubicBezTo>
                  <a:pt x="1132831" y="10944"/>
                  <a:pt x="1133498" y="12545"/>
                  <a:pt x="1133498" y="14413"/>
                </a:cubicBezTo>
                <a:cubicBezTo>
                  <a:pt x="1133498" y="16281"/>
                  <a:pt x="1132831" y="17883"/>
                  <a:pt x="1131497" y="19218"/>
                </a:cubicBezTo>
                <a:cubicBezTo>
                  <a:pt x="1130162" y="20553"/>
                  <a:pt x="1128561" y="21220"/>
                  <a:pt x="1126693" y="21220"/>
                </a:cubicBezTo>
                <a:cubicBezTo>
                  <a:pt x="1124824" y="21220"/>
                  <a:pt x="1123222" y="20553"/>
                  <a:pt x="1121888" y="19218"/>
                </a:cubicBezTo>
                <a:cubicBezTo>
                  <a:pt x="1120553" y="17883"/>
                  <a:pt x="1119886" y="16281"/>
                  <a:pt x="1119886" y="14413"/>
                </a:cubicBezTo>
                <a:moveTo>
                  <a:pt x="1121755" y="62589"/>
                </a:moveTo>
                <a:cubicBezTo>
                  <a:pt x="1121755" y="58586"/>
                  <a:pt x="1121688" y="54382"/>
                  <a:pt x="1121554" y="49978"/>
                </a:cubicBezTo>
                <a:cubicBezTo>
                  <a:pt x="1121421" y="45574"/>
                  <a:pt x="1121131" y="41459"/>
                  <a:pt x="1120686" y="37632"/>
                </a:cubicBezTo>
                <a:cubicBezTo>
                  <a:pt x="1123177" y="38078"/>
                  <a:pt x="1125180" y="38300"/>
                  <a:pt x="1126693" y="38300"/>
                </a:cubicBezTo>
                <a:cubicBezTo>
                  <a:pt x="1128205" y="38300"/>
                  <a:pt x="1130207" y="38078"/>
                  <a:pt x="1132698" y="37632"/>
                </a:cubicBezTo>
                <a:cubicBezTo>
                  <a:pt x="1132253" y="41459"/>
                  <a:pt x="1131963" y="45574"/>
                  <a:pt x="1131829" y="49978"/>
                </a:cubicBezTo>
                <a:cubicBezTo>
                  <a:pt x="1131696" y="54382"/>
                  <a:pt x="1131629" y="58586"/>
                  <a:pt x="1131629" y="62589"/>
                </a:cubicBezTo>
                <a:lnTo>
                  <a:pt x="1131629" y="76466"/>
                </a:lnTo>
                <a:cubicBezTo>
                  <a:pt x="1131629" y="80471"/>
                  <a:pt x="1131696" y="84675"/>
                  <a:pt x="1131829" y="89079"/>
                </a:cubicBezTo>
                <a:cubicBezTo>
                  <a:pt x="1131963" y="93482"/>
                  <a:pt x="1132253" y="97463"/>
                  <a:pt x="1132698" y="101021"/>
                </a:cubicBezTo>
                <a:cubicBezTo>
                  <a:pt x="1130651" y="100844"/>
                  <a:pt x="1128649" y="100755"/>
                  <a:pt x="1126693" y="100755"/>
                </a:cubicBezTo>
                <a:cubicBezTo>
                  <a:pt x="1124736" y="100755"/>
                  <a:pt x="1122733" y="100844"/>
                  <a:pt x="1120686" y="101021"/>
                </a:cubicBezTo>
                <a:cubicBezTo>
                  <a:pt x="1121131" y="97463"/>
                  <a:pt x="1121421" y="93482"/>
                  <a:pt x="1121554" y="89079"/>
                </a:cubicBezTo>
                <a:cubicBezTo>
                  <a:pt x="1121688" y="84675"/>
                  <a:pt x="1121755" y="80471"/>
                  <a:pt x="1121755" y="76466"/>
                </a:cubicBezTo>
                <a:lnTo>
                  <a:pt x="1121755" y="62589"/>
                </a:lnTo>
                <a:close/>
                <a:moveTo>
                  <a:pt x="1161656" y="69528"/>
                </a:moveTo>
                <a:cubicBezTo>
                  <a:pt x="1161656" y="73264"/>
                  <a:pt x="1161989" y="76867"/>
                  <a:pt x="1162656" y="80337"/>
                </a:cubicBezTo>
                <a:cubicBezTo>
                  <a:pt x="1163324" y="83807"/>
                  <a:pt x="1164458" y="86898"/>
                  <a:pt x="1166058" y="89612"/>
                </a:cubicBezTo>
                <a:cubicBezTo>
                  <a:pt x="1167660" y="92326"/>
                  <a:pt x="1169796" y="94484"/>
                  <a:pt x="1172465" y="96085"/>
                </a:cubicBezTo>
                <a:cubicBezTo>
                  <a:pt x="1175133" y="97686"/>
                  <a:pt x="1178425" y="98486"/>
                  <a:pt x="1182340" y="98486"/>
                </a:cubicBezTo>
                <a:cubicBezTo>
                  <a:pt x="1186256" y="98486"/>
                  <a:pt x="1189547" y="97686"/>
                  <a:pt x="1192216" y="96085"/>
                </a:cubicBezTo>
                <a:cubicBezTo>
                  <a:pt x="1194885" y="94484"/>
                  <a:pt x="1197020" y="92326"/>
                  <a:pt x="1198620" y="89612"/>
                </a:cubicBezTo>
                <a:cubicBezTo>
                  <a:pt x="1200222" y="86898"/>
                  <a:pt x="1201356" y="83807"/>
                  <a:pt x="1202023" y="80337"/>
                </a:cubicBezTo>
                <a:cubicBezTo>
                  <a:pt x="1202691" y="76867"/>
                  <a:pt x="1203025" y="73264"/>
                  <a:pt x="1203025" y="69528"/>
                </a:cubicBezTo>
                <a:cubicBezTo>
                  <a:pt x="1203025" y="65791"/>
                  <a:pt x="1202691" y="62188"/>
                  <a:pt x="1202023" y="58718"/>
                </a:cubicBezTo>
                <a:cubicBezTo>
                  <a:pt x="1201356" y="55248"/>
                  <a:pt x="1200222" y="52157"/>
                  <a:pt x="1198620" y="49445"/>
                </a:cubicBezTo>
                <a:cubicBezTo>
                  <a:pt x="1197020" y="46731"/>
                  <a:pt x="1194885" y="44573"/>
                  <a:pt x="1192216" y="42971"/>
                </a:cubicBezTo>
                <a:cubicBezTo>
                  <a:pt x="1189547" y="41370"/>
                  <a:pt x="1186256" y="40569"/>
                  <a:pt x="1182340" y="40569"/>
                </a:cubicBezTo>
                <a:cubicBezTo>
                  <a:pt x="1178425" y="40569"/>
                  <a:pt x="1175133" y="41370"/>
                  <a:pt x="1172465" y="42971"/>
                </a:cubicBezTo>
                <a:cubicBezTo>
                  <a:pt x="1169796" y="44573"/>
                  <a:pt x="1167660" y="46731"/>
                  <a:pt x="1166058" y="49445"/>
                </a:cubicBezTo>
                <a:cubicBezTo>
                  <a:pt x="1164458" y="52157"/>
                  <a:pt x="1163324" y="55248"/>
                  <a:pt x="1162656" y="58718"/>
                </a:cubicBezTo>
                <a:cubicBezTo>
                  <a:pt x="1161989" y="62188"/>
                  <a:pt x="1161656" y="65791"/>
                  <a:pt x="1161656" y="69528"/>
                </a:cubicBezTo>
                <a:moveTo>
                  <a:pt x="1149913" y="69528"/>
                </a:moveTo>
                <a:cubicBezTo>
                  <a:pt x="1149913" y="63478"/>
                  <a:pt x="1150869" y="58340"/>
                  <a:pt x="1152782" y="54114"/>
                </a:cubicBezTo>
                <a:cubicBezTo>
                  <a:pt x="1154695" y="49888"/>
                  <a:pt x="1157207" y="46463"/>
                  <a:pt x="1160320" y="43839"/>
                </a:cubicBezTo>
                <a:cubicBezTo>
                  <a:pt x="1163434" y="41215"/>
                  <a:pt x="1166927" y="39302"/>
                  <a:pt x="1170797" y="38101"/>
                </a:cubicBezTo>
                <a:cubicBezTo>
                  <a:pt x="1174667" y="36899"/>
                  <a:pt x="1178515" y="36299"/>
                  <a:pt x="1182340" y="36299"/>
                </a:cubicBezTo>
                <a:cubicBezTo>
                  <a:pt x="1186256" y="36299"/>
                  <a:pt x="1190126" y="36899"/>
                  <a:pt x="1193951" y="38101"/>
                </a:cubicBezTo>
                <a:cubicBezTo>
                  <a:pt x="1197777" y="39302"/>
                  <a:pt x="1201246" y="41215"/>
                  <a:pt x="1204359" y="43839"/>
                </a:cubicBezTo>
                <a:cubicBezTo>
                  <a:pt x="1207473" y="46463"/>
                  <a:pt x="1209986" y="49888"/>
                  <a:pt x="1211899" y="54114"/>
                </a:cubicBezTo>
                <a:cubicBezTo>
                  <a:pt x="1213812" y="58340"/>
                  <a:pt x="1214768" y="63478"/>
                  <a:pt x="1214768" y="69528"/>
                </a:cubicBezTo>
                <a:cubicBezTo>
                  <a:pt x="1214768" y="75577"/>
                  <a:pt x="1213812" y="80715"/>
                  <a:pt x="1211899" y="84941"/>
                </a:cubicBezTo>
                <a:cubicBezTo>
                  <a:pt x="1209986" y="89167"/>
                  <a:pt x="1207473" y="92593"/>
                  <a:pt x="1204359" y="95218"/>
                </a:cubicBezTo>
                <a:cubicBezTo>
                  <a:pt x="1201246" y="97842"/>
                  <a:pt x="1197777" y="99688"/>
                  <a:pt x="1193951" y="100755"/>
                </a:cubicBezTo>
                <a:cubicBezTo>
                  <a:pt x="1190126" y="101822"/>
                  <a:pt x="1186256" y="102355"/>
                  <a:pt x="1182340" y="102355"/>
                </a:cubicBezTo>
                <a:cubicBezTo>
                  <a:pt x="1178515" y="102355"/>
                  <a:pt x="1174667" y="101822"/>
                  <a:pt x="1170797" y="100755"/>
                </a:cubicBezTo>
                <a:cubicBezTo>
                  <a:pt x="1166927" y="99688"/>
                  <a:pt x="1163434" y="97842"/>
                  <a:pt x="1160320" y="95218"/>
                </a:cubicBezTo>
                <a:cubicBezTo>
                  <a:pt x="1157207" y="92593"/>
                  <a:pt x="1154695" y="89167"/>
                  <a:pt x="1152782" y="84941"/>
                </a:cubicBezTo>
                <a:cubicBezTo>
                  <a:pt x="1150869" y="80715"/>
                  <a:pt x="1149913" y="75577"/>
                  <a:pt x="1149913" y="69528"/>
                </a:cubicBezTo>
                <a:close/>
                <a:moveTo>
                  <a:pt x="1273085" y="63521"/>
                </a:moveTo>
                <a:cubicBezTo>
                  <a:pt x="1273085" y="56849"/>
                  <a:pt x="1271795" y="51801"/>
                  <a:pt x="1269214" y="48376"/>
                </a:cubicBezTo>
                <a:cubicBezTo>
                  <a:pt x="1266635" y="44951"/>
                  <a:pt x="1263077" y="43238"/>
                  <a:pt x="1258540" y="43238"/>
                </a:cubicBezTo>
                <a:cubicBezTo>
                  <a:pt x="1252313" y="43238"/>
                  <a:pt x="1247754" y="45151"/>
                  <a:pt x="1244862" y="48976"/>
                </a:cubicBezTo>
                <a:cubicBezTo>
                  <a:pt x="1241971" y="52802"/>
                  <a:pt x="1240525" y="58184"/>
                  <a:pt x="1240525" y="65124"/>
                </a:cubicBezTo>
                <a:lnTo>
                  <a:pt x="1240525" y="76466"/>
                </a:lnTo>
                <a:cubicBezTo>
                  <a:pt x="1240525" y="80471"/>
                  <a:pt x="1240592" y="84675"/>
                  <a:pt x="1240725" y="89079"/>
                </a:cubicBezTo>
                <a:cubicBezTo>
                  <a:pt x="1240858" y="93482"/>
                  <a:pt x="1241147" y="97463"/>
                  <a:pt x="1241592" y="101021"/>
                </a:cubicBezTo>
                <a:cubicBezTo>
                  <a:pt x="1239546" y="100844"/>
                  <a:pt x="1237545" y="100755"/>
                  <a:pt x="1235587" y="100755"/>
                </a:cubicBezTo>
                <a:cubicBezTo>
                  <a:pt x="1233630" y="100755"/>
                  <a:pt x="1231628" y="100844"/>
                  <a:pt x="1229582" y="101021"/>
                </a:cubicBezTo>
                <a:cubicBezTo>
                  <a:pt x="1230026" y="97463"/>
                  <a:pt x="1230315" y="93482"/>
                  <a:pt x="1230448" y="89079"/>
                </a:cubicBezTo>
                <a:cubicBezTo>
                  <a:pt x="1230582" y="84675"/>
                  <a:pt x="1230649" y="80471"/>
                  <a:pt x="1230649" y="76466"/>
                </a:cubicBezTo>
                <a:lnTo>
                  <a:pt x="1230649" y="62589"/>
                </a:lnTo>
                <a:cubicBezTo>
                  <a:pt x="1230649" y="58586"/>
                  <a:pt x="1230582" y="54382"/>
                  <a:pt x="1230448" y="49978"/>
                </a:cubicBezTo>
                <a:cubicBezTo>
                  <a:pt x="1230315" y="45574"/>
                  <a:pt x="1230026" y="41459"/>
                  <a:pt x="1229582" y="37632"/>
                </a:cubicBezTo>
                <a:cubicBezTo>
                  <a:pt x="1232073" y="38078"/>
                  <a:pt x="1234075" y="38300"/>
                  <a:pt x="1235587" y="38300"/>
                </a:cubicBezTo>
                <a:cubicBezTo>
                  <a:pt x="1236298" y="38300"/>
                  <a:pt x="1237076" y="38234"/>
                  <a:pt x="1237921" y="38101"/>
                </a:cubicBezTo>
                <a:cubicBezTo>
                  <a:pt x="1238766" y="37968"/>
                  <a:pt x="1239768" y="37811"/>
                  <a:pt x="1240924" y="37632"/>
                </a:cubicBezTo>
                <a:cubicBezTo>
                  <a:pt x="1240658" y="41192"/>
                  <a:pt x="1240525" y="44750"/>
                  <a:pt x="1240525" y="48308"/>
                </a:cubicBezTo>
                <a:lnTo>
                  <a:pt x="1240792" y="48308"/>
                </a:lnTo>
                <a:cubicBezTo>
                  <a:pt x="1243283" y="44483"/>
                  <a:pt x="1246263" y="41525"/>
                  <a:pt x="1249733" y="39434"/>
                </a:cubicBezTo>
                <a:cubicBezTo>
                  <a:pt x="1253203" y="37344"/>
                  <a:pt x="1257340" y="36299"/>
                  <a:pt x="1262144" y="36299"/>
                </a:cubicBezTo>
                <a:cubicBezTo>
                  <a:pt x="1264635" y="36299"/>
                  <a:pt x="1267148" y="36655"/>
                  <a:pt x="1269682" y="37368"/>
                </a:cubicBezTo>
                <a:cubicBezTo>
                  <a:pt x="1272218" y="38079"/>
                  <a:pt x="1274509" y="39302"/>
                  <a:pt x="1276555" y="41037"/>
                </a:cubicBezTo>
                <a:cubicBezTo>
                  <a:pt x="1278602" y="42772"/>
                  <a:pt x="1280270" y="45130"/>
                  <a:pt x="1281560" y="48111"/>
                </a:cubicBezTo>
                <a:cubicBezTo>
                  <a:pt x="1282850" y="51091"/>
                  <a:pt x="1283494" y="54893"/>
                  <a:pt x="1283494" y="59518"/>
                </a:cubicBezTo>
                <a:cubicBezTo>
                  <a:pt x="1283494" y="63344"/>
                  <a:pt x="1283406" y="67280"/>
                  <a:pt x="1283228" y="71328"/>
                </a:cubicBezTo>
                <a:cubicBezTo>
                  <a:pt x="1283050" y="75377"/>
                  <a:pt x="1282961" y="79670"/>
                  <a:pt x="1282961" y="84208"/>
                </a:cubicBezTo>
                <a:lnTo>
                  <a:pt x="1282961" y="92880"/>
                </a:lnTo>
                <a:cubicBezTo>
                  <a:pt x="1282961" y="94304"/>
                  <a:pt x="1282983" y="95706"/>
                  <a:pt x="1283028" y="97085"/>
                </a:cubicBezTo>
                <a:cubicBezTo>
                  <a:pt x="1283073" y="98464"/>
                  <a:pt x="1283139" y="99777"/>
                  <a:pt x="1283228" y="101021"/>
                </a:cubicBezTo>
                <a:cubicBezTo>
                  <a:pt x="1281448" y="100844"/>
                  <a:pt x="1279580" y="100755"/>
                  <a:pt x="1277624" y="100755"/>
                </a:cubicBezTo>
                <a:cubicBezTo>
                  <a:pt x="1275755" y="100755"/>
                  <a:pt x="1273931" y="100844"/>
                  <a:pt x="1272152" y="101021"/>
                </a:cubicBezTo>
                <a:cubicBezTo>
                  <a:pt x="1272330" y="96395"/>
                  <a:pt x="1272530" y="91636"/>
                  <a:pt x="1272751" y="86743"/>
                </a:cubicBezTo>
                <a:cubicBezTo>
                  <a:pt x="1272974" y="81849"/>
                  <a:pt x="1273085" y="76822"/>
                  <a:pt x="1273085" y="71662"/>
                </a:cubicBezTo>
                <a:lnTo>
                  <a:pt x="1273085" y="63521"/>
                </a:lnTo>
                <a:close/>
                <a:moveTo>
                  <a:pt x="1303112" y="88610"/>
                </a:moveTo>
                <a:cubicBezTo>
                  <a:pt x="1303557" y="89501"/>
                  <a:pt x="1304247" y="90480"/>
                  <a:pt x="1305181" y="91547"/>
                </a:cubicBezTo>
                <a:cubicBezTo>
                  <a:pt x="1306115" y="92614"/>
                  <a:pt x="1307226" y="93615"/>
                  <a:pt x="1308516" y="94550"/>
                </a:cubicBezTo>
                <a:cubicBezTo>
                  <a:pt x="1309807" y="95484"/>
                  <a:pt x="1311275" y="96263"/>
                  <a:pt x="1312921" y="96886"/>
                </a:cubicBezTo>
                <a:cubicBezTo>
                  <a:pt x="1314566" y="97507"/>
                  <a:pt x="1316323" y="97818"/>
                  <a:pt x="1318192" y="97818"/>
                </a:cubicBezTo>
                <a:cubicBezTo>
                  <a:pt x="1319883" y="97818"/>
                  <a:pt x="1321506" y="97552"/>
                  <a:pt x="1323063" y="97018"/>
                </a:cubicBezTo>
                <a:cubicBezTo>
                  <a:pt x="1324620" y="96485"/>
                  <a:pt x="1325999" y="95728"/>
                  <a:pt x="1327199" y="94750"/>
                </a:cubicBezTo>
                <a:cubicBezTo>
                  <a:pt x="1328400" y="93771"/>
                  <a:pt x="1329357" y="92525"/>
                  <a:pt x="1330068" y="91013"/>
                </a:cubicBezTo>
                <a:cubicBezTo>
                  <a:pt x="1330781" y="89501"/>
                  <a:pt x="1331137" y="87766"/>
                  <a:pt x="1331137" y="85808"/>
                </a:cubicBezTo>
                <a:cubicBezTo>
                  <a:pt x="1331137" y="83050"/>
                  <a:pt x="1330358" y="80937"/>
                  <a:pt x="1328801" y="79469"/>
                </a:cubicBezTo>
                <a:cubicBezTo>
                  <a:pt x="1327244" y="78002"/>
                  <a:pt x="1325309" y="76801"/>
                  <a:pt x="1322996" y="75867"/>
                </a:cubicBezTo>
                <a:cubicBezTo>
                  <a:pt x="1320683" y="74932"/>
                  <a:pt x="1318147" y="74109"/>
                  <a:pt x="1315388" y="73397"/>
                </a:cubicBezTo>
                <a:cubicBezTo>
                  <a:pt x="1312631" y="72686"/>
                  <a:pt x="1310096" y="71686"/>
                  <a:pt x="1307783" y="70396"/>
                </a:cubicBezTo>
                <a:cubicBezTo>
                  <a:pt x="1305470" y="69105"/>
                  <a:pt x="1303535" y="67392"/>
                  <a:pt x="1301978" y="65258"/>
                </a:cubicBezTo>
                <a:cubicBezTo>
                  <a:pt x="1300421" y="63123"/>
                  <a:pt x="1299642" y="60187"/>
                  <a:pt x="1299642" y="56449"/>
                </a:cubicBezTo>
                <a:cubicBezTo>
                  <a:pt x="1299642" y="53513"/>
                  <a:pt x="1300131" y="50822"/>
                  <a:pt x="1301110" y="48376"/>
                </a:cubicBezTo>
                <a:cubicBezTo>
                  <a:pt x="1302089" y="45929"/>
                  <a:pt x="1303512" y="43816"/>
                  <a:pt x="1305380" y="42037"/>
                </a:cubicBezTo>
                <a:cubicBezTo>
                  <a:pt x="1307248" y="40257"/>
                  <a:pt x="1309561" y="38856"/>
                  <a:pt x="1312320" y="37834"/>
                </a:cubicBezTo>
                <a:cubicBezTo>
                  <a:pt x="1315078" y="36810"/>
                  <a:pt x="1318237" y="36299"/>
                  <a:pt x="1321795" y="36299"/>
                </a:cubicBezTo>
                <a:cubicBezTo>
                  <a:pt x="1325087" y="36299"/>
                  <a:pt x="1327867" y="36744"/>
                  <a:pt x="1330135" y="37634"/>
                </a:cubicBezTo>
                <a:cubicBezTo>
                  <a:pt x="1332404" y="38524"/>
                  <a:pt x="1334561" y="39324"/>
                  <a:pt x="1336608" y="40035"/>
                </a:cubicBezTo>
                <a:cubicBezTo>
                  <a:pt x="1335896" y="41370"/>
                  <a:pt x="1335228" y="43016"/>
                  <a:pt x="1334605" y="44973"/>
                </a:cubicBezTo>
                <a:cubicBezTo>
                  <a:pt x="1333983" y="46931"/>
                  <a:pt x="1333583" y="48443"/>
                  <a:pt x="1333405" y="49510"/>
                </a:cubicBezTo>
                <a:lnTo>
                  <a:pt x="1331803" y="49510"/>
                </a:lnTo>
                <a:cubicBezTo>
                  <a:pt x="1331092" y="47374"/>
                  <a:pt x="1329712" y="45462"/>
                  <a:pt x="1327665" y="43772"/>
                </a:cubicBezTo>
                <a:cubicBezTo>
                  <a:pt x="1325619" y="42082"/>
                  <a:pt x="1323084" y="41236"/>
                  <a:pt x="1320060" y="41236"/>
                </a:cubicBezTo>
                <a:cubicBezTo>
                  <a:pt x="1318725" y="41236"/>
                  <a:pt x="1317391" y="41459"/>
                  <a:pt x="1316056" y="41904"/>
                </a:cubicBezTo>
                <a:cubicBezTo>
                  <a:pt x="1314722" y="42348"/>
                  <a:pt x="1313521" y="43016"/>
                  <a:pt x="1312452" y="43906"/>
                </a:cubicBezTo>
                <a:cubicBezTo>
                  <a:pt x="1311385" y="44795"/>
                  <a:pt x="1310496" y="45952"/>
                  <a:pt x="1309785" y="47376"/>
                </a:cubicBezTo>
                <a:cubicBezTo>
                  <a:pt x="1309073" y="48799"/>
                  <a:pt x="1308718" y="50489"/>
                  <a:pt x="1308718" y="52446"/>
                </a:cubicBezTo>
                <a:cubicBezTo>
                  <a:pt x="1308718" y="55293"/>
                  <a:pt x="1309496" y="57495"/>
                  <a:pt x="1311051" y="59052"/>
                </a:cubicBezTo>
                <a:cubicBezTo>
                  <a:pt x="1312608" y="60609"/>
                  <a:pt x="1314543" y="61833"/>
                  <a:pt x="1316857" y="62723"/>
                </a:cubicBezTo>
                <a:cubicBezTo>
                  <a:pt x="1319170" y="63612"/>
                  <a:pt x="1321705" y="64391"/>
                  <a:pt x="1324462" y="65059"/>
                </a:cubicBezTo>
                <a:cubicBezTo>
                  <a:pt x="1327221" y="65725"/>
                  <a:pt x="1329756" y="66659"/>
                  <a:pt x="1332070" y="67861"/>
                </a:cubicBezTo>
                <a:cubicBezTo>
                  <a:pt x="1334383" y="69061"/>
                  <a:pt x="1336318" y="70728"/>
                  <a:pt x="1337875" y="72864"/>
                </a:cubicBezTo>
                <a:cubicBezTo>
                  <a:pt x="1339432" y="74999"/>
                  <a:pt x="1340211" y="77935"/>
                  <a:pt x="1340211" y="81671"/>
                </a:cubicBezTo>
                <a:cubicBezTo>
                  <a:pt x="1340211" y="84251"/>
                  <a:pt x="1339655" y="86787"/>
                  <a:pt x="1338543" y="89278"/>
                </a:cubicBezTo>
                <a:cubicBezTo>
                  <a:pt x="1337431" y="91769"/>
                  <a:pt x="1335829" y="94016"/>
                  <a:pt x="1333737" y="96018"/>
                </a:cubicBezTo>
                <a:cubicBezTo>
                  <a:pt x="1331647" y="98019"/>
                  <a:pt x="1329133" y="99576"/>
                  <a:pt x="1326197" y="100687"/>
                </a:cubicBezTo>
                <a:cubicBezTo>
                  <a:pt x="1323262" y="101799"/>
                  <a:pt x="1319927" y="102355"/>
                  <a:pt x="1316191" y="102355"/>
                </a:cubicBezTo>
                <a:cubicBezTo>
                  <a:pt x="1312098" y="102355"/>
                  <a:pt x="1308672" y="101955"/>
                  <a:pt x="1305914" y="101154"/>
                </a:cubicBezTo>
                <a:cubicBezTo>
                  <a:pt x="1303157" y="100354"/>
                  <a:pt x="1300843" y="99420"/>
                  <a:pt x="1298974" y="98352"/>
                </a:cubicBezTo>
                <a:cubicBezTo>
                  <a:pt x="1299509" y="97195"/>
                  <a:pt x="1300066" y="95616"/>
                  <a:pt x="1300644" y="93615"/>
                </a:cubicBezTo>
                <a:cubicBezTo>
                  <a:pt x="1301222" y="91613"/>
                  <a:pt x="1301511" y="89945"/>
                  <a:pt x="1301511" y="88610"/>
                </a:cubicBezTo>
                <a:lnTo>
                  <a:pt x="1303112" y="88610"/>
                </a:lnTo>
                <a:close/>
                <a:moveTo>
                  <a:pt x="1413933" y="69528"/>
                </a:moveTo>
                <a:cubicBezTo>
                  <a:pt x="1413933" y="73264"/>
                  <a:pt x="1414267" y="76867"/>
                  <a:pt x="1414933" y="80337"/>
                </a:cubicBezTo>
                <a:cubicBezTo>
                  <a:pt x="1415601" y="83807"/>
                  <a:pt x="1416735" y="86898"/>
                  <a:pt x="1418336" y="89612"/>
                </a:cubicBezTo>
                <a:cubicBezTo>
                  <a:pt x="1419938" y="92326"/>
                  <a:pt x="1422073" y="94484"/>
                  <a:pt x="1424742" y="96085"/>
                </a:cubicBezTo>
                <a:cubicBezTo>
                  <a:pt x="1427411" y="97686"/>
                  <a:pt x="1430703" y="98486"/>
                  <a:pt x="1434618" y="98486"/>
                </a:cubicBezTo>
                <a:cubicBezTo>
                  <a:pt x="1438533" y="98486"/>
                  <a:pt x="1441825" y="97686"/>
                  <a:pt x="1444494" y="96085"/>
                </a:cubicBezTo>
                <a:cubicBezTo>
                  <a:pt x="1447162" y="94484"/>
                  <a:pt x="1449297" y="92326"/>
                  <a:pt x="1450898" y="89612"/>
                </a:cubicBezTo>
                <a:cubicBezTo>
                  <a:pt x="1452500" y="86898"/>
                  <a:pt x="1453634" y="83807"/>
                  <a:pt x="1454300" y="80337"/>
                </a:cubicBezTo>
                <a:cubicBezTo>
                  <a:pt x="1454968" y="76867"/>
                  <a:pt x="1455302" y="73264"/>
                  <a:pt x="1455302" y="69528"/>
                </a:cubicBezTo>
                <a:cubicBezTo>
                  <a:pt x="1455302" y="65791"/>
                  <a:pt x="1454968" y="62188"/>
                  <a:pt x="1454300" y="58718"/>
                </a:cubicBezTo>
                <a:cubicBezTo>
                  <a:pt x="1453634" y="55248"/>
                  <a:pt x="1452500" y="52157"/>
                  <a:pt x="1450898" y="49445"/>
                </a:cubicBezTo>
                <a:cubicBezTo>
                  <a:pt x="1449297" y="46731"/>
                  <a:pt x="1447162" y="44573"/>
                  <a:pt x="1444494" y="42971"/>
                </a:cubicBezTo>
                <a:cubicBezTo>
                  <a:pt x="1441825" y="41370"/>
                  <a:pt x="1438533" y="40569"/>
                  <a:pt x="1434618" y="40569"/>
                </a:cubicBezTo>
                <a:cubicBezTo>
                  <a:pt x="1430703" y="40569"/>
                  <a:pt x="1427411" y="41370"/>
                  <a:pt x="1424742" y="42971"/>
                </a:cubicBezTo>
                <a:cubicBezTo>
                  <a:pt x="1422073" y="44573"/>
                  <a:pt x="1419938" y="46731"/>
                  <a:pt x="1418336" y="49445"/>
                </a:cubicBezTo>
                <a:cubicBezTo>
                  <a:pt x="1416735" y="52157"/>
                  <a:pt x="1415601" y="55248"/>
                  <a:pt x="1414933" y="58718"/>
                </a:cubicBezTo>
                <a:cubicBezTo>
                  <a:pt x="1414267" y="62188"/>
                  <a:pt x="1413933" y="65791"/>
                  <a:pt x="1413933" y="69528"/>
                </a:cubicBezTo>
                <a:moveTo>
                  <a:pt x="1402190" y="69528"/>
                </a:moveTo>
                <a:cubicBezTo>
                  <a:pt x="1402190" y="63478"/>
                  <a:pt x="1403146" y="58340"/>
                  <a:pt x="1405059" y="54114"/>
                </a:cubicBezTo>
                <a:cubicBezTo>
                  <a:pt x="1406972" y="49888"/>
                  <a:pt x="1409485" y="46463"/>
                  <a:pt x="1412597" y="43839"/>
                </a:cubicBezTo>
                <a:cubicBezTo>
                  <a:pt x="1415712" y="41215"/>
                  <a:pt x="1419204" y="39302"/>
                  <a:pt x="1423074" y="38101"/>
                </a:cubicBezTo>
                <a:cubicBezTo>
                  <a:pt x="1426944" y="36899"/>
                  <a:pt x="1430792" y="36299"/>
                  <a:pt x="1434618" y="36299"/>
                </a:cubicBezTo>
                <a:cubicBezTo>
                  <a:pt x="1438533" y="36299"/>
                  <a:pt x="1442403" y="36899"/>
                  <a:pt x="1446229" y="38101"/>
                </a:cubicBezTo>
                <a:cubicBezTo>
                  <a:pt x="1450054" y="39302"/>
                  <a:pt x="1453523" y="41215"/>
                  <a:pt x="1456636" y="43839"/>
                </a:cubicBezTo>
                <a:cubicBezTo>
                  <a:pt x="1459750" y="46463"/>
                  <a:pt x="1462263" y="49888"/>
                  <a:pt x="1464176" y="54114"/>
                </a:cubicBezTo>
                <a:cubicBezTo>
                  <a:pt x="1466089" y="58340"/>
                  <a:pt x="1467045" y="63478"/>
                  <a:pt x="1467045" y="69528"/>
                </a:cubicBezTo>
                <a:cubicBezTo>
                  <a:pt x="1467045" y="75577"/>
                  <a:pt x="1466089" y="80715"/>
                  <a:pt x="1464176" y="84941"/>
                </a:cubicBezTo>
                <a:cubicBezTo>
                  <a:pt x="1462263" y="89167"/>
                  <a:pt x="1459750" y="92593"/>
                  <a:pt x="1456636" y="95218"/>
                </a:cubicBezTo>
                <a:cubicBezTo>
                  <a:pt x="1453523" y="97842"/>
                  <a:pt x="1450054" y="99688"/>
                  <a:pt x="1446229" y="100755"/>
                </a:cubicBezTo>
                <a:cubicBezTo>
                  <a:pt x="1442403" y="101822"/>
                  <a:pt x="1438533" y="102355"/>
                  <a:pt x="1434618" y="102355"/>
                </a:cubicBezTo>
                <a:cubicBezTo>
                  <a:pt x="1430792" y="102355"/>
                  <a:pt x="1426944" y="101822"/>
                  <a:pt x="1423074" y="100755"/>
                </a:cubicBezTo>
                <a:cubicBezTo>
                  <a:pt x="1419204" y="99688"/>
                  <a:pt x="1415712" y="97842"/>
                  <a:pt x="1412597" y="95218"/>
                </a:cubicBezTo>
                <a:cubicBezTo>
                  <a:pt x="1409485" y="92593"/>
                  <a:pt x="1406972" y="89167"/>
                  <a:pt x="1405059" y="84941"/>
                </a:cubicBezTo>
                <a:cubicBezTo>
                  <a:pt x="1403146" y="80715"/>
                  <a:pt x="1402190" y="75577"/>
                  <a:pt x="1402190" y="69528"/>
                </a:cubicBezTo>
                <a:close/>
                <a:moveTo>
                  <a:pt x="1510149" y="11476"/>
                </a:moveTo>
                <a:cubicBezTo>
                  <a:pt x="1508015" y="10142"/>
                  <a:pt x="1505569" y="9475"/>
                  <a:pt x="1502810" y="9475"/>
                </a:cubicBezTo>
                <a:cubicBezTo>
                  <a:pt x="1500853" y="9475"/>
                  <a:pt x="1499184" y="9853"/>
                  <a:pt x="1497805" y="10609"/>
                </a:cubicBezTo>
                <a:cubicBezTo>
                  <a:pt x="1496426" y="11365"/>
                  <a:pt x="1495292" y="12344"/>
                  <a:pt x="1494403" y="13545"/>
                </a:cubicBezTo>
                <a:cubicBezTo>
                  <a:pt x="1493513" y="14747"/>
                  <a:pt x="1492869" y="16148"/>
                  <a:pt x="1492468" y="17750"/>
                </a:cubicBezTo>
                <a:cubicBezTo>
                  <a:pt x="1492068" y="19351"/>
                  <a:pt x="1491867" y="21041"/>
                  <a:pt x="1491867" y="22820"/>
                </a:cubicBezTo>
                <a:cubicBezTo>
                  <a:pt x="1491867" y="24422"/>
                  <a:pt x="1492023" y="26736"/>
                  <a:pt x="1492334" y="29760"/>
                </a:cubicBezTo>
                <a:cubicBezTo>
                  <a:pt x="1492646" y="32785"/>
                  <a:pt x="1493024" y="35676"/>
                  <a:pt x="1493468" y="38435"/>
                </a:cubicBezTo>
                <a:cubicBezTo>
                  <a:pt x="1495781" y="38435"/>
                  <a:pt x="1498072" y="38412"/>
                  <a:pt x="1500340" y="38367"/>
                </a:cubicBezTo>
                <a:cubicBezTo>
                  <a:pt x="1502610" y="38323"/>
                  <a:pt x="1504902" y="38300"/>
                  <a:pt x="1507215" y="38300"/>
                </a:cubicBezTo>
                <a:cubicBezTo>
                  <a:pt x="1507125" y="38745"/>
                  <a:pt x="1507058" y="39191"/>
                  <a:pt x="1507013" y="39636"/>
                </a:cubicBezTo>
                <a:cubicBezTo>
                  <a:pt x="1506970" y="40080"/>
                  <a:pt x="1506948" y="40524"/>
                  <a:pt x="1506948" y="40970"/>
                </a:cubicBezTo>
                <a:cubicBezTo>
                  <a:pt x="1506948" y="41415"/>
                  <a:pt x="1506970" y="41860"/>
                  <a:pt x="1507013" y="42306"/>
                </a:cubicBezTo>
                <a:cubicBezTo>
                  <a:pt x="1507058" y="42749"/>
                  <a:pt x="1507125" y="43194"/>
                  <a:pt x="1507215" y="43639"/>
                </a:cubicBezTo>
                <a:cubicBezTo>
                  <a:pt x="1504902" y="43550"/>
                  <a:pt x="1502610" y="43461"/>
                  <a:pt x="1500340" y="43373"/>
                </a:cubicBezTo>
                <a:cubicBezTo>
                  <a:pt x="1498072" y="43283"/>
                  <a:pt x="1495781" y="43238"/>
                  <a:pt x="1493468" y="43238"/>
                </a:cubicBezTo>
                <a:cubicBezTo>
                  <a:pt x="1493468" y="52935"/>
                  <a:pt x="1493490" y="62566"/>
                  <a:pt x="1493535" y="72131"/>
                </a:cubicBezTo>
                <a:cubicBezTo>
                  <a:pt x="1493580" y="81694"/>
                  <a:pt x="1493736" y="91325"/>
                  <a:pt x="1494003" y="101021"/>
                </a:cubicBezTo>
                <a:cubicBezTo>
                  <a:pt x="1493025" y="100844"/>
                  <a:pt x="1492046" y="100755"/>
                  <a:pt x="1491067" y="100755"/>
                </a:cubicBezTo>
                <a:cubicBezTo>
                  <a:pt x="1490088" y="100755"/>
                  <a:pt x="1489154" y="100755"/>
                  <a:pt x="1488263" y="100755"/>
                </a:cubicBezTo>
                <a:cubicBezTo>
                  <a:pt x="1486395" y="100755"/>
                  <a:pt x="1484438" y="100844"/>
                  <a:pt x="1482393" y="101021"/>
                </a:cubicBezTo>
                <a:cubicBezTo>
                  <a:pt x="1483016" y="91325"/>
                  <a:pt x="1483371" y="81739"/>
                  <a:pt x="1483460" y="72263"/>
                </a:cubicBezTo>
                <a:cubicBezTo>
                  <a:pt x="1483549" y="62788"/>
                  <a:pt x="1483594" y="53113"/>
                  <a:pt x="1483594" y="43238"/>
                </a:cubicBezTo>
                <a:cubicBezTo>
                  <a:pt x="1481992" y="43238"/>
                  <a:pt x="1480390" y="43283"/>
                  <a:pt x="1478788" y="43373"/>
                </a:cubicBezTo>
                <a:cubicBezTo>
                  <a:pt x="1477188" y="43461"/>
                  <a:pt x="1475587" y="43550"/>
                  <a:pt x="1473985" y="43639"/>
                </a:cubicBezTo>
                <a:cubicBezTo>
                  <a:pt x="1474074" y="43194"/>
                  <a:pt x="1474141" y="42749"/>
                  <a:pt x="1474184" y="42306"/>
                </a:cubicBezTo>
                <a:cubicBezTo>
                  <a:pt x="1474229" y="41860"/>
                  <a:pt x="1474252" y="41415"/>
                  <a:pt x="1474252" y="40970"/>
                </a:cubicBezTo>
                <a:cubicBezTo>
                  <a:pt x="1474252" y="40524"/>
                  <a:pt x="1474229" y="40080"/>
                  <a:pt x="1474184" y="39636"/>
                </a:cubicBezTo>
                <a:cubicBezTo>
                  <a:pt x="1474141" y="39191"/>
                  <a:pt x="1474074" y="38745"/>
                  <a:pt x="1473985" y="38300"/>
                </a:cubicBezTo>
                <a:cubicBezTo>
                  <a:pt x="1475587" y="38300"/>
                  <a:pt x="1477210" y="38323"/>
                  <a:pt x="1478856" y="38367"/>
                </a:cubicBezTo>
                <a:cubicBezTo>
                  <a:pt x="1480502" y="38412"/>
                  <a:pt x="1482082" y="38435"/>
                  <a:pt x="1483594" y="38435"/>
                </a:cubicBezTo>
                <a:cubicBezTo>
                  <a:pt x="1483594" y="35854"/>
                  <a:pt x="1483861" y="33051"/>
                  <a:pt x="1484394" y="30027"/>
                </a:cubicBezTo>
                <a:cubicBezTo>
                  <a:pt x="1484928" y="27002"/>
                  <a:pt x="1485706" y="24022"/>
                  <a:pt x="1486728" y="21086"/>
                </a:cubicBezTo>
                <a:cubicBezTo>
                  <a:pt x="1487751" y="18149"/>
                  <a:pt x="1488975" y="15369"/>
                  <a:pt x="1490399" y="12745"/>
                </a:cubicBezTo>
                <a:cubicBezTo>
                  <a:pt x="1491823" y="10121"/>
                  <a:pt x="1493424" y="7919"/>
                  <a:pt x="1495203" y="6139"/>
                </a:cubicBezTo>
                <a:cubicBezTo>
                  <a:pt x="1496805" y="4537"/>
                  <a:pt x="1498829" y="3114"/>
                  <a:pt x="1501275" y="1869"/>
                </a:cubicBezTo>
                <a:cubicBezTo>
                  <a:pt x="1503721" y="623"/>
                  <a:pt x="1506235" y="0"/>
                  <a:pt x="1508815" y="0"/>
                </a:cubicBezTo>
                <a:cubicBezTo>
                  <a:pt x="1509794" y="0"/>
                  <a:pt x="1510684" y="134"/>
                  <a:pt x="1511485" y="401"/>
                </a:cubicBezTo>
                <a:cubicBezTo>
                  <a:pt x="1511395" y="2181"/>
                  <a:pt x="1511284" y="3961"/>
                  <a:pt x="1511151" y="5740"/>
                </a:cubicBezTo>
                <a:cubicBezTo>
                  <a:pt x="1511018" y="7519"/>
                  <a:pt x="1510951" y="9298"/>
                  <a:pt x="1510951" y="11077"/>
                </a:cubicBezTo>
                <a:lnTo>
                  <a:pt x="1510149" y="11476"/>
                </a:lnTo>
                <a:close/>
                <a:moveTo>
                  <a:pt x="1577199" y="69528"/>
                </a:moveTo>
                <a:cubicBezTo>
                  <a:pt x="1577199" y="73264"/>
                  <a:pt x="1577532" y="76867"/>
                  <a:pt x="1578199" y="80337"/>
                </a:cubicBezTo>
                <a:cubicBezTo>
                  <a:pt x="1578867" y="83807"/>
                  <a:pt x="1580001" y="86898"/>
                  <a:pt x="1581602" y="89612"/>
                </a:cubicBezTo>
                <a:cubicBezTo>
                  <a:pt x="1583203" y="92326"/>
                  <a:pt x="1585339" y="94484"/>
                  <a:pt x="1588008" y="96085"/>
                </a:cubicBezTo>
                <a:cubicBezTo>
                  <a:pt x="1590676" y="97686"/>
                  <a:pt x="1593968" y="98486"/>
                  <a:pt x="1597884" y="98486"/>
                </a:cubicBezTo>
                <a:cubicBezTo>
                  <a:pt x="1601799" y="98486"/>
                  <a:pt x="1605091" y="97686"/>
                  <a:pt x="1607759" y="96085"/>
                </a:cubicBezTo>
                <a:cubicBezTo>
                  <a:pt x="1610428" y="94484"/>
                  <a:pt x="1612563" y="92326"/>
                  <a:pt x="1614164" y="89612"/>
                </a:cubicBezTo>
                <a:cubicBezTo>
                  <a:pt x="1615765" y="86898"/>
                  <a:pt x="1616900" y="83807"/>
                  <a:pt x="1617566" y="80337"/>
                </a:cubicBezTo>
                <a:cubicBezTo>
                  <a:pt x="1618234" y="76867"/>
                  <a:pt x="1618568" y="73264"/>
                  <a:pt x="1618568" y="69528"/>
                </a:cubicBezTo>
                <a:cubicBezTo>
                  <a:pt x="1618568" y="65791"/>
                  <a:pt x="1618234" y="62188"/>
                  <a:pt x="1617566" y="58718"/>
                </a:cubicBezTo>
                <a:cubicBezTo>
                  <a:pt x="1616900" y="55248"/>
                  <a:pt x="1615765" y="52157"/>
                  <a:pt x="1614164" y="49445"/>
                </a:cubicBezTo>
                <a:cubicBezTo>
                  <a:pt x="1612563" y="46731"/>
                  <a:pt x="1610428" y="44573"/>
                  <a:pt x="1607759" y="42971"/>
                </a:cubicBezTo>
                <a:cubicBezTo>
                  <a:pt x="1605091" y="41370"/>
                  <a:pt x="1601799" y="40569"/>
                  <a:pt x="1597884" y="40569"/>
                </a:cubicBezTo>
                <a:cubicBezTo>
                  <a:pt x="1593968" y="40569"/>
                  <a:pt x="1590676" y="41370"/>
                  <a:pt x="1588008" y="42971"/>
                </a:cubicBezTo>
                <a:cubicBezTo>
                  <a:pt x="1585339" y="44573"/>
                  <a:pt x="1583203" y="46731"/>
                  <a:pt x="1581602" y="49445"/>
                </a:cubicBezTo>
                <a:cubicBezTo>
                  <a:pt x="1580001" y="52157"/>
                  <a:pt x="1578867" y="55248"/>
                  <a:pt x="1578199" y="58718"/>
                </a:cubicBezTo>
                <a:cubicBezTo>
                  <a:pt x="1577532" y="62188"/>
                  <a:pt x="1577199" y="65791"/>
                  <a:pt x="1577199" y="69528"/>
                </a:cubicBezTo>
                <a:moveTo>
                  <a:pt x="1565456" y="69528"/>
                </a:moveTo>
                <a:cubicBezTo>
                  <a:pt x="1565456" y="63478"/>
                  <a:pt x="1566412" y="58340"/>
                  <a:pt x="1568325" y="54114"/>
                </a:cubicBezTo>
                <a:cubicBezTo>
                  <a:pt x="1570238" y="49888"/>
                  <a:pt x="1572751" y="46463"/>
                  <a:pt x="1575863" y="43839"/>
                </a:cubicBezTo>
                <a:cubicBezTo>
                  <a:pt x="1578977" y="41215"/>
                  <a:pt x="1582470" y="39302"/>
                  <a:pt x="1586340" y="38101"/>
                </a:cubicBezTo>
                <a:cubicBezTo>
                  <a:pt x="1590210" y="36899"/>
                  <a:pt x="1594058" y="36299"/>
                  <a:pt x="1597884" y="36299"/>
                </a:cubicBezTo>
                <a:cubicBezTo>
                  <a:pt x="1601799" y="36299"/>
                  <a:pt x="1605669" y="36899"/>
                  <a:pt x="1609494" y="38101"/>
                </a:cubicBezTo>
                <a:cubicBezTo>
                  <a:pt x="1613320" y="39302"/>
                  <a:pt x="1616789" y="41215"/>
                  <a:pt x="1619902" y="43839"/>
                </a:cubicBezTo>
                <a:cubicBezTo>
                  <a:pt x="1623016" y="46463"/>
                  <a:pt x="1625529" y="49888"/>
                  <a:pt x="1627442" y="54114"/>
                </a:cubicBezTo>
                <a:cubicBezTo>
                  <a:pt x="1629355" y="58340"/>
                  <a:pt x="1630311" y="63478"/>
                  <a:pt x="1630311" y="69528"/>
                </a:cubicBezTo>
                <a:cubicBezTo>
                  <a:pt x="1630311" y="75577"/>
                  <a:pt x="1629355" y="80715"/>
                  <a:pt x="1627442" y="84941"/>
                </a:cubicBezTo>
                <a:cubicBezTo>
                  <a:pt x="1625529" y="89167"/>
                  <a:pt x="1623016" y="92593"/>
                  <a:pt x="1619902" y="95218"/>
                </a:cubicBezTo>
                <a:cubicBezTo>
                  <a:pt x="1616789" y="97842"/>
                  <a:pt x="1613320" y="99688"/>
                  <a:pt x="1609494" y="100755"/>
                </a:cubicBezTo>
                <a:cubicBezTo>
                  <a:pt x="1605669" y="101822"/>
                  <a:pt x="1601799" y="102355"/>
                  <a:pt x="1597884" y="102355"/>
                </a:cubicBezTo>
                <a:cubicBezTo>
                  <a:pt x="1594058" y="102355"/>
                  <a:pt x="1590210" y="101822"/>
                  <a:pt x="1586340" y="100755"/>
                </a:cubicBezTo>
                <a:cubicBezTo>
                  <a:pt x="1582470" y="99688"/>
                  <a:pt x="1578977" y="97842"/>
                  <a:pt x="1575863" y="95218"/>
                </a:cubicBezTo>
                <a:cubicBezTo>
                  <a:pt x="1572751" y="92593"/>
                  <a:pt x="1570238" y="89167"/>
                  <a:pt x="1568325" y="84941"/>
                </a:cubicBezTo>
                <a:cubicBezTo>
                  <a:pt x="1566412" y="80715"/>
                  <a:pt x="1565456" y="75577"/>
                  <a:pt x="1565456" y="69528"/>
                </a:cubicBezTo>
                <a:close/>
                <a:moveTo>
                  <a:pt x="1657270" y="19752"/>
                </a:moveTo>
                <a:cubicBezTo>
                  <a:pt x="1657002" y="23132"/>
                  <a:pt x="1656801" y="26446"/>
                  <a:pt x="1656667" y="29693"/>
                </a:cubicBezTo>
                <a:cubicBezTo>
                  <a:pt x="1656534" y="32940"/>
                  <a:pt x="1656379" y="36210"/>
                  <a:pt x="1656201" y="39502"/>
                </a:cubicBezTo>
                <a:cubicBezTo>
                  <a:pt x="1657180" y="39502"/>
                  <a:pt x="1659003" y="39479"/>
                  <a:pt x="1661672" y="39434"/>
                </a:cubicBezTo>
                <a:cubicBezTo>
                  <a:pt x="1664341" y="39390"/>
                  <a:pt x="1667233" y="39278"/>
                  <a:pt x="1670347" y="39100"/>
                </a:cubicBezTo>
                <a:cubicBezTo>
                  <a:pt x="1670259" y="39368"/>
                  <a:pt x="1670214" y="39857"/>
                  <a:pt x="1670214" y="40569"/>
                </a:cubicBezTo>
                <a:lnTo>
                  <a:pt x="1670214" y="41904"/>
                </a:lnTo>
                <a:lnTo>
                  <a:pt x="1670214" y="43373"/>
                </a:lnTo>
                <a:cubicBezTo>
                  <a:pt x="1670214" y="43994"/>
                  <a:pt x="1670259" y="44439"/>
                  <a:pt x="1670347" y="44706"/>
                </a:cubicBezTo>
                <a:cubicBezTo>
                  <a:pt x="1669190" y="44617"/>
                  <a:pt x="1667989" y="44550"/>
                  <a:pt x="1666743" y="44507"/>
                </a:cubicBezTo>
                <a:cubicBezTo>
                  <a:pt x="1665498" y="44462"/>
                  <a:pt x="1664163" y="44440"/>
                  <a:pt x="1662739" y="44440"/>
                </a:cubicBezTo>
                <a:lnTo>
                  <a:pt x="1656201" y="44440"/>
                </a:lnTo>
                <a:cubicBezTo>
                  <a:pt x="1656113" y="44795"/>
                  <a:pt x="1656001" y="46219"/>
                  <a:pt x="1655867" y="48710"/>
                </a:cubicBezTo>
                <a:cubicBezTo>
                  <a:pt x="1655734" y="51201"/>
                  <a:pt x="1655622" y="54159"/>
                  <a:pt x="1655533" y="57584"/>
                </a:cubicBezTo>
                <a:cubicBezTo>
                  <a:pt x="1655445" y="61009"/>
                  <a:pt x="1655378" y="64590"/>
                  <a:pt x="1655333" y="68327"/>
                </a:cubicBezTo>
                <a:cubicBezTo>
                  <a:pt x="1655289" y="72063"/>
                  <a:pt x="1655266" y="75399"/>
                  <a:pt x="1655266" y="78335"/>
                </a:cubicBezTo>
                <a:cubicBezTo>
                  <a:pt x="1655266" y="80826"/>
                  <a:pt x="1655333" y="83273"/>
                  <a:pt x="1655466" y="85676"/>
                </a:cubicBezTo>
                <a:cubicBezTo>
                  <a:pt x="1655600" y="88077"/>
                  <a:pt x="1656023" y="90235"/>
                  <a:pt x="1656734" y="92147"/>
                </a:cubicBezTo>
                <a:cubicBezTo>
                  <a:pt x="1657447" y="94060"/>
                  <a:pt x="1658515" y="95595"/>
                  <a:pt x="1659937" y="96751"/>
                </a:cubicBezTo>
                <a:cubicBezTo>
                  <a:pt x="1661361" y="97908"/>
                  <a:pt x="1663408" y="98486"/>
                  <a:pt x="1666077" y="98486"/>
                </a:cubicBezTo>
                <a:cubicBezTo>
                  <a:pt x="1666788" y="98486"/>
                  <a:pt x="1667744" y="98397"/>
                  <a:pt x="1668946" y="98219"/>
                </a:cubicBezTo>
                <a:cubicBezTo>
                  <a:pt x="1670147" y="98042"/>
                  <a:pt x="1671192" y="97819"/>
                  <a:pt x="1672082" y="97552"/>
                </a:cubicBezTo>
                <a:lnTo>
                  <a:pt x="1672082" y="100755"/>
                </a:lnTo>
                <a:cubicBezTo>
                  <a:pt x="1670569" y="101022"/>
                  <a:pt x="1668901" y="101355"/>
                  <a:pt x="1667077" y="101754"/>
                </a:cubicBezTo>
                <a:cubicBezTo>
                  <a:pt x="1665253" y="102155"/>
                  <a:pt x="1663497" y="102355"/>
                  <a:pt x="1661807" y="102355"/>
                </a:cubicBezTo>
                <a:cubicBezTo>
                  <a:pt x="1656201" y="102355"/>
                  <a:pt x="1652064" y="100977"/>
                  <a:pt x="1649396" y="98219"/>
                </a:cubicBezTo>
                <a:cubicBezTo>
                  <a:pt x="1646727" y="95461"/>
                  <a:pt x="1645392" y="91413"/>
                  <a:pt x="1645392" y="86075"/>
                </a:cubicBezTo>
                <a:cubicBezTo>
                  <a:pt x="1645392" y="83674"/>
                  <a:pt x="1645436" y="81072"/>
                  <a:pt x="1645525" y="78270"/>
                </a:cubicBezTo>
                <a:cubicBezTo>
                  <a:pt x="1645614" y="75467"/>
                  <a:pt x="1645726" y="72398"/>
                  <a:pt x="1645859" y="69062"/>
                </a:cubicBezTo>
                <a:cubicBezTo>
                  <a:pt x="1645992" y="65725"/>
                  <a:pt x="1646103" y="62033"/>
                  <a:pt x="1646193" y="57985"/>
                </a:cubicBezTo>
                <a:cubicBezTo>
                  <a:pt x="1646282" y="53937"/>
                  <a:pt x="1646327" y="49422"/>
                  <a:pt x="1646327" y="44440"/>
                </a:cubicBezTo>
                <a:lnTo>
                  <a:pt x="1642055" y="44440"/>
                </a:lnTo>
                <a:cubicBezTo>
                  <a:pt x="1641343" y="44440"/>
                  <a:pt x="1640587" y="44462"/>
                  <a:pt x="1639786" y="44507"/>
                </a:cubicBezTo>
                <a:cubicBezTo>
                  <a:pt x="1638985" y="44550"/>
                  <a:pt x="1638140" y="44617"/>
                  <a:pt x="1637251" y="44706"/>
                </a:cubicBezTo>
                <a:cubicBezTo>
                  <a:pt x="1637341" y="44173"/>
                  <a:pt x="1637407" y="43662"/>
                  <a:pt x="1637451" y="43173"/>
                </a:cubicBezTo>
                <a:cubicBezTo>
                  <a:pt x="1637496" y="42683"/>
                  <a:pt x="1637518" y="42171"/>
                  <a:pt x="1637518" y="41638"/>
                </a:cubicBezTo>
                <a:cubicBezTo>
                  <a:pt x="1637518" y="41192"/>
                  <a:pt x="1637496" y="40748"/>
                  <a:pt x="1637451" y="40304"/>
                </a:cubicBezTo>
                <a:cubicBezTo>
                  <a:pt x="1637407" y="39859"/>
                  <a:pt x="1637341" y="39413"/>
                  <a:pt x="1637251" y="38968"/>
                </a:cubicBezTo>
                <a:cubicBezTo>
                  <a:pt x="1641255" y="39234"/>
                  <a:pt x="1644190" y="39367"/>
                  <a:pt x="1646058" y="39367"/>
                </a:cubicBezTo>
                <a:cubicBezTo>
                  <a:pt x="1645970" y="37589"/>
                  <a:pt x="1645903" y="35365"/>
                  <a:pt x="1645859" y="32696"/>
                </a:cubicBezTo>
                <a:cubicBezTo>
                  <a:pt x="1645814" y="30028"/>
                  <a:pt x="1645702" y="27269"/>
                  <a:pt x="1645525" y="24421"/>
                </a:cubicBezTo>
                <a:lnTo>
                  <a:pt x="1656602" y="19752"/>
                </a:lnTo>
                <a:lnTo>
                  <a:pt x="1657270" y="19752"/>
                </a:lnTo>
                <a:close/>
                <a:moveTo>
                  <a:pt x="1683291" y="38834"/>
                </a:moveTo>
                <a:cubicBezTo>
                  <a:pt x="1683291" y="35809"/>
                  <a:pt x="1683269" y="32518"/>
                  <a:pt x="1683224" y="28960"/>
                </a:cubicBezTo>
                <a:cubicBezTo>
                  <a:pt x="1683179" y="25400"/>
                  <a:pt x="1683112" y="21886"/>
                  <a:pt x="1683022" y="18416"/>
                </a:cubicBezTo>
                <a:cubicBezTo>
                  <a:pt x="1682934" y="14946"/>
                  <a:pt x="1682824" y="11633"/>
                  <a:pt x="1682690" y="8475"/>
                </a:cubicBezTo>
                <a:cubicBezTo>
                  <a:pt x="1682557" y="5316"/>
                  <a:pt x="1682402" y="2625"/>
                  <a:pt x="1682224" y="401"/>
                </a:cubicBezTo>
                <a:cubicBezTo>
                  <a:pt x="1684715" y="846"/>
                  <a:pt x="1686717" y="1069"/>
                  <a:pt x="1688229" y="1069"/>
                </a:cubicBezTo>
                <a:cubicBezTo>
                  <a:pt x="1689741" y="1069"/>
                  <a:pt x="1691743" y="846"/>
                  <a:pt x="1694234" y="401"/>
                </a:cubicBezTo>
                <a:cubicBezTo>
                  <a:pt x="1694056" y="2625"/>
                  <a:pt x="1693900" y="5294"/>
                  <a:pt x="1693766" y="8408"/>
                </a:cubicBezTo>
                <a:cubicBezTo>
                  <a:pt x="1693633" y="11522"/>
                  <a:pt x="1693521" y="14791"/>
                  <a:pt x="1693432" y="18216"/>
                </a:cubicBezTo>
                <a:cubicBezTo>
                  <a:pt x="1693344" y="21641"/>
                  <a:pt x="1693277" y="25089"/>
                  <a:pt x="1693232" y="28559"/>
                </a:cubicBezTo>
                <a:cubicBezTo>
                  <a:pt x="1693189" y="32028"/>
                  <a:pt x="1693167" y="35232"/>
                  <a:pt x="1693167" y="38168"/>
                </a:cubicBezTo>
                <a:lnTo>
                  <a:pt x="1693167" y="48308"/>
                </a:lnTo>
                <a:lnTo>
                  <a:pt x="1693434" y="48308"/>
                </a:lnTo>
                <a:cubicBezTo>
                  <a:pt x="1695925" y="44483"/>
                  <a:pt x="1698905" y="41525"/>
                  <a:pt x="1702375" y="39434"/>
                </a:cubicBezTo>
                <a:cubicBezTo>
                  <a:pt x="1705845" y="37344"/>
                  <a:pt x="1709982" y="36299"/>
                  <a:pt x="1714786" y="36299"/>
                </a:cubicBezTo>
                <a:cubicBezTo>
                  <a:pt x="1717277" y="36299"/>
                  <a:pt x="1719790" y="36655"/>
                  <a:pt x="1722324" y="37368"/>
                </a:cubicBezTo>
                <a:cubicBezTo>
                  <a:pt x="1724860" y="38079"/>
                  <a:pt x="1727151" y="39302"/>
                  <a:pt x="1729197" y="41037"/>
                </a:cubicBezTo>
                <a:cubicBezTo>
                  <a:pt x="1731244" y="42772"/>
                  <a:pt x="1732912" y="45130"/>
                  <a:pt x="1734202" y="48111"/>
                </a:cubicBezTo>
                <a:cubicBezTo>
                  <a:pt x="1735492" y="51091"/>
                  <a:pt x="1736136" y="54893"/>
                  <a:pt x="1736136" y="59518"/>
                </a:cubicBezTo>
                <a:cubicBezTo>
                  <a:pt x="1736136" y="63344"/>
                  <a:pt x="1736048" y="67280"/>
                  <a:pt x="1735870" y="71328"/>
                </a:cubicBezTo>
                <a:cubicBezTo>
                  <a:pt x="1735692" y="75377"/>
                  <a:pt x="1735603" y="79670"/>
                  <a:pt x="1735603" y="84208"/>
                </a:cubicBezTo>
                <a:lnTo>
                  <a:pt x="1735603" y="92880"/>
                </a:lnTo>
                <a:cubicBezTo>
                  <a:pt x="1735603" y="94304"/>
                  <a:pt x="1735625" y="95706"/>
                  <a:pt x="1735670" y="97085"/>
                </a:cubicBezTo>
                <a:cubicBezTo>
                  <a:pt x="1735715" y="98464"/>
                  <a:pt x="1735781" y="99777"/>
                  <a:pt x="1735870" y="101021"/>
                </a:cubicBezTo>
                <a:cubicBezTo>
                  <a:pt x="1734090" y="100844"/>
                  <a:pt x="1732222" y="100755"/>
                  <a:pt x="1730266" y="100755"/>
                </a:cubicBezTo>
                <a:cubicBezTo>
                  <a:pt x="1728397" y="100755"/>
                  <a:pt x="1726573" y="100844"/>
                  <a:pt x="1724794" y="101021"/>
                </a:cubicBezTo>
                <a:cubicBezTo>
                  <a:pt x="1724972" y="96395"/>
                  <a:pt x="1725172" y="91636"/>
                  <a:pt x="1725393" y="86743"/>
                </a:cubicBezTo>
                <a:cubicBezTo>
                  <a:pt x="1725616" y="81849"/>
                  <a:pt x="1725727" y="76822"/>
                  <a:pt x="1725727" y="71662"/>
                </a:cubicBezTo>
                <a:lnTo>
                  <a:pt x="1725727" y="63521"/>
                </a:lnTo>
                <a:cubicBezTo>
                  <a:pt x="1725727" y="56849"/>
                  <a:pt x="1724437" y="51801"/>
                  <a:pt x="1721856" y="48376"/>
                </a:cubicBezTo>
                <a:cubicBezTo>
                  <a:pt x="1719277" y="44951"/>
                  <a:pt x="1715719" y="43238"/>
                  <a:pt x="1711182" y="43238"/>
                </a:cubicBezTo>
                <a:cubicBezTo>
                  <a:pt x="1704955" y="43238"/>
                  <a:pt x="1700396" y="45151"/>
                  <a:pt x="1697504" y="48976"/>
                </a:cubicBezTo>
                <a:cubicBezTo>
                  <a:pt x="1694613" y="52802"/>
                  <a:pt x="1693167" y="58184"/>
                  <a:pt x="1693167" y="65124"/>
                </a:cubicBezTo>
                <a:cubicBezTo>
                  <a:pt x="1693167" y="67615"/>
                  <a:pt x="1693189" y="70507"/>
                  <a:pt x="1693232" y="73798"/>
                </a:cubicBezTo>
                <a:cubicBezTo>
                  <a:pt x="1693277" y="77090"/>
                  <a:pt x="1693344" y="80405"/>
                  <a:pt x="1693432" y="83742"/>
                </a:cubicBezTo>
                <a:cubicBezTo>
                  <a:pt x="1693521" y="87077"/>
                  <a:pt x="1693633" y="90302"/>
                  <a:pt x="1693766" y="93416"/>
                </a:cubicBezTo>
                <a:cubicBezTo>
                  <a:pt x="1693900" y="96529"/>
                  <a:pt x="1694056" y="99064"/>
                  <a:pt x="1694234" y="101021"/>
                </a:cubicBezTo>
                <a:cubicBezTo>
                  <a:pt x="1692188" y="100844"/>
                  <a:pt x="1690187" y="100755"/>
                  <a:pt x="1688229" y="100755"/>
                </a:cubicBezTo>
                <a:cubicBezTo>
                  <a:pt x="1686272" y="100755"/>
                  <a:pt x="1684270" y="100844"/>
                  <a:pt x="1682224" y="101021"/>
                </a:cubicBezTo>
                <a:cubicBezTo>
                  <a:pt x="1682402" y="98976"/>
                  <a:pt x="1682557" y="96396"/>
                  <a:pt x="1682690" y="93282"/>
                </a:cubicBezTo>
                <a:cubicBezTo>
                  <a:pt x="1682824" y="90167"/>
                  <a:pt x="1682934" y="86875"/>
                  <a:pt x="1683022" y="83406"/>
                </a:cubicBezTo>
                <a:cubicBezTo>
                  <a:pt x="1683112" y="79936"/>
                  <a:pt x="1683179" y="76422"/>
                  <a:pt x="1683224" y="72864"/>
                </a:cubicBezTo>
                <a:cubicBezTo>
                  <a:pt x="1683269" y="69306"/>
                  <a:pt x="1683291" y="66014"/>
                  <a:pt x="1683291" y="62988"/>
                </a:cubicBezTo>
                <a:lnTo>
                  <a:pt x="1683291" y="38834"/>
                </a:lnTo>
                <a:close/>
                <a:moveTo>
                  <a:pt x="1781777" y="40569"/>
                </a:moveTo>
                <a:cubicBezTo>
                  <a:pt x="1778485" y="40569"/>
                  <a:pt x="1775705" y="41325"/>
                  <a:pt x="1773435" y="42837"/>
                </a:cubicBezTo>
                <a:cubicBezTo>
                  <a:pt x="1771166" y="44349"/>
                  <a:pt x="1769298" y="46240"/>
                  <a:pt x="1767831" y="48510"/>
                </a:cubicBezTo>
                <a:cubicBezTo>
                  <a:pt x="1766363" y="50778"/>
                  <a:pt x="1765252" y="53269"/>
                  <a:pt x="1764496" y="55983"/>
                </a:cubicBezTo>
                <a:cubicBezTo>
                  <a:pt x="1763739" y="58697"/>
                  <a:pt x="1763272" y="61254"/>
                  <a:pt x="1763095" y="63656"/>
                </a:cubicBezTo>
                <a:cubicBezTo>
                  <a:pt x="1765852" y="63745"/>
                  <a:pt x="1768720" y="63835"/>
                  <a:pt x="1771700" y="63925"/>
                </a:cubicBezTo>
                <a:cubicBezTo>
                  <a:pt x="1774681" y="64013"/>
                  <a:pt x="1777595" y="64057"/>
                  <a:pt x="1780442" y="64057"/>
                </a:cubicBezTo>
                <a:cubicBezTo>
                  <a:pt x="1783378" y="64057"/>
                  <a:pt x="1786358" y="64013"/>
                  <a:pt x="1789383" y="63925"/>
                </a:cubicBezTo>
                <a:cubicBezTo>
                  <a:pt x="1792407" y="63835"/>
                  <a:pt x="1795344" y="63745"/>
                  <a:pt x="1798192" y="63656"/>
                </a:cubicBezTo>
                <a:cubicBezTo>
                  <a:pt x="1798192" y="61254"/>
                  <a:pt x="1797991" y="58719"/>
                  <a:pt x="1797591" y="56050"/>
                </a:cubicBezTo>
                <a:cubicBezTo>
                  <a:pt x="1797191" y="53380"/>
                  <a:pt x="1796390" y="50888"/>
                  <a:pt x="1795188" y="48575"/>
                </a:cubicBezTo>
                <a:cubicBezTo>
                  <a:pt x="1793987" y="46262"/>
                  <a:pt x="1792318" y="44349"/>
                  <a:pt x="1790183" y="42837"/>
                </a:cubicBezTo>
                <a:cubicBezTo>
                  <a:pt x="1788048" y="41325"/>
                  <a:pt x="1785246" y="40569"/>
                  <a:pt x="1781777" y="40569"/>
                </a:cubicBezTo>
                <a:moveTo>
                  <a:pt x="1750950" y="71396"/>
                </a:moveTo>
                <a:cubicBezTo>
                  <a:pt x="1750950" y="60453"/>
                  <a:pt x="1753552" y="51868"/>
                  <a:pt x="1758755" y="45641"/>
                </a:cubicBezTo>
                <a:cubicBezTo>
                  <a:pt x="1763960" y="39413"/>
                  <a:pt x="1771545" y="36299"/>
                  <a:pt x="1781511" y="36299"/>
                </a:cubicBezTo>
                <a:cubicBezTo>
                  <a:pt x="1786225" y="36299"/>
                  <a:pt x="1790295" y="37033"/>
                  <a:pt x="1793720" y="38502"/>
                </a:cubicBezTo>
                <a:cubicBezTo>
                  <a:pt x="1797145" y="39969"/>
                  <a:pt x="1800014" y="41926"/>
                  <a:pt x="1802327" y="44372"/>
                </a:cubicBezTo>
                <a:cubicBezTo>
                  <a:pt x="1804641" y="46819"/>
                  <a:pt x="1806353" y="49688"/>
                  <a:pt x="1807465" y="52980"/>
                </a:cubicBezTo>
                <a:cubicBezTo>
                  <a:pt x="1808577" y="56272"/>
                  <a:pt x="1809133" y="59786"/>
                  <a:pt x="1809133" y="63521"/>
                </a:cubicBezTo>
                <a:cubicBezTo>
                  <a:pt x="1809133" y="64412"/>
                  <a:pt x="1809110" y="65280"/>
                  <a:pt x="1809065" y="66126"/>
                </a:cubicBezTo>
                <a:cubicBezTo>
                  <a:pt x="1809022" y="66970"/>
                  <a:pt x="1808955" y="67837"/>
                  <a:pt x="1808866" y="68726"/>
                </a:cubicBezTo>
                <a:cubicBezTo>
                  <a:pt x="1804062" y="68638"/>
                  <a:pt x="1799302" y="68550"/>
                  <a:pt x="1794588" y="68461"/>
                </a:cubicBezTo>
                <a:cubicBezTo>
                  <a:pt x="1789873" y="68372"/>
                  <a:pt x="1785113" y="68327"/>
                  <a:pt x="1780309" y="68327"/>
                </a:cubicBezTo>
                <a:cubicBezTo>
                  <a:pt x="1777373" y="68327"/>
                  <a:pt x="1774459" y="68372"/>
                  <a:pt x="1771567" y="68461"/>
                </a:cubicBezTo>
                <a:cubicBezTo>
                  <a:pt x="1768676" y="68550"/>
                  <a:pt x="1765762" y="68638"/>
                  <a:pt x="1762826" y="68726"/>
                </a:cubicBezTo>
                <a:cubicBezTo>
                  <a:pt x="1762738" y="69171"/>
                  <a:pt x="1762693" y="69839"/>
                  <a:pt x="1762693" y="70728"/>
                </a:cubicBezTo>
                <a:lnTo>
                  <a:pt x="1762693" y="72463"/>
                </a:lnTo>
                <a:cubicBezTo>
                  <a:pt x="1762693" y="75932"/>
                  <a:pt x="1763205" y="79180"/>
                  <a:pt x="1764227" y="82206"/>
                </a:cubicBezTo>
                <a:cubicBezTo>
                  <a:pt x="1765250" y="85231"/>
                  <a:pt x="1766741" y="87833"/>
                  <a:pt x="1768698" y="90013"/>
                </a:cubicBezTo>
                <a:cubicBezTo>
                  <a:pt x="1770656" y="92192"/>
                  <a:pt x="1773058" y="93927"/>
                  <a:pt x="1775905" y="95218"/>
                </a:cubicBezTo>
                <a:cubicBezTo>
                  <a:pt x="1778751" y="96508"/>
                  <a:pt x="1782043" y="97152"/>
                  <a:pt x="1785781" y="97152"/>
                </a:cubicBezTo>
                <a:cubicBezTo>
                  <a:pt x="1787559" y="97152"/>
                  <a:pt x="1789382" y="96908"/>
                  <a:pt x="1791250" y="96419"/>
                </a:cubicBezTo>
                <a:cubicBezTo>
                  <a:pt x="1793119" y="95929"/>
                  <a:pt x="1794943" y="95261"/>
                  <a:pt x="1796722" y="94416"/>
                </a:cubicBezTo>
                <a:cubicBezTo>
                  <a:pt x="1798501" y="93570"/>
                  <a:pt x="1800170" y="92569"/>
                  <a:pt x="1801727" y="91414"/>
                </a:cubicBezTo>
                <a:cubicBezTo>
                  <a:pt x="1803284" y="90258"/>
                  <a:pt x="1804641" y="89011"/>
                  <a:pt x="1805797" y="87676"/>
                </a:cubicBezTo>
                <a:lnTo>
                  <a:pt x="1806465" y="88077"/>
                </a:lnTo>
                <a:lnTo>
                  <a:pt x="1805665" y="94615"/>
                </a:lnTo>
                <a:cubicBezTo>
                  <a:pt x="1802995" y="96751"/>
                  <a:pt x="1799680" y="98574"/>
                  <a:pt x="1795722" y="100087"/>
                </a:cubicBezTo>
                <a:cubicBezTo>
                  <a:pt x="1791763" y="101599"/>
                  <a:pt x="1787649" y="102355"/>
                  <a:pt x="1783378" y="102355"/>
                </a:cubicBezTo>
                <a:cubicBezTo>
                  <a:pt x="1778574" y="102355"/>
                  <a:pt x="1774192" y="101621"/>
                  <a:pt x="1770232" y="100154"/>
                </a:cubicBezTo>
                <a:cubicBezTo>
                  <a:pt x="1766273" y="98686"/>
                  <a:pt x="1762848" y="96552"/>
                  <a:pt x="1759957" y="93750"/>
                </a:cubicBezTo>
                <a:cubicBezTo>
                  <a:pt x="1757067" y="90947"/>
                  <a:pt x="1754843" y="87632"/>
                  <a:pt x="1753286" y="83807"/>
                </a:cubicBezTo>
                <a:cubicBezTo>
                  <a:pt x="1751729" y="79981"/>
                  <a:pt x="1750950" y="75844"/>
                  <a:pt x="1750950" y="71396"/>
                </a:cubicBezTo>
                <a:close/>
                <a:moveTo>
                  <a:pt x="1853705" y="48575"/>
                </a:moveTo>
                <a:cubicBezTo>
                  <a:pt x="1853261" y="48042"/>
                  <a:pt x="1852394" y="47553"/>
                  <a:pt x="1851103" y="47109"/>
                </a:cubicBezTo>
                <a:cubicBezTo>
                  <a:pt x="1849813" y="46664"/>
                  <a:pt x="1848501" y="46441"/>
                  <a:pt x="1847166" y="46441"/>
                </a:cubicBezTo>
                <a:cubicBezTo>
                  <a:pt x="1845031" y="46441"/>
                  <a:pt x="1843118" y="46931"/>
                  <a:pt x="1841428" y="47909"/>
                </a:cubicBezTo>
                <a:cubicBezTo>
                  <a:pt x="1839738" y="48888"/>
                  <a:pt x="1838315" y="50200"/>
                  <a:pt x="1837158" y="51845"/>
                </a:cubicBezTo>
                <a:cubicBezTo>
                  <a:pt x="1836002" y="53491"/>
                  <a:pt x="1835112" y="55448"/>
                  <a:pt x="1834489" y="57718"/>
                </a:cubicBezTo>
                <a:cubicBezTo>
                  <a:pt x="1833867" y="59986"/>
                  <a:pt x="1833556" y="62410"/>
                  <a:pt x="1833556" y="64990"/>
                </a:cubicBezTo>
                <a:lnTo>
                  <a:pt x="1833556" y="79669"/>
                </a:lnTo>
                <a:cubicBezTo>
                  <a:pt x="1833556" y="85630"/>
                  <a:pt x="1833578" y="90190"/>
                  <a:pt x="1833621" y="93349"/>
                </a:cubicBezTo>
                <a:cubicBezTo>
                  <a:pt x="1833666" y="96506"/>
                  <a:pt x="1833822" y="99064"/>
                  <a:pt x="1834090" y="101021"/>
                </a:cubicBezTo>
                <a:cubicBezTo>
                  <a:pt x="1832310" y="100844"/>
                  <a:pt x="1830530" y="100755"/>
                  <a:pt x="1828750" y="100755"/>
                </a:cubicBezTo>
                <a:cubicBezTo>
                  <a:pt x="1826793" y="100755"/>
                  <a:pt x="1824925" y="100844"/>
                  <a:pt x="1823147" y="101021"/>
                </a:cubicBezTo>
                <a:cubicBezTo>
                  <a:pt x="1823413" y="97997"/>
                  <a:pt x="1823568" y="93882"/>
                  <a:pt x="1823613" y="88677"/>
                </a:cubicBezTo>
                <a:cubicBezTo>
                  <a:pt x="1823658" y="83473"/>
                  <a:pt x="1823680" y="77090"/>
                  <a:pt x="1823680" y="69528"/>
                </a:cubicBezTo>
                <a:lnTo>
                  <a:pt x="1823680" y="65256"/>
                </a:lnTo>
                <a:cubicBezTo>
                  <a:pt x="1823680" y="61788"/>
                  <a:pt x="1823658" y="57785"/>
                  <a:pt x="1823613" y="53248"/>
                </a:cubicBezTo>
                <a:cubicBezTo>
                  <a:pt x="1823568" y="48710"/>
                  <a:pt x="1823413" y="43505"/>
                  <a:pt x="1823147" y="37632"/>
                </a:cubicBezTo>
                <a:cubicBezTo>
                  <a:pt x="1824125" y="37811"/>
                  <a:pt x="1825059" y="37968"/>
                  <a:pt x="1825949" y="38101"/>
                </a:cubicBezTo>
                <a:cubicBezTo>
                  <a:pt x="1826838" y="38234"/>
                  <a:pt x="1827772" y="38300"/>
                  <a:pt x="1828750" y="38300"/>
                </a:cubicBezTo>
                <a:cubicBezTo>
                  <a:pt x="1829551" y="38300"/>
                  <a:pt x="1830396" y="38234"/>
                  <a:pt x="1831286" y="38101"/>
                </a:cubicBezTo>
                <a:cubicBezTo>
                  <a:pt x="1832176" y="37968"/>
                  <a:pt x="1833111" y="37811"/>
                  <a:pt x="1834090" y="37632"/>
                </a:cubicBezTo>
                <a:cubicBezTo>
                  <a:pt x="1833734" y="40836"/>
                  <a:pt x="1833534" y="43372"/>
                  <a:pt x="1833489" y="45240"/>
                </a:cubicBezTo>
                <a:cubicBezTo>
                  <a:pt x="1833444" y="47108"/>
                  <a:pt x="1833422" y="48887"/>
                  <a:pt x="1833422" y="50577"/>
                </a:cubicBezTo>
                <a:lnTo>
                  <a:pt x="1833688" y="50711"/>
                </a:lnTo>
                <a:cubicBezTo>
                  <a:pt x="1838938" y="41103"/>
                  <a:pt x="1844810" y="36299"/>
                  <a:pt x="1851304" y="36299"/>
                </a:cubicBezTo>
                <a:cubicBezTo>
                  <a:pt x="1852105" y="36299"/>
                  <a:pt x="1852795" y="36343"/>
                  <a:pt x="1853373" y="36433"/>
                </a:cubicBezTo>
                <a:cubicBezTo>
                  <a:pt x="1853951" y="36521"/>
                  <a:pt x="1854685" y="36743"/>
                  <a:pt x="1855574" y="37099"/>
                </a:cubicBezTo>
                <a:cubicBezTo>
                  <a:pt x="1855129" y="38167"/>
                  <a:pt x="1854862" y="39791"/>
                  <a:pt x="1854772" y="41972"/>
                </a:cubicBezTo>
                <a:cubicBezTo>
                  <a:pt x="1854684" y="44150"/>
                  <a:pt x="1854640" y="46130"/>
                  <a:pt x="1854640" y="47909"/>
                </a:cubicBezTo>
                <a:lnTo>
                  <a:pt x="1853705" y="48575"/>
                </a:lnTo>
                <a:close/>
                <a:moveTo>
                  <a:pt x="1866917" y="88610"/>
                </a:moveTo>
                <a:cubicBezTo>
                  <a:pt x="1867362" y="89501"/>
                  <a:pt x="1868052" y="90480"/>
                  <a:pt x="1868986" y="91547"/>
                </a:cubicBezTo>
                <a:cubicBezTo>
                  <a:pt x="1869920" y="92614"/>
                  <a:pt x="1871031" y="93615"/>
                  <a:pt x="1872321" y="94550"/>
                </a:cubicBezTo>
                <a:cubicBezTo>
                  <a:pt x="1873612" y="95484"/>
                  <a:pt x="1875080" y="96263"/>
                  <a:pt x="1876726" y="96886"/>
                </a:cubicBezTo>
                <a:cubicBezTo>
                  <a:pt x="1878371" y="97507"/>
                  <a:pt x="1880128" y="97818"/>
                  <a:pt x="1881997" y="97818"/>
                </a:cubicBezTo>
                <a:cubicBezTo>
                  <a:pt x="1883688" y="97818"/>
                  <a:pt x="1885311" y="97552"/>
                  <a:pt x="1886868" y="97018"/>
                </a:cubicBezTo>
                <a:cubicBezTo>
                  <a:pt x="1888425" y="96485"/>
                  <a:pt x="1889804" y="95728"/>
                  <a:pt x="1891004" y="94750"/>
                </a:cubicBezTo>
                <a:cubicBezTo>
                  <a:pt x="1892205" y="93771"/>
                  <a:pt x="1893162" y="92525"/>
                  <a:pt x="1893873" y="91013"/>
                </a:cubicBezTo>
                <a:cubicBezTo>
                  <a:pt x="1894586" y="89501"/>
                  <a:pt x="1894942" y="87766"/>
                  <a:pt x="1894942" y="85808"/>
                </a:cubicBezTo>
                <a:cubicBezTo>
                  <a:pt x="1894942" y="83050"/>
                  <a:pt x="1894164" y="80937"/>
                  <a:pt x="1892606" y="79469"/>
                </a:cubicBezTo>
                <a:cubicBezTo>
                  <a:pt x="1891049" y="78002"/>
                  <a:pt x="1889114" y="76801"/>
                  <a:pt x="1886801" y="75867"/>
                </a:cubicBezTo>
                <a:cubicBezTo>
                  <a:pt x="1884488" y="74932"/>
                  <a:pt x="1881952" y="74109"/>
                  <a:pt x="1879194" y="73397"/>
                </a:cubicBezTo>
                <a:cubicBezTo>
                  <a:pt x="1876436" y="72686"/>
                  <a:pt x="1873901" y="71686"/>
                  <a:pt x="1871588" y="70396"/>
                </a:cubicBezTo>
                <a:cubicBezTo>
                  <a:pt x="1869275" y="69105"/>
                  <a:pt x="1867340" y="67392"/>
                  <a:pt x="1865783" y="65258"/>
                </a:cubicBezTo>
                <a:cubicBezTo>
                  <a:pt x="1864226" y="63123"/>
                  <a:pt x="1863447" y="60187"/>
                  <a:pt x="1863447" y="56449"/>
                </a:cubicBezTo>
                <a:cubicBezTo>
                  <a:pt x="1863447" y="53513"/>
                  <a:pt x="1863936" y="50822"/>
                  <a:pt x="1864915" y="48376"/>
                </a:cubicBezTo>
                <a:cubicBezTo>
                  <a:pt x="1865894" y="45929"/>
                  <a:pt x="1867317" y="43816"/>
                  <a:pt x="1869185" y="42037"/>
                </a:cubicBezTo>
                <a:cubicBezTo>
                  <a:pt x="1871053" y="40257"/>
                  <a:pt x="1873366" y="38856"/>
                  <a:pt x="1876125" y="37834"/>
                </a:cubicBezTo>
                <a:cubicBezTo>
                  <a:pt x="1878883" y="36810"/>
                  <a:pt x="1882042" y="36299"/>
                  <a:pt x="1885600" y="36299"/>
                </a:cubicBezTo>
                <a:cubicBezTo>
                  <a:pt x="1888892" y="36299"/>
                  <a:pt x="1891672" y="36744"/>
                  <a:pt x="1893940" y="37634"/>
                </a:cubicBezTo>
                <a:cubicBezTo>
                  <a:pt x="1896209" y="38524"/>
                  <a:pt x="1898366" y="39324"/>
                  <a:pt x="1900413" y="40035"/>
                </a:cubicBezTo>
                <a:cubicBezTo>
                  <a:pt x="1899701" y="41370"/>
                  <a:pt x="1899033" y="43016"/>
                  <a:pt x="1898410" y="44973"/>
                </a:cubicBezTo>
                <a:cubicBezTo>
                  <a:pt x="1897788" y="46931"/>
                  <a:pt x="1897388" y="48443"/>
                  <a:pt x="1897210" y="49510"/>
                </a:cubicBezTo>
                <a:lnTo>
                  <a:pt x="1895608" y="49510"/>
                </a:lnTo>
                <a:cubicBezTo>
                  <a:pt x="1894897" y="47374"/>
                  <a:pt x="1893517" y="45462"/>
                  <a:pt x="1891470" y="43772"/>
                </a:cubicBezTo>
                <a:cubicBezTo>
                  <a:pt x="1889424" y="42082"/>
                  <a:pt x="1886889" y="41236"/>
                  <a:pt x="1883865" y="41236"/>
                </a:cubicBezTo>
                <a:cubicBezTo>
                  <a:pt x="1882530" y="41236"/>
                  <a:pt x="1881196" y="41459"/>
                  <a:pt x="1879861" y="41904"/>
                </a:cubicBezTo>
                <a:cubicBezTo>
                  <a:pt x="1878527" y="42348"/>
                  <a:pt x="1877326" y="43016"/>
                  <a:pt x="1876257" y="43906"/>
                </a:cubicBezTo>
                <a:cubicBezTo>
                  <a:pt x="1875190" y="44795"/>
                  <a:pt x="1874301" y="45952"/>
                  <a:pt x="1873590" y="47376"/>
                </a:cubicBezTo>
                <a:cubicBezTo>
                  <a:pt x="1872878" y="48799"/>
                  <a:pt x="1872523" y="50489"/>
                  <a:pt x="1872523" y="52446"/>
                </a:cubicBezTo>
                <a:cubicBezTo>
                  <a:pt x="1872523" y="55293"/>
                  <a:pt x="1873301" y="57495"/>
                  <a:pt x="1874856" y="59052"/>
                </a:cubicBezTo>
                <a:cubicBezTo>
                  <a:pt x="1876413" y="60609"/>
                  <a:pt x="1878348" y="61833"/>
                  <a:pt x="1880662" y="62723"/>
                </a:cubicBezTo>
                <a:cubicBezTo>
                  <a:pt x="1882975" y="63612"/>
                  <a:pt x="1885510" y="64391"/>
                  <a:pt x="1888267" y="65059"/>
                </a:cubicBezTo>
                <a:cubicBezTo>
                  <a:pt x="1891026" y="65725"/>
                  <a:pt x="1893561" y="66659"/>
                  <a:pt x="1895875" y="67861"/>
                </a:cubicBezTo>
                <a:cubicBezTo>
                  <a:pt x="1898188" y="69061"/>
                  <a:pt x="1900123" y="70728"/>
                  <a:pt x="1901680" y="72864"/>
                </a:cubicBezTo>
                <a:cubicBezTo>
                  <a:pt x="1903237" y="74999"/>
                  <a:pt x="1904016" y="77935"/>
                  <a:pt x="1904016" y="81671"/>
                </a:cubicBezTo>
                <a:cubicBezTo>
                  <a:pt x="1904016" y="84251"/>
                  <a:pt x="1903460" y="86787"/>
                  <a:pt x="1902348" y="89278"/>
                </a:cubicBezTo>
                <a:cubicBezTo>
                  <a:pt x="1901236" y="91769"/>
                  <a:pt x="1899634" y="94016"/>
                  <a:pt x="1897542" y="96018"/>
                </a:cubicBezTo>
                <a:cubicBezTo>
                  <a:pt x="1895452" y="98019"/>
                  <a:pt x="1892938" y="99576"/>
                  <a:pt x="1890002" y="100687"/>
                </a:cubicBezTo>
                <a:cubicBezTo>
                  <a:pt x="1887067" y="101799"/>
                  <a:pt x="1883732" y="102355"/>
                  <a:pt x="1879996" y="102355"/>
                </a:cubicBezTo>
                <a:cubicBezTo>
                  <a:pt x="1875903" y="102355"/>
                  <a:pt x="1872477" y="101955"/>
                  <a:pt x="1869719" y="101154"/>
                </a:cubicBezTo>
                <a:cubicBezTo>
                  <a:pt x="1866962" y="100354"/>
                  <a:pt x="1864648" y="99420"/>
                  <a:pt x="1862779" y="98352"/>
                </a:cubicBezTo>
                <a:cubicBezTo>
                  <a:pt x="1863314" y="97195"/>
                  <a:pt x="1863871" y="95616"/>
                  <a:pt x="1864449" y="93615"/>
                </a:cubicBezTo>
                <a:cubicBezTo>
                  <a:pt x="1865027" y="91613"/>
                  <a:pt x="1865316" y="89945"/>
                  <a:pt x="1865316" y="88610"/>
                </a:cubicBezTo>
                <a:lnTo>
                  <a:pt x="1866917" y="88610"/>
                </a:lnTo>
                <a:close/>
                <a:moveTo>
                  <a:pt x="1987078" y="101021"/>
                </a:moveTo>
                <a:cubicBezTo>
                  <a:pt x="1986011" y="97729"/>
                  <a:pt x="1984587" y="93548"/>
                  <a:pt x="1982808" y="88478"/>
                </a:cubicBezTo>
                <a:cubicBezTo>
                  <a:pt x="1981029" y="83406"/>
                  <a:pt x="1979094" y="78001"/>
                  <a:pt x="1977002" y="72263"/>
                </a:cubicBezTo>
                <a:cubicBezTo>
                  <a:pt x="1974912" y="66525"/>
                  <a:pt x="1972732" y="60654"/>
                  <a:pt x="1970464" y="54649"/>
                </a:cubicBezTo>
                <a:cubicBezTo>
                  <a:pt x="1968195" y="48644"/>
                  <a:pt x="1965949" y="42971"/>
                  <a:pt x="1963726" y="37632"/>
                </a:cubicBezTo>
                <a:cubicBezTo>
                  <a:pt x="1964793" y="37811"/>
                  <a:pt x="1965837" y="37968"/>
                  <a:pt x="1966860" y="38101"/>
                </a:cubicBezTo>
                <a:cubicBezTo>
                  <a:pt x="1967883" y="38234"/>
                  <a:pt x="1968929" y="38300"/>
                  <a:pt x="1969998" y="38300"/>
                </a:cubicBezTo>
                <a:cubicBezTo>
                  <a:pt x="1970976" y="38300"/>
                  <a:pt x="1971955" y="38234"/>
                  <a:pt x="1972934" y="38101"/>
                </a:cubicBezTo>
                <a:cubicBezTo>
                  <a:pt x="1973913" y="37968"/>
                  <a:pt x="1974980" y="37811"/>
                  <a:pt x="1976135" y="37632"/>
                </a:cubicBezTo>
                <a:cubicBezTo>
                  <a:pt x="1978448" y="45996"/>
                  <a:pt x="1981006" y="54381"/>
                  <a:pt x="1983808" y="62788"/>
                </a:cubicBezTo>
                <a:cubicBezTo>
                  <a:pt x="1986611" y="71195"/>
                  <a:pt x="1989747" y="79848"/>
                  <a:pt x="1993217" y="88745"/>
                </a:cubicBezTo>
                <a:cubicBezTo>
                  <a:pt x="1994286" y="86254"/>
                  <a:pt x="1995576" y="82962"/>
                  <a:pt x="1997088" y="78869"/>
                </a:cubicBezTo>
                <a:cubicBezTo>
                  <a:pt x="1998600" y="74776"/>
                  <a:pt x="2000157" y="70372"/>
                  <a:pt x="2001757" y="65657"/>
                </a:cubicBezTo>
                <a:cubicBezTo>
                  <a:pt x="2003359" y="60943"/>
                  <a:pt x="2004960" y="56139"/>
                  <a:pt x="2006561" y="51247"/>
                </a:cubicBezTo>
                <a:cubicBezTo>
                  <a:pt x="2008163" y="46353"/>
                  <a:pt x="2009587" y="41815"/>
                  <a:pt x="2010833" y="37632"/>
                </a:cubicBezTo>
                <a:cubicBezTo>
                  <a:pt x="2012435" y="38078"/>
                  <a:pt x="2013769" y="38300"/>
                  <a:pt x="2014836" y="38300"/>
                </a:cubicBezTo>
                <a:cubicBezTo>
                  <a:pt x="2015548" y="38300"/>
                  <a:pt x="2016170" y="38234"/>
                  <a:pt x="2016704" y="38101"/>
                </a:cubicBezTo>
                <a:cubicBezTo>
                  <a:pt x="2017238" y="37968"/>
                  <a:pt x="2017861" y="37811"/>
                  <a:pt x="2018573" y="37632"/>
                </a:cubicBezTo>
                <a:cubicBezTo>
                  <a:pt x="2020796" y="46174"/>
                  <a:pt x="2023376" y="54604"/>
                  <a:pt x="2026313" y="62923"/>
                </a:cubicBezTo>
                <a:cubicBezTo>
                  <a:pt x="2029249" y="71240"/>
                  <a:pt x="2032318" y="79848"/>
                  <a:pt x="2035521" y="88745"/>
                </a:cubicBezTo>
                <a:cubicBezTo>
                  <a:pt x="2036677" y="85898"/>
                  <a:pt x="2038034" y="82406"/>
                  <a:pt x="2039591" y="78270"/>
                </a:cubicBezTo>
                <a:cubicBezTo>
                  <a:pt x="2041148" y="74132"/>
                  <a:pt x="2042772" y="69773"/>
                  <a:pt x="2044462" y="65191"/>
                </a:cubicBezTo>
                <a:cubicBezTo>
                  <a:pt x="2046152" y="60610"/>
                  <a:pt x="2047865" y="55917"/>
                  <a:pt x="2049599" y="51112"/>
                </a:cubicBezTo>
                <a:cubicBezTo>
                  <a:pt x="2051334" y="46308"/>
                  <a:pt x="2052958" y="41815"/>
                  <a:pt x="2054470" y="37632"/>
                </a:cubicBezTo>
                <a:cubicBezTo>
                  <a:pt x="2056250" y="38078"/>
                  <a:pt x="2057673" y="38300"/>
                  <a:pt x="2058740" y="38300"/>
                </a:cubicBezTo>
                <a:cubicBezTo>
                  <a:pt x="2059897" y="38300"/>
                  <a:pt x="2061231" y="38078"/>
                  <a:pt x="2062744" y="37632"/>
                </a:cubicBezTo>
                <a:cubicBezTo>
                  <a:pt x="2057673" y="48397"/>
                  <a:pt x="2052936" y="59029"/>
                  <a:pt x="2048532" y="69528"/>
                </a:cubicBezTo>
                <a:cubicBezTo>
                  <a:pt x="2044129" y="80026"/>
                  <a:pt x="2040014" y="90524"/>
                  <a:pt x="2036189" y="101021"/>
                </a:cubicBezTo>
                <a:cubicBezTo>
                  <a:pt x="2035210" y="100844"/>
                  <a:pt x="2034053" y="100755"/>
                  <a:pt x="2032719" y="100755"/>
                </a:cubicBezTo>
                <a:cubicBezTo>
                  <a:pt x="2032096" y="100755"/>
                  <a:pt x="2031473" y="100755"/>
                  <a:pt x="2030849" y="100755"/>
                </a:cubicBezTo>
                <a:cubicBezTo>
                  <a:pt x="2030228" y="100755"/>
                  <a:pt x="2029694" y="100844"/>
                  <a:pt x="2029249" y="101021"/>
                </a:cubicBezTo>
                <a:cubicBezTo>
                  <a:pt x="2026936" y="93103"/>
                  <a:pt x="2024400" y="85140"/>
                  <a:pt x="2021641" y="77134"/>
                </a:cubicBezTo>
                <a:cubicBezTo>
                  <a:pt x="2018884" y="69127"/>
                  <a:pt x="2015726" y="60720"/>
                  <a:pt x="2012167" y="51913"/>
                </a:cubicBezTo>
                <a:cubicBezTo>
                  <a:pt x="2011100" y="54582"/>
                  <a:pt x="2009810" y="57896"/>
                  <a:pt x="2008298" y="61856"/>
                </a:cubicBezTo>
                <a:cubicBezTo>
                  <a:pt x="2006786" y="65814"/>
                  <a:pt x="2005228" y="70062"/>
                  <a:pt x="2003627" y="74599"/>
                </a:cubicBezTo>
                <a:cubicBezTo>
                  <a:pt x="2002025" y="79136"/>
                  <a:pt x="2000423" y="83740"/>
                  <a:pt x="1998821" y="88411"/>
                </a:cubicBezTo>
                <a:cubicBezTo>
                  <a:pt x="1997220" y="93082"/>
                  <a:pt x="1995797" y="97285"/>
                  <a:pt x="1994551" y="101021"/>
                </a:cubicBezTo>
                <a:cubicBezTo>
                  <a:pt x="1993484" y="100844"/>
                  <a:pt x="1992238" y="100755"/>
                  <a:pt x="1990814" y="100755"/>
                </a:cubicBezTo>
                <a:cubicBezTo>
                  <a:pt x="1989392" y="100755"/>
                  <a:pt x="1988146" y="100844"/>
                  <a:pt x="1987078" y="101021"/>
                </a:cubicBezTo>
                <a:close/>
                <a:moveTo>
                  <a:pt x="2073955" y="38834"/>
                </a:moveTo>
                <a:cubicBezTo>
                  <a:pt x="2073955" y="35809"/>
                  <a:pt x="2073932" y="32518"/>
                  <a:pt x="2073887" y="28960"/>
                </a:cubicBezTo>
                <a:cubicBezTo>
                  <a:pt x="2073843" y="25400"/>
                  <a:pt x="2073775" y="21886"/>
                  <a:pt x="2073686" y="18416"/>
                </a:cubicBezTo>
                <a:cubicBezTo>
                  <a:pt x="2073598" y="14946"/>
                  <a:pt x="2073487" y="11633"/>
                  <a:pt x="2073354" y="8475"/>
                </a:cubicBezTo>
                <a:cubicBezTo>
                  <a:pt x="2073221" y="5316"/>
                  <a:pt x="2073065" y="2625"/>
                  <a:pt x="2072888" y="401"/>
                </a:cubicBezTo>
                <a:cubicBezTo>
                  <a:pt x="2075379" y="846"/>
                  <a:pt x="2077380" y="1069"/>
                  <a:pt x="2078893" y="1069"/>
                </a:cubicBezTo>
                <a:cubicBezTo>
                  <a:pt x="2080405" y="1069"/>
                  <a:pt x="2082406" y="846"/>
                  <a:pt x="2084897" y="401"/>
                </a:cubicBezTo>
                <a:cubicBezTo>
                  <a:pt x="2084720" y="2625"/>
                  <a:pt x="2084564" y="5294"/>
                  <a:pt x="2084429" y="8408"/>
                </a:cubicBezTo>
                <a:cubicBezTo>
                  <a:pt x="2084296" y="11522"/>
                  <a:pt x="2084185" y="14791"/>
                  <a:pt x="2084095" y="18216"/>
                </a:cubicBezTo>
                <a:cubicBezTo>
                  <a:pt x="2084007" y="21641"/>
                  <a:pt x="2083940" y="25089"/>
                  <a:pt x="2083896" y="28559"/>
                </a:cubicBezTo>
                <a:cubicBezTo>
                  <a:pt x="2083852" y="32028"/>
                  <a:pt x="2083830" y="35232"/>
                  <a:pt x="2083830" y="38168"/>
                </a:cubicBezTo>
                <a:lnTo>
                  <a:pt x="2083830" y="48308"/>
                </a:lnTo>
                <a:lnTo>
                  <a:pt x="2084097" y="48308"/>
                </a:lnTo>
                <a:cubicBezTo>
                  <a:pt x="2086588" y="44483"/>
                  <a:pt x="2089569" y="41525"/>
                  <a:pt x="2093038" y="39434"/>
                </a:cubicBezTo>
                <a:cubicBezTo>
                  <a:pt x="2096508" y="37344"/>
                  <a:pt x="2100645" y="36299"/>
                  <a:pt x="2105450" y="36299"/>
                </a:cubicBezTo>
                <a:cubicBezTo>
                  <a:pt x="2107941" y="36299"/>
                  <a:pt x="2110453" y="36655"/>
                  <a:pt x="2112988" y="37368"/>
                </a:cubicBezTo>
                <a:cubicBezTo>
                  <a:pt x="2115524" y="38079"/>
                  <a:pt x="2117814" y="39302"/>
                  <a:pt x="2119860" y="41037"/>
                </a:cubicBezTo>
                <a:cubicBezTo>
                  <a:pt x="2121907" y="42772"/>
                  <a:pt x="2123576" y="45130"/>
                  <a:pt x="2124865" y="48111"/>
                </a:cubicBezTo>
                <a:cubicBezTo>
                  <a:pt x="2126155" y="51091"/>
                  <a:pt x="2126800" y="54893"/>
                  <a:pt x="2126800" y="59518"/>
                </a:cubicBezTo>
                <a:cubicBezTo>
                  <a:pt x="2126800" y="63344"/>
                  <a:pt x="2126711" y="67280"/>
                  <a:pt x="2126533" y="71328"/>
                </a:cubicBezTo>
                <a:cubicBezTo>
                  <a:pt x="2126355" y="75377"/>
                  <a:pt x="2126266" y="79670"/>
                  <a:pt x="2126266" y="84208"/>
                </a:cubicBezTo>
                <a:lnTo>
                  <a:pt x="2126266" y="92880"/>
                </a:lnTo>
                <a:cubicBezTo>
                  <a:pt x="2126266" y="94304"/>
                  <a:pt x="2126289" y="95706"/>
                  <a:pt x="2126334" y="97085"/>
                </a:cubicBezTo>
                <a:cubicBezTo>
                  <a:pt x="2126378" y="98464"/>
                  <a:pt x="2126445" y="99777"/>
                  <a:pt x="2126533" y="101021"/>
                </a:cubicBezTo>
                <a:cubicBezTo>
                  <a:pt x="2124753" y="100844"/>
                  <a:pt x="2122885" y="100755"/>
                  <a:pt x="2120929" y="100755"/>
                </a:cubicBezTo>
                <a:cubicBezTo>
                  <a:pt x="2119060" y="100755"/>
                  <a:pt x="2117236" y="100844"/>
                  <a:pt x="2115458" y="101021"/>
                </a:cubicBezTo>
                <a:cubicBezTo>
                  <a:pt x="2115636" y="96395"/>
                  <a:pt x="2115835" y="91636"/>
                  <a:pt x="2116056" y="86743"/>
                </a:cubicBezTo>
                <a:cubicBezTo>
                  <a:pt x="2116279" y="81849"/>
                  <a:pt x="2116390" y="76822"/>
                  <a:pt x="2116390" y="71662"/>
                </a:cubicBezTo>
                <a:lnTo>
                  <a:pt x="2116390" y="63521"/>
                </a:lnTo>
                <a:cubicBezTo>
                  <a:pt x="2116390" y="56849"/>
                  <a:pt x="2115100" y="51801"/>
                  <a:pt x="2112519" y="48376"/>
                </a:cubicBezTo>
                <a:cubicBezTo>
                  <a:pt x="2109940" y="44951"/>
                  <a:pt x="2106382" y="43238"/>
                  <a:pt x="2101845" y="43238"/>
                </a:cubicBezTo>
                <a:cubicBezTo>
                  <a:pt x="2095618" y="43238"/>
                  <a:pt x="2091059" y="45151"/>
                  <a:pt x="2088168" y="48976"/>
                </a:cubicBezTo>
                <a:cubicBezTo>
                  <a:pt x="2085276" y="52802"/>
                  <a:pt x="2083830" y="58184"/>
                  <a:pt x="2083830" y="65124"/>
                </a:cubicBezTo>
                <a:cubicBezTo>
                  <a:pt x="2083830" y="67615"/>
                  <a:pt x="2083852" y="70507"/>
                  <a:pt x="2083896" y="73798"/>
                </a:cubicBezTo>
                <a:cubicBezTo>
                  <a:pt x="2083940" y="77090"/>
                  <a:pt x="2084007" y="80405"/>
                  <a:pt x="2084095" y="83742"/>
                </a:cubicBezTo>
                <a:cubicBezTo>
                  <a:pt x="2084185" y="87077"/>
                  <a:pt x="2084296" y="90302"/>
                  <a:pt x="2084429" y="93416"/>
                </a:cubicBezTo>
                <a:cubicBezTo>
                  <a:pt x="2084564" y="96529"/>
                  <a:pt x="2084720" y="99064"/>
                  <a:pt x="2084897" y="101021"/>
                </a:cubicBezTo>
                <a:cubicBezTo>
                  <a:pt x="2082852" y="100844"/>
                  <a:pt x="2080850" y="100755"/>
                  <a:pt x="2078893" y="100755"/>
                </a:cubicBezTo>
                <a:cubicBezTo>
                  <a:pt x="2076935" y="100755"/>
                  <a:pt x="2074933" y="100844"/>
                  <a:pt x="2072888" y="101021"/>
                </a:cubicBezTo>
                <a:cubicBezTo>
                  <a:pt x="2073065" y="98976"/>
                  <a:pt x="2073221" y="96396"/>
                  <a:pt x="2073354" y="93282"/>
                </a:cubicBezTo>
                <a:cubicBezTo>
                  <a:pt x="2073487" y="90167"/>
                  <a:pt x="2073598" y="86875"/>
                  <a:pt x="2073686" y="83406"/>
                </a:cubicBezTo>
                <a:cubicBezTo>
                  <a:pt x="2073775" y="79936"/>
                  <a:pt x="2073843" y="76422"/>
                  <a:pt x="2073887" y="72864"/>
                </a:cubicBezTo>
                <a:cubicBezTo>
                  <a:pt x="2073932" y="69306"/>
                  <a:pt x="2073955" y="66014"/>
                  <a:pt x="2073955" y="62988"/>
                </a:cubicBezTo>
                <a:lnTo>
                  <a:pt x="2073955" y="38834"/>
                </a:lnTo>
                <a:close/>
                <a:moveTo>
                  <a:pt x="2172441" y="40569"/>
                </a:moveTo>
                <a:cubicBezTo>
                  <a:pt x="2169149" y="40569"/>
                  <a:pt x="2166368" y="41325"/>
                  <a:pt x="2164098" y="42837"/>
                </a:cubicBezTo>
                <a:cubicBezTo>
                  <a:pt x="2161830" y="44349"/>
                  <a:pt x="2159962" y="46240"/>
                  <a:pt x="2158494" y="48510"/>
                </a:cubicBezTo>
                <a:cubicBezTo>
                  <a:pt x="2157027" y="50778"/>
                  <a:pt x="2155915" y="53269"/>
                  <a:pt x="2155159" y="55983"/>
                </a:cubicBezTo>
                <a:cubicBezTo>
                  <a:pt x="2154403" y="58697"/>
                  <a:pt x="2153936" y="61254"/>
                  <a:pt x="2153758" y="63656"/>
                </a:cubicBezTo>
                <a:cubicBezTo>
                  <a:pt x="2156515" y="63745"/>
                  <a:pt x="2159384" y="63835"/>
                  <a:pt x="2162363" y="63925"/>
                </a:cubicBezTo>
                <a:cubicBezTo>
                  <a:pt x="2165344" y="64013"/>
                  <a:pt x="2168258" y="64057"/>
                  <a:pt x="2171105" y="64057"/>
                </a:cubicBezTo>
                <a:cubicBezTo>
                  <a:pt x="2174041" y="64057"/>
                  <a:pt x="2177022" y="64013"/>
                  <a:pt x="2180046" y="63925"/>
                </a:cubicBezTo>
                <a:cubicBezTo>
                  <a:pt x="2183071" y="63835"/>
                  <a:pt x="2186007" y="63745"/>
                  <a:pt x="2188855" y="63656"/>
                </a:cubicBezTo>
                <a:cubicBezTo>
                  <a:pt x="2188855" y="61254"/>
                  <a:pt x="2188655" y="58719"/>
                  <a:pt x="2188254" y="56050"/>
                </a:cubicBezTo>
                <a:cubicBezTo>
                  <a:pt x="2187854" y="53380"/>
                  <a:pt x="2187053" y="50888"/>
                  <a:pt x="2185852" y="48575"/>
                </a:cubicBezTo>
                <a:cubicBezTo>
                  <a:pt x="2184650" y="46262"/>
                  <a:pt x="2182982" y="44349"/>
                  <a:pt x="2180846" y="42837"/>
                </a:cubicBezTo>
                <a:cubicBezTo>
                  <a:pt x="2178711" y="41325"/>
                  <a:pt x="2175909" y="40569"/>
                  <a:pt x="2172441" y="40569"/>
                </a:cubicBezTo>
                <a:moveTo>
                  <a:pt x="2141614" y="71396"/>
                </a:moveTo>
                <a:cubicBezTo>
                  <a:pt x="2141614" y="60453"/>
                  <a:pt x="2144215" y="51868"/>
                  <a:pt x="2149419" y="45641"/>
                </a:cubicBezTo>
                <a:cubicBezTo>
                  <a:pt x="2154623" y="39413"/>
                  <a:pt x="2162208" y="36299"/>
                  <a:pt x="2172174" y="36299"/>
                </a:cubicBezTo>
                <a:cubicBezTo>
                  <a:pt x="2176889" y="36299"/>
                  <a:pt x="2180958" y="37033"/>
                  <a:pt x="2184383" y="38502"/>
                </a:cubicBezTo>
                <a:cubicBezTo>
                  <a:pt x="2187808" y="39969"/>
                  <a:pt x="2190678" y="41926"/>
                  <a:pt x="2192991" y="44372"/>
                </a:cubicBezTo>
                <a:cubicBezTo>
                  <a:pt x="2195304" y="46819"/>
                  <a:pt x="2197016" y="49688"/>
                  <a:pt x="2198128" y="52980"/>
                </a:cubicBezTo>
                <a:cubicBezTo>
                  <a:pt x="2199240" y="56272"/>
                  <a:pt x="2199796" y="59786"/>
                  <a:pt x="2199796" y="63521"/>
                </a:cubicBezTo>
                <a:cubicBezTo>
                  <a:pt x="2199796" y="64412"/>
                  <a:pt x="2199774" y="65280"/>
                  <a:pt x="2199729" y="66126"/>
                </a:cubicBezTo>
                <a:cubicBezTo>
                  <a:pt x="2199685" y="66970"/>
                  <a:pt x="2199619" y="67837"/>
                  <a:pt x="2199529" y="68726"/>
                </a:cubicBezTo>
                <a:cubicBezTo>
                  <a:pt x="2194725" y="68638"/>
                  <a:pt x="2189966" y="68550"/>
                  <a:pt x="2185251" y="68461"/>
                </a:cubicBezTo>
                <a:cubicBezTo>
                  <a:pt x="2180536" y="68372"/>
                  <a:pt x="2175777" y="68327"/>
                  <a:pt x="2170973" y="68327"/>
                </a:cubicBezTo>
                <a:cubicBezTo>
                  <a:pt x="2168036" y="68327"/>
                  <a:pt x="2165122" y="68372"/>
                  <a:pt x="2162231" y="68461"/>
                </a:cubicBezTo>
                <a:cubicBezTo>
                  <a:pt x="2159339" y="68550"/>
                  <a:pt x="2156425" y="68638"/>
                  <a:pt x="2153489" y="68726"/>
                </a:cubicBezTo>
                <a:cubicBezTo>
                  <a:pt x="2153401" y="69171"/>
                  <a:pt x="2153357" y="69839"/>
                  <a:pt x="2153357" y="70728"/>
                </a:cubicBezTo>
                <a:lnTo>
                  <a:pt x="2153357" y="72463"/>
                </a:lnTo>
                <a:cubicBezTo>
                  <a:pt x="2153357" y="75932"/>
                  <a:pt x="2153868" y="79180"/>
                  <a:pt x="2154890" y="82206"/>
                </a:cubicBezTo>
                <a:cubicBezTo>
                  <a:pt x="2155914" y="85231"/>
                  <a:pt x="2157404" y="87833"/>
                  <a:pt x="2159362" y="90013"/>
                </a:cubicBezTo>
                <a:cubicBezTo>
                  <a:pt x="2161319" y="92192"/>
                  <a:pt x="2163721" y="93927"/>
                  <a:pt x="2166568" y="95218"/>
                </a:cubicBezTo>
                <a:cubicBezTo>
                  <a:pt x="2169415" y="96508"/>
                  <a:pt x="2172707" y="97152"/>
                  <a:pt x="2176444" y="97152"/>
                </a:cubicBezTo>
                <a:cubicBezTo>
                  <a:pt x="2178222" y="97152"/>
                  <a:pt x="2180046" y="96908"/>
                  <a:pt x="2181913" y="96419"/>
                </a:cubicBezTo>
                <a:cubicBezTo>
                  <a:pt x="2183783" y="95929"/>
                  <a:pt x="2185607" y="95261"/>
                  <a:pt x="2187385" y="94416"/>
                </a:cubicBezTo>
                <a:cubicBezTo>
                  <a:pt x="2189165" y="93570"/>
                  <a:pt x="2190833" y="92569"/>
                  <a:pt x="2192390" y="91414"/>
                </a:cubicBezTo>
                <a:cubicBezTo>
                  <a:pt x="2193947" y="90258"/>
                  <a:pt x="2195304" y="89011"/>
                  <a:pt x="2196461" y="87676"/>
                </a:cubicBezTo>
                <a:lnTo>
                  <a:pt x="2197128" y="88077"/>
                </a:lnTo>
                <a:lnTo>
                  <a:pt x="2196328" y="94615"/>
                </a:lnTo>
                <a:cubicBezTo>
                  <a:pt x="2193658" y="96751"/>
                  <a:pt x="2190344" y="98574"/>
                  <a:pt x="2186385" y="100087"/>
                </a:cubicBezTo>
                <a:cubicBezTo>
                  <a:pt x="2182427" y="101599"/>
                  <a:pt x="2178312" y="102355"/>
                  <a:pt x="2174041" y="102355"/>
                </a:cubicBezTo>
                <a:cubicBezTo>
                  <a:pt x="2169237" y="102355"/>
                  <a:pt x="2164855" y="101621"/>
                  <a:pt x="2160895" y="100154"/>
                </a:cubicBezTo>
                <a:cubicBezTo>
                  <a:pt x="2156937" y="98686"/>
                  <a:pt x="2153512" y="96552"/>
                  <a:pt x="2150620" y="93750"/>
                </a:cubicBezTo>
                <a:cubicBezTo>
                  <a:pt x="2147730" y="90947"/>
                  <a:pt x="2145506" y="87632"/>
                  <a:pt x="2143949" y="83807"/>
                </a:cubicBezTo>
                <a:cubicBezTo>
                  <a:pt x="2142392" y="79981"/>
                  <a:pt x="2141614" y="75844"/>
                  <a:pt x="2141614" y="71396"/>
                </a:cubicBezTo>
                <a:close/>
                <a:moveTo>
                  <a:pt x="2257312" y="63521"/>
                </a:moveTo>
                <a:cubicBezTo>
                  <a:pt x="2257312" y="56849"/>
                  <a:pt x="2256022" y="51801"/>
                  <a:pt x="2253441" y="48376"/>
                </a:cubicBezTo>
                <a:cubicBezTo>
                  <a:pt x="2250862" y="44951"/>
                  <a:pt x="2247304" y="43238"/>
                  <a:pt x="2242767" y="43238"/>
                </a:cubicBezTo>
                <a:cubicBezTo>
                  <a:pt x="2236540" y="43238"/>
                  <a:pt x="2231981" y="45151"/>
                  <a:pt x="2229089" y="48976"/>
                </a:cubicBezTo>
                <a:cubicBezTo>
                  <a:pt x="2226198" y="52802"/>
                  <a:pt x="2224752" y="58184"/>
                  <a:pt x="2224752" y="65124"/>
                </a:cubicBezTo>
                <a:lnTo>
                  <a:pt x="2224752" y="76466"/>
                </a:lnTo>
                <a:cubicBezTo>
                  <a:pt x="2224752" y="80471"/>
                  <a:pt x="2224819" y="84675"/>
                  <a:pt x="2224952" y="89079"/>
                </a:cubicBezTo>
                <a:cubicBezTo>
                  <a:pt x="2225085" y="93482"/>
                  <a:pt x="2225374" y="97463"/>
                  <a:pt x="2225819" y="101021"/>
                </a:cubicBezTo>
                <a:cubicBezTo>
                  <a:pt x="2223773" y="100844"/>
                  <a:pt x="2221772" y="100755"/>
                  <a:pt x="2219814" y="100755"/>
                </a:cubicBezTo>
                <a:cubicBezTo>
                  <a:pt x="2217857" y="100755"/>
                  <a:pt x="2215855" y="100844"/>
                  <a:pt x="2213809" y="101021"/>
                </a:cubicBezTo>
                <a:cubicBezTo>
                  <a:pt x="2214253" y="97463"/>
                  <a:pt x="2214542" y="93482"/>
                  <a:pt x="2214675" y="89079"/>
                </a:cubicBezTo>
                <a:cubicBezTo>
                  <a:pt x="2214809" y="84675"/>
                  <a:pt x="2214876" y="80471"/>
                  <a:pt x="2214876" y="76466"/>
                </a:cubicBezTo>
                <a:lnTo>
                  <a:pt x="2214876" y="62589"/>
                </a:lnTo>
                <a:cubicBezTo>
                  <a:pt x="2214876" y="58586"/>
                  <a:pt x="2214809" y="54382"/>
                  <a:pt x="2214675" y="49978"/>
                </a:cubicBezTo>
                <a:cubicBezTo>
                  <a:pt x="2214542" y="45574"/>
                  <a:pt x="2214253" y="41459"/>
                  <a:pt x="2213809" y="37632"/>
                </a:cubicBezTo>
                <a:cubicBezTo>
                  <a:pt x="2216300" y="38078"/>
                  <a:pt x="2218302" y="38300"/>
                  <a:pt x="2219814" y="38300"/>
                </a:cubicBezTo>
                <a:cubicBezTo>
                  <a:pt x="2220525" y="38300"/>
                  <a:pt x="2221303" y="38234"/>
                  <a:pt x="2222148" y="38101"/>
                </a:cubicBezTo>
                <a:cubicBezTo>
                  <a:pt x="2222993" y="37968"/>
                  <a:pt x="2223995" y="37811"/>
                  <a:pt x="2225151" y="37632"/>
                </a:cubicBezTo>
                <a:cubicBezTo>
                  <a:pt x="2224885" y="41192"/>
                  <a:pt x="2224752" y="44750"/>
                  <a:pt x="2224752" y="48308"/>
                </a:cubicBezTo>
                <a:lnTo>
                  <a:pt x="2225019" y="48308"/>
                </a:lnTo>
                <a:cubicBezTo>
                  <a:pt x="2227510" y="44483"/>
                  <a:pt x="2230490" y="41525"/>
                  <a:pt x="2233960" y="39434"/>
                </a:cubicBezTo>
                <a:cubicBezTo>
                  <a:pt x="2237430" y="37344"/>
                  <a:pt x="2241567" y="36299"/>
                  <a:pt x="2246371" y="36299"/>
                </a:cubicBezTo>
                <a:cubicBezTo>
                  <a:pt x="2248862" y="36299"/>
                  <a:pt x="2251375" y="36655"/>
                  <a:pt x="2253909" y="37368"/>
                </a:cubicBezTo>
                <a:cubicBezTo>
                  <a:pt x="2256445" y="38079"/>
                  <a:pt x="2258736" y="39302"/>
                  <a:pt x="2260782" y="41037"/>
                </a:cubicBezTo>
                <a:cubicBezTo>
                  <a:pt x="2262829" y="42772"/>
                  <a:pt x="2264497" y="45130"/>
                  <a:pt x="2265787" y="48111"/>
                </a:cubicBezTo>
                <a:cubicBezTo>
                  <a:pt x="2267077" y="51091"/>
                  <a:pt x="2267721" y="54893"/>
                  <a:pt x="2267721" y="59518"/>
                </a:cubicBezTo>
                <a:cubicBezTo>
                  <a:pt x="2267721" y="63344"/>
                  <a:pt x="2267633" y="67280"/>
                  <a:pt x="2267455" y="71328"/>
                </a:cubicBezTo>
                <a:cubicBezTo>
                  <a:pt x="2267277" y="75377"/>
                  <a:pt x="2267188" y="79670"/>
                  <a:pt x="2267188" y="84208"/>
                </a:cubicBezTo>
                <a:lnTo>
                  <a:pt x="2267188" y="92880"/>
                </a:lnTo>
                <a:cubicBezTo>
                  <a:pt x="2267188" y="94304"/>
                  <a:pt x="2267210" y="95706"/>
                  <a:pt x="2267255" y="97085"/>
                </a:cubicBezTo>
                <a:cubicBezTo>
                  <a:pt x="2267300" y="98464"/>
                  <a:pt x="2267366" y="99777"/>
                  <a:pt x="2267455" y="101021"/>
                </a:cubicBezTo>
                <a:cubicBezTo>
                  <a:pt x="2265675" y="100844"/>
                  <a:pt x="2263807" y="100755"/>
                  <a:pt x="2261851" y="100755"/>
                </a:cubicBezTo>
                <a:cubicBezTo>
                  <a:pt x="2259982" y="100755"/>
                  <a:pt x="2258158" y="100844"/>
                  <a:pt x="2256379" y="101021"/>
                </a:cubicBezTo>
                <a:cubicBezTo>
                  <a:pt x="2256557" y="96395"/>
                  <a:pt x="2256757" y="91636"/>
                  <a:pt x="2256978" y="86743"/>
                </a:cubicBezTo>
                <a:cubicBezTo>
                  <a:pt x="2257201" y="81849"/>
                  <a:pt x="2257312" y="76822"/>
                  <a:pt x="2257312" y="71662"/>
                </a:cubicBezTo>
                <a:lnTo>
                  <a:pt x="2257312" y="63521"/>
                </a:lnTo>
                <a:close/>
                <a:moveTo>
                  <a:pt x="2341578" y="14413"/>
                </a:moveTo>
                <a:cubicBezTo>
                  <a:pt x="2341578" y="12545"/>
                  <a:pt x="2342245" y="10944"/>
                  <a:pt x="2343580" y="9609"/>
                </a:cubicBezTo>
                <a:cubicBezTo>
                  <a:pt x="2344914" y="8275"/>
                  <a:pt x="2346516" y="7608"/>
                  <a:pt x="2348385" y="7608"/>
                </a:cubicBezTo>
                <a:cubicBezTo>
                  <a:pt x="2350253" y="7608"/>
                  <a:pt x="2351854" y="8275"/>
                  <a:pt x="2353189" y="9609"/>
                </a:cubicBezTo>
                <a:cubicBezTo>
                  <a:pt x="2354523" y="10944"/>
                  <a:pt x="2355190" y="12545"/>
                  <a:pt x="2355190" y="14413"/>
                </a:cubicBezTo>
                <a:cubicBezTo>
                  <a:pt x="2355190" y="16281"/>
                  <a:pt x="2354523" y="17883"/>
                  <a:pt x="2353189" y="19218"/>
                </a:cubicBezTo>
                <a:cubicBezTo>
                  <a:pt x="2351854" y="20553"/>
                  <a:pt x="2350253" y="21220"/>
                  <a:pt x="2348385" y="21220"/>
                </a:cubicBezTo>
                <a:cubicBezTo>
                  <a:pt x="2346516" y="21220"/>
                  <a:pt x="2344914" y="20553"/>
                  <a:pt x="2343580" y="19218"/>
                </a:cubicBezTo>
                <a:cubicBezTo>
                  <a:pt x="2342245" y="17883"/>
                  <a:pt x="2341578" y="16281"/>
                  <a:pt x="2341578" y="14413"/>
                </a:cubicBezTo>
                <a:moveTo>
                  <a:pt x="2343447" y="62589"/>
                </a:moveTo>
                <a:cubicBezTo>
                  <a:pt x="2343447" y="58586"/>
                  <a:pt x="2343380" y="54382"/>
                  <a:pt x="2343246" y="49978"/>
                </a:cubicBezTo>
                <a:cubicBezTo>
                  <a:pt x="2343113" y="45574"/>
                  <a:pt x="2342824" y="41459"/>
                  <a:pt x="2342378" y="37632"/>
                </a:cubicBezTo>
                <a:cubicBezTo>
                  <a:pt x="2344869" y="38078"/>
                  <a:pt x="2346872" y="38300"/>
                  <a:pt x="2348385" y="38300"/>
                </a:cubicBezTo>
                <a:cubicBezTo>
                  <a:pt x="2349898" y="38300"/>
                  <a:pt x="2351899" y="38078"/>
                  <a:pt x="2354390" y="37632"/>
                </a:cubicBezTo>
                <a:cubicBezTo>
                  <a:pt x="2353945" y="41459"/>
                  <a:pt x="2353655" y="45574"/>
                  <a:pt x="2353521" y="49978"/>
                </a:cubicBezTo>
                <a:cubicBezTo>
                  <a:pt x="2353388" y="54382"/>
                  <a:pt x="2353321" y="58586"/>
                  <a:pt x="2353321" y="62589"/>
                </a:cubicBezTo>
                <a:lnTo>
                  <a:pt x="2353321" y="76466"/>
                </a:lnTo>
                <a:cubicBezTo>
                  <a:pt x="2353321" y="80471"/>
                  <a:pt x="2353388" y="84675"/>
                  <a:pt x="2353521" y="89079"/>
                </a:cubicBezTo>
                <a:cubicBezTo>
                  <a:pt x="2353655" y="93482"/>
                  <a:pt x="2353945" y="97463"/>
                  <a:pt x="2354390" y="101021"/>
                </a:cubicBezTo>
                <a:cubicBezTo>
                  <a:pt x="2352343" y="100844"/>
                  <a:pt x="2350341" y="100755"/>
                  <a:pt x="2348385" y="100755"/>
                </a:cubicBezTo>
                <a:cubicBezTo>
                  <a:pt x="2346428" y="100755"/>
                  <a:pt x="2344425" y="100844"/>
                  <a:pt x="2342378" y="101021"/>
                </a:cubicBezTo>
                <a:cubicBezTo>
                  <a:pt x="2342824" y="97463"/>
                  <a:pt x="2343113" y="93482"/>
                  <a:pt x="2343246" y="89079"/>
                </a:cubicBezTo>
                <a:cubicBezTo>
                  <a:pt x="2343380" y="84675"/>
                  <a:pt x="2343447" y="80471"/>
                  <a:pt x="2343447" y="76466"/>
                </a:cubicBezTo>
                <a:lnTo>
                  <a:pt x="2343447" y="62589"/>
                </a:lnTo>
                <a:close/>
                <a:moveTo>
                  <a:pt x="2389220" y="19752"/>
                </a:moveTo>
                <a:cubicBezTo>
                  <a:pt x="2388953" y="23132"/>
                  <a:pt x="2388752" y="26446"/>
                  <a:pt x="2388617" y="29693"/>
                </a:cubicBezTo>
                <a:cubicBezTo>
                  <a:pt x="2388484" y="32940"/>
                  <a:pt x="2388329" y="36210"/>
                  <a:pt x="2388151" y="39502"/>
                </a:cubicBezTo>
                <a:cubicBezTo>
                  <a:pt x="2389130" y="39502"/>
                  <a:pt x="2390954" y="39479"/>
                  <a:pt x="2393623" y="39434"/>
                </a:cubicBezTo>
                <a:cubicBezTo>
                  <a:pt x="2396291" y="39390"/>
                  <a:pt x="2399183" y="39278"/>
                  <a:pt x="2402297" y="39100"/>
                </a:cubicBezTo>
                <a:cubicBezTo>
                  <a:pt x="2402209" y="39368"/>
                  <a:pt x="2402165" y="39857"/>
                  <a:pt x="2402165" y="40569"/>
                </a:cubicBezTo>
                <a:lnTo>
                  <a:pt x="2402165" y="41904"/>
                </a:lnTo>
                <a:lnTo>
                  <a:pt x="2402165" y="43373"/>
                </a:lnTo>
                <a:cubicBezTo>
                  <a:pt x="2402165" y="43994"/>
                  <a:pt x="2402209" y="44439"/>
                  <a:pt x="2402297" y="44706"/>
                </a:cubicBezTo>
                <a:cubicBezTo>
                  <a:pt x="2401141" y="44617"/>
                  <a:pt x="2399939" y="44550"/>
                  <a:pt x="2398693" y="44507"/>
                </a:cubicBezTo>
                <a:cubicBezTo>
                  <a:pt x="2397448" y="44462"/>
                  <a:pt x="2396114" y="44440"/>
                  <a:pt x="2394690" y="44440"/>
                </a:cubicBezTo>
                <a:lnTo>
                  <a:pt x="2388151" y="44440"/>
                </a:lnTo>
                <a:cubicBezTo>
                  <a:pt x="2388063" y="44795"/>
                  <a:pt x="2387952" y="46219"/>
                  <a:pt x="2387817" y="48710"/>
                </a:cubicBezTo>
                <a:cubicBezTo>
                  <a:pt x="2387684" y="51201"/>
                  <a:pt x="2387573" y="54159"/>
                  <a:pt x="2387483" y="57584"/>
                </a:cubicBezTo>
                <a:cubicBezTo>
                  <a:pt x="2387395" y="61009"/>
                  <a:pt x="2387328" y="64590"/>
                  <a:pt x="2387284" y="68327"/>
                </a:cubicBezTo>
                <a:cubicBezTo>
                  <a:pt x="2387239" y="72063"/>
                  <a:pt x="2387216" y="75399"/>
                  <a:pt x="2387216" y="78335"/>
                </a:cubicBezTo>
                <a:cubicBezTo>
                  <a:pt x="2387216" y="80826"/>
                  <a:pt x="2387283" y="83273"/>
                  <a:pt x="2387416" y="85676"/>
                </a:cubicBezTo>
                <a:cubicBezTo>
                  <a:pt x="2387550" y="88077"/>
                  <a:pt x="2387973" y="90235"/>
                  <a:pt x="2388685" y="92147"/>
                </a:cubicBezTo>
                <a:cubicBezTo>
                  <a:pt x="2389397" y="94060"/>
                  <a:pt x="2390465" y="95595"/>
                  <a:pt x="2391888" y="96751"/>
                </a:cubicBezTo>
                <a:cubicBezTo>
                  <a:pt x="2393312" y="97908"/>
                  <a:pt x="2395358" y="98486"/>
                  <a:pt x="2398027" y="98486"/>
                </a:cubicBezTo>
                <a:cubicBezTo>
                  <a:pt x="2398738" y="98486"/>
                  <a:pt x="2399695" y="98397"/>
                  <a:pt x="2400896" y="98219"/>
                </a:cubicBezTo>
                <a:cubicBezTo>
                  <a:pt x="2402098" y="98042"/>
                  <a:pt x="2403143" y="97819"/>
                  <a:pt x="2404032" y="97552"/>
                </a:cubicBezTo>
                <a:lnTo>
                  <a:pt x="2404032" y="100755"/>
                </a:lnTo>
                <a:cubicBezTo>
                  <a:pt x="2402520" y="101022"/>
                  <a:pt x="2400851" y="101355"/>
                  <a:pt x="2399027" y="101754"/>
                </a:cubicBezTo>
                <a:cubicBezTo>
                  <a:pt x="2397204" y="102155"/>
                  <a:pt x="2395447" y="102355"/>
                  <a:pt x="2393757" y="102355"/>
                </a:cubicBezTo>
                <a:cubicBezTo>
                  <a:pt x="2388152" y="102355"/>
                  <a:pt x="2384015" y="100977"/>
                  <a:pt x="2381346" y="98219"/>
                </a:cubicBezTo>
                <a:cubicBezTo>
                  <a:pt x="2378677" y="95461"/>
                  <a:pt x="2377343" y="91413"/>
                  <a:pt x="2377343" y="86075"/>
                </a:cubicBezTo>
                <a:cubicBezTo>
                  <a:pt x="2377343" y="83674"/>
                  <a:pt x="2377387" y="81072"/>
                  <a:pt x="2377475" y="78270"/>
                </a:cubicBezTo>
                <a:cubicBezTo>
                  <a:pt x="2377565" y="75467"/>
                  <a:pt x="2377676" y="72398"/>
                  <a:pt x="2377809" y="69062"/>
                </a:cubicBezTo>
                <a:cubicBezTo>
                  <a:pt x="2377942" y="65725"/>
                  <a:pt x="2378053" y="62033"/>
                  <a:pt x="2378143" y="57985"/>
                </a:cubicBezTo>
                <a:cubicBezTo>
                  <a:pt x="2378232" y="53937"/>
                  <a:pt x="2378277" y="49422"/>
                  <a:pt x="2378277" y="44440"/>
                </a:cubicBezTo>
                <a:lnTo>
                  <a:pt x="2374005" y="44440"/>
                </a:lnTo>
                <a:cubicBezTo>
                  <a:pt x="2373294" y="44440"/>
                  <a:pt x="2372538" y="44462"/>
                  <a:pt x="2371737" y="44507"/>
                </a:cubicBezTo>
                <a:cubicBezTo>
                  <a:pt x="2370936" y="44550"/>
                  <a:pt x="2370091" y="44617"/>
                  <a:pt x="2369202" y="44706"/>
                </a:cubicBezTo>
                <a:cubicBezTo>
                  <a:pt x="2369291" y="44173"/>
                  <a:pt x="2369358" y="43662"/>
                  <a:pt x="2369401" y="43173"/>
                </a:cubicBezTo>
                <a:cubicBezTo>
                  <a:pt x="2369446" y="42683"/>
                  <a:pt x="2369468" y="42171"/>
                  <a:pt x="2369468" y="41638"/>
                </a:cubicBezTo>
                <a:cubicBezTo>
                  <a:pt x="2369468" y="41192"/>
                  <a:pt x="2369446" y="40748"/>
                  <a:pt x="2369401" y="40304"/>
                </a:cubicBezTo>
                <a:cubicBezTo>
                  <a:pt x="2369358" y="39859"/>
                  <a:pt x="2369291" y="39413"/>
                  <a:pt x="2369202" y="38968"/>
                </a:cubicBezTo>
                <a:cubicBezTo>
                  <a:pt x="2373205" y="39234"/>
                  <a:pt x="2376141" y="39367"/>
                  <a:pt x="2378008" y="39367"/>
                </a:cubicBezTo>
                <a:cubicBezTo>
                  <a:pt x="2377920" y="37589"/>
                  <a:pt x="2377854" y="35365"/>
                  <a:pt x="2377809" y="32696"/>
                </a:cubicBezTo>
                <a:cubicBezTo>
                  <a:pt x="2377764" y="30028"/>
                  <a:pt x="2377653" y="27269"/>
                  <a:pt x="2377475" y="24421"/>
                </a:cubicBezTo>
                <a:lnTo>
                  <a:pt x="2388552" y="19752"/>
                </a:lnTo>
                <a:lnTo>
                  <a:pt x="2389220" y="19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comestotheirhealthchoices,regardless">
            <a:extLst xmlns:a="http://schemas.openxmlformats.org/drawingml/2006/main">
              <a:ext uri="{FF2B5EF4-FFF2-40B4-BE49-F238E27FC236}">
                <a16:creationId xmlns:a16="http://schemas.microsoft.com/office/drawing/2014/main" id="{73404096-AD0D-42A3-B750-858033E4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975" y="2874163"/>
            <a:ext cx="2397760" cy="136119"/>
          </a:xfrm>
          <a:custGeom xmlns:a="http://schemas.openxmlformats.org/drawingml/2006/main">
            <a:pathLst>
              <a:path w="2397760" h="136119">
                <a:moveTo>
                  <a:pt x="0" y="69127"/>
                </a:moveTo>
                <a:cubicBezTo>
                  <a:pt x="0" y="63344"/>
                  <a:pt x="978" y="58362"/>
                  <a:pt x="2934" y="54181"/>
                </a:cubicBezTo>
                <a:cubicBezTo>
                  <a:pt x="4892" y="49999"/>
                  <a:pt x="7449" y="46551"/>
                  <a:pt x="10607" y="43839"/>
                </a:cubicBezTo>
                <a:cubicBezTo>
                  <a:pt x="13766" y="41125"/>
                  <a:pt x="17391" y="39124"/>
                  <a:pt x="21483" y="37834"/>
                </a:cubicBezTo>
                <a:cubicBezTo>
                  <a:pt x="25576" y="36543"/>
                  <a:pt x="29757" y="35897"/>
                  <a:pt x="34028" y="35897"/>
                </a:cubicBezTo>
                <a:cubicBezTo>
                  <a:pt x="38922" y="35897"/>
                  <a:pt x="43303" y="36498"/>
                  <a:pt x="47172" y="37699"/>
                </a:cubicBezTo>
                <a:cubicBezTo>
                  <a:pt x="51042" y="38901"/>
                  <a:pt x="53823" y="40258"/>
                  <a:pt x="55513" y="41770"/>
                </a:cubicBezTo>
                <a:cubicBezTo>
                  <a:pt x="54891" y="43104"/>
                  <a:pt x="54335" y="44505"/>
                  <a:pt x="53845" y="45973"/>
                </a:cubicBezTo>
                <a:cubicBezTo>
                  <a:pt x="53356" y="47440"/>
                  <a:pt x="52934" y="48975"/>
                  <a:pt x="52579" y="50577"/>
                </a:cubicBezTo>
                <a:lnTo>
                  <a:pt x="51509" y="50577"/>
                </a:lnTo>
                <a:cubicBezTo>
                  <a:pt x="50888" y="49420"/>
                  <a:pt x="50043" y="48242"/>
                  <a:pt x="48974" y="47042"/>
                </a:cubicBezTo>
                <a:cubicBezTo>
                  <a:pt x="47907" y="45840"/>
                  <a:pt x="46639" y="44728"/>
                  <a:pt x="45171" y="43704"/>
                </a:cubicBezTo>
                <a:cubicBezTo>
                  <a:pt x="43703" y="42681"/>
                  <a:pt x="42080" y="41836"/>
                  <a:pt x="40300" y="41169"/>
                </a:cubicBezTo>
                <a:cubicBezTo>
                  <a:pt x="38521" y="40501"/>
                  <a:pt x="36565" y="40167"/>
                  <a:pt x="34429" y="40167"/>
                </a:cubicBezTo>
                <a:cubicBezTo>
                  <a:pt x="30426" y="40167"/>
                  <a:pt x="26979" y="40902"/>
                  <a:pt x="24087" y="42371"/>
                </a:cubicBezTo>
                <a:cubicBezTo>
                  <a:pt x="21196" y="43838"/>
                  <a:pt x="18838" y="45862"/>
                  <a:pt x="17013" y="48443"/>
                </a:cubicBezTo>
                <a:cubicBezTo>
                  <a:pt x="15190" y="51022"/>
                  <a:pt x="13855" y="54069"/>
                  <a:pt x="13010" y="57584"/>
                </a:cubicBezTo>
                <a:cubicBezTo>
                  <a:pt x="12165" y="61097"/>
                  <a:pt x="11743" y="64900"/>
                  <a:pt x="11743" y="68993"/>
                </a:cubicBezTo>
                <a:cubicBezTo>
                  <a:pt x="11743" y="78156"/>
                  <a:pt x="13700" y="85073"/>
                  <a:pt x="17614" y="89745"/>
                </a:cubicBezTo>
                <a:cubicBezTo>
                  <a:pt x="21529" y="94416"/>
                  <a:pt x="27267" y="96751"/>
                  <a:pt x="34828" y="96751"/>
                </a:cubicBezTo>
                <a:cubicBezTo>
                  <a:pt x="36608" y="96751"/>
                  <a:pt x="38432" y="96507"/>
                  <a:pt x="40300" y="96018"/>
                </a:cubicBezTo>
                <a:cubicBezTo>
                  <a:pt x="42169" y="95528"/>
                  <a:pt x="43993" y="94860"/>
                  <a:pt x="45771" y="94015"/>
                </a:cubicBezTo>
                <a:cubicBezTo>
                  <a:pt x="47551" y="93169"/>
                  <a:pt x="49219" y="92168"/>
                  <a:pt x="50776" y="91013"/>
                </a:cubicBezTo>
                <a:cubicBezTo>
                  <a:pt x="52333" y="89856"/>
                  <a:pt x="53690" y="88610"/>
                  <a:pt x="54847" y="87275"/>
                </a:cubicBezTo>
                <a:lnTo>
                  <a:pt x="55513" y="87676"/>
                </a:lnTo>
                <a:cubicBezTo>
                  <a:pt x="55069" y="89811"/>
                  <a:pt x="54802" y="91991"/>
                  <a:pt x="54713" y="94214"/>
                </a:cubicBezTo>
                <a:cubicBezTo>
                  <a:pt x="52044" y="96349"/>
                  <a:pt x="48729" y="98173"/>
                  <a:pt x="44769" y="99686"/>
                </a:cubicBezTo>
                <a:cubicBezTo>
                  <a:pt x="40811" y="101198"/>
                  <a:pt x="36697" y="101954"/>
                  <a:pt x="32428" y="101954"/>
                </a:cubicBezTo>
                <a:cubicBezTo>
                  <a:pt x="28602" y="101954"/>
                  <a:pt x="24754" y="101398"/>
                  <a:pt x="20884" y="100286"/>
                </a:cubicBezTo>
                <a:cubicBezTo>
                  <a:pt x="17014" y="99174"/>
                  <a:pt x="13522" y="97307"/>
                  <a:pt x="10407" y="94682"/>
                </a:cubicBezTo>
                <a:cubicBezTo>
                  <a:pt x="7295" y="92057"/>
                  <a:pt x="4782" y="88654"/>
                  <a:pt x="2869" y="84473"/>
                </a:cubicBezTo>
                <a:cubicBezTo>
                  <a:pt x="956" y="80291"/>
                  <a:pt x="0" y="75176"/>
                  <a:pt x="0" y="69127"/>
                </a:cubicBezTo>
                <a:close/>
                <a:moveTo>
                  <a:pt x="77533" y="69127"/>
                </a:moveTo>
                <a:cubicBezTo>
                  <a:pt x="77533" y="72863"/>
                  <a:pt x="77866" y="76466"/>
                  <a:pt x="78533" y="79936"/>
                </a:cubicBezTo>
                <a:cubicBezTo>
                  <a:pt x="79201" y="83406"/>
                  <a:pt x="80335" y="86497"/>
                  <a:pt x="81936" y="89211"/>
                </a:cubicBezTo>
                <a:cubicBezTo>
                  <a:pt x="83537" y="91925"/>
                  <a:pt x="85673" y="94082"/>
                  <a:pt x="88342" y="95684"/>
                </a:cubicBezTo>
                <a:cubicBezTo>
                  <a:pt x="91011" y="97285"/>
                  <a:pt x="94302" y="98085"/>
                  <a:pt x="98218" y="98085"/>
                </a:cubicBezTo>
                <a:cubicBezTo>
                  <a:pt x="102133" y="98085"/>
                  <a:pt x="105425" y="97285"/>
                  <a:pt x="108093" y="95684"/>
                </a:cubicBezTo>
                <a:cubicBezTo>
                  <a:pt x="110762" y="94082"/>
                  <a:pt x="112897" y="91925"/>
                  <a:pt x="114498" y="89211"/>
                </a:cubicBezTo>
                <a:cubicBezTo>
                  <a:pt x="116099" y="86497"/>
                  <a:pt x="117234" y="83406"/>
                  <a:pt x="117900" y="79936"/>
                </a:cubicBezTo>
                <a:cubicBezTo>
                  <a:pt x="118568" y="76466"/>
                  <a:pt x="118902" y="72863"/>
                  <a:pt x="118902" y="69127"/>
                </a:cubicBezTo>
                <a:cubicBezTo>
                  <a:pt x="118902" y="65390"/>
                  <a:pt x="118568" y="61787"/>
                  <a:pt x="117900" y="58317"/>
                </a:cubicBezTo>
                <a:cubicBezTo>
                  <a:pt x="117234" y="54847"/>
                  <a:pt x="116099" y="51756"/>
                  <a:pt x="114498" y="49044"/>
                </a:cubicBezTo>
                <a:cubicBezTo>
                  <a:pt x="112897" y="46330"/>
                  <a:pt x="110762" y="44172"/>
                  <a:pt x="108093" y="42570"/>
                </a:cubicBezTo>
                <a:cubicBezTo>
                  <a:pt x="105425" y="40968"/>
                  <a:pt x="102133" y="40167"/>
                  <a:pt x="98218" y="40167"/>
                </a:cubicBezTo>
                <a:cubicBezTo>
                  <a:pt x="94302" y="40167"/>
                  <a:pt x="91011" y="40968"/>
                  <a:pt x="88342" y="42570"/>
                </a:cubicBezTo>
                <a:cubicBezTo>
                  <a:pt x="85673" y="44172"/>
                  <a:pt x="83537" y="46330"/>
                  <a:pt x="81936" y="49044"/>
                </a:cubicBezTo>
                <a:cubicBezTo>
                  <a:pt x="80335" y="51756"/>
                  <a:pt x="79201" y="54847"/>
                  <a:pt x="78533" y="58317"/>
                </a:cubicBezTo>
                <a:cubicBezTo>
                  <a:pt x="77866" y="61787"/>
                  <a:pt x="77533" y="65390"/>
                  <a:pt x="77533" y="69127"/>
                </a:cubicBezTo>
                <a:moveTo>
                  <a:pt x="65790" y="69127"/>
                </a:moveTo>
                <a:cubicBezTo>
                  <a:pt x="65790" y="63077"/>
                  <a:pt x="66746" y="57939"/>
                  <a:pt x="68659" y="53713"/>
                </a:cubicBezTo>
                <a:cubicBezTo>
                  <a:pt x="70572" y="49487"/>
                  <a:pt x="73085" y="46062"/>
                  <a:pt x="76197" y="43438"/>
                </a:cubicBezTo>
                <a:cubicBezTo>
                  <a:pt x="79311" y="40814"/>
                  <a:pt x="82804" y="38901"/>
                  <a:pt x="86674" y="37699"/>
                </a:cubicBezTo>
                <a:cubicBezTo>
                  <a:pt x="90544" y="36498"/>
                  <a:pt x="94392" y="35897"/>
                  <a:pt x="98218" y="35897"/>
                </a:cubicBezTo>
                <a:cubicBezTo>
                  <a:pt x="102133" y="35897"/>
                  <a:pt x="106003" y="36498"/>
                  <a:pt x="109828" y="37699"/>
                </a:cubicBezTo>
                <a:cubicBezTo>
                  <a:pt x="113654" y="38901"/>
                  <a:pt x="117123" y="40814"/>
                  <a:pt x="120236" y="43438"/>
                </a:cubicBezTo>
                <a:cubicBezTo>
                  <a:pt x="123350" y="46062"/>
                  <a:pt x="125863" y="49487"/>
                  <a:pt x="127776" y="53713"/>
                </a:cubicBezTo>
                <a:cubicBezTo>
                  <a:pt x="129689" y="57939"/>
                  <a:pt x="130645" y="63077"/>
                  <a:pt x="130645" y="69127"/>
                </a:cubicBezTo>
                <a:cubicBezTo>
                  <a:pt x="130645" y="75176"/>
                  <a:pt x="129689" y="80314"/>
                  <a:pt x="127776" y="84540"/>
                </a:cubicBezTo>
                <a:cubicBezTo>
                  <a:pt x="125863" y="88766"/>
                  <a:pt x="123350" y="92191"/>
                  <a:pt x="120236" y="94817"/>
                </a:cubicBezTo>
                <a:cubicBezTo>
                  <a:pt x="117123" y="97441"/>
                  <a:pt x="113654" y="99286"/>
                  <a:pt x="109828" y="100353"/>
                </a:cubicBezTo>
                <a:cubicBezTo>
                  <a:pt x="106003" y="101420"/>
                  <a:pt x="102133" y="101954"/>
                  <a:pt x="98218" y="101954"/>
                </a:cubicBezTo>
                <a:cubicBezTo>
                  <a:pt x="94392" y="101954"/>
                  <a:pt x="90544" y="101420"/>
                  <a:pt x="86674" y="100353"/>
                </a:cubicBezTo>
                <a:cubicBezTo>
                  <a:pt x="82804" y="99286"/>
                  <a:pt x="79311" y="97441"/>
                  <a:pt x="76197" y="94817"/>
                </a:cubicBezTo>
                <a:cubicBezTo>
                  <a:pt x="73085" y="92191"/>
                  <a:pt x="70572" y="88766"/>
                  <a:pt x="68659" y="84540"/>
                </a:cubicBezTo>
                <a:cubicBezTo>
                  <a:pt x="66746" y="80314"/>
                  <a:pt x="65790" y="75176"/>
                  <a:pt x="65790" y="69127"/>
                </a:cubicBezTo>
                <a:close/>
                <a:moveTo>
                  <a:pt x="145726" y="62188"/>
                </a:moveTo>
                <a:cubicBezTo>
                  <a:pt x="145726" y="58184"/>
                  <a:pt x="145659" y="53981"/>
                  <a:pt x="145524" y="49577"/>
                </a:cubicBezTo>
                <a:cubicBezTo>
                  <a:pt x="145391" y="45173"/>
                  <a:pt x="145103" y="41058"/>
                  <a:pt x="144659" y="37231"/>
                </a:cubicBezTo>
                <a:cubicBezTo>
                  <a:pt x="147150" y="37676"/>
                  <a:pt x="149151" y="37899"/>
                  <a:pt x="150664" y="37899"/>
                </a:cubicBezTo>
                <a:cubicBezTo>
                  <a:pt x="151375" y="37899"/>
                  <a:pt x="152153" y="37833"/>
                  <a:pt x="152997" y="37699"/>
                </a:cubicBezTo>
                <a:cubicBezTo>
                  <a:pt x="153843" y="37566"/>
                  <a:pt x="154844" y="37410"/>
                  <a:pt x="156001" y="37231"/>
                </a:cubicBezTo>
                <a:cubicBezTo>
                  <a:pt x="155733" y="40791"/>
                  <a:pt x="155600" y="44349"/>
                  <a:pt x="155600" y="47907"/>
                </a:cubicBezTo>
                <a:lnTo>
                  <a:pt x="155868" y="47907"/>
                </a:lnTo>
                <a:cubicBezTo>
                  <a:pt x="160583" y="39901"/>
                  <a:pt x="167210" y="35897"/>
                  <a:pt x="175751" y="35897"/>
                </a:cubicBezTo>
                <a:cubicBezTo>
                  <a:pt x="177975" y="35897"/>
                  <a:pt x="180156" y="36231"/>
                  <a:pt x="182291" y="36899"/>
                </a:cubicBezTo>
                <a:cubicBezTo>
                  <a:pt x="184426" y="37566"/>
                  <a:pt x="186361" y="38477"/>
                  <a:pt x="188094" y="39634"/>
                </a:cubicBezTo>
                <a:cubicBezTo>
                  <a:pt x="189829" y="40791"/>
                  <a:pt x="191319" y="42192"/>
                  <a:pt x="192564" y="43839"/>
                </a:cubicBezTo>
                <a:cubicBezTo>
                  <a:pt x="193810" y="45484"/>
                  <a:pt x="194656" y="47241"/>
                  <a:pt x="195101" y="49109"/>
                </a:cubicBezTo>
                <a:lnTo>
                  <a:pt x="195368" y="49109"/>
                </a:lnTo>
                <a:cubicBezTo>
                  <a:pt x="197503" y="44838"/>
                  <a:pt x="200417" y="41568"/>
                  <a:pt x="204110" y="39300"/>
                </a:cubicBezTo>
                <a:cubicBezTo>
                  <a:pt x="207802" y="37032"/>
                  <a:pt x="212050" y="35897"/>
                  <a:pt x="216853" y="35897"/>
                </a:cubicBezTo>
                <a:cubicBezTo>
                  <a:pt x="219789" y="35897"/>
                  <a:pt x="222503" y="36298"/>
                  <a:pt x="224994" y="37099"/>
                </a:cubicBezTo>
                <a:cubicBezTo>
                  <a:pt x="227485" y="37900"/>
                  <a:pt x="229642" y="39145"/>
                  <a:pt x="231465" y="40835"/>
                </a:cubicBezTo>
                <a:cubicBezTo>
                  <a:pt x="233289" y="42525"/>
                  <a:pt x="234713" y="44705"/>
                  <a:pt x="235737" y="47374"/>
                </a:cubicBezTo>
                <a:cubicBezTo>
                  <a:pt x="236761" y="50043"/>
                  <a:pt x="237272" y="53246"/>
                  <a:pt x="237272" y="56983"/>
                </a:cubicBezTo>
                <a:cubicBezTo>
                  <a:pt x="237272" y="58495"/>
                  <a:pt x="237228" y="60141"/>
                  <a:pt x="237138" y="61921"/>
                </a:cubicBezTo>
                <a:cubicBezTo>
                  <a:pt x="237048" y="63699"/>
                  <a:pt x="236959" y="65767"/>
                  <a:pt x="236869" y="68125"/>
                </a:cubicBezTo>
                <a:cubicBezTo>
                  <a:pt x="236781" y="70483"/>
                  <a:pt x="236692" y="73153"/>
                  <a:pt x="236602" y="76134"/>
                </a:cubicBezTo>
                <a:cubicBezTo>
                  <a:pt x="236514" y="79114"/>
                  <a:pt x="236470" y="82561"/>
                  <a:pt x="236470" y="86474"/>
                </a:cubicBezTo>
                <a:cubicBezTo>
                  <a:pt x="236470" y="88877"/>
                  <a:pt x="236492" y="91191"/>
                  <a:pt x="236537" y="93416"/>
                </a:cubicBezTo>
                <a:cubicBezTo>
                  <a:pt x="236582" y="95640"/>
                  <a:pt x="236693" y="98041"/>
                  <a:pt x="236871" y="100620"/>
                </a:cubicBezTo>
                <a:cubicBezTo>
                  <a:pt x="235892" y="100442"/>
                  <a:pt x="234914" y="100353"/>
                  <a:pt x="233935" y="100353"/>
                </a:cubicBezTo>
                <a:cubicBezTo>
                  <a:pt x="232956" y="100353"/>
                  <a:pt x="232022" y="100353"/>
                  <a:pt x="231133" y="100353"/>
                </a:cubicBezTo>
                <a:cubicBezTo>
                  <a:pt x="230154" y="100353"/>
                  <a:pt x="229175" y="100353"/>
                  <a:pt x="228197" y="100353"/>
                </a:cubicBezTo>
                <a:cubicBezTo>
                  <a:pt x="227218" y="100353"/>
                  <a:pt x="226239" y="100442"/>
                  <a:pt x="225260" y="100620"/>
                </a:cubicBezTo>
                <a:cubicBezTo>
                  <a:pt x="225528" y="98397"/>
                  <a:pt x="225817" y="93904"/>
                  <a:pt x="226128" y="87142"/>
                </a:cubicBezTo>
                <a:cubicBezTo>
                  <a:pt x="226440" y="80380"/>
                  <a:pt x="226596" y="70950"/>
                  <a:pt x="226596" y="58850"/>
                </a:cubicBezTo>
                <a:cubicBezTo>
                  <a:pt x="226596" y="56627"/>
                  <a:pt x="226351" y="54536"/>
                  <a:pt x="225861" y="52579"/>
                </a:cubicBezTo>
                <a:cubicBezTo>
                  <a:pt x="225372" y="50621"/>
                  <a:pt x="224594" y="48931"/>
                  <a:pt x="223525" y="47508"/>
                </a:cubicBezTo>
                <a:cubicBezTo>
                  <a:pt x="222458" y="46084"/>
                  <a:pt x="221035" y="44950"/>
                  <a:pt x="219255" y="44106"/>
                </a:cubicBezTo>
                <a:cubicBezTo>
                  <a:pt x="217476" y="43260"/>
                  <a:pt x="215251" y="42837"/>
                  <a:pt x="212583" y="42837"/>
                </a:cubicBezTo>
                <a:cubicBezTo>
                  <a:pt x="209380" y="42837"/>
                  <a:pt x="206667" y="43460"/>
                  <a:pt x="204442" y="44706"/>
                </a:cubicBezTo>
                <a:cubicBezTo>
                  <a:pt x="202218" y="45951"/>
                  <a:pt x="200484" y="47419"/>
                  <a:pt x="199239" y="49109"/>
                </a:cubicBezTo>
                <a:cubicBezTo>
                  <a:pt x="198526" y="50087"/>
                  <a:pt x="197970" y="51066"/>
                  <a:pt x="197569" y="52045"/>
                </a:cubicBezTo>
                <a:cubicBezTo>
                  <a:pt x="197170" y="53024"/>
                  <a:pt x="196859" y="54514"/>
                  <a:pt x="196637" y="56517"/>
                </a:cubicBezTo>
                <a:cubicBezTo>
                  <a:pt x="196414" y="58518"/>
                  <a:pt x="196258" y="61320"/>
                  <a:pt x="196168" y="64922"/>
                </a:cubicBezTo>
                <a:cubicBezTo>
                  <a:pt x="196080" y="68525"/>
                  <a:pt x="196036" y="73485"/>
                  <a:pt x="196036" y="79801"/>
                </a:cubicBezTo>
                <a:cubicBezTo>
                  <a:pt x="196036" y="83628"/>
                  <a:pt x="196102" y="87121"/>
                  <a:pt x="196235" y="90280"/>
                </a:cubicBezTo>
                <a:cubicBezTo>
                  <a:pt x="196368" y="93438"/>
                  <a:pt x="196525" y="96884"/>
                  <a:pt x="196704" y="100620"/>
                </a:cubicBezTo>
                <a:cubicBezTo>
                  <a:pt x="194657" y="100442"/>
                  <a:pt x="192699" y="100353"/>
                  <a:pt x="190831" y="100353"/>
                </a:cubicBezTo>
                <a:cubicBezTo>
                  <a:pt x="188963" y="100353"/>
                  <a:pt x="187006" y="100442"/>
                  <a:pt x="184959" y="100620"/>
                </a:cubicBezTo>
                <a:cubicBezTo>
                  <a:pt x="185404" y="95728"/>
                  <a:pt x="185715" y="90746"/>
                  <a:pt x="185893" y="85674"/>
                </a:cubicBezTo>
                <a:cubicBezTo>
                  <a:pt x="186071" y="80602"/>
                  <a:pt x="186160" y="75620"/>
                  <a:pt x="186160" y="70728"/>
                </a:cubicBezTo>
                <a:cubicBezTo>
                  <a:pt x="186160" y="66547"/>
                  <a:pt x="186138" y="63277"/>
                  <a:pt x="186093" y="60919"/>
                </a:cubicBezTo>
                <a:cubicBezTo>
                  <a:pt x="186049" y="58561"/>
                  <a:pt x="185939" y="56693"/>
                  <a:pt x="185761" y="55315"/>
                </a:cubicBezTo>
                <a:cubicBezTo>
                  <a:pt x="185583" y="53936"/>
                  <a:pt x="185338" y="52802"/>
                  <a:pt x="185026" y="51913"/>
                </a:cubicBezTo>
                <a:cubicBezTo>
                  <a:pt x="184715" y="51022"/>
                  <a:pt x="184293" y="50043"/>
                  <a:pt x="183759" y="48976"/>
                </a:cubicBezTo>
                <a:cubicBezTo>
                  <a:pt x="182780" y="47285"/>
                  <a:pt x="181245" y="45839"/>
                  <a:pt x="179153" y="44639"/>
                </a:cubicBezTo>
                <a:cubicBezTo>
                  <a:pt x="177063" y="43438"/>
                  <a:pt x="174905" y="42837"/>
                  <a:pt x="172682" y="42837"/>
                </a:cubicBezTo>
                <a:cubicBezTo>
                  <a:pt x="166811" y="42837"/>
                  <a:pt x="162496" y="44750"/>
                  <a:pt x="159737" y="48575"/>
                </a:cubicBezTo>
                <a:cubicBezTo>
                  <a:pt x="156979" y="52401"/>
                  <a:pt x="155600" y="57783"/>
                  <a:pt x="155600" y="64723"/>
                </a:cubicBezTo>
                <a:lnTo>
                  <a:pt x="155600" y="76065"/>
                </a:lnTo>
                <a:cubicBezTo>
                  <a:pt x="155600" y="80070"/>
                  <a:pt x="155666" y="84274"/>
                  <a:pt x="155799" y="88677"/>
                </a:cubicBezTo>
                <a:cubicBezTo>
                  <a:pt x="155934" y="93081"/>
                  <a:pt x="156223" y="97062"/>
                  <a:pt x="156669" y="100620"/>
                </a:cubicBezTo>
                <a:cubicBezTo>
                  <a:pt x="154622" y="100442"/>
                  <a:pt x="152620" y="100353"/>
                  <a:pt x="150664" y="100353"/>
                </a:cubicBezTo>
                <a:cubicBezTo>
                  <a:pt x="148706" y="100353"/>
                  <a:pt x="146705" y="100442"/>
                  <a:pt x="144659" y="100620"/>
                </a:cubicBezTo>
                <a:cubicBezTo>
                  <a:pt x="145103" y="97062"/>
                  <a:pt x="145391" y="93081"/>
                  <a:pt x="145524" y="88677"/>
                </a:cubicBezTo>
                <a:cubicBezTo>
                  <a:pt x="145659" y="84274"/>
                  <a:pt x="145726" y="80070"/>
                  <a:pt x="145726" y="76065"/>
                </a:cubicBezTo>
                <a:lnTo>
                  <a:pt x="145726" y="62188"/>
                </a:lnTo>
                <a:close/>
                <a:moveTo>
                  <a:pt x="281978" y="40167"/>
                </a:moveTo>
                <a:cubicBezTo>
                  <a:pt x="278686" y="40167"/>
                  <a:pt x="275905" y="40924"/>
                  <a:pt x="273635" y="42436"/>
                </a:cubicBezTo>
                <a:cubicBezTo>
                  <a:pt x="271367" y="43948"/>
                  <a:pt x="269499" y="45839"/>
                  <a:pt x="268032" y="48109"/>
                </a:cubicBezTo>
                <a:cubicBezTo>
                  <a:pt x="266564" y="50377"/>
                  <a:pt x="265452" y="52868"/>
                  <a:pt x="264696" y="55582"/>
                </a:cubicBezTo>
                <a:cubicBezTo>
                  <a:pt x="263940" y="58296"/>
                  <a:pt x="263473" y="60853"/>
                  <a:pt x="263295" y="63255"/>
                </a:cubicBezTo>
                <a:cubicBezTo>
                  <a:pt x="266052" y="63344"/>
                  <a:pt x="268921" y="63434"/>
                  <a:pt x="271900" y="63523"/>
                </a:cubicBezTo>
                <a:cubicBezTo>
                  <a:pt x="274882" y="63612"/>
                  <a:pt x="277795" y="63656"/>
                  <a:pt x="280642" y="63656"/>
                </a:cubicBezTo>
                <a:cubicBezTo>
                  <a:pt x="283578" y="63656"/>
                  <a:pt x="286559" y="63612"/>
                  <a:pt x="289583" y="63523"/>
                </a:cubicBezTo>
                <a:cubicBezTo>
                  <a:pt x="292608" y="63434"/>
                  <a:pt x="295544" y="63344"/>
                  <a:pt x="298392" y="63255"/>
                </a:cubicBezTo>
                <a:cubicBezTo>
                  <a:pt x="298392" y="60853"/>
                  <a:pt x="298192" y="58318"/>
                  <a:pt x="297792" y="55649"/>
                </a:cubicBezTo>
                <a:cubicBezTo>
                  <a:pt x="297391" y="52979"/>
                  <a:pt x="296590" y="50487"/>
                  <a:pt x="295389" y="48174"/>
                </a:cubicBezTo>
                <a:cubicBezTo>
                  <a:pt x="294187" y="45861"/>
                  <a:pt x="292519" y="43948"/>
                  <a:pt x="290384" y="42436"/>
                </a:cubicBezTo>
                <a:cubicBezTo>
                  <a:pt x="288248" y="40924"/>
                  <a:pt x="285446" y="40167"/>
                  <a:pt x="281978" y="40167"/>
                </a:cubicBezTo>
                <a:moveTo>
                  <a:pt x="251151" y="70995"/>
                </a:moveTo>
                <a:cubicBezTo>
                  <a:pt x="251151" y="60052"/>
                  <a:pt x="253753" y="51467"/>
                  <a:pt x="258956" y="45240"/>
                </a:cubicBezTo>
                <a:cubicBezTo>
                  <a:pt x="264161" y="39012"/>
                  <a:pt x="271746" y="35897"/>
                  <a:pt x="281711" y="35897"/>
                </a:cubicBezTo>
                <a:cubicBezTo>
                  <a:pt x="286426" y="35897"/>
                  <a:pt x="290496" y="36632"/>
                  <a:pt x="293921" y="38101"/>
                </a:cubicBezTo>
                <a:cubicBezTo>
                  <a:pt x="297346" y="39568"/>
                  <a:pt x="300215" y="41525"/>
                  <a:pt x="302528" y="43971"/>
                </a:cubicBezTo>
                <a:cubicBezTo>
                  <a:pt x="304841" y="46417"/>
                  <a:pt x="306554" y="49287"/>
                  <a:pt x="307665" y="52579"/>
                </a:cubicBezTo>
                <a:cubicBezTo>
                  <a:pt x="308777" y="55870"/>
                  <a:pt x="309333" y="59384"/>
                  <a:pt x="309333" y="63120"/>
                </a:cubicBezTo>
                <a:cubicBezTo>
                  <a:pt x="309333" y="64011"/>
                  <a:pt x="309311" y="64879"/>
                  <a:pt x="309266" y="65725"/>
                </a:cubicBezTo>
                <a:cubicBezTo>
                  <a:pt x="309223" y="66569"/>
                  <a:pt x="309156" y="67436"/>
                  <a:pt x="309066" y="68325"/>
                </a:cubicBezTo>
                <a:cubicBezTo>
                  <a:pt x="304262" y="68237"/>
                  <a:pt x="299503" y="68149"/>
                  <a:pt x="294788" y="68060"/>
                </a:cubicBezTo>
                <a:cubicBezTo>
                  <a:pt x="290073" y="67971"/>
                  <a:pt x="285314" y="67926"/>
                  <a:pt x="280510" y="67926"/>
                </a:cubicBezTo>
                <a:cubicBezTo>
                  <a:pt x="277573" y="67926"/>
                  <a:pt x="274660" y="67971"/>
                  <a:pt x="271768" y="68060"/>
                </a:cubicBezTo>
                <a:cubicBezTo>
                  <a:pt x="268877" y="68149"/>
                  <a:pt x="265963" y="68237"/>
                  <a:pt x="263026" y="68325"/>
                </a:cubicBezTo>
                <a:cubicBezTo>
                  <a:pt x="262938" y="68770"/>
                  <a:pt x="262894" y="69437"/>
                  <a:pt x="262894" y="70327"/>
                </a:cubicBezTo>
                <a:lnTo>
                  <a:pt x="262894" y="72062"/>
                </a:lnTo>
                <a:cubicBezTo>
                  <a:pt x="262894" y="75531"/>
                  <a:pt x="263405" y="78779"/>
                  <a:pt x="264427" y="81805"/>
                </a:cubicBezTo>
                <a:cubicBezTo>
                  <a:pt x="265451" y="84830"/>
                  <a:pt x="266941" y="87432"/>
                  <a:pt x="268899" y="89612"/>
                </a:cubicBezTo>
                <a:cubicBezTo>
                  <a:pt x="270857" y="91791"/>
                  <a:pt x="273259" y="93526"/>
                  <a:pt x="276105" y="94817"/>
                </a:cubicBezTo>
                <a:cubicBezTo>
                  <a:pt x="278952" y="96106"/>
                  <a:pt x="282244" y="96751"/>
                  <a:pt x="285981" y="96751"/>
                </a:cubicBezTo>
                <a:cubicBezTo>
                  <a:pt x="287760" y="96751"/>
                  <a:pt x="289583" y="96507"/>
                  <a:pt x="291451" y="96018"/>
                </a:cubicBezTo>
                <a:cubicBezTo>
                  <a:pt x="293320" y="95528"/>
                  <a:pt x="295144" y="94860"/>
                  <a:pt x="296922" y="94015"/>
                </a:cubicBezTo>
                <a:cubicBezTo>
                  <a:pt x="298702" y="93169"/>
                  <a:pt x="300370" y="92168"/>
                  <a:pt x="301927" y="91013"/>
                </a:cubicBezTo>
                <a:cubicBezTo>
                  <a:pt x="303484" y="89856"/>
                  <a:pt x="304841" y="88610"/>
                  <a:pt x="305998" y="87275"/>
                </a:cubicBezTo>
                <a:lnTo>
                  <a:pt x="306666" y="87676"/>
                </a:lnTo>
                <a:lnTo>
                  <a:pt x="305865" y="94214"/>
                </a:lnTo>
                <a:cubicBezTo>
                  <a:pt x="303195" y="96349"/>
                  <a:pt x="299881" y="98173"/>
                  <a:pt x="295922" y="99686"/>
                </a:cubicBezTo>
                <a:cubicBezTo>
                  <a:pt x="291964" y="101198"/>
                  <a:pt x="287849" y="101954"/>
                  <a:pt x="283578" y="101954"/>
                </a:cubicBezTo>
                <a:cubicBezTo>
                  <a:pt x="278774" y="101954"/>
                  <a:pt x="274392" y="101220"/>
                  <a:pt x="270432" y="99753"/>
                </a:cubicBezTo>
                <a:cubicBezTo>
                  <a:pt x="266474" y="98285"/>
                  <a:pt x="263049" y="96151"/>
                  <a:pt x="260157" y="93349"/>
                </a:cubicBezTo>
                <a:cubicBezTo>
                  <a:pt x="257267" y="90545"/>
                  <a:pt x="255044" y="87231"/>
                  <a:pt x="253486" y="83406"/>
                </a:cubicBezTo>
                <a:cubicBezTo>
                  <a:pt x="251929" y="79580"/>
                  <a:pt x="251151" y="75443"/>
                  <a:pt x="251151" y="70995"/>
                </a:cubicBezTo>
                <a:close/>
                <a:moveTo>
                  <a:pt x="322679" y="88209"/>
                </a:moveTo>
                <a:cubicBezTo>
                  <a:pt x="323124" y="89100"/>
                  <a:pt x="323814" y="90078"/>
                  <a:pt x="324748" y="91145"/>
                </a:cubicBezTo>
                <a:cubicBezTo>
                  <a:pt x="325682" y="92212"/>
                  <a:pt x="326793" y="93214"/>
                  <a:pt x="328083" y="94149"/>
                </a:cubicBezTo>
                <a:cubicBezTo>
                  <a:pt x="329374" y="95083"/>
                  <a:pt x="330842" y="95861"/>
                  <a:pt x="332487" y="96485"/>
                </a:cubicBezTo>
                <a:cubicBezTo>
                  <a:pt x="334133" y="97106"/>
                  <a:pt x="335890" y="97417"/>
                  <a:pt x="337759" y="97417"/>
                </a:cubicBezTo>
                <a:cubicBezTo>
                  <a:pt x="339449" y="97417"/>
                  <a:pt x="341073" y="97150"/>
                  <a:pt x="342630" y="96617"/>
                </a:cubicBezTo>
                <a:cubicBezTo>
                  <a:pt x="344187" y="96083"/>
                  <a:pt x="345566" y="95327"/>
                  <a:pt x="346766" y="94349"/>
                </a:cubicBezTo>
                <a:cubicBezTo>
                  <a:pt x="347967" y="93370"/>
                  <a:pt x="348924" y="92124"/>
                  <a:pt x="349635" y="90612"/>
                </a:cubicBezTo>
                <a:cubicBezTo>
                  <a:pt x="350348" y="89100"/>
                  <a:pt x="350704" y="87365"/>
                  <a:pt x="350704" y="85407"/>
                </a:cubicBezTo>
                <a:cubicBezTo>
                  <a:pt x="350704" y="82649"/>
                  <a:pt x="349925" y="80536"/>
                  <a:pt x="348368" y="79068"/>
                </a:cubicBezTo>
                <a:cubicBezTo>
                  <a:pt x="346811" y="77601"/>
                  <a:pt x="344876" y="76400"/>
                  <a:pt x="342563" y="75466"/>
                </a:cubicBezTo>
                <a:cubicBezTo>
                  <a:pt x="340250" y="74531"/>
                  <a:pt x="337714" y="73708"/>
                  <a:pt x="334955" y="72996"/>
                </a:cubicBezTo>
                <a:cubicBezTo>
                  <a:pt x="332198" y="72285"/>
                  <a:pt x="329663" y="71284"/>
                  <a:pt x="327350" y="69995"/>
                </a:cubicBezTo>
                <a:cubicBezTo>
                  <a:pt x="325037" y="68704"/>
                  <a:pt x="323102" y="66991"/>
                  <a:pt x="321545" y="64857"/>
                </a:cubicBezTo>
                <a:cubicBezTo>
                  <a:pt x="319987" y="62722"/>
                  <a:pt x="319209" y="59786"/>
                  <a:pt x="319209" y="56048"/>
                </a:cubicBezTo>
                <a:cubicBezTo>
                  <a:pt x="319209" y="53112"/>
                  <a:pt x="319698" y="50421"/>
                  <a:pt x="320677" y="47975"/>
                </a:cubicBezTo>
                <a:cubicBezTo>
                  <a:pt x="321656" y="45528"/>
                  <a:pt x="323079" y="43415"/>
                  <a:pt x="324947" y="41636"/>
                </a:cubicBezTo>
                <a:cubicBezTo>
                  <a:pt x="326815" y="39856"/>
                  <a:pt x="329128" y="38455"/>
                  <a:pt x="331887" y="37433"/>
                </a:cubicBezTo>
                <a:cubicBezTo>
                  <a:pt x="334645" y="36409"/>
                  <a:pt x="337803" y="35897"/>
                  <a:pt x="341362" y="35897"/>
                </a:cubicBezTo>
                <a:cubicBezTo>
                  <a:pt x="344653" y="35897"/>
                  <a:pt x="347434" y="36343"/>
                  <a:pt x="349702" y="37233"/>
                </a:cubicBezTo>
                <a:cubicBezTo>
                  <a:pt x="351970" y="38122"/>
                  <a:pt x="354128" y="38923"/>
                  <a:pt x="356175" y="39634"/>
                </a:cubicBezTo>
                <a:cubicBezTo>
                  <a:pt x="355463" y="40968"/>
                  <a:pt x="354795" y="42614"/>
                  <a:pt x="354172" y="44572"/>
                </a:cubicBezTo>
                <a:cubicBezTo>
                  <a:pt x="353550" y="46529"/>
                  <a:pt x="353150" y="48042"/>
                  <a:pt x="352972" y="49109"/>
                </a:cubicBezTo>
                <a:lnTo>
                  <a:pt x="351370" y="49109"/>
                </a:lnTo>
                <a:cubicBezTo>
                  <a:pt x="350658" y="46973"/>
                  <a:pt x="349279" y="45061"/>
                  <a:pt x="347232" y="43371"/>
                </a:cubicBezTo>
                <a:cubicBezTo>
                  <a:pt x="345186" y="41680"/>
                  <a:pt x="342651" y="40835"/>
                  <a:pt x="339627" y="40835"/>
                </a:cubicBezTo>
                <a:cubicBezTo>
                  <a:pt x="338292" y="40835"/>
                  <a:pt x="336958" y="41058"/>
                  <a:pt x="335623" y="41503"/>
                </a:cubicBezTo>
                <a:cubicBezTo>
                  <a:pt x="334289" y="41947"/>
                  <a:pt x="333087" y="42614"/>
                  <a:pt x="332019" y="43505"/>
                </a:cubicBezTo>
                <a:cubicBezTo>
                  <a:pt x="330952" y="44394"/>
                  <a:pt x="330063" y="45551"/>
                  <a:pt x="329352" y="46975"/>
                </a:cubicBezTo>
                <a:cubicBezTo>
                  <a:pt x="328640" y="48397"/>
                  <a:pt x="328285" y="50087"/>
                  <a:pt x="328285" y="52045"/>
                </a:cubicBezTo>
                <a:cubicBezTo>
                  <a:pt x="328285" y="54892"/>
                  <a:pt x="329062" y="57094"/>
                  <a:pt x="330618" y="58651"/>
                </a:cubicBezTo>
                <a:cubicBezTo>
                  <a:pt x="332175" y="60208"/>
                  <a:pt x="334110" y="61432"/>
                  <a:pt x="336424" y="62322"/>
                </a:cubicBezTo>
                <a:cubicBezTo>
                  <a:pt x="338737" y="63211"/>
                  <a:pt x="341272" y="63990"/>
                  <a:pt x="344029" y="64658"/>
                </a:cubicBezTo>
                <a:cubicBezTo>
                  <a:pt x="346788" y="65324"/>
                  <a:pt x="349323" y="66258"/>
                  <a:pt x="351637" y="67460"/>
                </a:cubicBezTo>
                <a:cubicBezTo>
                  <a:pt x="353950" y="68660"/>
                  <a:pt x="355885" y="70327"/>
                  <a:pt x="357442" y="72463"/>
                </a:cubicBezTo>
                <a:cubicBezTo>
                  <a:pt x="358999" y="74598"/>
                  <a:pt x="359778" y="77534"/>
                  <a:pt x="359778" y="81270"/>
                </a:cubicBezTo>
                <a:cubicBezTo>
                  <a:pt x="359778" y="83850"/>
                  <a:pt x="359222" y="86386"/>
                  <a:pt x="358110" y="88877"/>
                </a:cubicBezTo>
                <a:cubicBezTo>
                  <a:pt x="356998" y="91368"/>
                  <a:pt x="355396" y="93615"/>
                  <a:pt x="353304" y="95617"/>
                </a:cubicBezTo>
                <a:cubicBezTo>
                  <a:pt x="351214" y="97618"/>
                  <a:pt x="348700" y="99174"/>
                  <a:pt x="345764" y="100286"/>
                </a:cubicBezTo>
                <a:cubicBezTo>
                  <a:pt x="342829" y="101398"/>
                  <a:pt x="339494" y="101954"/>
                  <a:pt x="335758" y="101954"/>
                </a:cubicBezTo>
                <a:cubicBezTo>
                  <a:pt x="331665" y="101954"/>
                  <a:pt x="328239" y="101554"/>
                  <a:pt x="325481" y="100753"/>
                </a:cubicBezTo>
                <a:cubicBezTo>
                  <a:pt x="322724" y="99953"/>
                  <a:pt x="320410" y="99019"/>
                  <a:pt x="318541" y="97951"/>
                </a:cubicBezTo>
                <a:cubicBezTo>
                  <a:pt x="319076" y="96794"/>
                  <a:pt x="319632" y="95215"/>
                  <a:pt x="320211" y="93214"/>
                </a:cubicBezTo>
                <a:cubicBezTo>
                  <a:pt x="320789" y="91212"/>
                  <a:pt x="321078" y="89544"/>
                  <a:pt x="321078" y="88209"/>
                </a:cubicBezTo>
                <a:lnTo>
                  <a:pt x="322679" y="88209"/>
                </a:lnTo>
                <a:close/>
                <a:moveTo>
                  <a:pt x="440986" y="19351"/>
                </a:moveTo>
                <a:cubicBezTo>
                  <a:pt x="440718" y="22731"/>
                  <a:pt x="440518" y="26045"/>
                  <a:pt x="440383" y="29292"/>
                </a:cubicBezTo>
                <a:cubicBezTo>
                  <a:pt x="440250" y="32539"/>
                  <a:pt x="440095" y="35808"/>
                  <a:pt x="439917" y="39100"/>
                </a:cubicBezTo>
                <a:cubicBezTo>
                  <a:pt x="440896" y="39100"/>
                  <a:pt x="442719" y="39078"/>
                  <a:pt x="445388" y="39033"/>
                </a:cubicBezTo>
                <a:cubicBezTo>
                  <a:pt x="448057" y="38988"/>
                  <a:pt x="450949" y="38877"/>
                  <a:pt x="454063" y="38699"/>
                </a:cubicBezTo>
                <a:cubicBezTo>
                  <a:pt x="453975" y="38967"/>
                  <a:pt x="453930" y="39456"/>
                  <a:pt x="453930" y="40167"/>
                </a:cubicBezTo>
                <a:lnTo>
                  <a:pt x="453930" y="41503"/>
                </a:lnTo>
                <a:lnTo>
                  <a:pt x="453930" y="42971"/>
                </a:lnTo>
                <a:cubicBezTo>
                  <a:pt x="453930" y="43593"/>
                  <a:pt x="453975" y="44038"/>
                  <a:pt x="454063" y="44305"/>
                </a:cubicBezTo>
                <a:cubicBezTo>
                  <a:pt x="452906" y="44216"/>
                  <a:pt x="451705" y="44149"/>
                  <a:pt x="450459" y="44106"/>
                </a:cubicBezTo>
                <a:cubicBezTo>
                  <a:pt x="449214" y="44061"/>
                  <a:pt x="447879" y="44038"/>
                  <a:pt x="446455" y="44038"/>
                </a:cubicBezTo>
                <a:lnTo>
                  <a:pt x="439917" y="44038"/>
                </a:lnTo>
                <a:cubicBezTo>
                  <a:pt x="439829" y="44394"/>
                  <a:pt x="439717" y="45817"/>
                  <a:pt x="439583" y="48308"/>
                </a:cubicBezTo>
                <a:cubicBezTo>
                  <a:pt x="439450" y="50799"/>
                  <a:pt x="439339" y="53758"/>
                  <a:pt x="439249" y="57183"/>
                </a:cubicBezTo>
                <a:cubicBezTo>
                  <a:pt x="439161" y="60608"/>
                  <a:pt x="439094" y="64189"/>
                  <a:pt x="439049" y="67926"/>
                </a:cubicBezTo>
                <a:cubicBezTo>
                  <a:pt x="439005" y="71662"/>
                  <a:pt x="438982" y="74998"/>
                  <a:pt x="438982" y="77934"/>
                </a:cubicBezTo>
                <a:cubicBezTo>
                  <a:pt x="438982" y="80425"/>
                  <a:pt x="439049" y="82872"/>
                  <a:pt x="439182" y="85275"/>
                </a:cubicBezTo>
                <a:cubicBezTo>
                  <a:pt x="439316" y="87676"/>
                  <a:pt x="439739" y="89833"/>
                  <a:pt x="440450" y="91746"/>
                </a:cubicBezTo>
                <a:cubicBezTo>
                  <a:pt x="441163" y="93659"/>
                  <a:pt x="442231" y="95194"/>
                  <a:pt x="443653" y="96350"/>
                </a:cubicBezTo>
                <a:cubicBezTo>
                  <a:pt x="445077" y="97507"/>
                  <a:pt x="447124" y="98085"/>
                  <a:pt x="449793" y="98085"/>
                </a:cubicBezTo>
                <a:cubicBezTo>
                  <a:pt x="450504" y="98085"/>
                  <a:pt x="451460" y="97996"/>
                  <a:pt x="452662" y="97818"/>
                </a:cubicBezTo>
                <a:cubicBezTo>
                  <a:pt x="453863" y="97640"/>
                  <a:pt x="454909" y="97418"/>
                  <a:pt x="455798" y="97150"/>
                </a:cubicBezTo>
                <a:lnTo>
                  <a:pt x="455798" y="100353"/>
                </a:lnTo>
                <a:cubicBezTo>
                  <a:pt x="454285" y="100621"/>
                  <a:pt x="452617" y="100954"/>
                  <a:pt x="450793" y="101353"/>
                </a:cubicBezTo>
                <a:cubicBezTo>
                  <a:pt x="448969" y="101754"/>
                  <a:pt x="447213" y="101954"/>
                  <a:pt x="445523" y="101954"/>
                </a:cubicBezTo>
                <a:cubicBezTo>
                  <a:pt x="439918" y="101954"/>
                  <a:pt x="435780" y="100575"/>
                  <a:pt x="433112" y="97818"/>
                </a:cubicBezTo>
                <a:cubicBezTo>
                  <a:pt x="430443" y="95060"/>
                  <a:pt x="429108" y="91012"/>
                  <a:pt x="429108" y="85674"/>
                </a:cubicBezTo>
                <a:cubicBezTo>
                  <a:pt x="429108" y="83273"/>
                  <a:pt x="429152" y="80671"/>
                  <a:pt x="429241" y="77869"/>
                </a:cubicBezTo>
                <a:cubicBezTo>
                  <a:pt x="429330" y="75066"/>
                  <a:pt x="429442" y="71996"/>
                  <a:pt x="429575" y="68661"/>
                </a:cubicBezTo>
                <a:cubicBezTo>
                  <a:pt x="429708" y="65324"/>
                  <a:pt x="429819" y="61632"/>
                  <a:pt x="429909" y="57584"/>
                </a:cubicBezTo>
                <a:cubicBezTo>
                  <a:pt x="429998" y="53536"/>
                  <a:pt x="430043" y="49020"/>
                  <a:pt x="430043" y="44038"/>
                </a:cubicBezTo>
                <a:lnTo>
                  <a:pt x="425771" y="44038"/>
                </a:lnTo>
                <a:cubicBezTo>
                  <a:pt x="425060" y="44038"/>
                  <a:pt x="424303" y="44061"/>
                  <a:pt x="423502" y="44106"/>
                </a:cubicBezTo>
                <a:cubicBezTo>
                  <a:pt x="422702" y="44149"/>
                  <a:pt x="421856" y="44216"/>
                  <a:pt x="420967" y="44305"/>
                </a:cubicBezTo>
                <a:cubicBezTo>
                  <a:pt x="421057" y="43772"/>
                  <a:pt x="421123" y="43261"/>
                  <a:pt x="421167" y="42772"/>
                </a:cubicBezTo>
                <a:cubicBezTo>
                  <a:pt x="421212" y="42282"/>
                  <a:pt x="421234" y="41770"/>
                  <a:pt x="421234" y="41236"/>
                </a:cubicBezTo>
                <a:cubicBezTo>
                  <a:pt x="421234" y="40791"/>
                  <a:pt x="421212" y="40347"/>
                  <a:pt x="421167" y="39903"/>
                </a:cubicBezTo>
                <a:cubicBezTo>
                  <a:pt x="421123" y="39457"/>
                  <a:pt x="421057" y="39012"/>
                  <a:pt x="420967" y="38567"/>
                </a:cubicBezTo>
                <a:cubicBezTo>
                  <a:pt x="424971" y="38833"/>
                  <a:pt x="427906" y="38966"/>
                  <a:pt x="429774" y="38966"/>
                </a:cubicBezTo>
                <a:cubicBezTo>
                  <a:pt x="429686" y="37188"/>
                  <a:pt x="429619" y="34964"/>
                  <a:pt x="429575" y="32295"/>
                </a:cubicBezTo>
                <a:cubicBezTo>
                  <a:pt x="429530" y="29626"/>
                  <a:pt x="429418" y="26868"/>
                  <a:pt x="429241" y="24020"/>
                </a:cubicBezTo>
                <a:lnTo>
                  <a:pt x="440318" y="19351"/>
                </a:lnTo>
                <a:lnTo>
                  <a:pt x="440986" y="19351"/>
                </a:lnTo>
                <a:close/>
                <a:moveTo>
                  <a:pt x="472212" y="69127"/>
                </a:moveTo>
                <a:cubicBezTo>
                  <a:pt x="472212" y="72863"/>
                  <a:pt x="472545" y="76466"/>
                  <a:pt x="473211" y="79936"/>
                </a:cubicBezTo>
                <a:cubicBezTo>
                  <a:pt x="473879" y="83406"/>
                  <a:pt x="475014" y="86497"/>
                  <a:pt x="476614" y="89211"/>
                </a:cubicBezTo>
                <a:cubicBezTo>
                  <a:pt x="478216" y="91925"/>
                  <a:pt x="480351" y="94082"/>
                  <a:pt x="483020" y="95684"/>
                </a:cubicBezTo>
                <a:cubicBezTo>
                  <a:pt x="485689" y="97285"/>
                  <a:pt x="488981" y="98085"/>
                  <a:pt x="492896" y="98085"/>
                </a:cubicBezTo>
                <a:cubicBezTo>
                  <a:pt x="496811" y="98085"/>
                  <a:pt x="500103" y="97285"/>
                  <a:pt x="502772" y="95684"/>
                </a:cubicBezTo>
                <a:cubicBezTo>
                  <a:pt x="505441" y="94082"/>
                  <a:pt x="507576" y="91925"/>
                  <a:pt x="509176" y="89211"/>
                </a:cubicBezTo>
                <a:cubicBezTo>
                  <a:pt x="510778" y="86497"/>
                  <a:pt x="511912" y="83406"/>
                  <a:pt x="512579" y="79936"/>
                </a:cubicBezTo>
                <a:cubicBezTo>
                  <a:pt x="513247" y="76466"/>
                  <a:pt x="513580" y="72863"/>
                  <a:pt x="513580" y="69127"/>
                </a:cubicBezTo>
                <a:cubicBezTo>
                  <a:pt x="513580" y="65390"/>
                  <a:pt x="513247" y="61787"/>
                  <a:pt x="512579" y="58317"/>
                </a:cubicBezTo>
                <a:cubicBezTo>
                  <a:pt x="511912" y="54847"/>
                  <a:pt x="510778" y="51756"/>
                  <a:pt x="509176" y="49044"/>
                </a:cubicBezTo>
                <a:cubicBezTo>
                  <a:pt x="507576" y="46330"/>
                  <a:pt x="505441" y="44172"/>
                  <a:pt x="502772" y="42570"/>
                </a:cubicBezTo>
                <a:cubicBezTo>
                  <a:pt x="500103" y="40968"/>
                  <a:pt x="496811" y="40167"/>
                  <a:pt x="492896" y="40167"/>
                </a:cubicBezTo>
                <a:cubicBezTo>
                  <a:pt x="488981" y="40167"/>
                  <a:pt x="485689" y="40968"/>
                  <a:pt x="483020" y="42570"/>
                </a:cubicBezTo>
                <a:cubicBezTo>
                  <a:pt x="480351" y="44172"/>
                  <a:pt x="478216" y="46330"/>
                  <a:pt x="476614" y="49044"/>
                </a:cubicBezTo>
                <a:cubicBezTo>
                  <a:pt x="475014" y="51756"/>
                  <a:pt x="473879" y="54847"/>
                  <a:pt x="473211" y="58317"/>
                </a:cubicBezTo>
                <a:cubicBezTo>
                  <a:pt x="472545" y="61787"/>
                  <a:pt x="472212" y="65390"/>
                  <a:pt x="472212" y="69127"/>
                </a:cubicBezTo>
                <a:moveTo>
                  <a:pt x="460468" y="69127"/>
                </a:moveTo>
                <a:cubicBezTo>
                  <a:pt x="460468" y="63077"/>
                  <a:pt x="461425" y="57939"/>
                  <a:pt x="463338" y="53713"/>
                </a:cubicBezTo>
                <a:cubicBezTo>
                  <a:pt x="465250" y="49487"/>
                  <a:pt x="467763" y="46062"/>
                  <a:pt x="470876" y="43438"/>
                </a:cubicBezTo>
                <a:cubicBezTo>
                  <a:pt x="473990" y="40814"/>
                  <a:pt x="477482" y="38901"/>
                  <a:pt x="481352" y="37699"/>
                </a:cubicBezTo>
                <a:cubicBezTo>
                  <a:pt x="485223" y="36498"/>
                  <a:pt x="489071" y="35897"/>
                  <a:pt x="492896" y="35897"/>
                </a:cubicBezTo>
                <a:cubicBezTo>
                  <a:pt x="496811" y="35897"/>
                  <a:pt x="500681" y="36498"/>
                  <a:pt x="504507" y="37699"/>
                </a:cubicBezTo>
                <a:cubicBezTo>
                  <a:pt x="508332" y="38901"/>
                  <a:pt x="511801" y="40814"/>
                  <a:pt x="514914" y="43438"/>
                </a:cubicBezTo>
                <a:cubicBezTo>
                  <a:pt x="518028" y="46062"/>
                  <a:pt x="520542" y="49487"/>
                  <a:pt x="522455" y="53713"/>
                </a:cubicBezTo>
                <a:cubicBezTo>
                  <a:pt x="524367" y="57939"/>
                  <a:pt x="525324" y="63077"/>
                  <a:pt x="525324" y="69127"/>
                </a:cubicBezTo>
                <a:cubicBezTo>
                  <a:pt x="525324" y="75176"/>
                  <a:pt x="524367" y="80314"/>
                  <a:pt x="522455" y="84540"/>
                </a:cubicBezTo>
                <a:cubicBezTo>
                  <a:pt x="520542" y="88766"/>
                  <a:pt x="518028" y="92191"/>
                  <a:pt x="514914" y="94817"/>
                </a:cubicBezTo>
                <a:cubicBezTo>
                  <a:pt x="511801" y="97441"/>
                  <a:pt x="508332" y="99286"/>
                  <a:pt x="504507" y="100353"/>
                </a:cubicBezTo>
                <a:cubicBezTo>
                  <a:pt x="500681" y="101420"/>
                  <a:pt x="496811" y="101954"/>
                  <a:pt x="492896" y="101954"/>
                </a:cubicBezTo>
                <a:cubicBezTo>
                  <a:pt x="489071" y="101954"/>
                  <a:pt x="485223" y="101420"/>
                  <a:pt x="481352" y="100353"/>
                </a:cubicBezTo>
                <a:cubicBezTo>
                  <a:pt x="477482" y="99286"/>
                  <a:pt x="473990" y="97441"/>
                  <a:pt x="470876" y="94817"/>
                </a:cubicBezTo>
                <a:cubicBezTo>
                  <a:pt x="467763" y="92191"/>
                  <a:pt x="465250" y="88766"/>
                  <a:pt x="463338" y="84540"/>
                </a:cubicBezTo>
                <a:cubicBezTo>
                  <a:pt x="461425" y="80314"/>
                  <a:pt x="460468" y="75176"/>
                  <a:pt x="460468" y="69127"/>
                </a:cubicBezTo>
                <a:close/>
                <a:moveTo>
                  <a:pt x="605865" y="19351"/>
                </a:moveTo>
                <a:cubicBezTo>
                  <a:pt x="605598" y="22731"/>
                  <a:pt x="605397" y="26045"/>
                  <a:pt x="605262" y="29292"/>
                </a:cubicBezTo>
                <a:cubicBezTo>
                  <a:pt x="605129" y="32539"/>
                  <a:pt x="604974" y="35808"/>
                  <a:pt x="604796" y="39100"/>
                </a:cubicBezTo>
                <a:cubicBezTo>
                  <a:pt x="605775" y="39100"/>
                  <a:pt x="607599" y="39078"/>
                  <a:pt x="610267" y="39033"/>
                </a:cubicBezTo>
                <a:cubicBezTo>
                  <a:pt x="612936" y="38988"/>
                  <a:pt x="615828" y="38877"/>
                  <a:pt x="618942" y="38699"/>
                </a:cubicBezTo>
                <a:cubicBezTo>
                  <a:pt x="618854" y="38967"/>
                  <a:pt x="618810" y="39456"/>
                  <a:pt x="618810" y="40167"/>
                </a:cubicBezTo>
                <a:lnTo>
                  <a:pt x="618810" y="41503"/>
                </a:lnTo>
                <a:lnTo>
                  <a:pt x="618810" y="42971"/>
                </a:lnTo>
                <a:cubicBezTo>
                  <a:pt x="618810" y="43593"/>
                  <a:pt x="618854" y="44038"/>
                  <a:pt x="618942" y="44305"/>
                </a:cubicBezTo>
                <a:cubicBezTo>
                  <a:pt x="617785" y="44216"/>
                  <a:pt x="616584" y="44149"/>
                  <a:pt x="615338" y="44106"/>
                </a:cubicBezTo>
                <a:cubicBezTo>
                  <a:pt x="614093" y="44061"/>
                  <a:pt x="612758" y="44038"/>
                  <a:pt x="611334" y="44038"/>
                </a:cubicBezTo>
                <a:lnTo>
                  <a:pt x="604796" y="44038"/>
                </a:lnTo>
                <a:cubicBezTo>
                  <a:pt x="604708" y="44394"/>
                  <a:pt x="604596" y="45817"/>
                  <a:pt x="604462" y="48308"/>
                </a:cubicBezTo>
                <a:cubicBezTo>
                  <a:pt x="604329" y="50799"/>
                  <a:pt x="604218" y="53758"/>
                  <a:pt x="604128" y="57183"/>
                </a:cubicBezTo>
                <a:cubicBezTo>
                  <a:pt x="604040" y="60608"/>
                  <a:pt x="603973" y="64189"/>
                  <a:pt x="603929" y="67926"/>
                </a:cubicBezTo>
                <a:cubicBezTo>
                  <a:pt x="603884" y="71662"/>
                  <a:pt x="603861" y="74998"/>
                  <a:pt x="603861" y="77934"/>
                </a:cubicBezTo>
                <a:cubicBezTo>
                  <a:pt x="603861" y="80425"/>
                  <a:pt x="603928" y="82872"/>
                  <a:pt x="604061" y="85275"/>
                </a:cubicBezTo>
                <a:cubicBezTo>
                  <a:pt x="604195" y="87676"/>
                  <a:pt x="604618" y="89833"/>
                  <a:pt x="605330" y="91746"/>
                </a:cubicBezTo>
                <a:cubicBezTo>
                  <a:pt x="606042" y="93659"/>
                  <a:pt x="607110" y="95194"/>
                  <a:pt x="608533" y="96350"/>
                </a:cubicBezTo>
                <a:cubicBezTo>
                  <a:pt x="609957" y="97507"/>
                  <a:pt x="612003" y="98085"/>
                  <a:pt x="614672" y="98085"/>
                </a:cubicBezTo>
                <a:cubicBezTo>
                  <a:pt x="615383" y="98085"/>
                  <a:pt x="616340" y="97996"/>
                  <a:pt x="617541" y="97818"/>
                </a:cubicBezTo>
                <a:cubicBezTo>
                  <a:pt x="618742" y="97640"/>
                  <a:pt x="619788" y="97418"/>
                  <a:pt x="620677" y="97150"/>
                </a:cubicBezTo>
                <a:lnTo>
                  <a:pt x="620677" y="100353"/>
                </a:lnTo>
                <a:cubicBezTo>
                  <a:pt x="619165" y="100621"/>
                  <a:pt x="617496" y="100954"/>
                  <a:pt x="615672" y="101353"/>
                </a:cubicBezTo>
                <a:cubicBezTo>
                  <a:pt x="613849" y="101754"/>
                  <a:pt x="612092" y="101954"/>
                  <a:pt x="610402" y="101954"/>
                </a:cubicBezTo>
                <a:cubicBezTo>
                  <a:pt x="604797" y="101954"/>
                  <a:pt x="600660" y="100575"/>
                  <a:pt x="597991" y="97818"/>
                </a:cubicBezTo>
                <a:cubicBezTo>
                  <a:pt x="595322" y="95060"/>
                  <a:pt x="593987" y="91012"/>
                  <a:pt x="593987" y="85674"/>
                </a:cubicBezTo>
                <a:cubicBezTo>
                  <a:pt x="593987" y="83273"/>
                  <a:pt x="594032" y="80671"/>
                  <a:pt x="594120" y="77869"/>
                </a:cubicBezTo>
                <a:cubicBezTo>
                  <a:pt x="594209" y="75066"/>
                  <a:pt x="594321" y="71996"/>
                  <a:pt x="594454" y="68661"/>
                </a:cubicBezTo>
                <a:cubicBezTo>
                  <a:pt x="594587" y="65324"/>
                  <a:pt x="594698" y="61632"/>
                  <a:pt x="594788" y="57584"/>
                </a:cubicBezTo>
                <a:cubicBezTo>
                  <a:pt x="594877" y="53536"/>
                  <a:pt x="594922" y="49020"/>
                  <a:pt x="594922" y="44038"/>
                </a:cubicBezTo>
                <a:lnTo>
                  <a:pt x="590650" y="44038"/>
                </a:lnTo>
                <a:cubicBezTo>
                  <a:pt x="589939" y="44038"/>
                  <a:pt x="589183" y="44061"/>
                  <a:pt x="588382" y="44106"/>
                </a:cubicBezTo>
                <a:cubicBezTo>
                  <a:pt x="587581" y="44149"/>
                  <a:pt x="586736" y="44216"/>
                  <a:pt x="585846" y="44305"/>
                </a:cubicBezTo>
                <a:cubicBezTo>
                  <a:pt x="585936" y="43772"/>
                  <a:pt x="586003" y="43261"/>
                  <a:pt x="586046" y="42772"/>
                </a:cubicBezTo>
                <a:cubicBezTo>
                  <a:pt x="586091" y="42282"/>
                  <a:pt x="586113" y="41770"/>
                  <a:pt x="586113" y="41236"/>
                </a:cubicBezTo>
                <a:cubicBezTo>
                  <a:pt x="586113" y="40791"/>
                  <a:pt x="586091" y="40347"/>
                  <a:pt x="586046" y="39903"/>
                </a:cubicBezTo>
                <a:cubicBezTo>
                  <a:pt x="586003" y="39457"/>
                  <a:pt x="585936" y="39012"/>
                  <a:pt x="585846" y="38567"/>
                </a:cubicBezTo>
                <a:cubicBezTo>
                  <a:pt x="589850" y="38833"/>
                  <a:pt x="592785" y="38966"/>
                  <a:pt x="594653" y="38966"/>
                </a:cubicBezTo>
                <a:cubicBezTo>
                  <a:pt x="594565" y="37188"/>
                  <a:pt x="594499" y="34964"/>
                  <a:pt x="594454" y="32295"/>
                </a:cubicBezTo>
                <a:cubicBezTo>
                  <a:pt x="594409" y="29626"/>
                  <a:pt x="594298" y="26868"/>
                  <a:pt x="594120" y="24020"/>
                </a:cubicBezTo>
                <a:lnTo>
                  <a:pt x="605197" y="19351"/>
                </a:lnTo>
                <a:lnTo>
                  <a:pt x="605865" y="19351"/>
                </a:lnTo>
                <a:close/>
                <a:moveTo>
                  <a:pt x="631887" y="38433"/>
                </a:moveTo>
                <a:cubicBezTo>
                  <a:pt x="631887" y="35408"/>
                  <a:pt x="631865" y="32117"/>
                  <a:pt x="631820" y="28559"/>
                </a:cubicBezTo>
                <a:cubicBezTo>
                  <a:pt x="631775" y="24999"/>
                  <a:pt x="631708" y="21485"/>
                  <a:pt x="631618" y="18015"/>
                </a:cubicBezTo>
                <a:cubicBezTo>
                  <a:pt x="631530" y="14545"/>
                  <a:pt x="631419" y="11231"/>
                  <a:pt x="631286" y="8074"/>
                </a:cubicBezTo>
                <a:cubicBezTo>
                  <a:pt x="631153" y="4915"/>
                  <a:pt x="630998" y="2224"/>
                  <a:pt x="630820" y="0"/>
                </a:cubicBezTo>
                <a:cubicBezTo>
                  <a:pt x="633311" y="445"/>
                  <a:pt x="635313" y="668"/>
                  <a:pt x="636825" y="668"/>
                </a:cubicBezTo>
                <a:cubicBezTo>
                  <a:pt x="638337" y="668"/>
                  <a:pt x="640339" y="445"/>
                  <a:pt x="642830" y="0"/>
                </a:cubicBezTo>
                <a:cubicBezTo>
                  <a:pt x="642652" y="2224"/>
                  <a:pt x="642496" y="4892"/>
                  <a:pt x="642362" y="8007"/>
                </a:cubicBezTo>
                <a:cubicBezTo>
                  <a:pt x="642228" y="11121"/>
                  <a:pt x="642117" y="14390"/>
                  <a:pt x="642028" y="17815"/>
                </a:cubicBezTo>
                <a:cubicBezTo>
                  <a:pt x="641939" y="21240"/>
                  <a:pt x="641873" y="24688"/>
                  <a:pt x="641828" y="28158"/>
                </a:cubicBezTo>
                <a:cubicBezTo>
                  <a:pt x="641785" y="31627"/>
                  <a:pt x="641763" y="34830"/>
                  <a:pt x="641763" y="37767"/>
                </a:cubicBezTo>
                <a:lnTo>
                  <a:pt x="641763" y="47907"/>
                </a:lnTo>
                <a:lnTo>
                  <a:pt x="642030" y="47907"/>
                </a:lnTo>
                <a:cubicBezTo>
                  <a:pt x="644521" y="44082"/>
                  <a:pt x="647501" y="41124"/>
                  <a:pt x="650971" y="39033"/>
                </a:cubicBezTo>
                <a:cubicBezTo>
                  <a:pt x="654441" y="36943"/>
                  <a:pt x="658578" y="35897"/>
                  <a:pt x="663382" y="35897"/>
                </a:cubicBezTo>
                <a:cubicBezTo>
                  <a:pt x="665873" y="35897"/>
                  <a:pt x="668386" y="36254"/>
                  <a:pt x="670920" y="36966"/>
                </a:cubicBezTo>
                <a:cubicBezTo>
                  <a:pt x="673456" y="37678"/>
                  <a:pt x="675747" y="38901"/>
                  <a:pt x="677793" y="40636"/>
                </a:cubicBezTo>
                <a:cubicBezTo>
                  <a:pt x="679840" y="42371"/>
                  <a:pt x="681508" y="44729"/>
                  <a:pt x="682798" y="47710"/>
                </a:cubicBezTo>
                <a:cubicBezTo>
                  <a:pt x="684087" y="50690"/>
                  <a:pt x="684732" y="54492"/>
                  <a:pt x="684732" y="59117"/>
                </a:cubicBezTo>
                <a:cubicBezTo>
                  <a:pt x="684732" y="62942"/>
                  <a:pt x="684643" y="66879"/>
                  <a:pt x="684465" y="70927"/>
                </a:cubicBezTo>
                <a:cubicBezTo>
                  <a:pt x="684288" y="74975"/>
                  <a:pt x="684199" y="79269"/>
                  <a:pt x="684199" y="83807"/>
                </a:cubicBezTo>
                <a:lnTo>
                  <a:pt x="684199" y="92479"/>
                </a:lnTo>
                <a:cubicBezTo>
                  <a:pt x="684199" y="93903"/>
                  <a:pt x="684221" y="95305"/>
                  <a:pt x="684266" y="96684"/>
                </a:cubicBezTo>
                <a:cubicBezTo>
                  <a:pt x="684311" y="98063"/>
                  <a:pt x="684377" y="99375"/>
                  <a:pt x="684465" y="100620"/>
                </a:cubicBezTo>
                <a:cubicBezTo>
                  <a:pt x="682686" y="100442"/>
                  <a:pt x="680818" y="100353"/>
                  <a:pt x="678862" y="100353"/>
                </a:cubicBezTo>
                <a:cubicBezTo>
                  <a:pt x="676992" y="100353"/>
                  <a:pt x="675169" y="100442"/>
                  <a:pt x="673390" y="100620"/>
                </a:cubicBezTo>
                <a:cubicBezTo>
                  <a:pt x="673568" y="95994"/>
                  <a:pt x="673768" y="91234"/>
                  <a:pt x="673989" y="86342"/>
                </a:cubicBezTo>
                <a:cubicBezTo>
                  <a:pt x="674211" y="81448"/>
                  <a:pt x="674323" y="76421"/>
                  <a:pt x="674323" y="71261"/>
                </a:cubicBezTo>
                <a:lnTo>
                  <a:pt x="674323" y="63120"/>
                </a:lnTo>
                <a:cubicBezTo>
                  <a:pt x="674323" y="56448"/>
                  <a:pt x="673032" y="51400"/>
                  <a:pt x="670452" y="47975"/>
                </a:cubicBezTo>
                <a:cubicBezTo>
                  <a:pt x="667873" y="44550"/>
                  <a:pt x="664315" y="42837"/>
                  <a:pt x="659778" y="42837"/>
                </a:cubicBezTo>
                <a:cubicBezTo>
                  <a:pt x="653551" y="42837"/>
                  <a:pt x="648992" y="44750"/>
                  <a:pt x="646100" y="48575"/>
                </a:cubicBezTo>
                <a:cubicBezTo>
                  <a:pt x="643209" y="52401"/>
                  <a:pt x="641763" y="57783"/>
                  <a:pt x="641763" y="64723"/>
                </a:cubicBezTo>
                <a:cubicBezTo>
                  <a:pt x="641763" y="67214"/>
                  <a:pt x="641785" y="70105"/>
                  <a:pt x="641828" y="73397"/>
                </a:cubicBezTo>
                <a:cubicBezTo>
                  <a:pt x="641873" y="76689"/>
                  <a:pt x="641939" y="80004"/>
                  <a:pt x="642028" y="83340"/>
                </a:cubicBezTo>
                <a:cubicBezTo>
                  <a:pt x="642117" y="86676"/>
                  <a:pt x="642228" y="89901"/>
                  <a:pt x="642362" y="93015"/>
                </a:cubicBezTo>
                <a:cubicBezTo>
                  <a:pt x="642496" y="96128"/>
                  <a:pt x="642652" y="98663"/>
                  <a:pt x="642830" y="100620"/>
                </a:cubicBezTo>
                <a:cubicBezTo>
                  <a:pt x="640784" y="100442"/>
                  <a:pt x="638782" y="100353"/>
                  <a:pt x="636825" y="100353"/>
                </a:cubicBezTo>
                <a:cubicBezTo>
                  <a:pt x="634867" y="100353"/>
                  <a:pt x="632866" y="100442"/>
                  <a:pt x="630820" y="100620"/>
                </a:cubicBezTo>
                <a:cubicBezTo>
                  <a:pt x="630998" y="98574"/>
                  <a:pt x="631153" y="95994"/>
                  <a:pt x="631286" y="92880"/>
                </a:cubicBezTo>
                <a:cubicBezTo>
                  <a:pt x="631419" y="89766"/>
                  <a:pt x="631530" y="86474"/>
                  <a:pt x="631618" y="83004"/>
                </a:cubicBezTo>
                <a:cubicBezTo>
                  <a:pt x="631708" y="79535"/>
                  <a:pt x="631775" y="76021"/>
                  <a:pt x="631820" y="72463"/>
                </a:cubicBezTo>
                <a:cubicBezTo>
                  <a:pt x="631865" y="68905"/>
                  <a:pt x="631887" y="65613"/>
                  <a:pt x="631887" y="62587"/>
                </a:cubicBezTo>
                <a:lnTo>
                  <a:pt x="631887" y="38433"/>
                </a:lnTo>
                <a:close/>
                <a:moveTo>
                  <a:pt x="730373" y="40167"/>
                </a:moveTo>
                <a:cubicBezTo>
                  <a:pt x="727081" y="40167"/>
                  <a:pt x="724300" y="40924"/>
                  <a:pt x="722031" y="42436"/>
                </a:cubicBezTo>
                <a:cubicBezTo>
                  <a:pt x="719762" y="43948"/>
                  <a:pt x="717894" y="45839"/>
                  <a:pt x="716427" y="48109"/>
                </a:cubicBezTo>
                <a:cubicBezTo>
                  <a:pt x="714959" y="50377"/>
                  <a:pt x="713847" y="52868"/>
                  <a:pt x="713091" y="55582"/>
                </a:cubicBezTo>
                <a:cubicBezTo>
                  <a:pt x="712335" y="58296"/>
                  <a:pt x="711868" y="60853"/>
                  <a:pt x="711690" y="63255"/>
                </a:cubicBezTo>
                <a:cubicBezTo>
                  <a:pt x="714447" y="63344"/>
                  <a:pt x="717316" y="63434"/>
                  <a:pt x="720296" y="63523"/>
                </a:cubicBezTo>
                <a:cubicBezTo>
                  <a:pt x="723277" y="63612"/>
                  <a:pt x="726191" y="63656"/>
                  <a:pt x="729037" y="63656"/>
                </a:cubicBezTo>
                <a:cubicBezTo>
                  <a:pt x="731974" y="63656"/>
                  <a:pt x="734954" y="63612"/>
                  <a:pt x="737979" y="63523"/>
                </a:cubicBezTo>
                <a:cubicBezTo>
                  <a:pt x="741003" y="63434"/>
                  <a:pt x="743939" y="63344"/>
                  <a:pt x="746787" y="63255"/>
                </a:cubicBezTo>
                <a:cubicBezTo>
                  <a:pt x="746787" y="60853"/>
                  <a:pt x="746587" y="58318"/>
                  <a:pt x="746187" y="55649"/>
                </a:cubicBezTo>
                <a:cubicBezTo>
                  <a:pt x="745786" y="52979"/>
                  <a:pt x="744985" y="50487"/>
                  <a:pt x="743784" y="48174"/>
                </a:cubicBezTo>
                <a:cubicBezTo>
                  <a:pt x="742583" y="45861"/>
                  <a:pt x="740914" y="43948"/>
                  <a:pt x="738779" y="42436"/>
                </a:cubicBezTo>
                <a:cubicBezTo>
                  <a:pt x="736643" y="40924"/>
                  <a:pt x="733842" y="40167"/>
                  <a:pt x="730373" y="40167"/>
                </a:cubicBezTo>
                <a:moveTo>
                  <a:pt x="699546" y="70995"/>
                </a:moveTo>
                <a:cubicBezTo>
                  <a:pt x="699546" y="60052"/>
                  <a:pt x="702148" y="51467"/>
                  <a:pt x="707351" y="45240"/>
                </a:cubicBezTo>
                <a:cubicBezTo>
                  <a:pt x="712556" y="39012"/>
                  <a:pt x="720141" y="35897"/>
                  <a:pt x="730106" y="35897"/>
                </a:cubicBezTo>
                <a:cubicBezTo>
                  <a:pt x="734821" y="35897"/>
                  <a:pt x="738891" y="36632"/>
                  <a:pt x="742316" y="38101"/>
                </a:cubicBezTo>
                <a:cubicBezTo>
                  <a:pt x="745741" y="39568"/>
                  <a:pt x="748610" y="41525"/>
                  <a:pt x="750923" y="43971"/>
                </a:cubicBezTo>
                <a:cubicBezTo>
                  <a:pt x="753236" y="46417"/>
                  <a:pt x="754949" y="49287"/>
                  <a:pt x="756061" y="52579"/>
                </a:cubicBezTo>
                <a:cubicBezTo>
                  <a:pt x="757172" y="55870"/>
                  <a:pt x="757728" y="59384"/>
                  <a:pt x="757728" y="63120"/>
                </a:cubicBezTo>
                <a:cubicBezTo>
                  <a:pt x="757728" y="64011"/>
                  <a:pt x="757706" y="64879"/>
                  <a:pt x="757661" y="65725"/>
                </a:cubicBezTo>
                <a:cubicBezTo>
                  <a:pt x="757618" y="66569"/>
                  <a:pt x="757551" y="67436"/>
                  <a:pt x="757462" y="68325"/>
                </a:cubicBezTo>
                <a:cubicBezTo>
                  <a:pt x="752657" y="68237"/>
                  <a:pt x="747898" y="68149"/>
                  <a:pt x="743183" y="68060"/>
                </a:cubicBezTo>
                <a:cubicBezTo>
                  <a:pt x="738469" y="67971"/>
                  <a:pt x="733709" y="67926"/>
                  <a:pt x="728905" y="67926"/>
                </a:cubicBezTo>
                <a:cubicBezTo>
                  <a:pt x="725969" y="67926"/>
                  <a:pt x="723055" y="67971"/>
                  <a:pt x="720163" y="68060"/>
                </a:cubicBezTo>
                <a:cubicBezTo>
                  <a:pt x="717272" y="68149"/>
                  <a:pt x="714358" y="68237"/>
                  <a:pt x="711422" y="68325"/>
                </a:cubicBezTo>
                <a:cubicBezTo>
                  <a:pt x="711333" y="68770"/>
                  <a:pt x="711289" y="69437"/>
                  <a:pt x="711289" y="70327"/>
                </a:cubicBezTo>
                <a:lnTo>
                  <a:pt x="711289" y="72062"/>
                </a:lnTo>
                <a:cubicBezTo>
                  <a:pt x="711289" y="75531"/>
                  <a:pt x="711800" y="78779"/>
                  <a:pt x="712823" y="81805"/>
                </a:cubicBezTo>
                <a:cubicBezTo>
                  <a:pt x="713846" y="84830"/>
                  <a:pt x="715337" y="87432"/>
                  <a:pt x="717294" y="89612"/>
                </a:cubicBezTo>
                <a:cubicBezTo>
                  <a:pt x="719252" y="91791"/>
                  <a:pt x="721654" y="93526"/>
                  <a:pt x="724501" y="94817"/>
                </a:cubicBezTo>
                <a:cubicBezTo>
                  <a:pt x="727347" y="96106"/>
                  <a:pt x="730639" y="96751"/>
                  <a:pt x="734376" y="96751"/>
                </a:cubicBezTo>
                <a:cubicBezTo>
                  <a:pt x="736155" y="96751"/>
                  <a:pt x="737978" y="96507"/>
                  <a:pt x="739846" y="96018"/>
                </a:cubicBezTo>
                <a:cubicBezTo>
                  <a:pt x="741715" y="95528"/>
                  <a:pt x="743539" y="94860"/>
                  <a:pt x="745317" y="94015"/>
                </a:cubicBezTo>
                <a:cubicBezTo>
                  <a:pt x="747097" y="93169"/>
                  <a:pt x="748765" y="92168"/>
                  <a:pt x="750322" y="91013"/>
                </a:cubicBezTo>
                <a:cubicBezTo>
                  <a:pt x="751880" y="89856"/>
                  <a:pt x="753236" y="88610"/>
                  <a:pt x="754393" y="87275"/>
                </a:cubicBezTo>
                <a:lnTo>
                  <a:pt x="755061" y="87676"/>
                </a:lnTo>
                <a:lnTo>
                  <a:pt x="754261" y="94214"/>
                </a:lnTo>
                <a:cubicBezTo>
                  <a:pt x="751590" y="96349"/>
                  <a:pt x="748276" y="98173"/>
                  <a:pt x="744318" y="99686"/>
                </a:cubicBezTo>
                <a:cubicBezTo>
                  <a:pt x="740359" y="101198"/>
                  <a:pt x="736244" y="101954"/>
                  <a:pt x="731974" y="101954"/>
                </a:cubicBezTo>
                <a:cubicBezTo>
                  <a:pt x="727169" y="101954"/>
                  <a:pt x="722787" y="101220"/>
                  <a:pt x="718827" y="99753"/>
                </a:cubicBezTo>
                <a:cubicBezTo>
                  <a:pt x="714869" y="98285"/>
                  <a:pt x="711444" y="96151"/>
                  <a:pt x="708552" y="93349"/>
                </a:cubicBezTo>
                <a:cubicBezTo>
                  <a:pt x="705662" y="90545"/>
                  <a:pt x="703439" y="87231"/>
                  <a:pt x="701882" y="83406"/>
                </a:cubicBezTo>
                <a:cubicBezTo>
                  <a:pt x="700325" y="79580"/>
                  <a:pt x="699546" y="75443"/>
                  <a:pt x="699546" y="70995"/>
                </a:cubicBezTo>
                <a:close/>
                <a:moveTo>
                  <a:pt x="773342" y="14012"/>
                </a:moveTo>
                <a:cubicBezTo>
                  <a:pt x="773342" y="12144"/>
                  <a:pt x="774009" y="10542"/>
                  <a:pt x="775344" y="9208"/>
                </a:cubicBezTo>
                <a:cubicBezTo>
                  <a:pt x="776678" y="7874"/>
                  <a:pt x="778280" y="7206"/>
                  <a:pt x="780149" y="7206"/>
                </a:cubicBezTo>
                <a:cubicBezTo>
                  <a:pt x="782017" y="7206"/>
                  <a:pt x="783618" y="7874"/>
                  <a:pt x="784953" y="9208"/>
                </a:cubicBezTo>
                <a:cubicBezTo>
                  <a:pt x="786287" y="10542"/>
                  <a:pt x="786955" y="12144"/>
                  <a:pt x="786955" y="14012"/>
                </a:cubicBezTo>
                <a:cubicBezTo>
                  <a:pt x="786955" y="15880"/>
                  <a:pt x="786287" y="17481"/>
                  <a:pt x="784953" y="18817"/>
                </a:cubicBezTo>
                <a:cubicBezTo>
                  <a:pt x="783618" y="20152"/>
                  <a:pt x="782017" y="20819"/>
                  <a:pt x="780149" y="20819"/>
                </a:cubicBezTo>
                <a:cubicBezTo>
                  <a:pt x="778280" y="20819"/>
                  <a:pt x="776678" y="20152"/>
                  <a:pt x="775344" y="18817"/>
                </a:cubicBezTo>
                <a:cubicBezTo>
                  <a:pt x="774009" y="17481"/>
                  <a:pt x="773342" y="15880"/>
                  <a:pt x="773342" y="14012"/>
                </a:cubicBezTo>
                <a:moveTo>
                  <a:pt x="775211" y="62188"/>
                </a:moveTo>
                <a:cubicBezTo>
                  <a:pt x="775211" y="58184"/>
                  <a:pt x="775144" y="53981"/>
                  <a:pt x="775010" y="49577"/>
                </a:cubicBezTo>
                <a:cubicBezTo>
                  <a:pt x="774877" y="45173"/>
                  <a:pt x="774588" y="41058"/>
                  <a:pt x="774142" y="37231"/>
                </a:cubicBezTo>
                <a:cubicBezTo>
                  <a:pt x="776633" y="37676"/>
                  <a:pt x="778636" y="37899"/>
                  <a:pt x="780149" y="37899"/>
                </a:cubicBezTo>
                <a:cubicBezTo>
                  <a:pt x="781662" y="37899"/>
                  <a:pt x="783663" y="37676"/>
                  <a:pt x="786154" y="37231"/>
                </a:cubicBezTo>
                <a:cubicBezTo>
                  <a:pt x="785709" y="41058"/>
                  <a:pt x="785419" y="45173"/>
                  <a:pt x="785285" y="49577"/>
                </a:cubicBezTo>
                <a:cubicBezTo>
                  <a:pt x="785152" y="53981"/>
                  <a:pt x="785085" y="58184"/>
                  <a:pt x="785085" y="62188"/>
                </a:cubicBezTo>
                <a:lnTo>
                  <a:pt x="785085" y="76065"/>
                </a:lnTo>
                <a:cubicBezTo>
                  <a:pt x="785085" y="80070"/>
                  <a:pt x="785152" y="84274"/>
                  <a:pt x="785285" y="88677"/>
                </a:cubicBezTo>
                <a:cubicBezTo>
                  <a:pt x="785419" y="93081"/>
                  <a:pt x="785709" y="97062"/>
                  <a:pt x="786154" y="100620"/>
                </a:cubicBezTo>
                <a:cubicBezTo>
                  <a:pt x="784107" y="100442"/>
                  <a:pt x="782105" y="100353"/>
                  <a:pt x="780149" y="100353"/>
                </a:cubicBezTo>
                <a:cubicBezTo>
                  <a:pt x="778192" y="100353"/>
                  <a:pt x="776189" y="100442"/>
                  <a:pt x="774142" y="100620"/>
                </a:cubicBezTo>
                <a:cubicBezTo>
                  <a:pt x="774588" y="97062"/>
                  <a:pt x="774877" y="93081"/>
                  <a:pt x="775010" y="88677"/>
                </a:cubicBezTo>
                <a:cubicBezTo>
                  <a:pt x="775144" y="84274"/>
                  <a:pt x="775211" y="80070"/>
                  <a:pt x="775211" y="76065"/>
                </a:cubicBezTo>
                <a:lnTo>
                  <a:pt x="775211" y="62188"/>
                </a:lnTo>
                <a:close/>
                <a:moveTo>
                  <a:pt x="839399" y="48174"/>
                </a:moveTo>
                <a:cubicBezTo>
                  <a:pt x="838955" y="47641"/>
                  <a:pt x="838088" y="47152"/>
                  <a:pt x="836797" y="46708"/>
                </a:cubicBezTo>
                <a:cubicBezTo>
                  <a:pt x="835507" y="46263"/>
                  <a:pt x="834195" y="46040"/>
                  <a:pt x="832861" y="46040"/>
                </a:cubicBezTo>
                <a:cubicBezTo>
                  <a:pt x="830725" y="46040"/>
                  <a:pt x="828812" y="46529"/>
                  <a:pt x="827122" y="47508"/>
                </a:cubicBezTo>
                <a:cubicBezTo>
                  <a:pt x="825432" y="48487"/>
                  <a:pt x="824009" y="49799"/>
                  <a:pt x="822852" y="51444"/>
                </a:cubicBezTo>
                <a:cubicBezTo>
                  <a:pt x="821696" y="53090"/>
                  <a:pt x="820806" y="55047"/>
                  <a:pt x="820183" y="57317"/>
                </a:cubicBezTo>
                <a:cubicBezTo>
                  <a:pt x="819561" y="59585"/>
                  <a:pt x="819250" y="62009"/>
                  <a:pt x="819250" y="64588"/>
                </a:cubicBezTo>
                <a:lnTo>
                  <a:pt x="819250" y="79268"/>
                </a:lnTo>
                <a:cubicBezTo>
                  <a:pt x="819250" y="85229"/>
                  <a:pt x="819272" y="89789"/>
                  <a:pt x="819315" y="92948"/>
                </a:cubicBezTo>
                <a:cubicBezTo>
                  <a:pt x="819360" y="96105"/>
                  <a:pt x="819516" y="98663"/>
                  <a:pt x="819784" y="100620"/>
                </a:cubicBezTo>
                <a:cubicBezTo>
                  <a:pt x="818004" y="100442"/>
                  <a:pt x="816224" y="100353"/>
                  <a:pt x="814445" y="100353"/>
                </a:cubicBezTo>
                <a:cubicBezTo>
                  <a:pt x="812487" y="100353"/>
                  <a:pt x="810619" y="100442"/>
                  <a:pt x="808841" y="100620"/>
                </a:cubicBezTo>
                <a:cubicBezTo>
                  <a:pt x="809107" y="97596"/>
                  <a:pt x="809262" y="93481"/>
                  <a:pt x="809307" y="88276"/>
                </a:cubicBezTo>
                <a:cubicBezTo>
                  <a:pt x="809352" y="83072"/>
                  <a:pt x="809374" y="76689"/>
                  <a:pt x="809374" y="69127"/>
                </a:cubicBezTo>
                <a:lnTo>
                  <a:pt x="809374" y="64855"/>
                </a:lnTo>
                <a:cubicBezTo>
                  <a:pt x="809374" y="61387"/>
                  <a:pt x="809352" y="57384"/>
                  <a:pt x="809307" y="52847"/>
                </a:cubicBezTo>
                <a:cubicBezTo>
                  <a:pt x="809262" y="48309"/>
                  <a:pt x="809107" y="43104"/>
                  <a:pt x="808841" y="37231"/>
                </a:cubicBezTo>
                <a:cubicBezTo>
                  <a:pt x="809820" y="37410"/>
                  <a:pt x="810753" y="37566"/>
                  <a:pt x="811643" y="37699"/>
                </a:cubicBezTo>
                <a:cubicBezTo>
                  <a:pt x="812532" y="37833"/>
                  <a:pt x="813466" y="37899"/>
                  <a:pt x="814445" y="37899"/>
                </a:cubicBezTo>
                <a:cubicBezTo>
                  <a:pt x="815246" y="37899"/>
                  <a:pt x="816091" y="37833"/>
                  <a:pt x="816980" y="37699"/>
                </a:cubicBezTo>
                <a:cubicBezTo>
                  <a:pt x="817870" y="37566"/>
                  <a:pt x="818805" y="37410"/>
                  <a:pt x="819784" y="37231"/>
                </a:cubicBezTo>
                <a:cubicBezTo>
                  <a:pt x="819428" y="40435"/>
                  <a:pt x="819228" y="42971"/>
                  <a:pt x="819183" y="44839"/>
                </a:cubicBezTo>
                <a:cubicBezTo>
                  <a:pt x="819138" y="46707"/>
                  <a:pt x="819116" y="48486"/>
                  <a:pt x="819116" y="50176"/>
                </a:cubicBezTo>
                <a:lnTo>
                  <a:pt x="819383" y="50310"/>
                </a:lnTo>
                <a:cubicBezTo>
                  <a:pt x="824632" y="40702"/>
                  <a:pt x="830504" y="35897"/>
                  <a:pt x="836998" y="35897"/>
                </a:cubicBezTo>
                <a:cubicBezTo>
                  <a:pt x="837799" y="35897"/>
                  <a:pt x="838489" y="35942"/>
                  <a:pt x="839067" y="36032"/>
                </a:cubicBezTo>
                <a:cubicBezTo>
                  <a:pt x="839645" y="36120"/>
                  <a:pt x="840379" y="36342"/>
                  <a:pt x="841268" y="36698"/>
                </a:cubicBezTo>
                <a:cubicBezTo>
                  <a:pt x="840823" y="37766"/>
                  <a:pt x="840556" y="39390"/>
                  <a:pt x="840466" y="41570"/>
                </a:cubicBezTo>
                <a:cubicBezTo>
                  <a:pt x="840378" y="43749"/>
                  <a:pt x="840334" y="45728"/>
                  <a:pt x="840334" y="47508"/>
                </a:cubicBezTo>
                <a:lnTo>
                  <a:pt x="839399" y="48174"/>
                </a:lnTo>
                <a:close/>
                <a:moveTo>
                  <a:pt x="907929" y="38433"/>
                </a:moveTo>
                <a:cubicBezTo>
                  <a:pt x="907929" y="35408"/>
                  <a:pt x="907907" y="32117"/>
                  <a:pt x="907862" y="28559"/>
                </a:cubicBezTo>
                <a:cubicBezTo>
                  <a:pt x="907817" y="24999"/>
                  <a:pt x="907750" y="21485"/>
                  <a:pt x="907661" y="18015"/>
                </a:cubicBezTo>
                <a:cubicBezTo>
                  <a:pt x="907572" y="14545"/>
                  <a:pt x="907462" y="11231"/>
                  <a:pt x="907329" y="8074"/>
                </a:cubicBezTo>
                <a:cubicBezTo>
                  <a:pt x="907196" y="4915"/>
                  <a:pt x="907040" y="2224"/>
                  <a:pt x="906862" y="0"/>
                </a:cubicBezTo>
                <a:cubicBezTo>
                  <a:pt x="909353" y="445"/>
                  <a:pt x="911355" y="668"/>
                  <a:pt x="912867" y="668"/>
                </a:cubicBezTo>
                <a:cubicBezTo>
                  <a:pt x="914380" y="668"/>
                  <a:pt x="916381" y="445"/>
                  <a:pt x="918872" y="0"/>
                </a:cubicBezTo>
                <a:cubicBezTo>
                  <a:pt x="918695" y="2224"/>
                  <a:pt x="918538" y="4892"/>
                  <a:pt x="918404" y="8007"/>
                </a:cubicBezTo>
                <a:cubicBezTo>
                  <a:pt x="918271" y="11121"/>
                  <a:pt x="918160" y="14390"/>
                  <a:pt x="918070" y="17815"/>
                </a:cubicBezTo>
                <a:cubicBezTo>
                  <a:pt x="917982" y="21240"/>
                  <a:pt x="917915" y="24688"/>
                  <a:pt x="917871" y="28158"/>
                </a:cubicBezTo>
                <a:cubicBezTo>
                  <a:pt x="917827" y="31627"/>
                  <a:pt x="917805" y="34830"/>
                  <a:pt x="917805" y="37767"/>
                </a:cubicBezTo>
                <a:lnTo>
                  <a:pt x="917805" y="47907"/>
                </a:lnTo>
                <a:lnTo>
                  <a:pt x="918072" y="47907"/>
                </a:lnTo>
                <a:cubicBezTo>
                  <a:pt x="920563" y="44082"/>
                  <a:pt x="923544" y="41124"/>
                  <a:pt x="927013" y="39033"/>
                </a:cubicBezTo>
                <a:cubicBezTo>
                  <a:pt x="930483" y="36943"/>
                  <a:pt x="934620" y="35897"/>
                  <a:pt x="939424" y="35897"/>
                </a:cubicBezTo>
                <a:cubicBezTo>
                  <a:pt x="941915" y="35897"/>
                  <a:pt x="944428" y="36254"/>
                  <a:pt x="946963" y="36966"/>
                </a:cubicBezTo>
                <a:cubicBezTo>
                  <a:pt x="949499" y="37678"/>
                  <a:pt x="951789" y="38901"/>
                  <a:pt x="953835" y="40636"/>
                </a:cubicBezTo>
                <a:cubicBezTo>
                  <a:pt x="955882" y="42371"/>
                  <a:pt x="957551" y="44729"/>
                  <a:pt x="958840" y="47710"/>
                </a:cubicBezTo>
                <a:cubicBezTo>
                  <a:pt x="960130" y="50690"/>
                  <a:pt x="960775" y="54492"/>
                  <a:pt x="960775" y="59117"/>
                </a:cubicBezTo>
                <a:cubicBezTo>
                  <a:pt x="960775" y="62942"/>
                  <a:pt x="960686" y="66879"/>
                  <a:pt x="960508" y="70927"/>
                </a:cubicBezTo>
                <a:cubicBezTo>
                  <a:pt x="960330" y="74975"/>
                  <a:pt x="960241" y="79269"/>
                  <a:pt x="960241" y="83807"/>
                </a:cubicBezTo>
                <a:lnTo>
                  <a:pt x="960241" y="92479"/>
                </a:lnTo>
                <a:cubicBezTo>
                  <a:pt x="960241" y="93903"/>
                  <a:pt x="960264" y="95305"/>
                  <a:pt x="960308" y="96684"/>
                </a:cubicBezTo>
                <a:cubicBezTo>
                  <a:pt x="960353" y="98063"/>
                  <a:pt x="960420" y="99375"/>
                  <a:pt x="960508" y="100620"/>
                </a:cubicBezTo>
                <a:cubicBezTo>
                  <a:pt x="958728" y="100442"/>
                  <a:pt x="956860" y="100353"/>
                  <a:pt x="954904" y="100353"/>
                </a:cubicBezTo>
                <a:cubicBezTo>
                  <a:pt x="953035" y="100353"/>
                  <a:pt x="951211" y="100442"/>
                  <a:pt x="949433" y="100620"/>
                </a:cubicBezTo>
                <a:cubicBezTo>
                  <a:pt x="949611" y="95994"/>
                  <a:pt x="949810" y="91234"/>
                  <a:pt x="950031" y="86342"/>
                </a:cubicBezTo>
                <a:cubicBezTo>
                  <a:pt x="950254" y="81448"/>
                  <a:pt x="950365" y="76421"/>
                  <a:pt x="950365" y="71261"/>
                </a:cubicBezTo>
                <a:lnTo>
                  <a:pt x="950365" y="63120"/>
                </a:lnTo>
                <a:cubicBezTo>
                  <a:pt x="950365" y="56448"/>
                  <a:pt x="949075" y="51400"/>
                  <a:pt x="946494" y="47975"/>
                </a:cubicBezTo>
                <a:cubicBezTo>
                  <a:pt x="943915" y="44550"/>
                  <a:pt x="940357" y="42837"/>
                  <a:pt x="935820" y="42837"/>
                </a:cubicBezTo>
                <a:cubicBezTo>
                  <a:pt x="929593" y="42837"/>
                  <a:pt x="925034" y="44750"/>
                  <a:pt x="922143" y="48575"/>
                </a:cubicBezTo>
                <a:cubicBezTo>
                  <a:pt x="919251" y="52401"/>
                  <a:pt x="917805" y="57783"/>
                  <a:pt x="917805" y="64723"/>
                </a:cubicBezTo>
                <a:cubicBezTo>
                  <a:pt x="917805" y="67214"/>
                  <a:pt x="917827" y="70105"/>
                  <a:pt x="917871" y="73397"/>
                </a:cubicBezTo>
                <a:cubicBezTo>
                  <a:pt x="917915" y="76689"/>
                  <a:pt x="917982" y="80004"/>
                  <a:pt x="918070" y="83340"/>
                </a:cubicBezTo>
                <a:cubicBezTo>
                  <a:pt x="918160" y="86676"/>
                  <a:pt x="918271" y="89901"/>
                  <a:pt x="918404" y="93015"/>
                </a:cubicBezTo>
                <a:cubicBezTo>
                  <a:pt x="918538" y="96128"/>
                  <a:pt x="918695" y="98663"/>
                  <a:pt x="918872" y="100620"/>
                </a:cubicBezTo>
                <a:cubicBezTo>
                  <a:pt x="916827" y="100442"/>
                  <a:pt x="914825" y="100353"/>
                  <a:pt x="912867" y="100353"/>
                </a:cubicBezTo>
                <a:cubicBezTo>
                  <a:pt x="910910" y="100353"/>
                  <a:pt x="908908" y="100442"/>
                  <a:pt x="906862" y="100620"/>
                </a:cubicBezTo>
                <a:cubicBezTo>
                  <a:pt x="907040" y="98574"/>
                  <a:pt x="907196" y="95994"/>
                  <a:pt x="907329" y="92880"/>
                </a:cubicBezTo>
                <a:cubicBezTo>
                  <a:pt x="907462" y="89766"/>
                  <a:pt x="907572" y="86474"/>
                  <a:pt x="907661" y="83004"/>
                </a:cubicBezTo>
                <a:cubicBezTo>
                  <a:pt x="907750" y="79535"/>
                  <a:pt x="907817" y="76021"/>
                  <a:pt x="907862" y="72463"/>
                </a:cubicBezTo>
                <a:cubicBezTo>
                  <a:pt x="907907" y="68905"/>
                  <a:pt x="907929" y="65613"/>
                  <a:pt x="907929" y="62587"/>
                </a:cubicBezTo>
                <a:lnTo>
                  <a:pt x="907929" y="38433"/>
                </a:lnTo>
                <a:close/>
                <a:moveTo>
                  <a:pt x="1006415" y="40167"/>
                </a:moveTo>
                <a:cubicBezTo>
                  <a:pt x="1003123" y="40167"/>
                  <a:pt x="1000342" y="40924"/>
                  <a:pt x="998072" y="42436"/>
                </a:cubicBezTo>
                <a:cubicBezTo>
                  <a:pt x="995804" y="43948"/>
                  <a:pt x="993936" y="45839"/>
                  <a:pt x="992469" y="48109"/>
                </a:cubicBezTo>
                <a:cubicBezTo>
                  <a:pt x="991001" y="50377"/>
                  <a:pt x="989889" y="52868"/>
                  <a:pt x="989133" y="55582"/>
                </a:cubicBezTo>
                <a:cubicBezTo>
                  <a:pt x="988377" y="58296"/>
                  <a:pt x="987910" y="60853"/>
                  <a:pt x="987732" y="63255"/>
                </a:cubicBezTo>
                <a:cubicBezTo>
                  <a:pt x="990489" y="63344"/>
                  <a:pt x="993358" y="63434"/>
                  <a:pt x="996338" y="63523"/>
                </a:cubicBezTo>
                <a:cubicBezTo>
                  <a:pt x="999319" y="63612"/>
                  <a:pt x="1002233" y="63656"/>
                  <a:pt x="1005079" y="63656"/>
                </a:cubicBezTo>
                <a:cubicBezTo>
                  <a:pt x="1008016" y="63656"/>
                  <a:pt x="1010996" y="63612"/>
                  <a:pt x="1014021" y="63523"/>
                </a:cubicBezTo>
                <a:cubicBezTo>
                  <a:pt x="1017045" y="63434"/>
                  <a:pt x="1019981" y="63344"/>
                  <a:pt x="1022829" y="63255"/>
                </a:cubicBezTo>
                <a:cubicBezTo>
                  <a:pt x="1022829" y="60853"/>
                  <a:pt x="1022629" y="58318"/>
                  <a:pt x="1022229" y="55649"/>
                </a:cubicBezTo>
                <a:cubicBezTo>
                  <a:pt x="1021828" y="52979"/>
                  <a:pt x="1021027" y="50487"/>
                  <a:pt x="1019826" y="48174"/>
                </a:cubicBezTo>
                <a:cubicBezTo>
                  <a:pt x="1018625" y="45861"/>
                  <a:pt x="1016956" y="43948"/>
                  <a:pt x="1014821" y="42436"/>
                </a:cubicBezTo>
                <a:cubicBezTo>
                  <a:pt x="1012685" y="40924"/>
                  <a:pt x="1009884" y="40167"/>
                  <a:pt x="1006415" y="40167"/>
                </a:cubicBezTo>
                <a:moveTo>
                  <a:pt x="975588" y="70995"/>
                </a:moveTo>
                <a:cubicBezTo>
                  <a:pt x="975588" y="60052"/>
                  <a:pt x="978190" y="51467"/>
                  <a:pt x="983393" y="45240"/>
                </a:cubicBezTo>
                <a:cubicBezTo>
                  <a:pt x="988598" y="39012"/>
                  <a:pt x="996183" y="35897"/>
                  <a:pt x="1006148" y="35897"/>
                </a:cubicBezTo>
                <a:cubicBezTo>
                  <a:pt x="1010863" y="35897"/>
                  <a:pt x="1014933" y="36632"/>
                  <a:pt x="1018358" y="38101"/>
                </a:cubicBezTo>
                <a:cubicBezTo>
                  <a:pt x="1021783" y="39568"/>
                  <a:pt x="1024652" y="41525"/>
                  <a:pt x="1026965" y="43971"/>
                </a:cubicBezTo>
                <a:cubicBezTo>
                  <a:pt x="1029278" y="46417"/>
                  <a:pt x="1030991" y="49287"/>
                  <a:pt x="1032103" y="52579"/>
                </a:cubicBezTo>
                <a:cubicBezTo>
                  <a:pt x="1033214" y="55870"/>
                  <a:pt x="1033770" y="59384"/>
                  <a:pt x="1033770" y="63120"/>
                </a:cubicBezTo>
                <a:cubicBezTo>
                  <a:pt x="1033770" y="64011"/>
                  <a:pt x="1033748" y="64879"/>
                  <a:pt x="1033703" y="65725"/>
                </a:cubicBezTo>
                <a:cubicBezTo>
                  <a:pt x="1033660" y="66569"/>
                  <a:pt x="1033593" y="67436"/>
                  <a:pt x="1033504" y="68325"/>
                </a:cubicBezTo>
                <a:cubicBezTo>
                  <a:pt x="1028699" y="68237"/>
                  <a:pt x="1023940" y="68149"/>
                  <a:pt x="1019225" y="68060"/>
                </a:cubicBezTo>
                <a:cubicBezTo>
                  <a:pt x="1014511" y="67971"/>
                  <a:pt x="1009751" y="67926"/>
                  <a:pt x="1004947" y="67926"/>
                </a:cubicBezTo>
                <a:cubicBezTo>
                  <a:pt x="1002011" y="67926"/>
                  <a:pt x="999097" y="67971"/>
                  <a:pt x="996205" y="68060"/>
                </a:cubicBezTo>
                <a:cubicBezTo>
                  <a:pt x="993314" y="68149"/>
                  <a:pt x="990400" y="68237"/>
                  <a:pt x="987463" y="68325"/>
                </a:cubicBezTo>
                <a:cubicBezTo>
                  <a:pt x="987375" y="68770"/>
                  <a:pt x="987331" y="69437"/>
                  <a:pt x="987331" y="70327"/>
                </a:cubicBezTo>
                <a:lnTo>
                  <a:pt x="987331" y="72062"/>
                </a:lnTo>
                <a:cubicBezTo>
                  <a:pt x="987331" y="75531"/>
                  <a:pt x="987842" y="78779"/>
                  <a:pt x="988864" y="81805"/>
                </a:cubicBezTo>
                <a:cubicBezTo>
                  <a:pt x="989888" y="84830"/>
                  <a:pt x="991379" y="87432"/>
                  <a:pt x="993336" y="89612"/>
                </a:cubicBezTo>
                <a:cubicBezTo>
                  <a:pt x="995294" y="91791"/>
                  <a:pt x="997696" y="93526"/>
                  <a:pt x="1000542" y="94817"/>
                </a:cubicBezTo>
                <a:cubicBezTo>
                  <a:pt x="1003389" y="96106"/>
                  <a:pt x="1006681" y="96751"/>
                  <a:pt x="1010418" y="96751"/>
                </a:cubicBezTo>
                <a:cubicBezTo>
                  <a:pt x="1012197" y="96751"/>
                  <a:pt x="1014020" y="96507"/>
                  <a:pt x="1015888" y="96018"/>
                </a:cubicBezTo>
                <a:cubicBezTo>
                  <a:pt x="1017757" y="95528"/>
                  <a:pt x="1019581" y="94860"/>
                  <a:pt x="1021359" y="94015"/>
                </a:cubicBezTo>
                <a:cubicBezTo>
                  <a:pt x="1023139" y="93169"/>
                  <a:pt x="1024807" y="92168"/>
                  <a:pt x="1026364" y="91013"/>
                </a:cubicBezTo>
                <a:cubicBezTo>
                  <a:pt x="1027921" y="89856"/>
                  <a:pt x="1029278" y="88610"/>
                  <a:pt x="1030435" y="87275"/>
                </a:cubicBezTo>
                <a:lnTo>
                  <a:pt x="1031103" y="87676"/>
                </a:lnTo>
                <a:lnTo>
                  <a:pt x="1030303" y="94214"/>
                </a:lnTo>
                <a:cubicBezTo>
                  <a:pt x="1027632" y="96349"/>
                  <a:pt x="1024318" y="98173"/>
                  <a:pt x="1020359" y="99686"/>
                </a:cubicBezTo>
                <a:cubicBezTo>
                  <a:pt x="1016401" y="101198"/>
                  <a:pt x="1012286" y="101954"/>
                  <a:pt x="1008016" y="101954"/>
                </a:cubicBezTo>
                <a:cubicBezTo>
                  <a:pt x="1003211" y="101954"/>
                  <a:pt x="998829" y="101220"/>
                  <a:pt x="994869" y="99753"/>
                </a:cubicBezTo>
                <a:cubicBezTo>
                  <a:pt x="990911" y="98285"/>
                  <a:pt x="987486" y="96151"/>
                  <a:pt x="984594" y="93349"/>
                </a:cubicBezTo>
                <a:cubicBezTo>
                  <a:pt x="981704" y="90545"/>
                  <a:pt x="979481" y="87231"/>
                  <a:pt x="977924" y="83406"/>
                </a:cubicBezTo>
                <a:cubicBezTo>
                  <a:pt x="976367" y="79580"/>
                  <a:pt x="975588" y="75443"/>
                  <a:pt x="975588" y="70995"/>
                </a:cubicBezTo>
                <a:close/>
                <a:moveTo>
                  <a:pt x="1082079" y="67392"/>
                </a:moveTo>
                <a:cubicBezTo>
                  <a:pt x="1080567" y="67926"/>
                  <a:pt x="1078809" y="68370"/>
                  <a:pt x="1076807" y="68726"/>
                </a:cubicBezTo>
                <a:cubicBezTo>
                  <a:pt x="1074806" y="69082"/>
                  <a:pt x="1072783" y="69460"/>
                  <a:pt x="1070737" y="69860"/>
                </a:cubicBezTo>
                <a:cubicBezTo>
                  <a:pt x="1068691" y="70261"/>
                  <a:pt x="1066667" y="70773"/>
                  <a:pt x="1064665" y="71396"/>
                </a:cubicBezTo>
                <a:cubicBezTo>
                  <a:pt x="1062662" y="72017"/>
                  <a:pt x="1060883" y="72862"/>
                  <a:pt x="1059326" y="73931"/>
                </a:cubicBezTo>
                <a:cubicBezTo>
                  <a:pt x="1057770" y="74998"/>
                  <a:pt x="1056524" y="76332"/>
                  <a:pt x="1055589" y="77934"/>
                </a:cubicBezTo>
                <a:cubicBezTo>
                  <a:pt x="1054655" y="79536"/>
                  <a:pt x="1054188" y="81582"/>
                  <a:pt x="1054188" y="84073"/>
                </a:cubicBezTo>
                <a:cubicBezTo>
                  <a:pt x="1054188" y="88255"/>
                  <a:pt x="1055389" y="91413"/>
                  <a:pt x="1057790" y="93548"/>
                </a:cubicBezTo>
                <a:cubicBezTo>
                  <a:pt x="1060193" y="95684"/>
                  <a:pt x="1062863" y="96751"/>
                  <a:pt x="1065799" y="96751"/>
                </a:cubicBezTo>
                <a:cubicBezTo>
                  <a:pt x="1069179" y="96751"/>
                  <a:pt x="1072270" y="95817"/>
                  <a:pt x="1075072" y="93949"/>
                </a:cubicBezTo>
                <a:cubicBezTo>
                  <a:pt x="1077875" y="92080"/>
                  <a:pt x="1080033" y="89900"/>
                  <a:pt x="1081545" y="87409"/>
                </a:cubicBezTo>
                <a:lnTo>
                  <a:pt x="1082079" y="67392"/>
                </a:lnTo>
                <a:moveTo>
                  <a:pt x="1049118" y="43637"/>
                </a:moveTo>
                <a:cubicBezTo>
                  <a:pt x="1053121" y="40613"/>
                  <a:pt x="1056813" y="38567"/>
                  <a:pt x="1060193" y="37500"/>
                </a:cubicBezTo>
                <a:cubicBezTo>
                  <a:pt x="1063575" y="36432"/>
                  <a:pt x="1067044" y="35897"/>
                  <a:pt x="1070602" y="35897"/>
                </a:cubicBezTo>
                <a:cubicBezTo>
                  <a:pt x="1073806" y="35897"/>
                  <a:pt x="1076743" y="36364"/>
                  <a:pt x="1079411" y="37298"/>
                </a:cubicBezTo>
                <a:cubicBezTo>
                  <a:pt x="1082080" y="38232"/>
                  <a:pt x="1084349" y="39567"/>
                  <a:pt x="1086217" y="41302"/>
                </a:cubicBezTo>
                <a:cubicBezTo>
                  <a:pt x="1088085" y="43037"/>
                  <a:pt x="1089552" y="45128"/>
                  <a:pt x="1090619" y="47575"/>
                </a:cubicBezTo>
                <a:cubicBezTo>
                  <a:pt x="1091687" y="50022"/>
                  <a:pt x="1092222" y="52712"/>
                  <a:pt x="1092222" y="55647"/>
                </a:cubicBezTo>
                <a:cubicBezTo>
                  <a:pt x="1092222" y="60719"/>
                  <a:pt x="1092133" y="65768"/>
                  <a:pt x="1091955" y="70795"/>
                </a:cubicBezTo>
                <a:cubicBezTo>
                  <a:pt x="1091777" y="75822"/>
                  <a:pt x="1091688" y="81137"/>
                  <a:pt x="1091688" y="86741"/>
                </a:cubicBezTo>
                <a:cubicBezTo>
                  <a:pt x="1091688" y="87809"/>
                  <a:pt x="1091710" y="88944"/>
                  <a:pt x="1091755" y="90146"/>
                </a:cubicBezTo>
                <a:cubicBezTo>
                  <a:pt x="1091800" y="91346"/>
                  <a:pt x="1092000" y="92413"/>
                  <a:pt x="1092356" y="93347"/>
                </a:cubicBezTo>
                <a:cubicBezTo>
                  <a:pt x="1092712" y="94281"/>
                  <a:pt x="1093223" y="95059"/>
                  <a:pt x="1093889" y="95682"/>
                </a:cubicBezTo>
                <a:cubicBezTo>
                  <a:pt x="1094557" y="96305"/>
                  <a:pt x="1095558" y="96617"/>
                  <a:pt x="1096893" y="96617"/>
                </a:cubicBezTo>
                <a:cubicBezTo>
                  <a:pt x="1097338" y="96617"/>
                  <a:pt x="1097805" y="96595"/>
                  <a:pt x="1098294" y="96550"/>
                </a:cubicBezTo>
                <a:cubicBezTo>
                  <a:pt x="1098784" y="96505"/>
                  <a:pt x="1099251" y="96349"/>
                  <a:pt x="1099695" y="96083"/>
                </a:cubicBezTo>
                <a:lnTo>
                  <a:pt x="1099695" y="99020"/>
                </a:lnTo>
                <a:cubicBezTo>
                  <a:pt x="1098716" y="99464"/>
                  <a:pt x="1097493" y="99819"/>
                  <a:pt x="1096025" y="100087"/>
                </a:cubicBezTo>
                <a:cubicBezTo>
                  <a:pt x="1094558" y="100354"/>
                  <a:pt x="1092934" y="100488"/>
                  <a:pt x="1091155" y="100488"/>
                </a:cubicBezTo>
                <a:cubicBezTo>
                  <a:pt x="1088308" y="100488"/>
                  <a:pt x="1086128" y="99754"/>
                  <a:pt x="1084616" y="98287"/>
                </a:cubicBezTo>
                <a:cubicBezTo>
                  <a:pt x="1083104" y="96818"/>
                  <a:pt x="1082214" y="94927"/>
                  <a:pt x="1081947" y="92614"/>
                </a:cubicBezTo>
                <a:cubicBezTo>
                  <a:pt x="1078744" y="95816"/>
                  <a:pt x="1075586" y="98173"/>
                  <a:pt x="1072472" y="99686"/>
                </a:cubicBezTo>
                <a:cubicBezTo>
                  <a:pt x="1069358" y="101198"/>
                  <a:pt x="1065532" y="101954"/>
                  <a:pt x="1060995" y="101954"/>
                </a:cubicBezTo>
                <a:cubicBezTo>
                  <a:pt x="1058770" y="101954"/>
                  <a:pt x="1056590" y="101642"/>
                  <a:pt x="1054455" y="101019"/>
                </a:cubicBezTo>
                <a:cubicBezTo>
                  <a:pt x="1052321" y="100398"/>
                  <a:pt x="1050431" y="99375"/>
                  <a:pt x="1048784" y="97953"/>
                </a:cubicBezTo>
                <a:cubicBezTo>
                  <a:pt x="1047139" y="96529"/>
                  <a:pt x="1045804" y="94816"/>
                  <a:pt x="1044781" y="92815"/>
                </a:cubicBezTo>
                <a:cubicBezTo>
                  <a:pt x="1043758" y="90813"/>
                  <a:pt x="1043247" y="88521"/>
                  <a:pt x="1043247" y="85941"/>
                </a:cubicBezTo>
                <a:cubicBezTo>
                  <a:pt x="1043247" y="80603"/>
                  <a:pt x="1044915" y="76467"/>
                  <a:pt x="1048250" y="73532"/>
                </a:cubicBezTo>
                <a:cubicBezTo>
                  <a:pt x="1051587" y="70595"/>
                  <a:pt x="1056191" y="68638"/>
                  <a:pt x="1062062" y="67659"/>
                </a:cubicBezTo>
                <a:cubicBezTo>
                  <a:pt x="1066867" y="66858"/>
                  <a:pt x="1070626" y="66169"/>
                  <a:pt x="1073339" y="65590"/>
                </a:cubicBezTo>
                <a:cubicBezTo>
                  <a:pt x="1076053" y="65012"/>
                  <a:pt x="1078055" y="64411"/>
                  <a:pt x="1079344" y="63788"/>
                </a:cubicBezTo>
                <a:cubicBezTo>
                  <a:pt x="1080634" y="63165"/>
                  <a:pt x="1081412" y="62431"/>
                  <a:pt x="1081678" y="61587"/>
                </a:cubicBezTo>
                <a:cubicBezTo>
                  <a:pt x="1081945" y="60741"/>
                  <a:pt x="1082079" y="59651"/>
                  <a:pt x="1082079" y="58317"/>
                </a:cubicBezTo>
                <a:cubicBezTo>
                  <a:pt x="1082079" y="56093"/>
                  <a:pt x="1081812" y="53958"/>
                  <a:pt x="1081279" y="51913"/>
                </a:cubicBezTo>
                <a:cubicBezTo>
                  <a:pt x="1080745" y="49866"/>
                  <a:pt x="1079900" y="48086"/>
                  <a:pt x="1078743" y="46574"/>
                </a:cubicBezTo>
                <a:cubicBezTo>
                  <a:pt x="1077587" y="45061"/>
                  <a:pt x="1076075" y="43838"/>
                  <a:pt x="1074207" y="42904"/>
                </a:cubicBezTo>
                <a:cubicBezTo>
                  <a:pt x="1072339" y="41970"/>
                  <a:pt x="1070070" y="41503"/>
                  <a:pt x="1067401" y="41503"/>
                </a:cubicBezTo>
                <a:cubicBezTo>
                  <a:pt x="1063842" y="41503"/>
                  <a:pt x="1060528" y="42304"/>
                  <a:pt x="1057458" y="43906"/>
                </a:cubicBezTo>
                <a:cubicBezTo>
                  <a:pt x="1054389" y="45507"/>
                  <a:pt x="1052098" y="47730"/>
                  <a:pt x="1050586" y="50577"/>
                </a:cubicBezTo>
                <a:lnTo>
                  <a:pt x="1049118" y="50577"/>
                </a:lnTo>
                <a:lnTo>
                  <a:pt x="1049118" y="43637"/>
                </a:lnTo>
                <a:close/>
                <a:moveTo>
                  <a:pt x="1117979" y="38433"/>
                </a:moveTo>
                <a:cubicBezTo>
                  <a:pt x="1117979" y="35408"/>
                  <a:pt x="1117956" y="32117"/>
                  <a:pt x="1117912" y="28559"/>
                </a:cubicBezTo>
                <a:cubicBezTo>
                  <a:pt x="1117867" y="24999"/>
                  <a:pt x="1117800" y="21485"/>
                  <a:pt x="1117710" y="18015"/>
                </a:cubicBezTo>
                <a:cubicBezTo>
                  <a:pt x="1117622" y="14545"/>
                  <a:pt x="1117510" y="11231"/>
                  <a:pt x="1117376" y="8074"/>
                </a:cubicBezTo>
                <a:cubicBezTo>
                  <a:pt x="1117243" y="4915"/>
                  <a:pt x="1117088" y="2224"/>
                  <a:pt x="1116910" y="0"/>
                </a:cubicBezTo>
                <a:cubicBezTo>
                  <a:pt x="1119401" y="445"/>
                  <a:pt x="1121403" y="668"/>
                  <a:pt x="1122917" y="668"/>
                </a:cubicBezTo>
                <a:cubicBezTo>
                  <a:pt x="1124429" y="668"/>
                  <a:pt x="1126431" y="445"/>
                  <a:pt x="1128922" y="0"/>
                </a:cubicBezTo>
                <a:cubicBezTo>
                  <a:pt x="1128744" y="2224"/>
                  <a:pt x="1128588" y="4915"/>
                  <a:pt x="1128453" y="8074"/>
                </a:cubicBezTo>
                <a:cubicBezTo>
                  <a:pt x="1128320" y="11231"/>
                  <a:pt x="1128209" y="14545"/>
                  <a:pt x="1128119" y="18015"/>
                </a:cubicBezTo>
                <a:cubicBezTo>
                  <a:pt x="1128031" y="21485"/>
                  <a:pt x="1127965" y="24999"/>
                  <a:pt x="1127920" y="28559"/>
                </a:cubicBezTo>
                <a:cubicBezTo>
                  <a:pt x="1127875" y="32117"/>
                  <a:pt x="1127853" y="35408"/>
                  <a:pt x="1127853" y="38433"/>
                </a:cubicBezTo>
                <a:lnTo>
                  <a:pt x="1127853" y="62587"/>
                </a:lnTo>
                <a:cubicBezTo>
                  <a:pt x="1127853" y="65613"/>
                  <a:pt x="1127875" y="68905"/>
                  <a:pt x="1127920" y="72463"/>
                </a:cubicBezTo>
                <a:cubicBezTo>
                  <a:pt x="1127965" y="76021"/>
                  <a:pt x="1128031" y="79535"/>
                  <a:pt x="1128119" y="83004"/>
                </a:cubicBezTo>
                <a:cubicBezTo>
                  <a:pt x="1128209" y="86474"/>
                  <a:pt x="1128320" y="89766"/>
                  <a:pt x="1128453" y="92880"/>
                </a:cubicBezTo>
                <a:cubicBezTo>
                  <a:pt x="1128588" y="95994"/>
                  <a:pt x="1128744" y="98574"/>
                  <a:pt x="1128922" y="100620"/>
                </a:cubicBezTo>
                <a:cubicBezTo>
                  <a:pt x="1126875" y="100442"/>
                  <a:pt x="1124873" y="100353"/>
                  <a:pt x="1122917" y="100353"/>
                </a:cubicBezTo>
                <a:cubicBezTo>
                  <a:pt x="1120959" y="100353"/>
                  <a:pt x="1118957" y="100442"/>
                  <a:pt x="1116910" y="100620"/>
                </a:cubicBezTo>
                <a:cubicBezTo>
                  <a:pt x="1117088" y="98574"/>
                  <a:pt x="1117243" y="95994"/>
                  <a:pt x="1117376" y="92880"/>
                </a:cubicBezTo>
                <a:cubicBezTo>
                  <a:pt x="1117510" y="89766"/>
                  <a:pt x="1117622" y="86474"/>
                  <a:pt x="1117710" y="83004"/>
                </a:cubicBezTo>
                <a:cubicBezTo>
                  <a:pt x="1117800" y="79535"/>
                  <a:pt x="1117867" y="76021"/>
                  <a:pt x="1117912" y="72463"/>
                </a:cubicBezTo>
                <a:cubicBezTo>
                  <a:pt x="1117956" y="68905"/>
                  <a:pt x="1117979" y="65613"/>
                  <a:pt x="1117979" y="62587"/>
                </a:cubicBezTo>
                <a:lnTo>
                  <a:pt x="1117979" y="38433"/>
                </a:lnTo>
                <a:close/>
                <a:moveTo>
                  <a:pt x="1163752" y="19351"/>
                </a:moveTo>
                <a:cubicBezTo>
                  <a:pt x="1163484" y="22731"/>
                  <a:pt x="1163283" y="26045"/>
                  <a:pt x="1163149" y="29292"/>
                </a:cubicBezTo>
                <a:cubicBezTo>
                  <a:pt x="1163016" y="32539"/>
                  <a:pt x="1162860" y="35808"/>
                  <a:pt x="1162683" y="39100"/>
                </a:cubicBezTo>
                <a:cubicBezTo>
                  <a:pt x="1163661" y="39100"/>
                  <a:pt x="1165485" y="39078"/>
                  <a:pt x="1168154" y="39033"/>
                </a:cubicBezTo>
                <a:cubicBezTo>
                  <a:pt x="1170823" y="38988"/>
                  <a:pt x="1173714" y="38877"/>
                  <a:pt x="1176829" y="38699"/>
                </a:cubicBezTo>
                <a:cubicBezTo>
                  <a:pt x="1176740" y="38967"/>
                  <a:pt x="1176696" y="39456"/>
                  <a:pt x="1176696" y="40167"/>
                </a:cubicBezTo>
                <a:lnTo>
                  <a:pt x="1176696" y="41503"/>
                </a:lnTo>
                <a:lnTo>
                  <a:pt x="1176696" y="42971"/>
                </a:lnTo>
                <a:cubicBezTo>
                  <a:pt x="1176696" y="43593"/>
                  <a:pt x="1176740" y="44038"/>
                  <a:pt x="1176829" y="44305"/>
                </a:cubicBezTo>
                <a:cubicBezTo>
                  <a:pt x="1175672" y="44216"/>
                  <a:pt x="1174471" y="44149"/>
                  <a:pt x="1173224" y="44106"/>
                </a:cubicBezTo>
                <a:cubicBezTo>
                  <a:pt x="1171980" y="44061"/>
                  <a:pt x="1170645" y="44038"/>
                  <a:pt x="1169221" y="44038"/>
                </a:cubicBezTo>
                <a:lnTo>
                  <a:pt x="1162683" y="44038"/>
                </a:lnTo>
                <a:cubicBezTo>
                  <a:pt x="1162594" y="44394"/>
                  <a:pt x="1162483" y="45817"/>
                  <a:pt x="1162349" y="48308"/>
                </a:cubicBezTo>
                <a:cubicBezTo>
                  <a:pt x="1162216" y="50799"/>
                  <a:pt x="1162104" y="53758"/>
                  <a:pt x="1162015" y="57183"/>
                </a:cubicBezTo>
                <a:cubicBezTo>
                  <a:pt x="1161926" y="60608"/>
                  <a:pt x="1161860" y="64189"/>
                  <a:pt x="1161815" y="67926"/>
                </a:cubicBezTo>
                <a:cubicBezTo>
                  <a:pt x="1161770" y="71662"/>
                  <a:pt x="1161748" y="74998"/>
                  <a:pt x="1161748" y="77934"/>
                </a:cubicBezTo>
                <a:cubicBezTo>
                  <a:pt x="1161748" y="80425"/>
                  <a:pt x="1161814" y="82872"/>
                  <a:pt x="1161947" y="85275"/>
                </a:cubicBezTo>
                <a:cubicBezTo>
                  <a:pt x="1162082" y="87676"/>
                  <a:pt x="1162505" y="89833"/>
                  <a:pt x="1163216" y="91746"/>
                </a:cubicBezTo>
                <a:cubicBezTo>
                  <a:pt x="1163929" y="93659"/>
                  <a:pt x="1164996" y="95194"/>
                  <a:pt x="1166419" y="96350"/>
                </a:cubicBezTo>
                <a:cubicBezTo>
                  <a:pt x="1167843" y="97507"/>
                  <a:pt x="1169890" y="98085"/>
                  <a:pt x="1172558" y="98085"/>
                </a:cubicBezTo>
                <a:cubicBezTo>
                  <a:pt x="1173270" y="98085"/>
                  <a:pt x="1174226" y="97996"/>
                  <a:pt x="1175428" y="97818"/>
                </a:cubicBezTo>
                <a:cubicBezTo>
                  <a:pt x="1176629" y="97640"/>
                  <a:pt x="1177674" y="97418"/>
                  <a:pt x="1178563" y="97150"/>
                </a:cubicBezTo>
                <a:lnTo>
                  <a:pt x="1178563" y="100353"/>
                </a:lnTo>
                <a:cubicBezTo>
                  <a:pt x="1177051" y="100621"/>
                  <a:pt x="1175383" y="100954"/>
                  <a:pt x="1173558" y="101353"/>
                </a:cubicBezTo>
                <a:cubicBezTo>
                  <a:pt x="1171735" y="101754"/>
                  <a:pt x="1169979" y="101954"/>
                  <a:pt x="1168288" y="101954"/>
                </a:cubicBezTo>
                <a:cubicBezTo>
                  <a:pt x="1162683" y="101954"/>
                  <a:pt x="1158546" y="100575"/>
                  <a:pt x="1155877" y="97818"/>
                </a:cubicBezTo>
                <a:cubicBezTo>
                  <a:pt x="1153209" y="95060"/>
                  <a:pt x="1151874" y="91012"/>
                  <a:pt x="1151874" y="85674"/>
                </a:cubicBezTo>
                <a:cubicBezTo>
                  <a:pt x="1151874" y="83273"/>
                  <a:pt x="1151918" y="80671"/>
                  <a:pt x="1152006" y="77869"/>
                </a:cubicBezTo>
                <a:cubicBezTo>
                  <a:pt x="1152096" y="75066"/>
                  <a:pt x="1152207" y="71996"/>
                  <a:pt x="1152340" y="68661"/>
                </a:cubicBezTo>
                <a:cubicBezTo>
                  <a:pt x="1152473" y="65324"/>
                  <a:pt x="1152585" y="61632"/>
                  <a:pt x="1152674" y="57584"/>
                </a:cubicBezTo>
                <a:cubicBezTo>
                  <a:pt x="1152764" y="53536"/>
                  <a:pt x="1152809" y="49020"/>
                  <a:pt x="1152809" y="44038"/>
                </a:cubicBezTo>
                <a:lnTo>
                  <a:pt x="1148537" y="44038"/>
                </a:lnTo>
                <a:cubicBezTo>
                  <a:pt x="1147825" y="44038"/>
                  <a:pt x="1147069" y="44061"/>
                  <a:pt x="1146268" y="44106"/>
                </a:cubicBezTo>
                <a:cubicBezTo>
                  <a:pt x="1145467" y="44149"/>
                  <a:pt x="1144622" y="44216"/>
                  <a:pt x="1143733" y="44305"/>
                </a:cubicBezTo>
                <a:cubicBezTo>
                  <a:pt x="1143823" y="43772"/>
                  <a:pt x="1143889" y="43261"/>
                  <a:pt x="1143933" y="42772"/>
                </a:cubicBezTo>
                <a:cubicBezTo>
                  <a:pt x="1143977" y="42282"/>
                  <a:pt x="1144000" y="41770"/>
                  <a:pt x="1144000" y="41236"/>
                </a:cubicBezTo>
                <a:cubicBezTo>
                  <a:pt x="1144000" y="40791"/>
                  <a:pt x="1143977" y="40347"/>
                  <a:pt x="1143933" y="39903"/>
                </a:cubicBezTo>
                <a:cubicBezTo>
                  <a:pt x="1143889" y="39457"/>
                  <a:pt x="1143823" y="39012"/>
                  <a:pt x="1143733" y="38567"/>
                </a:cubicBezTo>
                <a:cubicBezTo>
                  <a:pt x="1147736" y="38833"/>
                  <a:pt x="1150672" y="38966"/>
                  <a:pt x="1152540" y="38966"/>
                </a:cubicBezTo>
                <a:cubicBezTo>
                  <a:pt x="1152452" y="37188"/>
                  <a:pt x="1152385" y="34964"/>
                  <a:pt x="1152340" y="32295"/>
                </a:cubicBezTo>
                <a:cubicBezTo>
                  <a:pt x="1152296" y="29626"/>
                  <a:pt x="1152184" y="26868"/>
                  <a:pt x="1152006" y="24020"/>
                </a:cubicBezTo>
                <a:lnTo>
                  <a:pt x="1163084" y="19351"/>
                </a:lnTo>
                <a:lnTo>
                  <a:pt x="1163752" y="19351"/>
                </a:lnTo>
                <a:close/>
                <a:moveTo>
                  <a:pt x="1189774" y="38433"/>
                </a:moveTo>
                <a:cubicBezTo>
                  <a:pt x="1189774" y="35408"/>
                  <a:pt x="1189751" y="32117"/>
                  <a:pt x="1189706" y="28559"/>
                </a:cubicBezTo>
                <a:cubicBezTo>
                  <a:pt x="1189662" y="24999"/>
                  <a:pt x="1189594" y="21485"/>
                  <a:pt x="1189505" y="18015"/>
                </a:cubicBezTo>
                <a:cubicBezTo>
                  <a:pt x="1189417" y="14545"/>
                  <a:pt x="1189306" y="11231"/>
                  <a:pt x="1189173" y="8074"/>
                </a:cubicBezTo>
                <a:cubicBezTo>
                  <a:pt x="1189040" y="4915"/>
                  <a:pt x="1188884" y="2224"/>
                  <a:pt x="1188707" y="0"/>
                </a:cubicBezTo>
                <a:cubicBezTo>
                  <a:pt x="1191198" y="445"/>
                  <a:pt x="1193199" y="668"/>
                  <a:pt x="1194711" y="668"/>
                </a:cubicBezTo>
                <a:cubicBezTo>
                  <a:pt x="1196224" y="668"/>
                  <a:pt x="1198225" y="445"/>
                  <a:pt x="1200716" y="0"/>
                </a:cubicBezTo>
                <a:cubicBezTo>
                  <a:pt x="1200539" y="2224"/>
                  <a:pt x="1200382" y="4892"/>
                  <a:pt x="1200248" y="8007"/>
                </a:cubicBezTo>
                <a:cubicBezTo>
                  <a:pt x="1200115" y="11121"/>
                  <a:pt x="1200004" y="14390"/>
                  <a:pt x="1199914" y="17815"/>
                </a:cubicBezTo>
                <a:cubicBezTo>
                  <a:pt x="1199826" y="21240"/>
                  <a:pt x="1199759" y="24688"/>
                  <a:pt x="1199715" y="28158"/>
                </a:cubicBezTo>
                <a:cubicBezTo>
                  <a:pt x="1199671" y="31627"/>
                  <a:pt x="1199649" y="34830"/>
                  <a:pt x="1199649" y="37767"/>
                </a:cubicBezTo>
                <a:lnTo>
                  <a:pt x="1199649" y="47907"/>
                </a:lnTo>
                <a:lnTo>
                  <a:pt x="1199916" y="47907"/>
                </a:lnTo>
                <a:cubicBezTo>
                  <a:pt x="1202407" y="44082"/>
                  <a:pt x="1205388" y="41124"/>
                  <a:pt x="1208857" y="39033"/>
                </a:cubicBezTo>
                <a:cubicBezTo>
                  <a:pt x="1212327" y="36943"/>
                  <a:pt x="1216464" y="35897"/>
                  <a:pt x="1221269" y="35897"/>
                </a:cubicBezTo>
                <a:cubicBezTo>
                  <a:pt x="1223760" y="35897"/>
                  <a:pt x="1226272" y="36254"/>
                  <a:pt x="1228807" y="36966"/>
                </a:cubicBezTo>
                <a:cubicBezTo>
                  <a:pt x="1231343" y="37678"/>
                  <a:pt x="1233633" y="38901"/>
                  <a:pt x="1235679" y="40636"/>
                </a:cubicBezTo>
                <a:cubicBezTo>
                  <a:pt x="1237726" y="42371"/>
                  <a:pt x="1239395" y="44729"/>
                  <a:pt x="1240684" y="47710"/>
                </a:cubicBezTo>
                <a:cubicBezTo>
                  <a:pt x="1241974" y="50690"/>
                  <a:pt x="1242619" y="54492"/>
                  <a:pt x="1242619" y="59117"/>
                </a:cubicBezTo>
                <a:cubicBezTo>
                  <a:pt x="1242619" y="62942"/>
                  <a:pt x="1242530" y="66879"/>
                  <a:pt x="1242352" y="70927"/>
                </a:cubicBezTo>
                <a:cubicBezTo>
                  <a:pt x="1242174" y="74975"/>
                  <a:pt x="1242085" y="79269"/>
                  <a:pt x="1242085" y="83807"/>
                </a:cubicBezTo>
                <a:lnTo>
                  <a:pt x="1242085" y="92479"/>
                </a:lnTo>
                <a:cubicBezTo>
                  <a:pt x="1242085" y="93903"/>
                  <a:pt x="1242108" y="95305"/>
                  <a:pt x="1242152" y="96684"/>
                </a:cubicBezTo>
                <a:cubicBezTo>
                  <a:pt x="1242197" y="98063"/>
                  <a:pt x="1242264" y="99375"/>
                  <a:pt x="1242352" y="100620"/>
                </a:cubicBezTo>
                <a:cubicBezTo>
                  <a:pt x="1240572" y="100442"/>
                  <a:pt x="1238704" y="100353"/>
                  <a:pt x="1236748" y="100353"/>
                </a:cubicBezTo>
                <a:cubicBezTo>
                  <a:pt x="1234879" y="100353"/>
                  <a:pt x="1233055" y="100442"/>
                  <a:pt x="1231277" y="100620"/>
                </a:cubicBezTo>
                <a:cubicBezTo>
                  <a:pt x="1231455" y="95994"/>
                  <a:pt x="1231654" y="91234"/>
                  <a:pt x="1231875" y="86342"/>
                </a:cubicBezTo>
                <a:cubicBezTo>
                  <a:pt x="1232098" y="81448"/>
                  <a:pt x="1232209" y="76421"/>
                  <a:pt x="1232209" y="71261"/>
                </a:cubicBezTo>
                <a:lnTo>
                  <a:pt x="1232209" y="63120"/>
                </a:lnTo>
                <a:cubicBezTo>
                  <a:pt x="1232209" y="56448"/>
                  <a:pt x="1230919" y="51400"/>
                  <a:pt x="1228338" y="47975"/>
                </a:cubicBezTo>
                <a:cubicBezTo>
                  <a:pt x="1225759" y="44550"/>
                  <a:pt x="1222201" y="42837"/>
                  <a:pt x="1217664" y="42837"/>
                </a:cubicBezTo>
                <a:cubicBezTo>
                  <a:pt x="1211437" y="42837"/>
                  <a:pt x="1206878" y="44750"/>
                  <a:pt x="1203987" y="48575"/>
                </a:cubicBezTo>
                <a:cubicBezTo>
                  <a:pt x="1201095" y="52401"/>
                  <a:pt x="1199649" y="57783"/>
                  <a:pt x="1199649" y="64723"/>
                </a:cubicBezTo>
                <a:cubicBezTo>
                  <a:pt x="1199649" y="67214"/>
                  <a:pt x="1199671" y="70105"/>
                  <a:pt x="1199715" y="73397"/>
                </a:cubicBezTo>
                <a:cubicBezTo>
                  <a:pt x="1199759" y="76689"/>
                  <a:pt x="1199826" y="80004"/>
                  <a:pt x="1199914" y="83340"/>
                </a:cubicBezTo>
                <a:cubicBezTo>
                  <a:pt x="1200004" y="86676"/>
                  <a:pt x="1200115" y="89901"/>
                  <a:pt x="1200248" y="93015"/>
                </a:cubicBezTo>
                <a:cubicBezTo>
                  <a:pt x="1200382" y="96128"/>
                  <a:pt x="1200539" y="98663"/>
                  <a:pt x="1200716" y="100620"/>
                </a:cubicBezTo>
                <a:cubicBezTo>
                  <a:pt x="1198671" y="100442"/>
                  <a:pt x="1196669" y="100353"/>
                  <a:pt x="1194711" y="100353"/>
                </a:cubicBezTo>
                <a:cubicBezTo>
                  <a:pt x="1192754" y="100353"/>
                  <a:pt x="1190752" y="100442"/>
                  <a:pt x="1188707" y="100620"/>
                </a:cubicBezTo>
                <a:cubicBezTo>
                  <a:pt x="1188884" y="98574"/>
                  <a:pt x="1189040" y="95994"/>
                  <a:pt x="1189173" y="92880"/>
                </a:cubicBezTo>
                <a:cubicBezTo>
                  <a:pt x="1189306" y="89766"/>
                  <a:pt x="1189417" y="86474"/>
                  <a:pt x="1189505" y="83004"/>
                </a:cubicBezTo>
                <a:cubicBezTo>
                  <a:pt x="1189594" y="79535"/>
                  <a:pt x="1189662" y="76021"/>
                  <a:pt x="1189706" y="72463"/>
                </a:cubicBezTo>
                <a:cubicBezTo>
                  <a:pt x="1189751" y="68905"/>
                  <a:pt x="1189774" y="65613"/>
                  <a:pt x="1189774" y="62587"/>
                </a:cubicBezTo>
                <a:lnTo>
                  <a:pt x="1189774" y="38433"/>
                </a:lnTo>
                <a:close/>
                <a:moveTo>
                  <a:pt x="1311950" y="69127"/>
                </a:moveTo>
                <a:cubicBezTo>
                  <a:pt x="1311950" y="63344"/>
                  <a:pt x="1312928" y="58362"/>
                  <a:pt x="1314885" y="54181"/>
                </a:cubicBezTo>
                <a:cubicBezTo>
                  <a:pt x="1316842" y="49999"/>
                  <a:pt x="1319400" y="46551"/>
                  <a:pt x="1322557" y="43839"/>
                </a:cubicBezTo>
                <a:cubicBezTo>
                  <a:pt x="1325716" y="41125"/>
                  <a:pt x="1329341" y="39124"/>
                  <a:pt x="1333433" y="37834"/>
                </a:cubicBezTo>
                <a:cubicBezTo>
                  <a:pt x="1337526" y="36543"/>
                  <a:pt x="1341708" y="35897"/>
                  <a:pt x="1345978" y="35897"/>
                </a:cubicBezTo>
                <a:cubicBezTo>
                  <a:pt x="1350872" y="35897"/>
                  <a:pt x="1355254" y="36498"/>
                  <a:pt x="1359122" y="37699"/>
                </a:cubicBezTo>
                <a:cubicBezTo>
                  <a:pt x="1362993" y="38901"/>
                  <a:pt x="1365773" y="40258"/>
                  <a:pt x="1367463" y="41770"/>
                </a:cubicBezTo>
                <a:cubicBezTo>
                  <a:pt x="1366841" y="43104"/>
                  <a:pt x="1366285" y="44505"/>
                  <a:pt x="1365795" y="45973"/>
                </a:cubicBezTo>
                <a:cubicBezTo>
                  <a:pt x="1365307" y="47440"/>
                  <a:pt x="1364884" y="48975"/>
                  <a:pt x="1364529" y="50577"/>
                </a:cubicBezTo>
                <a:lnTo>
                  <a:pt x="1363460" y="50577"/>
                </a:lnTo>
                <a:cubicBezTo>
                  <a:pt x="1362838" y="49420"/>
                  <a:pt x="1361993" y="48242"/>
                  <a:pt x="1360925" y="47042"/>
                </a:cubicBezTo>
                <a:cubicBezTo>
                  <a:pt x="1359858" y="45840"/>
                  <a:pt x="1358590" y="44728"/>
                  <a:pt x="1357121" y="43704"/>
                </a:cubicBezTo>
                <a:cubicBezTo>
                  <a:pt x="1355653" y="42681"/>
                  <a:pt x="1354030" y="41836"/>
                  <a:pt x="1352250" y="41169"/>
                </a:cubicBezTo>
                <a:cubicBezTo>
                  <a:pt x="1350472" y="40501"/>
                  <a:pt x="1348515" y="40167"/>
                  <a:pt x="1346380" y="40167"/>
                </a:cubicBezTo>
                <a:cubicBezTo>
                  <a:pt x="1342376" y="40167"/>
                  <a:pt x="1338929" y="40902"/>
                  <a:pt x="1336037" y="42371"/>
                </a:cubicBezTo>
                <a:cubicBezTo>
                  <a:pt x="1333146" y="43838"/>
                  <a:pt x="1330788" y="45862"/>
                  <a:pt x="1328963" y="48443"/>
                </a:cubicBezTo>
                <a:cubicBezTo>
                  <a:pt x="1327140" y="51022"/>
                  <a:pt x="1325806" y="54069"/>
                  <a:pt x="1324960" y="57584"/>
                </a:cubicBezTo>
                <a:cubicBezTo>
                  <a:pt x="1324116" y="61097"/>
                  <a:pt x="1323693" y="64900"/>
                  <a:pt x="1323693" y="68993"/>
                </a:cubicBezTo>
                <a:cubicBezTo>
                  <a:pt x="1323693" y="78156"/>
                  <a:pt x="1325650" y="85073"/>
                  <a:pt x="1329564" y="89745"/>
                </a:cubicBezTo>
                <a:cubicBezTo>
                  <a:pt x="1333479" y="94416"/>
                  <a:pt x="1339217" y="96751"/>
                  <a:pt x="1346779" y="96751"/>
                </a:cubicBezTo>
                <a:cubicBezTo>
                  <a:pt x="1348558" y="96751"/>
                  <a:pt x="1350382" y="96507"/>
                  <a:pt x="1352250" y="96018"/>
                </a:cubicBezTo>
                <a:cubicBezTo>
                  <a:pt x="1354119" y="95528"/>
                  <a:pt x="1355943" y="94860"/>
                  <a:pt x="1357722" y="94015"/>
                </a:cubicBezTo>
                <a:cubicBezTo>
                  <a:pt x="1359501" y="93169"/>
                  <a:pt x="1361170" y="92168"/>
                  <a:pt x="1362727" y="91013"/>
                </a:cubicBezTo>
                <a:cubicBezTo>
                  <a:pt x="1364284" y="89856"/>
                  <a:pt x="1365641" y="88610"/>
                  <a:pt x="1366797" y="87275"/>
                </a:cubicBezTo>
                <a:lnTo>
                  <a:pt x="1367463" y="87676"/>
                </a:lnTo>
                <a:cubicBezTo>
                  <a:pt x="1367019" y="89811"/>
                  <a:pt x="1366752" y="91991"/>
                  <a:pt x="1366663" y="94214"/>
                </a:cubicBezTo>
                <a:cubicBezTo>
                  <a:pt x="1363994" y="96349"/>
                  <a:pt x="1360680" y="98173"/>
                  <a:pt x="1356720" y="99686"/>
                </a:cubicBezTo>
                <a:cubicBezTo>
                  <a:pt x="1352761" y="101198"/>
                  <a:pt x="1348647" y="101954"/>
                  <a:pt x="1344378" y="101954"/>
                </a:cubicBezTo>
                <a:cubicBezTo>
                  <a:pt x="1340552" y="101954"/>
                  <a:pt x="1336705" y="101398"/>
                  <a:pt x="1332834" y="100286"/>
                </a:cubicBezTo>
                <a:cubicBezTo>
                  <a:pt x="1328964" y="99174"/>
                  <a:pt x="1325472" y="97307"/>
                  <a:pt x="1322358" y="94682"/>
                </a:cubicBezTo>
                <a:cubicBezTo>
                  <a:pt x="1319245" y="92057"/>
                  <a:pt x="1316732" y="88654"/>
                  <a:pt x="1314819" y="84473"/>
                </a:cubicBezTo>
                <a:cubicBezTo>
                  <a:pt x="1312907" y="80291"/>
                  <a:pt x="1311950" y="75176"/>
                  <a:pt x="1311950" y="69127"/>
                </a:cubicBezTo>
                <a:close/>
                <a:moveTo>
                  <a:pt x="1381876" y="38433"/>
                </a:moveTo>
                <a:cubicBezTo>
                  <a:pt x="1381876" y="35408"/>
                  <a:pt x="1381854" y="32117"/>
                  <a:pt x="1381809" y="28559"/>
                </a:cubicBezTo>
                <a:cubicBezTo>
                  <a:pt x="1381764" y="24999"/>
                  <a:pt x="1381697" y="21485"/>
                  <a:pt x="1381607" y="18015"/>
                </a:cubicBezTo>
                <a:cubicBezTo>
                  <a:pt x="1381519" y="14545"/>
                  <a:pt x="1381408" y="11231"/>
                  <a:pt x="1381275" y="8074"/>
                </a:cubicBezTo>
                <a:cubicBezTo>
                  <a:pt x="1381142" y="4915"/>
                  <a:pt x="1380987" y="2224"/>
                  <a:pt x="1380809" y="0"/>
                </a:cubicBezTo>
                <a:cubicBezTo>
                  <a:pt x="1383300" y="445"/>
                  <a:pt x="1385302" y="668"/>
                  <a:pt x="1386814" y="668"/>
                </a:cubicBezTo>
                <a:cubicBezTo>
                  <a:pt x="1388326" y="668"/>
                  <a:pt x="1390328" y="445"/>
                  <a:pt x="1392819" y="0"/>
                </a:cubicBezTo>
                <a:cubicBezTo>
                  <a:pt x="1392641" y="2224"/>
                  <a:pt x="1392485" y="4892"/>
                  <a:pt x="1392351" y="8007"/>
                </a:cubicBezTo>
                <a:cubicBezTo>
                  <a:pt x="1392218" y="11121"/>
                  <a:pt x="1392106" y="14390"/>
                  <a:pt x="1392017" y="17815"/>
                </a:cubicBezTo>
                <a:cubicBezTo>
                  <a:pt x="1391928" y="21240"/>
                  <a:pt x="1391862" y="24688"/>
                  <a:pt x="1391817" y="28158"/>
                </a:cubicBezTo>
                <a:cubicBezTo>
                  <a:pt x="1391774" y="31627"/>
                  <a:pt x="1391752" y="34830"/>
                  <a:pt x="1391752" y="37767"/>
                </a:cubicBezTo>
                <a:lnTo>
                  <a:pt x="1391752" y="47907"/>
                </a:lnTo>
                <a:lnTo>
                  <a:pt x="1392019" y="47907"/>
                </a:lnTo>
                <a:cubicBezTo>
                  <a:pt x="1394510" y="44082"/>
                  <a:pt x="1397490" y="41124"/>
                  <a:pt x="1400960" y="39033"/>
                </a:cubicBezTo>
                <a:cubicBezTo>
                  <a:pt x="1404430" y="36943"/>
                  <a:pt x="1408567" y="35897"/>
                  <a:pt x="1413371" y="35897"/>
                </a:cubicBezTo>
                <a:cubicBezTo>
                  <a:pt x="1415862" y="35897"/>
                  <a:pt x="1418375" y="36254"/>
                  <a:pt x="1420909" y="36966"/>
                </a:cubicBezTo>
                <a:cubicBezTo>
                  <a:pt x="1423445" y="37678"/>
                  <a:pt x="1425736" y="38901"/>
                  <a:pt x="1427782" y="40636"/>
                </a:cubicBezTo>
                <a:cubicBezTo>
                  <a:pt x="1429829" y="42371"/>
                  <a:pt x="1431497" y="44729"/>
                  <a:pt x="1432787" y="47710"/>
                </a:cubicBezTo>
                <a:cubicBezTo>
                  <a:pt x="1434077" y="50690"/>
                  <a:pt x="1434721" y="54492"/>
                  <a:pt x="1434721" y="59117"/>
                </a:cubicBezTo>
                <a:cubicBezTo>
                  <a:pt x="1434721" y="62942"/>
                  <a:pt x="1434632" y="66879"/>
                  <a:pt x="1434455" y="70927"/>
                </a:cubicBezTo>
                <a:cubicBezTo>
                  <a:pt x="1434277" y="74975"/>
                  <a:pt x="1434188" y="79269"/>
                  <a:pt x="1434188" y="83807"/>
                </a:cubicBezTo>
                <a:lnTo>
                  <a:pt x="1434188" y="92479"/>
                </a:lnTo>
                <a:cubicBezTo>
                  <a:pt x="1434188" y="93903"/>
                  <a:pt x="1434210" y="95305"/>
                  <a:pt x="1434255" y="96684"/>
                </a:cubicBezTo>
                <a:cubicBezTo>
                  <a:pt x="1434300" y="98063"/>
                  <a:pt x="1434366" y="99375"/>
                  <a:pt x="1434455" y="100620"/>
                </a:cubicBezTo>
                <a:cubicBezTo>
                  <a:pt x="1432675" y="100442"/>
                  <a:pt x="1430807" y="100353"/>
                  <a:pt x="1428851" y="100353"/>
                </a:cubicBezTo>
                <a:cubicBezTo>
                  <a:pt x="1426982" y="100353"/>
                  <a:pt x="1425158" y="100442"/>
                  <a:pt x="1423379" y="100620"/>
                </a:cubicBezTo>
                <a:cubicBezTo>
                  <a:pt x="1423557" y="95994"/>
                  <a:pt x="1423757" y="91234"/>
                  <a:pt x="1423978" y="86342"/>
                </a:cubicBezTo>
                <a:cubicBezTo>
                  <a:pt x="1424201" y="81448"/>
                  <a:pt x="1424312" y="76421"/>
                  <a:pt x="1424312" y="71261"/>
                </a:cubicBezTo>
                <a:lnTo>
                  <a:pt x="1424312" y="63120"/>
                </a:lnTo>
                <a:cubicBezTo>
                  <a:pt x="1424312" y="56448"/>
                  <a:pt x="1423022" y="51400"/>
                  <a:pt x="1420441" y="47975"/>
                </a:cubicBezTo>
                <a:cubicBezTo>
                  <a:pt x="1417862" y="44550"/>
                  <a:pt x="1414304" y="42837"/>
                  <a:pt x="1409767" y="42837"/>
                </a:cubicBezTo>
                <a:cubicBezTo>
                  <a:pt x="1403540" y="42837"/>
                  <a:pt x="1398981" y="44750"/>
                  <a:pt x="1396089" y="48575"/>
                </a:cubicBezTo>
                <a:cubicBezTo>
                  <a:pt x="1393198" y="52401"/>
                  <a:pt x="1391752" y="57783"/>
                  <a:pt x="1391752" y="64723"/>
                </a:cubicBezTo>
                <a:cubicBezTo>
                  <a:pt x="1391752" y="67214"/>
                  <a:pt x="1391774" y="70105"/>
                  <a:pt x="1391817" y="73397"/>
                </a:cubicBezTo>
                <a:cubicBezTo>
                  <a:pt x="1391862" y="76689"/>
                  <a:pt x="1391928" y="80004"/>
                  <a:pt x="1392017" y="83340"/>
                </a:cubicBezTo>
                <a:cubicBezTo>
                  <a:pt x="1392106" y="86676"/>
                  <a:pt x="1392218" y="89901"/>
                  <a:pt x="1392351" y="93015"/>
                </a:cubicBezTo>
                <a:cubicBezTo>
                  <a:pt x="1392485" y="96128"/>
                  <a:pt x="1392641" y="98663"/>
                  <a:pt x="1392819" y="100620"/>
                </a:cubicBezTo>
                <a:cubicBezTo>
                  <a:pt x="1390773" y="100442"/>
                  <a:pt x="1388772" y="100353"/>
                  <a:pt x="1386814" y="100353"/>
                </a:cubicBezTo>
                <a:cubicBezTo>
                  <a:pt x="1384857" y="100353"/>
                  <a:pt x="1382855" y="100442"/>
                  <a:pt x="1380809" y="100620"/>
                </a:cubicBezTo>
                <a:cubicBezTo>
                  <a:pt x="1380987" y="98574"/>
                  <a:pt x="1381142" y="95994"/>
                  <a:pt x="1381275" y="92880"/>
                </a:cubicBezTo>
                <a:cubicBezTo>
                  <a:pt x="1381408" y="89766"/>
                  <a:pt x="1381519" y="86474"/>
                  <a:pt x="1381607" y="83004"/>
                </a:cubicBezTo>
                <a:cubicBezTo>
                  <a:pt x="1381697" y="79535"/>
                  <a:pt x="1381764" y="76021"/>
                  <a:pt x="1381809" y="72463"/>
                </a:cubicBezTo>
                <a:cubicBezTo>
                  <a:pt x="1381854" y="68905"/>
                  <a:pt x="1381876" y="65613"/>
                  <a:pt x="1381876" y="62587"/>
                </a:cubicBezTo>
                <a:lnTo>
                  <a:pt x="1381876" y="38433"/>
                </a:lnTo>
                <a:close/>
                <a:moveTo>
                  <a:pt x="1461279" y="69127"/>
                </a:moveTo>
                <a:cubicBezTo>
                  <a:pt x="1461279" y="72863"/>
                  <a:pt x="1461612" y="76466"/>
                  <a:pt x="1462279" y="79936"/>
                </a:cubicBezTo>
                <a:cubicBezTo>
                  <a:pt x="1462947" y="83406"/>
                  <a:pt x="1464081" y="86497"/>
                  <a:pt x="1465681" y="89211"/>
                </a:cubicBezTo>
                <a:cubicBezTo>
                  <a:pt x="1467283" y="91925"/>
                  <a:pt x="1469419" y="94082"/>
                  <a:pt x="1472087" y="95684"/>
                </a:cubicBezTo>
                <a:cubicBezTo>
                  <a:pt x="1474756" y="97285"/>
                  <a:pt x="1478048" y="98085"/>
                  <a:pt x="1481963" y="98085"/>
                </a:cubicBezTo>
                <a:cubicBezTo>
                  <a:pt x="1485878" y="98085"/>
                  <a:pt x="1489170" y="97285"/>
                  <a:pt x="1491839" y="95684"/>
                </a:cubicBezTo>
                <a:cubicBezTo>
                  <a:pt x="1494508" y="94082"/>
                  <a:pt x="1496643" y="91925"/>
                  <a:pt x="1498243" y="89211"/>
                </a:cubicBezTo>
                <a:cubicBezTo>
                  <a:pt x="1499845" y="86497"/>
                  <a:pt x="1500979" y="83406"/>
                  <a:pt x="1501646" y="79936"/>
                </a:cubicBezTo>
                <a:cubicBezTo>
                  <a:pt x="1502314" y="76466"/>
                  <a:pt x="1502648" y="72863"/>
                  <a:pt x="1502648" y="69127"/>
                </a:cubicBezTo>
                <a:cubicBezTo>
                  <a:pt x="1502648" y="65390"/>
                  <a:pt x="1502314" y="61787"/>
                  <a:pt x="1501646" y="58317"/>
                </a:cubicBezTo>
                <a:cubicBezTo>
                  <a:pt x="1500979" y="54847"/>
                  <a:pt x="1499845" y="51756"/>
                  <a:pt x="1498243" y="49044"/>
                </a:cubicBezTo>
                <a:cubicBezTo>
                  <a:pt x="1496643" y="46330"/>
                  <a:pt x="1494508" y="44172"/>
                  <a:pt x="1491839" y="42570"/>
                </a:cubicBezTo>
                <a:cubicBezTo>
                  <a:pt x="1489170" y="40968"/>
                  <a:pt x="1485878" y="40167"/>
                  <a:pt x="1481963" y="40167"/>
                </a:cubicBezTo>
                <a:cubicBezTo>
                  <a:pt x="1478048" y="40167"/>
                  <a:pt x="1474756" y="40968"/>
                  <a:pt x="1472087" y="42570"/>
                </a:cubicBezTo>
                <a:cubicBezTo>
                  <a:pt x="1469419" y="44172"/>
                  <a:pt x="1467283" y="46330"/>
                  <a:pt x="1465681" y="49044"/>
                </a:cubicBezTo>
                <a:cubicBezTo>
                  <a:pt x="1464081" y="51756"/>
                  <a:pt x="1462947" y="54847"/>
                  <a:pt x="1462279" y="58317"/>
                </a:cubicBezTo>
                <a:cubicBezTo>
                  <a:pt x="1461612" y="61787"/>
                  <a:pt x="1461279" y="65390"/>
                  <a:pt x="1461279" y="69127"/>
                </a:cubicBezTo>
                <a:moveTo>
                  <a:pt x="1449536" y="69127"/>
                </a:moveTo>
                <a:cubicBezTo>
                  <a:pt x="1449536" y="63077"/>
                  <a:pt x="1450492" y="57939"/>
                  <a:pt x="1452405" y="53713"/>
                </a:cubicBezTo>
                <a:cubicBezTo>
                  <a:pt x="1454318" y="49487"/>
                  <a:pt x="1456830" y="46062"/>
                  <a:pt x="1459943" y="43438"/>
                </a:cubicBezTo>
                <a:cubicBezTo>
                  <a:pt x="1463057" y="40814"/>
                  <a:pt x="1466549" y="38901"/>
                  <a:pt x="1470420" y="37699"/>
                </a:cubicBezTo>
                <a:cubicBezTo>
                  <a:pt x="1474290" y="36498"/>
                  <a:pt x="1478138" y="35897"/>
                  <a:pt x="1481963" y="35897"/>
                </a:cubicBezTo>
                <a:cubicBezTo>
                  <a:pt x="1485878" y="35897"/>
                  <a:pt x="1489749" y="36498"/>
                  <a:pt x="1493574" y="37699"/>
                </a:cubicBezTo>
                <a:cubicBezTo>
                  <a:pt x="1497400" y="38901"/>
                  <a:pt x="1500869" y="40814"/>
                  <a:pt x="1503982" y="43438"/>
                </a:cubicBezTo>
                <a:cubicBezTo>
                  <a:pt x="1507096" y="46062"/>
                  <a:pt x="1509609" y="49487"/>
                  <a:pt x="1511522" y="53713"/>
                </a:cubicBezTo>
                <a:cubicBezTo>
                  <a:pt x="1513435" y="57939"/>
                  <a:pt x="1514391" y="63077"/>
                  <a:pt x="1514391" y="69127"/>
                </a:cubicBezTo>
                <a:cubicBezTo>
                  <a:pt x="1514391" y="75176"/>
                  <a:pt x="1513435" y="80314"/>
                  <a:pt x="1511522" y="84540"/>
                </a:cubicBezTo>
                <a:cubicBezTo>
                  <a:pt x="1509609" y="88766"/>
                  <a:pt x="1507096" y="92191"/>
                  <a:pt x="1503982" y="94817"/>
                </a:cubicBezTo>
                <a:cubicBezTo>
                  <a:pt x="1500869" y="97441"/>
                  <a:pt x="1497400" y="99286"/>
                  <a:pt x="1493574" y="100353"/>
                </a:cubicBezTo>
                <a:cubicBezTo>
                  <a:pt x="1489749" y="101420"/>
                  <a:pt x="1485878" y="101954"/>
                  <a:pt x="1481963" y="101954"/>
                </a:cubicBezTo>
                <a:cubicBezTo>
                  <a:pt x="1478138" y="101954"/>
                  <a:pt x="1474290" y="101420"/>
                  <a:pt x="1470420" y="100353"/>
                </a:cubicBezTo>
                <a:cubicBezTo>
                  <a:pt x="1466549" y="99286"/>
                  <a:pt x="1463057" y="97441"/>
                  <a:pt x="1459943" y="94817"/>
                </a:cubicBezTo>
                <a:cubicBezTo>
                  <a:pt x="1456830" y="92191"/>
                  <a:pt x="1454318" y="88766"/>
                  <a:pt x="1452405" y="84540"/>
                </a:cubicBezTo>
                <a:cubicBezTo>
                  <a:pt x="1450492" y="80314"/>
                  <a:pt x="1449536" y="75176"/>
                  <a:pt x="1449536" y="69127"/>
                </a:cubicBezTo>
                <a:close/>
                <a:moveTo>
                  <a:pt x="1530806" y="14012"/>
                </a:moveTo>
                <a:cubicBezTo>
                  <a:pt x="1530806" y="12144"/>
                  <a:pt x="1531473" y="10542"/>
                  <a:pt x="1532807" y="9208"/>
                </a:cubicBezTo>
                <a:cubicBezTo>
                  <a:pt x="1534142" y="7874"/>
                  <a:pt x="1535744" y="7206"/>
                  <a:pt x="1537613" y="7206"/>
                </a:cubicBezTo>
                <a:cubicBezTo>
                  <a:pt x="1539481" y="7206"/>
                  <a:pt x="1541082" y="7874"/>
                  <a:pt x="1542416" y="9208"/>
                </a:cubicBezTo>
                <a:cubicBezTo>
                  <a:pt x="1543751" y="10542"/>
                  <a:pt x="1544418" y="12144"/>
                  <a:pt x="1544418" y="14012"/>
                </a:cubicBezTo>
                <a:cubicBezTo>
                  <a:pt x="1544418" y="15880"/>
                  <a:pt x="1543751" y="17481"/>
                  <a:pt x="1542416" y="18817"/>
                </a:cubicBezTo>
                <a:cubicBezTo>
                  <a:pt x="1541082" y="20152"/>
                  <a:pt x="1539481" y="20819"/>
                  <a:pt x="1537613" y="20819"/>
                </a:cubicBezTo>
                <a:cubicBezTo>
                  <a:pt x="1535744" y="20819"/>
                  <a:pt x="1534142" y="20152"/>
                  <a:pt x="1532807" y="18817"/>
                </a:cubicBezTo>
                <a:cubicBezTo>
                  <a:pt x="1531473" y="17481"/>
                  <a:pt x="1530806" y="15880"/>
                  <a:pt x="1530806" y="14012"/>
                </a:cubicBezTo>
                <a:moveTo>
                  <a:pt x="1532675" y="62188"/>
                </a:moveTo>
                <a:cubicBezTo>
                  <a:pt x="1532675" y="58184"/>
                  <a:pt x="1532608" y="53981"/>
                  <a:pt x="1532473" y="49577"/>
                </a:cubicBezTo>
                <a:cubicBezTo>
                  <a:pt x="1532340" y="45173"/>
                  <a:pt x="1532051" y="41058"/>
                  <a:pt x="1531606" y="37231"/>
                </a:cubicBezTo>
                <a:cubicBezTo>
                  <a:pt x="1534097" y="37676"/>
                  <a:pt x="1536099" y="37899"/>
                  <a:pt x="1537613" y="37899"/>
                </a:cubicBezTo>
                <a:cubicBezTo>
                  <a:pt x="1539125" y="37899"/>
                  <a:pt x="1541127" y="37676"/>
                  <a:pt x="1543618" y="37231"/>
                </a:cubicBezTo>
                <a:cubicBezTo>
                  <a:pt x="1543173" y="41058"/>
                  <a:pt x="1542883" y="45173"/>
                  <a:pt x="1542748" y="49577"/>
                </a:cubicBezTo>
                <a:cubicBezTo>
                  <a:pt x="1542615" y="53981"/>
                  <a:pt x="1542549" y="58184"/>
                  <a:pt x="1542549" y="62188"/>
                </a:cubicBezTo>
                <a:lnTo>
                  <a:pt x="1542549" y="76065"/>
                </a:lnTo>
                <a:cubicBezTo>
                  <a:pt x="1542549" y="80070"/>
                  <a:pt x="1542615" y="84274"/>
                  <a:pt x="1542748" y="88677"/>
                </a:cubicBezTo>
                <a:cubicBezTo>
                  <a:pt x="1542883" y="93081"/>
                  <a:pt x="1543173" y="97062"/>
                  <a:pt x="1543618" y="100620"/>
                </a:cubicBezTo>
                <a:cubicBezTo>
                  <a:pt x="1541571" y="100442"/>
                  <a:pt x="1539569" y="100353"/>
                  <a:pt x="1537613" y="100353"/>
                </a:cubicBezTo>
                <a:cubicBezTo>
                  <a:pt x="1535655" y="100353"/>
                  <a:pt x="1533653" y="100442"/>
                  <a:pt x="1531606" y="100620"/>
                </a:cubicBezTo>
                <a:cubicBezTo>
                  <a:pt x="1532051" y="97062"/>
                  <a:pt x="1532340" y="93081"/>
                  <a:pt x="1532473" y="88677"/>
                </a:cubicBezTo>
                <a:cubicBezTo>
                  <a:pt x="1532608" y="84274"/>
                  <a:pt x="1532675" y="80070"/>
                  <a:pt x="1532675" y="76065"/>
                </a:cubicBezTo>
                <a:lnTo>
                  <a:pt x="1532675" y="62188"/>
                </a:lnTo>
                <a:close/>
                <a:moveTo>
                  <a:pt x="1561766" y="69127"/>
                </a:moveTo>
                <a:cubicBezTo>
                  <a:pt x="1561766" y="63344"/>
                  <a:pt x="1562744" y="58362"/>
                  <a:pt x="1564701" y="54181"/>
                </a:cubicBezTo>
                <a:cubicBezTo>
                  <a:pt x="1566658" y="49999"/>
                  <a:pt x="1569216" y="46551"/>
                  <a:pt x="1572373" y="43839"/>
                </a:cubicBezTo>
                <a:cubicBezTo>
                  <a:pt x="1575532" y="41125"/>
                  <a:pt x="1579157" y="39124"/>
                  <a:pt x="1583249" y="37834"/>
                </a:cubicBezTo>
                <a:cubicBezTo>
                  <a:pt x="1587342" y="36543"/>
                  <a:pt x="1591524" y="35897"/>
                  <a:pt x="1595794" y="35897"/>
                </a:cubicBezTo>
                <a:cubicBezTo>
                  <a:pt x="1600688" y="35897"/>
                  <a:pt x="1605070" y="36498"/>
                  <a:pt x="1608939" y="37699"/>
                </a:cubicBezTo>
                <a:cubicBezTo>
                  <a:pt x="1612809" y="38901"/>
                  <a:pt x="1615589" y="40258"/>
                  <a:pt x="1617279" y="41770"/>
                </a:cubicBezTo>
                <a:cubicBezTo>
                  <a:pt x="1616657" y="43104"/>
                  <a:pt x="1616101" y="44505"/>
                  <a:pt x="1615611" y="45973"/>
                </a:cubicBezTo>
                <a:cubicBezTo>
                  <a:pt x="1615123" y="47440"/>
                  <a:pt x="1614701" y="48975"/>
                  <a:pt x="1614345" y="50577"/>
                </a:cubicBezTo>
                <a:lnTo>
                  <a:pt x="1613276" y="50577"/>
                </a:lnTo>
                <a:cubicBezTo>
                  <a:pt x="1612654" y="49420"/>
                  <a:pt x="1611809" y="48242"/>
                  <a:pt x="1610741" y="47042"/>
                </a:cubicBezTo>
                <a:cubicBezTo>
                  <a:pt x="1609674" y="45840"/>
                  <a:pt x="1608406" y="44728"/>
                  <a:pt x="1606937" y="43704"/>
                </a:cubicBezTo>
                <a:cubicBezTo>
                  <a:pt x="1605469" y="42681"/>
                  <a:pt x="1603846" y="41836"/>
                  <a:pt x="1602066" y="41169"/>
                </a:cubicBezTo>
                <a:cubicBezTo>
                  <a:pt x="1600288" y="40501"/>
                  <a:pt x="1598331" y="40167"/>
                  <a:pt x="1596196" y="40167"/>
                </a:cubicBezTo>
                <a:cubicBezTo>
                  <a:pt x="1592192" y="40167"/>
                  <a:pt x="1588745" y="40902"/>
                  <a:pt x="1585853" y="42371"/>
                </a:cubicBezTo>
                <a:cubicBezTo>
                  <a:pt x="1582962" y="43838"/>
                  <a:pt x="1580604" y="45862"/>
                  <a:pt x="1578779" y="48443"/>
                </a:cubicBezTo>
                <a:cubicBezTo>
                  <a:pt x="1576956" y="51022"/>
                  <a:pt x="1575622" y="54069"/>
                  <a:pt x="1574776" y="57584"/>
                </a:cubicBezTo>
                <a:cubicBezTo>
                  <a:pt x="1573932" y="61097"/>
                  <a:pt x="1573510" y="64900"/>
                  <a:pt x="1573510" y="68993"/>
                </a:cubicBezTo>
                <a:cubicBezTo>
                  <a:pt x="1573510" y="78156"/>
                  <a:pt x="1575466" y="85073"/>
                  <a:pt x="1579380" y="89745"/>
                </a:cubicBezTo>
                <a:cubicBezTo>
                  <a:pt x="1583295" y="94416"/>
                  <a:pt x="1589033" y="96751"/>
                  <a:pt x="1596595" y="96751"/>
                </a:cubicBezTo>
                <a:cubicBezTo>
                  <a:pt x="1598374" y="96751"/>
                  <a:pt x="1600198" y="96507"/>
                  <a:pt x="1602066" y="96018"/>
                </a:cubicBezTo>
                <a:cubicBezTo>
                  <a:pt x="1603935" y="95528"/>
                  <a:pt x="1605759" y="94860"/>
                  <a:pt x="1607538" y="94015"/>
                </a:cubicBezTo>
                <a:cubicBezTo>
                  <a:pt x="1609317" y="93169"/>
                  <a:pt x="1610986" y="92168"/>
                  <a:pt x="1612543" y="91013"/>
                </a:cubicBezTo>
                <a:cubicBezTo>
                  <a:pt x="1614100" y="89856"/>
                  <a:pt x="1615457" y="88610"/>
                  <a:pt x="1616613" y="87275"/>
                </a:cubicBezTo>
                <a:lnTo>
                  <a:pt x="1617279" y="87676"/>
                </a:lnTo>
                <a:cubicBezTo>
                  <a:pt x="1616835" y="89811"/>
                  <a:pt x="1616568" y="91991"/>
                  <a:pt x="1616479" y="94214"/>
                </a:cubicBezTo>
                <a:cubicBezTo>
                  <a:pt x="1613810" y="96349"/>
                  <a:pt x="1610496" y="98173"/>
                  <a:pt x="1606536" y="99686"/>
                </a:cubicBezTo>
                <a:cubicBezTo>
                  <a:pt x="1602577" y="101198"/>
                  <a:pt x="1598463" y="101954"/>
                  <a:pt x="1594194" y="101954"/>
                </a:cubicBezTo>
                <a:cubicBezTo>
                  <a:pt x="1590368" y="101954"/>
                  <a:pt x="1586521" y="101398"/>
                  <a:pt x="1582650" y="100286"/>
                </a:cubicBezTo>
                <a:cubicBezTo>
                  <a:pt x="1578780" y="99174"/>
                  <a:pt x="1575288" y="97307"/>
                  <a:pt x="1572174" y="94682"/>
                </a:cubicBezTo>
                <a:cubicBezTo>
                  <a:pt x="1569061" y="92057"/>
                  <a:pt x="1566548" y="88654"/>
                  <a:pt x="1564635" y="84473"/>
                </a:cubicBezTo>
                <a:cubicBezTo>
                  <a:pt x="1562723" y="80291"/>
                  <a:pt x="1561766" y="75176"/>
                  <a:pt x="1561766" y="69127"/>
                </a:cubicBezTo>
                <a:close/>
                <a:moveTo>
                  <a:pt x="1658384" y="40167"/>
                </a:moveTo>
                <a:cubicBezTo>
                  <a:pt x="1655092" y="40167"/>
                  <a:pt x="1652311" y="40924"/>
                  <a:pt x="1650041" y="42436"/>
                </a:cubicBezTo>
                <a:cubicBezTo>
                  <a:pt x="1647773" y="43948"/>
                  <a:pt x="1645905" y="45839"/>
                  <a:pt x="1644438" y="48109"/>
                </a:cubicBezTo>
                <a:cubicBezTo>
                  <a:pt x="1642970" y="50377"/>
                  <a:pt x="1641858" y="52868"/>
                  <a:pt x="1641102" y="55582"/>
                </a:cubicBezTo>
                <a:cubicBezTo>
                  <a:pt x="1640346" y="58296"/>
                  <a:pt x="1639879" y="60853"/>
                  <a:pt x="1639701" y="63255"/>
                </a:cubicBezTo>
                <a:cubicBezTo>
                  <a:pt x="1642458" y="63344"/>
                  <a:pt x="1645327" y="63434"/>
                  <a:pt x="1648306" y="63523"/>
                </a:cubicBezTo>
                <a:cubicBezTo>
                  <a:pt x="1651288" y="63612"/>
                  <a:pt x="1654201" y="63656"/>
                  <a:pt x="1657048" y="63656"/>
                </a:cubicBezTo>
                <a:cubicBezTo>
                  <a:pt x="1659984" y="63656"/>
                  <a:pt x="1662965" y="63612"/>
                  <a:pt x="1665989" y="63523"/>
                </a:cubicBezTo>
                <a:cubicBezTo>
                  <a:pt x="1669014" y="63434"/>
                  <a:pt x="1671950" y="63344"/>
                  <a:pt x="1674798" y="63255"/>
                </a:cubicBezTo>
                <a:cubicBezTo>
                  <a:pt x="1674798" y="60853"/>
                  <a:pt x="1674598" y="58318"/>
                  <a:pt x="1674198" y="55649"/>
                </a:cubicBezTo>
                <a:cubicBezTo>
                  <a:pt x="1673797" y="52979"/>
                  <a:pt x="1672996" y="50487"/>
                  <a:pt x="1671795" y="48174"/>
                </a:cubicBezTo>
                <a:cubicBezTo>
                  <a:pt x="1670593" y="45861"/>
                  <a:pt x="1668925" y="43948"/>
                  <a:pt x="1666790" y="42436"/>
                </a:cubicBezTo>
                <a:cubicBezTo>
                  <a:pt x="1664654" y="40924"/>
                  <a:pt x="1661852" y="40167"/>
                  <a:pt x="1658384" y="40167"/>
                </a:cubicBezTo>
                <a:moveTo>
                  <a:pt x="1627557" y="70995"/>
                </a:moveTo>
                <a:cubicBezTo>
                  <a:pt x="1627557" y="60052"/>
                  <a:pt x="1630159" y="51467"/>
                  <a:pt x="1635362" y="45240"/>
                </a:cubicBezTo>
                <a:cubicBezTo>
                  <a:pt x="1640567" y="39012"/>
                  <a:pt x="1648152" y="35897"/>
                  <a:pt x="1658117" y="35897"/>
                </a:cubicBezTo>
                <a:cubicBezTo>
                  <a:pt x="1662832" y="35897"/>
                  <a:pt x="1666902" y="36632"/>
                  <a:pt x="1670327" y="38101"/>
                </a:cubicBezTo>
                <a:cubicBezTo>
                  <a:pt x="1673752" y="39568"/>
                  <a:pt x="1676621" y="41525"/>
                  <a:pt x="1678934" y="43971"/>
                </a:cubicBezTo>
                <a:cubicBezTo>
                  <a:pt x="1681247" y="46417"/>
                  <a:pt x="1682960" y="49287"/>
                  <a:pt x="1684072" y="52579"/>
                </a:cubicBezTo>
                <a:cubicBezTo>
                  <a:pt x="1685183" y="55870"/>
                  <a:pt x="1685739" y="59384"/>
                  <a:pt x="1685739" y="63120"/>
                </a:cubicBezTo>
                <a:cubicBezTo>
                  <a:pt x="1685739" y="64011"/>
                  <a:pt x="1685717" y="64879"/>
                  <a:pt x="1685672" y="65725"/>
                </a:cubicBezTo>
                <a:cubicBezTo>
                  <a:pt x="1685629" y="66569"/>
                  <a:pt x="1685562" y="67436"/>
                  <a:pt x="1685472" y="68325"/>
                </a:cubicBezTo>
                <a:cubicBezTo>
                  <a:pt x="1680668" y="68237"/>
                  <a:pt x="1675909" y="68149"/>
                  <a:pt x="1671194" y="68060"/>
                </a:cubicBezTo>
                <a:cubicBezTo>
                  <a:pt x="1666479" y="67971"/>
                  <a:pt x="1661720" y="67926"/>
                  <a:pt x="1656916" y="67926"/>
                </a:cubicBezTo>
                <a:cubicBezTo>
                  <a:pt x="1653980" y="67926"/>
                  <a:pt x="1651066" y="67971"/>
                  <a:pt x="1648174" y="68060"/>
                </a:cubicBezTo>
                <a:cubicBezTo>
                  <a:pt x="1645283" y="68149"/>
                  <a:pt x="1642369" y="68237"/>
                  <a:pt x="1639432" y="68325"/>
                </a:cubicBezTo>
                <a:cubicBezTo>
                  <a:pt x="1639344" y="68770"/>
                  <a:pt x="1639300" y="69437"/>
                  <a:pt x="1639300" y="70327"/>
                </a:cubicBezTo>
                <a:lnTo>
                  <a:pt x="1639300" y="72062"/>
                </a:lnTo>
                <a:cubicBezTo>
                  <a:pt x="1639300" y="75531"/>
                  <a:pt x="1639811" y="78779"/>
                  <a:pt x="1640833" y="81805"/>
                </a:cubicBezTo>
                <a:cubicBezTo>
                  <a:pt x="1641857" y="84830"/>
                  <a:pt x="1643347" y="87432"/>
                  <a:pt x="1645305" y="89612"/>
                </a:cubicBezTo>
                <a:cubicBezTo>
                  <a:pt x="1647263" y="91791"/>
                  <a:pt x="1649665" y="93526"/>
                  <a:pt x="1652511" y="94817"/>
                </a:cubicBezTo>
                <a:cubicBezTo>
                  <a:pt x="1655358" y="96106"/>
                  <a:pt x="1658650" y="96751"/>
                  <a:pt x="1662387" y="96751"/>
                </a:cubicBezTo>
                <a:cubicBezTo>
                  <a:pt x="1664166" y="96751"/>
                  <a:pt x="1665989" y="96507"/>
                  <a:pt x="1667857" y="96018"/>
                </a:cubicBezTo>
                <a:cubicBezTo>
                  <a:pt x="1669726" y="95528"/>
                  <a:pt x="1671550" y="94860"/>
                  <a:pt x="1673328" y="94015"/>
                </a:cubicBezTo>
                <a:cubicBezTo>
                  <a:pt x="1675108" y="93169"/>
                  <a:pt x="1676776" y="92168"/>
                  <a:pt x="1678333" y="91013"/>
                </a:cubicBezTo>
                <a:cubicBezTo>
                  <a:pt x="1679890" y="89856"/>
                  <a:pt x="1681247" y="88610"/>
                  <a:pt x="1682404" y="87275"/>
                </a:cubicBezTo>
                <a:lnTo>
                  <a:pt x="1683072" y="87676"/>
                </a:lnTo>
                <a:lnTo>
                  <a:pt x="1682271" y="94214"/>
                </a:lnTo>
                <a:cubicBezTo>
                  <a:pt x="1679601" y="96349"/>
                  <a:pt x="1676287" y="98173"/>
                  <a:pt x="1672328" y="99686"/>
                </a:cubicBezTo>
                <a:cubicBezTo>
                  <a:pt x="1668370" y="101198"/>
                  <a:pt x="1664255" y="101954"/>
                  <a:pt x="1659984" y="101954"/>
                </a:cubicBezTo>
                <a:cubicBezTo>
                  <a:pt x="1655180" y="101954"/>
                  <a:pt x="1650798" y="101220"/>
                  <a:pt x="1646838" y="99753"/>
                </a:cubicBezTo>
                <a:cubicBezTo>
                  <a:pt x="1642880" y="98285"/>
                  <a:pt x="1639455" y="96151"/>
                  <a:pt x="1636563" y="93349"/>
                </a:cubicBezTo>
                <a:cubicBezTo>
                  <a:pt x="1633673" y="90545"/>
                  <a:pt x="1631450" y="87231"/>
                  <a:pt x="1629892" y="83406"/>
                </a:cubicBezTo>
                <a:cubicBezTo>
                  <a:pt x="1628335" y="79580"/>
                  <a:pt x="1627557" y="75443"/>
                  <a:pt x="1627557" y="70995"/>
                </a:cubicBezTo>
                <a:close/>
                <a:moveTo>
                  <a:pt x="1699084" y="88209"/>
                </a:moveTo>
                <a:cubicBezTo>
                  <a:pt x="1699529" y="89100"/>
                  <a:pt x="1700219" y="90078"/>
                  <a:pt x="1701153" y="91145"/>
                </a:cubicBezTo>
                <a:cubicBezTo>
                  <a:pt x="1702087" y="92212"/>
                  <a:pt x="1703199" y="93214"/>
                  <a:pt x="1704488" y="94149"/>
                </a:cubicBezTo>
                <a:cubicBezTo>
                  <a:pt x="1705779" y="95083"/>
                  <a:pt x="1707248" y="95861"/>
                  <a:pt x="1708893" y="96485"/>
                </a:cubicBezTo>
                <a:cubicBezTo>
                  <a:pt x="1710538" y="97106"/>
                  <a:pt x="1712296" y="97417"/>
                  <a:pt x="1714165" y="97417"/>
                </a:cubicBezTo>
                <a:cubicBezTo>
                  <a:pt x="1715855" y="97417"/>
                  <a:pt x="1717479" y="97150"/>
                  <a:pt x="1719036" y="96617"/>
                </a:cubicBezTo>
                <a:cubicBezTo>
                  <a:pt x="1720593" y="96083"/>
                  <a:pt x="1721971" y="95327"/>
                  <a:pt x="1723171" y="94349"/>
                </a:cubicBezTo>
                <a:cubicBezTo>
                  <a:pt x="1724373" y="93370"/>
                  <a:pt x="1725329" y="92124"/>
                  <a:pt x="1726040" y="90612"/>
                </a:cubicBezTo>
                <a:cubicBezTo>
                  <a:pt x="1726753" y="89100"/>
                  <a:pt x="1727109" y="87365"/>
                  <a:pt x="1727109" y="85407"/>
                </a:cubicBezTo>
                <a:cubicBezTo>
                  <a:pt x="1727109" y="82649"/>
                  <a:pt x="1726331" y="80536"/>
                  <a:pt x="1724774" y="79068"/>
                </a:cubicBezTo>
                <a:cubicBezTo>
                  <a:pt x="1723217" y="77601"/>
                  <a:pt x="1721282" y="76400"/>
                  <a:pt x="1718968" y="75466"/>
                </a:cubicBezTo>
                <a:cubicBezTo>
                  <a:pt x="1716655" y="74531"/>
                  <a:pt x="1714119" y="73708"/>
                  <a:pt x="1711361" y="72996"/>
                </a:cubicBezTo>
                <a:cubicBezTo>
                  <a:pt x="1708604" y="72285"/>
                  <a:pt x="1706069" y="71284"/>
                  <a:pt x="1703755" y="69995"/>
                </a:cubicBezTo>
                <a:cubicBezTo>
                  <a:pt x="1701442" y="68704"/>
                  <a:pt x="1699507" y="66991"/>
                  <a:pt x="1697950" y="64857"/>
                </a:cubicBezTo>
                <a:cubicBezTo>
                  <a:pt x="1696393" y="62722"/>
                  <a:pt x="1695614" y="59786"/>
                  <a:pt x="1695614" y="56048"/>
                </a:cubicBezTo>
                <a:cubicBezTo>
                  <a:pt x="1695614" y="53112"/>
                  <a:pt x="1696104" y="50421"/>
                  <a:pt x="1697083" y="47975"/>
                </a:cubicBezTo>
                <a:cubicBezTo>
                  <a:pt x="1698061" y="45528"/>
                  <a:pt x="1699485" y="43415"/>
                  <a:pt x="1701353" y="41636"/>
                </a:cubicBezTo>
                <a:cubicBezTo>
                  <a:pt x="1703221" y="39856"/>
                  <a:pt x="1705534" y="38455"/>
                  <a:pt x="1708292" y="37433"/>
                </a:cubicBezTo>
                <a:cubicBezTo>
                  <a:pt x="1711051" y="36409"/>
                  <a:pt x="1714209" y="35897"/>
                  <a:pt x="1717767" y="35897"/>
                </a:cubicBezTo>
                <a:cubicBezTo>
                  <a:pt x="1721059" y="35897"/>
                  <a:pt x="1723839" y="36343"/>
                  <a:pt x="1726108" y="37233"/>
                </a:cubicBezTo>
                <a:cubicBezTo>
                  <a:pt x="1728376" y="38122"/>
                  <a:pt x="1730534" y="38923"/>
                  <a:pt x="1732581" y="39634"/>
                </a:cubicBezTo>
                <a:cubicBezTo>
                  <a:pt x="1731868" y="40968"/>
                  <a:pt x="1731200" y="42614"/>
                  <a:pt x="1730577" y="44572"/>
                </a:cubicBezTo>
                <a:cubicBezTo>
                  <a:pt x="1729955" y="46529"/>
                  <a:pt x="1729556" y="48042"/>
                  <a:pt x="1729378" y="49109"/>
                </a:cubicBezTo>
                <a:lnTo>
                  <a:pt x="1727775" y="49109"/>
                </a:lnTo>
                <a:cubicBezTo>
                  <a:pt x="1727064" y="46973"/>
                  <a:pt x="1725685" y="45061"/>
                  <a:pt x="1723638" y="43371"/>
                </a:cubicBezTo>
                <a:cubicBezTo>
                  <a:pt x="1721592" y="41680"/>
                  <a:pt x="1719057" y="40835"/>
                  <a:pt x="1716032" y="40835"/>
                </a:cubicBezTo>
                <a:cubicBezTo>
                  <a:pt x="1714698" y="40835"/>
                  <a:pt x="1713363" y="41058"/>
                  <a:pt x="1712029" y="41503"/>
                </a:cubicBezTo>
                <a:cubicBezTo>
                  <a:pt x="1710694" y="41947"/>
                  <a:pt x="1709493" y="42614"/>
                  <a:pt x="1708425" y="43505"/>
                </a:cubicBezTo>
                <a:cubicBezTo>
                  <a:pt x="1707358" y="44394"/>
                  <a:pt x="1706468" y="45551"/>
                  <a:pt x="1705757" y="46975"/>
                </a:cubicBezTo>
                <a:cubicBezTo>
                  <a:pt x="1705046" y="48397"/>
                  <a:pt x="1704690" y="50087"/>
                  <a:pt x="1704690" y="52045"/>
                </a:cubicBezTo>
                <a:cubicBezTo>
                  <a:pt x="1704690" y="54892"/>
                  <a:pt x="1705468" y="57094"/>
                  <a:pt x="1707024" y="58651"/>
                </a:cubicBezTo>
                <a:cubicBezTo>
                  <a:pt x="1708581" y="60208"/>
                  <a:pt x="1710516" y="61432"/>
                  <a:pt x="1712829" y="62322"/>
                </a:cubicBezTo>
                <a:cubicBezTo>
                  <a:pt x="1715142" y="63211"/>
                  <a:pt x="1717677" y="63990"/>
                  <a:pt x="1720435" y="64658"/>
                </a:cubicBezTo>
                <a:cubicBezTo>
                  <a:pt x="1723193" y="65324"/>
                  <a:pt x="1725729" y="66258"/>
                  <a:pt x="1728042" y="67460"/>
                </a:cubicBezTo>
                <a:cubicBezTo>
                  <a:pt x="1730355" y="68660"/>
                  <a:pt x="1732290" y="70327"/>
                  <a:pt x="1733847" y="72463"/>
                </a:cubicBezTo>
                <a:cubicBezTo>
                  <a:pt x="1735404" y="74598"/>
                  <a:pt x="1736183" y="77534"/>
                  <a:pt x="1736183" y="81270"/>
                </a:cubicBezTo>
                <a:cubicBezTo>
                  <a:pt x="1736183" y="83850"/>
                  <a:pt x="1735627" y="86386"/>
                  <a:pt x="1734515" y="88877"/>
                </a:cubicBezTo>
                <a:cubicBezTo>
                  <a:pt x="1733404" y="91368"/>
                  <a:pt x="1731802" y="93615"/>
                  <a:pt x="1729710" y="95617"/>
                </a:cubicBezTo>
                <a:cubicBezTo>
                  <a:pt x="1727619" y="97618"/>
                  <a:pt x="1725106" y="99174"/>
                  <a:pt x="1722169" y="100286"/>
                </a:cubicBezTo>
                <a:cubicBezTo>
                  <a:pt x="1719234" y="101398"/>
                  <a:pt x="1715899" y="101954"/>
                  <a:pt x="1712163" y="101954"/>
                </a:cubicBezTo>
                <a:cubicBezTo>
                  <a:pt x="1708070" y="101954"/>
                  <a:pt x="1704645" y="101554"/>
                  <a:pt x="1701886" y="100753"/>
                </a:cubicBezTo>
                <a:cubicBezTo>
                  <a:pt x="1699129" y="99953"/>
                  <a:pt x="1696816" y="99019"/>
                  <a:pt x="1694947" y="97951"/>
                </a:cubicBezTo>
                <a:cubicBezTo>
                  <a:pt x="1695481" y="96794"/>
                  <a:pt x="1696038" y="95215"/>
                  <a:pt x="1696616" y="93214"/>
                </a:cubicBezTo>
                <a:cubicBezTo>
                  <a:pt x="1697195" y="91212"/>
                  <a:pt x="1697484" y="89544"/>
                  <a:pt x="1697484" y="88209"/>
                </a:cubicBezTo>
                <a:lnTo>
                  <a:pt x="1699084" y="88209"/>
                </a:lnTo>
                <a:close/>
                <a:moveTo>
                  <a:pt x="1755800" y="90345"/>
                </a:moveTo>
                <a:cubicBezTo>
                  <a:pt x="1756155" y="89189"/>
                  <a:pt x="1756778" y="88054"/>
                  <a:pt x="1757667" y="86943"/>
                </a:cubicBezTo>
                <a:cubicBezTo>
                  <a:pt x="1758557" y="85829"/>
                  <a:pt x="1759893" y="85273"/>
                  <a:pt x="1761672" y="85273"/>
                </a:cubicBezTo>
                <a:cubicBezTo>
                  <a:pt x="1762739" y="85273"/>
                  <a:pt x="1763829" y="85629"/>
                  <a:pt x="1764941" y="86342"/>
                </a:cubicBezTo>
                <a:cubicBezTo>
                  <a:pt x="1766054" y="87053"/>
                  <a:pt x="1766610" y="88210"/>
                  <a:pt x="1766610" y="89812"/>
                </a:cubicBezTo>
                <a:cubicBezTo>
                  <a:pt x="1766610" y="90879"/>
                  <a:pt x="1766388" y="91857"/>
                  <a:pt x="1765942" y="92748"/>
                </a:cubicBezTo>
                <a:cubicBezTo>
                  <a:pt x="1765497" y="93637"/>
                  <a:pt x="1765053" y="94526"/>
                  <a:pt x="1764609" y="95416"/>
                </a:cubicBezTo>
                <a:lnTo>
                  <a:pt x="1747927" y="123306"/>
                </a:lnTo>
                <a:lnTo>
                  <a:pt x="1745525" y="122372"/>
                </a:lnTo>
                <a:lnTo>
                  <a:pt x="1755800" y="90345"/>
                </a:lnTo>
                <a:close/>
                <a:moveTo>
                  <a:pt x="1872904" y="48174"/>
                </a:moveTo>
                <a:cubicBezTo>
                  <a:pt x="1872460" y="47641"/>
                  <a:pt x="1871593" y="47152"/>
                  <a:pt x="1870302" y="46708"/>
                </a:cubicBezTo>
                <a:cubicBezTo>
                  <a:pt x="1869012" y="46263"/>
                  <a:pt x="1867700" y="46040"/>
                  <a:pt x="1866365" y="46040"/>
                </a:cubicBezTo>
                <a:cubicBezTo>
                  <a:pt x="1864230" y="46040"/>
                  <a:pt x="1862317" y="46529"/>
                  <a:pt x="1860627" y="47508"/>
                </a:cubicBezTo>
                <a:cubicBezTo>
                  <a:pt x="1858937" y="48487"/>
                  <a:pt x="1857514" y="49799"/>
                  <a:pt x="1856357" y="51444"/>
                </a:cubicBezTo>
                <a:cubicBezTo>
                  <a:pt x="1855201" y="53090"/>
                  <a:pt x="1854311" y="55047"/>
                  <a:pt x="1853688" y="57317"/>
                </a:cubicBezTo>
                <a:cubicBezTo>
                  <a:pt x="1853066" y="59585"/>
                  <a:pt x="1852755" y="62009"/>
                  <a:pt x="1852755" y="64588"/>
                </a:cubicBezTo>
                <a:lnTo>
                  <a:pt x="1852755" y="79268"/>
                </a:lnTo>
                <a:cubicBezTo>
                  <a:pt x="1852755" y="85229"/>
                  <a:pt x="1852777" y="89789"/>
                  <a:pt x="1852820" y="92948"/>
                </a:cubicBezTo>
                <a:cubicBezTo>
                  <a:pt x="1852865" y="96105"/>
                  <a:pt x="1853021" y="98663"/>
                  <a:pt x="1853289" y="100620"/>
                </a:cubicBezTo>
                <a:cubicBezTo>
                  <a:pt x="1851509" y="100442"/>
                  <a:pt x="1849729" y="100353"/>
                  <a:pt x="1847949" y="100353"/>
                </a:cubicBezTo>
                <a:cubicBezTo>
                  <a:pt x="1845992" y="100353"/>
                  <a:pt x="1844124" y="100442"/>
                  <a:pt x="1842346" y="100620"/>
                </a:cubicBezTo>
                <a:cubicBezTo>
                  <a:pt x="1842612" y="97596"/>
                  <a:pt x="1842767" y="93481"/>
                  <a:pt x="1842812" y="88276"/>
                </a:cubicBezTo>
                <a:cubicBezTo>
                  <a:pt x="1842857" y="83072"/>
                  <a:pt x="1842879" y="76689"/>
                  <a:pt x="1842879" y="69127"/>
                </a:cubicBezTo>
                <a:lnTo>
                  <a:pt x="1842879" y="64855"/>
                </a:lnTo>
                <a:cubicBezTo>
                  <a:pt x="1842879" y="61387"/>
                  <a:pt x="1842857" y="57384"/>
                  <a:pt x="1842812" y="52847"/>
                </a:cubicBezTo>
                <a:cubicBezTo>
                  <a:pt x="1842767" y="48309"/>
                  <a:pt x="1842612" y="43104"/>
                  <a:pt x="1842346" y="37231"/>
                </a:cubicBezTo>
                <a:cubicBezTo>
                  <a:pt x="1843324" y="37410"/>
                  <a:pt x="1844258" y="37566"/>
                  <a:pt x="1845148" y="37699"/>
                </a:cubicBezTo>
                <a:cubicBezTo>
                  <a:pt x="1846037" y="37833"/>
                  <a:pt x="1846971" y="37899"/>
                  <a:pt x="1847949" y="37899"/>
                </a:cubicBezTo>
                <a:cubicBezTo>
                  <a:pt x="1848750" y="37899"/>
                  <a:pt x="1849595" y="37833"/>
                  <a:pt x="1850485" y="37699"/>
                </a:cubicBezTo>
                <a:cubicBezTo>
                  <a:pt x="1851375" y="37566"/>
                  <a:pt x="1852310" y="37410"/>
                  <a:pt x="1853289" y="37231"/>
                </a:cubicBezTo>
                <a:cubicBezTo>
                  <a:pt x="1852933" y="40435"/>
                  <a:pt x="1852733" y="42971"/>
                  <a:pt x="1852688" y="44839"/>
                </a:cubicBezTo>
                <a:cubicBezTo>
                  <a:pt x="1852643" y="46707"/>
                  <a:pt x="1852621" y="48486"/>
                  <a:pt x="1852621" y="50176"/>
                </a:cubicBezTo>
                <a:lnTo>
                  <a:pt x="1852887" y="50310"/>
                </a:lnTo>
                <a:cubicBezTo>
                  <a:pt x="1858137" y="40702"/>
                  <a:pt x="1864009" y="35897"/>
                  <a:pt x="1870503" y="35897"/>
                </a:cubicBezTo>
                <a:cubicBezTo>
                  <a:pt x="1871304" y="35897"/>
                  <a:pt x="1871994" y="35942"/>
                  <a:pt x="1872572" y="36032"/>
                </a:cubicBezTo>
                <a:cubicBezTo>
                  <a:pt x="1873150" y="36120"/>
                  <a:pt x="1873884" y="36342"/>
                  <a:pt x="1874773" y="36698"/>
                </a:cubicBezTo>
                <a:cubicBezTo>
                  <a:pt x="1874328" y="37766"/>
                  <a:pt x="1874061" y="39390"/>
                  <a:pt x="1873971" y="41570"/>
                </a:cubicBezTo>
                <a:cubicBezTo>
                  <a:pt x="1873883" y="43749"/>
                  <a:pt x="1873839" y="45728"/>
                  <a:pt x="1873839" y="47508"/>
                </a:cubicBezTo>
                <a:lnTo>
                  <a:pt x="1872904" y="48174"/>
                </a:lnTo>
                <a:close/>
                <a:moveTo>
                  <a:pt x="1912140" y="40167"/>
                </a:moveTo>
                <a:cubicBezTo>
                  <a:pt x="1908848" y="40167"/>
                  <a:pt x="1906067" y="40924"/>
                  <a:pt x="1903797" y="42436"/>
                </a:cubicBezTo>
                <a:cubicBezTo>
                  <a:pt x="1901529" y="43948"/>
                  <a:pt x="1899661" y="45839"/>
                  <a:pt x="1898193" y="48109"/>
                </a:cubicBezTo>
                <a:cubicBezTo>
                  <a:pt x="1896726" y="50377"/>
                  <a:pt x="1895614" y="52868"/>
                  <a:pt x="1894858" y="55582"/>
                </a:cubicBezTo>
                <a:cubicBezTo>
                  <a:pt x="1894102" y="58296"/>
                  <a:pt x="1893635" y="60853"/>
                  <a:pt x="1893457" y="63255"/>
                </a:cubicBezTo>
                <a:cubicBezTo>
                  <a:pt x="1896214" y="63344"/>
                  <a:pt x="1899082" y="63434"/>
                  <a:pt x="1902062" y="63523"/>
                </a:cubicBezTo>
                <a:cubicBezTo>
                  <a:pt x="1905043" y="63612"/>
                  <a:pt x="1907957" y="63656"/>
                  <a:pt x="1910804" y="63656"/>
                </a:cubicBezTo>
                <a:cubicBezTo>
                  <a:pt x="1913740" y="63656"/>
                  <a:pt x="1916721" y="63612"/>
                  <a:pt x="1919745" y="63523"/>
                </a:cubicBezTo>
                <a:cubicBezTo>
                  <a:pt x="1922770" y="63434"/>
                  <a:pt x="1925706" y="63344"/>
                  <a:pt x="1928554" y="63255"/>
                </a:cubicBezTo>
                <a:cubicBezTo>
                  <a:pt x="1928554" y="60853"/>
                  <a:pt x="1928354" y="58318"/>
                  <a:pt x="1927953" y="55649"/>
                </a:cubicBezTo>
                <a:cubicBezTo>
                  <a:pt x="1927553" y="52979"/>
                  <a:pt x="1926752" y="50487"/>
                  <a:pt x="1925551" y="48174"/>
                </a:cubicBezTo>
                <a:cubicBezTo>
                  <a:pt x="1924349" y="45861"/>
                  <a:pt x="1922681" y="43948"/>
                  <a:pt x="1920545" y="42436"/>
                </a:cubicBezTo>
                <a:cubicBezTo>
                  <a:pt x="1918410" y="40924"/>
                  <a:pt x="1915608" y="40167"/>
                  <a:pt x="1912140" y="40167"/>
                </a:cubicBezTo>
                <a:moveTo>
                  <a:pt x="1881313" y="70995"/>
                </a:moveTo>
                <a:cubicBezTo>
                  <a:pt x="1881313" y="60052"/>
                  <a:pt x="1883914" y="51467"/>
                  <a:pt x="1889118" y="45240"/>
                </a:cubicBezTo>
                <a:cubicBezTo>
                  <a:pt x="1894322" y="39012"/>
                  <a:pt x="1901907" y="35897"/>
                  <a:pt x="1911873" y="35897"/>
                </a:cubicBezTo>
                <a:cubicBezTo>
                  <a:pt x="1916588" y="35897"/>
                  <a:pt x="1920657" y="36632"/>
                  <a:pt x="1924082" y="38101"/>
                </a:cubicBezTo>
                <a:cubicBezTo>
                  <a:pt x="1927507" y="39568"/>
                  <a:pt x="1930377" y="41525"/>
                  <a:pt x="1932690" y="43971"/>
                </a:cubicBezTo>
                <a:cubicBezTo>
                  <a:pt x="1935003" y="46417"/>
                  <a:pt x="1936715" y="49287"/>
                  <a:pt x="1937827" y="52579"/>
                </a:cubicBezTo>
                <a:cubicBezTo>
                  <a:pt x="1938939" y="55870"/>
                  <a:pt x="1939495" y="59384"/>
                  <a:pt x="1939495" y="63120"/>
                </a:cubicBezTo>
                <a:cubicBezTo>
                  <a:pt x="1939495" y="64011"/>
                  <a:pt x="1939473" y="64879"/>
                  <a:pt x="1939428" y="65725"/>
                </a:cubicBezTo>
                <a:cubicBezTo>
                  <a:pt x="1939384" y="66569"/>
                  <a:pt x="1939318" y="67436"/>
                  <a:pt x="1939228" y="68325"/>
                </a:cubicBezTo>
                <a:cubicBezTo>
                  <a:pt x="1934424" y="68237"/>
                  <a:pt x="1929664" y="68149"/>
                  <a:pt x="1924950" y="68060"/>
                </a:cubicBezTo>
                <a:cubicBezTo>
                  <a:pt x="1920235" y="67971"/>
                  <a:pt x="1915476" y="67926"/>
                  <a:pt x="1910672" y="67926"/>
                </a:cubicBezTo>
                <a:cubicBezTo>
                  <a:pt x="1907735" y="67926"/>
                  <a:pt x="1904821" y="67971"/>
                  <a:pt x="1901930" y="68060"/>
                </a:cubicBezTo>
                <a:cubicBezTo>
                  <a:pt x="1899038" y="68149"/>
                  <a:pt x="1896124" y="68237"/>
                  <a:pt x="1893188" y="68325"/>
                </a:cubicBezTo>
                <a:cubicBezTo>
                  <a:pt x="1893100" y="68770"/>
                  <a:pt x="1893056" y="69437"/>
                  <a:pt x="1893056" y="70327"/>
                </a:cubicBezTo>
                <a:lnTo>
                  <a:pt x="1893056" y="72062"/>
                </a:lnTo>
                <a:cubicBezTo>
                  <a:pt x="1893056" y="75531"/>
                  <a:pt x="1893567" y="78779"/>
                  <a:pt x="1894589" y="81805"/>
                </a:cubicBezTo>
                <a:cubicBezTo>
                  <a:pt x="1895613" y="84830"/>
                  <a:pt x="1897103" y="87432"/>
                  <a:pt x="1899061" y="89612"/>
                </a:cubicBezTo>
                <a:cubicBezTo>
                  <a:pt x="1901018" y="91791"/>
                  <a:pt x="1903420" y="93526"/>
                  <a:pt x="1906267" y="94817"/>
                </a:cubicBezTo>
                <a:cubicBezTo>
                  <a:pt x="1909114" y="96106"/>
                  <a:pt x="1912406" y="96751"/>
                  <a:pt x="1916143" y="96751"/>
                </a:cubicBezTo>
                <a:cubicBezTo>
                  <a:pt x="1917921" y="96751"/>
                  <a:pt x="1919744" y="96507"/>
                  <a:pt x="1921612" y="96018"/>
                </a:cubicBezTo>
                <a:cubicBezTo>
                  <a:pt x="1923482" y="95528"/>
                  <a:pt x="1925306" y="94860"/>
                  <a:pt x="1927084" y="94015"/>
                </a:cubicBezTo>
                <a:cubicBezTo>
                  <a:pt x="1928864" y="93169"/>
                  <a:pt x="1930532" y="92168"/>
                  <a:pt x="1932089" y="91013"/>
                </a:cubicBezTo>
                <a:cubicBezTo>
                  <a:pt x="1933646" y="89856"/>
                  <a:pt x="1935003" y="88610"/>
                  <a:pt x="1936160" y="87275"/>
                </a:cubicBezTo>
                <a:lnTo>
                  <a:pt x="1936827" y="87676"/>
                </a:lnTo>
                <a:lnTo>
                  <a:pt x="1936027" y="94214"/>
                </a:lnTo>
                <a:cubicBezTo>
                  <a:pt x="1933357" y="96349"/>
                  <a:pt x="1930043" y="98173"/>
                  <a:pt x="1926084" y="99686"/>
                </a:cubicBezTo>
                <a:cubicBezTo>
                  <a:pt x="1922126" y="101198"/>
                  <a:pt x="1918011" y="101954"/>
                  <a:pt x="1913740" y="101954"/>
                </a:cubicBezTo>
                <a:cubicBezTo>
                  <a:pt x="1908936" y="101954"/>
                  <a:pt x="1904554" y="101220"/>
                  <a:pt x="1900594" y="99753"/>
                </a:cubicBezTo>
                <a:cubicBezTo>
                  <a:pt x="1896636" y="98285"/>
                  <a:pt x="1893211" y="96151"/>
                  <a:pt x="1890319" y="93349"/>
                </a:cubicBezTo>
                <a:cubicBezTo>
                  <a:pt x="1887429" y="90545"/>
                  <a:pt x="1885205" y="87231"/>
                  <a:pt x="1883648" y="83406"/>
                </a:cubicBezTo>
                <a:cubicBezTo>
                  <a:pt x="1882091" y="79580"/>
                  <a:pt x="1881313" y="75443"/>
                  <a:pt x="1881313" y="70995"/>
                </a:cubicBezTo>
                <a:close/>
                <a:moveTo>
                  <a:pt x="1997413" y="114766"/>
                </a:moveTo>
                <a:cubicBezTo>
                  <a:pt x="1997413" y="109428"/>
                  <a:pt x="1995856" y="105692"/>
                  <a:pt x="1992742" y="103557"/>
                </a:cubicBezTo>
                <a:cubicBezTo>
                  <a:pt x="1989629" y="101421"/>
                  <a:pt x="1984469" y="100353"/>
                  <a:pt x="1977262" y="100353"/>
                </a:cubicBezTo>
                <a:cubicBezTo>
                  <a:pt x="1970590" y="100353"/>
                  <a:pt x="1965430" y="101443"/>
                  <a:pt x="1961782" y="103622"/>
                </a:cubicBezTo>
                <a:cubicBezTo>
                  <a:pt x="1958135" y="105802"/>
                  <a:pt x="1956311" y="109739"/>
                  <a:pt x="1956311" y="115434"/>
                </a:cubicBezTo>
                <a:cubicBezTo>
                  <a:pt x="1956311" y="118459"/>
                  <a:pt x="1956822" y="121039"/>
                  <a:pt x="1957844" y="123174"/>
                </a:cubicBezTo>
                <a:cubicBezTo>
                  <a:pt x="1958868" y="125309"/>
                  <a:pt x="1960247" y="127044"/>
                  <a:pt x="1961982" y="128379"/>
                </a:cubicBezTo>
                <a:cubicBezTo>
                  <a:pt x="1963717" y="129713"/>
                  <a:pt x="1965785" y="130691"/>
                  <a:pt x="1968186" y="131313"/>
                </a:cubicBezTo>
                <a:cubicBezTo>
                  <a:pt x="1970589" y="131936"/>
                  <a:pt x="1973170" y="132248"/>
                  <a:pt x="1975928" y="132248"/>
                </a:cubicBezTo>
                <a:cubicBezTo>
                  <a:pt x="1978597" y="132248"/>
                  <a:pt x="1981221" y="131892"/>
                  <a:pt x="1983801" y="131181"/>
                </a:cubicBezTo>
                <a:cubicBezTo>
                  <a:pt x="1986381" y="130469"/>
                  <a:pt x="1988672" y="129402"/>
                  <a:pt x="1990673" y="127977"/>
                </a:cubicBezTo>
                <a:cubicBezTo>
                  <a:pt x="1992675" y="126553"/>
                  <a:pt x="1994299" y="124751"/>
                  <a:pt x="1995544" y="122571"/>
                </a:cubicBezTo>
                <a:cubicBezTo>
                  <a:pt x="1996790" y="120392"/>
                  <a:pt x="1997413" y="117791"/>
                  <a:pt x="1997413" y="114766"/>
                </a:cubicBezTo>
                <a:moveTo>
                  <a:pt x="1990207" y="56983"/>
                </a:moveTo>
                <a:cubicBezTo>
                  <a:pt x="1990207" y="51378"/>
                  <a:pt x="1988872" y="47108"/>
                  <a:pt x="1986203" y="44173"/>
                </a:cubicBezTo>
                <a:cubicBezTo>
                  <a:pt x="1983534" y="41236"/>
                  <a:pt x="1980021" y="39768"/>
                  <a:pt x="1975662" y="39768"/>
                </a:cubicBezTo>
                <a:cubicBezTo>
                  <a:pt x="1970857" y="39768"/>
                  <a:pt x="1967121" y="41392"/>
                  <a:pt x="1964452" y="44639"/>
                </a:cubicBezTo>
                <a:cubicBezTo>
                  <a:pt x="1961783" y="47886"/>
                  <a:pt x="1960449" y="52223"/>
                  <a:pt x="1960449" y="57649"/>
                </a:cubicBezTo>
                <a:cubicBezTo>
                  <a:pt x="1960449" y="63254"/>
                  <a:pt x="1961672" y="67680"/>
                  <a:pt x="1964118" y="70927"/>
                </a:cubicBezTo>
                <a:cubicBezTo>
                  <a:pt x="1966564" y="74175"/>
                  <a:pt x="1970367" y="75798"/>
                  <a:pt x="1975527" y="75798"/>
                </a:cubicBezTo>
                <a:cubicBezTo>
                  <a:pt x="1978108" y="75798"/>
                  <a:pt x="1980310" y="75287"/>
                  <a:pt x="1982133" y="74265"/>
                </a:cubicBezTo>
                <a:cubicBezTo>
                  <a:pt x="1983957" y="73241"/>
                  <a:pt x="1985470" y="71862"/>
                  <a:pt x="1986670" y="70127"/>
                </a:cubicBezTo>
                <a:cubicBezTo>
                  <a:pt x="1987871" y="68392"/>
                  <a:pt x="1988761" y="66391"/>
                  <a:pt x="1989339" y="64122"/>
                </a:cubicBezTo>
                <a:cubicBezTo>
                  <a:pt x="1989917" y="61854"/>
                  <a:pt x="1990207" y="59474"/>
                  <a:pt x="1990207" y="56983"/>
                </a:cubicBezTo>
                <a:moveTo>
                  <a:pt x="1950039" y="57649"/>
                </a:moveTo>
                <a:cubicBezTo>
                  <a:pt x="1950039" y="53913"/>
                  <a:pt x="1950706" y="50688"/>
                  <a:pt x="1952041" y="47975"/>
                </a:cubicBezTo>
                <a:cubicBezTo>
                  <a:pt x="1953375" y="45261"/>
                  <a:pt x="1955221" y="43015"/>
                  <a:pt x="1957577" y="41236"/>
                </a:cubicBezTo>
                <a:cubicBezTo>
                  <a:pt x="1959935" y="39457"/>
                  <a:pt x="1962649" y="38122"/>
                  <a:pt x="1965718" y="37233"/>
                </a:cubicBezTo>
                <a:cubicBezTo>
                  <a:pt x="1968788" y="36343"/>
                  <a:pt x="1972057" y="35897"/>
                  <a:pt x="1975527" y="35897"/>
                </a:cubicBezTo>
                <a:cubicBezTo>
                  <a:pt x="1977217" y="35897"/>
                  <a:pt x="1978841" y="35942"/>
                  <a:pt x="1980398" y="36032"/>
                </a:cubicBezTo>
                <a:cubicBezTo>
                  <a:pt x="1981955" y="36120"/>
                  <a:pt x="1983935" y="36253"/>
                  <a:pt x="1986338" y="36431"/>
                </a:cubicBezTo>
                <a:cubicBezTo>
                  <a:pt x="1988383" y="36609"/>
                  <a:pt x="1990207" y="36742"/>
                  <a:pt x="1991807" y="36832"/>
                </a:cubicBezTo>
                <a:cubicBezTo>
                  <a:pt x="1993409" y="36920"/>
                  <a:pt x="1994699" y="36964"/>
                  <a:pt x="1995678" y="36964"/>
                </a:cubicBezTo>
                <a:cubicBezTo>
                  <a:pt x="2000660" y="36964"/>
                  <a:pt x="2004264" y="36742"/>
                  <a:pt x="2006489" y="36299"/>
                </a:cubicBezTo>
                <a:cubicBezTo>
                  <a:pt x="2006399" y="36742"/>
                  <a:pt x="2006332" y="37209"/>
                  <a:pt x="2006287" y="37699"/>
                </a:cubicBezTo>
                <a:cubicBezTo>
                  <a:pt x="2006242" y="38188"/>
                  <a:pt x="2006220" y="38655"/>
                  <a:pt x="2006220" y="39100"/>
                </a:cubicBezTo>
                <a:cubicBezTo>
                  <a:pt x="2006220" y="39546"/>
                  <a:pt x="2006242" y="40013"/>
                  <a:pt x="2006287" y="40503"/>
                </a:cubicBezTo>
                <a:cubicBezTo>
                  <a:pt x="2006332" y="40992"/>
                  <a:pt x="2006399" y="41458"/>
                  <a:pt x="2006489" y="41902"/>
                </a:cubicBezTo>
                <a:cubicBezTo>
                  <a:pt x="2003908" y="41725"/>
                  <a:pt x="2001395" y="41524"/>
                  <a:pt x="1998948" y="41302"/>
                </a:cubicBezTo>
                <a:cubicBezTo>
                  <a:pt x="1996502" y="41079"/>
                  <a:pt x="1994078" y="40924"/>
                  <a:pt x="1991675" y="40835"/>
                </a:cubicBezTo>
                <a:lnTo>
                  <a:pt x="1991408" y="41102"/>
                </a:lnTo>
                <a:cubicBezTo>
                  <a:pt x="1994166" y="42614"/>
                  <a:pt x="1996391" y="44950"/>
                  <a:pt x="1998081" y="48109"/>
                </a:cubicBezTo>
                <a:cubicBezTo>
                  <a:pt x="1999771" y="51266"/>
                  <a:pt x="2000616" y="54536"/>
                  <a:pt x="2000616" y="57918"/>
                </a:cubicBezTo>
                <a:cubicBezTo>
                  <a:pt x="2000616" y="64590"/>
                  <a:pt x="1998369" y="69816"/>
                  <a:pt x="1993876" y="73597"/>
                </a:cubicBezTo>
                <a:cubicBezTo>
                  <a:pt x="1989384" y="77378"/>
                  <a:pt x="1983357" y="79268"/>
                  <a:pt x="1975794" y="79268"/>
                </a:cubicBezTo>
                <a:cubicBezTo>
                  <a:pt x="1974549" y="79268"/>
                  <a:pt x="1973326" y="79224"/>
                  <a:pt x="1972125" y="79136"/>
                </a:cubicBezTo>
                <a:cubicBezTo>
                  <a:pt x="1970923" y="79046"/>
                  <a:pt x="1969700" y="79001"/>
                  <a:pt x="1968455" y="79001"/>
                </a:cubicBezTo>
                <a:cubicBezTo>
                  <a:pt x="1966853" y="79001"/>
                  <a:pt x="1965363" y="79579"/>
                  <a:pt x="1963984" y="80736"/>
                </a:cubicBezTo>
                <a:cubicBezTo>
                  <a:pt x="1962606" y="81893"/>
                  <a:pt x="1961917" y="83361"/>
                  <a:pt x="1961917" y="85140"/>
                </a:cubicBezTo>
                <a:cubicBezTo>
                  <a:pt x="1961917" y="87454"/>
                  <a:pt x="1962473" y="89144"/>
                  <a:pt x="1963584" y="90213"/>
                </a:cubicBezTo>
                <a:cubicBezTo>
                  <a:pt x="1964696" y="91280"/>
                  <a:pt x="1966764" y="91857"/>
                  <a:pt x="1969789" y="91946"/>
                </a:cubicBezTo>
                <a:cubicBezTo>
                  <a:pt x="1972280" y="92035"/>
                  <a:pt x="1974726" y="92103"/>
                  <a:pt x="1977128" y="92147"/>
                </a:cubicBezTo>
                <a:cubicBezTo>
                  <a:pt x="1979530" y="92191"/>
                  <a:pt x="1981977" y="92257"/>
                  <a:pt x="1984468" y="92347"/>
                </a:cubicBezTo>
                <a:cubicBezTo>
                  <a:pt x="1988561" y="92435"/>
                  <a:pt x="1992054" y="92924"/>
                  <a:pt x="1994945" y="93815"/>
                </a:cubicBezTo>
                <a:cubicBezTo>
                  <a:pt x="1997837" y="94704"/>
                  <a:pt x="2000194" y="95905"/>
                  <a:pt x="2002017" y="97417"/>
                </a:cubicBezTo>
                <a:cubicBezTo>
                  <a:pt x="2003841" y="98929"/>
                  <a:pt x="2005176" y="100664"/>
                  <a:pt x="2006020" y="102622"/>
                </a:cubicBezTo>
                <a:cubicBezTo>
                  <a:pt x="2006866" y="104579"/>
                  <a:pt x="2007289" y="106715"/>
                  <a:pt x="2007289" y="109028"/>
                </a:cubicBezTo>
                <a:cubicBezTo>
                  <a:pt x="2007289" y="112142"/>
                  <a:pt x="2006688" y="115300"/>
                  <a:pt x="2005487" y="118503"/>
                </a:cubicBezTo>
                <a:cubicBezTo>
                  <a:pt x="2004285" y="121705"/>
                  <a:pt x="2002417" y="124596"/>
                  <a:pt x="1999881" y="127175"/>
                </a:cubicBezTo>
                <a:cubicBezTo>
                  <a:pt x="1997346" y="129756"/>
                  <a:pt x="1994077" y="131891"/>
                  <a:pt x="1990072" y="133581"/>
                </a:cubicBezTo>
                <a:cubicBezTo>
                  <a:pt x="1986069" y="135273"/>
                  <a:pt x="1981265" y="136119"/>
                  <a:pt x="1975662" y="136119"/>
                </a:cubicBezTo>
                <a:cubicBezTo>
                  <a:pt x="1967032" y="136119"/>
                  <a:pt x="1960226" y="134405"/>
                  <a:pt x="1955244" y="130979"/>
                </a:cubicBezTo>
                <a:cubicBezTo>
                  <a:pt x="1950262" y="127554"/>
                  <a:pt x="1947771" y="122861"/>
                  <a:pt x="1947771" y="116900"/>
                </a:cubicBezTo>
                <a:cubicBezTo>
                  <a:pt x="1947771" y="114588"/>
                  <a:pt x="1948193" y="112454"/>
                  <a:pt x="1949037" y="110496"/>
                </a:cubicBezTo>
                <a:cubicBezTo>
                  <a:pt x="1949883" y="108539"/>
                  <a:pt x="1950973" y="106804"/>
                  <a:pt x="1952308" y="105291"/>
                </a:cubicBezTo>
                <a:cubicBezTo>
                  <a:pt x="1953642" y="103779"/>
                  <a:pt x="1955154" y="102578"/>
                  <a:pt x="1956844" y="101687"/>
                </a:cubicBezTo>
                <a:cubicBezTo>
                  <a:pt x="1958534" y="100798"/>
                  <a:pt x="1960269" y="100131"/>
                  <a:pt x="1962049" y="99686"/>
                </a:cubicBezTo>
                <a:lnTo>
                  <a:pt x="1962049" y="99419"/>
                </a:lnTo>
                <a:cubicBezTo>
                  <a:pt x="1959291" y="98618"/>
                  <a:pt x="1957199" y="97283"/>
                  <a:pt x="1955775" y="95416"/>
                </a:cubicBezTo>
                <a:cubicBezTo>
                  <a:pt x="1954353" y="93548"/>
                  <a:pt x="1953641" y="91323"/>
                  <a:pt x="1953641" y="88743"/>
                </a:cubicBezTo>
                <a:cubicBezTo>
                  <a:pt x="1953641" y="87230"/>
                  <a:pt x="1953930" y="85852"/>
                  <a:pt x="1954509" y="84607"/>
                </a:cubicBezTo>
                <a:cubicBezTo>
                  <a:pt x="1955087" y="83361"/>
                  <a:pt x="1955821" y="82248"/>
                  <a:pt x="1956710" y="81270"/>
                </a:cubicBezTo>
                <a:cubicBezTo>
                  <a:pt x="1957601" y="80291"/>
                  <a:pt x="1958624" y="79491"/>
                  <a:pt x="1959781" y="78869"/>
                </a:cubicBezTo>
                <a:cubicBezTo>
                  <a:pt x="1960937" y="78246"/>
                  <a:pt x="1962049" y="77845"/>
                  <a:pt x="1963116" y="77667"/>
                </a:cubicBezTo>
                <a:lnTo>
                  <a:pt x="1963116" y="77401"/>
                </a:lnTo>
                <a:cubicBezTo>
                  <a:pt x="1959025" y="75621"/>
                  <a:pt x="1955822" y="73108"/>
                  <a:pt x="1953509" y="69860"/>
                </a:cubicBezTo>
                <a:cubicBezTo>
                  <a:pt x="1951196" y="66613"/>
                  <a:pt x="1950039" y="62543"/>
                  <a:pt x="1950039" y="57649"/>
                </a:cubicBezTo>
                <a:close/>
                <a:moveTo>
                  <a:pt x="2054528" y="67392"/>
                </a:moveTo>
                <a:cubicBezTo>
                  <a:pt x="2053016" y="67926"/>
                  <a:pt x="2051258" y="68370"/>
                  <a:pt x="2049256" y="68726"/>
                </a:cubicBezTo>
                <a:cubicBezTo>
                  <a:pt x="2047255" y="69082"/>
                  <a:pt x="2045232" y="69460"/>
                  <a:pt x="2043186" y="69860"/>
                </a:cubicBezTo>
                <a:cubicBezTo>
                  <a:pt x="2041140" y="70261"/>
                  <a:pt x="2039116" y="70773"/>
                  <a:pt x="2037114" y="71396"/>
                </a:cubicBezTo>
                <a:cubicBezTo>
                  <a:pt x="2035111" y="72017"/>
                  <a:pt x="2033332" y="72862"/>
                  <a:pt x="2031775" y="73931"/>
                </a:cubicBezTo>
                <a:cubicBezTo>
                  <a:pt x="2030219" y="74998"/>
                  <a:pt x="2028973" y="76332"/>
                  <a:pt x="2028038" y="77934"/>
                </a:cubicBezTo>
                <a:cubicBezTo>
                  <a:pt x="2027104" y="79536"/>
                  <a:pt x="2026637" y="81582"/>
                  <a:pt x="2026637" y="84073"/>
                </a:cubicBezTo>
                <a:cubicBezTo>
                  <a:pt x="2026637" y="88255"/>
                  <a:pt x="2027838" y="91413"/>
                  <a:pt x="2030239" y="93548"/>
                </a:cubicBezTo>
                <a:cubicBezTo>
                  <a:pt x="2032642" y="95684"/>
                  <a:pt x="2035312" y="96751"/>
                  <a:pt x="2038248" y="96751"/>
                </a:cubicBezTo>
                <a:cubicBezTo>
                  <a:pt x="2041628" y="96751"/>
                  <a:pt x="2044719" y="95817"/>
                  <a:pt x="2047521" y="93949"/>
                </a:cubicBezTo>
                <a:cubicBezTo>
                  <a:pt x="2050324" y="92080"/>
                  <a:pt x="2052482" y="89900"/>
                  <a:pt x="2053994" y="87409"/>
                </a:cubicBezTo>
                <a:lnTo>
                  <a:pt x="2054528" y="67392"/>
                </a:lnTo>
                <a:moveTo>
                  <a:pt x="2021567" y="43637"/>
                </a:moveTo>
                <a:cubicBezTo>
                  <a:pt x="2025570" y="40613"/>
                  <a:pt x="2029262" y="38567"/>
                  <a:pt x="2032642" y="37500"/>
                </a:cubicBezTo>
                <a:cubicBezTo>
                  <a:pt x="2036024" y="36432"/>
                  <a:pt x="2039493" y="35897"/>
                  <a:pt x="2043051" y="35897"/>
                </a:cubicBezTo>
                <a:cubicBezTo>
                  <a:pt x="2046255" y="35897"/>
                  <a:pt x="2049191" y="36364"/>
                  <a:pt x="2051860" y="37298"/>
                </a:cubicBezTo>
                <a:cubicBezTo>
                  <a:pt x="2054529" y="38232"/>
                  <a:pt x="2056798" y="39567"/>
                  <a:pt x="2058666" y="41302"/>
                </a:cubicBezTo>
                <a:cubicBezTo>
                  <a:pt x="2060534" y="43037"/>
                  <a:pt x="2062001" y="45128"/>
                  <a:pt x="2063068" y="47575"/>
                </a:cubicBezTo>
                <a:cubicBezTo>
                  <a:pt x="2064136" y="50022"/>
                  <a:pt x="2064671" y="52712"/>
                  <a:pt x="2064671" y="55647"/>
                </a:cubicBezTo>
                <a:cubicBezTo>
                  <a:pt x="2064671" y="60719"/>
                  <a:pt x="2064582" y="65768"/>
                  <a:pt x="2064404" y="70795"/>
                </a:cubicBezTo>
                <a:cubicBezTo>
                  <a:pt x="2064226" y="75822"/>
                  <a:pt x="2064137" y="81137"/>
                  <a:pt x="2064137" y="86741"/>
                </a:cubicBezTo>
                <a:cubicBezTo>
                  <a:pt x="2064137" y="87809"/>
                  <a:pt x="2064159" y="88944"/>
                  <a:pt x="2064204" y="90146"/>
                </a:cubicBezTo>
                <a:cubicBezTo>
                  <a:pt x="2064249" y="91346"/>
                  <a:pt x="2064449" y="92413"/>
                  <a:pt x="2064805" y="93347"/>
                </a:cubicBezTo>
                <a:cubicBezTo>
                  <a:pt x="2065161" y="94281"/>
                  <a:pt x="2065672" y="95059"/>
                  <a:pt x="2066338" y="95682"/>
                </a:cubicBezTo>
                <a:cubicBezTo>
                  <a:pt x="2067006" y="96305"/>
                  <a:pt x="2068007" y="96617"/>
                  <a:pt x="2069342" y="96617"/>
                </a:cubicBezTo>
                <a:cubicBezTo>
                  <a:pt x="2069787" y="96617"/>
                  <a:pt x="2070254" y="96595"/>
                  <a:pt x="2070743" y="96550"/>
                </a:cubicBezTo>
                <a:cubicBezTo>
                  <a:pt x="2071233" y="96505"/>
                  <a:pt x="2071700" y="96349"/>
                  <a:pt x="2072144" y="96083"/>
                </a:cubicBezTo>
                <a:lnTo>
                  <a:pt x="2072144" y="99020"/>
                </a:lnTo>
                <a:cubicBezTo>
                  <a:pt x="2071165" y="99464"/>
                  <a:pt x="2069942" y="99819"/>
                  <a:pt x="2068474" y="100087"/>
                </a:cubicBezTo>
                <a:cubicBezTo>
                  <a:pt x="2067007" y="100354"/>
                  <a:pt x="2065383" y="100488"/>
                  <a:pt x="2063604" y="100488"/>
                </a:cubicBezTo>
                <a:cubicBezTo>
                  <a:pt x="2060757" y="100488"/>
                  <a:pt x="2058577" y="99754"/>
                  <a:pt x="2057065" y="98287"/>
                </a:cubicBezTo>
                <a:cubicBezTo>
                  <a:pt x="2055553" y="96818"/>
                  <a:pt x="2054663" y="94927"/>
                  <a:pt x="2054396" y="92614"/>
                </a:cubicBezTo>
                <a:cubicBezTo>
                  <a:pt x="2051193" y="95816"/>
                  <a:pt x="2048035" y="98173"/>
                  <a:pt x="2044921" y="99686"/>
                </a:cubicBezTo>
                <a:cubicBezTo>
                  <a:pt x="2041807" y="101198"/>
                  <a:pt x="2037981" y="101954"/>
                  <a:pt x="2033444" y="101954"/>
                </a:cubicBezTo>
                <a:cubicBezTo>
                  <a:pt x="2031219" y="101954"/>
                  <a:pt x="2029039" y="101642"/>
                  <a:pt x="2026904" y="101019"/>
                </a:cubicBezTo>
                <a:cubicBezTo>
                  <a:pt x="2024770" y="100398"/>
                  <a:pt x="2022879" y="99375"/>
                  <a:pt x="2021233" y="97953"/>
                </a:cubicBezTo>
                <a:cubicBezTo>
                  <a:pt x="2019588" y="96529"/>
                  <a:pt x="2018253" y="94816"/>
                  <a:pt x="2017230" y="92815"/>
                </a:cubicBezTo>
                <a:cubicBezTo>
                  <a:pt x="2016207" y="90813"/>
                  <a:pt x="2015696" y="88521"/>
                  <a:pt x="2015696" y="85941"/>
                </a:cubicBezTo>
                <a:cubicBezTo>
                  <a:pt x="2015696" y="80603"/>
                  <a:pt x="2017364" y="76467"/>
                  <a:pt x="2020699" y="73532"/>
                </a:cubicBezTo>
                <a:cubicBezTo>
                  <a:pt x="2024036" y="70595"/>
                  <a:pt x="2028640" y="68638"/>
                  <a:pt x="2034511" y="67659"/>
                </a:cubicBezTo>
                <a:cubicBezTo>
                  <a:pt x="2039316" y="66858"/>
                  <a:pt x="2043075" y="66169"/>
                  <a:pt x="2045788" y="65590"/>
                </a:cubicBezTo>
                <a:cubicBezTo>
                  <a:pt x="2048502" y="65012"/>
                  <a:pt x="2050504" y="64411"/>
                  <a:pt x="2051793" y="63788"/>
                </a:cubicBezTo>
                <a:cubicBezTo>
                  <a:pt x="2053083" y="63165"/>
                  <a:pt x="2053861" y="62431"/>
                  <a:pt x="2054127" y="61587"/>
                </a:cubicBezTo>
                <a:cubicBezTo>
                  <a:pt x="2054394" y="60741"/>
                  <a:pt x="2054528" y="59651"/>
                  <a:pt x="2054528" y="58317"/>
                </a:cubicBezTo>
                <a:cubicBezTo>
                  <a:pt x="2054528" y="56093"/>
                  <a:pt x="2054261" y="53958"/>
                  <a:pt x="2053728" y="51913"/>
                </a:cubicBezTo>
                <a:cubicBezTo>
                  <a:pt x="2053194" y="49866"/>
                  <a:pt x="2052349" y="48086"/>
                  <a:pt x="2051192" y="46574"/>
                </a:cubicBezTo>
                <a:cubicBezTo>
                  <a:pt x="2050036" y="45061"/>
                  <a:pt x="2048524" y="43838"/>
                  <a:pt x="2046656" y="42904"/>
                </a:cubicBezTo>
                <a:cubicBezTo>
                  <a:pt x="2044788" y="41970"/>
                  <a:pt x="2042519" y="41503"/>
                  <a:pt x="2039850" y="41503"/>
                </a:cubicBezTo>
                <a:cubicBezTo>
                  <a:pt x="2036291" y="41503"/>
                  <a:pt x="2032977" y="42304"/>
                  <a:pt x="2029907" y="43906"/>
                </a:cubicBezTo>
                <a:cubicBezTo>
                  <a:pt x="2026838" y="45507"/>
                  <a:pt x="2024547" y="47730"/>
                  <a:pt x="2023035" y="50577"/>
                </a:cubicBezTo>
                <a:lnTo>
                  <a:pt x="2021567" y="50577"/>
                </a:lnTo>
                <a:lnTo>
                  <a:pt x="2021567" y="43637"/>
                </a:lnTo>
                <a:close/>
                <a:moveTo>
                  <a:pt x="2117516" y="48174"/>
                </a:moveTo>
                <a:cubicBezTo>
                  <a:pt x="2117072" y="47641"/>
                  <a:pt x="2116204" y="47152"/>
                  <a:pt x="2114913" y="46708"/>
                </a:cubicBezTo>
                <a:cubicBezTo>
                  <a:pt x="2113624" y="46263"/>
                  <a:pt x="2112312" y="46040"/>
                  <a:pt x="2110977" y="46040"/>
                </a:cubicBezTo>
                <a:cubicBezTo>
                  <a:pt x="2108842" y="46040"/>
                  <a:pt x="2106929" y="46529"/>
                  <a:pt x="2105239" y="47508"/>
                </a:cubicBezTo>
                <a:cubicBezTo>
                  <a:pt x="2103549" y="48487"/>
                  <a:pt x="2102126" y="49799"/>
                  <a:pt x="2100969" y="51444"/>
                </a:cubicBezTo>
                <a:cubicBezTo>
                  <a:pt x="2099812" y="53090"/>
                  <a:pt x="2098922" y="55047"/>
                  <a:pt x="2098299" y="57317"/>
                </a:cubicBezTo>
                <a:cubicBezTo>
                  <a:pt x="2097678" y="59585"/>
                  <a:pt x="2097367" y="62009"/>
                  <a:pt x="2097367" y="64588"/>
                </a:cubicBezTo>
                <a:lnTo>
                  <a:pt x="2097367" y="79268"/>
                </a:lnTo>
                <a:cubicBezTo>
                  <a:pt x="2097367" y="85229"/>
                  <a:pt x="2097388" y="89789"/>
                  <a:pt x="2097432" y="92948"/>
                </a:cubicBezTo>
                <a:cubicBezTo>
                  <a:pt x="2097477" y="96105"/>
                  <a:pt x="2097633" y="98663"/>
                  <a:pt x="2097900" y="100620"/>
                </a:cubicBezTo>
                <a:cubicBezTo>
                  <a:pt x="2096121" y="100442"/>
                  <a:pt x="2094341" y="100353"/>
                  <a:pt x="2092561" y="100353"/>
                </a:cubicBezTo>
                <a:cubicBezTo>
                  <a:pt x="2090604" y="100353"/>
                  <a:pt x="2088736" y="100442"/>
                  <a:pt x="2086957" y="100620"/>
                </a:cubicBezTo>
                <a:cubicBezTo>
                  <a:pt x="2087223" y="97596"/>
                  <a:pt x="2087379" y="93481"/>
                  <a:pt x="2087424" y="88276"/>
                </a:cubicBezTo>
                <a:cubicBezTo>
                  <a:pt x="2087468" y="83072"/>
                  <a:pt x="2087491" y="76689"/>
                  <a:pt x="2087491" y="69127"/>
                </a:cubicBezTo>
                <a:lnTo>
                  <a:pt x="2087491" y="64855"/>
                </a:lnTo>
                <a:cubicBezTo>
                  <a:pt x="2087491" y="61387"/>
                  <a:pt x="2087468" y="57384"/>
                  <a:pt x="2087424" y="52847"/>
                </a:cubicBezTo>
                <a:cubicBezTo>
                  <a:pt x="2087379" y="48309"/>
                  <a:pt x="2087223" y="43104"/>
                  <a:pt x="2086957" y="37231"/>
                </a:cubicBezTo>
                <a:cubicBezTo>
                  <a:pt x="2087936" y="37410"/>
                  <a:pt x="2088870" y="37566"/>
                  <a:pt x="2089759" y="37699"/>
                </a:cubicBezTo>
                <a:cubicBezTo>
                  <a:pt x="2090648" y="37833"/>
                  <a:pt x="2091582" y="37899"/>
                  <a:pt x="2092561" y="37899"/>
                </a:cubicBezTo>
                <a:cubicBezTo>
                  <a:pt x="2093362" y="37899"/>
                  <a:pt x="2094207" y="37833"/>
                  <a:pt x="2095096" y="37699"/>
                </a:cubicBezTo>
                <a:cubicBezTo>
                  <a:pt x="2095987" y="37566"/>
                  <a:pt x="2096922" y="37410"/>
                  <a:pt x="2097900" y="37231"/>
                </a:cubicBezTo>
                <a:cubicBezTo>
                  <a:pt x="2097545" y="40435"/>
                  <a:pt x="2097344" y="42971"/>
                  <a:pt x="2097300" y="44839"/>
                </a:cubicBezTo>
                <a:cubicBezTo>
                  <a:pt x="2097255" y="46707"/>
                  <a:pt x="2097232" y="48486"/>
                  <a:pt x="2097232" y="50176"/>
                </a:cubicBezTo>
                <a:lnTo>
                  <a:pt x="2097499" y="50310"/>
                </a:lnTo>
                <a:cubicBezTo>
                  <a:pt x="2102749" y="40702"/>
                  <a:pt x="2108621" y="35897"/>
                  <a:pt x="2115115" y="35897"/>
                </a:cubicBezTo>
                <a:cubicBezTo>
                  <a:pt x="2115916" y="35897"/>
                  <a:pt x="2116605" y="35942"/>
                  <a:pt x="2117184" y="36032"/>
                </a:cubicBezTo>
                <a:cubicBezTo>
                  <a:pt x="2117762" y="36120"/>
                  <a:pt x="2118496" y="36342"/>
                  <a:pt x="2119385" y="36698"/>
                </a:cubicBezTo>
                <a:cubicBezTo>
                  <a:pt x="2118940" y="37766"/>
                  <a:pt x="2118672" y="39390"/>
                  <a:pt x="2118583" y="41570"/>
                </a:cubicBezTo>
                <a:cubicBezTo>
                  <a:pt x="2118494" y="43749"/>
                  <a:pt x="2118450" y="45728"/>
                  <a:pt x="2118450" y="47508"/>
                </a:cubicBezTo>
                <a:lnTo>
                  <a:pt x="2117516" y="48174"/>
                </a:lnTo>
                <a:close/>
                <a:moveTo>
                  <a:pt x="2138603" y="70327"/>
                </a:moveTo>
                <a:cubicBezTo>
                  <a:pt x="2138603" y="75666"/>
                  <a:pt x="2139159" y="80070"/>
                  <a:pt x="2140270" y="83540"/>
                </a:cubicBezTo>
                <a:cubicBezTo>
                  <a:pt x="2141382" y="87008"/>
                  <a:pt x="2142806" y="89789"/>
                  <a:pt x="2144540" y="91881"/>
                </a:cubicBezTo>
                <a:cubicBezTo>
                  <a:pt x="2146275" y="93971"/>
                  <a:pt x="2148255" y="95417"/>
                  <a:pt x="2150478" y="96218"/>
                </a:cubicBezTo>
                <a:cubicBezTo>
                  <a:pt x="2152703" y="97017"/>
                  <a:pt x="2154883" y="97417"/>
                  <a:pt x="2157019" y="97417"/>
                </a:cubicBezTo>
                <a:cubicBezTo>
                  <a:pt x="2160489" y="97417"/>
                  <a:pt x="2163469" y="96550"/>
                  <a:pt x="2165960" y="94815"/>
                </a:cubicBezTo>
                <a:cubicBezTo>
                  <a:pt x="2168451" y="93080"/>
                  <a:pt x="2170519" y="90812"/>
                  <a:pt x="2172164" y="88010"/>
                </a:cubicBezTo>
                <a:cubicBezTo>
                  <a:pt x="2173810" y="85208"/>
                  <a:pt x="2175011" y="82028"/>
                  <a:pt x="2175767" y="78470"/>
                </a:cubicBezTo>
                <a:cubicBezTo>
                  <a:pt x="2176524" y="74910"/>
                  <a:pt x="2176903" y="71351"/>
                  <a:pt x="2176903" y="67791"/>
                </a:cubicBezTo>
                <a:cubicBezTo>
                  <a:pt x="2176903" y="59251"/>
                  <a:pt x="2175257" y="52735"/>
                  <a:pt x="2171965" y="48243"/>
                </a:cubicBezTo>
                <a:cubicBezTo>
                  <a:pt x="2168673" y="43750"/>
                  <a:pt x="2163824" y="41503"/>
                  <a:pt x="2157418" y="41503"/>
                </a:cubicBezTo>
                <a:cubicBezTo>
                  <a:pt x="2154215" y="41503"/>
                  <a:pt x="2151435" y="42237"/>
                  <a:pt x="2149077" y="43704"/>
                </a:cubicBezTo>
                <a:cubicBezTo>
                  <a:pt x="2146721" y="45172"/>
                  <a:pt x="2144764" y="47218"/>
                  <a:pt x="2143207" y="49844"/>
                </a:cubicBezTo>
                <a:cubicBezTo>
                  <a:pt x="2141650" y="52468"/>
                  <a:pt x="2140493" y="55537"/>
                  <a:pt x="2139737" y="59052"/>
                </a:cubicBezTo>
                <a:cubicBezTo>
                  <a:pt x="2138981" y="62565"/>
                  <a:pt x="2138603" y="66323"/>
                  <a:pt x="2138603" y="70327"/>
                </a:cubicBezTo>
                <a:moveTo>
                  <a:pt x="2176502" y="87942"/>
                </a:moveTo>
                <a:cubicBezTo>
                  <a:pt x="2175790" y="89366"/>
                  <a:pt x="2174834" y="90902"/>
                  <a:pt x="2173633" y="92548"/>
                </a:cubicBezTo>
                <a:cubicBezTo>
                  <a:pt x="2172431" y="94194"/>
                  <a:pt x="2170918" y="95728"/>
                  <a:pt x="2169094" y="97152"/>
                </a:cubicBezTo>
                <a:cubicBezTo>
                  <a:pt x="2167271" y="98575"/>
                  <a:pt x="2165114" y="99731"/>
                  <a:pt x="2162623" y="100620"/>
                </a:cubicBezTo>
                <a:cubicBezTo>
                  <a:pt x="2160132" y="101509"/>
                  <a:pt x="2157240" y="101954"/>
                  <a:pt x="2153948" y="101954"/>
                </a:cubicBezTo>
                <a:cubicBezTo>
                  <a:pt x="2150568" y="101954"/>
                  <a:pt x="2147254" y="101376"/>
                  <a:pt x="2144007" y="100219"/>
                </a:cubicBezTo>
                <a:cubicBezTo>
                  <a:pt x="2140760" y="99062"/>
                  <a:pt x="2137868" y="97172"/>
                  <a:pt x="2135332" y="94548"/>
                </a:cubicBezTo>
                <a:cubicBezTo>
                  <a:pt x="2132797" y="91924"/>
                  <a:pt x="2130750" y="88544"/>
                  <a:pt x="2129193" y="84407"/>
                </a:cubicBezTo>
                <a:cubicBezTo>
                  <a:pt x="2127637" y="80270"/>
                  <a:pt x="2126860" y="75309"/>
                  <a:pt x="2126860" y="69526"/>
                </a:cubicBezTo>
                <a:cubicBezTo>
                  <a:pt x="2126860" y="63833"/>
                  <a:pt x="2127705" y="58896"/>
                  <a:pt x="2129395" y="54715"/>
                </a:cubicBezTo>
                <a:cubicBezTo>
                  <a:pt x="2131085" y="50532"/>
                  <a:pt x="2133287" y="47040"/>
                  <a:pt x="2136000" y="44238"/>
                </a:cubicBezTo>
                <a:cubicBezTo>
                  <a:pt x="2138714" y="41436"/>
                  <a:pt x="2141783" y="39345"/>
                  <a:pt x="2145208" y="37966"/>
                </a:cubicBezTo>
                <a:cubicBezTo>
                  <a:pt x="2148633" y="36587"/>
                  <a:pt x="2152081" y="35897"/>
                  <a:pt x="2155551" y="35897"/>
                </a:cubicBezTo>
                <a:cubicBezTo>
                  <a:pt x="2165425" y="35897"/>
                  <a:pt x="2172275" y="40346"/>
                  <a:pt x="2176101" y="49243"/>
                </a:cubicBezTo>
                <a:lnTo>
                  <a:pt x="2176367" y="49243"/>
                </a:lnTo>
                <a:lnTo>
                  <a:pt x="2176367" y="36164"/>
                </a:lnTo>
                <a:cubicBezTo>
                  <a:pt x="2176367" y="32784"/>
                  <a:pt x="2176345" y="29381"/>
                  <a:pt x="2176300" y="25956"/>
                </a:cubicBezTo>
                <a:cubicBezTo>
                  <a:pt x="2176257" y="22531"/>
                  <a:pt x="2176213" y="19262"/>
                  <a:pt x="2176168" y="16148"/>
                </a:cubicBezTo>
                <a:cubicBezTo>
                  <a:pt x="2176123" y="13033"/>
                  <a:pt x="2176078" y="10098"/>
                  <a:pt x="2176033" y="7341"/>
                </a:cubicBezTo>
                <a:cubicBezTo>
                  <a:pt x="2175990" y="4582"/>
                  <a:pt x="2175923" y="2135"/>
                  <a:pt x="2175834" y="0"/>
                </a:cubicBezTo>
                <a:cubicBezTo>
                  <a:pt x="2176902" y="178"/>
                  <a:pt x="2177925" y="334"/>
                  <a:pt x="2178903" y="468"/>
                </a:cubicBezTo>
                <a:cubicBezTo>
                  <a:pt x="2179881" y="601"/>
                  <a:pt x="2180860" y="668"/>
                  <a:pt x="2181839" y="668"/>
                </a:cubicBezTo>
                <a:cubicBezTo>
                  <a:pt x="2182818" y="668"/>
                  <a:pt x="2183774" y="601"/>
                  <a:pt x="2184708" y="468"/>
                </a:cubicBezTo>
                <a:cubicBezTo>
                  <a:pt x="2185642" y="334"/>
                  <a:pt x="2186687" y="178"/>
                  <a:pt x="2187844" y="0"/>
                </a:cubicBezTo>
                <a:cubicBezTo>
                  <a:pt x="2187578" y="2847"/>
                  <a:pt x="2187356" y="6961"/>
                  <a:pt x="2187178" y="12344"/>
                </a:cubicBezTo>
                <a:cubicBezTo>
                  <a:pt x="2187000" y="17726"/>
                  <a:pt x="2186844" y="23665"/>
                  <a:pt x="2186710" y="30159"/>
                </a:cubicBezTo>
                <a:cubicBezTo>
                  <a:pt x="2186577" y="36654"/>
                  <a:pt x="2186465" y="43326"/>
                  <a:pt x="2186376" y="50178"/>
                </a:cubicBezTo>
                <a:cubicBezTo>
                  <a:pt x="2186287" y="57028"/>
                  <a:pt x="2186243" y="63299"/>
                  <a:pt x="2186243" y="68993"/>
                </a:cubicBezTo>
                <a:cubicBezTo>
                  <a:pt x="2186243" y="75132"/>
                  <a:pt x="2186287" y="80648"/>
                  <a:pt x="2186376" y="85542"/>
                </a:cubicBezTo>
                <a:cubicBezTo>
                  <a:pt x="2186465" y="90434"/>
                  <a:pt x="2186555" y="95460"/>
                  <a:pt x="2186644" y="100620"/>
                </a:cubicBezTo>
                <a:cubicBezTo>
                  <a:pt x="2184865" y="100442"/>
                  <a:pt x="2183130" y="100353"/>
                  <a:pt x="2181440" y="100353"/>
                </a:cubicBezTo>
                <a:cubicBezTo>
                  <a:pt x="2179838" y="100353"/>
                  <a:pt x="2178147" y="100442"/>
                  <a:pt x="2176367" y="100620"/>
                </a:cubicBezTo>
                <a:lnTo>
                  <a:pt x="2176769" y="87942"/>
                </a:lnTo>
                <a:lnTo>
                  <a:pt x="2176502" y="87942"/>
                </a:lnTo>
                <a:close/>
                <a:moveTo>
                  <a:pt x="2209064" y="38433"/>
                </a:moveTo>
                <a:cubicBezTo>
                  <a:pt x="2209064" y="35408"/>
                  <a:pt x="2209041" y="32117"/>
                  <a:pt x="2208997" y="28559"/>
                </a:cubicBezTo>
                <a:cubicBezTo>
                  <a:pt x="2208952" y="24999"/>
                  <a:pt x="2208885" y="21485"/>
                  <a:pt x="2208795" y="18015"/>
                </a:cubicBezTo>
                <a:cubicBezTo>
                  <a:pt x="2208707" y="14545"/>
                  <a:pt x="2208595" y="11231"/>
                  <a:pt x="2208461" y="8074"/>
                </a:cubicBezTo>
                <a:cubicBezTo>
                  <a:pt x="2208328" y="4915"/>
                  <a:pt x="2208173" y="2224"/>
                  <a:pt x="2207995" y="0"/>
                </a:cubicBezTo>
                <a:cubicBezTo>
                  <a:pt x="2210486" y="445"/>
                  <a:pt x="2212488" y="668"/>
                  <a:pt x="2214002" y="668"/>
                </a:cubicBezTo>
                <a:cubicBezTo>
                  <a:pt x="2215514" y="668"/>
                  <a:pt x="2217516" y="445"/>
                  <a:pt x="2220007" y="0"/>
                </a:cubicBezTo>
                <a:cubicBezTo>
                  <a:pt x="2219829" y="2224"/>
                  <a:pt x="2219673" y="4915"/>
                  <a:pt x="2219538" y="8074"/>
                </a:cubicBezTo>
                <a:cubicBezTo>
                  <a:pt x="2219405" y="11231"/>
                  <a:pt x="2219294" y="14545"/>
                  <a:pt x="2219204" y="18015"/>
                </a:cubicBezTo>
                <a:cubicBezTo>
                  <a:pt x="2219116" y="21485"/>
                  <a:pt x="2219050" y="24999"/>
                  <a:pt x="2219005" y="28559"/>
                </a:cubicBezTo>
                <a:cubicBezTo>
                  <a:pt x="2218960" y="32117"/>
                  <a:pt x="2218938" y="35408"/>
                  <a:pt x="2218938" y="38433"/>
                </a:cubicBezTo>
                <a:lnTo>
                  <a:pt x="2218938" y="62587"/>
                </a:lnTo>
                <a:cubicBezTo>
                  <a:pt x="2218938" y="65613"/>
                  <a:pt x="2218960" y="68905"/>
                  <a:pt x="2219005" y="72463"/>
                </a:cubicBezTo>
                <a:cubicBezTo>
                  <a:pt x="2219050" y="76021"/>
                  <a:pt x="2219116" y="79535"/>
                  <a:pt x="2219204" y="83004"/>
                </a:cubicBezTo>
                <a:cubicBezTo>
                  <a:pt x="2219294" y="86474"/>
                  <a:pt x="2219405" y="89766"/>
                  <a:pt x="2219538" y="92880"/>
                </a:cubicBezTo>
                <a:cubicBezTo>
                  <a:pt x="2219673" y="95994"/>
                  <a:pt x="2219829" y="98574"/>
                  <a:pt x="2220007" y="100620"/>
                </a:cubicBezTo>
                <a:cubicBezTo>
                  <a:pt x="2217959" y="100442"/>
                  <a:pt x="2215958" y="100353"/>
                  <a:pt x="2214002" y="100353"/>
                </a:cubicBezTo>
                <a:cubicBezTo>
                  <a:pt x="2212044" y="100353"/>
                  <a:pt x="2210042" y="100442"/>
                  <a:pt x="2207995" y="100620"/>
                </a:cubicBezTo>
                <a:cubicBezTo>
                  <a:pt x="2208173" y="98574"/>
                  <a:pt x="2208328" y="95994"/>
                  <a:pt x="2208461" y="92880"/>
                </a:cubicBezTo>
                <a:cubicBezTo>
                  <a:pt x="2208595" y="89766"/>
                  <a:pt x="2208707" y="86474"/>
                  <a:pt x="2208795" y="83004"/>
                </a:cubicBezTo>
                <a:cubicBezTo>
                  <a:pt x="2208885" y="79535"/>
                  <a:pt x="2208952" y="76021"/>
                  <a:pt x="2208997" y="72463"/>
                </a:cubicBezTo>
                <a:cubicBezTo>
                  <a:pt x="2209041" y="68905"/>
                  <a:pt x="2209064" y="65613"/>
                  <a:pt x="2209064" y="62587"/>
                </a:cubicBezTo>
                <a:lnTo>
                  <a:pt x="2209064" y="38433"/>
                </a:lnTo>
                <a:close/>
                <a:moveTo>
                  <a:pt x="2268048" y="40167"/>
                </a:moveTo>
                <a:cubicBezTo>
                  <a:pt x="2264756" y="40167"/>
                  <a:pt x="2261975" y="40924"/>
                  <a:pt x="2259705" y="42436"/>
                </a:cubicBezTo>
                <a:cubicBezTo>
                  <a:pt x="2257437" y="43948"/>
                  <a:pt x="2255569" y="45839"/>
                  <a:pt x="2254101" y="48109"/>
                </a:cubicBezTo>
                <a:cubicBezTo>
                  <a:pt x="2252634" y="50377"/>
                  <a:pt x="2251522" y="52868"/>
                  <a:pt x="2250766" y="55582"/>
                </a:cubicBezTo>
                <a:cubicBezTo>
                  <a:pt x="2250010" y="58296"/>
                  <a:pt x="2249543" y="60853"/>
                  <a:pt x="2249365" y="63255"/>
                </a:cubicBezTo>
                <a:cubicBezTo>
                  <a:pt x="2252122" y="63344"/>
                  <a:pt x="2254991" y="63434"/>
                  <a:pt x="2257970" y="63523"/>
                </a:cubicBezTo>
                <a:cubicBezTo>
                  <a:pt x="2260951" y="63612"/>
                  <a:pt x="2263865" y="63656"/>
                  <a:pt x="2266712" y="63656"/>
                </a:cubicBezTo>
                <a:cubicBezTo>
                  <a:pt x="2269648" y="63656"/>
                  <a:pt x="2272629" y="63612"/>
                  <a:pt x="2275653" y="63523"/>
                </a:cubicBezTo>
                <a:cubicBezTo>
                  <a:pt x="2278678" y="63434"/>
                  <a:pt x="2281614" y="63344"/>
                  <a:pt x="2284462" y="63255"/>
                </a:cubicBezTo>
                <a:cubicBezTo>
                  <a:pt x="2284462" y="60853"/>
                  <a:pt x="2284262" y="58318"/>
                  <a:pt x="2283862" y="55649"/>
                </a:cubicBezTo>
                <a:cubicBezTo>
                  <a:pt x="2283461" y="52979"/>
                  <a:pt x="2282660" y="50487"/>
                  <a:pt x="2281459" y="48174"/>
                </a:cubicBezTo>
                <a:cubicBezTo>
                  <a:pt x="2280257" y="45861"/>
                  <a:pt x="2278589" y="43948"/>
                  <a:pt x="2276454" y="42436"/>
                </a:cubicBezTo>
                <a:cubicBezTo>
                  <a:pt x="2274318" y="40924"/>
                  <a:pt x="2271516" y="40167"/>
                  <a:pt x="2268048" y="40167"/>
                </a:cubicBezTo>
                <a:moveTo>
                  <a:pt x="2237221" y="70995"/>
                </a:moveTo>
                <a:cubicBezTo>
                  <a:pt x="2237221" y="60052"/>
                  <a:pt x="2239822" y="51467"/>
                  <a:pt x="2245026" y="45240"/>
                </a:cubicBezTo>
                <a:cubicBezTo>
                  <a:pt x="2250231" y="39012"/>
                  <a:pt x="2257816" y="35897"/>
                  <a:pt x="2267781" y="35897"/>
                </a:cubicBezTo>
                <a:cubicBezTo>
                  <a:pt x="2272496" y="35897"/>
                  <a:pt x="2276566" y="36632"/>
                  <a:pt x="2279991" y="38101"/>
                </a:cubicBezTo>
                <a:cubicBezTo>
                  <a:pt x="2283416" y="39568"/>
                  <a:pt x="2286285" y="41525"/>
                  <a:pt x="2288598" y="43971"/>
                </a:cubicBezTo>
                <a:cubicBezTo>
                  <a:pt x="2290911" y="46417"/>
                  <a:pt x="2292624" y="49287"/>
                  <a:pt x="2293735" y="52579"/>
                </a:cubicBezTo>
                <a:cubicBezTo>
                  <a:pt x="2294847" y="55870"/>
                  <a:pt x="2295403" y="59384"/>
                  <a:pt x="2295403" y="63120"/>
                </a:cubicBezTo>
                <a:cubicBezTo>
                  <a:pt x="2295403" y="64011"/>
                  <a:pt x="2295381" y="64879"/>
                  <a:pt x="2295336" y="65725"/>
                </a:cubicBezTo>
                <a:cubicBezTo>
                  <a:pt x="2295292" y="66569"/>
                  <a:pt x="2295226" y="67436"/>
                  <a:pt x="2295136" y="68325"/>
                </a:cubicBezTo>
                <a:cubicBezTo>
                  <a:pt x="2290332" y="68237"/>
                  <a:pt x="2285573" y="68149"/>
                  <a:pt x="2280858" y="68060"/>
                </a:cubicBezTo>
                <a:cubicBezTo>
                  <a:pt x="2276143" y="67971"/>
                  <a:pt x="2271384" y="67926"/>
                  <a:pt x="2266580" y="67926"/>
                </a:cubicBezTo>
                <a:cubicBezTo>
                  <a:pt x="2263643" y="67926"/>
                  <a:pt x="2260730" y="67971"/>
                  <a:pt x="2257838" y="68060"/>
                </a:cubicBezTo>
                <a:cubicBezTo>
                  <a:pt x="2254947" y="68149"/>
                  <a:pt x="2252033" y="68237"/>
                  <a:pt x="2249096" y="68325"/>
                </a:cubicBezTo>
                <a:cubicBezTo>
                  <a:pt x="2249008" y="68770"/>
                  <a:pt x="2248964" y="69437"/>
                  <a:pt x="2248964" y="70327"/>
                </a:cubicBezTo>
                <a:lnTo>
                  <a:pt x="2248964" y="72062"/>
                </a:lnTo>
                <a:cubicBezTo>
                  <a:pt x="2248964" y="75531"/>
                  <a:pt x="2249475" y="78779"/>
                  <a:pt x="2250497" y="81805"/>
                </a:cubicBezTo>
                <a:cubicBezTo>
                  <a:pt x="2251521" y="84830"/>
                  <a:pt x="2253011" y="87432"/>
                  <a:pt x="2254969" y="89612"/>
                </a:cubicBezTo>
                <a:cubicBezTo>
                  <a:pt x="2256926" y="91791"/>
                  <a:pt x="2259329" y="93526"/>
                  <a:pt x="2262175" y="94817"/>
                </a:cubicBezTo>
                <a:cubicBezTo>
                  <a:pt x="2265022" y="96106"/>
                  <a:pt x="2268314" y="96751"/>
                  <a:pt x="2272051" y="96751"/>
                </a:cubicBezTo>
                <a:cubicBezTo>
                  <a:pt x="2273830" y="96751"/>
                  <a:pt x="2275653" y="96507"/>
                  <a:pt x="2277521" y="96018"/>
                </a:cubicBezTo>
                <a:cubicBezTo>
                  <a:pt x="2279390" y="95528"/>
                  <a:pt x="2281214" y="94860"/>
                  <a:pt x="2282992" y="94015"/>
                </a:cubicBezTo>
                <a:cubicBezTo>
                  <a:pt x="2284772" y="93169"/>
                  <a:pt x="2286440" y="92168"/>
                  <a:pt x="2287997" y="91013"/>
                </a:cubicBezTo>
                <a:cubicBezTo>
                  <a:pt x="2289554" y="89856"/>
                  <a:pt x="2290911" y="88610"/>
                  <a:pt x="2292068" y="87275"/>
                </a:cubicBezTo>
                <a:lnTo>
                  <a:pt x="2292736" y="87676"/>
                </a:lnTo>
                <a:lnTo>
                  <a:pt x="2291935" y="94214"/>
                </a:lnTo>
                <a:cubicBezTo>
                  <a:pt x="2289265" y="96349"/>
                  <a:pt x="2285951" y="98173"/>
                  <a:pt x="2281992" y="99686"/>
                </a:cubicBezTo>
                <a:cubicBezTo>
                  <a:pt x="2278034" y="101198"/>
                  <a:pt x="2273919" y="101954"/>
                  <a:pt x="2269648" y="101954"/>
                </a:cubicBezTo>
                <a:cubicBezTo>
                  <a:pt x="2264844" y="101954"/>
                  <a:pt x="2260462" y="101220"/>
                  <a:pt x="2256502" y="99753"/>
                </a:cubicBezTo>
                <a:cubicBezTo>
                  <a:pt x="2252544" y="98285"/>
                  <a:pt x="2249119" y="96151"/>
                  <a:pt x="2246227" y="93349"/>
                </a:cubicBezTo>
                <a:cubicBezTo>
                  <a:pt x="2243337" y="90545"/>
                  <a:pt x="2241113" y="87231"/>
                  <a:pt x="2239556" y="83406"/>
                </a:cubicBezTo>
                <a:cubicBezTo>
                  <a:pt x="2237999" y="79580"/>
                  <a:pt x="2237221" y="75443"/>
                  <a:pt x="2237221" y="70995"/>
                </a:cubicBezTo>
                <a:close/>
                <a:moveTo>
                  <a:pt x="2308748" y="88209"/>
                </a:moveTo>
                <a:cubicBezTo>
                  <a:pt x="2309194" y="89100"/>
                  <a:pt x="2309883" y="90078"/>
                  <a:pt x="2310817" y="91145"/>
                </a:cubicBezTo>
                <a:cubicBezTo>
                  <a:pt x="2311751" y="92212"/>
                  <a:pt x="2312863" y="93214"/>
                  <a:pt x="2314153" y="94149"/>
                </a:cubicBezTo>
                <a:cubicBezTo>
                  <a:pt x="2315444" y="95083"/>
                  <a:pt x="2316912" y="95861"/>
                  <a:pt x="2318557" y="96485"/>
                </a:cubicBezTo>
                <a:cubicBezTo>
                  <a:pt x="2320202" y="97106"/>
                  <a:pt x="2321960" y="97417"/>
                  <a:pt x="2323829" y="97417"/>
                </a:cubicBezTo>
                <a:cubicBezTo>
                  <a:pt x="2325519" y="97417"/>
                  <a:pt x="2327143" y="97150"/>
                  <a:pt x="2328700" y="96617"/>
                </a:cubicBezTo>
                <a:cubicBezTo>
                  <a:pt x="2330257" y="96083"/>
                  <a:pt x="2331635" y="95327"/>
                  <a:pt x="2332835" y="94349"/>
                </a:cubicBezTo>
                <a:cubicBezTo>
                  <a:pt x="2334037" y="93370"/>
                  <a:pt x="2334993" y="92124"/>
                  <a:pt x="2335705" y="90612"/>
                </a:cubicBezTo>
                <a:cubicBezTo>
                  <a:pt x="2336417" y="89100"/>
                  <a:pt x="2336774" y="87365"/>
                  <a:pt x="2336774" y="85407"/>
                </a:cubicBezTo>
                <a:cubicBezTo>
                  <a:pt x="2336774" y="82649"/>
                  <a:pt x="2335995" y="80536"/>
                  <a:pt x="2334438" y="79068"/>
                </a:cubicBezTo>
                <a:cubicBezTo>
                  <a:pt x="2332881" y="77601"/>
                  <a:pt x="2330946" y="76400"/>
                  <a:pt x="2328633" y="75466"/>
                </a:cubicBezTo>
                <a:cubicBezTo>
                  <a:pt x="2326319" y="74531"/>
                  <a:pt x="2323784" y="73708"/>
                  <a:pt x="2321025" y="72996"/>
                </a:cubicBezTo>
                <a:cubicBezTo>
                  <a:pt x="2318268" y="72285"/>
                  <a:pt x="2315733" y="71284"/>
                  <a:pt x="2313420" y="69995"/>
                </a:cubicBezTo>
                <a:cubicBezTo>
                  <a:pt x="2311106" y="68704"/>
                  <a:pt x="2309171" y="66991"/>
                  <a:pt x="2307614" y="64857"/>
                </a:cubicBezTo>
                <a:cubicBezTo>
                  <a:pt x="2306057" y="62722"/>
                  <a:pt x="2305279" y="59786"/>
                  <a:pt x="2305279" y="56048"/>
                </a:cubicBezTo>
                <a:cubicBezTo>
                  <a:pt x="2305279" y="53112"/>
                  <a:pt x="2305768" y="50421"/>
                  <a:pt x="2306747" y="47975"/>
                </a:cubicBezTo>
                <a:cubicBezTo>
                  <a:pt x="2307726" y="45528"/>
                  <a:pt x="2309149" y="43415"/>
                  <a:pt x="2311017" y="41636"/>
                </a:cubicBezTo>
                <a:cubicBezTo>
                  <a:pt x="2312885" y="39856"/>
                  <a:pt x="2315198" y="38455"/>
                  <a:pt x="2317956" y="37433"/>
                </a:cubicBezTo>
                <a:cubicBezTo>
                  <a:pt x="2320715" y="36409"/>
                  <a:pt x="2323873" y="35897"/>
                  <a:pt x="2327431" y="35897"/>
                </a:cubicBezTo>
                <a:cubicBezTo>
                  <a:pt x="2330723" y="35897"/>
                  <a:pt x="2333503" y="36343"/>
                  <a:pt x="2335772" y="37233"/>
                </a:cubicBezTo>
                <a:cubicBezTo>
                  <a:pt x="2338040" y="38122"/>
                  <a:pt x="2340198" y="38923"/>
                  <a:pt x="2342245" y="39634"/>
                </a:cubicBezTo>
                <a:cubicBezTo>
                  <a:pt x="2341532" y="40968"/>
                  <a:pt x="2340864" y="42614"/>
                  <a:pt x="2340241" y="44572"/>
                </a:cubicBezTo>
                <a:cubicBezTo>
                  <a:pt x="2339620" y="46529"/>
                  <a:pt x="2339220" y="48042"/>
                  <a:pt x="2339042" y="49109"/>
                </a:cubicBezTo>
                <a:lnTo>
                  <a:pt x="2337439" y="49109"/>
                </a:lnTo>
                <a:cubicBezTo>
                  <a:pt x="2336728" y="46973"/>
                  <a:pt x="2335349" y="45061"/>
                  <a:pt x="2333302" y="43371"/>
                </a:cubicBezTo>
                <a:cubicBezTo>
                  <a:pt x="2331256" y="41680"/>
                  <a:pt x="2328721" y="40835"/>
                  <a:pt x="2325696" y="40835"/>
                </a:cubicBezTo>
                <a:cubicBezTo>
                  <a:pt x="2324362" y="40835"/>
                  <a:pt x="2323027" y="41058"/>
                  <a:pt x="2321693" y="41503"/>
                </a:cubicBezTo>
                <a:cubicBezTo>
                  <a:pt x="2320359" y="41947"/>
                  <a:pt x="2319157" y="42614"/>
                  <a:pt x="2318089" y="43505"/>
                </a:cubicBezTo>
                <a:cubicBezTo>
                  <a:pt x="2317022" y="44394"/>
                  <a:pt x="2316133" y="45551"/>
                  <a:pt x="2315421" y="46975"/>
                </a:cubicBezTo>
                <a:cubicBezTo>
                  <a:pt x="2314710" y="48397"/>
                  <a:pt x="2314354" y="50087"/>
                  <a:pt x="2314354" y="52045"/>
                </a:cubicBezTo>
                <a:cubicBezTo>
                  <a:pt x="2314354" y="54892"/>
                  <a:pt x="2315132" y="57094"/>
                  <a:pt x="2316688" y="58651"/>
                </a:cubicBezTo>
                <a:cubicBezTo>
                  <a:pt x="2318245" y="60208"/>
                  <a:pt x="2320180" y="61432"/>
                  <a:pt x="2322493" y="62322"/>
                </a:cubicBezTo>
                <a:cubicBezTo>
                  <a:pt x="2324806" y="63211"/>
                  <a:pt x="2327342" y="63990"/>
                  <a:pt x="2330099" y="64658"/>
                </a:cubicBezTo>
                <a:cubicBezTo>
                  <a:pt x="2332857" y="65324"/>
                  <a:pt x="2335393" y="66258"/>
                  <a:pt x="2337706" y="67460"/>
                </a:cubicBezTo>
                <a:cubicBezTo>
                  <a:pt x="2340019" y="68660"/>
                  <a:pt x="2341955" y="70327"/>
                  <a:pt x="2343512" y="72463"/>
                </a:cubicBezTo>
                <a:cubicBezTo>
                  <a:pt x="2345069" y="74598"/>
                  <a:pt x="2345847" y="77534"/>
                  <a:pt x="2345847" y="81270"/>
                </a:cubicBezTo>
                <a:cubicBezTo>
                  <a:pt x="2345847" y="83850"/>
                  <a:pt x="2345291" y="86386"/>
                  <a:pt x="2344180" y="88877"/>
                </a:cubicBezTo>
                <a:cubicBezTo>
                  <a:pt x="2343068" y="91368"/>
                  <a:pt x="2341466" y="93615"/>
                  <a:pt x="2339374" y="95617"/>
                </a:cubicBezTo>
                <a:cubicBezTo>
                  <a:pt x="2337283" y="97618"/>
                  <a:pt x="2334770" y="99174"/>
                  <a:pt x="2331834" y="100286"/>
                </a:cubicBezTo>
                <a:cubicBezTo>
                  <a:pt x="2328899" y="101398"/>
                  <a:pt x="2325563" y="101954"/>
                  <a:pt x="2321827" y="101954"/>
                </a:cubicBezTo>
                <a:cubicBezTo>
                  <a:pt x="2317734" y="101954"/>
                  <a:pt x="2314309" y="101554"/>
                  <a:pt x="2311550" y="100753"/>
                </a:cubicBezTo>
                <a:cubicBezTo>
                  <a:pt x="2308793" y="99953"/>
                  <a:pt x="2306480" y="99019"/>
                  <a:pt x="2304611" y="97951"/>
                </a:cubicBezTo>
                <a:cubicBezTo>
                  <a:pt x="2305146" y="96794"/>
                  <a:pt x="2305702" y="95215"/>
                  <a:pt x="2306280" y="93214"/>
                </a:cubicBezTo>
                <a:cubicBezTo>
                  <a:pt x="2306859" y="91212"/>
                  <a:pt x="2307148" y="89544"/>
                  <a:pt x="2307148" y="88209"/>
                </a:cubicBezTo>
                <a:lnTo>
                  <a:pt x="2308748" y="88209"/>
                </a:lnTo>
                <a:close/>
                <a:moveTo>
                  <a:pt x="2360661" y="88209"/>
                </a:moveTo>
                <a:cubicBezTo>
                  <a:pt x="2361106" y="89100"/>
                  <a:pt x="2361796" y="90078"/>
                  <a:pt x="2362730" y="91145"/>
                </a:cubicBezTo>
                <a:cubicBezTo>
                  <a:pt x="2363664" y="92212"/>
                  <a:pt x="2364776" y="93214"/>
                  <a:pt x="2366065" y="94149"/>
                </a:cubicBezTo>
                <a:cubicBezTo>
                  <a:pt x="2367356" y="95083"/>
                  <a:pt x="2368824" y="95861"/>
                  <a:pt x="2370470" y="96485"/>
                </a:cubicBezTo>
                <a:cubicBezTo>
                  <a:pt x="2372115" y="97106"/>
                  <a:pt x="2373872" y="97417"/>
                  <a:pt x="2375742" y="97417"/>
                </a:cubicBezTo>
                <a:cubicBezTo>
                  <a:pt x="2377432" y="97417"/>
                  <a:pt x="2379055" y="97150"/>
                  <a:pt x="2380612" y="96617"/>
                </a:cubicBezTo>
                <a:cubicBezTo>
                  <a:pt x="2382169" y="96083"/>
                  <a:pt x="2383548" y="95327"/>
                  <a:pt x="2384748" y="94349"/>
                </a:cubicBezTo>
                <a:cubicBezTo>
                  <a:pt x="2385949" y="93370"/>
                  <a:pt x="2386906" y="92124"/>
                  <a:pt x="2387617" y="90612"/>
                </a:cubicBezTo>
                <a:cubicBezTo>
                  <a:pt x="2388330" y="89100"/>
                  <a:pt x="2388686" y="87365"/>
                  <a:pt x="2388686" y="85407"/>
                </a:cubicBezTo>
                <a:cubicBezTo>
                  <a:pt x="2388686" y="82649"/>
                  <a:pt x="2387908" y="80536"/>
                  <a:pt x="2386350" y="79068"/>
                </a:cubicBezTo>
                <a:cubicBezTo>
                  <a:pt x="2384793" y="77601"/>
                  <a:pt x="2382858" y="76400"/>
                  <a:pt x="2380545" y="75466"/>
                </a:cubicBezTo>
                <a:cubicBezTo>
                  <a:pt x="2378232" y="74531"/>
                  <a:pt x="2375696" y="73708"/>
                  <a:pt x="2372938" y="72996"/>
                </a:cubicBezTo>
                <a:cubicBezTo>
                  <a:pt x="2370180" y="72285"/>
                  <a:pt x="2367645" y="71284"/>
                  <a:pt x="2365332" y="69995"/>
                </a:cubicBezTo>
                <a:cubicBezTo>
                  <a:pt x="2363019" y="68704"/>
                  <a:pt x="2361084" y="66991"/>
                  <a:pt x="2359527" y="64857"/>
                </a:cubicBezTo>
                <a:cubicBezTo>
                  <a:pt x="2357970" y="62722"/>
                  <a:pt x="2357191" y="59786"/>
                  <a:pt x="2357191" y="56048"/>
                </a:cubicBezTo>
                <a:cubicBezTo>
                  <a:pt x="2357191" y="53112"/>
                  <a:pt x="2357680" y="50421"/>
                  <a:pt x="2358659" y="47975"/>
                </a:cubicBezTo>
                <a:cubicBezTo>
                  <a:pt x="2359638" y="45528"/>
                  <a:pt x="2361061" y="43415"/>
                  <a:pt x="2362929" y="41636"/>
                </a:cubicBezTo>
                <a:cubicBezTo>
                  <a:pt x="2364797" y="39856"/>
                  <a:pt x="2367110" y="38455"/>
                  <a:pt x="2369869" y="37433"/>
                </a:cubicBezTo>
                <a:cubicBezTo>
                  <a:pt x="2372627" y="36409"/>
                  <a:pt x="2375786" y="35897"/>
                  <a:pt x="2379344" y="35897"/>
                </a:cubicBezTo>
                <a:cubicBezTo>
                  <a:pt x="2382636" y="35897"/>
                  <a:pt x="2385416" y="36343"/>
                  <a:pt x="2387684" y="37233"/>
                </a:cubicBezTo>
                <a:cubicBezTo>
                  <a:pt x="2389953" y="38122"/>
                  <a:pt x="2392110" y="38923"/>
                  <a:pt x="2394158" y="39634"/>
                </a:cubicBezTo>
                <a:cubicBezTo>
                  <a:pt x="2393445" y="40968"/>
                  <a:pt x="2392777" y="42614"/>
                  <a:pt x="2392154" y="44572"/>
                </a:cubicBezTo>
                <a:cubicBezTo>
                  <a:pt x="2391532" y="46529"/>
                  <a:pt x="2391132" y="48042"/>
                  <a:pt x="2390954" y="49109"/>
                </a:cubicBezTo>
                <a:lnTo>
                  <a:pt x="2389352" y="49109"/>
                </a:lnTo>
                <a:cubicBezTo>
                  <a:pt x="2388641" y="46973"/>
                  <a:pt x="2387261" y="45061"/>
                  <a:pt x="2385214" y="43371"/>
                </a:cubicBezTo>
                <a:cubicBezTo>
                  <a:pt x="2383168" y="41680"/>
                  <a:pt x="2380633" y="40835"/>
                  <a:pt x="2377609" y="40835"/>
                </a:cubicBezTo>
                <a:cubicBezTo>
                  <a:pt x="2376274" y="40835"/>
                  <a:pt x="2374940" y="41058"/>
                  <a:pt x="2373605" y="41503"/>
                </a:cubicBezTo>
                <a:cubicBezTo>
                  <a:pt x="2372271" y="41947"/>
                  <a:pt x="2371070" y="42614"/>
                  <a:pt x="2370001" y="43505"/>
                </a:cubicBezTo>
                <a:cubicBezTo>
                  <a:pt x="2368934" y="44394"/>
                  <a:pt x="2368045" y="45551"/>
                  <a:pt x="2367334" y="46975"/>
                </a:cubicBezTo>
                <a:cubicBezTo>
                  <a:pt x="2366622" y="48397"/>
                  <a:pt x="2366267" y="50087"/>
                  <a:pt x="2366267" y="52045"/>
                </a:cubicBezTo>
                <a:cubicBezTo>
                  <a:pt x="2366267" y="54892"/>
                  <a:pt x="2367045" y="57094"/>
                  <a:pt x="2368600" y="58651"/>
                </a:cubicBezTo>
                <a:cubicBezTo>
                  <a:pt x="2370157" y="60208"/>
                  <a:pt x="2372093" y="61432"/>
                  <a:pt x="2374406" y="62322"/>
                </a:cubicBezTo>
                <a:cubicBezTo>
                  <a:pt x="2376719" y="63211"/>
                  <a:pt x="2379254" y="63990"/>
                  <a:pt x="2382011" y="64658"/>
                </a:cubicBezTo>
                <a:cubicBezTo>
                  <a:pt x="2384770" y="65324"/>
                  <a:pt x="2387305" y="66258"/>
                  <a:pt x="2389619" y="67460"/>
                </a:cubicBezTo>
                <a:cubicBezTo>
                  <a:pt x="2391932" y="68660"/>
                  <a:pt x="2393867" y="70327"/>
                  <a:pt x="2395424" y="72463"/>
                </a:cubicBezTo>
                <a:cubicBezTo>
                  <a:pt x="2396981" y="74598"/>
                  <a:pt x="2397760" y="77534"/>
                  <a:pt x="2397760" y="81270"/>
                </a:cubicBezTo>
                <a:cubicBezTo>
                  <a:pt x="2397760" y="83850"/>
                  <a:pt x="2397204" y="86386"/>
                  <a:pt x="2396092" y="88877"/>
                </a:cubicBezTo>
                <a:cubicBezTo>
                  <a:pt x="2394980" y="91368"/>
                  <a:pt x="2393378" y="93615"/>
                  <a:pt x="2391286" y="95617"/>
                </a:cubicBezTo>
                <a:cubicBezTo>
                  <a:pt x="2389196" y="97618"/>
                  <a:pt x="2386682" y="99174"/>
                  <a:pt x="2383746" y="100286"/>
                </a:cubicBezTo>
                <a:cubicBezTo>
                  <a:pt x="2380811" y="101398"/>
                  <a:pt x="2377476" y="101954"/>
                  <a:pt x="2373740" y="101954"/>
                </a:cubicBezTo>
                <a:cubicBezTo>
                  <a:pt x="2369647" y="101954"/>
                  <a:pt x="2366221" y="101554"/>
                  <a:pt x="2363463" y="100753"/>
                </a:cubicBezTo>
                <a:cubicBezTo>
                  <a:pt x="2360706" y="99953"/>
                  <a:pt x="2358392" y="99019"/>
                  <a:pt x="2356523" y="97951"/>
                </a:cubicBezTo>
                <a:cubicBezTo>
                  <a:pt x="2357058" y="96794"/>
                  <a:pt x="2357615" y="95215"/>
                  <a:pt x="2358193" y="93214"/>
                </a:cubicBezTo>
                <a:cubicBezTo>
                  <a:pt x="2358771" y="91212"/>
                  <a:pt x="2359060" y="89544"/>
                  <a:pt x="2359060" y="88209"/>
                </a:cubicBezTo>
                <a:lnTo>
                  <a:pt x="2360661" y="882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ofmypersonalperspectives.">
            <a:extLst xmlns:a="http://schemas.openxmlformats.org/drawingml/2006/main">
              <a:ext uri="{FF2B5EF4-FFF2-40B4-BE49-F238E27FC236}">
                <a16:creationId xmlns:a16="http://schemas.microsoft.com/office/drawing/2014/main" id="{40B2FB74-0387-4AF0-9A15-24B868E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041" y="3035807"/>
            <a:ext cx="1610328" cy="136119"/>
          </a:xfrm>
          <a:custGeom xmlns:a="http://schemas.openxmlformats.org/drawingml/2006/main">
            <a:pathLst>
              <a:path w="1610328" h="136119">
                <a:moveTo>
                  <a:pt x="11743" y="69528"/>
                </a:moveTo>
                <a:cubicBezTo>
                  <a:pt x="11743" y="73264"/>
                  <a:pt x="12076" y="76867"/>
                  <a:pt x="12743" y="80337"/>
                </a:cubicBezTo>
                <a:cubicBezTo>
                  <a:pt x="13411" y="83807"/>
                  <a:pt x="14545" y="86898"/>
                  <a:pt x="16146" y="89612"/>
                </a:cubicBezTo>
                <a:cubicBezTo>
                  <a:pt x="17747" y="92326"/>
                  <a:pt x="19883" y="94484"/>
                  <a:pt x="22552" y="96085"/>
                </a:cubicBezTo>
                <a:cubicBezTo>
                  <a:pt x="25221" y="97686"/>
                  <a:pt x="28513" y="98486"/>
                  <a:pt x="32428" y="98486"/>
                </a:cubicBezTo>
                <a:cubicBezTo>
                  <a:pt x="36343" y="98486"/>
                  <a:pt x="39635" y="97686"/>
                  <a:pt x="42303" y="96085"/>
                </a:cubicBezTo>
                <a:cubicBezTo>
                  <a:pt x="44972" y="94484"/>
                  <a:pt x="47107" y="92326"/>
                  <a:pt x="48708" y="89612"/>
                </a:cubicBezTo>
                <a:cubicBezTo>
                  <a:pt x="50309" y="86898"/>
                  <a:pt x="51444" y="83807"/>
                  <a:pt x="52110" y="80337"/>
                </a:cubicBezTo>
                <a:cubicBezTo>
                  <a:pt x="52778" y="76867"/>
                  <a:pt x="53112" y="73264"/>
                  <a:pt x="53112" y="69528"/>
                </a:cubicBezTo>
                <a:cubicBezTo>
                  <a:pt x="53112" y="65791"/>
                  <a:pt x="52778" y="62188"/>
                  <a:pt x="52110" y="58718"/>
                </a:cubicBezTo>
                <a:cubicBezTo>
                  <a:pt x="51444" y="55248"/>
                  <a:pt x="50309" y="52157"/>
                  <a:pt x="48708" y="49445"/>
                </a:cubicBezTo>
                <a:cubicBezTo>
                  <a:pt x="47107" y="46731"/>
                  <a:pt x="44972" y="44573"/>
                  <a:pt x="42303" y="42971"/>
                </a:cubicBezTo>
                <a:cubicBezTo>
                  <a:pt x="39635" y="41370"/>
                  <a:pt x="36343" y="40569"/>
                  <a:pt x="32428" y="40569"/>
                </a:cubicBezTo>
                <a:cubicBezTo>
                  <a:pt x="28513" y="40569"/>
                  <a:pt x="25221" y="41370"/>
                  <a:pt x="22552" y="42971"/>
                </a:cubicBezTo>
                <a:cubicBezTo>
                  <a:pt x="19883" y="44573"/>
                  <a:pt x="17747" y="46731"/>
                  <a:pt x="16146" y="49445"/>
                </a:cubicBezTo>
                <a:cubicBezTo>
                  <a:pt x="14545" y="52157"/>
                  <a:pt x="13411" y="55248"/>
                  <a:pt x="12743" y="58718"/>
                </a:cubicBezTo>
                <a:cubicBezTo>
                  <a:pt x="12076" y="62188"/>
                  <a:pt x="11743" y="65791"/>
                  <a:pt x="11743" y="69528"/>
                </a:cubicBezTo>
                <a:moveTo>
                  <a:pt x="0" y="69528"/>
                </a:moveTo>
                <a:cubicBezTo>
                  <a:pt x="0" y="63478"/>
                  <a:pt x="956" y="58340"/>
                  <a:pt x="2869" y="54114"/>
                </a:cubicBezTo>
                <a:cubicBezTo>
                  <a:pt x="4782" y="49888"/>
                  <a:pt x="7295" y="46463"/>
                  <a:pt x="10407" y="43839"/>
                </a:cubicBezTo>
                <a:cubicBezTo>
                  <a:pt x="13522" y="41215"/>
                  <a:pt x="17014" y="39302"/>
                  <a:pt x="20884" y="38101"/>
                </a:cubicBezTo>
                <a:cubicBezTo>
                  <a:pt x="24754" y="36899"/>
                  <a:pt x="28602" y="36299"/>
                  <a:pt x="32428" y="36299"/>
                </a:cubicBezTo>
                <a:cubicBezTo>
                  <a:pt x="36343" y="36299"/>
                  <a:pt x="40213" y="36899"/>
                  <a:pt x="44038" y="38101"/>
                </a:cubicBezTo>
                <a:cubicBezTo>
                  <a:pt x="47864" y="39302"/>
                  <a:pt x="51333" y="41215"/>
                  <a:pt x="54446" y="43839"/>
                </a:cubicBezTo>
                <a:cubicBezTo>
                  <a:pt x="57560" y="46463"/>
                  <a:pt x="60073" y="49888"/>
                  <a:pt x="61986" y="54114"/>
                </a:cubicBezTo>
                <a:cubicBezTo>
                  <a:pt x="63899" y="58340"/>
                  <a:pt x="64855" y="63478"/>
                  <a:pt x="64855" y="69528"/>
                </a:cubicBezTo>
                <a:cubicBezTo>
                  <a:pt x="64855" y="75577"/>
                  <a:pt x="63899" y="80715"/>
                  <a:pt x="61986" y="84941"/>
                </a:cubicBezTo>
                <a:cubicBezTo>
                  <a:pt x="60073" y="89167"/>
                  <a:pt x="57560" y="92593"/>
                  <a:pt x="54446" y="95218"/>
                </a:cubicBezTo>
                <a:cubicBezTo>
                  <a:pt x="51333" y="97842"/>
                  <a:pt x="47864" y="99688"/>
                  <a:pt x="44038" y="100755"/>
                </a:cubicBezTo>
                <a:cubicBezTo>
                  <a:pt x="40213" y="101822"/>
                  <a:pt x="36343" y="102355"/>
                  <a:pt x="32428" y="102355"/>
                </a:cubicBezTo>
                <a:cubicBezTo>
                  <a:pt x="28602" y="102355"/>
                  <a:pt x="24754" y="101822"/>
                  <a:pt x="20884" y="100755"/>
                </a:cubicBezTo>
                <a:cubicBezTo>
                  <a:pt x="17014" y="99688"/>
                  <a:pt x="13522" y="97842"/>
                  <a:pt x="10407" y="95218"/>
                </a:cubicBezTo>
                <a:cubicBezTo>
                  <a:pt x="7295" y="92593"/>
                  <a:pt x="4782" y="89167"/>
                  <a:pt x="2869" y="84941"/>
                </a:cubicBezTo>
                <a:cubicBezTo>
                  <a:pt x="956" y="80715"/>
                  <a:pt x="0" y="75577"/>
                  <a:pt x="0" y="69528"/>
                </a:cubicBezTo>
                <a:close/>
                <a:moveTo>
                  <a:pt x="107959" y="11476"/>
                </a:moveTo>
                <a:cubicBezTo>
                  <a:pt x="105825" y="10142"/>
                  <a:pt x="103379" y="9475"/>
                  <a:pt x="100620" y="9475"/>
                </a:cubicBezTo>
                <a:cubicBezTo>
                  <a:pt x="98663" y="9475"/>
                  <a:pt x="96994" y="9853"/>
                  <a:pt x="95615" y="10609"/>
                </a:cubicBezTo>
                <a:cubicBezTo>
                  <a:pt x="94236" y="11365"/>
                  <a:pt x="93102" y="12344"/>
                  <a:pt x="92212" y="13545"/>
                </a:cubicBezTo>
                <a:cubicBezTo>
                  <a:pt x="91323" y="14747"/>
                  <a:pt x="90678" y="16148"/>
                  <a:pt x="90278" y="17750"/>
                </a:cubicBezTo>
                <a:cubicBezTo>
                  <a:pt x="89878" y="19351"/>
                  <a:pt x="89677" y="21041"/>
                  <a:pt x="89677" y="22820"/>
                </a:cubicBezTo>
                <a:cubicBezTo>
                  <a:pt x="89677" y="24422"/>
                  <a:pt x="89833" y="26736"/>
                  <a:pt x="90144" y="29760"/>
                </a:cubicBezTo>
                <a:cubicBezTo>
                  <a:pt x="90456" y="32785"/>
                  <a:pt x="90834" y="35676"/>
                  <a:pt x="91278" y="38435"/>
                </a:cubicBezTo>
                <a:cubicBezTo>
                  <a:pt x="93591" y="38435"/>
                  <a:pt x="95882" y="38412"/>
                  <a:pt x="98150" y="38367"/>
                </a:cubicBezTo>
                <a:cubicBezTo>
                  <a:pt x="100420" y="38323"/>
                  <a:pt x="102711" y="38300"/>
                  <a:pt x="105025" y="38300"/>
                </a:cubicBezTo>
                <a:cubicBezTo>
                  <a:pt x="104935" y="38745"/>
                  <a:pt x="104868" y="39191"/>
                  <a:pt x="104823" y="39636"/>
                </a:cubicBezTo>
                <a:cubicBezTo>
                  <a:pt x="104780" y="40080"/>
                  <a:pt x="104758" y="40524"/>
                  <a:pt x="104758" y="40970"/>
                </a:cubicBezTo>
                <a:cubicBezTo>
                  <a:pt x="104758" y="41415"/>
                  <a:pt x="104780" y="41860"/>
                  <a:pt x="104823" y="42306"/>
                </a:cubicBezTo>
                <a:cubicBezTo>
                  <a:pt x="104868" y="42749"/>
                  <a:pt x="104935" y="43194"/>
                  <a:pt x="105025" y="43639"/>
                </a:cubicBezTo>
                <a:cubicBezTo>
                  <a:pt x="102711" y="43550"/>
                  <a:pt x="100420" y="43461"/>
                  <a:pt x="98150" y="43373"/>
                </a:cubicBezTo>
                <a:cubicBezTo>
                  <a:pt x="95882" y="43283"/>
                  <a:pt x="93591" y="43238"/>
                  <a:pt x="91278" y="43238"/>
                </a:cubicBezTo>
                <a:cubicBezTo>
                  <a:pt x="91278" y="52935"/>
                  <a:pt x="91300" y="62566"/>
                  <a:pt x="91345" y="72131"/>
                </a:cubicBezTo>
                <a:cubicBezTo>
                  <a:pt x="91390" y="81694"/>
                  <a:pt x="91546" y="91325"/>
                  <a:pt x="91813" y="101021"/>
                </a:cubicBezTo>
                <a:cubicBezTo>
                  <a:pt x="90835" y="100844"/>
                  <a:pt x="89856" y="100755"/>
                  <a:pt x="88877" y="100755"/>
                </a:cubicBezTo>
                <a:cubicBezTo>
                  <a:pt x="87898" y="100755"/>
                  <a:pt x="86964" y="100755"/>
                  <a:pt x="86073" y="100755"/>
                </a:cubicBezTo>
                <a:cubicBezTo>
                  <a:pt x="84205" y="100755"/>
                  <a:pt x="82248" y="100844"/>
                  <a:pt x="80203" y="101021"/>
                </a:cubicBezTo>
                <a:cubicBezTo>
                  <a:pt x="80826" y="91325"/>
                  <a:pt x="81181" y="81739"/>
                  <a:pt x="81270" y="72263"/>
                </a:cubicBezTo>
                <a:cubicBezTo>
                  <a:pt x="81359" y="62788"/>
                  <a:pt x="81404" y="53113"/>
                  <a:pt x="81404" y="43238"/>
                </a:cubicBezTo>
                <a:cubicBezTo>
                  <a:pt x="79802" y="43238"/>
                  <a:pt x="78200" y="43283"/>
                  <a:pt x="76598" y="43373"/>
                </a:cubicBezTo>
                <a:cubicBezTo>
                  <a:pt x="74998" y="43461"/>
                  <a:pt x="73397" y="43550"/>
                  <a:pt x="71795" y="43639"/>
                </a:cubicBezTo>
                <a:cubicBezTo>
                  <a:pt x="71884" y="43194"/>
                  <a:pt x="71951" y="42749"/>
                  <a:pt x="71994" y="42306"/>
                </a:cubicBezTo>
                <a:cubicBezTo>
                  <a:pt x="72039" y="41860"/>
                  <a:pt x="72062" y="41415"/>
                  <a:pt x="72062" y="40970"/>
                </a:cubicBezTo>
                <a:cubicBezTo>
                  <a:pt x="72062" y="40524"/>
                  <a:pt x="72039" y="40080"/>
                  <a:pt x="71994" y="39636"/>
                </a:cubicBezTo>
                <a:cubicBezTo>
                  <a:pt x="71951" y="39191"/>
                  <a:pt x="71884" y="38745"/>
                  <a:pt x="71795" y="38300"/>
                </a:cubicBezTo>
                <a:cubicBezTo>
                  <a:pt x="73397" y="38300"/>
                  <a:pt x="75020" y="38323"/>
                  <a:pt x="76666" y="38367"/>
                </a:cubicBezTo>
                <a:cubicBezTo>
                  <a:pt x="78312" y="38412"/>
                  <a:pt x="79892" y="38435"/>
                  <a:pt x="81404" y="38435"/>
                </a:cubicBezTo>
                <a:cubicBezTo>
                  <a:pt x="81404" y="35854"/>
                  <a:pt x="81671" y="33051"/>
                  <a:pt x="82204" y="30027"/>
                </a:cubicBezTo>
                <a:cubicBezTo>
                  <a:pt x="82738" y="27002"/>
                  <a:pt x="83516" y="24022"/>
                  <a:pt x="84538" y="21086"/>
                </a:cubicBezTo>
                <a:cubicBezTo>
                  <a:pt x="85561" y="18149"/>
                  <a:pt x="86785" y="15369"/>
                  <a:pt x="88209" y="12745"/>
                </a:cubicBezTo>
                <a:cubicBezTo>
                  <a:pt x="89633" y="10121"/>
                  <a:pt x="91234" y="7919"/>
                  <a:pt x="93013" y="6139"/>
                </a:cubicBezTo>
                <a:cubicBezTo>
                  <a:pt x="94615" y="4537"/>
                  <a:pt x="96639" y="3114"/>
                  <a:pt x="99085" y="1869"/>
                </a:cubicBezTo>
                <a:cubicBezTo>
                  <a:pt x="101531" y="623"/>
                  <a:pt x="104045" y="0"/>
                  <a:pt x="106625" y="0"/>
                </a:cubicBezTo>
                <a:cubicBezTo>
                  <a:pt x="107604" y="0"/>
                  <a:pt x="108494" y="134"/>
                  <a:pt x="109295" y="401"/>
                </a:cubicBezTo>
                <a:cubicBezTo>
                  <a:pt x="109205" y="2181"/>
                  <a:pt x="109094" y="3961"/>
                  <a:pt x="108961" y="5740"/>
                </a:cubicBezTo>
                <a:cubicBezTo>
                  <a:pt x="108828" y="7519"/>
                  <a:pt x="108761" y="9298"/>
                  <a:pt x="108761" y="11077"/>
                </a:cubicBezTo>
                <a:lnTo>
                  <a:pt x="107959" y="11476"/>
                </a:lnTo>
                <a:close/>
                <a:moveTo>
                  <a:pt x="154134" y="62589"/>
                </a:moveTo>
                <a:cubicBezTo>
                  <a:pt x="154134" y="58586"/>
                  <a:pt x="154066" y="54382"/>
                  <a:pt x="153932" y="49978"/>
                </a:cubicBezTo>
                <a:cubicBezTo>
                  <a:pt x="153799" y="45574"/>
                  <a:pt x="153511" y="41459"/>
                  <a:pt x="153067" y="37632"/>
                </a:cubicBezTo>
                <a:cubicBezTo>
                  <a:pt x="155558" y="38078"/>
                  <a:pt x="157559" y="38300"/>
                  <a:pt x="159072" y="38300"/>
                </a:cubicBezTo>
                <a:cubicBezTo>
                  <a:pt x="159783" y="38300"/>
                  <a:pt x="160561" y="38234"/>
                  <a:pt x="161405" y="38101"/>
                </a:cubicBezTo>
                <a:cubicBezTo>
                  <a:pt x="162251" y="37968"/>
                  <a:pt x="163252" y="37811"/>
                  <a:pt x="164409" y="37632"/>
                </a:cubicBezTo>
                <a:cubicBezTo>
                  <a:pt x="164141" y="41192"/>
                  <a:pt x="164007" y="44750"/>
                  <a:pt x="164007" y="48308"/>
                </a:cubicBezTo>
                <a:lnTo>
                  <a:pt x="164276" y="48308"/>
                </a:lnTo>
                <a:cubicBezTo>
                  <a:pt x="168991" y="40302"/>
                  <a:pt x="175618" y="36299"/>
                  <a:pt x="184158" y="36299"/>
                </a:cubicBezTo>
                <a:cubicBezTo>
                  <a:pt x="186383" y="36299"/>
                  <a:pt x="188564" y="36632"/>
                  <a:pt x="190699" y="37300"/>
                </a:cubicBezTo>
                <a:cubicBezTo>
                  <a:pt x="192834" y="37967"/>
                  <a:pt x="194769" y="38878"/>
                  <a:pt x="196502" y="40035"/>
                </a:cubicBezTo>
                <a:cubicBezTo>
                  <a:pt x="198237" y="41192"/>
                  <a:pt x="199727" y="42593"/>
                  <a:pt x="200972" y="44240"/>
                </a:cubicBezTo>
                <a:cubicBezTo>
                  <a:pt x="202218" y="45885"/>
                  <a:pt x="203064" y="47642"/>
                  <a:pt x="203509" y="49510"/>
                </a:cubicBezTo>
                <a:lnTo>
                  <a:pt x="203776" y="49510"/>
                </a:lnTo>
                <a:cubicBezTo>
                  <a:pt x="205911" y="45239"/>
                  <a:pt x="208825" y="41970"/>
                  <a:pt x="212518" y="39701"/>
                </a:cubicBezTo>
                <a:cubicBezTo>
                  <a:pt x="216210" y="37433"/>
                  <a:pt x="220458" y="36299"/>
                  <a:pt x="225261" y="36299"/>
                </a:cubicBezTo>
                <a:cubicBezTo>
                  <a:pt x="228197" y="36299"/>
                  <a:pt x="230910" y="36699"/>
                  <a:pt x="233402" y="37500"/>
                </a:cubicBezTo>
                <a:cubicBezTo>
                  <a:pt x="235893" y="38301"/>
                  <a:pt x="238050" y="39546"/>
                  <a:pt x="239873" y="41236"/>
                </a:cubicBezTo>
                <a:cubicBezTo>
                  <a:pt x="241697" y="42927"/>
                  <a:pt x="243121" y="45106"/>
                  <a:pt x="244145" y="47775"/>
                </a:cubicBezTo>
                <a:cubicBezTo>
                  <a:pt x="245168" y="50444"/>
                  <a:pt x="245680" y="53647"/>
                  <a:pt x="245680" y="57384"/>
                </a:cubicBezTo>
                <a:cubicBezTo>
                  <a:pt x="245680" y="58896"/>
                  <a:pt x="245635" y="60542"/>
                  <a:pt x="245546" y="62322"/>
                </a:cubicBezTo>
                <a:cubicBezTo>
                  <a:pt x="245456" y="64100"/>
                  <a:pt x="245367" y="66169"/>
                  <a:pt x="245277" y="68527"/>
                </a:cubicBezTo>
                <a:cubicBezTo>
                  <a:pt x="245189" y="70885"/>
                  <a:pt x="245100" y="73554"/>
                  <a:pt x="245010" y="76535"/>
                </a:cubicBezTo>
                <a:cubicBezTo>
                  <a:pt x="244922" y="79515"/>
                  <a:pt x="244878" y="82962"/>
                  <a:pt x="244878" y="86875"/>
                </a:cubicBezTo>
                <a:cubicBezTo>
                  <a:pt x="244878" y="89278"/>
                  <a:pt x="244900" y="91592"/>
                  <a:pt x="244945" y="93817"/>
                </a:cubicBezTo>
                <a:cubicBezTo>
                  <a:pt x="244990" y="96041"/>
                  <a:pt x="245101" y="98442"/>
                  <a:pt x="245279" y="101021"/>
                </a:cubicBezTo>
                <a:cubicBezTo>
                  <a:pt x="244300" y="100844"/>
                  <a:pt x="243322" y="100755"/>
                  <a:pt x="242343" y="100755"/>
                </a:cubicBezTo>
                <a:cubicBezTo>
                  <a:pt x="241364" y="100755"/>
                  <a:pt x="240430" y="100755"/>
                  <a:pt x="239541" y="100755"/>
                </a:cubicBezTo>
                <a:cubicBezTo>
                  <a:pt x="238562" y="100755"/>
                  <a:pt x="237583" y="100755"/>
                  <a:pt x="236605" y="100755"/>
                </a:cubicBezTo>
                <a:cubicBezTo>
                  <a:pt x="235626" y="100755"/>
                  <a:pt x="234647" y="100844"/>
                  <a:pt x="233668" y="101021"/>
                </a:cubicBezTo>
                <a:cubicBezTo>
                  <a:pt x="233936" y="98798"/>
                  <a:pt x="234225" y="94305"/>
                  <a:pt x="234536" y="87543"/>
                </a:cubicBezTo>
                <a:cubicBezTo>
                  <a:pt x="234848" y="80782"/>
                  <a:pt x="235004" y="71351"/>
                  <a:pt x="235004" y="59251"/>
                </a:cubicBezTo>
                <a:cubicBezTo>
                  <a:pt x="235004" y="57028"/>
                  <a:pt x="234759" y="54937"/>
                  <a:pt x="234269" y="52980"/>
                </a:cubicBezTo>
                <a:cubicBezTo>
                  <a:pt x="233780" y="51022"/>
                  <a:pt x="233002" y="49332"/>
                  <a:pt x="231933" y="47909"/>
                </a:cubicBezTo>
                <a:cubicBezTo>
                  <a:pt x="230866" y="46485"/>
                  <a:pt x="229443" y="45351"/>
                  <a:pt x="227663" y="44507"/>
                </a:cubicBezTo>
                <a:cubicBezTo>
                  <a:pt x="225884" y="43661"/>
                  <a:pt x="223659" y="43238"/>
                  <a:pt x="220990" y="43238"/>
                </a:cubicBezTo>
                <a:cubicBezTo>
                  <a:pt x="217788" y="43238"/>
                  <a:pt x="215074" y="43861"/>
                  <a:pt x="212849" y="45107"/>
                </a:cubicBezTo>
                <a:cubicBezTo>
                  <a:pt x="210626" y="46352"/>
                  <a:pt x="208892" y="47820"/>
                  <a:pt x="207647" y="49510"/>
                </a:cubicBezTo>
                <a:cubicBezTo>
                  <a:pt x="206934" y="50489"/>
                  <a:pt x="206377" y="51467"/>
                  <a:pt x="205977" y="52446"/>
                </a:cubicBezTo>
                <a:cubicBezTo>
                  <a:pt x="205578" y="53425"/>
                  <a:pt x="205267" y="54915"/>
                  <a:pt x="205044" y="56918"/>
                </a:cubicBezTo>
                <a:cubicBezTo>
                  <a:pt x="204822" y="58919"/>
                  <a:pt x="204666" y="61721"/>
                  <a:pt x="204576" y="65324"/>
                </a:cubicBezTo>
                <a:cubicBezTo>
                  <a:pt x="204488" y="68926"/>
                  <a:pt x="204444" y="73886"/>
                  <a:pt x="204444" y="80203"/>
                </a:cubicBezTo>
                <a:cubicBezTo>
                  <a:pt x="204444" y="84029"/>
                  <a:pt x="204510" y="87522"/>
                  <a:pt x="204643" y="90681"/>
                </a:cubicBezTo>
                <a:cubicBezTo>
                  <a:pt x="204776" y="93839"/>
                  <a:pt x="204932" y="97285"/>
                  <a:pt x="205112" y="101021"/>
                </a:cubicBezTo>
                <a:cubicBezTo>
                  <a:pt x="203064" y="100844"/>
                  <a:pt x="201107" y="100755"/>
                  <a:pt x="199239" y="100755"/>
                </a:cubicBezTo>
                <a:cubicBezTo>
                  <a:pt x="197371" y="100755"/>
                  <a:pt x="195414" y="100844"/>
                  <a:pt x="193366" y="101021"/>
                </a:cubicBezTo>
                <a:cubicBezTo>
                  <a:pt x="193812" y="96129"/>
                  <a:pt x="194123" y="91147"/>
                  <a:pt x="194301" y="86075"/>
                </a:cubicBezTo>
                <a:cubicBezTo>
                  <a:pt x="194479" y="81003"/>
                  <a:pt x="194568" y="76021"/>
                  <a:pt x="194568" y="71129"/>
                </a:cubicBezTo>
                <a:cubicBezTo>
                  <a:pt x="194568" y="66948"/>
                  <a:pt x="194545" y="63678"/>
                  <a:pt x="194501" y="61320"/>
                </a:cubicBezTo>
                <a:cubicBezTo>
                  <a:pt x="194457" y="58962"/>
                  <a:pt x="194347" y="57094"/>
                  <a:pt x="194169" y="55716"/>
                </a:cubicBezTo>
                <a:cubicBezTo>
                  <a:pt x="193991" y="54337"/>
                  <a:pt x="193746" y="53203"/>
                  <a:pt x="193434" y="52314"/>
                </a:cubicBezTo>
                <a:cubicBezTo>
                  <a:pt x="193123" y="51423"/>
                  <a:pt x="192701" y="50445"/>
                  <a:pt x="192167" y="49377"/>
                </a:cubicBezTo>
                <a:cubicBezTo>
                  <a:pt x="191188" y="47686"/>
                  <a:pt x="189653" y="46240"/>
                  <a:pt x="187561" y="45040"/>
                </a:cubicBezTo>
                <a:cubicBezTo>
                  <a:pt x="185470" y="43839"/>
                  <a:pt x="183313" y="43238"/>
                  <a:pt x="181090" y="43238"/>
                </a:cubicBezTo>
                <a:cubicBezTo>
                  <a:pt x="175219" y="43238"/>
                  <a:pt x="170904" y="45151"/>
                  <a:pt x="168145" y="48976"/>
                </a:cubicBezTo>
                <a:cubicBezTo>
                  <a:pt x="165387" y="52802"/>
                  <a:pt x="164007" y="58184"/>
                  <a:pt x="164007" y="65124"/>
                </a:cubicBezTo>
                <a:lnTo>
                  <a:pt x="164007" y="76466"/>
                </a:lnTo>
                <a:cubicBezTo>
                  <a:pt x="164007" y="80471"/>
                  <a:pt x="164074" y="84675"/>
                  <a:pt x="164207" y="89079"/>
                </a:cubicBezTo>
                <a:cubicBezTo>
                  <a:pt x="164341" y="93482"/>
                  <a:pt x="164631" y="97463"/>
                  <a:pt x="165077" y="101021"/>
                </a:cubicBezTo>
                <a:cubicBezTo>
                  <a:pt x="163029" y="100844"/>
                  <a:pt x="161028" y="100755"/>
                  <a:pt x="159072" y="100755"/>
                </a:cubicBezTo>
                <a:cubicBezTo>
                  <a:pt x="157114" y="100755"/>
                  <a:pt x="155112" y="100844"/>
                  <a:pt x="153067" y="101021"/>
                </a:cubicBezTo>
                <a:cubicBezTo>
                  <a:pt x="153511" y="97463"/>
                  <a:pt x="153799" y="93482"/>
                  <a:pt x="153932" y="89079"/>
                </a:cubicBezTo>
                <a:cubicBezTo>
                  <a:pt x="154066" y="84675"/>
                  <a:pt x="154134" y="80471"/>
                  <a:pt x="154134" y="76466"/>
                </a:cubicBezTo>
                <a:lnTo>
                  <a:pt x="154134" y="62589"/>
                </a:lnTo>
                <a:close/>
                <a:moveTo>
                  <a:pt x="282912" y="101156"/>
                </a:moveTo>
                <a:cubicBezTo>
                  <a:pt x="281933" y="98753"/>
                  <a:pt x="280665" y="95639"/>
                  <a:pt x="279108" y="91813"/>
                </a:cubicBezTo>
                <a:cubicBezTo>
                  <a:pt x="277551" y="87988"/>
                  <a:pt x="275882" y="83962"/>
                  <a:pt x="274103" y="79736"/>
                </a:cubicBezTo>
                <a:cubicBezTo>
                  <a:pt x="272324" y="75510"/>
                  <a:pt x="270501" y="71195"/>
                  <a:pt x="268631" y="66792"/>
                </a:cubicBezTo>
                <a:cubicBezTo>
                  <a:pt x="266763" y="62388"/>
                  <a:pt x="265007" y="58251"/>
                  <a:pt x="263361" y="54381"/>
                </a:cubicBezTo>
                <a:cubicBezTo>
                  <a:pt x="261716" y="50510"/>
                  <a:pt x="260270" y="47108"/>
                  <a:pt x="259024" y="44173"/>
                </a:cubicBezTo>
                <a:cubicBezTo>
                  <a:pt x="257779" y="41236"/>
                  <a:pt x="256845" y="39056"/>
                  <a:pt x="256222" y="37632"/>
                </a:cubicBezTo>
                <a:cubicBezTo>
                  <a:pt x="257379" y="37811"/>
                  <a:pt x="258446" y="37968"/>
                  <a:pt x="259425" y="38101"/>
                </a:cubicBezTo>
                <a:cubicBezTo>
                  <a:pt x="260404" y="38234"/>
                  <a:pt x="261382" y="38300"/>
                  <a:pt x="262360" y="38300"/>
                </a:cubicBezTo>
                <a:cubicBezTo>
                  <a:pt x="263338" y="38300"/>
                  <a:pt x="264317" y="38234"/>
                  <a:pt x="265296" y="38101"/>
                </a:cubicBezTo>
                <a:cubicBezTo>
                  <a:pt x="266275" y="37968"/>
                  <a:pt x="267342" y="37811"/>
                  <a:pt x="268499" y="37632"/>
                </a:cubicBezTo>
                <a:cubicBezTo>
                  <a:pt x="271257" y="46174"/>
                  <a:pt x="274327" y="54626"/>
                  <a:pt x="277707" y="62990"/>
                </a:cubicBezTo>
                <a:cubicBezTo>
                  <a:pt x="281087" y="71352"/>
                  <a:pt x="284646" y="79981"/>
                  <a:pt x="288383" y="88877"/>
                </a:cubicBezTo>
                <a:cubicBezTo>
                  <a:pt x="292119" y="81048"/>
                  <a:pt x="295699" y="72686"/>
                  <a:pt x="299124" y="63790"/>
                </a:cubicBezTo>
                <a:cubicBezTo>
                  <a:pt x="302551" y="54893"/>
                  <a:pt x="305598" y="46174"/>
                  <a:pt x="308267" y="37632"/>
                </a:cubicBezTo>
                <a:cubicBezTo>
                  <a:pt x="310047" y="38078"/>
                  <a:pt x="311515" y="38300"/>
                  <a:pt x="312672" y="38300"/>
                </a:cubicBezTo>
                <a:cubicBezTo>
                  <a:pt x="313827" y="38300"/>
                  <a:pt x="315294" y="38078"/>
                  <a:pt x="317074" y="37632"/>
                </a:cubicBezTo>
                <a:cubicBezTo>
                  <a:pt x="316451" y="38878"/>
                  <a:pt x="315450" y="40992"/>
                  <a:pt x="314071" y="43973"/>
                </a:cubicBezTo>
                <a:cubicBezTo>
                  <a:pt x="312693" y="46953"/>
                  <a:pt x="311047" y="50512"/>
                  <a:pt x="309135" y="54649"/>
                </a:cubicBezTo>
                <a:cubicBezTo>
                  <a:pt x="307222" y="58786"/>
                  <a:pt x="305131" y="63367"/>
                  <a:pt x="302861" y="68394"/>
                </a:cubicBezTo>
                <a:cubicBezTo>
                  <a:pt x="300593" y="73420"/>
                  <a:pt x="298279" y="78580"/>
                  <a:pt x="295921" y="83874"/>
                </a:cubicBezTo>
                <a:cubicBezTo>
                  <a:pt x="293565" y="89167"/>
                  <a:pt x="291230" y="94416"/>
                  <a:pt x="288917" y="99620"/>
                </a:cubicBezTo>
                <a:cubicBezTo>
                  <a:pt x="286603" y="104825"/>
                  <a:pt x="284468" y="109762"/>
                  <a:pt x="282510" y="114432"/>
                </a:cubicBezTo>
                <a:cubicBezTo>
                  <a:pt x="280554" y="119103"/>
                  <a:pt x="278842" y="123329"/>
                  <a:pt x="277373" y="127110"/>
                </a:cubicBezTo>
                <a:cubicBezTo>
                  <a:pt x="275905" y="130892"/>
                  <a:pt x="274816" y="133895"/>
                  <a:pt x="274105" y="136119"/>
                </a:cubicBezTo>
                <a:cubicBezTo>
                  <a:pt x="272325" y="135673"/>
                  <a:pt x="270812" y="135451"/>
                  <a:pt x="269566" y="135451"/>
                </a:cubicBezTo>
                <a:cubicBezTo>
                  <a:pt x="268321" y="135451"/>
                  <a:pt x="266809" y="135673"/>
                  <a:pt x="265029" y="136119"/>
                </a:cubicBezTo>
                <a:cubicBezTo>
                  <a:pt x="272058" y="124464"/>
                  <a:pt x="278019" y="112810"/>
                  <a:pt x="282912" y="101156"/>
                </a:cubicBezTo>
                <a:close/>
                <a:moveTo>
                  <a:pt x="365783" y="76466"/>
                </a:moveTo>
                <a:cubicBezTo>
                  <a:pt x="365783" y="73441"/>
                  <a:pt x="365761" y="70150"/>
                  <a:pt x="365716" y="66592"/>
                </a:cubicBezTo>
                <a:cubicBezTo>
                  <a:pt x="365671" y="63033"/>
                  <a:pt x="365604" y="59496"/>
                  <a:pt x="365515" y="55983"/>
                </a:cubicBezTo>
                <a:cubicBezTo>
                  <a:pt x="365426" y="52469"/>
                  <a:pt x="365316" y="49110"/>
                  <a:pt x="365183" y="45908"/>
                </a:cubicBezTo>
                <a:cubicBezTo>
                  <a:pt x="365050" y="42704"/>
                  <a:pt x="364894" y="39945"/>
                  <a:pt x="364716" y="37632"/>
                </a:cubicBezTo>
                <a:cubicBezTo>
                  <a:pt x="367207" y="38078"/>
                  <a:pt x="369209" y="38300"/>
                  <a:pt x="370721" y="38300"/>
                </a:cubicBezTo>
                <a:cubicBezTo>
                  <a:pt x="372234" y="38300"/>
                  <a:pt x="374235" y="38078"/>
                  <a:pt x="376726" y="37632"/>
                </a:cubicBezTo>
                <a:cubicBezTo>
                  <a:pt x="376371" y="39945"/>
                  <a:pt x="376104" y="42170"/>
                  <a:pt x="375926" y="44305"/>
                </a:cubicBezTo>
                <a:cubicBezTo>
                  <a:pt x="375748" y="46441"/>
                  <a:pt x="375659" y="48576"/>
                  <a:pt x="375659" y="50711"/>
                </a:cubicBezTo>
                <a:lnTo>
                  <a:pt x="375926" y="50711"/>
                </a:lnTo>
                <a:cubicBezTo>
                  <a:pt x="376548" y="49287"/>
                  <a:pt x="377437" y="47753"/>
                  <a:pt x="378594" y="46107"/>
                </a:cubicBezTo>
                <a:cubicBezTo>
                  <a:pt x="379750" y="44462"/>
                  <a:pt x="381240" y="42906"/>
                  <a:pt x="383063" y="41438"/>
                </a:cubicBezTo>
                <a:cubicBezTo>
                  <a:pt x="384888" y="39969"/>
                  <a:pt x="387090" y="38745"/>
                  <a:pt x="389669" y="37767"/>
                </a:cubicBezTo>
                <a:cubicBezTo>
                  <a:pt x="392249" y="36788"/>
                  <a:pt x="395186" y="36299"/>
                  <a:pt x="398478" y="36299"/>
                </a:cubicBezTo>
                <a:cubicBezTo>
                  <a:pt x="401859" y="36299"/>
                  <a:pt x="405195" y="36944"/>
                  <a:pt x="408486" y="38235"/>
                </a:cubicBezTo>
                <a:cubicBezTo>
                  <a:pt x="411778" y="39525"/>
                  <a:pt x="414692" y="41504"/>
                  <a:pt x="417228" y="44173"/>
                </a:cubicBezTo>
                <a:cubicBezTo>
                  <a:pt x="419764" y="46842"/>
                  <a:pt x="421810" y="50245"/>
                  <a:pt x="423367" y="54383"/>
                </a:cubicBezTo>
                <a:cubicBezTo>
                  <a:pt x="424924" y="58519"/>
                  <a:pt x="425703" y="63434"/>
                  <a:pt x="425703" y="69127"/>
                </a:cubicBezTo>
                <a:cubicBezTo>
                  <a:pt x="425703" y="74821"/>
                  <a:pt x="424857" y="79759"/>
                  <a:pt x="423165" y="83941"/>
                </a:cubicBezTo>
                <a:cubicBezTo>
                  <a:pt x="421475" y="88122"/>
                  <a:pt x="419273" y="91592"/>
                  <a:pt x="416560" y="94351"/>
                </a:cubicBezTo>
                <a:cubicBezTo>
                  <a:pt x="413846" y="97108"/>
                  <a:pt x="410754" y="99131"/>
                  <a:pt x="407285" y="100421"/>
                </a:cubicBezTo>
                <a:cubicBezTo>
                  <a:pt x="403816" y="101710"/>
                  <a:pt x="400347" y="102355"/>
                  <a:pt x="396877" y="102355"/>
                </a:cubicBezTo>
                <a:cubicBezTo>
                  <a:pt x="387091" y="102355"/>
                  <a:pt x="380107" y="98130"/>
                  <a:pt x="375926" y="89679"/>
                </a:cubicBezTo>
                <a:lnTo>
                  <a:pt x="375659" y="89679"/>
                </a:lnTo>
                <a:lnTo>
                  <a:pt x="375659" y="98085"/>
                </a:lnTo>
                <a:cubicBezTo>
                  <a:pt x="375659" y="100932"/>
                  <a:pt x="375681" y="104112"/>
                  <a:pt x="375724" y="107627"/>
                </a:cubicBezTo>
                <a:cubicBezTo>
                  <a:pt x="375769" y="111142"/>
                  <a:pt x="375836" y="114634"/>
                  <a:pt x="375924" y="118104"/>
                </a:cubicBezTo>
                <a:cubicBezTo>
                  <a:pt x="376014" y="121573"/>
                  <a:pt x="376125" y="124887"/>
                  <a:pt x="376258" y="128045"/>
                </a:cubicBezTo>
                <a:cubicBezTo>
                  <a:pt x="376392" y="131204"/>
                  <a:pt x="376548" y="133895"/>
                  <a:pt x="376726" y="136119"/>
                </a:cubicBezTo>
                <a:cubicBezTo>
                  <a:pt x="374235" y="135673"/>
                  <a:pt x="372234" y="135451"/>
                  <a:pt x="370721" y="135451"/>
                </a:cubicBezTo>
                <a:cubicBezTo>
                  <a:pt x="369209" y="135451"/>
                  <a:pt x="367207" y="135673"/>
                  <a:pt x="364716" y="136119"/>
                </a:cubicBezTo>
                <a:cubicBezTo>
                  <a:pt x="364894" y="133895"/>
                  <a:pt x="365050" y="131204"/>
                  <a:pt x="365183" y="128045"/>
                </a:cubicBezTo>
                <a:cubicBezTo>
                  <a:pt x="365316" y="124887"/>
                  <a:pt x="365426" y="121573"/>
                  <a:pt x="365515" y="118104"/>
                </a:cubicBezTo>
                <a:cubicBezTo>
                  <a:pt x="365604" y="114634"/>
                  <a:pt x="365671" y="111142"/>
                  <a:pt x="365716" y="107627"/>
                </a:cubicBezTo>
                <a:cubicBezTo>
                  <a:pt x="365761" y="104112"/>
                  <a:pt x="365783" y="100932"/>
                  <a:pt x="365783" y="98085"/>
                </a:cubicBezTo>
                <a:lnTo>
                  <a:pt x="365783" y="76466"/>
                </a:lnTo>
                <a:moveTo>
                  <a:pt x="413957" y="68993"/>
                </a:moveTo>
                <a:cubicBezTo>
                  <a:pt x="413957" y="63655"/>
                  <a:pt x="413402" y="59251"/>
                  <a:pt x="412290" y="55782"/>
                </a:cubicBezTo>
                <a:cubicBezTo>
                  <a:pt x="411178" y="52312"/>
                  <a:pt x="409755" y="49532"/>
                  <a:pt x="408020" y="47441"/>
                </a:cubicBezTo>
                <a:cubicBezTo>
                  <a:pt x="406285" y="45350"/>
                  <a:pt x="404305" y="43905"/>
                  <a:pt x="402080" y="43106"/>
                </a:cubicBezTo>
                <a:cubicBezTo>
                  <a:pt x="399856" y="42305"/>
                  <a:pt x="397677" y="41904"/>
                  <a:pt x="395541" y="41904"/>
                </a:cubicBezTo>
                <a:cubicBezTo>
                  <a:pt x="391983" y="41904"/>
                  <a:pt x="388936" y="42661"/>
                  <a:pt x="386401" y="44173"/>
                </a:cubicBezTo>
                <a:cubicBezTo>
                  <a:pt x="383865" y="45685"/>
                  <a:pt x="381796" y="47709"/>
                  <a:pt x="380194" y="50245"/>
                </a:cubicBezTo>
                <a:cubicBezTo>
                  <a:pt x="378594" y="52779"/>
                  <a:pt x="377438" y="55760"/>
                  <a:pt x="376726" y="59186"/>
                </a:cubicBezTo>
                <a:cubicBezTo>
                  <a:pt x="376015" y="62611"/>
                  <a:pt x="375659" y="66236"/>
                  <a:pt x="375659" y="70062"/>
                </a:cubicBezTo>
                <a:cubicBezTo>
                  <a:pt x="375659" y="88566"/>
                  <a:pt x="382154" y="97818"/>
                  <a:pt x="395142" y="97818"/>
                </a:cubicBezTo>
                <a:cubicBezTo>
                  <a:pt x="398345" y="97818"/>
                  <a:pt x="401124" y="97085"/>
                  <a:pt x="403481" y="95617"/>
                </a:cubicBezTo>
                <a:cubicBezTo>
                  <a:pt x="405839" y="94150"/>
                  <a:pt x="407796" y="92104"/>
                  <a:pt x="409353" y="89480"/>
                </a:cubicBezTo>
                <a:cubicBezTo>
                  <a:pt x="410911" y="86854"/>
                  <a:pt x="412067" y="83785"/>
                  <a:pt x="412823" y="80272"/>
                </a:cubicBezTo>
                <a:cubicBezTo>
                  <a:pt x="413579" y="76757"/>
                  <a:pt x="413957" y="72998"/>
                  <a:pt x="413957" y="68993"/>
                </a:cubicBezTo>
                <a:close/>
                <a:moveTo>
                  <a:pt x="466805" y="40569"/>
                </a:moveTo>
                <a:cubicBezTo>
                  <a:pt x="463513" y="40569"/>
                  <a:pt x="460732" y="41325"/>
                  <a:pt x="458462" y="42837"/>
                </a:cubicBezTo>
                <a:cubicBezTo>
                  <a:pt x="456194" y="44349"/>
                  <a:pt x="454326" y="46240"/>
                  <a:pt x="452859" y="48510"/>
                </a:cubicBezTo>
                <a:cubicBezTo>
                  <a:pt x="451391" y="50778"/>
                  <a:pt x="450279" y="53269"/>
                  <a:pt x="449523" y="55983"/>
                </a:cubicBezTo>
                <a:cubicBezTo>
                  <a:pt x="448767" y="58697"/>
                  <a:pt x="448300" y="61254"/>
                  <a:pt x="448122" y="63656"/>
                </a:cubicBezTo>
                <a:cubicBezTo>
                  <a:pt x="450879" y="63745"/>
                  <a:pt x="453748" y="63835"/>
                  <a:pt x="456728" y="63925"/>
                </a:cubicBezTo>
                <a:cubicBezTo>
                  <a:pt x="459709" y="64013"/>
                  <a:pt x="462623" y="64057"/>
                  <a:pt x="465469" y="64057"/>
                </a:cubicBezTo>
                <a:cubicBezTo>
                  <a:pt x="468406" y="64057"/>
                  <a:pt x="471386" y="64013"/>
                  <a:pt x="474410" y="63925"/>
                </a:cubicBezTo>
                <a:cubicBezTo>
                  <a:pt x="477435" y="63835"/>
                  <a:pt x="480371" y="63745"/>
                  <a:pt x="483219" y="63656"/>
                </a:cubicBezTo>
                <a:cubicBezTo>
                  <a:pt x="483219" y="61254"/>
                  <a:pt x="483019" y="58719"/>
                  <a:pt x="482619" y="56050"/>
                </a:cubicBezTo>
                <a:cubicBezTo>
                  <a:pt x="482218" y="53380"/>
                  <a:pt x="481417" y="50888"/>
                  <a:pt x="480216" y="48575"/>
                </a:cubicBezTo>
                <a:cubicBezTo>
                  <a:pt x="479014" y="46262"/>
                  <a:pt x="477346" y="44349"/>
                  <a:pt x="475211" y="42837"/>
                </a:cubicBezTo>
                <a:cubicBezTo>
                  <a:pt x="473075" y="41325"/>
                  <a:pt x="470273" y="40569"/>
                  <a:pt x="466805" y="40569"/>
                </a:cubicBezTo>
                <a:moveTo>
                  <a:pt x="435978" y="71396"/>
                </a:moveTo>
                <a:cubicBezTo>
                  <a:pt x="435978" y="60453"/>
                  <a:pt x="438580" y="51868"/>
                  <a:pt x="443783" y="45641"/>
                </a:cubicBezTo>
                <a:cubicBezTo>
                  <a:pt x="448988" y="39413"/>
                  <a:pt x="456573" y="36299"/>
                  <a:pt x="466538" y="36299"/>
                </a:cubicBezTo>
                <a:cubicBezTo>
                  <a:pt x="471253" y="36299"/>
                  <a:pt x="475323" y="37033"/>
                  <a:pt x="478748" y="38502"/>
                </a:cubicBezTo>
                <a:cubicBezTo>
                  <a:pt x="482173" y="39969"/>
                  <a:pt x="485042" y="41926"/>
                  <a:pt x="487355" y="44372"/>
                </a:cubicBezTo>
                <a:cubicBezTo>
                  <a:pt x="489668" y="46819"/>
                  <a:pt x="491381" y="49688"/>
                  <a:pt x="492493" y="52980"/>
                </a:cubicBezTo>
                <a:cubicBezTo>
                  <a:pt x="493604" y="56272"/>
                  <a:pt x="494160" y="59786"/>
                  <a:pt x="494160" y="63521"/>
                </a:cubicBezTo>
                <a:cubicBezTo>
                  <a:pt x="494160" y="64412"/>
                  <a:pt x="494138" y="65280"/>
                  <a:pt x="494093" y="66126"/>
                </a:cubicBezTo>
                <a:cubicBezTo>
                  <a:pt x="494050" y="66970"/>
                  <a:pt x="493983" y="67837"/>
                  <a:pt x="493893" y="68726"/>
                </a:cubicBezTo>
                <a:cubicBezTo>
                  <a:pt x="489089" y="68638"/>
                  <a:pt x="484330" y="68550"/>
                  <a:pt x="479615" y="68461"/>
                </a:cubicBezTo>
                <a:cubicBezTo>
                  <a:pt x="474901" y="68372"/>
                  <a:pt x="470141" y="68327"/>
                  <a:pt x="465337" y="68327"/>
                </a:cubicBezTo>
                <a:cubicBezTo>
                  <a:pt x="462401" y="68327"/>
                  <a:pt x="459487" y="68372"/>
                  <a:pt x="456595" y="68461"/>
                </a:cubicBezTo>
                <a:cubicBezTo>
                  <a:pt x="453704" y="68550"/>
                  <a:pt x="450790" y="68638"/>
                  <a:pt x="447853" y="68726"/>
                </a:cubicBezTo>
                <a:cubicBezTo>
                  <a:pt x="447765" y="69171"/>
                  <a:pt x="447721" y="69839"/>
                  <a:pt x="447721" y="70728"/>
                </a:cubicBezTo>
                <a:lnTo>
                  <a:pt x="447721" y="72463"/>
                </a:lnTo>
                <a:cubicBezTo>
                  <a:pt x="447721" y="75932"/>
                  <a:pt x="448232" y="79180"/>
                  <a:pt x="449254" y="82206"/>
                </a:cubicBezTo>
                <a:cubicBezTo>
                  <a:pt x="450278" y="85231"/>
                  <a:pt x="451769" y="87833"/>
                  <a:pt x="453726" y="90013"/>
                </a:cubicBezTo>
                <a:cubicBezTo>
                  <a:pt x="455684" y="92192"/>
                  <a:pt x="458086" y="93927"/>
                  <a:pt x="460932" y="95218"/>
                </a:cubicBezTo>
                <a:cubicBezTo>
                  <a:pt x="463779" y="96508"/>
                  <a:pt x="467071" y="97152"/>
                  <a:pt x="470808" y="97152"/>
                </a:cubicBezTo>
                <a:cubicBezTo>
                  <a:pt x="472587" y="97152"/>
                  <a:pt x="474410" y="96908"/>
                  <a:pt x="476278" y="96419"/>
                </a:cubicBezTo>
                <a:cubicBezTo>
                  <a:pt x="478147" y="95929"/>
                  <a:pt x="479971" y="95261"/>
                  <a:pt x="481749" y="94416"/>
                </a:cubicBezTo>
                <a:cubicBezTo>
                  <a:pt x="483529" y="93570"/>
                  <a:pt x="485197" y="92569"/>
                  <a:pt x="486754" y="91414"/>
                </a:cubicBezTo>
                <a:cubicBezTo>
                  <a:pt x="488311" y="90258"/>
                  <a:pt x="489668" y="89011"/>
                  <a:pt x="490825" y="87676"/>
                </a:cubicBezTo>
                <a:lnTo>
                  <a:pt x="491493" y="88077"/>
                </a:lnTo>
                <a:lnTo>
                  <a:pt x="490692" y="94615"/>
                </a:lnTo>
                <a:cubicBezTo>
                  <a:pt x="488022" y="96751"/>
                  <a:pt x="484708" y="98574"/>
                  <a:pt x="480749" y="100087"/>
                </a:cubicBezTo>
                <a:cubicBezTo>
                  <a:pt x="476791" y="101599"/>
                  <a:pt x="472676" y="102355"/>
                  <a:pt x="468406" y="102355"/>
                </a:cubicBezTo>
                <a:cubicBezTo>
                  <a:pt x="463601" y="102355"/>
                  <a:pt x="459219" y="101621"/>
                  <a:pt x="455259" y="100154"/>
                </a:cubicBezTo>
                <a:cubicBezTo>
                  <a:pt x="451301" y="98686"/>
                  <a:pt x="447876" y="96552"/>
                  <a:pt x="444984" y="93750"/>
                </a:cubicBezTo>
                <a:cubicBezTo>
                  <a:pt x="442094" y="90947"/>
                  <a:pt x="439871" y="87632"/>
                  <a:pt x="438314" y="83807"/>
                </a:cubicBezTo>
                <a:cubicBezTo>
                  <a:pt x="436756" y="79981"/>
                  <a:pt x="435978" y="75844"/>
                  <a:pt x="435978" y="71396"/>
                </a:cubicBezTo>
                <a:close/>
                <a:moveTo>
                  <a:pt x="538733" y="48575"/>
                </a:moveTo>
                <a:cubicBezTo>
                  <a:pt x="538289" y="48042"/>
                  <a:pt x="537421" y="47553"/>
                  <a:pt x="536130" y="47109"/>
                </a:cubicBezTo>
                <a:cubicBezTo>
                  <a:pt x="534841" y="46664"/>
                  <a:pt x="533529" y="46441"/>
                  <a:pt x="532194" y="46441"/>
                </a:cubicBezTo>
                <a:cubicBezTo>
                  <a:pt x="530059" y="46441"/>
                  <a:pt x="528146" y="46931"/>
                  <a:pt x="526456" y="47909"/>
                </a:cubicBezTo>
                <a:cubicBezTo>
                  <a:pt x="524766" y="48888"/>
                  <a:pt x="523342" y="50200"/>
                  <a:pt x="522186" y="51845"/>
                </a:cubicBezTo>
                <a:cubicBezTo>
                  <a:pt x="521029" y="53491"/>
                  <a:pt x="520139" y="55448"/>
                  <a:pt x="519516" y="57718"/>
                </a:cubicBezTo>
                <a:cubicBezTo>
                  <a:pt x="518895" y="59986"/>
                  <a:pt x="518584" y="62410"/>
                  <a:pt x="518584" y="64990"/>
                </a:cubicBezTo>
                <a:lnTo>
                  <a:pt x="518584" y="79669"/>
                </a:lnTo>
                <a:cubicBezTo>
                  <a:pt x="518584" y="85630"/>
                  <a:pt x="518605" y="90190"/>
                  <a:pt x="518649" y="93349"/>
                </a:cubicBezTo>
                <a:cubicBezTo>
                  <a:pt x="518694" y="96506"/>
                  <a:pt x="518850" y="99064"/>
                  <a:pt x="519117" y="101021"/>
                </a:cubicBezTo>
                <a:cubicBezTo>
                  <a:pt x="517337" y="100844"/>
                  <a:pt x="515558" y="100755"/>
                  <a:pt x="513778" y="100755"/>
                </a:cubicBezTo>
                <a:cubicBezTo>
                  <a:pt x="511821" y="100755"/>
                  <a:pt x="509953" y="100844"/>
                  <a:pt x="508174" y="101021"/>
                </a:cubicBezTo>
                <a:cubicBezTo>
                  <a:pt x="508440" y="97997"/>
                  <a:pt x="508596" y="93882"/>
                  <a:pt x="508641" y="88677"/>
                </a:cubicBezTo>
                <a:cubicBezTo>
                  <a:pt x="508685" y="83473"/>
                  <a:pt x="508708" y="77090"/>
                  <a:pt x="508708" y="69528"/>
                </a:cubicBezTo>
                <a:lnTo>
                  <a:pt x="508708" y="65256"/>
                </a:lnTo>
                <a:cubicBezTo>
                  <a:pt x="508708" y="61788"/>
                  <a:pt x="508685" y="57785"/>
                  <a:pt x="508641" y="53248"/>
                </a:cubicBezTo>
                <a:cubicBezTo>
                  <a:pt x="508596" y="48710"/>
                  <a:pt x="508440" y="43505"/>
                  <a:pt x="508174" y="37632"/>
                </a:cubicBezTo>
                <a:cubicBezTo>
                  <a:pt x="509153" y="37811"/>
                  <a:pt x="510087" y="37968"/>
                  <a:pt x="510976" y="38101"/>
                </a:cubicBezTo>
                <a:cubicBezTo>
                  <a:pt x="511865" y="38234"/>
                  <a:pt x="512799" y="38300"/>
                  <a:pt x="513778" y="38300"/>
                </a:cubicBezTo>
                <a:cubicBezTo>
                  <a:pt x="514579" y="38300"/>
                  <a:pt x="515424" y="38234"/>
                  <a:pt x="516313" y="38101"/>
                </a:cubicBezTo>
                <a:cubicBezTo>
                  <a:pt x="517204" y="37968"/>
                  <a:pt x="518138" y="37811"/>
                  <a:pt x="519117" y="37632"/>
                </a:cubicBezTo>
                <a:cubicBezTo>
                  <a:pt x="518762" y="40836"/>
                  <a:pt x="518561" y="43372"/>
                  <a:pt x="518516" y="45240"/>
                </a:cubicBezTo>
                <a:cubicBezTo>
                  <a:pt x="518472" y="47108"/>
                  <a:pt x="518449" y="48887"/>
                  <a:pt x="518449" y="50577"/>
                </a:cubicBezTo>
                <a:lnTo>
                  <a:pt x="518716" y="50711"/>
                </a:lnTo>
                <a:cubicBezTo>
                  <a:pt x="523966" y="41103"/>
                  <a:pt x="529837" y="36299"/>
                  <a:pt x="536332" y="36299"/>
                </a:cubicBezTo>
                <a:cubicBezTo>
                  <a:pt x="537133" y="36299"/>
                  <a:pt x="537822" y="36343"/>
                  <a:pt x="538401" y="36433"/>
                </a:cubicBezTo>
                <a:cubicBezTo>
                  <a:pt x="538979" y="36521"/>
                  <a:pt x="539713" y="36743"/>
                  <a:pt x="540602" y="37099"/>
                </a:cubicBezTo>
                <a:cubicBezTo>
                  <a:pt x="540157" y="38167"/>
                  <a:pt x="539889" y="39791"/>
                  <a:pt x="539800" y="41972"/>
                </a:cubicBezTo>
                <a:cubicBezTo>
                  <a:pt x="539711" y="44150"/>
                  <a:pt x="539667" y="46130"/>
                  <a:pt x="539667" y="47909"/>
                </a:cubicBezTo>
                <a:lnTo>
                  <a:pt x="538733" y="48575"/>
                </a:lnTo>
                <a:close/>
                <a:moveTo>
                  <a:pt x="551945" y="88610"/>
                </a:moveTo>
                <a:cubicBezTo>
                  <a:pt x="552390" y="89501"/>
                  <a:pt x="553080" y="90480"/>
                  <a:pt x="554014" y="91547"/>
                </a:cubicBezTo>
                <a:cubicBezTo>
                  <a:pt x="554948" y="92614"/>
                  <a:pt x="556059" y="93615"/>
                  <a:pt x="557349" y="94550"/>
                </a:cubicBezTo>
                <a:cubicBezTo>
                  <a:pt x="558640" y="95484"/>
                  <a:pt x="560108" y="96263"/>
                  <a:pt x="561754" y="96886"/>
                </a:cubicBezTo>
                <a:cubicBezTo>
                  <a:pt x="563399" y="97507"/>
                  <a:pt x="565156" y="97818"/>
                  <a:pt x="567025" y="97818"/>
                </a:cubicBezTo>
                <a:cubicBezTo>
                  <a:pt x="568716" y="97818"/>
                  <a:pt x="570339" y="97552"/>
                  <a:pt x="571896" y="97018"/>
                </a:cubicBezTo>
                <a:cubicBezTo>
                  <a:pt x="573453" y="96485"/>
                  <a:pt x="574832" y="95728"/>
                  <a:pt x="576032" y="94750"/>
                </a:cubicBezTo>
                <a:cubicBezTo>
                  <a:pt x="577233" y="93771"/>
                  <a:pt x="578190" y="92525"/>
                  <a:pt x="578901" y="91013"/>
                </a:cubicBezTo>
                <a:cubicBezTo>
                  <a:pt x="579614" y="89501"/>
                  <a:pt x="579970" y="87766"/>
                  <a:pt x="579970" y="85808"/>
                </a:cubicBezTo>
                <a:cubicBezTo>
                  <a:pt x="579970" y="83050"/>
                  <a:pt x="579191" y="80937"/>
                  <a:pt x="577634" y="79469"/>
                </a:cubicBezTo>
                <a:cubicBezTo>
                  <a:pt x="576077" y="78002"/>
                  <a:pt x="574142" y="76801"/>
                  <a:pt x="571829" y="75867"/>
                </a:cubicBezTo>
                <a:cubicBezTo>
                  <a:pt x="569516" y="74932"/>
                  <a:pt x="566980" y="74109"/>
                  <a:pt x="564221" y="73397"/>
                </a:cubicBezTo>
                <a:cubicBezTo>
                  <a:pt x="561464" y="72686"/>
                  <a:pt x="558929" y="71686"/>
                  <a:pt x="556616" y="70396"/>
                </a:cubicBezTo>
                <a:cubicBezTo>
                  <a:pt x="554303" y="69105"/>
                  <a:pt x="552368" y="67392"/>
                  <a:pt x="550811" y="65258"/>
                </a:cubicBezTo>
                <a:cubicBezTo>
                  <a:pt x="549254" y="63123"/>
                  <a:pt x="548475" y="60187"/>
                  <a:pt x="548475" y="56449"/>
                </a:cubicBezTo>
                <a:cubicBezTo>
                  <a:pt x="548475" y="53513"/>
                  <a:pt x="548964" y="50822"/>
                  <a:pt x="549943" y="48376"/>
                </a:cubicBezTo>
                <a:cubicBezTo>
                  <a:pt x="550922" y="45929"/>
                  <a:pt x="552345" y="43816"/>
                  <a:pt x="554213" y="42037"/>
                </a:cubicBezTo>
                <a:cubicBezTo>
                  <a:pt x="556081" y="40257"/>
                  <a:pt x="558394" y="38856"/>
                  <a:pt x="561153" y="37834"/>
                </a:cubicBezTo>
                <a:cubicBezTo>
                  <a:pt x="563911" y="36810"/>
                  <a:pt x="567070" y="36299"/>
                  <a:pt x="570628" y="36299"/>
                </a:cubicBezTo>
                <a:cubicBezTo>
                  <a:pt x="573920" y="36299"/>
                  <a:pt x="576700" y="36744"/>
                  <a:pt x="578968" y="37634"/>
                </a:cubicBezTo>
                <a:cubicBezTo>
                  <a:pt x="581237" y="38524"/>
                  <a:pt x="583394" y="39324"/>
                  <a:pt x="585441" y="40035"/>
                </a:cubicBezTo>
                <a:cubicBezTo>
                  <a:pt x="584729" y="41370"/>
                  <a:pt x="584061" y="43016"/>
                  <a:pt x="583438" y="44973"/>
                </a:cubicBezTo>
                <a:cubicBezTo>
                  <a:pt x="582816" y="46931"/>
                  <a:pt x="582416" y="48443"/>
                  <a:pt x="582238" y="49510"/>
                </a:cubicBezTo>
                <a:lnTo>
                  <a:pt x="580636" y="49510"/>
                </a:lnTo>
                <a:cubicBezTo>
                  <a:pt x="579924" y="47374"/>
                  <a:pt x="578545" y="45462"/>
                  <a:pt x="576498" y="43772"/>
                </a:cubicBezTo>
                <a:cubicBezTo>
                  <a:pt x="574452" y="42082"/>
                  <a:pt x="571917" y="41236"/>
                  <a:pt x="568893" y="41236"/>
                </a:cubicBezTo>
                <a:cubicBezTo>
                  <a:pt x="567558" y="41236"/>
                  <a:pt x="566224" y="41459"/>
                  <a:pt x="564889" y="41904"/>
                </a:cubicBezTo>
                <a:cubicBezTo>
                  <a:pt x="563555" y="42348"/>
                  <a:pt x="562354" y="43016"/>
                  <a:pt x="561285" y="43906"/>
                </a:cubicBezTo>
                <a:cubicBezTo>
                  <a:pt x="560218" y="44795"/>
                  <a:pt x="559329" y="45952"/>
                  <a:pt x="558618" y="47376"/>
                </a:cubicBezTo>
                <a:cubicBezTo>
                  <a:pt x="557906" y="48799"/>
                  <a:pt x="557551" y="50489"/>
                  <a:pt x="557551" y="52446"/>
                </a:cubicBezTo>
                <a:cubicBezTo>
                  <a:pt x="557551" y="55293"/>
                  <a:pt x="558329" y="57495"/>
                  <a:pt x="559884" y="59052"/>
                </a:cubicBezTo>
                <a:cubicBezTo>
                  <a:pt x="561441" y="60609"/>
                  <a:pt x="563376" y="61833"/>
                  <a:pt x="565690" y="62723"/>
                </a:cubicBezTo>
                <a:cubicBezTo>
                  <a:pt x="568003" y="63612"/>
                  <a:pt x="570538" y="64391"/>
                  <a:pt x="573295" y="65059"/>
                </a:cubicBezTo>
                <a:cubicBezTo>
                  <a:pt x="576054" y="65725"/>
                  <a:pt x="578589" y="66659"/>
                  <a:pt x="580903" y="67861"/>
                </a:cubicBezTo>
                <a:cubicBezTo>
                  <a:pt x="583216" y="69061"/>
                  <a:pt x="585151" y="70728"/>
                  <a:pt x="586708" y="72864"/>
                </a:cubicBezTo>
                <a:cubicBezTo>
                  <a:pt x="588265" y="74999"/>
                  <a:pt x="589044" y="77935"/>
                  <a:pt x="589044" y="81671"/>
                </a:cubicBezTo>
                <a:cubicBezTo>
                  <a:pt x="589044" y="84251"/>
                  <a:pt x="588488" y="86787"/>
                  <a:pt x="587376" y="89278"/>
                </a:cubicBezTo>
                <a:cubicBezTo>
                  <a:pt x="586264" y="91769"/>
                  <a:pt x="584662" y="94016"/>
                  <a:pt x="582570" y="96018"/>
                </a:cubicBezTo>
                <a:cubicBezTo>
                  <a:pt x="580480" y="98019"/>
                  <a:pt x="577966" y="99576"/>
                  <a:pt x="575030" y="100687"/>
                </a:cubicBezTo>
                <a:cubicBezTo>
                  <a:pt x="572095" y="101799"/>
                  <a:pt x="568760" y="102355"/>
                  <a:pt x="565024" y="102355"/>
                </a:cubicBezTo>
                <a:cubicBezTo>
                  <a:pt x="560931" y="102355"/>
                  <a:pt x="557505" y="101955"/>
                  <a:pt x="554747" y="101154"/>
                </a:cubicBezTo>
                <a:cubicBezTo>
                  <a:pt x="551990" y="100354"/>
                  <a:pt x="549676" y="99420"/>
                  <a:pt x="547807" y="98352"/>
                </a:cubicBezTo>
                <a:cubicBezTo>
                  <a:pt x="548342" y="97195"/>
                  <a:pt x="548899" y="95616"/>
                  <a:pt x="549477" y="93615"/>
                </a:cubicBezTo>
                <a:cubicBezTo>
                  <a:pt x="550055" y="91613"/>
                  <a:pt x="550344" y="89945"/>
                  <a:pt x="550344" y="88610"/>
                </a:cubicBezTo>
                <a:lnTo>
                  <a:pt x="551945" y="88610"/>
                </a:lnTo>
                <a:close/>
                <a:moveTo>
                  <a:pt x="610796" y="69528"/>
                </a:moveTo>
                <a:cubicBezTo>
                  <a:pt x="610796" y="73264"/>
                  <a:pt x="611129" y="76867"/>
                  <a:pt x="611796" y="80337"/>
                </a:cubicBezTo>
                <a:cubicBezTo>
                  <a:pt x="612463" y="83807"/>
                  <a:pt x="613598" y="86898"/>
                  <a:pt x="615198" y="89612"/>
                </a:cubicBezTo>
                <a:cubicBezTo>
                  <a:pt x="616800" y="92326"/>
                  <a:pt x="618935" y="94484"/>
                  <a:pt x="621604" y="96085"/>
                </a:cubicBezTo>
                <a:cubicBezTo>
                  <a:pt x="624273" y="97686"/>
                  <a:pt x="627565" y="98486"/>
                  <a:pt x="631480" y="98486"/>
                </a:cubicBezTo>
                <a:cubicBezTo>
                  <a:pt x="635395" y="98486"/>
                  <a:pt x="638687" y="97686"/>
                  <a:pt x="641356" y="96085"/>
                </a:cubicBezTo>
                <a:cubicBezTo>
                  <a:pt x="644025" y="94484"/>
                  <a:pt x="646160" y="92326"/>
                  <a:pt x="647760" y="89612"/>
                </a:cubicBezTo>
                <a:cubicBezTo>
                  <a:pt x="649362" y="86898"/>
                  <a:pt x="650496" y="83807"/>
                  <a:pt x="651163" y="80337"/>
                </a:cubicBezTo>
                <a:cubicBezTo>
                  <a:pt x="651831" y="76867"/>
                  <a:pt x="652165" y="73264"/>
                  <a:pt x="652165" y="69528"/>
                </a:cubicBezTo>
                <a:cubicBezTo>
                  <a:pt x="652165" y="65791"/>
                  <a:pt x="651831" y="62188"/>
                  <a:pt x="651163" y="58718"/>
                </a:cubicBezTo>
                <a:cubicBezTo>
                  <a:pt x="650496" y="55248"/>
                  <a:pt x="649362" y="52157"/>
                  <a:pt x="647760" y="49445"/>
                </a:cubicBezTo>
                <a:cubicBezTo>
                  <a:pt x="646160" y="46731"/>
                  <a:pt x="644025" y="44573"/>
                  <a:pt x="641356" y="42971"/>
                </a:cubicBezTo>
                <a:cubicBezTo>
                  <a:pt x="638687" y="41370"/>
                  <a:pt x="635395" y="40569"/>
                  <a:pt x="631480" y="40569"/>
                </a:cubicBezTo>
                <a:cubicBezTo>
                  <a:pt x="627565" y="40569"/>
                  <a:pt x="624273" y="41370"/>
                  <a:pt x="621604" y="42971"/>
                </a:cubicBezTo>
                <a:cubicBezTo>
                  <a:pt x="618935" y="44573"/>
                  <a:pt x="616800" y="46731"/>
                  <a:pt x="615198" y="49445"/>
                </a:cubicBezTo>
                <a:cubicBezTo>
                  <a:pt x="613598" y="52157"/>
                  <a:pt x="612463" y="55248"/>
                  <a:pt x="611796" y="58718"/>
                </a:cubicBezTo>
                <a:cubicBezTo>
                  <a:pt x="611129" y="62188"/>
                  <a:pt x="610796" y="65791"/>
                  <a:pt x="610796" y="69528"/>
                </a:cubicBezTo>
                <a:moveTo>
                  <a:pt x="599053" y="69528"/>
                </a:moveTo>
                <a:cubicBezTo>
                  <a:pt x="599053" y="63478"/>
                  <a:pt x="600009" y="58340"/>
                  <a:pt x="601922" y="54114"/>
                </a:cubicBezTo>
                <a:cubicBezTo>
                  <a:pt x="603834" y="49888"/>
                  <a:pt x="606347" y="46463"/>
                  <a:pt x="609460" y="43839"/>
                </a:cubicBezTo>
                <a:cubicBezTo>
                  <a:pt x="612574" y="41215"/>
                  <a:pt x="616066" y="39302"/>
                  <a:pt x="619937" y="38101"/>
                </a:cubicBezTo>
                <a:cubicBezTo>
                  <a:pt x="623807" y="36899"/>
                  <a:pt x="627655" y="36299"/>
                  <a:pt x="631480" y="36299"/>
                </a:cubicBezTo>
                <a:cubicBezTo>
                  <a:pt x="635395" y="36299"/>
                  <a:pt x="639266" y="36899"/>
                  <a:pt x="643091" y="38101"/>
                </a:cubicBezTo>
                <a:cubicBezTo>
                  <a:pt x="646916" y="39302"/>
                  <a:pt x="650386" y="41215"/>
                  <a:pt x="653498" y="43839"/>
                </a:cubicBezTo>
                <a:cubicBezTo>
                  <a:pt x="656612" y="46463"/>
                  <a:pt x="659126" y="49888"/>
                  <a:pt x="661039" y="54114"/>
                </a:cubicBezTo>
                <a:cubicBezTo>
                  <a:pt x="662951" y="58340"/>
                  <a:pt x="663908" y="63478"/>
                  <a:pt x="663908" y="69528"/>
                </a:cubicBezTo>
                <a:cubicBezTo>
                  <a:pt x="663908" y="75577"/>
                  <a:pt x="662951" y="80715"/>
                  <a:pt x="661039" y="84941"/>
                </a:cubicBezTo>
                <a:cubicBezTo>
                  <a:pt x="659126" y="89167"/>
                  <a:pt x="656612" y="92593"/>
                  <a:pt x="653498" y="95218"/>
                </a:cubicBezTo>
                <a:cubicBezTo>
                  <a:pt x="650386" y="97842"/>
                  <a:pt x="646916" y="99688"/>
                  <a:pt x="643091" y="100755"/>
                </a:cubicBezTo>
                <a:cubicBezTo>
                  <a:pt x="639266" y="101822"/>
                  <a:pt x="635395" y="102355"/>
                  <a:pt x="631480" y="102355"/>
                </a:cubicBezTo>
                <a:cubicBezTo>
                  <a:pt x="627655" y="102355"/>
                  <a:pt x="623807" y="101822"/>
                  <a:pt x="619937" y="100755"/>
                </a:cubicBezTo>
                <a:cubicBezTo>
                  <a:pt x="616066" y="99688"/>
                  <a:pt x="612574" y="97842"/>
                  <a:pt x="609460" y="95218"/>
                </a:cubicBezTo>
                <a:cubicBezTo>
                  <a:pt x="606347" y="92593"/>
                  <a:pt x="603834" y="89167"/>
                  <a:pt x="601922" y="84941"/>
                </a:cubicBezTo>
                <a:cubicBezTo>
                  <a:pt x="600009" y="80715"/>
                  <a:pt x="599053" y="75577"/>
                  <a:pt x="599053" y="69528"/>
                </a:cubicBezTo>
                <a:close/>
                <a:moveTo>
                  <a:pt x="722225" y="63521"/>
                </a:moveTo>
                <a:cubicBezTo>
                  <a:pt x="722225" y="56849"/>
                  <a:pt x="720934" y="51801"/>
                  <a:pt x="718354" y="48376"/>
                </a:cubicBezTo>
                <a:cubicBezTo>
                  <a:pt x="715775" y="44951"/>
                  <a:pt x="712216" y="43238"/>
                  <a:pt x="707680" y="43238"/>
                </a:cubicBezTo>
                <a:cubicBezTo>
                  <a:pt x="701453" y="43238"/>
                  <a:pt x="696894" y="45151"/>
                  <a:pt x="694002" y="48976"/>
                </a:cubicBezTo>
                <a:cubicBezTo>
                  <a:pt x="691111" y="52802"/>
                  <a:pt x="689665" y="58184"/>
                  <a:pt x="689665" y="65124"/>
                </a:cubicBezTo>
                <a:lnTo>
                  <a:pt x="689665" y="76466"/>
                </a:lnTo>
                <a:cubicBezTo>
                  <a:pt x="689665" y="80471"/>
                  <a:pt x="689731" y="84675"/>
                  <a:pt x="689864" y="89079"/>
                </a:cubicBezTo>
                <a:cubicBezTo>
                  <a:pt x="689997" y="93482"/>
                  <a:pt x="690287" y="97463"/>
                  <a:pt x="690732" y="101021"/>
                </a:cubicBezTo>
                <a:cubicBezTo>
                  <a:pt x="688686" y="100844"/>
                  <a:pt x="686684" y="100755"/>
                  <a:pt x="684727" y="100755"/>
                </a:cubicBezTo>
                <a:cubicBezTo>
                  <a:pt x="682769" y="100755"/>
                  <a:pt x="680768" y="100844"/>
                  <a:pt x="678722" y="101021"/>
                </a:cubicBezTo>
                <a:cubicBezTo>
                  <a:pt x="679166" y="97463"/>
                  <a:pt x="679454" y="93482"/>
                  <a:pt x="679587" y="89079"/>
                </a:cubicBezTo>
                <a:cubicBezTo>
                  <a:pt x="679722" y="84675"/>
                  <a:pt x="679789" y="80471"/>
                  <a:pt x="679789" y="76466"/>
                </a:cubicBezTo>
                <a:lnTo>
                  <a:pt x="679789" y="62589"/>
                </a:lnTo>
                <a:cubicBezTo>
                  <a:pt x="679789" y="58586"/>
                  <a:pt x="679722" y="54382"/>
                  <a:pt x="679587" y="49978"/>
                </a:cubicBezTo>
                <a:cubicBezTo>
                  <a:pt x="679454" y="45574"/>
                  <a:pt x="679166" y="41459"/>
                  <a:pt x="678722" y="37632"/>
                </a:cubicBezTo>
                <a:cubicBezTo>
                  <a:pt x="681213" y="38078"/>
                  <a:pt x="683215" y="38300"/>
                  <a:pt x="684727" y="38300"/>
                </a:cubicBezTo>
                <a:cubicBezTo>
                  <a:pt x="685438" y="38300"/>
                  <a:pt x="686216" y="38234"/>
                  <a:pt x="687060" y="38101"/>
                </a:cubicBezTo>
                <a:cubicBezTo>
                  <a:pt x="687906" y="37968"/>
                  <a:pt x="688907" y="37811"/>
                  <a:pt x="690064" y="37632"/>
                </a:cubicBezTo>
                <a:cubicBezTo>
                  <a:pt x="689798" y="41192"/>
                  <a:pt x="689665" y="44750"/>
                  <a:pt x="689665" y="48308"/>
                </a:cubicBezTo>
                <a:lnTo>
                  <a:pt x="689932" y="48308"/>
                </a:lnTo>
                <a:cubicBezTo>
                  <a:pt x="692423" y="44483"/>
                  <a:pt x="695403" y="41525"/>
                  <a:pt x="698873" y="39434"/>
                </a:cubicBezTo>
                <a:cubicBezTo>
                  <a:pt x="702343" y="37344"/>
                  <a:pt x="706480" y="36299"/>
                  <a:pt x="711284" y="36299"/>
                </a:cubicBezTo>
                <a:cubicBezTo>
                  <a:pt x="713775" y="36299"/>
                  <a:pt x="716288" y="36655"/>
                  <a:pt x="718822" y="37368"/>
                </a:cubicBezTo>
                <a:cubicBezTo>
                  <a:pt x="721358" y="38079"/>
                  <a:pt x="723649" y="39302"/>
                  <a:pt x="725695" y="41037"/>
                </a:cubicBezTo>
                <a:cubicBezTo>
                  <a:pt x="727742" y="42772"/>
                  <a:pt x="729410" y="45130"/>
                  <a:pt x="730700" y="48111"/>
                </a:cubicBezTo>
                <a:cubicBezTo>
                  <a:pt x="731989" y="51091"/>
                  <a:pt x="732634" y="54893"/>
                  <a:pt x="732634" y="59518"/>
                </a:cubicBezTo>
                <a:cubicBezTo>
                  <a:pt x="732634" y="63344"/>
                  <a:pt x="732545" y="67280"/>
                  <a:pt x="732367" y="71328"/>
                </a:cubicBezTo>
                <a:cubicBezTo>
                  <a:pt x="732190" y="75377"/>
                  <a:pt x="732101" y="79670"/>
                  <a:pt x="732101" y="84208"/>
                </a:cubicBezTo>
                <a:lnTo>
                  <a:pt x="732101" y="92880"/>
                </a:lnTo>
                <a:cubicBezTo>
                  <a:pt x="732101" y="94304"/>
                  <a:pt x="732123" y="95706"/>
                  <a:pt x="732168" y="97085"/>
                </a:cubicBezTo>
                <a:cubicBezTo>
                  <a:pt x="732213" y="98464"/>
                  <a:pt x="732279" y="99777"/>
                  <a:pt x="732367" y="101021"/>
                </a:cubicBezTo>
                <a:cubicBezTo>
                  <a:pt x="730588" y="100844"/>
                  <a:pt x="728720" y="100755"/>
                  <a:pt x="726764" y="100755"/>
                </a:cubicBezTo>
                <a:cubicBezTo>
                  <a:pt x="724894" y="100755"/>
                  <a:pt x="723070" y="100844"/>
                  <a:pt x="721292" y="101021"/>
                </a:cubicBezTo>
                <a:cubicBezTo>
                  <a:pt x="721470" y="96395"/>
                  <a:pt x="721670" y="91636"/>
                  <a:pt x="721891" y="86743"/>
                </a:cubicBezTo>
                <a:cubicBezTo>
                  <a:pt x="722113" y="81849"/>
                  <a:pt x="722225" y="76822"/>
                  <a:pt x="722225" y="71662"/>
                </a:cubicBezTo>
                <a:lnTo>
                  <a:pt x="722225" y="63521"/>
                </a:lnTo>
                <a:close/>
                <a:moveTo>
                  <a:pt x="787214" y="67794"/>
                </a:moveTo>
                <a:cubicBezTo>
                  <a:pt x="785702" y="68327"/>
                  <a:pt x="783944" y="68772"/>
                  <a:pt x="781942" y="69127"/>
                </a:cubicBezTo>
                <a:cubicBezTo>
                  <a:pt x="779941" y="69483"/>
                  <a:pt x="777918" y="69861"/>
                  <a:pt x="775872" y="70261"/>
                </a:cubicBezTo>
                <a:cubicBezTo>
                  <a:pt x="773826" y="70662"/>
                  <a:pt x="771802" y="71174"/>
                  <a:pt x="769800" y="71797"/>
                </a:cubicBezTo>
                <a:cubicBezTo>
                  <a:pt x="767798" y="72419"/>
                  <a:pt x="766018" y="73264"/>
                  <a:pt x="764461" y="74332"/>
                </a:cubicBezTo>
                <a:cubicBezTo>
                  <a:pt x="762905" y="75399"/>
                  <a:pt x="761660" y="76733"/>
                  <a:pt x="760724" y="78335"/>
                </a:cubicBezTo>
                <a:cubicBezTo>
                  <a:pt x="759790" y="79937"/>
                  <a:pt x="759323" y="81984"/>
                  <a:pt x="759323" y="84475"/>
                </a:cubicBezTo>
                <a:cubicBezTo>
                  <a:pt x="759323" y="88656"/>
                  <a:pt x="760524" y="91814"/>
                  <a:pt x="762925" y="93949"/>
                </a:cubicBezTo>
                <a:cubicBezTo>
                  <a:pt x="765328" y="96085"/>
                  <a:pt x="767998" y="97152"/>
                  <a:pt x="770934" y="97152"/>
                </a:cubicBezTo>
                <a:cubicBezTo>
                  <a:pt x="774314" y="97152"/>
                  <a:pt x="777405" y="96218"/>
                  <a:pt x="780207" y="94351"/>
                </a:cubicBezTo>
                <a:cubicBezTo>
                  <a:pt x="783010" y="92481"/>
                  <a:pt x="785168" y="90301"/>
                  <a:pt x="786681" y="87810"/>
                </a:cubicBezTo>
                <a:lnTo>
                  <a:pt x="787214" y="67794"/>
                </a:lnTo>
                <a:moveTo>
                  <a:pt x="754253" y="44038"/>
                </a:moveTo>
                <a:cubicBezTo>
                  <a:pt x="758256" y="41014"/>
                  <a:pt x="761948" y="38968"/>
                  <a:pt x="765328" y="37901"/>
                </a:cubicBezTo>
                <a:cubicBezTo>
                  <a:pt x="768710" y="36833"/>
                  <a:pt x="772180" y="36299"/>
                  <a:pt x="775738" y="36299"/>
                </a:cubicBezTo>
                <a:cubicBezTo>
                  <a:pt x="778941" y="36299"/>
                  <a:pt x="781878" y="36766"/>
                  <a:pt x="784546" y="37699"/>
                </a:cubicBezTo>
                <a:cubicBezTo>
                  <a:pt x="787215" y="38633"/>
                  <a:pt x="789484" y="39968"/>
                  <a:pt x="791352" y="41703"/>
                </a:cubicBezTo>
                <a:cubicBezTo>
                  <a:pt x="793220" y="43438"/>
                  <a:pt x="794687" y="45529"/>
                  <a:pt x="795754" y="47977"/>
                </a:cubicBezTo>
                <a:cubicBezTo>
                  <a:pt x="796822" y="50423"/>
                  <a:pt x="797357" y="53113"/>
                  <a:pt x="797357" y="56048"/>
                </a:cubicBezTo>
                <a:cubicBezTo>
                  <a:pt x="797357" y="61120"/>
                  <a:pt x="797268" y="66169"/>
                  <a:pt x="797090" y="71196"/>
                </a:cubicBezTo>
                <a:cubicBezTo>
                  <a:pt x="796912" y="76223"/>
                  <a:pt x="796823" y="81538"/>
                  <a:pt x="796823" y="87142"/>
                </a:cubicBezTo>
                <a:cubicBezTo>
                  <a:pt x="796823" y="88211"/>
                  <a:pt x="796846" y="89345"/>
                  <a:pt x="796890" y="90547"/>
                </a:cubicBezTo>
                <a:cubicBezTo>
                  <a:pt x="796935" y="91747"/>
                  <a:pt x="797135" y="92814"/>
                  <a:pt x="797491" y="93748"/>
                </a:cubicBezTo>
                <a:cubicBezTo>
                  <a:pt x="797847" y="94682"/>
                  <a:pt x="798358" y="95460"/>
                  <a:pt x="799024" y="96083"/>
                </a:cubicBezTo>
                <a:cubicBezTo>
                  <a:pt x="799692" y="96707"/>
                  <a:pt x="800693" y="97018"/>
                  <a:pt x="802028" y="97018"/>
                </a:cubicBezTo>
                <a:cubicBezTo>
                  <a:pt x="802473" y="97018"/>
                  <a:pt x="802940" y="96996"/>
                  <a:pt x="803429" y="96951"/>
                </a:cubicBezTo>
                <a:cubicBezTo>
                  <a:pt x="803919" y="96906"/>
                  <a:pt x="804386" y="96751"/>
                  <a:pt x="804830" y="96485"/>
                </a:cubicBezTo>
                <a:lnTo>
                  <a:pt x="804830" y="99421"/>
                </a:lnTo>
                <a:cubicBezTo>
                  <a:pt x="803851" y="99865"/>
                  <a:pt x="802628" y="100220"/>
                  <a:pt x="801160" y="100488"/>
                </a:cubicBezTo>
                <a:cubicBezTo>
                  <a:pt x="799693" y="100755"/>
                  <a:pt x="798069" y="100889"/>
                  <a:pt x="796290" y="100889"/>
                </a:cubicBezTo>
                <a:cubicBezTo>
                  <a:pt x="793443" y="100889"/>
                  <a:pt x="791263" y="100155"/>
                  <a:pt x="789751" y="98688"/>
                </a:cubicBezTo>
                <a:cubicBezTo>
                  <a:pt x="788239" y="97219"/>
                  <a:pt x="787349" y="95328"/>
                  <a:pt x="787082" y="93015"/>
                </a:cubicBezTo>
                <a:cubicBezTo>
                  <a:pt x="783879" y="96217"/>
                  <a:pt x="780721" y="98574"/>
                  <a:pt x="777607" y="100087"/>
                </a:cubicBezTo>
                <a:cubicBezTo>
                  <a:pt x="774493" y="101599"/>
                  <a:pt x="770667" y="102355"/>
                  <a:pt x="766130" y="102355"/>
                </a:cubicBezTo>
                <a:cubicBezTo>
                  <a:pt x="763906" y="102355"/>
                  <a:pt x="761725" y="102044"/>
                  <a:pt x="759590" y="101420"/>
                </a:cubicBezTo>
                <a:cubicBezTo>
                  <a:pt x="757456" y="100799"/>
                  <a:pt x="755566" y="99777"/>
                  <a:pt x="753919" y="98354"/>
                </a:cubicBezTo>
                <a:cubicBezTo>
                  <a:pt x="752274" y="96930"/>
                  <a:pt x="750939" y="95217"/>
                  <a:pt x="749916" y="93216"/>
                </a:cubicBezTo>
                <a:cubicBezTo>
                  <a:pt x="748893" y="91214"/>
                  <a:pt x="748382" y="88923"/>
                  <a:pt x="748382" y="86342"/>
                </a:cubicBezTo>
                <a:cubicBezTo>
                  <a:pt x="748382" y="81004"/>
                  <a:pt x="750050" y="76868"/>
                  <a:pt x="753385" y="73933"/>
                </a:cubicBezTo>
                <a:cubicBezTo>
                  <a:pt x="756722" y="70997"/>
                  <a:pt x="761326" y="69039"/>
                  <a:pt x="767197" y="68060"/>
                </a:cubicBezTo>
                <a:cubicBezTo>
                  <a:pt x="772002" y="67259"/>
                  <a:pt x="775761" y="66570"/>
                  <a:pt x="778474" y="65991"/>
                </a:cubicBezTo>
                <a:cubicBezTo>
                  <a:pt x="781188" y="65413"/>
                  <a:pt x="783190" y="64812"/>
                  <a:pt x="784479" y="64189"/>
                </a:cubicBezTo>
                <a:cubicBezTo>
                  <a:pt x="785769" y="63566"/>
                  <a:pt x="786547" y="62832"/>
                  <a:pt x="786813" y="61988"/>
                </a:cubicBezTo>
                <a:cubicBezTo>
                  <a:pt x="787080" y="61142"/>
                  <a:pt x="787214" y="60052"/>
                  <a:pt x="787214" y="58718"/>
                </a:cubicBezTo>
                <a:cubicBezTo>
                  <a:pt x="787214" y="56494"/>
                  <a:pt x="786947" y="54360"/>
                  <a:pt x="786414" y="52314"/>
                </a:cubicBezTo>
                <a:cubicBezTo>
                  <a:pt x="785880" y="50267"/>
                  <a:pt x="785035" y="48487"/>
                  <a:pt x="783879" y="46975"/>
                </a:cubicBezTo>
                <a:cubicBezTo>
                  <a:pt x="782722" y="45462"/>
                  <a:pt x="781210" y="44239"/>
                  <a:pt x="779342" y="43305"/>
                </a:cubicBezTo>
                <a:cubicBezTo>
                  <a:pt x="777474" y="42371"/>
                  <a:pt x="775205" y="41904"/>
                  <a:pt x="772537" y="41904"/>
                </a:cubicBezTo>
                <a:cubicBezTo>
                  <a:pt x="768977" y="41904"/>
                  <a:pt x="765663" y="42705"/>
                  <a:pt x="762593" y="44307"/>
                </a:cubicBezTo>
                <a:cubicBezTo>
                  <a:pt x="759524" y="45908"/>
                  <a:pt x="757233" y="48131"/>
                  <a:pt x="755721" y="50978"/>
                </a:cubicBezTo>
                <a:lnTo>
                  <a:pt x="754253" y="50978"/>
                </a:lnTo>
                <a:lnTo>
                  <a:pt x="754253" y="44038"/>
                </a:lnTo>
                <a:close/>
                <a:moveTo>
                  <a:pt x="823113" y="38834"/>
                </a:moveTo>
                <a:cubicBezTo>
                  <a:pt x="823113" y="35809"/>
                  <a:pt x="823091" y="32518"/>
                  <a:pt x="823046" y="28960"/>
                </a:cubicBezTo>
                <a:cubicBezTo>
                  <a:pt x="823001" y="25400"/>
                  <a:pt x="822934" y="21886"/>
                  <a:pt x="822845" y="18416"/>
                </a:cubicBezTo>
                <a:cubicBezTo>
                  <a:pt x="822756" y="14946"/>
                  <a:pt x="822645" y="11633"/>
                  <a:pt x="822511" y="8475"/>
                </a:cubicBezTo>
                <a:cubicBezTo>
                  <a:pt x="822378" y="5316"/>
                  <a:pt x="822222" y="2625"/>
                  <a:pt x="822044" y="401"/>
                </a:cubicBezTo>
                <a:cubicBezTo>
                  <a:pt x="824535" y="846"/>
                  <a:pt x="826538" y="1069"/>
                  <a:pt x="828051" y="1069"/>
                </a:cubicBezTo>
                <a:cubicBezTo>
                  <a:pt x="829564" y="1069"/>
                  <a:pt x="831565" y="846"/>
                  <a:pt x="834056" y="401"/>
                </a:cubicBezTo>
                <a:cubicBezTo>
                  <a:pt x="833878" y="2625"/>
                  <a:pt x="833722" y="5316"/>
                  <a:pt x="833588" y="8475"/>
                </a:cubicBezTo>
                <a:cubicBezTo>
                  <a:pt x="833455" y="11633"/>
                  <a:pt x="833344" y="14946"/>
                  <a:pt x="833254" y="18416"/>
                </a:cubicBezTo>
                <a:cubicBezTo>
                  <a:pt x="833166" y="21886"/>
                  <a:pt x="833099" y="25400"/>
                  <a:pt x="833054" y="28960"/>
                </a:cubicBezTo>
                <a:cubicBezTo>
                  <a:pt x="833010" y="32518"/>
                  <a:pt x="832987" y="35809"/>
                  <a:pt x="832987" y="38834"/>
                </a:cubicBezTo>
                <a:lnTo>
                  <a:pt x="832987" y="62988"/>
                </a:lnTo>
                <a:cubicBezTo>
                  <a:pt x="832987" y="66014"/>
                  <a:pt x="833010" y="69306"/>
                  <a:pt x="833054" y="72864"/>
                </a:cubicBezTo>
                <a:cubicBezTo>
                  <a:pt x="833099" y="76422"/>
                  <a:pt x="833166" y="79936"/>
                  <a:pt x="833254" y="83406"/>
                </a:cubicBezTo>
                <a:cubicBezTo>
                  <a:pt x="833344" y="86875"/>
                  <a:pt x="833455" y="90167"/>
                  <a:pt x="833588" y="93282"/>
                </a:cubicBezTo>
                <a:cubicBezTo>
                  <a:pt x="833722" y="96396"/>
                  <a:pt x="833878" y="98976"/>
                  <a:pt x="834056" y="101021"/>
                </a:cubicBezTo>
                <a:cubicBezTo>
                  <a:pt x="832009" y="100844"/>
                  <a:pt x="830007" y="100755"/>
                  <a:pt x="828051" y="100755"/>
                </a:cubicBezTo>
                <a:cubicBezTo>
                  <a:pt x="826094" y="100755"/>
                  <a:pt x="824091" y="100844"/>
                  <a:pt x="822044" y="101021"/>
                </a:cubicBezTo>
                <a:cubicBezTo>
                  <a:pt x="822222" y="98976"/>
                  <a:pt x="822378" y="96396"/>
                  <a:pt x="822511" y="93282"/>
                </a:cubicBezTo>
                <a:cubicBezTo>
                  <a:pt x="822645" y="90167"/>
                  <a:pt x="822756" y="86875"/>
                  <a:pt x="822845" y="83406"/>
                </a:cubicBezTo>
                <a:cubicBezTo>
                  <a:pt x="822934" y="79936"/>
                  <a:pt x="823001" y="76422"/>
                  <a:pt x="823046" y="72864"/>
                </a:cubicBezTo>
                <a:cubicBezTo>
                  <a:pt x="823091" y="69306"/>
                  <a:pt x="823113" y="66014"/>
                  <a:pt x="823113" y="62988"/>
                </a:cubicBezTo>
                <a:lnTo>
                  <a:pt x="823113" y="38834"/>
                </a:lnTo>
                <a:close/>
                <a:moveTo>
                  <a:pt x="892372" y="76466"/>
                </a:moveTo>
                <a:cubicBezTo>
                  <a:pt x="892372" y="73441"/>
                  <a:pt x="892350" y="70150"/>
                  <a:pt x="892305" y="66592"/>
                </a:cubicBezTo>
                <a:cubicBezTo>
                  <a:pt x="892260" y="63033"/>
                  <a:pt x="892193" y="59496"/>
                  <a:pt x="892103" y="55983"/>
                </a:cubicBezTo>
                <a:cubicBezTo>
                  <a:pt x="892015" y="52469"/>
                  <a:pt x="891904" y="49110"/>
                  <a:pt x="891771" y="45908"/>
                </a:cubicBezTo>
                <a:cubicBezTo>
                  <a:pt x="891638" y="42704"/>
                  <a:pt x="891483" y="39945"/>
                  <a:pt x="891305" y="37632"/>
                </a:cubicBezTo>
                <a:cubicBezTo>
                  <a:pt x="893796" y="38078"/>
                  <a:pt x="895798" y="38300"/>
                  <a:pt x="897310" y="38300"/>
                </a:cubicBezTo>
                <a:cubicBezTo>
                  <a:pt x="898822" y="38300"/>
                  <a:pt x="900824" y="38078"/>
                  <a:pt x="903315" y="37632"/>
                </a:cubicBezTo>
                <a:cubicBezTo>
                  <a:pt x="902959" y="39945"/>
                  <a:pt x="902693" y="42170"/>
                  <a:pt x="902515" y="44305"/>
                </a:cubicBezTo>
                <a:cubicBezTo>
                  <a:pt x="902337" y="46441"/>
                  <a:pt x="902248" y="48576"/>
                  <a:pt x="902248" y="50711"/>
                </a:cubicBezTo>
                <a:lnTo>
                  <a:pt x="902515" y="50711"/>
                </a:lnTo>
                <a:cubicBezTo>
                  <a:pt x="903136" y="49287"/>
                  <a:pt x="904026" y="47753"/>
                  <a:pt x="905182" y="46107"/>
                </a:cubicBezTo>
                <a:cubicBezTo>
                  <a:pt x="906339" y="44462"/>
                  <a:pt x="907829" y="42906"/>
                  <a:pt x="909652" y="41438"/>
                </a:cubicBezTo>
                <a:cubicBezTo>
                  <a:pt x="911476" y="39969"/>
                  <a:pt x="913678" y="38745"/>
                  <a:pt x="916257" y="37767"/>
                </a:cubicBezTo>
                <a:cubicBezTo>
                  <a:pt x="918838" y="36788"/>
                  <a:pt x="921774" y="36299"/>
                  <a:pt x="925066" y="36299"/>
                </a:cubicBezTo>
                <a:cubicBezTo>
                  <a:pt x="928448" y="36299"/>
                  <a:pt x="931784" y="36944"/>
                  <a:pt x="935075" y="38235"/>
                </a:cubicBezTo>
                <a:cubicBezTo>
                  <a:pt x="938367" y="39525"/>
                  <a:pt x="941281" y="41504"/>
                  <a:pt x="943816" y="44173"/>
                </a:cubicBezTo>
                <a:cubicBezTo>
                  <a:pt x="946352" y="46842"/>
                  <a:pt x="948399" y="50245"/>
                  <a:pt x="949956" y="54383"/>
                </a:cubicBezTo>
                <a:cubicBezTo>
                  <a:pt x="951513" y="58519"/>
                  <a:pt x="952291" y="63434"/>
                  <a:pt x="952291" y="69127"/>
                </a:cubicBezTo>
                <a:cubicBezTo>
                  <a:pt x="952291" y="74821"/>
                  <a:pt x="951446" y="79759"/>
                  <a:pt x="949754" y="83941"/>
                </a:cubicBezTo>
                <a:cubicBezTo>
                  <a:pt x="948064" y="88122"/>
                  <a:pt x="945862" y="91592"/>
                  <a:pt x="943148" y="94351"/>
                </a:cubicBezTo>
                <a:cubicBezTo>
                  <a:pt x="940435" y="97108"/>
                  <a:pt x="937343" y="99131"/>
                  <a:pt x="933873" y="100421"/>
                </a:cubicBezTo>
                <a:cubicBezTo>
                  <a:pt x="930405" y="101710"/>
                  <a:pt x="926936" y="102355"/>
                  <a:pt x="923466" y="102355"/>
                </a:cubicBezTo>
                <a:cubicBezTo>
                  <a:pt x="913680" y="102355"/>
                  <a:pt x="906696" y="98130"/>
                  <a:pt x="902515" y="89679"/>
                </a:cubicBezTo>
                <a:lnTo>
                  <a:pt x="902248" y="89679"/>
                </a:lnTo>
                <a:lnTo>
                  <a:pt x="902248" y="98085"/>
                </a:lnTo>
                <a:cubicBezTo>
                  <a:pt x="902248" y="100932"/>
                  <a:pt x="902270" y="104112"/>
                  <a:pt x="902313" y="107627"/>
                </a:cubicBezTo>
                <a:cubicBezTo>
                  <a:pt x="902358" y="111142"/>
                  <a:pt x="902424" y="114634"/>
                  <a:pt x="902513" y="118104"/>
                </a:cubicBezTo>
                <a:cubicBezTo>
                  <a:pt x="902602" y="121573"/>
                  <a:pt x="902714" y="124887"/>
                  <a:pt x="902847" y="128045"/>
                </a:cubicBezTo>
                <a:cubicBezTo>
                  <a:pt x="902981" y="131204"/>
                  <a:pt x="903137" y="133895"/>
                  <a:pt x="903315" y="136119"/>
                </a:cubicBezTo>
                <a:cubicBezTo>
                  <a:pt x="900824" y="135673"/>
                  <a:pt x="898822" y="135451"/>
                  <a:pt x="897310" y="135451"/>
                </a:cubicBezTo>
                <a:cubicBezTo>
                  <a:pt x="895798" y="135451"/>
                  <a:pt x="893796" y="135673"/>
                  <a:pt x="891305" y="136119"/>
                </a:cubicBezTo>
                <a:cubicBezTo>
                  <a:pt x="891483" y="133895"/>
                  <a:pt x="891638" y="131204"/>
                  <a:pt x="891771" y="128045"/>
                </a:cubicBezTo>
                <a:cubicBezTo>
                  <a:pt x="891904" y="124887"/>
                  <a:pt x="892015" y="121573"/>
                  <a:pt x="892103" y="118104"/>
                </a:cubicBezTo>
                <a:cubicBezTo>
                  <a:pt x="892193" y="114634"/>
                  <a:pt x="892260" y="111142"/>
                  <a:pt x="892305" y="107627"/>
                </a:cubicBezTo>
                <a:cubicBezTo>
                  <a:pt x="892350" y="104112"/>
                  <a:pt x="892372" y="100932"/>
                  <a:pt x="892372" y="98085"/>
                </a:cubicBezTo>
                <a:lnTo>
                  <a:pt x="892372" y="76466"/>
                </a:lnTo>
                <a:moveTo>
                  <a:pt x="940546" y="68993"/>
                </a:moveTo>
                <a:cubicBezTo>
                  <a:pt x="940546" y="63655"/>
                  <a:pt x="939990" y="59251"/>
                  <a:pt x="938878" y="55782"/>
                </a:cubicBezTo>
                <a:cubicBezTo>
                  <a:pt x="937767" y="52312"/>
                  <a:pt x="936343" y="49532"/>
                  <a:pt x="934608" y="47441"/>
                </a:cubicBezTo>
                <a:cubicBezTo>
                  <a:pt x="932873" y="45350"/>
                  <a:pt x="930894" y="43905"/>
                  <a:pt x="928669" y="43106"/>
                </a:cubicBezTo>
                <a:cubicBezTo>
                  <a:pt x="926445" y="42305"/>
                  <a:pt x="924265" y="41904"/>
                  <a:pt x="922130" y="41904"/>
                </a:cubicBezTo>
                <a:cubicBezTo>
                  <a:pt x="918572" y="41904"/>
                  <a:pt x="915525" y="42661"/>
                  <a:pt x="912989" y="44173"/>
                </a:cubicBezTo>
                <a:cubicBezTo>
                  <a:pt x="910453" y="45685"/>
                  <a:pt x="908385" y="47709"/>
                  <a:pt x="906783" y="50245"/>
                </a:cubicBezTo>
                <a:cubicBezTo>
                  <a:pt x="905182" y="52779"/>
                  <a:pt x="904026" y="55760"/>
                  <a:pt x="903315" y="59186"/>
                </a:cubicBezTo>
                <a:cubicBezTo>
                  <a:pt x="902604" y="62611"/>
                  <a:pt x="902248" y="66236"/>
                  <a:pt x="902248" y="70062"/>
                </a:cubicBezTo>
                <a:cubicBezTo>
                  <a:pt x="902248" y="88566"/>
                  <a:pt x="908742" y="97818"/>
                  <a:pt x="921731" y="97818"/>
                </a:cubicBezTo>
                <a:cubicBezTo>
                  <a:pt x="924933" y="97818"/>
                  <a:pt x="927713" y="97085"/>
                  <a:pt x="930070" y="95617"/>
                </a:cubicBezTo>
                <a:cubicBezTo>
                  <a:pt x="932428" y="94150"/>
                  <a:pt x="934385" y="92104"/>
                  <a:pt x="935942" y="89480"/>
                </a:cubicBezTo>
                <a:cubicBezTo>
                  <a:pt x="937499" y="86854"/>
                  <a:pt x="938656" y="83785"/>
                  <a:pt x="939412" y="80272"/>
                </a:cubicBezTo>
                <a:cubicBezTo>
                  <a:pt x="940168" y="76757"/>
                  <a:pt x="940546" y="72998"/>
                  <a:pt x="940546" y="68993"/>
                </a:cubicBezTo>
                <a:close/>
                <a:moveTo>
                  <a:pt x="993395" y="40569"/>
                </a:moveTo>
                <a:cubicBezTo>
                  <a:pt x="990103" y="40569"/>
                  <a:pt x="987322" y="41325"/>
                  <a:pt x="985052" y="42837"/>
                </a:cubicBezTo>
                <a:cubicBezTo>
                  <a:pt x="982784" y="44349"/>
                  <a:pt x="980916" y="46240"/>
                  <a:pt x="979448" y="48510"/>
                </a:cubicBezTo>
                <a:cubicBezTo>
                  <a:pt x="977981" y="50778"/>
                  <a:pt x="976869" y="53269"/>
                  <a:pt x="976113" y="55983"/>
                </a:cubicBezTo>
                <a:cubicBezTo>
                  <a:pt x="975357" y="58697"/>
                  <a:pt x="974890" y="61254"/>
                  <a:pt x="974712" y="63656"/>
                </a:cubicBezTo>
                <a:cubicBezTo>
                  <a:pt x="977469" y="63745"/>
                  <a:pt x="980338" y="63835"/>
                  <a:pt x="983317" y="63925"/>
                </a:cubicBezTo>
                <a:cubicBezTo>
                  <a:pt x="986298" y="64013"/>
                  <a:pt x="989212" y="64057"/>
                  <a:pt x="992059" y="64057"/>
                </a:cubicBezTo>
                <a:cubicBezTo>
                  <a:pt x="994995" y="64057"/>
                  <a:pt x="997976" y="64013"/>
                  <a:pt x="1001000" y="63925"/>
                </a:cubicBezTo>
                <a:cubicBezTo>
                  <a:pt x="1004025" y="63835"/>
                  <a:pt x="1006961" y="63745"/>
                  <a:pt x="1009809" y="63656"/>
                </a:cubicBezTo>
                <a:cubicBezTo>
                  <a:pt x="1009809" y="61254"/>
                  <a:pt x="1009609" y="58719"/>
                  <a:pt x="1009208" y="56050"/>
                </a:cubicBezTo>
                <a:cubicBezTo>
                  <a:pt x="1008808" y="53380"/>
                  <a:pt x="1008007" y="50888"/>
                  <a:pt x="1006806" y="48575"/>
                </a:cubicBezTo>
                <a:cubicBezTo>
                  <a:pt x="1005604" y="46262"/>
                  <a:pt x="1003936" y="44349"/>
                  <a:pt x="1001801" y="42837"/>
                </a:cubicBezTo>
                <a:cubicBezTo>
                  <a:pt x="999665" y="41325"/>
                  <a:pt x="996863" y="40569"/>
                  <a:pt x="993395" y="40569"/>
                </a:cubicBezTo>
                <a:moveTo>
                  <a:pt x="962568" y="71396"/>
                </a:moveTo>
                <a:cubicBezTo>
                  <a:pt x="962568" y="60453"/>
                  <a:pt x="965169" y="51868"/>
                  <a:pt x="970373" y="45641"/>
                </a:cubicBezTo>
                <a:cubicBezTo>
                  <a:pt x="975577" y="39413"/>
                  <a:pt x="983163" y="36299"/>
                  <a:pt x="993128" y="36299"/>
                </a:cubicBezTo>
                <a:cubicBezTo>
                  <a:pt x="997843" y="36299"/>
                  <a:pt x="1001913" y="37033"/>
                  <a:pt x="1005338" y="38502"/>
                </a:cubicBezTo>
                <a:cubicBezTo>
                  <a:pt x="1008763" y="39969"/>
                  <a:pt x="1011632" y="41926"/>
                  <a:pt x="1013945" y="44372"/>
                </a:cubicBezTo>
                <a:cubicBezTo>
                  <a:pt x="1016258" y="46819"/>
                  <a:pt x="1017971" y="49688"/>
                  <a:pt x="1019082" y="52980"/>
                </a:cubicBezTo>
                <a:cubicBezTo>
                  <a:pt x="1020194" y="56272"/>
                  <a:pt x="1020750" y="59786"/>
                  <a:pt x="1020750" y="63521"/>
                </a:cubicBezTo>
                <a:cubicBezTo>
                  <a:pt x="1020750" y="64412"/>
                  <a:pt x="1020728" y="65280"/>
                  <a:pt x="1020683" y="66126"/>
                </a:cubicBezTo>
                <a:cubicBezTo>
                  <a:pt x="1020639" y="66970"/>
                  <a:pt x="1020573" y="67837"/>
                  <a:pt x="1020483" y="68726"/>
                </a:cubicBezTo>
                <a:cubicBezTo>
                  <a:pt x="1015679" y="68638"/>
                  <a:pt x="1010920" y="68550"/>
                  <a:pt x="1006205" y="68461"/>
                </a:cubicBezTo>
                <a:cubicBezTo>
                  <a:pt x="1001490" y="68372"/>
                  <a:pt x="996731" y="68327"/>
                  <a:pt x="991927" y="68327"/>
                </a:cubicBezTo>
                <a:cubicBezTo>
                  <a:pt x="988990" y="68327"/>
                  <a:pt x="986076" y="68372"/>
                  <a:pt x="983185" y="68461"/>
                </a:cubicBezTo>
                <a:cubicBezTo>
                  <a:pt x="980293" y="68550"/>
                  <a:pt x="977380" y="68638"/>
                  <a:pt x="974443" y="68726"/>
                </a:cubicBezTo>
                <a:cubicBezTo>
                  <a:pt x="974355" y="69171"/>
                  <a:pt x="974311" y="69839"/>
                  <a:pt x="974311" y="70728"/>
                </a:cubicBezTo>
                <a:lnTo>
                  <a:pt x="974311" y="72463"/>
                </a:lnTo>
                <a:cubicBezTo>
                  <a:pt x="974311" y="75932"/>
                  <a:pt x="974822" y="79180"/>
                  <a:pt x="975844" y="82206"/>
                </a:cubicBezTo>
                <a:cubicBezTo>
                  <a:pt x="976868" y="85231"/>
                  <a:pt x="978358" y="87833"/>
                  <a:pt x="980316" y="90013"/>
                </a:cubicBezTo>
                <a:cubicBezTo>
                  <a:pt x="982273" y="92192"/>
                  <a:pt x="984676" y="93927"/>
                  <a:pt x="987522" y="95218"/>
                </a:cubicBezTo>
                <a:cubicBezTo>
                  <a:pt x="990369" y="96508"/>
                  <a:pt x="993661" y="97152"/>
                  <a:pt x="997398" y="97152"/>
                </a:cubicBezTo>
                <a:cubicBezTo>
                  <a:pt x="999176" y="97152"/>
                  <a:pt x="1001000" y="96908"/>
                  <a:pt x="1002868" y="96419"/>
                </a:cubicBezTo>
                <a:cubicBezTo>
                  <a:pt x="1004737" y="95929"/>
                  <a:pt x="1006561" y="95261"/>
                  <a:pt x="1008339" y="94416"/>
                </a:cubicBezTo>
                <a:cubicBezTo>
                  <a:pt x="1010119" y="93570"/>
                  <a:pt x="1011787" y="92569"/>
                  <a:pt x="1013344" y="91414"/>
                </a:cubicBezTo>
                <a:cubicBezTo>
                  <a:pt x="1014901" y="90258"/>
                  <a:pt x="1016258" y="89011"/>
                  <a:pt x="1017415" y="87676"/>
                </a:cubicBezTo>
                <a:lnTo>
                  <a:pt x="1018083" y="88077"/>
                </a:lnTo>
                <a:lnTo>
                  <a:pt x="1017282" y="94615"/>
                </a:lnTo>
                <a:cubicBezTo>
                  <a:pt x="1014612" y="96751"/>
                  <a:pt x="1011298" y="98574"/>
                  <a:pt x="1007339" y="100087"/>
                </a:cubicBezTo>
                <a:cubicBezTo>
                  <a:pt x="1003381" y="101599"/>
                  <a:pt x="999266" y="102355"/>
                  <a:pt x="994995" y="102355"/>
                </a:cubicBezTo>
                <a:cubicBezTo>
                  <a:pt x="990191" y="102355"/>
                  <a:pt x="985809" y="101621"/>
                  <a:pt x="981849" y="100154"/>
                </a:cubicBezTo>
                <a:cubicBezTo>
                  <a:pt x="977891" y="98686"/>
                  <a:pt x="974466" y="96552"/>
                  <a:pt x="971574" y="93750"/>
                </a:cubicBezTo>
                <a:cubicBezTo>
                  <a:pt x="968684" y="90947"/>
                  <a:pt x="966460" y="87632"/>
                  <a:pt x="964903" y="83807"/>
                </a:cubicBezTo>
                <a:cubicBezTo>
                  <a:pt x="963346" y="79981"/>
                  <a:pt x="962568" y="75844"/>
                  <a:pt x="962568" y="71396"/>
                </a:cubicBezTo>
                <a:close/>
                <a:moveTo>
                  <a:pt x="1065322" y="48575"/>
                </a:moveTo>
                <a:cubicBezTo>
                  <a:pt x="1064878" y="48042"/>
                  <a:pt x="1064010" y="47553"/>
                  <a:pt x="1062719" y="47109"/>
                </a:cubicBezTo>
                <a:cubicBezTo>
                  <a:pt x="1061430" y="46664"/>
                  <a:pt x="1060118" y="46441"/>
                  <a:pt x="1058783" y="46441"/>
                </a:cubicBezTo>
                <a:cubicBezTo>
                  <a:pt x="1056648" y="46441"/>
                  <a:pt x="1054735" y="46931"/>
                  <a:pt x="1053045" y="47909"/>
                </a:cubicBezTo>
                <a:cubicBezTo>
                  <a:pt x="1051355" y="48888"/>
                  <a:pt x="1049932" y="50200"/>
                  <a:pt x="1048775" y="51845"/>
                </a:cubicBezTo>
                <a:cubicBezTo>
                  <a:pt x="1047618" y="53491"/>
                  <a:pt x="1046729" y="55448"/>
                  <a:pt x="1046106" y="57718"/>
                </a:cubicBezTo>
                <a:cubicBezTo>
                  <a:pt x="1045484" y="59986"/>
                  <a:pt x="1045173" y="62410"/>
                  <a:pt x="1045173" y="64990"/>
                </a:cubicBezTo>
                <a:lnTo>
                  <a:pt x="1045173" y="79669"/>
                </a:lnTo>
                <a:cubicBezTo>
                  <a:pt x="1045173" y="85630"/>
                  <a:pt x="1045195" y="90190"/>
                  <a:pt x="1045238" y="93349"/>
                </a:cubicBezTo>
                <a:cubicBezTo>
                  <a:pt x="1045283" y="96506"/>
                  <a:pt x="1045439" y="99064"/>
                  <a:pt x="1045706" y="101021"/>
                </a:cubicBezTo>
                <a:cubicBezTo>
                  <a:pt x="1043927" y="100844"/>
                  <a:pt x="1042147" y="100755"/>
                  <a:pt x="1040367" y="100755"/>
                </a:cubicBezTo>
                <a:cubicBezTo>
                  <a:pt x="1038410" y="100755"/>
                  <a:pt x="1036542" y="100844"/>
                  <a:pt x="1034764" y="101021"/>
                </a:cubicBezTo>
                <a:cubicBezTo>
                  <a:pt x="1035030" y="97997"/>
                  <a:pt x="1035185" y="93882"/>
                  <a:pt x="1035230" y="88677"/>
                </a:cubicBezTo>
                <a:cubicBezTo>
                  <a:pt x="1035275" y="83473"/>
                  <a:pt x="1035297" y="77090"/>
                  <a:pt x="1035297" y="69528"/>
                </a:cubicBezTo>
                <a:lnTo>
                  <a:pt x="1035297" y="65256"/>
                </a:lnTo>
                <a:cubicBezTo>
                  <a:pt x="1035297" y="61788"/>
                  <a:pt x="1035275" y="57785"/>
                  <a:pt x="1035230" y="53248"/>
                </a:cubicBezTo>
                <a:cubicBezTo>
                  <a:pt x="1035185" y="48710"/>
                  <a:pt x="1035030" y="43505"/>
                  <a:pt x="1034764" y="37632"/>
                </a:cubicBezTo>
                <a:cubicBezTo>
                  <a:pt x="1035742" y="37811"/>
                  <a:pt x="1036676" y="37968"/>
                  <a:pt x="1037565" y="38101"/>
                </a:cubicBezTo>
                <a:cubicBezTo>
                  <a:pt x="1038455" y="38234"/>
                  <a:pt x="1039389" y="38300"/>
                  <a:pt x="1040367" y="38300"/>
                </a:cubicBezTo>
                <a:cubicBezTo>
                  <a:pt x="1041168" y="38300"/>
                  <a:pt x="1042013" y="38234"/>
                  <a:pt x="1042902" y="38101"/>
                </a:cubicBezTo>
                <a:cubicBezTo>
                  <a:pt x="1043793" y="37968"/>
                  <a:pt x="1044728" y="37811"/>
                  <a:pt x="1045706" y="37632"/>
                </a:cubicBezTo>
                <a:cubicBezTo>
                  <a:pt x="1045351" y="40836"/>
                  <a:pt x="1045151" y="43372"/>
                  <a:pt x="1045106" y="45240"/>
                </a:cubicBezTo>
                <a:cubicBezTo>
                  <a:pt x="1045061" y="47108"/>
                  <a:pt x="1045039" y="48887"/>
                  <a:pt x="1045039" y="50577"/>
                </a:cubicBezTo>
                <a:lnTo>
                  <a:pt x="1045305" y="50711"/>
                </a:lnTo>
                <a:cubicBezTo>
                  <a:pt x="1050555" y="41103"/>
                  <a:pt x="1056427" y="36299"/>
                  <a:pt x="1062921" y="36299"/>
                </a:cubicBezTo>
                <a:cubicBezTo>
                  <a:pt x="1063722" y="36299"/>
                  <a:pt x="1064412" y="36343"/>
                  <a:pt x="1064990" y="36433"/>
                </a:cubicBezTo>
                <a:cubicBezTo>
                  <a:pt x="1065568" y="36521"/>
                  <a:pt x="1066302" y="36743"/>
                  <a:pt x="1067191" y="37099"/>
                </a:cubicBezTo>
                <a:cubicBezTo>
                  <a:pt x="1066746" y="38167"/>
                  <a:pt x="1066478" y="39791"/>
                  <a:pt x="1066389" y="41972"/>
                </a:cubicBezTo>
                <a:cubicBezTo>
                  <a:pt x="1066301" y="44150"/>
                  <a:pt x="1066256" y="46130"/>
                  <a:pt x="1066256" y="47909"/>
                </a:cubicBezTo>
                <a:lnTo>
                  <a:pt x="1065322" y="48575"/>
                </a:lnTo>
                <a:close/>
                <a:moveTo>
                  <a:pt x="1078534" y="88610"/>
                </a:moveTo>
                <a:cubicBezTo>
                  <a:pt x="1078979" y="89501"/>
                  <a:pt x="1079669" y="90480"/>
                  <a:pt x="1080603" y="91547"/>
                </a:cubicBezTo>
                <a:cubicBezTo>
                  <a:pt x="1081537" y="92614"/>
                  <a:pt x="1082648" y="93615"/>
                  <a:pt x="1083938" y="94550"/>
                </a:cubicBezTo>
                <a:cubicBezTo>
                  <a:pt x="1085229" y="95484"/>
                  <a:pt x="1086697" y="96263"/>
                  <a:pt x="1088342" y="96886"/>
                </a:cubicBezTo>
                <a:cubicBezTo>
                  <a:pt x="1089988" y="97507"/>
                  <a:pt x="1091745" y="97818"/>
                  <a:pt x="1093614" y="97818"/>
                </a:cubicBezTo>
                <a:cubicBezTo>
                  <a:pt x="1095304" y="97818"/>
                  <a:pt x="1096928" y="97552"/>
                  <a:pt x="1098485" y="97018"/>
                </a:cubicBezTo>
                <a:cubicBezTo>
                  <a:pt x="1100042" y="96485"/>
                  <a:pt x="1101421" y="95728"/>
                  <a:pt x="1102621" y="94750"/>
                </a:cubicBezTo>
                <a:cubicBezTo>
                  <a:pt x="1103822" y="93771"/>
                  <a:pt x="1104779" y="92525"/>
                  <a:pt x="1105490" y="91013"/>
                </a:cubicBezTo>
                <a:cubicBezTo>
                  <a:pt x="1106203" y="89501"/>
                  <a:pt x="1106559" y="87766"/>
                  <a:pt x="1106559" y="85808"/>
                </a:cubicBezTo>
                <a:cubicBezTo>
                  <a:pt x="1106559" y="83050"/>
                  <a:pt x="1105780" y="80937"/>
                  <a:pt x="1104223" y="79469"/>
                </a:cubicBezTo>
                <a:cubicBezTo>
                  <a:pt x="1102666" y="78002"/>
                  <a:pt x="1100731" y="76801"/>
                  <a:pt x="1098418" y="75867"/>
                </a:cubicBezTo>
                <a:cubicBezTo>
                  <a:pt x="1096105" y="74932"/>
                  <a:pt x="1093569" y="74109"/>
                  <a:pt x="1090810" y="73397"/>
                </a:cubicBezTo>
                <a:cubicBezTo>
                  <a:pt x="1088053" y="72686"/>
                  <a:pt x="1085518" y="71686"/>
                  <a:pt x="1083205" y="70396"/>
                </a:cubicBezTo>
                <a:cubicBezTo>
                  <a:pt x="1080892" y="69105"/>
                  <a:pt x="1078957" y="67392"/>
                  <a:pt x="1077400" y="65258"/>
                </a:cubicBezTo>
                <a:cubicBezTo>
                  <a:pt x="1075842" y="63123"/>
                  <a:pt x="1075064" y="60187"/>
                  <a:pt x="1075064" y="56449"/>
                </a:cubicBezTo>
                <a:cubicBezTo>
                  <a:pt x="1075064" y="53513"/>
                  <a:pt x="1075553" y="50822"/>
                  <a:pt x="1076532" y="48376"/>
                </a:cubicBezTo>
                <a:cubicBezTo>
                  <a:pt x="1077511" y="45929"/>
                  <a:pt x="1078934" y="43816"/>
                  <a:pt x="1080802" y="42037"/>
                </a:cubicBezTo>
                <a:cubicBezTo>
                  <a:pt x="1082670" y="40257"/>
                  <a:pt x="1084983" y="38856"/>
                  <a:pt x="1087742" y="37834"/>
                </a:cubicBezTo>
                <a:cubicBezTo>
                  <a:pt x="1090500" y="36810"/>
                  <a:pt x="1093658" y="36299"/>
                  <a:pt x="1097217" y="36299"/>
                </a:cubicBezTo>
                <a:cubicBezTo>
                  <a:pt x="1100509" y="36299"/>
                  <a:pt x="1103289" y="36744"/>
                  <a:pt x="1105557" y="37634"/>
                </a:cubicBezTo>
                <a:cubicBezTo>
                  <a:pt x="1107825" y="38524"/>
                  <a:pt x="1109983" y="39324"/>
                  <a:pt x="1112030" y="40035"/>
                </a:cubicBezTo>
                <a:cubicBezTo>
                  <a:pt x="1111318" y="41370"/>
                  <a:pt x="1110650" y="43016"/>
                  <a:pt x="1110027" y="44973"/>
                </a:cubicBezTo>
                <a:cubicBezTo>
                  <a:pt x="1109405" y="46931"/>
                  <a:pt x="1109005" y="48443"/>
                  <a:pt x="1108827" y="49510"/>
                </a:cubicBezTo>
                <a:lnTo>
                  <a:pt x="1107225" y="49510"/>
                </a:lnTo>
                <a:cubicBezTo>
                  <a:pt x="1106513" y="47374"/>
                  <a:pt x="1105134" y="45462"/>
                  <a:pt x="1103087" y="43772"/>
                </a:cubicBezTo>
                <a:cubicBezTo>
                  <a:pt x="1101041" y="42082"/>
                  <a:pt x="1098506" y="41236"/>
                  <a:pt x="1095482" y="41236"/>
                </a:cubicBezTo>
                <a:cubicBezTo>
                  <a:pt x="1094147" y="41236"/>
                  <a:pt x="1092813" y="41459"/>
                  <a:pt x="1091478" y="41904"/>
                </a:cubicBezTo>
                <a:cubicBezTo>
                  <a:pt x="1090144" y="42348"/>
                  <a:pt x="1088942" y="43016"/>
                  <a:pt x="1087874" y="43906"/>
                </a:cubicBezTo>
                <a:cubicBezTo>
                  <a:pt x="1086807" y="44795"/>
                  <a:pt x="1085918" y="45952"/>
                  <a:pt x="1085207" y="47376"/>
                </a:cubicBezTo>
                <a:cubicBezTo>
                  <a:pt x="1084495" y="48799"/>
                  <a:pt x="1084140" y="50489"/>
                  <a:pt x="1084140" y="52446"/>
                </a:cubicBezTo>
                <a:cubicBezTo>
                  <a:pt x="1084140" y="55293"/>
                  <a:pt x="1084917" y="57495"/>
                  <a:pt x="1086473" y="59052"/>
                </a:cubicBezTo>
                <a:cubicBezTo>
                  <a:pt x="1088030" y="60609"/>
                  <a:pt x="1089965" y="61833"/>
                  <a:pt x="1092279" y="62723"/>
                </a:cubicBezTo>
                <a:cubicBezTo>
                  <a:pt x="1094592" y="63612"/>
                  <a:pt x="1097127" y="64391"/>
                  <a:pt x="1099884" y="65059"/>
                </a:cubicBezTo>
                <a:cubicBezTo>
                  <a:pt x="1102643" y="65725"/>
                  <a:pt x="1105178" y="66659"/>
                  <a:pt x="1107492" y="67861"/>
                </a:cubicBezTo>
                <a:cubicBezTo>
                  <a:pt x="1109805" y="69061"/>
                  <a:pt x="1111740" y="70728"/>
                  <a:pt x="1113297" y="72864"/>
                </a:cubicBezTo>
                <a:cubicBezTo>
                  <a:pt x="1114854" y="74999"/>
                  <a:pt x="1115633" y="77935"/>
                  <a:pt x="1115633" y="81671"/>
                </a:cubicBezTo>
                <a:cubicBezTo>
                  <a:pt x="1115633" y="84251"/>
                  <a:pt x="1115077" y="86787"/>
                  <a:pt x="1113965" y="89278"/>
                </a:cubicBezTo>
                <a:cubicBezTo>
                  <a:pt x="1112853" y="91769"/>
                  <a:pt x="1111251" y="94016"/>
                  <a:pt x="1109159" y="96018"/>
                </a:cubicBezTo>
                <a:cubicBezTo>
                  <a:pt x="1107069" y="98019"/>
                  <a:pt x="1104555" y="99576"/>
                  <a:pt x="1101619" y="100687"/>
                </a:cubicBezTo>
                <a:cubicBezTo>
                  <a:pt x="1098684" y="101799"/>
                  <a:pt x="1095349" y="102355"/>
                  <a:pt x="1091613" y="102355"/>
                </a:cubicBezTo>
                <a:cubicBezTo>
                  <a:pt x="1087520" y="102355"/>
                  <a:pt x="1084094" y="101955"/>
                  <a:pt x="1081336" y="101154"/>
                </a:cubicBezTo>
                <a:cubicBezTo>
                  <a:pt x="1078579" y="100354"/>
                  <a:pt x="1076265" y="99420"/>
                  <a:pt x="1074396" y="98352"/>
                </a:cubicBezTo>
                <a:cubicBezTo>
                  <a:pt x="1074931" y="97195"/>
                  <a:pt x="1075487" y="95616"/>
                  <a:pt x="1076066" y="93615"/>
                </a:cubicBezTo>
                <a:cubicBezTo>
                  <a:pt x="1076644" y="91613"/>
                  <a:pt x="1076933" y="89945"/>
                  <a:pt x="1076933" y="88610"/>
                </a:cubicBezTo>
                <a:lnTo>
                  <a:pt x="1078534" y="88610"/>
                </a:lnTo>
                <a:close/>
                <a:moveTo>
                  <a:pt x="1129645" y="76466"/>
                </a:moveTo>
                <a:cubicBezTo>
                  <a:pt x="1129645" y="73441"/>
                  <a:pt x="1129622" y="70150"/>
                  <a:pt x="1129577" y="66592"/>
                </a:cubicBezTo>
                <a:cubicBezTo>
                  <a:pt x="1129533" y="63033"/>
                  <a:pt x="1129465" y="59496"/>
                  <a:pt x="1129376" y="55983"/>
                </a:cubicBezTo>
                <a:cubicBezTo>
                  <a:pt x="1129288" y="52469"/>
                  <a:pt x="1129177" y="49110"/>
                  <a:pt x="1129044" y="45908"/>
                </a:cubicBezTo>
                <a:cubicBezTo>
                  <a:pt x="1128911" y="42704"/>
                  <a:pt x="1128755" y="39945"/>
                  <a:pt x="1128578" y="37632"/>
                </a:cubicBezTo>
                <a:cubicBezTo>
                  <a:pt x="1131069" y="38078"/>
                  <a:pt x="1133070" y="38300"/>
                  <a:pt x="1134583" y="38300"/>
                </a:cubicBezTo>
                <a:cubicBezTo>
                  <a:pt x="1136095" y="38300"/>
                  <a:pt x="1138096" y="38078"/>
                  <a:pt x="1140587" y="37632"/>
                </a:cubicBezTo>
                <a:cubicBezTo>
                  <a:pt x="1140232" y="39945"/>
                  <a:pt x="1139965" y="42170"/>
                  <a:pt x="1139787" y="44305"/>
                </a:cubicBezTo>
                <a:cubicBezTo>
                  <a:pt x="1139609" y="46441"/>
                  <a:pt x="1139520" y="48576"/>
                  <a:pt x="1139520" y="50711"/>
                </a:cubicBezTo>
                <a:lnTo>
                  <a:pt x="1139787" y="50711"/>
                </a:lnTo>
                <a:cubicBezTo>
                  <a:pt x="1140409" y="49287"/>
                  <a:pt x="1141298" y="47753"/>
                  <a:pt x="1142455" y="46107"/>
                </a:cubicBezTo>
                <a:cubicBezTo>
                  <a:pt x="1143611" y="44462"/>
                  <a:pt x="1145101" y="42906"/>
                  <a:pt x="1146924" y="41438"/>
                </a:cubicBezTo>
                <a:cubicBezTo>
                  <a:pt x="1148749" y="39969"/>
                  <a:pt x="1150951" y="38745"/>
                  <a:pt x="1153530" y="37767"/>
                </a:cubicBezTo>
                <a:cubicBezTo>
                  <a:pt x="1156111" y="36788"/>
                  <a:pt x="1159047" y="36299"/>
                  <a:pt x="1162339" y="36299"/>
                </a:cubicBezTo>
                <a:cubicBezTo>
                  <a:pt x="1165720" y="36299"/>
                  <a:pt x="1169057" y="36944"/>
                  <a:pt x="1172347" y="38235"/>
                </a:cubicBezTo>
                <a:cubicBezTo>
                  <a:pt x="1175639" y="39525"/>
                  <a:pt x="1178553" y="41504"/>
                  <a:pt x="1181089" y="44173"/>
                </a:cubicBezTo>
                <a:cubicBezTo>
                  <a:pt x="1183625" y="46842"/>
                  <a:pt x="1185671" y="50245"/>
                  <a:pt x="1187228" y="54383"/>
                </a:cubicBezTo>
                <a:cubicBezTo>
                  <a:pt x="1188785" y="58519"/>
                  <a:pt x="1189564" y="63434"/>
                  <a:pt x="1189564" y="69127"/>
                </a:cubicBezTo>
                <a:cubicBezTo>
                  <a:pt x="1189564" y="74821"/>
                  <a:pt x="1188718" y="79759"/>
                  <a:pt x="1187027" y="83941"/>
                </a:cubicBezTo>
                <a:cubicBezTo>
                  <a:pt x="1185337" y="88122"/>
                  <a:pt x="1183135" y="91592"/>
                  <a:pt x="1180421" y="94351"/>
                </a:cubicBezTo>
                <a:cubicBezTo>
                  <a:pt x="1177707" y="97108"/>
                  <a:pt x="1174616" y="99131"/>
                  <a:pt x="1171146" y="100421"/>
                </a:cubicBezTo>
                <a:cubicBezTo>
                  <a:pt x="1167677" y="101710"/>
                  <a:pt x="1164208" y="102355"/>
                  <a:pt x="1160738" y="102355"/>
                </a:cubicBezTo>
                <a:cubicBezTo>
                  <a:pt x="1150952" y="102355"/>
                  <a:pt x="1143968" y="98130"/>
                  <a:pt x="1139787" y="89679"/>
                </a:cubicBezTo>
                <a:lnTo>
                  <a:pt x="1139520" y="89679"/>
                </a:lnTo>
                <a:lnTo>
                  <a:pt x="1139520" y="98085"/>
                </a:lnTo>
                <a:cubicBezTo>
                  <a:pt x="1139520" y="100932"/>
                  <a:pt x="1139542" y="104112"/>
                  <a:pt x="1139586" y="107627"/>
                </a:cubicBezTo>
                <a:cubicBezTo>
                  <a:pt x="1139630" y="111142"/>
                  <a:pt x="1139697" y="114634"/>
                  <a:pt x="1139785" y="118104"/>
                </a:cubicBezTo>
                <a:cubicBezTo>
                  <a:pt x="1139875" y="121573"/>
                  <a:pt x="1139986" y="124887"/>
                  <a:pt x="1140119" y="128045"/>
                </a:cubicBezTo>
                <a:cubicBezTo>
                  <a:pt x="1140254" y="131204"/>
                  <a:pt x="1140410" y="133895"/>
                  <a:pt x="1140587" y="136119"/>
                </a:cubicBezTo>
                <a:cubicBezTo>
                  <a:pt x="1138096" y="135673"/>
                  <a:pt x="1136095" y="135451"/>
                  <a:pt x="1134583" y="135451"/>
                </a:cubicBezTo>
                <a:cubicBezTo>
                  <a:pt x="1133070" y="135451"/>
                  <a:pt x="1131069" y="135673"/>
                  <a:pt x="1128578" y="136119"/>
                </a:cubicBezTo>
                <a:cubicBezTo>
                  <a:pt x="1128755" y="133895"/>
                  <a:pt x="1128911" y="131204"/>
                  <a:pt x="1129044" y="128045"/>
                </a:cubicBezTo>
                <a:cubicBezTo>
                  <a:pt x="1129177" y="124887"/>
                  <a:pt x="1129288" y="121573"/>
                  <a:pt x="1129376" y="118104"/>
                </a:cubicBezTo>
                <a:cubicBezTo>
                  <a:pt x="1129465" y="114634"/>
                  <a:pt x="1129533" y="111142"/>
                  <a:pt x="1129577" y="107627"/>
                </a:cubicBezTo>
                <a:cubicBezTo>
                  <a:pt x="1129622" y="104112"/>
                  <a:pt x="1129645" y="100932"/>
                  <a:pt x="1129645" y="98085"/>
                </a:cubicBezTo>
                <a:lnTo>
                  <a:pt x="1129645" y="76466"/>
                </a:lnTo>
                <a:moveTo>
                  <a:pt x="1177819" y="68993"/>
                </a:moveTo>
                <a:cubicBezTo>
                  <a:pt x="1177819" y="63655"/>
                  <a:pt x="1177263" y="59251"/>
                  <a:pt x="1176151" y="55782"/>
                </a:cubicBezTo>
                <a:cubicBezTo>
                  <a:pt x="1175039" y="52312"/>
                  <a:pt x="1173616" y="49532"/>
                  <a:pt x="1171881" y="47441"/>
                </a:cubicBezTo>
                <a:cubicBezTo>
                  <a:pt x="1170146" y="45350"/>
                  <a:pt x="1168166" y="43905"/>
                  <a:pt x="1165941" y="43106"/>
                </a:cubicBezTo>
                <a:cubicBezTo>
                  <a:pt x="1163717" y="42305"/>
                  <a:pt x="1161538" y="41904"/>
                  <a:pt x="1159403" y="41904"/>
                </a:cubicBezTo>
                <a:cubicBezTo>
                  <a:pt x="1155845" y="41904"/>
                  <a:pt x="1152798" y="42661"/>
                  <a:pt x="1150262" y="44173"/>
                </a:cubicBezTo>
                <a:cubicBezTo>
                  <a:pt x="1147726" y="45685"/>
                  <a:pt x="1145657" y="47709"/>
                  <a:pt x="1144055" y="50245"/>
                </a:cubicBezTo>
                <a:cubicBezTo>
                  <a:pt x="1142455" y="52779"/>
                  <a:pt x="1141299" y="55760"/>
                  <a:pt x="1140587" y="59186"/>
                </a:cubicBezTo>
                <a:cubicBezTo>
                  <a:pt x="1139876" y="62611"/>
                  <a:pt x="1139520" y="66236"/>
                  <a:pt x="1139520" y="70062"/>
                </a:cubicBezTo>
                <a:cubicBezTo>
                  <a:pt x="1139520" y="88566"/>
                  <a:pt x="1146015" y="97818"/>
                  <a:pt x="1159003" y="97818"/>
                </a:cubicBezTo>
                <a:cubicBezTo>
                  <a:pt x="1162206" y="97818"/>
                  <a:pt x="1164985" y="97085"/>
                  <a:pt x="1167342" y="95617"/>
                </a:cubicBezTo>
                <a:cubicBezTo>
                  <a:pt x="1169700" y="94150"/>
                  <a:pt x="1171658" y="92104"/>
                  <a:pt x="1173215" y="89480"/>
                </a:cubicBezTo>
                <a:cubicBezTo>
                  <a:pt x="1174772" y="86854"/>
                  <a:pt x="1175928" y="83785"/>
                  <a:pt x="1176684" y="80272"/>
                </a:cubicBezTo>
                <a:cubicBezTo>
                  <a:pt x="1177441" y="76757"/>
                  <a:pt x="1177819" y="72998"/>
                  <a:pt x="1177819" y="68993"/>
                </a:cubicBezTo>
                <a:close/>
                <a:moveTo>
                  <a:pt x="1230666" y="40569"/>
                </a:moveTo>
                <a:cubicBezTo>
                  <a:pt x="1227374" y="40569"/>
                  <a:pt x="1224593" y="41325"/>
                  <a:pt x="1222324" y="42837"/>
                </a:cubicBezTo>
                <a:cubicBezTo>
                  <a:pt x="1220055" y="44349"/>
                  <a:pt x="1218187" y="46240"/>
                  <a:pt x="1216720" y="48510"/>
                </a:cubicBezTo>
                <a:cubicBezTo>
                  <a:pt x="1215252" y="50778"/>
                  <a:pt x="1214141" y="53269"/>
                  <a:pt x="1213384" y="55983"/>
                </a:cubicBezTo>
                <a:cubicBezTo>
                  <a:pt x="1212628" y="58697"/>
                  <a:pt x="1212161" y="61254"/>
                  <a:pt x="1211983" y="63656"/>
                </a:cubicBezTo>
                <a:cubicBezTo>
                  <a:pt x="1214741" y="63745"/>
                  <a:pt x="1217609" y="63835"/>
                  <a:pt x="1220589" y="63925"/>
                </a:cubicBezTo>
                <a:cubicBezTo>
                  <a:pt x="1223570" y="64013"/>
                  <a:pt x="1226484" y="64057"/>
                  <a:pt x="1229330" y="64057"/>
                </a:cubicBezTo>
                <a:cubicBezTo>
                  <a:pt x="1232267" y="64057"/>
                  <a:pt x="1235247" y="64013"/>
                  <a:pt x="1238272" y="63925"/>
                </a:cubicBezTo>
                <a:cubicBezTo>
                  <a:pt x="1241296" y="63835"/>
                  <a:pt x="1244232" y="63745"/>
                  <a:pt x="1247081" y="63656"/>
                </a:cubicBezTo>
                <a:cubicBezTo>
                  <a:pt x="1247081" y="61254"/>
                  <a:pt x="1246880" y="58719"/>
                  <a:pt x="1246480" y="56050"/>
                </a:cubicBezTo>
                <a:cubicBezTo>
                  <a:pt x="1246079" y="53380"/>
                  <a:pt x="1245278" y="50888"/>
                  <a:pt x="1244077" y="48575"/>
                </a:cubicBezTo>
                <a:cubicBezTo>
                  <a:pt x="1242876" y="46262"/>
                  <a:pt x="1241207" y="44349"/>
                  <a:pt x="1239072" y="42837"/>
                </a:cubicBezTo>
                <a:cubicBezTo>
                  <a:pt x="1236937" y="41325"/>
                  <a:pt x="1234135" y="40569"/>
                  <a:pt x="1230666" y="40569"/>
                </a:cubicBezTo>
                <a:moveTo>
                  <a:pt x="1199839" y="71396"/>
                </a:moveTo>
                <a:cubicBezTo>
                  <a:pt x="1199839" y="60453"/>
                  <a:pt x="1202441" y="51868"/>
                  <a:pt x="1207644" y="45641"/>
                </a:cubicBezTo>
                <a:cubicBezTo>
                  <a:pt x="1212849" y="39413"/>
                  <a:pt x="1220434" y="36299"/>
                  <a:pt x="1230399" y="36299"/>
                </a:cubicBezTo>
                <a:cubicBezTo>
                  <a:pt x="1235114" y="36299"/>
                  <a:pt x="1239184" y="37033"/>
                  <a:pt x="1242609" y="38502"/>
                </a:cubicBezTo>
                <a:cubicBezTo>
                  <a:pt x="1246034" y="39969"/>
                  <a:pt x="1248903" y="41926"/>
                  <a:pt x="1251216" y="44372"/>
                </a:cubicBezTo>
                <a:cubicBezTo>
                  <a:pt x="1253529" y="46819"/>
                  <a:pt x="1255242" y="49688"/>
                  <a:pt x="1256354" y="52980"/>
                </a:cubicBezTo>
                <a:cubicBezTo>
                  <a:pt x="1257466" y="56272"/>
                  <a:pt x="1258021" y="59786"/>
                  <a:pt x="1258021" y="63521"/>
                </a:cubicBezTo>
                <a:cubicBezTo>
                  <a:pt x="1258021" y="64412"/>
                  <a:pt x="1257999" y="65280"/>
                  <a:pt x="1257954" y="66126"/>
                </a:cubicBezTo>
                <a:cubicBezTo>
                  <a:pt x="1257911" y="66970"/>
                  <a:pt x="1257844" y="67837"/>
                  <a:pt x="1257755" y="68726"/>
                </a:cubicBezTo>
                <a:cubicBezTo>
                  <a:pt x="1252950" y="68638"/>
                  <a:pt x="1248191" y="68550"/>
                  <a:pt x="1243476" y="68461"/>
                </a:cubicBezTo>
                <a:cubicBezTo>
                  <a:pt x="1238762" y="68372"/>
                  <a:pt x="1234002" y="68327"/>
                  <a:pt x="1229198" y="68327"/>
                </a:cubicBezTo>
                <a:cubicBezTo>
                  <a:pt x="1226262" y="68327"/>
                  <a:pt x="1223348" y="68372"/>
                  <a:pt x="1220456" y="68461"/>
                </a:cubicBezTo>
                <a:cubicBezTo>
                  <a:pt x="1217565" y="68550"/>
                  <a:pt x="1214651" y="68638"/>
                  <a:pt x="1211715" y="68726"/>
                </a:cubicBezTo>
                <a:cubicBezTo>
                  <a:pt x="1211626" y="69171"/>
                  <a:pt x="1211582" y="69839"/>
                  <a:pt x="1211582" y="70728"/>
                </a:cubicBezTo>
                <a:lnTo>
                  <a:pt x="1211582" y="72463"/>
                </a:lnTo>
                <a:cubicBezTo>
                  <a:pt x="1211582" y="75932"/>
                  <a:pt x="1212093" y="79180"/>
                  <a:pt x="1213116" y="82206"/>
                </a:cubicBezTo>
                <a:cubicBezTo>
                  <a:pt x="1214139" y="85231"/>
                  <a:pt x="1215630" y="87833"/>
                  <a:pt x="1217587" y="90013"/>
                </a:cubicBezTo>
                <a:cubicBezTo>
                  <a:pt x="1219545" y="92192"/>
                  <a:pt x="1221947" y="93927"/>
                  <a:pt x="1224794" y="95218"/>
                </a:cubicBezTo>
                <a:cubicBezTo>
                  <a:pt x="1227640" y="96508"/>
                  <a:pt x="1230932" y="97152"/>
                  <a:pt x="1234669" y="97152"/>
                </a:cubicBezTo>
                <a:cubicBezTo>
                  <a:pt x="1236448" y="97152"/>
                  <a:pt x="1238271" y="96908"/>
                  <a:pt x="1240139" y="96419"/>
                </a:cubicBezTo>
                <a:cubicBezTo>
                  <a:pt x="1242008" y="95929"/>
                  <a:pt x="1243832" y="95261"/>
                  <a:pt x="1245610" y="94416"/>
                </a:cubicBezTo>
                <a:cubicBezTo>
                  <a:pt x="1247390" y="93570"/>
                  <a:pt x="1249058" y="92569"/>
                  <a:pt x="1250616" y="91414"/>
                </a:cubicBezTo>
                <a:cubicBezTo>
                  <a:pt x="1252173" y="90258"/>
                  <a:pt x="1253529" y="89011"/>
                  <a:pt x="1254686" y="87676"/>
                </a:cubicBezTo>
                <a:lnTo>
                  <a:pt x="1255354" y="88077"/>
                </a:lnTo>
                <a:lnTo>
                  <a:pt x="1254554" y="94615"/>
                </a:lnTo>
                <a:cubicBezTo>
                  <a:pt x="1251883" y="96751"/>
                  <a:pt x="1248569" y="98574"/>
                  <a:pt x="1244611" y="100087"/>
                </a:cubicBezTo>
                <a:cubicBezTo>
                  <a:pt x="1240652" y="101599"/>
                  <a:pt x="1236537" y="102355"/>
                  <a:pt x="1232267" y="102355"/>
                </a:cubicBezTo>
                <a:cubicBezTo>
                  <a:pt x="1227462" y="102355"/>
                  <a:pt x="1223080" y="101621"/>
                  <a:pt x="1219121" y="100154"/>
                </a:cubicBezTo>
                <a:cubicBezTo>
                  <a:pt x="1215162" y="98686"/>
                  <a:pt x="1211737" y="96552"/>
                  <a:pt x="1208846" y="93750"/>
                </a:cubicBezTo>
                <a:cubicBezTo>
                  <a:pt x="1205955" y="90947"/>
                  <a:pt x="1203732" y="87632"/>
                  <a:pt x="1202175" y="83807"/>
                </a:cubicBezTo>
                <a:cubicBezTo>
                  <a:pt x="1200618" y="79981"/>
                  <a:pt x="1199839" y="75844"/>
                  <a:pt x="1199839" y="71396"/>
                </a:cubicBezTo>
                <a:close/>
                <a:moveTo>
                  <a:pt x="1267499" y="69528"/>
                </a:moveTo>
                <a:cubicBezTo>
                  <a:pt x="1267499" y="63745"/>
                  <a:pt x="1268477" y="58763"/>
                  <a:pt x="1270433" y="54582"/>
                </a:cubicBezTo>
                <a:cubicBezTo>
                  <a:pt x="1272391" y="50400"/>
                  <a:pt x="1274948" y="46952"/>
                  <a:pt x="1278106" y="44240"/>
                </a:cubicBezTo>
                <a:cubicBezTo>
                  <a:pt x="1281265" y="41526"/>
                  <a:pt x="1284890" y="39525"/>
                  <a:pt x="1288982" y="38235"/>
                </a:cubicBezTo>
                <a:cubicBezTo>
                  <a:pt x="1293074" y="36944"/>
                  <a:pt x="1297256" y="36299"/>
                  <a:pt x="1301527" y="36299"/>
                </a:cubicBezTo>
                <a:cubicBezTo>
                  <a:pt x="1306421" y="36299"/>
                  <a:pt x="1310802" y="36899"/>
                  <a:pt x="1314671" y="38101"/>
                </a:cubicBezTo>
                <a:cubicBezTo>
                  <a:pt x="1318541" y="39302"/>
                  <a:pt x="1321322" y="40659"/>
                  <a:pt x="1323012" y="42171"/>
                </a:cubicBezTo>
                <a:cubicBezTo>
                  <a:pt x="1322390" y="43506"/>
                  <a:pt x="1321834" y="44907"/>
                  <a:pt x="1321344" y="46374"/>
                </a:cubicBezTo>
                <a:cubicBezTo>
                  <a:pt x="1320855" y="47841"/>
                  <a:pt x="1320433" y="49376"/>
                  <a:pt x="1320077" y="50978"/>
                </a:cubicBezTo>
                <a:lnTo>
                  <a:pt x="1319008" y="50978"/>
                </a:lnTo>
                <a:cubicBezTo>
                  <a:pt x="1318387" y="49821"/>
                  <a:pt x="1317542" y="48643"/>
                  <a:pt x="1316473" y="47443"/>
                </a:cubicBezTo>
                <a:cubicBezTo>
                  <a:pt x="1315406" y="46242"/>
                  <a:pt x="1314138" y="45129"/>
                  <a:pt x="1312670" y="44106"/>
                </a:cubicBezTo>
                <a:cubicBezTo>
                  <a:pt x="1311202" y="43082"/>
                  <a:pt x="1309578" y="42237"/>
                  <a:pt x="1307799" y="41570"/>
                </a:cubicBezTo>
                <a:cubicBezTo>
                  <a:pt x="1306020" y="40903"/>
                  <a:pt x="1304064" y="40569"/>
                  <a:pt x="1301928" y="40569"/>
                </a:cubicBezTo>
                <a:cubicBezTo>
                  <a:pt x="1297925" y="40569"/>
                  <a:pt x="1294477" y="41303"/>
                  <a:pt x="1291586" y="42772"/>
                </a:cubicBezTo>
                <a:cubicBezTo>
                  <a:pt x="1288694" y="44239"/>
                  <a:pt x="1286336" y="46263"/>
                  <a:pt x="1284512" y="48844"/>
                </a:cubicBezTo>
                <a:cubicBezTo>
                  <a:pt x="1282689" y="51423"/>
                  <a:pt x="1281354" y="54470"/>
                  <a:pt x="1280509" y="57985"/>
                </a:cubicBezTo>
                <a:cubicBezTo>
                  <a:pt x="1279664" y="61498"/>
                  <a:pt x="1279242" y="65301"/>
                  <a:pt x="1279242" y="69394"/>
                </a:cubicBezTo>
                <a:cubicBezTo>
                  <a:pt x="1279242" y="78557"/>
                  <a:pt x="1281199" y="85474"/>
                  <a:pt x="1285113" y="90146"/>
                </a:cubicBezTo>
                <a:cubicBezTo>
                  <a:pt x="1289028" y="94817"/>
                  <a:pt x="1294766" y="97152"/>
                  <a:pt x="1302327" y="97152"/>
                </a:cubicBezTo>
                <a:cubicBezTo>
                  <a:pt x="1304107" y="97152"/>
                  <a:pt x="1305931" y="96908"/>
                  <a:pt x="1307799" y="96419"/>
                </a:cubicBezTo>
                <a:cubicBezTo>
                  <a:pt x="1309668" y="95929"/>
                  <a:pt x="1311492" y="95261"/>
                  <a:pt x="1313270" y="94416"/>
                </a:cubicBezTo>
                <a:cubicBezTo>
                  <a:pt x="1315050" y="93570"/>
                  <a:pt x="1316718" y="92569"/>
                  <a:pt x="1318275" y="91414"/>
                </a:cubicBezTo>
                <a:cubicBezTo>
                  <a:pt x="1319832" y="90258"/>
                  <a:pt x="1321189" y="89011"/>
                  <a:pt x="1322346" y="87676"/>
                </a:cubicBezTo>
                <a:lnTo>
                  <a:pt x="1323012" y="88077"/>
                </a:lnTo>
                <a:cubicBezTo>
                  <a:pt x="1322568" y="90212"/>
                  <a:pt x="1322301" y="92392"/>
                  <a:pt x="1322211" y="94615"/>
                </a:cubicBezTo>
                <a:cubicBezTo>
                  <a:pt x="1319543" y="96751"/>
                  <a:pt x="1316228" y="98574"/>
                  <a:pt x="1312268" y="100087"/>
                </a:cubicBezTo>
                <a:cubicBezTo>
                  <a:pt x="1308310" y="101599"/>
                  <a:pt x="1304196" y="102355"/>
                  <a:pt x="1299927" y="102355"/>
                </a:cubicBezTo>
                <a:cubicBezTo>
                  <a:pt x="1296101" y="102355"/>
                  <a:pt x="1292253" y="101799"/>
                  <a:pt x="1288383" y="100687"/>
                </a:cubicBezTo>
                <a:cubicBezTo>
                  <a:pt x="1284513" y="99576"/>
                  <a:pt x="1281020" y="97708"/>
                  <a:pt x="1277906" y="95084"/>
                </a:cubicBezTo>
                <a:cubicBezTo>
                  <a:pt x="1274794" y="92458"/>
                  <a:pt x="1272281" y="89055"/>
                  <a:pt x="1270368" y="84874"/>
                </a:cubicBezTo>
                <a:cubicBezTo>
                  <a:pt x="1268455" y="80693"/>
                  <a:pt x="1267499" y="75577"/>
                  <a:pt x="1267499" y="69528"/>
                </a:cubicBezTo>
                <a:close/>
                <a:moveTo>
                  <a:pt x="1350904" y="19752"/>
                </a:moveTo>
                <a:cubicBezTo>
                  <a:pt x="1350637" y="23132"/>
                  <a:pt x="1350436" y="26446"/>
                  <a:pt x="1350302" y="29693"/>
                </a:cubicBezTo>
                <a:cubicBezTo>
                  <a:pt x="1350169" y="32940"/>
                  <a:pt x="1350013" y="36210"/>
                  <a:pt x="1349835" y="39502"/>
                </a:cubicBezTo>
                <a:cubicBezTo>
                  <a:pt x="1350814" y="39502"/>
                  <a:pt x="1352638" y="39479"/>
                  <a:pt x="1355307" y="39434"/>
                </a:cubicBezTo>
                <a:cubicBezTo>
                  <a:pt x="1357976" y="39390"/>
                  <a:pt x="1360867" y="39278"/>
                  <a:pt x="1363981" y="39100"/>
                </a:cubicBezTo>
                <a:cubicBezTo>
                  <a:pt x="1363893" y="39368"/>
                  <a:pt x="1363849" y="39857"/>
                  <a:pt x="1363849" y="40569"/>
                </a:cubicBezTo>
                <a:lnTo>
                  <a:pt x="1363849" y="41904"/>
                </a:lnTo>
                <a:lnTo>
                  <a:pt x="1363849" y="43373"/>
                </a:lnTo>
                <a:cubicBezTo>
                  <a:pt x="1363849" y="43994"/>
                  <a:pt x="1363893" y="44439"/>
                  <a:pt x="1363981" y="44706"/>
                </a:cubicBezTo>
                <a:cubicBezTo>
                  <a:pt x="1362825" y="44617"/>
                  <a:pt x="1361623" y="44550"/>
                  <a:pt x="1360377" y="44507"/>
                </a:cubicBezTo>
                <a:cubicBezTo>
                  <a:pt x="1359132" y="44462"/>
                  <a:pt x="1357798" y="44440"/>
                  <a:pt x="1356374" y="44440"/>
                </a:cubicBezTo>
                <a:lnTo>
                  <a:pt x="1349835" y="44440"/>
                </a:lnTo>
                <a:cubicBezTo>
                  <a:pt x="1349747" y="44795"/>
                  <a:pt x="1349636" y="46219"/>
                  <a:pt x="1349501" y="48710"/>
                </a:cubicBezTo>
                <a:cubicBezTo>
                  <a:pt x="1349368" y="51201"/>
                  <a:pt x="1349257" y="54159"/>
                  <a:pt x="1349167" y="57584"/>
                </a:cubicBezTo>
                <a:cubicBezTo>
                  <a:pt x="1349079" y="61009"/>
                  <a:pt x="1349013" y="64590"/>
                  <a:pt x="1348968" y="68327"/>
                </a:cubicBezTo>
                <a:cubicBezTo>
                  <a:pt x="1348923" y="72063"/>
                  <a:pt x="1348901" y="75399"/>
                  <a:pt x="1348901" y="78335"/>
                </a:cubicBezTo>
                <a:cubicBezTo>
                  <a:pt x="1348901" y="80826"/>
                  <a:pt x="1348967" y="83273"/>
                  <a:pt x="1349100" y="85676"/>
                </a:cubicBezTo>
                <a:cubicBezTo>
                  <a:pt x="1349235" y="88077"/>
                  <a:pt x="1349658" y="90235"/>
                  <a:pt x="1350369" y="92147"/>
                </a:cubicBezTo>
                <a:cubicBezTo>
                  <a:pt x="1351082" y="94060"/>
                  <a:pt x="1352149" y="95595"/>
                  <a:pt x="1353572" y="96751"/>
                </a:cubicBezTo>
                <a:cubicBezTo>
                  <a:pt x="1354996" y="97908"/>
                  <a:pt x="1357042" y="98486"/>
                  <a:pt x="1359711" y="98486"/>
                </a:cubicBezTo>
                <a:cubicBezTo>
                  <a:pt x="1360423" y="98486"/>
                  <a:pt x="1361379" y="98397"/>
                  <a:pt x="1362580" y="98219"/>
                </a:cubicBezTo>
                <a:cubicBezTo>
                  <a:pt x="1363782" y="98042"/>
                  <a:pt x="1364827" y="97819"/>
                  <a:pt x="1365716" y="97552"/>
                </a:cubicBezTo>
                <a:lnTo>
                  <a:pt x="1365716" y="100755"/>
                </a:lnTo>
                <a:cubicBezTo>
                  <a:pt x="1364204" y="101022"/>
                  <a:pt x="1362536" y="101355"/>
                  <a:pt x="1360711" y="101754"/>
                </a:cubicBezTo>
                <a:cubicBezTo>
                  <a:pt x="1358888" y="102155"/>
                  <a:pt x="1357131" y="102355"/>
                  <a:pt x="1355441" y="102355"/>
                </a:cubicBezTo>
                <a:cubicBezTo>
                  <a:pt x="1349836" y="102355"/>
                  <a:pt x="1345699" y="100977"/>
                  <a:pt x="1343030" y="98219"/>
                </a:cubicBezTo>
                <a:cubicBezTo>
                  <a:pt x="1340361" y="95461"/>
                  <a:pt x="1339027" y="91413"/>
                  <a:pt x="1339027" y="86075"/>
                </a:cubicBezTo>
                <a:cubicBezTo>
                  <a:pt x="1339027" y="83674"/>
                  <a:pt x="1339071" y="81072"/>
                  <a:pt x="1339159" y="78270"/>
                </a:cubicBezTo>
                <a:cubicBezTo>
                  <a:pt x="1339249" y="75467"/>
                  <a:pt x="1339360" y="72398"/>
                  <a:pt x="1339493" y="69062"/>
                </a:cubicBezTo>
                <a:cubicBezTo>
                  <a:pt x="1339626" y="65725"/>
                  <a:pt x="1339738" y="62033"/>
                  <a:pt x="1339827" y="57985"/>
                </a:cubicBezTo>
                <a:cubicBezTo>
                  <a:pt x="1339917" y="53937"/>
                  <a:pt x="1339961" y="49422"/>
                  <a:pt x="1339961" y="44440"/>
                </a:cubicBezTo>
                <a:lnTo>
                  <a:pt x="1335689" y="44440"/>
                </a:lnTo>
                <a:cubicBezTo>
                  <a:pt x="1334978" y="44440"/>
                  <a:pt x="1334222" y="44462"/>
                  <a:pt x="1333421" y="44507"/>
                </a:cubicBezTo>
                <a:cubicBezTo>
                  <a:pt x="1332620" y="44550"/>
                  <a:pt x="1331775" y="44617"/>
                  <a:pt x="1330886" y="44706"/>
                </a:cubicBezTo>
                <a:cubicBezTo>
                  <a:pt x="1330975" y="44173"/>
                  <a:pt x="1331042" y="43662"/>
                  <a:pt x="1331085" y="43173"/>
                </a:cubicBezTo>
                <a:cubicBezTo>
                  <a:pt x="1331130" y="42683"/>
                  <a:pt x="1331153" y="42171"/>
                  <a:pt x="1331153" y="41638"/>
                </a:cubicBezTo>
                <a:cubicBezTo>
                  <a:pt x="1331153" y="41192"/>
                  <a:pt x="1331130" y="40748"/>
                  <a:pt x="1331085" y="40304"/>
                </a:cubicBezTo>
                <a:cubicBezTo>
                  <a:pt x="1331042" y="39859"/>
                  <a:pt x="1330975" y="39413"/>
                  <a:pt x="1330886" y="38968"/>
                </a:cubicBezTo>
                <a:cubicBezTo>
                  <a:pt x="1334889" y="39234"/>
                  <a:pt x="1337825" y="39367"/>
                  <a:pt x="1339693" y="39367"/>
                </a:cubicBezTo>
                <a:cubicBezTo>
                  <a:pt x="1339604" y="37589"/>
                  <a:pt x="1339538" y="35365"/>
                  <a:pt x="1339493" y="32696"/>
                </a:cubicBezTo>
                <a:cubicBezTo>
                  <a:pt x="1339448" y="30028"/>
                  <a:pt x="1339337" y="27269"/>
                  <a:pt x="1339159" y="24421"/>
                </a:cubicBezTo>
                <a:lnTo>
                  <a:pt x="1350237" y="19752"/>
                </a:lnTo>
                <a:lnTo>
                  <a:pt x="1350904" y="19752"/>
                </a:lnTo>
                <a:close/>
                <a:moveTo>
                  <a:pt x="1377460" y="14413"/>
                </a:moveTo>
                <a:cubicBezTo>
                  <a:pt x="1377460" y="12545"/>
                  <a:pt x="1378127" y="10944"/>
                  <a:pt x="1379461" y="9609"/>
                </a:cubicBezTo>
                <a:cubicBezTo>
                  <a:pt x="1380796" y="8275"/>
                  <a:pt x="1382398" y="7608"/>
                  <a:pt x="1384267" y="7608"/>
                </a:cubicBezTo>
                <a:cubicBezTo>
                  <a:pt x="1386135" y="7608"/>
                  <a:pt x="1387736" y="8275"/>
                  <a:pt x="1389071" y="9609"/>
                </a:cubicBezTo>
                <a:cubicBezTo>
                  <a:pt x="1390405" y="10944"/>
                  <a:pt x="1391072" y="12545"/>
                  <a:pt x="1391072" y="14413"/>
                </a:cubicBezTo>
                <a:cubicBezTo>
                  <a:pt x="1391072" y="16281"/>
                  <a:pt x="1390405" y="17883"/>
                  <a:pt x="1389071" y="19218"/>
                </a:cubicBezTo>
                <a:cubicBezTo>
                  <a:pt x="1387736" y="20553"/>
                  <a:pt x="1386135" y="21220"/>
                  <a:pt x="1384267" y="21220"/>
                </a:cubicBezTo>
                <a:cubicBezTo>
                  <a:pt x="1382398" y="21220"/>
                  <a:pt x="1380796" y="20553"/>
                  <a:pt x="1379461" y="19218"/>
                </a:cubicBezTo>
                <a:cubicBezTo>
                  <a:pt x="1378127" y="17883"/>
                  <a:pt x="1377460" y="16281"/>
                  <a:pt x="1377460" y="14413"/>
                </a:cubicBezTo>
                <a:moveTo>
                  <a:pt x="1379329" y="62589"/>
                </a:moveTo>
                <a:cubicBezTo>
                  <a:pt x="1379329" y="58586"/>
                  <a:pt x="1379262" y="54382"/>
                  <a:pt x="1379128" y="49978"/>
                </a:cubicBezTo>
                <a:cubicBezTo>
                  <a:pt x="1378994" y="45574"/>
                  <a:pt x="1378705" y="41459"/>
                  <a:pt x="1378260" y="37632"/>
                </a:cubicBezTo>
                <a:cubicBezTo>
                  <a:pt x="1380751" y="38078"/>
                  <a:pt x="1382753" y="38300"/>
                  <a:pt x="1384267" y="38300"/>
                </a:cubicBezTo>
                <a:cubicBezTo>
                  <a:pt x="1385779" y="38300"/>
                  <a:pt x="1387781" y="38078"/>
                  <a:pt x="1390272" y="37632"/>
                </a:cubicBezTo>
                <a:cubicBezTo>
                  <a:pt x="1389827" y="41459"/>
                  <a:pt x="1389537" y="45574"/>
                  <a:pt x="1389403" y="49978"/>
                </a:cubicBezTo>
                <a:cubicBezTo>
                  <a:pt x="1389269" y="54382"/>
                  <a:pt x="1389203" y="58586"/>
                  <a:pt x="1389203" y="62589"/>
                </a:cubicBezTo>
                <a:lnTo>
                  <a:pt x="1389203" y="76466"/>
                </a:lnTo>
                <a:cubicBezTo>
                  <a:pt x="1389203" y="80471"/>
                  <a:pt x="1389269" y="84675"/>
                  <a:pt x="1389403" y="89079"/>
                </a:cubicBezTo>
                <a:cubicBezTo>
                  <a:pt x="1389537" y="93482"/>
                  <a:pt x="1389827" y="97463"/>
                  <a:pt x="1390272" y="101021"/>
                </a:cubicBezTo>
                <a:cubicBezTo>
                  <a:pt x="1388225" y="100844"/>
                  <a:pt x="1386223" y="100755"/>
                  <a:pt x="1384267" y="100755"/>
                </a:cubicBezTo>
                <a:cubicBezTo>
                  <a:pt x="1382310" y="100755"/>
                  <a:pt x="1380307" y="100844"/>
                  <a:pt x="1378260" y="101021"/>
                </a:cubicBezTo>
                <a:cubicBezTo>
                  <a:pt x="1378705" y="97463"/>
                  <a:pt x="1378994" y="93482"/>
                  <a:pt x="1379128" y="89079"/>
                </a:cubicBezTo>
                <a:cubicBezTo>
                  <a:pt x="1379262" y="84675"/>
                  <a:pt x="1379329" y="80471"/>
                  <a:pt x="1379329" y="76466"/>
                </a:cubicBezTo>
                <a:lnTo>
                  <a:pt x="1379329" y="62589"/>
                </a:lnTo>
                <a:close/>
                <a:moveTo>
                  <a:pt x="1429104" y="101021"/>
                </a:moveTo>
                <a:cubicBezTo>
                  <a:pt x="1425013" y="90524"/>
                  <a:pt x="1420898" y="80026"/>
                  <a:pt x="1416760" y="69528"/>
                </a:cubicBezTo>
                <a:cubicBezTo>
                  <a:pt x="1412624" y="59029"/>
                  <a:pt x="1408109" y="48397"/>
                  <a:pt x="1403215" y="37632"/>
                </a:cubicBezTo>
                <a:cubicBezTo>
                  <a:pt x="1404372" y="37811"/>
                  <a:pt x="1405484" y="37968"/>
                  <a:pt x="1406551" y="38101"/>
                </a:cubicBezTo>
                <a:cubicBezTo>
                  <a:pt x="1407619" y="38234"/>
                  <a:pt x="1408731" y="38300"/>
                  <a:pt x="1409888" y="38300"/>
                </a:cubicBezTo>
                <a:cubicBezTo>
                  <a:pt x="1410867" y="38300"/>
                  <a:pt x="1411846" y="38234"/>
                  <a:pt x="1412824" y="38101"/>
                </a:cubicBezTo>
                <a:cubicBezTo>
                  <a:pt x="1413803" y="37968"/>
                  <a:pt x="1414782" y="37811"/>
                  <a:pt x="1415761" y="37632"/>
                </a:cubicBezTo>
                <a:cubicBezTo>
                  <a:pt x="1418518" y="46441"/>
                  <a:pt x="1421520" y="55094"/>
                  <a:pt x="1424767" y="63591"/>
                </a:cubicBezTo>
                <a:cubicBezTo>
                  <a:pt x="1428014" y="72086"/>
                  <a:pt x="1431640" y="80782"/>
                  <a:pt x="1435645" y="89679"/>
                </a:cubicBezTo>
                <a:cubicBezTo>
                  <a:pt x="1437423" y="86032"/>
                  <a:pt x="1439180" y="82095"/>
                  <a:pt x="1440915" y="77869"/>
                </a:cubicBezTo>
                <a:cubicBezTo>
                  <a:pt x="1442650" y="73643"/>
                  <a:pt x="1444384" y="69262"/>
                  <a:pt x="1446119" y="64725"/>
                </a:cubicBezTo>
                <a:cubicBezTo>
                  <a:pt x="1447854" y="60187"/>
                  <a:pt x="1449544" y="55627"/>
                  <a:pt x="1451190" y="51045"/>
                </a:cubicBezTo>
                <a:cubicBezTo>
                  <a:pt x="1452836" y="46464"/>
                  <a:pt x="1454461" y="41993"/>
                  <a:pt x="1456062" y="37632"/>
                </a:cubicBezTo>
                <a:cubicBezTo>
                  <a:pt x="1457663" y="38078"/>
                  <a:pt x="1459042" y="38300"/>
                  <a:pt x="1460198" y="38300"/>
                </a:cubicBezTo>
                <a:cubicBezTo>
                  <a:pt x="1461355" y="38300"/>
                  <a:pt x="1462734" y="38078"/>
                  <a:pt x="1464336" y="37632"/>
                </a:cubicBezTo>
                <a:cubicBezTo>
                  <a:pt x="1459532" y="48397"/>
                  <a:pt x="1454816" y="59029"/>
                  <a:pt x="1450190" y="69528"/>
                </a:cubicBezTo>
                <a:cubicBezTo>
                  <a:pt x="1445563" y="80026"/>
                  <a:pt x="1441338" y="90524"/>
                  <a:pt x="1437512" y="101021"/>
                </a:cubicBezTo>
                <a:cubicBezTo>
                  <a:pt x="1436178" y="100844"/>
                  <a:pt x="1434798" y="100755"/>
                  <a:pt x="1433374" y="100755"/>
                </a:cubicBezTo>
                <a:cubicBezTo>
                  <a:pt x="1431952" y="100755"/>
                  <a:pt x="1430528" y="100844"/>
                  <a:pt x="1429104" y="101021"/>
                </a:cubicBezTo>
                <a:close/>
                <a:moveTo>
                  <a:pt x="1501034" y="40569"/>
                </a:moveTo>
                <a:cubicBezTo>
                  <a:pt x="1497742" y="40569"/>
                  <a:pt x="1494961" y="41325"/>
                  <a:pt x="1492692" y="42837"/>
                </a:cubicBezTo>
                <a:cubicBezTo>
                  <a:pt x="1490423" y="44349"/>
                  <a:pt x="1488555" y="46240"/>
                  <a:pt x="1487088" y="48510"/>
                </a:cubicBezTo>
                <a:cubicBezTo>
                  <a:pt x="1485620" y="50778"/>
                  <a:pt x="1484509" y="53269"/>
                  <a:pt x="1483752" y="55983"/>
                </a:cubicBezTo>
                <a:cubicBezTo>
                  <a:pt x="1482996" y="58697"/>
                  <a:pt x="1482529" y="61254"/>
                  <a:pt x="1482351" y="63656"/>
                </a:cubicBezTo>
                <a:cubicBezTo>
                  <a:pt x="1485109" y="63745"/>
                  <a:pt x="1487977" y="63835"/>
                  <a:pt x="1490957" y="63925"/>
                </a:cubicBezTo>
                <a:cubicBezTo>
                  <a:pt x="1493938" y="64013"/>
                  <a:pt x="1496852" y="64057"/>
                  <a:pt x="1499698" y="64057"/>
                </a:cubicBezTo>
                <a:cubicBezTo>
                  <a:pt x="1502635" y="64057"/>
                  <a:pt x="1505615" y="64013"/>
                  <a:pt x="1508640" y="63925"/>
                </a:cubicBezTo>
                <a:cubicBezTo>
                  <a:pt x="1511664" y="63835"/>
                  <a:pt x="1514601" y="63745"/>
                  <a:pt x="1517449" y="63656"/>
                </a:cubicBezTo>
                <a:cubicBezTo>
                  <a:pt x="1517449" y="61254"/>
                  <a:pt x="1517248" y="58719"/>
                  <a:pt x="1516848" y="56050"/>
                </a:cubicBezTo>
                <a:cubicBezTo>
                  <a:pt x="1516447" y="53380"/>
                  <a:pt x="1515647" y="50888"/>
                  <a:pt x="1514445" y="48575"/>
                </a:cubicBezTo>
                <a:cubicBezTo>
                  <a:pt x="1513244" y="46262"/>
                  <a:pt x="1511575" y="44349"/>
                  <a:pt x="1509440" y="42837"/>
                </a:cubicBezTo>
                <a:cubicBezTo>
                  <a:pt x="1507305" y="41325"/>
                  <a:pt x="1504503" y="40569"/>
                  <a:pt x="1501034" y="40569"/>
                </a:cubicBezTo>
                <a:moveTo>
                  <a:pt x="1470207" y="71396"/>
                </a:moveTo>
                <a:cubicBezTo>
                  <a:pt x="1470207" y="60453"/>
                  <a:pt x="1472809" y="51868"/>
                  <a:pt x="1478012" y="45641"/>
                </a:cubicBezTo>
                <a:cubicBezTo>
                  <a:pt x="1483217" y="39413"/>
                  <a:pt x="1490802" y="36299"/>
                  <a:pt x="1500768" y="36299"/>
                </a:cubicBezTo>
                <a:cubicBezTo>
                  <a:pt x="1505482" y="36299"/>
                  <a:pt x="1509552" y="37033"/>
                  <a:pt x="1512977" y="38502"/>
                </a:cubicBezTo>
                <a:cubicBezTo>
                  <a:pt x="1516402" y="39969"/>
                  <a:pt x="1519271" y="41926"/>
                  <a:pt x="1521584" y="44372"/>
                </a:cubicBezTo>
                <a:cubicBezTo>
                  <a:pt x="1523897" y="46819"/>
                  <a:pt x="1525610" y="49688"/>
                  <a:pt x="1526722" y="52980"/>
                </a:cubicBezTo>
                <a:cubicBezTo>
                  <a:pt x="1527834" y="56272"/>
                  <a:pt x="1528390" y="59786"/>
                  <a:pt x="1528390" y="63521"/>
                </a:cubicBezTo>
                <a:cubicBezTo>
                  <a:pt x="1528390" y="64412"/>
                  <a:pt x="1528367" y="65280"/>
                  <a:pt x="1528322" y="66126"/>
                </a:cubicBezTo>
                <a:cubicBezTo>
                  <a:pt x="1528279" y="66970"/>
                  <a:pt x="1528212" y="67837"/>
                  <a:pt x="1528123" y="68726"/>
                </a:cubicBezTo>
                <a:cubicBezTo>
                  <a:pt x="1523319" y="68638"/>
                  <a:pt x="1518559" y="68550"/>
                  <a:pt x="1513844" y="68461"/>
                </a:cubicBezTo>
                <a:cubicBezTo>
                  <a:pt x="1509130" y="68372"/>
                  <a:pt x="1504370" y="68327"/>
                  <a:pt x="1499566" y="68327"/>
                </a:cubicBezTo>
                <a:cubicBezTo>
                  <a:pt x="1496630" y="68327"/>
                  <a:pt x="1493716" y="68372"/>
                  <a:pt x="1490824" y="68461"/>
                </a:cubicBezTo>
                <a:cubicBezTo>
                  <a:pt x="1487933" y="68550"/>
                  <a:pt x="1485019" y="68638"/>
                  <a:pt x="1482083" y="68726"/>
                </a:cubicBezTo>
                <a:cubicBezTo>
                  <a:pt x="1481994" y="69171"/>
                  <a:pt x="1481950" y="69839"/>
                  <a:pt x="1481950" y="70728"/>
                </a:cubicBezTo>
                <a:lnTo>
                  <a:pt x="1481950" y="72463"/>
                </a:lnTo>
                <a:cubicBezTo>
                  <a:pt x="1481950" y="75932"/>
                  <a:pt x="1482461" y="79180"/>
                  <a:pt x="1483484" y="82206"/>
                </a:cubicBezTo>
                <a:cubicBezTo>
                  <a:pt x="1484507" y="85231"/>
                  <a:pt x="1485998" y="87833"/>
                  <a:pt x="1487955" y="90013"/>
                </a:cubicBezTo>
                <a:cubicBezTo>
                  <a:pt x="1489913" y="92192"/>
                  <a:pt x="1492315" y="93927"/>
                  <a:pt x="1495162" y="95218"/>
                </a:cubicBezTo>
                <a:cubicBezTo>
                  <a:pt x="1498008" y="96508"/>
                  <a:pt x="1501300" y="97152"/>
                  <a:pt x="1505038" y="97152"/>
                </a:cubicBezTo>
                <a:cubicBezTo>
                  <a:pt x="1506816" y="97152"/>
                  <a:pt x="1508639" y="96908"/>
                  <a:pt x="1510507" y="96419"/>
                </a:cubicBezTo>
                <a:cubicBezTo>
                  <a:pt x="1512376" y="95929"/>
                  <a:pt x="1514200" y="95261"/>
                  <a:pt x="1515978" y="94416"/>
                </a:cubicBezTo>
                <a:cubicBezTo>
                  <a:pt x="1517758" y="93570"/>
                  <a:pt x="1519427" y="92569"/>
                  <a:pt x="1520984" y="91414"/>
                </a:cubicBezTo>
                <a:cubicBezTo>
                  <a:pt x="1522541" y="90258"/>
                  <a:pt x="1523897" y="89011"/>
                  <a:pt x="1525054" y="87676"/>
                </a:cubicBezTo>
                <a:lnTo>
                  <a:pt x="1525722" y="88077"/>
                </a:lnTo>
                <a:lnTo>
                  <a:pt x="1524922" y="94615"/>
                </a:lnTo>
                <a:cubicBezTo>
                  <a:pt x="1522252" y="96751"/>
                  <a:pt x="1518937" y="98574"/>
                  <a:pt x="1514979" y="100087"/>
                </a:cubicBezTo>
                <a:cubicBezTo>
                  <a:pt x="1511020" y="101599"/>
                  <a:pt x="1506906" y="102355"/>
                  <a:pt x="1502635" y="102355"/>
                </a:cubicBezTo>
                <a:cubicBezTo>
                  <a:pt x="1497831" y="102355"/>
                  <a:pt x="1493448" y="101621"/>
                  <a:pt x="1489489" y="100154"/>
                </a:cubicBezTo>
                <a:cubicBezTo>
                  <a:pt x="1485530" y="98686"/>
                  <a:pt x="1482105" y="96552"/>
                  <a:pt x="1479214" y="93750"/>
                </a:cubicBezTo>
                <a:cubicBezTo>
                  <a:pt x="1476323" y="90947"/>
                  <a:pt x="1474100" y="87632"/>
                  <a:pt x="1472543" y="83807"/>
                </a:cubicBezTo>
                <a:cubicBezTo>
                  <a:pt x="1470986" y="79981"/>
                  <a:pt x="1470207" y="75844"/>
                  <a:pt x="1470207" y="71396"/>
                </a:cubicBezTo>
                <a:close/>
                <a:moveTo>
                  <a:pt x="1541735" y="88610"/>
                </a:moveTo>
                <a:cubicBezTo>
                  <a:pt x="1542180" y="89501"/>
                  <a:pt x="1542870" y="90480"/>
                  <a:pt x="1543804" y="91547"/>
                </a:cubicBezTo>
                <a:cubicBezTo>
                  <a:pt x="1544738" y="92614"/>
                  <a:pt x="1545850" y="93615"/>
                  <a:pt x="1547139" y="94550"/>
                </a:cubicBezTo>
                <a:cubicBezTo>
                  <a:pt x="1548430" y="95484"/>
                  <a:pt x="1549898" y="96263"/>
                  <a:pt x="1551544" y="96886"/>
                </a:cubicBezTo>
                <a:cubicBezTo>
                  <a:pt x="1553189" y="97507"/>
                  <a:pt x="1554946" y="97818"/>
                  <a:pt x="1556816" y="97818"/>
                </a:cubicBezTo>
                <a:cubicBezTo>
                  <a:pt x="1558506" y="97818"/>
                  <a:pt x="1560129" y="97552"/>
                  <a:pt x="1561686" y="97018"/>
                </a:cubicBezTo>
                <a:cubicBezTo>
                  <a:pt x="1563244" y="96485"/>
                  <a:pt x="1564622" y="95728"/>
                  <a:pt x="1565822" y="94750"/>
                </a:cubicBezTo>
                <a:cubicBezTo>
                  <a:pt x="1567024" y="93771"/>
                  <a:pt x="1567980" y="92525"/>
                  <a:pt x="1568691" y="91013"/>
                </a:cubicBezTo>
                <a:cubicBezTo>
                  <a:pt x="1569404" y="89501"/>
                  <a:pt x="1569760" y="87766"/>
                  <a:pt x="1569760" y="85808"/>
                </a:cubicBezTo>
                <a:cubicBezTo>
                  <a:pt x="1569760" y="83050"/>
                  <a:pt x="1568982" y="80937"/>
                  <a:pt x="1567425" y="79469"/>
                </a:cubicBezTo>
                <a:cubicBezTo>
                  <a:pt x="1565868" y="78002"/>
                  <a:pt x="1563932" y="76801"/>
                  <a:pt x="1561619" y="75867"/>
                </a:cubicBezTo>
                <a:cubicBezTo>
                  <a:pt x="1559306" y="74932"/>
                  <a:pt x="1556770" y="74109"/>
                  <a:pt x="1554012" y="73397"/>
                </a:cubicBezTo>
                <a:cubicBezTo>
                  <a:pt x="1551255" y="72686"/>
                  <a:pt x="1548719" y="71686"/>
                  <a:pt x="1546406" y="70396"/>
                </a:cubicBezTo>
                <a:cubicBezTo>
                  <a:pt x="1544093" y="69105"/>
                  <a:pt x="1542158" y="67392"/>
                  <a:pt x="1540601" y="65258"/>
                </a:cubicBezTo>
                <a:cubicBezTo>
                  <a:pt x="1539044" y="63123"/>
                  <a:pt x="1538265" y="60187"/>
                  <a:pt x="1538265" y="56449"/>
                </a:cubicBezTo>
                <a:cubicBezTo>
                  <a:pt x="1538265" y="53513"/>
                  <a:pt x="1538755" y="50822"/>
                  <a:pt x="1539733" y="48376"/>
                </a:cubicBezTo>
                <a:cubicBezTo>
                  <a:pt x="1540712" y="45929"/>
                  <a:pt x="1542136" y="43816"/>
                  <a:pt x="1544003" y="42037"/>
                </a:cubicBezTo>
                <a:cubicBezTo>
                  <a:pt x="1545871" y="40257"/>
                  <a:pt x="1548185" y="38856"/>
                  <a:pt x="1550943" y="37834"/>
                </a:cubicBezTo>
                <a:cubicBezTo>
                  <a:pt x="1553702" y="36810"/>
                  <a:pt x="1556860" y="36299"/>
                  <a:pt x="1560418" y="36299"/>
                </a:cubicBezTo>
                <a:cubicBezTo>
                  <a:pt x="1563710" y="36299"/>
                  <a:pt x="1566490" y="36744"/>
                  <a:pt x="1568758" y="37634"/>
                </a:cubicBezTo>
                <a:cubicBezTo>
                  <a:pt x="1571027" y="38524"/>
                  <a:pt x="1573185" y="39324"/>
                  <a:pt x="1575232" y="40035"/>
                </a:cubicBezTo>
                <a:cubicBezTo>
                  <a:pt x="1574519" y="41370"/>
                  <a:pt x="1573851" y="43016"/>
                  <a:pt x="1573228" y="44973"/>
                </a:cubicBezTo>
                <a:cubicBezTo>
                  <a:pt x="1572606" y="46931"/>
                  <a:pt x="1572206" y="48443"/>
                  <a:pt x="1572029" y="49510"/>
                </a:cubicBezTo>
                <a:lnTo>
                  <a:pt x="1570426" y="49510"/>
                </a:lnTo>
                <a:cubicBezTo>
                  <a:pt x="1569715" y="47374"/>
                  <a:pt x="1568336" y="45462"/>
                  <a:pt x="1566288" y="43772"/>
                </a:cubicBezTo>
                <a:cubicBezTo>
                  <a:pt x="1564243" y="42082"/>
                  <a:pt x="1561707" y="41236"/>
                  <a:pt x="1558683" y="41236"/>
                </a:cubicBezTo>
                <a:cubicBezTo>
                  <a:pt x="1557349" y="41236"/>
                  <a:pt x="1556014" y="41459"/>
                  <a:pt x="1554680" y="41904"/>
                </a:cubicBezTo>
                <a:cubicBezTo>
                  <a:pt x="1553345" y="42348"/>
                  <a:pt x="1552144" y="43016"/>
                  <a:pt x="1551075" y="43906"/>
                </a:cubicBezTo>
                <a:cubicBezTo>
                  <a:pt x="1550008" y="44795"/>
                  <a:pt x="1549119" y="45952"/>
                  <a:pt x="1548408" y="47376"/>
                </a:cubicBezTo>
                <a:cubicBezTo>
                  <a:pt x="1547697" y="48799"/>
                  <a:pt x="1547341" y="50489"/>
                  <a:pt x="1547341" y="52446"/>
                </a:cubicBezTo>
                <a:cubicBezTo>
                  <a:pt x="1547341" y="55293"/>
                  <a:pt x="1548119" y="57495"/>
                  <a:pt x="1549674" y="59052"/>
                </a:cubicBezTo>
                <a:cubicBezTo>
                  <a:pt x="1551232" y="60609"/>
                  <a:pt x="1553167" y="61833"/>
                  <a:pt x="1555480" y="62723"/>
                </a:cubicBezTo>
                <a:cubicBezTo>
                  <a:pt x="1557793" y="63612"/>
                  <a:pt x="1560328" y="64391"/>
                  <a:pt x="1563085" y="65059"/>
                </a:cubicBezTo>
                <a:cubicBezTo>
                  <a:pt x="1565844" y="65725"/>
                  <a:pt x="1568380" y="66659"/>
                  <a:pt x="1570693" y="67861"/>
                </a:cubicBezTo>
                <a:cubicBezTo>
                  <a:pt x="1573006" y="69061"/>
                  <a:pt x="1574941" y="70728"/>
                  <a:pt x="1576498" y="72864"/>
                </a:cubicBezTo>
                <a:cubicBezTo>
                  <a:pt x="1578055" y="74999"/>
                  <a:pt x="1578834" y="77935"/>
                  <a:pt x="1578834" y="81671"/>
                </a:cubicBezTo>
                <a:cubicBezTo>
                  <a:pt x="1578834" y="84251"/>
                  <a:pt x="1578278" y="86787"/>
                  <a:pt x="1577166" y="89278"/>
                </a:cubicBezTo>
                <a:cubicBezTo>
                  <a:pt x="1576054" y="91769"/>
                  <a:pt x="1574452" y="94016"/>
                  <a:pt x="1572361" y="96018"/>
                </a:cubicBezTo>
                <a:cubicBezTo>
                  <a:pt x="1570270" y="98019"/>
                  <a:pt x="1567757" y="99576"/>
                  <a:pt x="1564820" y="100687"/>
                </a:cubicBezTo>
                <a:cubicBezTo>
                  <a:pt x="1561885" y="101799"/>
                  <a:pt x="1558550" y="102355"/>
                  <a:pt x="1554814" y="102355"/>
                </a:cubicBezTo>
                <a:cubicBezTo>
                  <a:pt x="1550721" y="102355"/>
                  <a:pt x="1547295" y="101955"/>
                  <a:pt x="1544537" y="101154"/>
                </a:cubicBezTo>
                <a:cubicBezTo>
                  <a:pt x="1541780" y="100354"/>
                  <a:pt x="1539467" y="99420"/>
                  <a:pt x="1537597" y="98352"/>
                </a:cubicBezTo>
                <a:cubicBezTo>
                  <a:pt x="1538132" y="97195"/>
                  <a:pt x="1538689" y="95616"/>
                  <a:pt x="1539267" y="93615"/>
                </a:cubicBezTo>
                <a:cubicBezTo>
                  <a:pt x="1539845" y="91613"/>
                  <a:pt x="1540135" y="89945"/>
                  <a:pt x="1540135" y="88610"/>
                </a:cubicBezTo>
                <a:lnTo>
                  <a:pt x="1541735" y="88610"/>
                </a:lnTo>
                <a:close/>
                <a:moveTo>
                  <a:pt x="1595115" y="94750"/>
                </a:moveTo>
                <a:cubicBezTo>
                  <a:pt x="1595115" y="92704"/>
                  <a:pt x="1595871" y="90925"/>
                  <a:pt x="1597383" y="89413"/>
                </a:cubicBezTo>
                <a:cubicBezTo>
                  <a:pt x="1598896" y="87899"/>
                  <a:pt x="1600675" y="87142"/>
                  <a:pt x="1602722" y="87142"/>
                </a:cubicBezTo>
                <a:cubicBezTo>
                  <a:pt x="1604768" y="87142"/>
                  <a:pt x="1606547" y="87899"/>
                  <a:pt x="1608059" y="89413"/>
                </a:cubicBezTo>
                <a:cubicBezTo>
                  <a:pt x="1609572" y="90925"/>
                  <a:pt x="1610328" y="92704"/>
                  <a:pt x="1610328" y="94750"/>
                </a:cubicBezTo>
                <a:cubicBezTo>
                  <a:pt x="1610328" y="96795"/>
                  <a:pt x="1609572" y="98508"/>
                  <a:pt x="1608059" y="99887"/>
                </a:cubicBezTo>
                <a:cubicBezTo>
                  <a:pt x="1606547" y="101266"/>
                  <a:pt x="1604768" y="101956"/>
                  <a:pt x="1602722" y="101956"/>
                </a:cubicBezTo>
                <a:cubicBezTo>
                  <a:pt x="1600675" y="101956"/>
                  <a:pt x="1598896" y="101266"/>
                  <a:pt x="1597383" y="99887"/>
                </a:cubicBezTo>
                <a:cubicBezTo>
                  <a:pt x="1595871" y="98508"/>
                  <a:pt x="1595115" y="96795"/>
                  <a:pt x="1595115" y="94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C684E-9E57-413D-AF69-AA2B5388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71" y="2785439"/>
            <a:ext cx="1242277" cy="162045"/>
          </a:xfrm>
          <a:custGeom xmlns:a="http://schemas.openxmlformats.org/drawingml/2006/main">
            <a:pathLst>
              <a:path w="1242277" h="162045">
                <a:moveTo>
                  <a:pt x="0" y="0"/>
                </a:moveTo>
                <a:lnTo>
                  <a:pt x="1242277" y="0"/>
                </a:lnTo>
                <a:lnTo>
                  <a:pt x="1242277" y="162045"/>
                </a:lnTo>
                <a:lnTo>
                  <a:pt x="0" y="1620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5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-FeatureAttirbutions">
            <a:extLst xmlns:a="http://schemas.openxmlformats.org/drawingml/2006/main">
              <a:ext uri="{FF2B5EF4-FFF2-40B4-BE49-F238E27FC236}">
                <a16:creationId xmlns:a16="http://schemas.microsoft.com/office/drawing/2014/main" id="{40DDE2FC-2116-4288-9E38-E911B8E8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77" y="2808032"/>
            <a:ext cx="1232801" cy="102355"/>
          </a:xfrm>
          <a:custGeom xmlns:a="http://schemas.openxmlformats.org/drawingml/2006/main">
            <a:pathLst>
              <a:path w="1232801" h="102355">
                <a:moveTo>
                  <a:pt x="33228" y="63788"/>
                </a:moveTo>
                <a:lnTo>
                  <a:pt x="33228" y="78468"/>
                </a:lnTo>
                <a:lnTo>
                  <a:pt x="0" y="78468"/>
                </a:lnTo>
                <a:lnTo>
                  <a:pt x="0" y="63788"/>
                </a:lnTo>
                <a:lnTo>
                  <a:pt x="33228" y="63788"/>
                </a:lnTo>
                <a:close/>
                <a:moveTo>
                  <a:pt x="86608" y="45906"/>
                </a:moveTo>
                <a:cubicBezTo>
                  <a:pt x="86608" y="38522"/>
                  <a:pt x="86519" y="31961"/>
                  <a:pt x="86341" y="26223"/>
                </a:cubicBezTo>
                <a:cubicBezTo>
                  <a:pt x="86163" y="20485"/>
                  <a:pt x="85896" y="14724"/>
                  <a:pt x="85541" y="8941"/>
                </a:cubicBezTo>
                <a:cubicBezTo>
                  <a:pt x="89544" y="9029"/>
                  <a:pt x="93503" y="9163"/>
                  <a:pt x="97416" y="9342"/>
                </a:cubicBezTo>
                <a:cubicBezTo>
                  <a:pt x="101331" y="9520"/>
                  <a:pt x="105290" y="9609"/>
                  <a:pt x="109294" y="9609"/>
                </a:cubicBezTo>
                <a:cubicBezTo>
                  <a:pt x="115878" y="9609"/>
                  <a:pt x="121727" y="9543"/>
                  <a:pt x="126842" y="9410"/>
                </a:cubicBezTo>
                <a:cubicBezTo>
                  <a:pt x="131957" y="9275"/>
                  <a:pt x="135405" y="9119"/>
                  <a:pt x="137185" y="8941"/>
                </a:cubicBezTo>
                <a:cubicBezTo>
                  <a:pt x="136829" y="10364"/>
                  <a:pt x="136651" y="12232"/>
                  <a:pt x="136651" y="14545"/>
                </a:cubicBezTo>
                <a:cubicBezTo>
                  <a:pt x="136651" y="15969"/>
                  <a:pt x="136695" y="17082"/>
                  <a:pt x="136783" y="17883"/>
                </a:cubicBezTo>
                <a:cubicBezTo>
                  <a:pt x="136873" y="18683"/>
                  <a:pt x="137007" y="19573"/>
                  <a:pt x="137185" y="20550"/>
                </a:cubicBezTo>
                <a:cubicBezTo>
                  <a:pt x="134604" y="20372"/>
                  <a:pt x="131779" y="20194"/>
                  <a:pt x="128710" y="20017"/>
                </a:cubicBezTo>
                <a:cubicBezTo>
                  <a:pt x="125640" y="19839"/>
                  <a:pt x="122660" y="19661"/>
                  <a:pt x="119768" y="19483"/>
                </a:cubicBezTo>
                <a:cubicBezTo>
                  <a:pt x="116878" y="19305"/>
                  <a:pt x="114277" y="19172"/>
                  <a:pt x="111963" y="19084"/>
                </a:cubicBezTo>
                <a:cubicBezTo>
                  <a:pt x="109650" y="18994"/>
                  <a:pt x="108004" y="18950"/>
                  <a:pt x="107025" y="18950"/>
                </a:cubicBezTo>
                <a:cubicBezTo>
                  <a:pt x="106670" y="23843"/>
                  <a:pt x="106469" y="28692"/>
                  <a:pt x="106425" y="33497"/>
                </a:cubicBezTo>
                <a:cubicBezTo>
                  <a:pt x="106380" y="38300"/>
                  <a:pt x="106357" y="43148"/>
                  <a:pt x="106357" y="48042"/>
                </a:cubicBezTo>
                <a:cubicBezTo>
                  <a:pt x="112140" y="47952"/>
                  <a:pt x="117367" y="47818"/>
                  <a:pt x="122037" y="47641"/>
                </a:cubicBezTo>
                <a:cubicBezTo>
                  <a:pt x="126708" y="47463"/>
                  <a:pt x="131579" y="47241"/>
                  <a:pt x="136651" y="46975"/>
                </a:cubicBezTo>
                <a:cubicBezTo>
                  <a:pt x="136384" y="48487"/>
                  <a:pt x="136205" y="49644"/>
                  <a:pt x="136116" y="50444"/>
                </a:cubicBezTo>
                <a:cubicBezTo>
                  <a:pt x="136027" y="51244"/>
                  <a:pt x="135983" y="52089"/>
                  <a:pt x="135983" y="52980"/>
                </a:cubicBezTo>
                <a:cubicBezTo>
                  <a:pt x="135983" y="53691"/>
                  <a:pt x="136050" y="54425"/>
                  <a:pt x="136183" y="55181"/>
                </a:cubicBezTo>
                <a:cubicBezTo>
                  <a:pt x="136317" y="55937"/>
                  <a:pt x="136473" y="57027"/>
                  <a:pt x="136651" y="58451"/>
                </a:cubicBezTo>
                <a:cubicBezTo>
                  <a:pt x="126509" y="57650"/>
                  <a:pt x="116411" y="57250"/>
                  <a:pt x="106357" y="57250"/>
                </a:cubicBezTo>
                <a:lnTo>
                  <a:pt x="106357" y="64055"/>
                </a:lnTo>
                <a:cubicBezTo>
                  <a:pt x="106357" y="71440"/>
                  <a:pt x="106446" y="78001"/>
                  <a:pt x="106624" y="83740"/>
                </a:cubicBezTo>
                <a:cubicBezTo>
                  <a:pt x="106802" y="89478"/>
                  <a:pt x="107069" y="95105"/>
                  <a:pt x="107424" y="100620"/>
                </a:cubicBezTo>
                <a:cubicBezTo>
                  <a:pt x="105912" y="100442"/>
                  <a:pt x="104266" y="100353"/>
                  <a:pt x="102487" y="100353"/>
                </a:cubicBezTo>
                <a:cubicBezTo>
                  <a:pt x="100708" y="100353"/>
                  <a:pt x="98707" y="100353"/>
                  <a:pt x="96484" y="100353"/>
                </a:cubicBezTo>
                <a:cubicBezTo>
                  <a:pt x="94259" y="100353"/>
                  <a:pt x="92256" y="100353"/>
                  <a:pt x="90477" y="100353"/>
                </a:cubicBezTo>
                <a:cubicBezTo>
                  <a:pt x="88698" y="100353"/>
                  <a:pt x="87053" y="100442"/>
                  <a:pt x="85541" y="100620"/>
                </a:cubicBezTo>
                <a:cubicBezTo>
                  <a:pt x="85896" y="95105"/>
                  <a:pt x="86163" y="89478"/>
                  <a:pt x="86341" y="83740"/>
                </a:cubicBezTo>
                <a:cubicBezTo>
                  <a:pt x="86519" y="78001"/>
                  <a:pt x="86608" y="71440"/>
                  <a:pt x="86608" y="64055"/>
                </a:cubicBezTo>
                <a:lnTo>
                  <a:pt x="86608" y="45906"/>
                </a:lnTo>
                <a:close/>
                <a:moveTo>
                  <a:pt x="160805" y="68726"/>
                </a:moveTo>
                <a:cubicBezTo>
                  <a:pt x="160805" y="72284"/>
                  <a:pt x="161161" y="75620"/>
                  <a:pt x="161872" y="78734"/>
                </a:cubicBezTo>
                <a:cubicBezTo>
                  <a:pt x="162585" y="81849"/>
                  <a:pt x="163675" y="84540"/>
                  <a:pt x="165142" y="86808"/>
                </a:cubicBezTo>
                <a:cubicBezTo>
                  <a:pt x="166610" y="89077"/>
                  <a:pt x="168478" y="90856"/>
                  <a:pt x="170746" y="92147"/>
                </a:cubicBezTo>
                <a:cubicBezTo>
                  <a:pt x="173016" y="93437"/>
                  <a:pt x="175663" y="94082"/>
                  <a:pt x="178688" y="94082"/>
                </a:cubicBezTo>
                <a:cubicBezTo>
                  <a:pt x="184826" y="94082"/>
                  <a:pt x="190298" y="92080"/>
                  <a:pt x="195102" y="88077"/>
                </a:cubicBezTo>
                <a:lnTo>
                  <a:pt x="196702" y="89278"/>
                </a:lnTo>
                <a:lnTo>
                  <a:pt x="193766" y="96751"/>
                </a:lnTo>
                <a:cubicBezTo>
                  <a:pt x="191543" y="98441"/>
                  <a:pt x="188874" y="99798"/>
                  <a:pt x="185760" y="100820"/>
                </a:cubicBezTo>
                <a:cubicBezTo>
                  <a:pt x="182645" y="101843"/>
                  <a:pt x="178553" y="102355"/>
                  <a:pt x="173483" y="102355"/>
                </a:cubicBezTo>
                <a:cubicBezTo>
                  <a:pt x="169124" y="102355"/>
                  <a:pt x="164987" y="101754"/>
                  <a:pt x="161072" y="100553"/>
                </a:cubicBezTo>
                <a:cubicBezTo>
                  <a:pt x="157158" y="99353"/>
                  <a:pt x="153711" y="97374"/>
                  <a:pt x="150730" y="94615"/>
                </a:cubicBezTo>
                <a:cubicBezTo>
                  <a:pt x="147750" y="91857"/>
                  <a:pt x="145393" y="88365"/>
                  <a:pt x="143658" y="84139"/>
                </a:cubicBezTo>
                <a:cubicBezTo>
                  <a:pt x="141923" y="79913"/>
                  <a:pt x="141055" y="74864"/>
                  <a:pt x="141055" y="68993"/>
                </a:cubicBezTo>
                <a:cubicBezTo>
                  <a:pt x="141055" y="63210"/>
                  <a:pt x="141833" y="58184"/>
                  <a:pt x="143389" y="53914"/>
                </a:cubicBezTo>
                <a:cubicBezTo>
                  <a:pt x="144946" y="49644"/>
                  <a:pt x="147104" y="46085"/>
                  <a:pt x="149862" y="43238"/>
                </a:cubicBezTo>
                <a:cubicBezTo>
                  <a:pt x="152621" y="40390"/>
                  <a:pt x="155890" y="38255"/>
                  <a:pt x="159671" y="36832"/>
                </a:cubicBezTo>
                <a:cubicBezTo>
                  <a:pt x="163452" y="35408"/>
                  <a:pt x="167566" y="34696"/>
                  <a:pt x="172015" y="34696"/>
                </a:cubicBezTo>
                <a:cubicBezTo>
                  <a:pt x="180822" y="34696"/>
                  <a:pt x="187561" y="37276"/>
                  <a:pt x="192231" y="42436"/>
                </a:cubicBezTo>
                <a:cubicBezTo>
                  <a:pt x="196902" y="47596"/>
                  <a:pt x="199238" y="54891"/>
                  <a:pt x="199238" y="64322"/>
                </a:cubicBezTo>
                <a:lnTo>
                  <a:pt x="199238" y="67126"/>
                </a:lnTo>
                <a:cubicBezTo>
                  <a:pt x="199238" y="67925"/>
                  <a:pt x="199193" y="68459"/>
                  <a:pt x="199105" y="68726"/>
                </a:cubicBezTo>
                <a:lnTo>
                  <a:pt x="160805" y="68726"/>
                </a:lnTo>
                <a:moveTo>
                  <a:pt x="181357" y="62721"/>
                </a:moveTo>
                <a:cubicBezTo>
                  <a:pt x="181178" y="56049"/>
                  <a:pt x="180355" y="50711"/>
                  <a:pt x="178887" y="46708"/>
                </a:cubicBezTo>
                <a:cubicBezTo>
                  <a:pt x="177420" y="42703"/>
                  <a:pt x="174951" y="40701"/>
                  <a:pt x="171481" y="40701"/>
                </a:cubicBezTo>
                <a:cubicBezTo>
                  <a:pt x="169524" y="40701"/>
                  <a:pt x="167878" y="41368"/>
                  <a:pt x="166543" y="42703"/>
                </a:cubicBezTo>
                <a:cubicBezTo>
                  <a:pt x="165209" y="44037"/>
                  <a:pt x="164141" y="45750"/>
                  <a:pt x="163340" y="47842"/>
                </a:cubicBezTo>
                <a:cubicBezTo>
                  <a:pt x="162539" y="49933"/>
                  <a:pt x="161939" y="52290"/>
                  <a:pt x="161538" y="54914"/>
                </a:cubicBezTo>
                <a:cubicBezTo>
                  <a:pt x="161139" y="57538"/>
                  <a:pt x="160895" y="60141"/>
                  <a:pt x="160805" y="62721"/>
                </a:cubicBezTo>
                <a:lnTo>
                  <a:pt x="181357" y="62721"/>
                </a:lnTo>
                <a:close/>
                <a:moveTo>
                  <a:pt x="242742" y="80337"/>
                </a:moveTo>
                <a:cubicBezTo>
                  <a:pt x="242742" y="76511"/>
                  <a:pt x="242765" y="73598"/>
                  <a:pt x="242810" y="71595"/>
                </a:cubicBezTo>
                <a:cubicBezTo>
                  <a:pt x="242854" y="69593"/>
                  <a:pt x="242877" y="67836"/>
                  <a:pt x="242877" y="66323"/>
                </a:cubicBezTo>
                <a:cubicBezTo>
                  <a:pt x="241008" y="67392"/>
                  <a:pt x="239028" y="68260"/>
                  <a:pt x="236937" y="68928"/>
                </a:cubicBezTo>
                <a:cubicBezTo>
                  <a:pt x="234846" y="69594"/>
                  <a:pt x="232934" y="70439"/>
                  <a:pt x="231199" y="71463"/>
                </a:cubicBezTo>
                <a:cubicBezTo>
                  <a:pt x="229464" y="72485"/>
                  <a:pt x="228041" y="73886"/>
                  <a:pt x="226929" y="75666"/>
                </a:cubicBezTo>
                <a:cubicBezTo>
                  <a:pt x="225817" y="77445"/>
                  <a:pt x="225261" y="80025"/>
                  <a:pt x="225261" y="83406"/>
                </a:cubicBezTo>
                <a:cubicBezTo>
                  <a:pt x="225261" y="86698"/>
                  <a:pt x="225951" y="89211"/>
                  <a:pt x="227330" y="90946"/>
                </a:cubicBezTo>
                <a:cubicBezTo>
                  <a:pt x="228709" y="92681"/>
                  <a:pt x="230555" y="93548"/>
                  <a:pt x="232867" y="93548"/>
                </a:cubicBezTo>
                <a:cubicBezTo>
                  <a:pt x="235803" y="93548"/>
                  <a:pt x="238183" y="92436"/>
                  <a:pt x="240006" y="90213"/>
                </a:cubicBezTo>
                <a:cubicBezTo>
                  <a:pt x="241830" y="87988"/>
                  <a:pt x="242742" y="84696"/>
                  <a:pt x="242742" y="80337"/>
                </a:cubicBezTo>
                <a:moveTo>
                  <a:pt x="211115" y="44038"/>
                </a:moveTo>
                <a:cubicBezTo>
                  <a:pt x="214852" y="41014"/>
                  <a:pt x="218878" y="38701"/>
                  <a:pt x="223192" y="37099"/>
                </a:cubicBezTo>
                <a:cubicBezTo>
                  <a:pt x="227508" y="35497"/>
                  <a:pt x="231800" y="34696"/>
                  <a:pt x="236070" y="34696"/>
                </a:cubicBezTo>
                <a:cubicBezTo>
                  <a:pt x="239629" y="34696"/>
                  <a:pt x="242899" y="35096"/>
                  <a:pt x="245878" y="35897"/>
                </a:cubicBezTo>
                <a:cubicBezTo>
                  <a:pt x="248859" y="36698"/>
                  <a:pt x="251439" y="37966"/>
                  <a:pt x="253618" y="39701"/>
                </a:cubicBezTo>
                <a:cubicBezTo>
                  <a:pt x="255798" y="41436"/>
                  <a:pt x="257488" y="43683"/>
                  <a:pt x="258688" y="46441"/>
                </a:cubicBezTo>
                <a:cubicBezTo>
                  <a:pt x="259890" y="49198"/>
                  <a:pt x="260491" y="52534"/>
                  <a:pt x="260491" y="56449"/>
                </a:cubicBezTo>
                <a:cubicBezTo>
                  <a:pt x="260491" y="62143"/>
                  <a:pt x="260424" y="67414"/>
                  <a:pt x="260291" y="72263"/>
                </a:cubicBezTo>
                <a:cubicBezTo>
                  <a:pt x="260158" y="77111"/>
                  <a:pt x="260091" y="81937"/>
                  <a:pt x="260091" y="86741"/>
                </a:cubicBezTo>
                <a:cubicBezTo>
                  <a:pt x="260091" y="88876"/>
                  <a:pt x="260247" y="90545"/>
                  <a:pt x="260558" y="91746"/>
                </a:cubicBezTo>
                <a:cubicBezTo>
                  <a:pt x="260870" y="92948"/>
                  <a:pt x="261337" y="93860"/>
                  <a:pt x="261959" y="94483"/>
                </a:cubicBezTo>
                <a:cubicBezTo>
                  <a:pt x="262582" y="95105"/>
                  <a:pt x="263404" y="95504"/>
                  <a:pt x="264427" y="95682"/>
                </a:cubicBezTo>
                <a:cubicBezTo>
                  <a:pt x="265450" y="95860"/>
                  <a:pt x="266629" y="95949"/>
                  <a:pt x="267964" y="95949"/>
                </a:cubicBezTo>
                <a:lnTo>
                  <a:pt x="267964" y="99152"/>
                </a:lnTo>
                <a:cubicBezTo>
                  <a:pt x="265384" y="100220"/>
                  <a:pt x="263205" y="101021"/>
                  <a:pt x="261425" y="101555"/>
                </a:cubicBezTo>
                <a:cubicBezTo>
                  <a:pt x="259646" y="102088"/>
                  <a:pt x="257733" y="102355"/>
                  <a:pt x="255687" y="102355"/>
                </a:cubicBezTo>
                <a:cubicBezTo>
                  <a:pt x="252395" y="102355"/>
                  <a:pt x="249726" y="101555"/>
                  <a:pt x="247680" y="99954"/>
                </a:cubicBezTo>
                <a:cubicBezTo>
                  <a:pt x="245635" y="98352"/>
                  <a:pt x="244078" y="96039"/>
                  <a:pt x="243009" y="93015"/>
                </a:cubicBezTo>
                <a:cubicBezTo>
                  <a:pt x="240963" y="95861"/>
                  <a:pt x="238584" y="98130"/>
                  <a:pt x="235870" y="99820"/>
                </a:cubicBezTo>
                <a:cubicBezTo>
                  <a:pt x="233156" y="101510"/>
                  <a:pt x="229754" y="102355"/>
                  <a:pt x="225662" y="102355"/>
                </a:cubicBezTo>
                <a:cubicBezTo>
                  <a:pt x="222281" y="102355"/>
                  <a:pt x="219388" y="101910"/>
                  <a:pt x="216986" y="101019"/>
                </a:cubicBezTo>
                <a:cubicBezTo>
                  <a:pt x="214584" y="100130"/>
                  <a:pt x="212605" y="98863"/>
                  <a:pt x="211048" y="97218"/>
                </a:cubicBezTo>
                <a:cubicBezTo>
                  <a:pt x="209491" y="95571"/>
                  <a:pt x="208357" y="93702"/>
                  <a:pt x="207645" y="91612"/>
                </a:cubicBezTo>
                <a:cubicBezTo>
                  <a:pt x="206934" y="89521"/>
                  <a:pt x="206578" y="87408"/>
                  <a:pt x="206578" y="85273"/>
                </a:cubicBezTo>
                <a:cubicBezTo>
                  <a:pt x="206578" y="82338"/>
                  <a:pt x="207045" y="79803"/>
                  <a:pt x="207979" y="77667"/>
                </a:cubicBezTo>
                <a:cubicBezTo>
                  <a:pt x="208913" y="75532"/>
                  <a:pt x="210248" y="73708"/>
                  <a:pt x="211983" y="72196"/>
                </a:cubicBezTo>
                <a:cubicBezTo>
                  <a:pt x="213717" y="70684"/>
                  <a:pt x="215786" y="69416"/>
                  <a:pt x="218187" y="68392"/>
                </a:cubicBezTo>
                <a:cubicBezTo>
                  <a:pt x="220590" y="67369"/>
                  <a:pt x="223304" y="66501"/>
                  <a:pt x="226328" y="65790"/>
                </a:cubicBezTo>
                <a:cubicBezTo>
                  <a:pt x="230065" y="64901"/>
                  <a:pt x="233023" y="64123"/>
                  <a:pt x="235202" y="63456"/>
                </a:cubicBezTo>
                <a:cubicBezTo>
                  <a:pt x="237382" y="62788"/>
                  <a:pt x="239006" y="62121"/>
                  <a:pt x="240073" y="61455"/>
                </a:cubicBezTo>
                <a:cubicBezTo>
                  <a:pt x="241141" y="60787"/>
                  <a:pt x="241831" y="60052"/>
                  <a:pt x="242142" y="59251"/>
                </a:cubicBezTo>
                <a:cubicBezTo>
                  <a:pt x="242454" y="58450"/>
                  <a:pt x="242610" y="57472"/>
                  <a:pt x="242610" y="56315"/>
                </a:cubicBezTo>
                <a:cubicBezTo>
                  <a:pt x="242610" y="53113"/>
                  <a:pt x="241475" y="50377"/>
                  <a:pt x="239205" y="48109"/>
                </a:cubicBezTo>
                <a:cubicBezTo>
                  <a:pt x="236937" y="45839"/>
                  <a:pt x="233801" y="44704"/>
                  <a:pt x="229798" y="44704"/>
                </a:cubicBezTo>
                <a:cubicBezTo>
                  <a:pt x="228286" y="44704"/>
                  <a:pt x="226729" y="44904"/>
                  <a:pt x="225127" y="45305"/>
                </a:cubicBezTo>
                <a:cubicBezTo>
                  <a:pt x="223526" y="45705"/>
                  <a:pt x="221992" y="46262"/>
                  <a:pt x="220523" y="46975"/>
                </a:cubicBezTo>
                <a:cubicBezTo>
                  <a:pt x="219055" y="47686"/>
                  <a:pt x="217721" y="48465"/>
                  <a:pt x="216519" y="49310"/>
                </a:cubicBezTo>
                <a:cubicBezTo>
                  <a:pt x="215319" y="50155"/>
                  <a:pt x="214408" y="51066"/>
                  <a:pt x="213785" y="52045"/>
                </a:cubicBezTo>
                <a:lnTo>
                  <a:pt x="212850" y="52045"/>
                </a:lnTo>
                <a:lnTo>
                  <a:pt x="211115" y="44038"/>
                </a:lnTo>
                <a:close/>
                <a:moveTo>
                  <a:pt x="312269" y="37099"/>
                </a:moveTo>
                <a:cubicBezTo>
                  <a:pt x="312003" y="38433"/>
                  <a:pt x="311870" y="39634"/>
                  <a:pt x="311870" y="40701"/>
                </a:cubicBezTo>
                <a:cubicBezTo>
                  <a:pt x="311870" y="41858"/>
                  <a:pt x="312003" y="42970"/>
                  <a:pt x="312269" y="44038"/>
                </a:cubicBezTo>
                <a:lnTo>
                  <a:pt x="300526" y="43772"/>
                </a:lnTo>
                <a:cubicBezTo>
                  <a:pt x="300348" y="45817"/>
                  <a:pt x="300192" y="48175"/>
                  <a:pt x="300059" y="50844"/>
                </a:cubicBezTo>
                <a:cubicBezTo>
                  <a:pt x="299926" y="53512"/>
                  <a:pt x="299837" y="56226"/>
                  <a:pt x="299793" y="58985"/>
                </a:cubicBezTo>
                <a:cubicBezTo>
                  <a:pt x="299748" y="61742"/>
                  <a:pt x="299703" y="64411"/>
                  <a:pt x="299658" y="66991"/>
                </a:cubicBezTo>
                <a:cubicBezTo>
                  <a:pt x="299613" y="69572"/>
                  <a:pt x="299591" y="71751"/>
                  <a:pt x="299591" y="73530"/>
                </a:cubicBezTo>
                <a:cubicBezTo>
                  <a:pt x="299591" y="78156"/>
                  <a:pt x="299702" y="81893"/>
                  <a:pt x="299925" y="84739"/>
                </a:cubicBezTo>
                <a:cubicBezTo>
                  <a:pt x="300148" y="87586"/>
                  <a:pt x="300526" y="89766"/>
                  <a:pt x="301059" y="91280"/>
                </a:cubicBezTo>
                <a:cubicBezTo>
                  <a:pt x="301594" y="92792"/>
                  <a:pt x="302350" y="93815"/>
                  <a:pt x="303327" y="94349"/>
                </a:cubicBezTo>
                <a:cubicBezTo>
                  <a:pt x="304306" y="94882"/>
                  <a:pt x="305552" y="95149"/>
                  <a:pt x="307064" y="95149"/>
                </a:cubicBezTo>
                <a:cubicBezTo>
                  <a:pt x="308755" y="95149"/>
                  <a:pt x="310001" y="95037"/>
                  <a:pt x="310801" y="94815"/>
                </a:cubicBezTo>
                <a:cubicBezTo>
                  <a:pt x="311602" y="94592"/>
                  <a:pt x="312402" y="94259"/>
                  <a:pt x="313203" y="93815"/>
                </a:cubicBezTo>
                <a:lnTo>
                  <a:pt x="313203" y="99286"/>
                </a:lnTo>
                <a:cubicBezTo>
                  <a:pt x="311424" y="100087"/>
                  <a:pt x="309199" y="100799"/>
                  <a:pt x="306531" y="101420"/>
                </a:cubicBezTo>
                <a:cubicBezTo>
                  <a:pt x="303862" y="102044"/>
                  <a:pt x="301238" y="102355"/>
                  <a:pt x="298658" y="102355"/>
                </a:cubicBezTo>
                <a:cubicBezTo>
                  <a:pt x="287360" y="102355"/>
                  <a:pt x="281710" y="95594"/>
                  <a:pt x="281710" y="82072"/>
                </a:cubicBezTo>
                <a:cubicBezTo>
                  <a:pt x="281710" y="79491"/>
                  <a:pt x="281755" y="76577"/>
                  <a:pt x="281843" y="73330"/>
                </a:cubicBezTo>
                <a:cubicBezTo>
                  <a:pt x="281932" y="70083"/>
                  <a:pt x="282044" y="66747"/>
                  <a:pt x="282177" y="63322"/>
                </a:cubicBezTo>
                <a:cubicBezTo>
                  <a:pt x="282310" y="59897"/>
                  <a:pt x="282420" y="56516"/>
                  <a:pt x="282509" y="53179"/>
                </a:cubicBezTo>
                <a:cubicBezTo>
                  <a:pt x="282598" y="49842"/>
                  <a:pt x="282643" y="46751"/>
                  <a:pt x="282643" y="43904"/>
                </a:cubicBezTo>
                <a:lnTo>
                  <a:pt x="273303" y="44038"/>
                </a:lnTo>
                <a:cubicBezTo>
                  <a:pt x="273569" y="42970"/>
                  <a:pt x="273702" y="41858"/>
                  <a:pt x="273702" y="40701"/>
                </a:cubicBezTo>
                <a:cubicBezTo>
                  <a:pt x="273702" y="39634"/>
                  <a:pt x="273569" y="38433"/>
                  <a:pt x="273303" y="37099"/>
                </a:cubicBezTo>
                <a:lnTo>
                  <a:pt x="282643" y="37500"/>
                </a:lnTo>
                <a:cubicBezTo>
                  <a:pt x="282643" y="34741"/>
                  <a:pt x="282598" y="32162"/>
                  <a:pt x="282509" y="29760"/>
                </a:cubicBezTo>
                <a:cubicBezTo>
                  <a:pt x="282420" y="27357"/>
                  <a:pt x="282287" y="24466"/>
                  <a:pt x="282110" y="21086"/>
                </a:cubicBezTo>
                <a:cubicBezTo>
                  <a:pt x="285224" y="19839"/>
                  <a:pt x="288293" y="18527"/>
                  <a:pt x="291318" y="17147"/>
                </a:cubicBezTo>
                <a:cubicBezTo>
                  <a:pt x="294342" y="15768"/>
                  <a:pt x="297367" y="14322"/>
                  <a:pt x="300393" y="12810"/>
                </a:cubicBezTo>
                <a:lnTo>
                  <a:pt x="301727" y="13745"/>
                </a:lnTo>
                <a:cubicBezTo>
                  <a:pt x="301549" y="15169"/>
                  <a:pt x="301393" y="16837"/>
                  <a:pt x="301259" y="18750"/>
                </a:cubicBezTo>
                <a:cubicBezTo>
                  <a:pt x="301126" y="20663"/>
                  <a:pt x="300993" y="22664"/>
                  <a:pt x="300860" y="24755"/>
                </a:cubicBezTo>
                <a:cubicBezTo>
                  <a:pt x="300726" y="26845"/>
                  <a:pt x="300638" y="28981"/>
                  <a:pt x="300593" y="31161"/>
                </a:cubicBezTo>
                <a:cubicBezTo>
                  <a:pt x="300548" y="33340"/>
                  <a:pt x="300526" y="35408"/>
                  <a:pt x="300526" y="37366"/>
                </a:cubicBezTo>
                <a:lnTo>
                  <a:pt x="312269" y="37099"/>
                </a:lnTo>
                <a:close/>
                <a:moveTo>
                  <a:pt x="362712" y="91011"/>
                </a:moveTo>
                <a:cubicBezTo>
                  <a:pt x="360221" y="94748"/>
                  <a:pt x="357307" y="97573"/>
                  <a:pt x="353971" y="99486"/>
                </a:cubicBezTo>
                <a:cubicBezTo>
                  <a:pt x="350635" y="101399"/>
                  <a:pt x="346833" y="102355"/>
                  <a:pt x="342563" y="102355"/>
                </a:cubicBezTo>
                <a:cubicBezTo>
                  <a:pt x="335890" y="102355"/>
                  <a:pt x="330752" y="100487"/>
                  <a:pt x="327149" y="96751"/>
                </a:cubicBezTo>
                <a:cubicBezTo>
                  <a:pt x="323546" y="93014"/>
                  <a:pt x="321745" y="86831"/>
                  <a:pt x="321745" y="78201"/>
                </a:cubicBezTo>
                <a:cubicBezTo>
                  <a:pt x="321745" y="73664"/>
                  <a:pt x="321833" y="69661"/>
                  <a:pt x="322011" y="66191"/>
                </a:cubicBezTo>
                <a:cubicBezTo>
                  <a:pt x="322189" y="62721"/>
                  <a:pt x="322278" y="59251"/>
                  <a:pt x="322278" y="55782"/>
                </a:cubicBezTo>
                <a:cubicBezTo>
                  <a:pt x="322278" y="52935"/>
                  <a:pt x="322211" y="49844"/>
                  <a:pt x="322076" y="46508"/>
                </a:cubicBezTo>
                <a:cubicBezTo>
                  <a:pt x="321943" y="43172"/>
                  <a:pt x="321788" y="39812"/>
                  <a:pt x="321610" y="36431"/>
                </a:cubicBezTo>
                <a:cubicBezTo>
                  <a:pt x="322767" y="36609"/>
                  <a:pt x="324235" y="36765"/>
                  <a:pt x="326015" y="36899"/>
                </a:cubicBezTo>
                <a:cubicBezTo>
                  <a:pt x="327794" y="37032"/>
                  <a:pt x="329663" y="37099"/>
                  <a:pt x="331620" y="37099"/>
                </a:cubicBezTo>
                <a:cubicBezTo>
                  <a:pt x="333577" y="37099"/>
                  <a:pt x="335445" y="37032"/>
                  <a:pt x="337224" y="36899"/>
                </a:cubicBezTo>
                <a:cubicBezTo>
                  <a:pt x="339004" y="36765"/>
                  <a:pt x="340472" y="36609"/>
                  <a:pt x="341629" y="36431"/>
                </a:cubicBezTo>
                <a:cubicBezTo>
                  <a:pt x="341006" y="41235"/>
                  <a:pt x="340605" y="46796"/>
                  <a:pt x="340427" y="53112"/>
                </a:cubicBezTo>
                <a:cubicBezTo>
                  <a:pt x="340249" y="59429"/>
                  <a:pt x="340161" y="66635"/>
                  <a:pt x="340161" y="74731"/>
                </a:cubicBezTo>
                <a:cubicBezTo>
                  <a:pt x="340161" y="80336"/>
                  <a:pt x="341117" y="84451"/>
                  <a:pt x="343030" y="87075"/>
                </a:cubicBezTo>
                <a:cubicBezTo>
                  <a:pt x="344942" y="89699"/>
                  <a:pt x="347634" y="91011"/>
                  <a:pt x="351103" y="91011"/>
                </a:cubicBezTo>
                <a:cubicBezTo>
                  <a:pt x="355107" y="91011"/>
                  <a:pt x="358042" y="89277"/>
                  <a:pt x="359910" y="85808"/>
                </a:cubicBezTo>
                <a:cubicBezTo>
                  <a:pt x="361778" y="82339"/>
                  <a:pt x="362712" y="77534"/>
                  <a:pt x="362712" y="71396"/>
                </a:cubicBezTo>
                <a:lnTo>
                  <a:pt x="362712" y="66057"/>
                </a:lnTo>
                <a:cubicBezTo>
                  <a:pt x="362712" y="60631"/>
                  <a:pt x="362646" y="55538"/>
                  <a:pt x="362513" y="50778"/>
                </a:cubicBezTo>
                <a:cubicBezTo>
                  <a:pt x="362380" y="46018"/>
                  <a:pt x="362091" y="41235"/>
                  <a:pt x="361645" y="36431"/>
                </a:cubicBezTo>
                <a:cubicBezTo>
                  <a:pt x="364136" y="36876"/>
                  <a:pt x="367472" y="37099"/>
                  <a:pt x="371654" y="37099"/>
                </a:cubicBezTo>
                <a:cubicBezTo>
                  <a:pt x="373701" y="37099"/>
                  <a:pt x="375569" y="37032"/>
                  <a:pt x="377259" y="36899"/>
                </a:cubicBezTo>
                <a:cubicBezTo>
                  <a:pt x="378949" y="36765"/>
                  <a:pt x="380418" y="36609"/>
                  <a:pt x="381664" y="36431"/>
                </a:cubicBezTo>
                <a:cubicBezTo>
                  <a:pt x="381219" y="41235"/>
                  <a:pt x="380929" y="46018"/>
                  <a:pt x="380794" y="50778"/>
                </a:cubicBezTo>
                <a:cubicBezTo>
                  <a:pt x="380661" y="55538"/>
                  <a:pt x="380595" y="60631"/>
                  <a:pt x="380595" y="66057"/>
                </a:cubicBezTo>
                <a:lnTo>
                  <a:pt x="380595" y="71396"/>
                </a:lnTo>
                <a:cubicBezTo>
                  <a:pt x="380595" y="76822"/>
                  <a:pt x="380661" y="81937"/>
                  <a:pt x="380794" y="86741"/>
                </a:cubicBezTo>
                <a:cubicBezTo>
                  <a:pt x="380929" y="91545"/>
                  <a:pt x="381219" y="96172"/>
                  <a:pt x="381664" y="100620"/>
                </a:cubicBezTo>
                <a:cubicBezTo>
                  <a:pt x="380062" y="100442"/>
                  <a:pt x="378482" y="100353"/>
                  <a:pt x="376925" y="100353"/>
                </a:cubicBezTo>
                <a:cubicBezTo>
                  <a:pt x="375368" y="100353"/>
                  <a:pt x="373790" y="100353"/>
                  <a:pt x="372189" y="100353"/>
                </a:cubicBezTo>
                <a:cubicBezTo>
                  <a:pt x="370587" y="100353"/>
                  <a:pt x="369008" y="100353"/>
                  <a:pt x="367451" y="100353"/>
                </a:cubicBezTo>
                <a:cubicBezTo>
                  <a:pt x="365894" y="100353"/>
                  <a:pt x="364225" y="100442"/>
                  <a:pt x="362446" y="100620"/>
                </a:cubicBezTo>
                <a:lnTo>
                  <a:pt x="362981" y="91011"/>
                </a:lnTo>
                <a:lnTo>
                  <a:pt x="362712" y="91011"/>
                </a:lnTo>
                <a:close/>
                <a:moveTo>
                  <a:pt x="415026" y="52980"/>
                </a:moveTo>
                <a:cubicBezTo>
                  <a:pt x="417339" y="46841"/>
                  <a:pt x="420141" y="42326"/>
                  <a:pt x="423432" y="39434"/>
                </a:cubicBezTo>
                <a:cubicBezTo>
                  <a:pt x="426724" y="36543"/>
                  <a:pt x="430639" y="35097"/>
                  <a:pt x="435177" y="35097"/>
                </a:cubicBezTo>
                <a:cubicBezTo>
                  <a:pt x="435621" y="35097"/>
                  <a:pt x="435998" y="35120"/>
                  <a:pt x="436309" y="35164"/>
                </a:cubicBezTo>
                <a:cubicBezTo>
                  <a:pt x="436621" y="35208"/>
                  <a:pt x="436955" y="35229"/>
                  <a:pt x="437311" y="35229"/>
                </a:cubicBezTo>
                <a:cubicBezTo>
                  <a:pt x="437044" y="36564"/>
                  <a:pt x="436843" y="37988"/>
                  <a:pt x="436710" y="39502"/>
                </a:cubicBezTo>
                <a:cubicBezTo>
                  <a:pt x="436577" y="41014"/>
                  <a:pt x="436511" y="42793"/>
                  <a:pt x="436511" y="44839"/>
                </a:cubicBezTo>
                <a:lnTo>
                  <a:pt x="436511" y="49109"/>
                </a:lnTo>
                <a:cubicBezTo>
                  <a:pt x="436511" y="49820"/>
                  <a:pt x="436511" y="50576"/>
                  <a:pt x="436511" y="51377"/>
                </a:cubicBezTo>
                <a:cubicBezTo>
                  <a:pt x="436511" y="52178"/>
                  <a:pt x="436555" y="52934"/>
                  <a:pt x="436643" y="53646"/>
                </a:cubicBezTo>
                <a:lnTo>
                  <a:pt x="435444" y="54715"/>
                </a:lnTo>
                <a:cubicBezTo>
                  <a:pt x="434553" y="54180"/>
                  <a:pt x="433552" y="53734"/>
                  <a:pt x="432440" y="53379"/>
                </a:cubicBezTo>
                <a:cubicBezTo>
                  <a:pt x="431328" y="53023"/>
                  <a:pt x="430061" y="52845"/>
                  <a:pt x="428637" y="52845"/>
                </a:cubicBezTo>
                <a:cubicBezTo>
                  <a:pt x="424633" y="52845"/>
                  <a:pt x="421475" y="54158"/>
                  <a:pt x="419162" y="56783"/>
                </a:cubicBezTo>
                <a:cubicBezTo>
                  <a:pt x="416849" y="59407"/>
                  <a:pt x="415692" y="62499"/>
                  <a:pt x="415692" y="66057"/>
                </a:cubicBezTo>
                <a:lnTo>
                  <a:pt x="415692" y="71396"/>
                </a:lnTo>
                <a:cubicBezTo>
                  <a:pt x="415692" y="76822"/>
                  <a:pt x="415758" y="81937"/>
                  <a:pt x="415891" y="86741"/>
                </a:cubicBezTo>
                <a:cubicBezTo>
                  <a:pt x="416026" y="91545"/>
                  <a:pt x="416316" y="96172"/>
                  <a:pt x="416761" y="100620"/>
                </a:cubicBezTo>
                <a:cubicBezTo>
                  <a:pt x="415604" y="100442"/>
                  <a:pt x="414159" y="100353"/>
                  <a:pt x="412424" y="100353"/>
                </a:cubicBezTo>
                <a:cubicBezTo>
                  <a:pt x="410689" y="100353"/>
                  <a:pt x="408798" y="100353"/>
                  <a:pt x="406751" y="100353"/>
                </a:cubicBezTo>
                <a:cubicBezTo>
                  <a:pt x="404705" y="100353"/>
                  <a:pt x="402837" y="100353"/>
                  <a:pt x="401147" y="100353"/>
                </a:cubicBezTo>
                <a:cubicBezTo>
                  <a:pt x="399457" y="100353"/>
                  <a:pt x="397989" y="100442"/>
                  <a:pt x="396742" y="100620"/>
                </a:cubicBezTo>
                <a:cubicBezTo>
                  <a:pt x="397188" y="96172"/>
                  <a:pt x="397477" y="91545"/>
                  <a:pt x="397610" y="86741"/>
                </a:cubicBezTo>
                <a:cubicBezTo>
                  <a:pt x="397743" y="81937"/>
                  <a:pt x="397809" y="76822"/>
                  <a:pt x="397809" y="71396"/>
                </a:cubicBezTo>
                <a:lnTo>
                  <a:pt x="397809" y="66057"/>
                </a:lnTo>
                <a:cubicBezTo>
                  <a:pt x="397809" y="60631"/>
                  <a:pt x="397743" y="55538"/>
                  <a:pt x="397610" y="50778"/>
                </a:cubicBezTo>
                <a:cubicBezTo>
                  <a:pt x="397477" y="46018"/>
                  <a:pt x="397188" y="41235"/>
                  <a:pt x="396742" y="36431"/>
                </a:cubicBezTo>
                <a:cubicBezTo>
                  <a:pt x="398255" y="36609"/>
                  <a:pt x="399789" y="36765"/>
                  <a:pt x="401346" y="36899"/>
                </a:cubicBezTo>
                <a:cubicBezTo>
                  <a:pt x="402903" y="37032"/>
                  <a:pt x="404438" y="37099"/>
                  <a:pt x="405950" y="37099"/>
                </a:cubicBezTo>
                <a:cubicBezTo>
                  <a:pt x="407463" y="37099"/>
                  <a:pt x="408997" y="37032"/>
                  <a:pt x="410554" y="36899"/>
                </a:cubicBezTo>
                <a:cubicBezTo>
                  <a:pt x="412112" y="36765"/>
                  <a:pt x="413646" y="36609"/>
                  <a:pt x="415158" y="36431"/>
                </a:cubicBezTo>
                <a:lnTo>
                  <a:pt x="414759" y="52713"/>
                </a:lnTo>
                <a:lnTo>
                  <a:pt x="415026" y="52980"/>
                </a:lnTo>
                <a:close/>
                <a:moveTo>
                  <a:pt x="464802" y="68726"/>
                </a:moveTo>
                <a:cubicBezTo>
                  <a:pt x="464802" y="72284"/>
                  <a:pt x="465157" y="75620"/>
                  <a:pt x="465869" y="78734"/>
                </a:cubicBezTo>
                <a:cubicBezTo>
                  <a:pt x="466581" y="81849"/>
                  <a:pt x="467671" y="84540"/>
                  <a:pt x="469139" y="86808"/>
                </a:cubicBezTo>
                <a:cubicBezTo>
                  <a:pt x="470606" y="89077"/>
                  <a:pt x="472474" y="90856"/>
                  <a:pt x="474743" y="92147"/>
                </a:cubicBezTo>
                <a:cubicBezTo>
                  <a:pt x="477013" y="93437"/>
                  <a:pt x="479660" y="94082"/>
                  <a:pt x="482684" y="94082"/>
                </a:cubicBezTo>
                <a:cubicBezTo>
                  <a:pt x="488823" y="94082"/>
                  <a:pt x="494294" y="92080"/>
                  <a:pt x="499099" y="88077"/>
                </a:cubicBezTo>
                <a:lnTo>
                  <a:pt x="500699" y="89278"/>
                </a:lnTo>
                <a:lnTo>
                  <a:pt x="497763" y="96751"/>
                </a:lnTo>
                <a:cubicBezTo>
                  <a:pt x="495539" y="98441"/>
                  <a:pt x="492870" y="99798"/>
                  <a:pt x="489756" y="100820"/>
                </a:cubicBezTo>
                <a:cubicBezTo>
                  <a:pt x="486642" y="101843"/>
                  <a:pt x="482550" y="102355"/>
                  <a:pt x="477480" y="102355"/>
                </a:cubicBezTo>
                <a:cubicBezTo>
                  <a:pt x="473121" y="102355"/>
                  <a:pt x="468984" y="101754"/>
                  <a:pt x="465068" y="100553"/>
                </a:cubicBezTo>
                <a:cubicBezTo>
                  <a:pt x="461155" y="99353"/>
                  <a:pt x="457707" y="97374"/>
                  <a:pt x="454726" y="94615"/>
                </a:cubicBezTo>
                <a:cubicBezTo>
                  <a:pt x="451746" y="91857"/>
                  <a:pt x="449389" y="88365"/>
                  <a:pt x="447654" y="84139"/>
                </a:cubicBezTo>
                <a:cubicBezTo>
                  <a:pt x="445919" y="79913"/>
                  <a:pt x="445052" y="74864"/>
                  <a:pt x="445052" y="68993"/>
                </a:cubicBezTo>
                <a:cubicBezTo>
                  <a:pt x="445052" y="63210"/>
                  <a:pt x="445830" y="58184"/>
                  <a:pt x="447385" y="53914"/>
                </a:cubicBezTo>
                <a:cubicBezTo>
                  <a:pt x="448943" y="49644"/>
                  <a:pt x="451100" y="46085"/>
                  <a:pt x="453859" y="43238"/>
                </a:cubicBezTo>
                <a:cubicBezTo>
                  <a:pt x="456617" y="40390"/>
                  <a:pt x="459887" y="38255"/>
                  <a:pt x="463667" y="36832"/>
                </a:cubicBezTo>
                <a:cubicBezTo>
                  <a:pt x="467448" y="35408"/>
                  <a:pt x="471563" y="34696"/>
                  <a:pt x="476011" y="34696"/>
                </a:cubicBezTo>
                <a:cubicBezTo>
                  <a:pt x="484819" y="34696"/>
                  <a:pt x="491558" y="37276"/>
                  <a:pt x="496227" y="42436"/>
                </a:cubicBezTo>
                <a:cubicBezTo>
                  <a:pt x="500899" y="47596"/>
                  <a:pt x="503234" y="54891"/>
                  <a:pt x="503234" y="64322"/>
                </a:cubicBezTo>
                <a:lnTo>
                  <a:pt x="503234" y="67126"/>
                </a:lnTo>
                <a:cubicBezTo>
                  <a:pt x="503234" y="67925"/>
                  <a:pt x="503190" y="68459"/>
                  <a:pt x="503102" y="68726"/>
                </a:cubicBezTo>
                <a:lnTo>
                  <a:pt x="464802" y="68726"/>
                </a:lnTo>
                <a:moveTo>
                  <a:pt x="485354" y="62721"/>
                </a:moveTo>
                <a:cubicBezTo>
                  <a:pt x="485175" y="56049"/>
                  <a:pt x="484351" y="50711"/>
                  <a:pt x="482884" y="46708"/>
                </a:cubicBezTo>
                <a:cubicBezTo>
                  <a:pt x="481416" y="42703"/>
                  <a:pt x="478948" y="40701"/>
                  <a:pt x="475478" y="40701"/>
                </a:cubicBezTo>
                <a:cubicBezTo>
                  <a:pt x="473520" y="40701"/>
                  <a:pt x="471874" y="41368"/>
                  <a:pt x="470540" y="42703"/>
                </a:cubicBezTo>
                <a:cubicBezTo>
                  <a:pt x="469205" y="44037"/>
                  <a:pt x="468138" y="45750"/>
                  <a:pt x="467337" y="47842"/>
                </a:cubicBezTo>
                <a:cubicBezTo>
                  <a:pt x="466536" y="49933"/>
                  <a:pt x="465935" y="52290"/>
                  <a:pt x="465535" y="54914"/>
                </a:cubicBezTo>
                <a:cubicBezTo>
                  <a:pt x="465136" y="57538"/>
                  <a:pt x="464891" y="60141"/>
                  <a:pt x="464802" y="62721"/>
                </a:cubicBezTo>
                <a:lnTo>
                  <a:pt x="485354" y="62721"/>
                </a:lnTo>
                <a:close/>
                <a:moveTo>
                  <a:pt x="579434" y="34030"/>
                </a:moveTo>
                <a:cubicBezTo>
                  <a:pt x="577121" y="39368"/>
                  <a:pt x="574941" y="44639"/>
                  <a:pt x="572895" y="49844"/>
                </a:cubicBezTo>
                <a:cubicBezTo>
                  <a:pt x="570849" y="55047"/>
                  <a:pt x="568848" y="60362"/>
                  <a:pt x="566890" y="65790"/>
                </a:cubicBezTo>
                <a:lnTo>
                  <a:pt x="591311" y="65790"/>
                </a:lnTo>
                <a:cubicBezTo>
                  <a:pt x="589354" y="60362"/>
                  <a:pt x="587419" y="55047"/>
                  <a:pt x="585506" y="49844"/>
                </a:cubicBezTo>
                <a:cubicBezTo>
                  <a:pt x="583593" y="44639"/>
                  <a:pt x="581569" y="39368"/>
                  <a:pt x="579434" y="34030"/>
                </a:cubicBezTo>
                <a:moveTo>
                  <a:pt x="626675" y="100620"/>
                </a:moveTo>
                <a:cubicBezTo>
                  <a:pt x="624540" y="100442"/>
                  <a:pt x="622516" y="100353"/>
                  <a:pt x="620603" y="100353"/>
                </a:cubicBezTo>
                <a:cubicBezTo>
                  <a:pt x="618690" y="100353"/>
                  <a:pt x="616800" y="100353"/>
                  <a:pt x="614932" y="100353"/>
                </a:cubicBezTo>
                <a:cubicBezTo>
                  <a:pt x="613064" y="100353"/>
                  <a:pt x="611174" y="100353"/>
                  <a:pt x="609261" y="100353"/>
                </a:cubicBezTo>
                <a:cubicBezTo>
                  <a:pt x="607348" y="100353"/>
                  <a:pt x="605457" y="100442"/>
                  <a:pt x="603588" y="100620"/>
                </a:cubicBezTo>
                <a:cubicBezTo>
                  <a:pt x="602165" y="96261"/>
                  <a:pt x="600697" y="91813"/>
                  <a:pt x="599184" y="87277"/>
                </a:cubicBezTo>
                <a:cubicBezTo>
                  <a:pt x="597671" y="82738"/>
                  <a:pt x="596070" y="78201"/>
                  <a:pt x="594380" y="73664"/>
                </a:cubicBezTo>
                <a:cubicBezTo>
                  <a:pt x="591533" y="73574"/>
                  <a:pt x="588687" y="73508"/>
                  <a:pt x="585840" y="73465"/>
                </a:cubicBezTo>
                <a:cubicBezTo>
                  <a:pt x="582993" y="73420"/>
                  <a:pt x="580146" y="73397"/>
                  <a:pt x="577300" y="73397"/>
                </a:cubicBezTo>
                <a:cubicBezTo>
                  <a:pt x="574987" y="73397"/>
                  <a:pt x="572673" y="73420"/>
                  <a:pt x="570360" y="73465"/>
                </a:cubicBezTo>
                <a:cubicBezTo>
                  <a:pt x="568047" y="73508"/>
                  <a:pt x="565734" y="73574"/>
                  <a:pt x="563421" y="73664"/>
                </a:cubicBezTo>
                <a:cubicBezTo>
                  <a:pt x="561641" y="78201"/>
                  <a:pt x="559995" y="82738"/>
                  <a:pt x="558483" y="87277"/>
                </a:cubicBezTo>
                <a:cubicBezTo>
                  <a:pt x="556970" y="91813"/>
                  <a:pt x="555591" y="96261"/>
                  <a:pt x="554345" y="100620"/>
                </a:cubicBezTo>
                <a:cubicBezTo>
                  <a:pt x="553278" y="100442"/>
                  <a:pt x="552233" y="100353"/>
                  <a:pt x="551209" y="100353"/>
                </a:cubicBezTo>
                <a:cubicBezTo>
                  <a:pt x="550187" y="100353"/>
                  <a:pt x="549142" y="100353"/>
                  <a:pt x="548073" y="100353"/>
                </a:cubicBezTo>
                <a:cubicBezTo>
                  <a:pt x="547006" y="100353"/>
                  <a:pt x="545938" y="100353"/>
                  <a:pt x="544870" y="100353"/>
                </a:cubicBezTo>
                <a:cubicBezTo>
                  <a:pt x="543803" y="100353"/>
                  <a:pt x="542647" y="100442"/>
                  <a:pt x="541402" y="100620"/>
                </a:cubicBezTo>
                <a:cubicBezTo>
                  <a:pt x="542469" y="98307"/>
                  <a:pt x="543892" y="95105"/>
                  <a:pt x="545670" y="91013"/>
                </a:cubicBezTo>
                <a:cubicBezTo>
                  <a:pt x="547450" y="86920"/>
                  <a:pt x="549408" y="82294"/>
                  <a:pt x="551543" y="77134"/>
                </a:cubicBezTo>
                <a:cubicBezTo>
                  <a:pt x="553678" y="71974"/>
                  <a:pt x="555969" y="66436"/>
                  <a:pt x="558415" y="60520"/>
                </a:cubicBezTo>
                <a:cubicBezTo>
                  <a:pt x="560863" y="54603"/>
                  <a:pt x="563310" y="48619"/>
                  <a:pt x="565756" y="42570"/>
                </a:cubicBezTo>
                <a:cubicBezTo>
                  <a:pt x="568202" y="36520"/>
                  <a:pt x="570604" y="30559"/>
                  <a:pt x="572960" y="24688"/>
                </a:cubicBezTo>
                <a:cubicBezTo>
                  <a:pt x="575318" y="18816"/>
                  <a:pt x="577476" y="13345"/>
                  <a:pt x="579434" y="8273"/>
                </a:cubicBezTo>
                <a:cubicBezTo>
                  <a:pt x="580324" y="8451"/>
                  <a:pt x="581169" y="8607"/>
                  <a:pt x="581969" y="8742"/>
                </a:cubicBezTo>
                <a:cubicBezTo>
                  <a:pt x="582770" y="8875"/>
                  <a:pt x="583616" y="8941"/>
                  <a:pt x="584506" y="8941"/>
                </a:cubicBezTo>
                <a:cubicBezTo>
                  <a:pt x="585395" y="8941"/>
                  <a:pt x="586240" y="8875"/>
                  <a:pt x="587041" y="8742"/>
                </a:cubicBezTo>
                <a:cubicBezTo>
                  <a:pt x="587842" y="8607"/>
                  <a:pt x="588687" y="8451"/>
                  <a:pt x="589576" y="8273"/>
                </a:cubicBezTo>
                <a:cubicBezTo>
                  <a:pt x="592423" y="15836"/>
                  <a:pt x="595470" y="23932"/>
                  <a:pt x="598717" y="32562"/>
                </a:cubicBezTo>
                <a:cubicBezTo>
                  <a:pt x="601964" y="41192"/>
                  <a:pt x="605234" y="49666"/>
                  <a:pt x="608526" y="57985"/>
                </a:cubicBezTo>
                <a:cubicBezTo>
                  <a:pt x="611818" y="66302"/>
                  <a:pt x="615020" y="74198"/>
                  <a:pt x="618133" y="81671"/>
                </a:cubicBezTo>
                <a:cubicBezTo>
                  <a:pt x="621247" y="89144"/>
                  <a:pt x="624095" y="95460"/>
                  <a:pt x="626675" y="100620"/>
                </a:cubicBezTo>
                <a:close/>
                <a:moveTo>
                  <a:pt x="670713" y="37099"/>
                </a:moveTo>
                <a:cubicBezTo>
                  <a:pt x="670447" y="38433"/>
                  <a:pt x="670314" y="39634"/>
                  <a:pt x="670314" y="40701"/>
                </a:cubicBezTo>
                <a:cubicBezTo>
                  <a:pt x="670314" y="41858"/>
                  <a:pt x="670447" y="42970"/>
                  <a:pt x="670713" y="44038"/>
                </a:cubicBezTo>
                <a:lnTo>
                  <a:pt x="658970" y="43772"/>
                </a:lnTo>
                <a:cubicBezTo>
                  <a:pt x="658792" y="45817"/>
                  <a:pt x="658636" y="48175"/>
                  <a:pt x="658503" y="50844"/>
                </a:cubicBezTo>
                <a:cubicBezTo>
                  <a:pt x="658370" y="53512"/>
                  <a:pt x="658281" y="56226"/>
                  <a:pt x="658236" y="58985"/>
                </a:cubicBezTo>
                <a:cubicBezTo>
                  <a:pt x="658192" y="61742"/>
                  <a:pt x="658147" y="64411"/>
                  <a:pt x="658102" y="66991"/>
                </a:cubicBezTo>
                <a:cubicBezTo>
                  <a:pt x="658057" y="69572"/>
                  <a:pt x="658035" y="71751"/>
                  <a:pt x="658035" y="73530"/>
                </a:cubicBezTo>
                <a:cubicBezTo>
                  <a:pt x="658035" y="78156"/>
                  <a:pt x="658146" y="81893"/>
                  <a:pt x="658369" y="84739"/>
                </a:cubicBezTo>
                <a:cubicBezTo>
                  <a:pt x="658591" y="87586"/>
                  <a:pt x="658970" y="89766"/>
                  <a:pt x="659503" y="91280"/>
                </a:cubicBezTo>
                <a:cubicBezTo>
                  <a:pt x="660038" y="92792"/>
                  <a:pt x="660794" y="93815"/>
                  <a:pt x="661771" y="94349"/>
                </a:cubicBezTo>
                <a:cubicBezTo>
                  <a:pt x="662750" y="94882"/>
                  <a:pt x="663996" y="95149"/>
                  <a:pt x="665508" y="95149"/>
                </a:cubicBezTo>
                <a:cubicBezTo>
                  <a:pt x="667199" y="95149"/>
                  <a:pt x="668445" y="95037"/>
                  <a:pt x="669245" y="94815"/>
                </a:cubicBezTo>
                <a:cubicBezTo>
                  <a:pt x="670045" y="94592"/>
                  <a:pt x="670846" y="94259"/>
                  <a:pt x="671647" y="93815"/>
                </a:cubicBezTo>
                <a:lnTo>
                  <a:pt x="671647" y="99286"/>
                </a:lnTo>
                <a:cubicBezTo>
                  <a:pt x="669868" y="100087"/>
                  <a:pt x="667643" y="100799"/>
                  <a:pt x="664974" y="101420"/>
                </a:cubicBezTo>
                <a:cubicBezTo>
                  <a:pt x="662306" y="102044"/>
                  <a:pt x="659682" y="102355"/>
                  <a:pt x="657102" y="102355"/>
                </a:cubicBezTo>
                <a:cubicBezTo>
                  <a:pt x="645804" y="102355"/>
                  <a:pt x="640154" y="95594"/>
                  <a:pt x="640154" y="82072"/>
                </a:cubicBezTo>
                <a:cubicBezTo>
                  <a:pt x="640154" y="79491"/>
                  <a:pt x="640199" y="76577"/>
                  <a:pt x="640287" y="73330"/>
                </a:cubicBezTo>
                <a:cubicBezTo>
                  <a:pt x="640376" y="70083"/>
                  <a:pt x="640488" y="66747"/>
                  <a:pt x="640621" y="63322"/>
                </a:cubicBezTo>
                <a:cubicBezTo>
                  <a:pt x="640754" y="59897"/>
                  <a:pt x="640864" y="56516"/>
                  <a:pt x="640953" y="53179"/>
                </a:cubicBezTo>
                <a:cubicBezTo>
                  <a:pt x="641042" y="49842"/>
                  <a:pt x="641087" y="46751"/>
                  <a:pt x="641087" y="43904"/>
                </a:cubicBezTo>
                <a:lnTo>
                  <a:pt x="631747" y="44038"/>
                </a:lnTo>
                <a:cubicBezTo>
                  <a:pt x="632013" y="42970"/>
                  <a:pt x="632146" y="41858"/>
                  <a:pt x="632146" y="40701"/>
                </a:cubicBezTo>
                <a:cubicBezTo>
                  <a:pt x="632146" y="39634"/>
                  <a:pt x="632013" y="38433"/>
                  <a:pt x="631747" y="37099"/>
                </a:cubicBezTo>
                <a:lnTo>
                  <a:pt x="641087" y="37500"/>
                </a:lnTo>
                <a:cubicBezTo>
                  <a:pt x="641087" y="34741"/>
                  <a:pt x="641042" y="32162"/>
                  <a:pt x="640953" y="29760"/>
                </a:cubicBezTo>
                <a:cubicBezTo>
                  <a:pt x="640864" y="27357"/>
                  <a:pt x="640731" y="24466"/>
                  <a:pt x="640553" y="21086"/>
                </a:cubicBezTo>
                <a:cubicBezTo>
                  <a:pt x="643668" y="19839"/>
                  <a:pt x="646737" y="18527"/>
                  <a:pt x="649762" y="17147"/>
                </a:cubicBezTo>
                <a:cubicBezTo>
                  <a:pt x="652786" y="15768"/>
                  <a:pt x="655811" y="14322"/>
                  <a:pt x="658837" y="12810"/>
                </a:cubicBezTo>
                <a:lnTo>
                  <a:pt x="660171" y="13745"/>
                </a:lnTo>
                <a:cubicBezTo>
                  <a:pt x="659993" y="15169"/>
                  <a:pt x="659837" y="16837"/>
                  <a:pt x="659703" y="18750"/>
                </a:cubicBezTo>
                <a:cubicBezTo>
                  <a:pt x="659570" y="20663"/>
                  <a:pt x="659437" y="22664"/>
                  <a:pt x="659303" y="24755"/>
                </a:cubicBezTo>
                <a:cubicBezTo>
                  <a:pt x="659170" y="26845"/>
                  <a:pt x="659082" y="28981"/>
                  <a:pt x="659037" y="31161"/>
                </a:cubicBezTo>
                <a:cubicBezTo>
                  <a:pt x="658992" y="33340"/>
                  <a:pt x="658970" y="35408"/>
                  <a:pt x="658970" y="37366"/>
                </a:cubicBezTo>
                <a:lnTo>
                  <a:pt x="670713" y="37099"/>
                </a:lnTo>
                <a:close/>
                <a:moveTo>
                  <a:pt x="715151" y="37099"/>
                </a:moveTo>
                <a:cubicBezTo>
                  <a:pt x="714885" y="38433"/>
                  <a:pt x="714752" y="39634"/>
                  <a:pt x="714752" y="40701"/>
                </a:cubicBezTo>
                <a:cubicBezTo>
                  <a:pt x="714752" y="41858"/>
                  <a:pt x="714885" y="42970"/>
                  <a:pt x="715151" y="44038"/>
                </a:cubicBezTo>
                <a:lnTo>
                  <a:pt x="703408" y="43772"/>
                </a:lnTo>
                <a:cubicBezTo>
                  <a:pt x="703230" y="45817"/>
                  <a:pt x="703075" y="48175"/>
                  <a:pt x="702942" y="50844"/>
                </a:cubicBezTo>
                <a:cubicBezTo>
                  <a:pt x="702809" y="53512"/>
                  <a:pt x="702720" y="56226"/>
                  <a:pt x="702675" y="58985"/>
                </a:cubicBezTo>
                <a:cubicBezTo>
                  <a:pt x="702630" y="61742"/>
                  <a:pt x="702585" y="64411"/>
                  <a:pt x="702541" y="66991"/>
                </a:cubicBezTo>
                <a:cubicBezTo>
                  <a:pt x="702496" y="69572"/>
                  <a:pt x="702473" y="71751"/>
                  <a:pt x="702473" y="73530"/>
                </a:cubicBezTo>
                <a:cubicBezTo>
                  <a:pt x="702473" y="78156"/>
                  <a:pt x="702585" y="81893"/>
                  <a:pt x="702807" y="84739"/>
                </a:cubicBezTo>
                <a:cubicBezTo>
                  <a:pt x="703030" y="87586"/>
                  <a:pt x="703408" y="89766"/>
                  <a:pt x="703942" y="91280"/>
                </a:cubicBezTo>
                <a:cubicBezTo>
                  <a:pt x="704476" y="92792"/>
                  <a:pt x="705233" y="93815"/>
                  <a:pt x="706210" y="94349"/>
                </a:cubicBezTo>
                <a:cubicBezTo>
                  <a:pt x="707189" y="94882"/>
                  <a:pt x="708434" y="95149"/>
                  <a:pt x="709947" y="95149"/>
                </a:cubicBezTo>
                <a:cubicBezTo>
                  <a:pt x="711638" y="95149"/>
                  <a:pt x="712883" y="95037"/>
                  <a:pt x="713683" y="94815"/>
                </a:cubicBezTo>
                <a:cubicBezTo>
                  <a:pt x="714484" y="94592"/>
                  <a:pt x="715285" y="94259"/>
                  <a:pt x="716086" y="93815"/>
                </a:cubicBezTo>
                <a:lnTo>
                  <a:pt x="716086" y="99286"/>
                </a:lnTo>
                <a:cubicBezTo>
                  <a:pt x="714306" y="100087"/>
                  <a:pt x="712082" y="100799"/>
                  <a:pt x="709413" y="101420"/>
                </a:cubicBezTo>
                <a:cubicBezTo>
                  <a:pt x="706744" y="102044"/>
                  <a:pt x="704120" y="102355"/>
                  <a:pt x="701541" y="102355"/>
                </a:cubicBezTo>
                <a:cubicBezTo>
                  <a:pt x="690242" y="102355"/>
                  <a:pt x="684593" y="95594"/>
                  <a:pt x="684593" y="82072"/>
                </a:cubicBezTo>
                <a:cubicBezTo>
                  <a:pt x="684593" y="79491"/>
                  <a:pt x="684637" y="76577"/>
                  <a:pt x="684725" y="73330"/>
                </a:cubicBezTo>
                <a:cubicBezTo>
                  <a:pt x="684815" y="70083"/>
                  <a:pt x="684926" y="66747"/>
                  <a:pt x="685059" y="63322"/>
                </a:cubicBezTo>
                <a:cubicBezTo>
                  <a:pt x="685192" y="59897"/>
                  <a:pt x="685303" y="56516"/>
                  <a:pt x="685391" y="53179"/>
                </a:cubicBezTo>
                <a:cubicBezTo>
                  <a:pt x="685481" y="49842"/>
                  <a:pt x="685526" y="46751"/>
                  <a:pt x="685526" y="43904"/>
                </a:cubicBezTo>
                <a:lnTo>
                  <a:pt x="676185" y="44038"/>
                </a:lnTo>
                <a:cubicBezTo>
                  <a:pt x="676451" y="42970"/>
                  <a:pt x="676584" y="41858"/>
                  <a:pt x="676584" y="40701"/>
                </a:cubicBezTo>
                <a:cubicBezTo>
                  <a:pt x="676584" y="39634"/>
                  <a:pt x="676451" y="38433"/>
                  <a:pt x="676185" y="37099"/>
                </a:cubicBezTo>
                <a:lnTo>
                  <a:pt x="685526" y="37500"/>
                </a:lnTo>
                <a:cubicBezTo>
                  <a:pt x="685526" y="34741"/>
                  <a:pt x="685481" y="32162"/>
                  <a:pt x="685391" y="29760"/>
                </a:cubicBezTo>
                <a:cubicBezTo>
                  <a:pt x="685303" y="27357"/>
                  <a:pt x="685170" y="24466"/>
                  <a:pt x="684992" y="21086"/>
                </a:cubicBezTo>
                <a:cubicBezTo>
                  <a:pt x="688106" y="19839"/>
                  <a:pt x="691175" y="18527"/>
                  <a:pt x="694200" y="17147"/>
                </a:cubicBezTo>
                <a:cubicBezTo>
                  <a:pt x="697225" y="15768"/>
                  <a:pt x="700250" y="14322"/>
                  <a:pt x="703276" y="12810"/>
                </a:cubicBezTo>
                <a:lnTo>
                  <a:pt x="704609" y="13745"/>
                </a:lnTo>
                <a:cubicBezTo>
                  <a:pt x="704432" y="15169"/>
                  <a:pt x="704275" y="16837"/>
                  <a:pt x="704141" y="18750"/>
                </a:cubicBezTo>
                <a:cubicBezTo>
                  <a:pt x="704008" y="20663"/>
                  <a:pt x="703875" y="22664"/>
                  <a:pt x="703742" y="24755"/>
                </a:cubicBezTo>
                <a:cubicBezTo>
                  <a:pt x="703609" y="26845"/>
                  <a:pt x="703520" y="28981"/>
                  <a:pt x="703475" y="31161"/>
                </a:cubicBezTo>
                <a:cubicBezTo>
                  <a:pt x="703430" y="33340"/>
                  <a:pt x="703408" y="35408"/>
                  <a:pt x="703408" y="37366"/>
                </a:cubicBezTo>
                <a:lnTo>
                  <a:pt x="715151" y="37099"/>
                </a:lnTo>
                <a:close/>
                <a:moveTo>
                  <a:pt x="725427" y="11210"/>
                </a:moveTo>
                <a:cubicBezTo>
                  <a:pt x="725427" y="8273"/>
                  <a:pt x="726450" y="5782"/>
                  <a:pt x="728496" y="3737"/>
                </a:cubicBezTo>
                <a:cubicBezTo>
                  <a:pt x="730543" y="1691"/>
                  <a:pt x="733035" y="668"/>
                  <a:pt x="735971" y="668"/>
                </a:cubicBezTo>
                <a:cubicBezTo>
                  <a:pt x="738906" y="668"/>
                  <a:pt x="741396" y="1691"/>
                  <a:pt x="743442" y="3737"/>
                </a:cubicBezTo>
                <a:cubicBezTo>
                  <a:pt x="745489" y="5782"/>
                  <a:pt x="746513" y="8273"/>
                  <a:pt x="746513" y="11210"/>
                </a:cubicBezTo>
                <a:cubicBezTo>
                  <a:pt x="746513" y="14146"/>
                  <a:pt x="745489" y="16637"/>
                  <a:pt x="743442" y="18683"/>
                </a:cubicBezTo>
                <a:cubicBezTo>
                  <a:pt x="741396" y="20729"/>
                  <a:pt x="738906" y="21751"/>
                  <a:pt x="735971" y="21751"/>
                </a:cubicBezTo>
                <a:cubicBezTo>
                  <a:pt x="733035" y="21751"/>
                  <a:pt x="730543" y="20729"/>
                  <a:pt x="728496" y="18683"/>
                </a:cubicBezTo>
                <a:cubicBezTo>
                  <a:pt x="726450" y="16637"/>
                  <a:pt x="725427" y="14146"/>
                  <a:pt x="725427" y="11210"/>
                </a:cubicBezTo>
                <a:moveTo>
                  <a:pt x="727030" y="66057"/>
                </a:moveTo>
                <a:cubicBezTo>
                  <a:pt x="727030" y="60631"/>
                  <a:pt x="726963" y="55538"/>
                  <a:pt x="726828" y="50778"/>
                </a:cubicBezTo>
                <a:cubicBezTo>
                  <a:pt x="726695" y="46018"/>
                  <a:pt x="726406" y="41235"/>
                  <a:pt x="725961" y="36431"/>
                </a:cubicBezTo>
                <a:cubicBezTo>
                  <a:pt x="727207" y="36609"/>
                  <a:pt x="728675" y="36765"/>
                  <a:pt x="730365" y="36899"/>
                </a:cubicBezTo>
                <a:cubicBezTo>
                  <a:pt x="732055" y="37032"/>
                  <a:pt x="733924" y="37099"/>
                  <a:pt x="735971" y="37099"/>
                </a:cubicBezTo>
                <a:cubicBezTo>
                  <a:pt x="740152" y="37099"/>
                  <a:pt x="743488" y="36876"/>
                  <a:pt x="745979" y="36431"/>
                </a:cubicBezTo>
                <a:cubicBezTo>
                  <a:pt x="745534" y="41235"/>
                  <a:pt x="745244" y="46018"/>
                  <a:pt x="745110" y="50778"/>
                </a:cubicBezTo>
                <a:cubicBezTo>
                  <a:pt x="744977" y="55538"/>
                  <a:pt x="744910" y="60631"/>
                  <a:pt x="744910" y="66057"/>
                </a:cubicBezTo>
                <a:lnTo>
                  <a:pt x="744910" y="71396"/>
                </a:lnTo>
                <a:cubicBezTo>
                  <a:pt x="744910" y="76822"/>
                  <a:pt x="744977" y="81937"/>
                  <a:pt x="745110" y="86741"/>
                </a:cubicBezTo>
                <a:cubicBezTo>
                  <a:pt x="745244" y="91545"/>
                  <a:pt x="745534" y="96172"/>
                  <a:pt x="745979" y="100620"/>
                </a:cubicBezTo>
                <a:cubicBezTo>
                  <a:pt x="744823" y="100442"/>
                  <a:pt x="743377" y="100353"/>
                  <a:pt x="741642" y="100353"/>
                </a:cubicBezTo>
                <a:cubicBezTo>
                  <a:pt x="739907" y="100353"/>
                  <a:pt x="738017" y="100353"/>
                  <a:pt x="735971" y="100353"/>
                </a:cubicBezTo>
                <a:cubicBezTo>
                  <a:pt x="733924" y="100353"/>
                  <a:pt x="732055" y="100353"/>
                  <a:pt x="730365" y="100353"/>
                </a:cubicBezTo>
                <a:cubicBezTo>
                  <a:pt x="728675" y="100353"/>
                  <a:pt x="727207" y="100442"/>
                  <a:pt x="725961" y="100620"/>
                </a:cubicBezTo>
                <a:cubicBezTo>
                  <a:pt x="726406" y="96172"/>
                  <a:pt x="726695" y="91545"/>
                  <a:pt x="726828" y="86741"/>
                </a:cubicBezTo>
                <a:cubicBezTo>
                  <a:pt x="726963" y="81937"/>
                  <a:pt x="727030" y="76822"/>
                  <a:pt x="727030" y="71396"/>
                </a:cubicBezTo>
                <a:lnTo>
                  <a:pt x="727030" y="66057"/>
                </a:lnTo>
                <a:close/>
                <a:moveTo>
                  <a:pt x="780810" y="52980"/>
                </a:moveTo>
                <a:cubicBezTo>
                  <a:pt x="783123" y="46841"/>
                  <a:pt x="785925" y="42326"/>
                  <a:pt x="789215" y="39434"/>
                </a:cubicBezTo>
                <a:cubicBezTo>
                  <a:pt x="792507" y="36543"/>
                  <a:pt x="796422" y="35097"/>
                  <a:pt x="800961" y="35097"/>
                </a:cubicBezTo>
                <a:cubicBezTo>
                  <a:pt x="801405" y="35097"/>
                  <a:pt x="801782" y="35120"/>
                  <a:pt x="802093" y="35164"/>
                </a:cubicBezTo>
                <a:cubicBezTo>
                  <a:pt x="802405" y="35208"/>
                  <a:pt x="802739" y="35229"/>
                  <a:pt x="803095" y="35229"/>
                </a:cubicBezTo>
                <a:cubicBezTo>
                  <a:pt x="802827" y="36564"/>
                  <a:pt x="802627" y="37988"/>
                  <a:pt x="802494" y="39502"/>
                </a:cubicBezTo>
                <a:cubicBezTo>
                  <a:pt x="802361" y="41014"/>
                  <a:pt x="802294" y="42793"/>
                  <a:pt x="802294" y="44839"/>
                </a:cubicBezTo>
                <a:lnTo>
                  <a:pt x="802294" y="49109"/>
                </a:lnTo>
                <a:cubicBezTo>
                  <a:pt x="802294" y="49820"/>
                  <a:pt x="802294" y="50576"/>
                  <a:pt x="802294" y="51377"/>
                </a:cubicBezTo>
                <a:cubicBezTo>
                  <a:pt x="802294" y="52178"/>
                  <a:pt x="802339" y="52934"/>
                  <a:pt x="802427" y="53646"/>
                </a:cubicBezTo>
                <a:lnTo>
                  <a:pt x="801227" y="54715"/>
                </a:lnTo>
                <a:cubicBezTo>
                  <a:pt x="800337" y="54180"/>
                  <a:pt x="799336" y="53734"/>
                  <a:pt x="798224" y="53379"/>
                </a:cubicBezTo>
                <a:cubicBezTo>
                  <a:pt x="797112" y="53023"/>
                  <a:pt x="795844" y="52845"/>
                  <a:pt x="794420" y="52845"/>
                </a:cubicBezTo>
                <a:cubicBezTo>
                  <a:pt x="790417" y="52845"/>
                  <a:pt x="787259" y="54158"/>
                  <a:pt x="784945" y="56783"/>
                </a:cubicBezTo>
                <a:cubicBezTo>
                  <a:pt x="782632" y="59407"/>
                  <a:pt x="781476" y="62499"/>
                  <a:pt x="781476" y="66057"/>
                </a:cubicBezTo>
                <a:lnTo>
                  <a:pt x="781476" y="71396"/>
                </a:lnTo>
                <a:cubicBezTo>
                  <a:pt x="781476" y="76822"/>
                  <a:pt x="781542" y="81937"/>
                  <a:pt x="781675" y="86741"/>
                </a:cubicBezTo>
                <a:cubicBezTo>
                  <a:pt x="781810" y="91545"/>
                  <a:pt x="782099" y="96172"/>
                  <a:pt x="782545" y="100620"/>
                </a:cubicBezTo>
                <a:cubicBezTo>
                  <a:pt x="781388" y="100442"/>
                  <a:pt x="779942" y="100353"/>
                  <a:pt x="778207" y="100353"/>
                </a:cubicBezTo>
                <a:cubicBezTo>
                  <a:pt x="776472" y="100353"/>
                  <a:pt x="774581" y="100353"/>
                  <a:pt x="772534" y="100353"/>
                </a:cubicBezTo>
                <a:cubicBezTo>
                  <a:pt x="770489" y="100353"/>
                  <a:pt x="768621" y="100353"/>
                  <a:pt x="766931" y="100353"/>
                </a:cubicBezTo>
                <a:cubicBezTo>
                  <a:pt x="765240" y="100353"/>
                  <a:pt x="763772" y="100442"/>
                  <a:pt x="762526" y="100620"/>
                </a:cubicBezTo>
                <a:cubicBezTo>
                  <a:pt x="762971" y="96172"/>
                  <a:pt x="763260" y="91545"/>
                  <a:pt x="763394" y="86741"/>
                </a:cubicBezTo>
                <a:cubicBezTo>
                  <a:pt x="763527" y="81937"/>
                  <a:pt x="763593" y="76822"/>
                  <a:pt x="763593" y="71396"/>
                </a:cubicBezTo>
                <a:lnTo>
                  <a:pt x="763593" y="66057"/>
                </a:lnTo>
                <a:cubicBezTo>
                  <a:pt x="763593" y="60631"/>
                  <a:pt x="763527" y="55538"/>
                  <a:pt x="763394" y="50778"/>
                </a:cubicBezTo>
                <a:cubicBezTo>
                  <a:pt x="763260" y="46018"/>
                  <a:pt x="762971" y="41235"/>
                  <a:pt x="762526" y="36431"/>
                </a:cubicBezTo>
                <a:cubicBezTo>
                  <a:pt x="764038" y="36609"/>
                  <a:pt x="765573" y="36765"/>
                  <a:pt x="767130" y="36899"/>
                </a:cubicBezTo>
                <a:cubicBezTo>
                  <a:pt x="768687" y="37032"/>
                  <a:pt x="770222" y="37099"/>
                  <a:pt x="771734" y="37099"/>
                </a:cubicBezTo>
                <a:cubicBezTo>
                  <a:pt x="773246" y="37099"/>
                  <a:pt x="774781" y="37032"/>
                  <a:pt x="776338" y="36899"/>
                </a:cubicBezTo>
                <a:cubicBezTo>
                  <a:pt x="777895" y="36765"/>
                  <a:pt x="779430" y="36609"/>
                  <a:pt x="780942" y="36431"/>
                </a:cubicBezTo>
                <a:lnTo>
                  <a:pt x="780543" y="52713"/>
                </a:lnTo>
                <a:lnTo>
                  <a:pt x="780810" y="52980"/>
                </a:lnTo>
                <a:close/>
                <a:moveTo>
                  <a:pt x="832455" y="69127"/>
                </a:moveTo>
                <a:cubicBezTo>
                  <a:pt x="832455" y="73041"/>
                  <a:pt x="832610" y="76689"/>
                  <a:pt x="832921" y="80070"/>
                </a:cubicBezTo>
                <a:cubicBezTo>
                  <a:pt x="833232" y="83450"/>
                  <a:pt x="833809" y="86364"/>
                  <a:pt x="834654" y="88810"/>
                </a:cubicBezTo>
                <a:cubicBezTo>
                  <a:pt x="835500" y="91256"/>
                  <a:pt x="836656" y="93191"/>
                  <a:pt x="838124" y="94615"/>
                </a:cubicBezTo>
                <a:cubicBezTo>
                  <a:pt x="839592" y="96039"/>
                  <a:pt x="841528" y="96751"/>
                  <a:pt x="843931" y="96751"/>
                </a:cubicBezTo>
                <a:cubicBezTo>
                  <a:pt x="847757" y="96751"/>
                  <a:pt x="850803" y="94372"/>
                  <a:pt x="853072" y="89612"/>
                </a:cubicBezTo>
                <a:cubicBezTo>
                  <a:pt x="855340" y="84851"/>
                  <a:pt x="856474" y="77044"/>
                  <a:pt x="856474" y="66191"/>
                </a:cubicBezTo>
                <a:cubicBezTo>
                  <a:pt x="856474" y="50711"/>
                  <a:pt x="852649" y="42971"/>
                  <a:pt x="844998" y="42971"/>
                </a:cubicBezTo>
                <a:cubicBezTo>
                  <a:pt x="843130" y="42971"/>
                  <a:pt x="841418" y="43416"/>
                  <a:pt x="839861" y="44305"/>
                </a:cubicBezTo>
                <a:cubicBezTo>
                  <a:pt x="838303" y="45194"/>
                  <a:pt x="836968" y="46684"/>
                  <a:pt x="835855" y="48775"/>
                </a:cubicBezTo>
                <a:cubicBezTo>
                  <a:pt x="834743" y="50865"/>
                  <a:pt x="833898" y="53579"/>
                  <a:pt x="833320" y="56916"/>
                </a:cubicBezTo>
                <a:cubicBezTo>
                  <a:pt x="832743" y="60253"/>
                  <a:pt x="832455" y="64323"/>
                  <a:pt x="832455" y="69127"/>
                </a:cubicBezTo>
                <a:moveTo>
                  <a:pt x="814572" y="46172"/>
                </a:moveTo>
                <a:cubicBezTo>
                  <a:pt x="814572" y="37454"/>
                  <a:pt x="814483" y="29448"/>
                  <a:pt x="814305" y="22153"/>
                </a:cubicBezTo>
                <a:cubicBezTo>
                  <a:pt x="814128" y="14857"/>
                  <a:pt x="813860" y="7473"/>
                  <a:pt x="813503" y="0"/>
                </a:cubicBezTo>
                <a:cubicBezTo>
                  <a:pt x="814660" y="178"/>
                  <a:pt x="816128" y="334"/>
                  <a:pt x="817908" y="468"/>
                </a:cubicBezTo>
                <a:cubicBezTo>
                  <a:pt x="819687" y="601"/>
                  <a:pt x="821556" y="668"/>
                  <a:pt x="823513" y="668"/>
                </a:cubicBezTo>
                <a:cubicBezTo>
                  <a:pt x="825470" y="668"/>
                  <a:pt x="827337" y="601"/>
                  <a:pt x="829117" y="468"/>
                </a:cubicBezTo>
                <a:cubicBezTo>
                  <a:pt x="830897" y="334"/>
                  <a:pt x="832365" y="178"/>
                  <a:pt x="833522" y="0"/>
                </a:cubicBezTo>
                <a:cubicBezTo>
                  <a:pt x="833166" y="7473"/>
                  <a:pt x="832899" y="14857"/>
                  <a:pt x="832721" y="22153"/>
                </a:cubicBezTo>
                <a:cubicBezTo>
                  <a:pt x="832544" y="29448"/>
                  <a:pt x="832455" y="37454"/>
                  <a:pt x="832455" y="46172"/>
                </a:cubicBezTo>
                <a:lnTo>
                  <a:pt x="832721" y="46172"/>
                </a:lnTo>
                <a:cubicBezTo>
                  <a:pt x="834234" y="42437"/>
                  <a:pt x="836569" y="39590"/>
                  <a:pt x="839726" y="37632"/>
                </a:cubicBezTo>
                <a:cubicBezTo>
                  <a:pt x="842885" y="35675"/>
                  <a:pt x="846466" y="34696"/>
                  <a:pt x="850469" y="34696"/>
                </a:cubicBezTo>
                <a:cubicBezTo>
                  <a:pt x="854295" y="34696"/>
                  <a:pt x="857786" y="35542"/>
                  <a:pt x="860944" y="37233"/>
                </a:cubicBezTo>
                <a:cubicBezTo>
                  <a:pt x="864103" y="38923"/>
                  <a:pt x="866817" y="41192"/>
                  <a:pt x="869085" y="44038"/>
                </a:cubicBezTo>
                <a:cubicBezTo>
                  <a:pt x="871353" y="46885"/>
                  <a:pt x="873110" y="50244"/>
                  <a:pt x="874355" y="54114"/>
                </a:cubicBezTo>
                <a:cubicBezTo>
                  <a:pt x="875601" y="57984"/>
                  <a:pt x="876224" y="62143"/>
                  <a:pt x="876224" y="66590"/>
                </a:cubicBezTo>
                <a:cubicBezTo>
                  <a:pt x="876224" y="73264"/>
                  <a:pt x="875312" y="78891"/>
                  <a:pt x="873487" y="83473"/>
                </a:cubicBezTo>
                <a:cubicBezTo>
                  <a:pt x="871664" y="88054"/>
                  <a:pt x="869307" y="91769"/>
                  <a:pt x="866416" y="94615"/>
                </a:cubicBezTo>
                <a:cubicBezTo>
                  <a:pt x="863525" y="97462"/>
                  <a:pt x="860301" y="99464"/>
                  <a:pt x="856741" y="100620"/>
                </a:cubicBezTo>
                <a:cubicBezTo>
                  <a:pt x="853183" y="101777"/>
                  <a:pt x="849669" y="102355"/>
                  <a:pt x="846199" y="102355"/>
                </a:cubicBezTo>
                <a:cubicBezTo>
                  <a:pt x="841929" y="102355"/>
                  <a:pt x="838325" y="101532"/>
                  <a:pt x="835389" y="99887"/>
                </a:cubicBezTo>
                <a:cubicBezTo>
                  <a:pt x="832454" y="98240"/>
                  <a:pt x="830052" y="96083"/>
                  <a:pt x="828183" y="93414"/>
                </a:cubicBezTo>
                <a:cubicBezTo>
                  <a:pt x="826315" y="94482"/>
                  <a:pt x="824424" y="95728"/>
                  <a:pt x="822512" y="97152"/>
                </a:cubicBezTo>
                <a:cubicBezTo>
                  <a:pt x="820599" y="98575"/>
                  <a:pt x="818664" y="99909"/>
                  <a:pt x="816706" y="101154"/>
                </a:cubicBezTo>
                <a:lnTo>
                  <a:pt x="813503" y="101154"/>
                </a:lnTo>
                <a:cubicBezTo>
                  <a:pt x="813860" y="93681"/>
                  <a:pt x="814128" y="86275"/>
                  <a:pt x="814305" y="78936"/>
                </a:cubicBezTo>
                <a:cubicBezTo>
                  <a:pt x="814483" y="71596"/>
                  <a:pt x="814572" y="63566"/>
                  <a:pt x="814572" y="54847"/>
                </a:cubicBezTo>
                <a:lnTo>
                  <a:pt x="814572" y="46172"/>
                </a:lnTo>
                <a:close/>
                <a:moveTo>
                  <a:pt x="928803" y="91011"/>
                </a:moveTo>
                <a:cubicBezTo>
                  <a:pt x="926312" y="94748"/>
                  <a:pt x="923398" y="97573"/>
                  <a:pt x="920061" y="99486"/>
                </a:cubicBezTo>
                <a:cubicBezTo>
                  <a:pt x="916726" y="101399"/>
                  <a:pt x="912923" y="102355"/>
                  <a:pt x="908654" y="102355"/>
                </a:cubicBezTo>
                <a:cubicBezTo>
                  <a:pt x="901980" y="102355"/>
                  <a:pt x="896842" y="100487"/>
                  <a:pt x="893239" y="96751"/>
                </a:cubicBezTo>
                <a:cubicBezTo>
                  <a:pt x="889636" y="93014"/>
                  <a:pt x="887835" y="86831"/>
                  <a:pt x="887835" y="78201"/>
                </a:cubicBezTo>
                <a:cubicBezTo>
                  <a:pt x="887835" y="73664"/>
                  <a:pt x="887924" y="69661"/>
                  <a:pt x="888102" y="66191"/>
                </a:cubicBezTo>
                <a:cubicBezTo>
                  <a:pt x="888280" y="62721"/>
                  <a:pt x="888369" y="59251"/>
                  <a:pt x="888369" y="55782"/>
                </a:cubicBezTo>
                <a:cubicBezTo>
                  <a:pt x="888369" y="52935"/>
                  <a:pt x="888301" y="49844"/>
                  <a:pt x="888167" y="46508"/>
                </a:cubicBezTo>
                <a:cubicBezTo>
                  <a:pt x="888034" y="43172"/>
                  <a:pt x="887879" y="39812"/>
                  <a:pt x="887701" y="36431"/>
                </a:cubicBezTo>
                <a:cubicBezTo>
                  <a:pt x="888857" y="36609"/>
                  <a:pt x="890325" y="36765"/>
                  <a:pt x="892105" y="36899"/>
                </a:cubicBezTo>
                <a:cubicBezTo>
                  <a:pt x="893885" y="37032"/>
                  <a:pt x="895753" y="37099"/>
                  <a:pt x="897711" y="37099"/>
                </a:cubicBezTo>
                <a:cubicBezTo>
                  <a:pt x="899667" y="37099"/>
                  <a:pt x="901535" y="37032"/>
                  <a:pt x="903315" y="36899"/>
                </a:cubicBezTo>
                <a:cubicBezTo>
                  <a:pt x="905094" y="36765"/>
                  <a:pt x="906563" y="36609"/>
                  <a:pt x="907719" y="36431"/>
                </a:cubicBezTo>
                <a:cubicBezTo>
                  <a:pt x="907096" y="41235"/>
                  <a:pt x="906696" y="46796"/>
                  <a:pt x="906518" y="53112"/>
                </a:cubicBezTo>
                <a:cubicBezTo>
                  <a:pt x="906340" y="59429"/>
                  <a:pt x="906251" y="66635"/>
                  <a:pt x="906251" y="74731"/>
                </a:cubicBezTo>
                <a:cubicBezTo>
                  <a:pt x="906251" y="80336"/>
                  <a:pt x="907207" y="84451"/>
                  <a:pt x="909120" y="87075"/>
                </a:cubicBezTo>
                <a:cubicBezTo>
                  <a:pt x="911033" y="89699"/>
                  <a:pt x="913724" y="91011"/>
                  <a:pt x="917194" y="91011"/>
                </a:cubicBezTo>
                <a:cubicBezTo>
                  <a:pt x="921197" y="91011"/>
                  <a:pt x="924133" y="89277"/>
                  <a:pt x="926001" y="85808"/>
                </a:cubicBezTo>
                <a:cubicBezTo>
                  <a:pt x="927869" y="82339"/>
                  <a:pt x="928803" y="77534"/>
                  <a:pt x="928803" y="71396"/>
                </a:cubicBezTo>
                <a:lnTo>
                  <a:pt x="928803" y="66057"/>
                </a:lnTo>
                <a:cubicBezTo>
                  <a:pt x="928803" y="60631"/>
                  <a:pt x="928736" y="55538"/>
                  <a:pt x="928603" y="50778"/>
                </a:cubicBezTo>
                <a:cubicBezTo>
                  <a:pt x="928470" y="46018"/>
                  <a:pt x="928181" y="41235"/>
                  <a:pt x="927736" y="36431"/>
                </a:cubicBezTo>
                <a:cubicBezTo>
                  <a:pt x="930227" y="36876"/>
                  <a:pt x="933563" y="37099"/>
                  <a:pt x="937744" y="37099"/>
                </a:cubicBezTo>
                <a:cubicBezTo>
                  <a:pt x="939791" y="37099"/>
                  <a:pt x="941660" y="37032"/>
                  <a:pt x="943350" y="36899"/>
                </a:cubicBezTo>
                <a:cubicBezTo>
                  <a:pt x="945040" y="36765"/>
                  <a:pt x="946508" y="36609"/>
                  <a:pt x="947754" y="36431"/>
                </a:cubicBezTo>
                <a:cubicBezTo>
                  <a:pt x="947309" y="41235"/>
                  <a:pt x="947019" y="46018"/>
                  <a:pt x="946885" y="50778"/>
                </a:cubicBezTo>
                <a:cubicBezTo>
                  <a:pt x="946752" y="55538"/>
                  <a:pt x="946685" y="60631"/>
                  <a:pt x="946685" y="66057"/>
                </a:cubicBezTo>
                <a:lnTo>
                  <a:pt x="946685" y="71396"/>
                </a:lnTo>
                <a:cubicBezTo>
                  <a:pt x="946685" y="76822"/>
                  <a:pt x="946752" y="81937"/>
                  <a:pt x="946885" y="86741"/>
                </a:cubicBezTo>
                <a:cubicBezTo>
                  <a:pt x="947019" y="91545"/>
                  <a:pt x="947309" y="96172"/>
                  <a:pt x="947754" y="100620"/>
                </a:cubicBezTo>
                <a:cubicBezTo>
                  <a:pt x="946152" y="100442"/>
                  <a:pt x="944573" y="100353"/>
                  <a:pt x="943016" y="100353"/>
                </a:cubicBezTo>
                <a:cubicBezTo>
                  <a:pt x="941459" y="100353"/>
                  <a:pt x="939880" y="100353"/>
                  <a:pt x="938280" y="100353"/>
                </a:cubicBezTo>
                <a:cubicBezTo>
                  <a:pt x="936678" y="100353"/>
                  <a:pt x="935098" y="100353"/>
                  <a:pt x="933541" y="100353"/>
                </a:cubicBezTo>
                <a:cubicBezTo>
                  <a:pt x="931984" y="100353"/>
                  <a:pt x="930316" y="100442"/>
                  <a:pt x="928536" y="100620"/>
                </a:cubicBezTo>
                <a:lnTo>
                  <a:pt x="929072" y="91011"/>
                </a:lnTo>
                <a:lnTo>
                  <a:pt x="928803" y="91011"/>
                </a:lnTo>
                <a:close/>
                <a:moveTo>
                  <a:pt x="996995" y="37099"/>
                </a:moveTo>
                <a:cubicBezTo>
                  <a:pt x="996729" y="38433"/>
                  <a:pt x="996596" y="39634"/>
                  <a:pt x="996596" y="40701"/>
                </a:cubicBezTo>
                <a:cubicBezTo>
                  <a:pt x="996596" y="41858"/>
                  <a:pt x="996729" y="42970"/>
                  <a:pt x="996995" y="44038"/>
                </a:cubicBezTo>
                <a:lnTo>
                  <a:pt x="985252" y="43772"/>
                </a:lnTo>
                <a:cubicBezTo>
                  <a:pt x="985074" y="45817"/>
                  <a:pt x="984919" y="48175"/>
                  <a:pt x="984786" y="50844"/>
                </a:cubicBezTo>
                <a:cubicBezTo>
                  <a:pt x="984653" y="53512"/>
                  <a:pt x="984564" y="56226"/>
                  <a:pt x="984519" y="58985"/>
                </a:cubicBezTo>
                <a:cubicBezTo>
                  <a:pt x="984474" y="61742"/>
                  <a:pt x="984430" y="64411"/>
                  <a:pt x="984385" y="66991"/>
                </a:cubicBezTo>
                <a:cubicBezTo>
                  <a:pt x="984340" y="69572"/>
                  <a:pt x="984318" y="71751"/>
                  <a:pt x="984318" y="73530"/>
                </a:cubicBezTo>
                <a:cubicBezTo>
                  <a:pt x="984318" y="78156"/>
                  <a:pt x="984429" y="81893"/>
                  <a:pt x="984652" y="84739"/>
                </a:cubicBezTo>
                <a:cubicBezTo>
                  <a:pt x="984874" y="87586"/>
                  <a:pt x="985252" y="89766"/>
                  <a:pt x="985786" y="91280"/>
                </a:cubicBezTo>
                <a:cubicBezTo>
                  <a:pt x="986321" y="92792"/>
                  <a:pt x="987077" y="93815"/>
                  <a:pt x="988054" y="94349"/>
                </a:cubicBezTo>
                <a:cubicBezTo>
                  <a:pt x="989033" y="94882"/>
                  <a:pt x="990278" y="95149"/>
                  <a:pt x="991791" y="95149"/>
                </a:cubicBezTo>
                <a:cubicBezTo>
                  <a:pt x="993482" y="95149"/>
                  <a:pt x="994728" y="95037"/>
                  <a:pt x="995527" y="94815"/>
                </a:cubicBezTo>
                <a:cubicBezTo>
                  <a:pt x="996328" y="94592"/>
                  <a:pt x="997129" y="94259"/>
                  <a:pt x="997930" y="93815"/>
                </a:cubicBezTo>
                <a:lnTo>
                  <a:pt x="997930" y="99286"/>
                </a:lnTo>
                <a:cubicBezTo>
                  <a:pt x="996150" y="100087"/>
                  <a:pt x="993926" y="100799"/>
                  <a:pt x="991257" y="101420"/>
                </a:cubicBezTo>
                <a:cubicBezTo>
                  <a:pt x="988588" y="102044"/>
                  <a:pt x="985964" y="102355"/>
                  <a:pt x="983385" y="102355"/>
                </a:cubicBezTo>
                <a:cubicBezTo>
                  <a:pt x="972086" y="102355"/>
                  <a:pt x="966437" y="95594"/>
                  <a:pt x="966437" y="82072"/>
                </a:cubicBezTo>
                <a:cubicBezTo>
                  <a:pt x="966437" y="79491"/>
                  <a:pt x="966481" y="76577"/>
                  <a:pt x="966570" y="73330"/>
                </a:cubicBezTo>
                <a:cubicBezTo>
                  <a:pt x="966659" y="70083"/>
                  <a:pt x="966770" y="66747"/>
                  <a:pt x="966903" y="63322"/>
                </a:cubicBezTo>
                <a:cubicBezTo>
                  <a:pt x="967037" y="59897"/>
                  <a:pt x="967147" y="56516"/>
                  <a:pt x="967235" y="53179"/>
                </a:cubicBezTo>
                <a:cubicBezTo>
                  <a:pt x="967325" y="49842"/>
                  <a:pt x="967370" y="46751"/>
                  <a:pt x="967370" y="43904"/>
                </a:cubicBezTo>
                <a:lnTo>
                  <a:pt x="958029" y="44038"/>
                </a:lnTo>
                <a:cubicBezTo>
                  <a:pt x="958295" y="42970"/>
                  <a:pt x="958429" y="41858"/>
                  <a:pt x="958429" y="40701"/>
                </a:cubicBezTo>
                <a:cubicBezTo>
                  <a:pt x="958429" y="39634"/>
                  <a:pt x="958295" y="38433"/>
                  <a:pt x="958029" y="37099"/>
                </a:cubicBezTo>
                <a:lnTo>
                  <a:pt x="967370" y="37500"/>
                </a:lnTo>
                <a:cubicBezTo>
                  <a:pt x="967370" y="34741"/>
                  <a:pt x="967325" y="32162"/>
                  <a:pt x="967235" y="29760"/>
                </a:cubicBezTo>
                <a:cubicBezTo>
                  <a:pt x="967147" y="27357"/>
                  <a:pt x="967014" y="24466"/>
                  <a:pt x="966836" y="21086"/>
                </a:cubicBezTo>
                <a:cubicBezTo>
                  <a:pt x="969950" y="19839"/>
                  <a:pt x="973020" y="18527"/>
                  <a:pt x="976044" y="17147"/>
                </a:cubicBezTo>
                <a:cubicBezTo>
                  <a:pt x="979069" y="15768"/>
                  <a:pt x="982094" y="14322"/>
                  <a:pt x="985120" y="12810"/>
                </a:cubicBezTo>
                <a:lnTo>
                  <a:pt x="986454" y="13745"/>
                </a:lnTo>
                <a:cubicBezTo>
                  <a:pt x="986276" y="15169"/>
                  <a:pt x="986120" y="16837"/>
                  <a:pt x="985985" y="18750"/>
                </a:cubicBezTo>
                <a:cubicBezTo>
                  <a:pt x="985852" y="20663"/>
                  <a:pt x="985719" y="22664"/>
                  <a:pt x="985586" y="24755"/>
                </a:cubicBezTo>
                <a:cubicBezTo>
                  <a:pt x="985453" y="26845"/>
                  <a:pt x="985364" y="28981"/>
                  <a:pt x="985319" y="31161"/>
                </a:cubicBezTo>
                <a:cubicBezTo>
                  <a:pt x="985275" y="33340"/>
                  <a:pt x="985252" y="35408"/>
                  <a:pt x="985252" y="37366"/>
                </a:cubicBezTo>
                <a:lnTo>
                  <a:pt x="996995" y="37099"/>
                </a:lnTo>
                <a:close/>
                <a:moveTo>
                  <a:pt x="1007272" y="11210"/>
                </a:moveTo>
                <a:cubicBezTo>
                  <a:pt x="1007272" y="8273"/>
                  <a:pt x="1008295" y="5782"/>
                  <a:pt x="1010340" y="3737"/>
                </a:cubicBezTo>
                <a:cubicBezTo>
                  <a:pt x="1012387" y="1691"/>
                  <a:pt x="1014879" y="668"/>
                  <a:pt x="1017815" y="668"/>
                </a:cubicBezTo>
                <a:cubicBezTo>
                  <a:pt x="1020750" y="668"/>
                  <a:pt x="1023241" y="1691"/>
                  <a:pt x="1025287" y="3737"/>
                </a:cubicBezTo>
                <a:cubicBezTo>
                  <a:pt x="1027334" y="5782"/>
                  <a:pt x="1028357" y="8273"/>
                  <a:pt x="1028357" y="11210"/>
                </a:cubicBezTo>
                <a:cubicBezTo>
                  <a:pt x="1028357" y="14146"/>
                  <a:pt x="1027334" y="16637"/>
                  <a:pt x="1025287" y="18683"/>
                </a:cubicBezTo>
                <a:cubicBezTo>
                  <a:pt x="1023241" y="20729"/>
                  <a:pt x="1020750" y="21751"/>
                  <a:pt x="1017815" y="21751"/>
                </a:cubicBezTo>
                <a:cubicBezTo>
                  <a:pt x="1014879" y="21751"/>
                  <a:pt x="1012387" y="20729"/>
                  <a:pt x="1010340" y="18683"/>
                </a:cubicBezTo>
                <a:cubicBezTo>
                  <a:pt x="1008295" y="16637"/>
                  <a:pt x="1007272" y="14146"/>
                  <a:pt x="1007272" y="11210"/>
                </a:cubicBezTo>
                <a:moveTo>
                  <a:pt x="1008874" y="66057"/>
                </a:moveTo>
                <a:cubicBezTo>
                  <a:pt x="1008874" y="60631"/>
                  <a:pt x="1008807" y="55538"/>
                  <a:pt x="1008673" y="50778"/>
                </a:cubicBezTo>
                <a:cubicBezTo>
                  <a:pt x="1008540" y="46018"/>
                  <a:pt x="1008250" y="41235"/>
                  <a:pt x="1007805" y="36431"/>
                </a:cubicBezTo>
                <a:cubicBezTo>
                  <a:pt x="1009051" y="36609"/>
                  <a:pt x="1010520" y="36765"/>
                  <a:pt x="1012210" y="36899"/>
                </a:cubicBezTo>
                <a:cubicBezTo>
                  <a:pt x="1013900" y="37032"/>
                  <a:pt x="1015768" y="37099"/>
                  <a:pt x="1017815" y="37099"/>
                </a:cubicBezTo>
                <a:cubicBezTo>
                  <a:pt x="1021997" y="37099"/>
                  <a:pt x="1025333" y="36876"/>
                  <a:pt x="1027824" y="36431"/>
                </a:cubicBezTo>
                <a:cubicBezTo>
                  <a:pt x="1027378" y="41235"/>
                  <a:pt x="1027089" y="46018"/>
                  <a:pt x="1026954" y="50778"/>
                </a:cubicBezTo>
                <a:cubicBezTo>
                  <a:pt x="1026821" y="55538"/>
                  <a:pt x="1026755" y="60631"/>
                  <a:pt x="1026755" y="66057"/>
                </a:cubicBezTo>
                <a:lnTo>
                  <a:pt x="1026755" y="71396"/>
                </a:lnTo>
                <a:cubicBezTo>
                  <a:pt x="1026755" y="76822"/>
                  <a:pt x="1026821" y="81937"/>
                  <a:pt x="1026954" y="86741"/>
                </a:cubicBezTo>
                <a:cubicBezTo>
                  <a:pt x="1027089" y="91545"/>
                  <a:pt x="1027378" y="96172"/>
                  <a:pt x="1027824" y="100620"/>
                </a:cubicBezTo>
                <a:cubicBezTo>
                  <a:pt x="1026667" y="100442"/>
                  <a:pt x="1025221" y="100353"/>
                  <a:pt x="1023486" y="100353"/>
                </a:cubicBezTo>
                <a:cubicBezTo>
                  <a:pt x="1021752" y="100353"/>
                  <a:pt x="1019861" y="100353"/>
                  <a:pt x="1017815" y="100353"/>
                </a:cubicBezTo>
                <a:cubicBezTo>
                  <a:pt x="1015768" y="100353"/>
                  <a:pt x="1013900" y="100353"/>
                  <a:pt x="1012210" y="100353"/>
                </a:cubicBezTo>
                <a:cubicBezTo>
                  <a:pt x="1010520" y="100353"/>
                  <a:pt x="1009051" y="100442"/>
                  <a:pt x="1007805" y="100620"/>
                </a:cubicBezTo>
                <a:cubicBezTo>
                  <a:pt x="1008250" y="96172"/>
                  <a:pt x="1008540" y="91545"/>
                  <a:pt x="1008673" y="86741"/>
                </a:cubicBezTo>
                <a:cubicBezTo>
                  <a:pt x="1008807" y="81937"/>
                  <a:pt x="1008874" y="76822"/>
                  <a:pt x="1008874" y="71396"/>
                </a:cubicBezTo>
                <a:lnTo>
                  <a:pt x="1008874" y="66057"/>
                </a:lnTo>
                <a:close/>
                <a:moveTo>
                  <a:pt x="1086407" y="65391"/>
                </a:moveTo>
                <a:cubicBezTo>
                  <a:pt x="1086407" y="57561"/>
                  <a:pt x="1085428" y="51488"/>
                  <a:pt x="1083471" y="47174"/>
                </a:cubicBezTo>
                <a:cubicBezTo>
                  <a:pt x="1081513" y="42859"/>
                  <a:pt x="1078266" y="40701"/>
                  <a:pt x="1073729" y="40701"/>
                </a:cubicBezTo>
                <a:cubicBezTo>
                  <a:pt x="1069636" y="40701"/>
                  <a:pt x="1066411" y="43103"/>
                  <a:pt x="1064053" y="47907"/>
                </a:cubicBezTo>
                <a:cubicBezTo>
                  <a:pt x="1061696" y="52712"/>
                  <a:pt x="1060518" y="60229"/>
                  <a:pt x="1060518" y="70461"/>
                </a:cubicBezTo>
                <a:cubicBezTo>
                  <a:pt x="1060518" y="74197"/>
                  <a:pt x="1060740" y="77667"/>
                  <a:pt x="1061184" y="80870"/>
                </a:cubicBezTo>
                <a:cubicBezTo>
                  <a:pt x="1061629" y="84073"/>
                  <a:pt x="1062363" y="86853"/>
                  <a:pt x="1063387" y="89211"/>
                </a:cubicBezTo>
                <a:cubicBezTo>
                  <a:pt x="1064411" y="91568"/>
                  <a:pt x="1065745" y="93414"/>
                  <a:pt x="1067390" y="94750"/>
                </a:cubicBezTo>
                <a:cubicBezTo>
                  <a:pt x="1069037" y="96084"/>
                  <a:pt x="1071106" y="96751"/>
                  <a:pt x="1073597" y="96751"/>
                </a:cubicBezTo>
                <a:cubicBezTo>
                  <a:pt x="1082137" y="96751"/>
                  <a:pt x="1086407" y="86298"/>
                  <a:pt x="1086407" y="65391"/>
                </a:cubicBezTo>
                <a:moveTo>
                  <a:pt x="1040768" y="70327"/>
                </a:moveTo>
                <a:cubicBezTo>
                  <a:pt x="1040768" y="64366"/>
                  <a:pt x="1041680" y="59162"/>
                  <a:pt x="1043503" y="54715"/>
                </a:cubicBezTo>
                <a:cubicBezTo>
                  <a:pt x="1045327" y="50266"/>
                  <a:pt x="1047752" y="46552"/>
                  <a:pt x="1050776" y="43572"/>
                </a:cubicBezTo>
                <a:cubicBezTo>
                  <a:pt x="1053801" y="40591"/>
                  <a:pt x="1057292" y="38367"/>
                  <a:pt x="1061251" y="36899"/>
                </a:cubicBezTo>
                <a:cubicBezTo>
                  <a:pt x="1065211" y="35430"/>
                  <a:pt x="1069281" y="34696"/>
                  <a:pt x="1073462" y="34696"/>
                </a:cubicBezTo>
                <a:cubicBezTo>
                  <a:pt x="1083872" y="34696"/>
                  <a:pt x="1091923" y="37632"/>
                  <a:pt x="1097617" y="43505"/>
                </a:cubicBezTo>
                <a:cubicBezTo>
                  <a:pt x="1103310" y="49376"/>
                  <a:pt x="1106157" y="57339"/>
                  <a:pt x="1106157" y="67392"/>
                </a:cubicBezTo>
                <a:cubicBezTo>
                  <a:pt x="1106157" y="72818"/>
                  <a:pt x="1105356" y="77712"/>
                  <a:pt x="1103754" y="82072"/>
                </a:cubicBezTo>
                <a:cubicBezTo>
                  <a:pt x="1102154" y="86431"/>
                  <a:pt x="1099908" y="90145"/>
                  <a:pt x="1097016" y="93214"/>
                </a:cubicBezTo>
                <a:cubicBezTo>
                  <a:pt x="1094125" y="96284"/>
                  <a:pt x="1090677" y="98574"/>
                  <a:pt x="1086674" y="100087"/>
                </a:cubicBezTo>
                <a:cubicBezTo>
                  <a:pt x="1082670" y="101599"/>
                  <a:pt x="1078267" y="102355"/>
                  <a:pt x="1073462" y="102355"/>
                </a:cubicBezTo>
                <a:cubicBezTo>
                  <a:pt x="1069459" y="102355"/>
                  <a:pt x="1065522" y="101821"/>
                  <a:pt x="1061652" y="100753"/>
                </a:cubicBezTo>
                <a:cubicBezTo>
                  <a:pt x="1057782" y="99686"/>
                  <a:pt x="1054290" y="97885"/>
                  <a:pt x="1051176" y="95350"/>
                </a:cubicBezTo>
                <a:cubicBezTo>
                  <a:pt x="1048063" y="92815"/>
                  <a:pt x="1045550" y="89500"/>
                  <a:pt x="1043637" y="85407"/>
                </a:cubicBezTo>
                <a:cubicBezTo>
                  <a:pt x="1041725" y="81314"/>
                  <a:pt x="1040768" y="76287"/>
                  <a:pt x="1040768" y="70327"/>
                </a:cubicBezTo>
                <a:close/>
                <a:moveTo>
                  <a:pt x="1136585" y="46439"/>
                </a:moveTo>
                <a:cubicBezTo>
                  <a:pt x="1139076" y="42703"/>
                  <a:pt x="1141989" y="39812"/>
                  <a:pt x="1145324" y="37767"/>
                </a:cubicBezTo>
                <a:cubicBezTo>
                  <a:pt x="1148661" y="35720"/>
                  <a:pt x="1152464" y="34696"/>
                  <a:pt x="1156734" y="34696"/>
                </a:cubicBezTo>
                <a:cubicBezTo>
                  <a:pt x="1163407" y="34696"/>
                  <a:pt x="1168545" y="36631"/>
                  <a:pt x="1172148" y="40501"/>
                </a:cubicBezTo>
                <a:cubicBezTo>
                  <a:pt x="1175751" y="44372"/>
                  <a:pt x="1177552" y="50622"/>
                  <a:pt x="1177552" y="59251"/>
                </a:cubicBezTo>
                <a:cubicBezTo>
                  <a:pt x="1177552" y="63788"/>
                  <a:pt x="1177464" y="67791"/>
                  <a:pt x="1177286" y="71261"/>
                </a:cubicBezTo>
                <a:cubicBezTo>
                  <a:pt x="1177108" y="74731"/>
                  <a:pt x="1177019" y="78201"/>
                  <a:pt x="1177019" y="81671"/>
                </a:cubicBezTo>
                <a:cubicBezTo>
                  <a:pt x="1177019" y="84517"/>
                  <a:pt x="1177085" y="87609"/>
                  <a:pt x="1177219" y="90946"/>
                </a:cubicBezTo>
                <a:cubicBezTo>
                  <a:pt x="1177353" y="94281"/>
                  <a:pt x="1177509" y="97506"/>
                  <a:pt x="1177687" y="100620"/>
                </a:cubicBezTo>
                <a:cubicBezTo>
                  <a:pt x="1176530" y="100442"/>
                  <a:pt x="1175062" y="100353"/>
                  <a:pt x="1173282" y="100353"/>
                </a:cubicBezTo>
                <a:cubicBezTo>
                  <a:pt x="1171503" y="100353"/>
                  <a:pt x="1169634" y="100353"/>
                  <a:pt x="1167677" y="100353"/>
                </a:cubicBezTo>
                <a:cubicBezTo>
                  <a:pt x="1165720" y="100353"/>
                  <a:pt x="1163852" y="100353"/>
                  <a:pt x="1162073" y="100353"/>
                </a:cubicBezTo>
                <a:cubicBezTo>
                  <a:pt x="1160293" y="100353"/>
                  <a:pt x="1158825" y="100442"/>
                  <a:pt x="1157668" y="100620"/>
                </a:cubicBezTo>
                <a:cubicBezTo>
                  <a:pt x="1158291" y="95994"/>
                  <a:pt x="1158692" y="90545"/>
                  <a:pt x="1158870" y="84273"/>
                </a:cubicBezTo>
                <a:cubicBezTo>
                  <a:pt x="1159048" y="78001"/>
                  <a:pt x="1159136" y="70817"/>
                  <a:pt x="1159136" y="62721"/>
                </a:cubicBezTo>
                <a:cubicBezTo>
                  <a:pt x="1159136" y="57116"/>
                  <a:pt x="1158180" y="53001"/>
                  <a:pt x="1156267" y="50377"/>
                </a:cubicBezTo>
                <a:cubicBezTo>
                  <a:pt x="1154355" y="47752"/>
                  <a:pt x="1151663" y="46439"/>
                  <a:pt x="1148194" y="46439"/>
                </a:cubicBezTo>
                <a:cubicBezTo>
                  <a:pt x="1144190" y="46439"/>
                  <a:pt x="1141255" y="48174"/>
                  <a:pt x="1139387" y="51644"/>
                </a:cubicBezTo>
                <a:cubicBezTo>
                  <a:pt x="1137519" y="55114"/>
                  <a:pt x="1136585" y="59918"/>
                  <a:pt x="1136585" y="66057"/>
                </a:cubicBezTo>
                <a:lnTo>
                  <a:pt x="1136585" y="71396"/>
                </a:lnTo>
                <a:cubicBezTo>
                  <a:pt x="1136585" y="76822"/>
                  <a:pt x="1136651" y="81937"/>
                  <a:pt x="1136784" y="86741"/>
                </a:cubicBezTo>
                <a:cubicBezTo>
                  <a:pt x="1136917" y="91545"/>
                  <a:pt x="1137207" y="96172"/>
                  <a:pt x="1137652" y="100620"/>
                </a:cubicBezTo>
                <a:cubicBezTo>
                  <a:pt x="1136495" y="100442"/>
                  <a:pt x="1135049" y="100353"/>
                  <a:pt x="1133315" y="100353"/>
                </a:cubicBezTo>
                <a:cubicBezTo>
                  <a:pt x="1131580" y="100353"/>
                  <a:pt x="1129689" y="100353"/>
                  <a:pt x="1127644" y="100353"/>
                </a:cubicBezTo>
                <a:cubicBezTo>
                  <a:pt x="1125596" y="100353"/>
                  <a:pt x="1123728" y="100353"/>
                  <a:pt x="1122038" y="100353"/>
                </a:cubicBezTo>
                <a:cubicBezTo>
                  <a:pt x="1120348" y="100353"/>
                  <a:pt x="1118879" y="100442"/>
                  <a:pt x="1117633" y="100620"/>
                </a:cubicBezTo>
                <a:cubicBezTo>
                  <a:pt x="1118078" y="96172"/>
                  <a:pt x="1118368" y="91545"/>
                  <a:pt x="1118501" y="86741"/>
                </a:cubicBezTo>
                <a:cubicBezTo>
                  <a:pt x="1118635" y="81937"/>
                  <a:pt x="1118702" y="76822"/>
                  <a:pt x="1118702" y="71396"/>
                </a:cubicBezTo>
                <a:lnTo>
                  <a:pt x="1118702" y="66057"/>
                </a:lnTo>
                <a:cubicBezTo>
                  <a:pt x="1118702" y="60631"/>
                  <a:pt x="1118635" y="55538"/>
                  <a:pt x="1118501" y="50778"/>
                </a:cubicBezTo>
                <a:cubicBezTo>
                  <a:pt x="1118368" y="46018"/>
                  <a:pt x="1118078" y="41235"/>
                  <a:pt x="1117633" y="36431"/>
                </a:cubicBezTo>
                <a:cubicBezTo>
                  <a:pt x="1119235" y="36609"/>
                  <a:pt x="1120815" y="36765"/>
                  <a:pt x="1122372" y="36899"/>
                </a:cubicBezTo>
                <a:cubicBezTo>
                  <a:pt x="1123929" y="37032"/>
                  <a:pt x="1125507" y="37099"/>
                  <a:pt x="1127108" y="37099"/>
                </a:cubicBezTo>
                <a:cubicBezTo>
                  <a:pt x="1128710" y="37099"/>
                  <a:pt x="1130289" y="37032"/>
                  <a:pt x="1131846" y="36899"/>
                </a:cubicBezTo>
                <a:cubicBezTo>
                  <a:pt x="1133403" y="36765"/>
                  <a:pt x="1135072" y="36609"/>
                  <a:pt x="1136852" y="36431"/>
                </a:cubicBezTo>
                <a:lnTo>
                  <a:pt x="1136316" y="46439"/>
                </a:lnTo>
                <a:lnTo>
                  <a:pt x="1136585" y="46439"/>
                </a:lnTo>
                <a:close/>
                <a:moveTo>
                  <a:pt x="1193967" y="84206"/>
                </a:moveTo>
                <a:cubicBezTo>
                  <a:pt x="1194501" y="85630"/>
                  <a:pt x="1195190" y="86987"/>
                  <a:pt x="1196034" y="88276"/>
                </a:cubicBezTo>
                <a:cubicBezTo>
                  <a:pt x="1196880" y="89566"/>
                  <a:pt x="1197925" y="90723"/>
                  <a:pt x="1199170" y="91746"/>
                </a:cubicBezTo>
                <a:cubicBezTo>
                  <a:pt x="1200416" y="92770"/>
                  <a:pt x="1201907" y="93593"/>
                  <a:pt x="1203641" y="94216"/>
                </a:cubicBezTo>
                <a:cubicBezTo>
                  <a:pt x="1205376" y="94838"/>
                  <a:pt x="1207400" y="95149"/>
                  <a:pt x="1209714" y="95149"/>
                </a:cubicBezTo>
                <a:cubicBezTo>
                  <a:pt x="1212828" y="95149"/>
                  <a:pt x="1215230" y="94349"/>
                  <a:pt x="1216920" y="92748"/>
                </a:cubicBezTo>
                <a:cubicBezTo>
                  <a:pt x="1218610" y="91146"/>
                  <a:pt x="1219455" y="89411"/>
                  <a:pt x="1219455" y="87543"/>
                </a:cubicBezTo>
                <a:cubicBezTo>
                  <a:pt x="1219455" y="85496"/>
                  <a:pt x="1218699" y="83850"/>
                  <a:pt x="1217187" y="82605"/>
                </a:cubicBezTo>
                <a:cubicBezTo>
                  <a:pt x="1215674" y="81359"/>
                  <a:pt x="1213784" y="80225"/>
                  <a:pt x="1211516" y="79203"/>
                </a:cubicBezTo>
                <a:cubicBezTo>
                  <a:pt x="1209247" y="78179"/>
                  <a:pt x="1206779" y="77134"/>
                  <a:pt x="1204110" y="76067"/>
                </a:cubicBezTo>
                <a:cubicBezTo>
                  <a:pt x="1201441" y="74999"/>
                  <a:pt x="1198972" y="73642"/>
                  <a:pt x="1196702" y="71996"/>
                </a:cubicBezTo>
                <a:cubicBezTo>
                  <a:pt x="1194433" y="70350"/>
                  <a:pt x="1192543" y="68281"/>
                  <a:pt x="1191031" y="65790"/>
                </a:cubicBezTo>
                <a:cubicBezTo>
                  <a:pt x="1189519" y="63299"/>
                  <a:pt x="1188762" y="60096"/>
                  <a:pt x="1188762" y="56183"/>
                </a:cubicBezTo>
                <a:cubicBezTo>
                  <a:pt x="1188762" y="52445"/>
                  <a:pt x="1189452" y="49220"/>
                  <a:pt x="1190831" y="46506"/>
                </a:cubicBezTo>
                <a:cubicBezTo>
                  <a:pt x="1192210" y="43793"/>
                  <a:pt x="1194012" y="41568"/>
                  <a:pt x="1196236" y="39834"/>
                </a:cubicBezTo>
                <a:cubicBezTo>
                  <a:pt x="1198459" y="38099"/>
                  <a:pt x="1200972" y="36809"/>
                  <a:pt x="1203774" y="35965"/>
                </a:cubicBezTo>
                <a:cubicBezTo>
                  <a:pt x="1206577" y="35119"/>
                  <a:pt x="1209358" y="34696"/>
                  <a:pt x="1212116" y="34696"/>
                </a:cubicBezTo>
                <a:cubicBezTo>
                  <a:pt x="1215852" y="34696"/>
                  <a:pt x="1219166" y="35230"/>
                  <a:pt x="1222057" y="36299"/>
                </a:cubicBezTo>
                <a:cubicBezTo>
                  <a:pt x="1224949" y="37366"/>
                  <a:pt x="1227907" y="38922"/>
                  <a:pt x="1230932" y="40968"/>
                </a:cubicBezTo>
                <a:cubicBezTo>
                  <a:pt x="1230132" y="42747"/>
                  <a:pt x="1229465" y="44661"/>
                  <a:pt x="1228930" y="46708"/>
                </a:cubicBezTo>
                <a:cubicBezTo>
                  <a:pt x="1228396" y="48754"/>
                  <a:pt x="1227997" y="50755"/>
                  <a:pt x="1227730" y="52713"/>
                </a:cubicBezTo>
                <a:lnTo>
                  <a:pt x="1223994" y="52713"/>
                </a:lnTo>
                <a:cubicBezTo>
                  <a:pt x="1223727" y="51645"/>
                  <a:pt x="1223281" y="50466"/>
                  <a:pt x="1222658" y="49176"/>
                </a:cubicBezTo>
                <a:cubicBezTo>
                  <a:pt x="1222035" y="47886"/>
                  <a:pt x="1221190" y="46663"/>
                  <a:pt x="1220123" y="45507"/>
                </a:cubicBezTo>
                <a:cubicBezTo>
                  <a:pt x="1219056" y="44350"/>
                  <a:pt x="1217766" y="43394"/>
                  <a:pt x="1216252" y="42637"/>
                </a:cubicBezTo>
                <a:cubicBezTo>
                  <a:pt x="1214740" y="41881"/>
                  <a:pt x="1212917" y="41503"/>
                  <a:pt x="1210783" y="41503"/>
                </a:cubicBezTo>
                <a:cubicBezTo>
                  <a:pt x="1208112" y="41503"/>
                  <a:pt x="1205865" y="42215"/>
                  <a:pt x="1204041" y="43639"/>
                </a:cubicBezTo>
                <a:cubicBezTo>
                  <a:pt x="1202217" y="45062"/>
                  <a:pt x="1201306" y="46930"/>
                  <a:pt x="1201306" y="49243"/>
                </a:cubicBezTo>
                <a:cubicBezTo>
                  <a:pt x="1201306" y="51378"/>
                  <a:pt x="1202084" y="53091"/>
                  <a:pt x="1203641" y="54381"/>
                </a:cubicBezTo>
                <a:cubicBezTo>
                  <a:pt x="1205198" y="55670"/>
                  <a:pt x="1207134" y="56804"/>
                  <a:pt x="1209447" y="57783"/>
                </a:cubicBezTo>
                <a:cubicBezTo>
                  <a:pt x="1211760" y="58762"/>
                  <a:pt x="1214295" y="59741"/>
                  <a:pt x="1217052" y="60720"/>
                </a:cubicBezTo>
                <a:cubicBezTo>
                  <a:pt x="1219811" y="61698"/>
                  <a:pt x="1222347" y="62966"/>
                  <a:pt x="1224660" y="64523"/>
                </a:cubicBezTo>
                <a:cubicBezTo>
                  <a:pt x="1226973" y="66079"/>
                  <a:pt x="1228908" y="68102"/>
                  <a:pt x="1230465" y="70593"/>
                </a:cubicBezTo>
                <a:cubicBezTo>
                  <a:pt x="1232022" y="73084"/>
                  <a:pt x="1232801" y="76287"/>
                  <a:pt x="1232801" y="80203"/>
                </a:cubicBezTo>
                <a:cubicBezTo>
                  <a:pt x="1232801" y="84118"/>
                  <a:pt x="1232089" y="87476"/>
                  <a:pt x="1230665" y="90278"/>
                </a:cubicBezTo>
                <a:cubicBezTo>
                  <a:pt x="1229242" y="93080"/>
                  <a:pt x="1227329" y="95393"/>
                  <a:pt x="1224927" y="97218"/>
                </a:cubicBezTo>
                <a:cubicBezTo>
                  <a:pt x="1222525" y="99041"/>
                  <a:pt x="1219790" y="100353"/>
                  <a:pt x="1216720" y="101154"/>
                </a:cubicBezTo>
                <a:cubicBezTo>
                  <a:pt x="1213651" y="101955"/>
                  <a:pt x="1210426" y="102355"/>
                  <a:pt x="1207046" y="102355"/>
                </a:cubicBezTo>
                <a:cubicBezTo>
                  <a:pt x="1203041" y="102355"/>
                  <a:pt x="1199438" y="101777"/>
                  <a:pt x="1196236" y="100620"/>
                </a:cubicBezTo>
                <a:cubicBezTo>
                  <a:pt x="1193033" y="99464"/>
                  <a:pt x="1190498" y="98263"/>
                  <a:pt x="1188630" y="97018"/>
                </a:cubicBezTo>
                <a:cubicBezTo>
                  <a:pt x="1189697" y="92747"/>
                  <a:pt x="1190364" y="88477"/>
                  <a:pt x="1190632" y="84206"/>
                </a:cubicBezTo>
                <a:lnTo>
                  <a:pt x="1193967" y="84206"/>
                </a:lnTo>
                <a:close/>
              </a:path>
            </a:pathLst>
          </a:custGeom>
          <a:solidFill xmlns:a="http://schemas.openxmlformats.org/drawingml/2006/main">
            <a:srgbClr val="2F7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C8003-62DA-42E4-9419-18BAAEA8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23" y="2800114"/>
            <a:ext cx="70238" cy="70238"/>
          </a:xfrm>
          <a:custGeom xmlns:a="http://schemas.openxmlformats.org/drawingml/2006/main">
            <a:pathLst>
              <a:path w="70238" h="70238" fill="none">
                <a:moveTo>
                  <a:pt x="70238" y="70238"/>
                </a:moveTo>
                <a:lnTo>
                  <a:pt x="3370" y="337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32" cap="flat">
            <a:solidFill>
              <a:srgbClr val="2F78B3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00F1F-A9B3-4AB6-B0DE-093DC6D9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52" y="2763043"/>
            <a:ext cx="60663" cy="60661"/>
          </a:xfrm>
          <a:custGeom xmlns:a="http://schemas.openxmlformats.org/drawingml/2006/main">
            <a:pathLst>
              <a:path w="60663" h="60661">
                <a:moveTo>
                  <a:pt x="60663" y="20222"/>
                </a:moveTo>
                <a:lnTo>
                  <a:pt x="0" y="0"/>
                </a:lnTo>
                <a:lnTo>
                  <a:pt x="20222" y="60661"/>
                </a:lnTo>
                <a:lnTo>
                  <a:pt x="60663" y="20222"/>
                </a:lnTo>
                <a:close/>
              </a:path>
            </a:pathLst>
          </a:custGeom>
          <a:solidFill xmlns:a="http://schemas.openxmlformats.org/drawingml/2006/main">
            <a:srgbClr val="2F7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ContextualScenarios:">
            <a:extLst xmlns:a="http://schemas.openxmlformats.org/drawingml/2006/main">
              <a:ext uri="{FF2B5EF4-FFF2-40B4-BE49-F238E27FC236}">
                <a16:creationId xmlns:a16="http://schemas.microsoft.com/office/drawing/2014/main" id="{C0BC9514-5CAD-4488-838E-F50BBAA3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7" y="498154"/>
            <a:ext cx="1255887" cy="102355"/>
          </a:xfrm>
          <a:custGeom xmlns:a="http://schemas.openxmlformats.org/drawingml/2006/main">
            <a:pathLst>
              <a:path w="1255887" h="102355">
                <a:moveTo>
                  <a:pt x="79402" y="85542"/>
                </a:moveTo>
                <a:cubicBezTo>
                  <a:pt x="78690" y="87410"/>
                  <a:pt x="78066" y="89300"/>
                  <a:pt x="77533" y="91213"/>
                </a:cubicBezTo>
                <a:cubicBezTo>
                  <a:pt x="76999" y="93125"/>
                  <a:pt x="76644" y="95016"/>
                  <a:pt x="76466" y="96884"/>
                </a:cubicBezTo>
                <a:cubicBezTo>
                  <a:pt x="69259" y="100531"/>
                  <a:pt x="60185" y="102355"/>
                  <a:pt x="49243" y="102355"/>
                </a:cubicBezTo>
                <a:cubicBezTo>
                  <a:pt x="41503" y="102355"/>
                  <a:pt x="34585" y="101266"/>
                  <a:pt x="28489" y="99087"/>
                </a:cubicBezTo>
                <a:cubicBezTo>
                  <a:pt x="22396" y="96907"/>
                  <a:pt x="17236" y="93837"/>
                  <a:pt x="13010" y="89879"/>
                </a:cubicBezTo>
                <a:cubicBezTo>
                  <a:pt x="8785" y="85919"/>
                  <a:pt x="5560" y="81226"/>
                  <a:pt x="3335" y="75800"/>
                </a:cubicBezTo>
                <a:cubicBezTo>
                  <a:pt x="1112" y="70373"/>
                  <a:pt x="0" y="64501"/>
                  <a:pt x="0" y="58184"/>
                </a:cubicBezTo>
                <a:cubicBezTo>
                  <a:pt x="0" y="48932"/>
                  <a:pt x="1446" y="41080"/>
                  <a:pt x="4337" y="34631"/>
                </a:cubicBezTo>
                <a:cubicBezTo>
                  <a:pt x="7229" y="28180"/>
                  <a:pt x="11098" y="22930"/>
                  <a:pt x="15946" y="18882"/>
                </a:cubicBezTo>
                <a:cubicBezTo>
                  <a:pt x="20795" y="14834"/>
                  <a:pt x="26422" y="11876"/>
                  <a:pt x="32827" y="10008"/>
                </a:cubicBezTo>
                <a:cubicBezTo>
                  <a:pt x="39233" y="8140"/>
                  <a:pt x="45950" y="7206"/>
                  <a:pt x="52980" y="7206"/>
                </a:cubicBezTo>
                <a:cubicBezTo>
                  <a:pt x="55292" y="7206"/>
                  <a:pt x="57738" y="7384"/>
                  <a:pt x="60318" y="7740"/>
                </a:cubicBezTo>
                <a:cubicBezTo>
                  <a:pt x="62899" y="8096"/>
                  <a:pt x="65390" y="8563"/>
                  <a:pt x="67791" y="9141"/>
                </a:cubicBezTo>
                <a:cubicBezTo>
                  <a:pt x="70194" y="9719"/>
                  <a:pt x="72485" y="10409"/>
                  <a:pt x="74664" y="11210"/>
                </a:cubicBezTo>
                <a:cubicBezTo>
                  <a:pt x="76844" y="12011"/>
                  <a:pt x="78690" y="12856"/>
                  <a:pt x="80203" y="13745"/>
                </a:cubicBezTo>
                <a:cubicBezTo>
                  <a:pt x="79313" y="15970"/>
                  <a:pt x="78624" y="18216"/>
                  <a:pt x="78134" y="20485"/>
                </a:cubicBezTo>
                <a:cubicBezTo>
                  <a:pt x="77645" y="22753"/>
                  <a:pt x="77312" y="25044"/>
                  <a:pt x="77134" y="27357"/>
                </a:cubicBezTo>
                <a:lnTo>
                  <a:pt x="75265" y="27357"/>
                </a:lnTo>
                <a:cubicBezTo>
                  <a:pt x="71884" y="23087"/>
                  <a:pt x="68415" y="20040"/>
                  <a:pt x="64855" y="18216"/>
                </a:cubicBezTo>
                <a:cubicBezTo>
                  <a:pt x="61297" y="16392"/>
                  <a:pt x="57116" y="15480"/>
                  <a:pt x="52312" y="15480"/>
                </a:cubicBezTo>
                <a:cubicBezTo>
                  <a:pt x="48752" y="15480"/>
                  <a:pt x="45171" y="16281"/>
                  <a:pt x="41568" y="17883"/>
                </a:cubicBezTo>
                <a:cubicBezTo>
                  <a:pt x="37966" y="19483"/>
                  <a:pt x="34696" y="21929"/>
                  <a:pt x="31760" y="25221"/>
                </a:cubicBezTo>
                <a:cubicBezTo>
                  <a:pt x="28825" y="28513"/>
                  <a:pt x="26445" y="32717"/>
                  <a:pt x="24621" y="37834"/>
                </a:cubicBezTo>
                <a:cubicBezTo>
                  <a:pt x="22797" y="42949"/>
                  <a:pt x="21886" y="49065"/>
                  <a:pt x="21886" y="56183"/>
                </a:cubicBezTo>
                <a:cubicBezTo>
                  <a:pt x="21886" y="63033"/>
                  <a:pt x="22820" y="68882"/>
                  <a:pt x="24688" y="73731"/>
                </a:cubicBezTo>
                <a:cubicBezTo>
                  <a:pt x="26556" y="78579"/>
                  <a:pt x="28980" y="82537"/>
                  <a:pt x="31959" y="85607"/>
                </a:cubicBezTo>
                <a:cubicBezTo>
                  <a:pt x="34940" y="88676"/>
                  <a:pt x="38321" y="90923"/>
                  <a:pt x="42102" y="92347"/>
                </a:cubicBezTo>
                <a:cubicBezTo>
                  <a:pt x="45884" y="93770"/>
                  <a:pt x="49688" y="94481"/>
                  <a:pt x="53513" y="94481"/>
                </a:cubicBezTo>
                <a:cubicBezTo>
                  <a:pt x="55649" y="94481"/>
                  <a:pt x="57828" y="94237"/>
                  <a:pt x="60052" y="93748"/>
                </a:cubicBezTo>
                <a:cubicBezTo>
                  <a:pt x="62275" y="93259"/>
                  <a:pt x="64455" y="92592"/>
                  <a:pt x="66590" y="91746"/>
                </a:cubicBezTo>
                <a:cubicBezTo>
                  <a:pt x="68725" y="90900"/>
                  <a:pt x="70750" y="89855"/>
                  <a:pt x="72662" y="88610"/>
                </a:cubicBezTo>
                <a:cubicBezTo>
                  <a:pt x="74575" y="87364"/>
                  <a:pt x="76243" y="85985"/>
                  <a:pt x="77667" y="84473"/>
                </a:cubicBezTo>
                <a:lnTo>
                  <a:pt x="79402" y="85542"/>
                </a:lnTo>
                <a:close/>
                <a:moveTo>
                  <a:pt x="134383" y="65391"/>
                </a:moveTo>
                <a:cubicBezTo>
                  <a:pt x="134383" y="57561"/>
                  <a:pt x="133404" y="51488"/>
                  <a:pt x="131446" y="47174"/>
                </a:cubicBezTo>
                <a:cubicBezTo>
                  <a:pt x="129489" y="42859"/>
                  <a:pt x="126242" y="40701"/>
                  <a:pt x="121705" y="40701"/>
                </a:cubicBezTo>
                <a:cubicBezTo>
                  <a:pt x="117612" y="40701"/>
                  <a:pt x="114386" y="43103"/>
                  <a:pt x="112028" y="47907"/>
                </a:cubicBezTo>
                <a:cubicBezTo>
                  <a:pt x="109672" y="52712"/>
                  <a:pt x="108493" y="60229"/>
                  <a:pt x="108493" y="70461"/>
                </a:cubicBezTo>
                <a:cubicBezTo>
                  <a:pt x="108493" y="74197"/>
                  <a:pt x="108715" y="77667"/>
                  <a:pt x="109159" y="80870"/>
                </a:cubicBezTo>
                <a:cubicBezTo>
                  <a:pt x="109605" y="84073"/>
                  <a:pt x="110339" y="86853"/>
                  <a:pt x="111363" y="89211"/>
                </a:cubicBezTo>
                <a:cubicBezTo>
                  <a:pt x="112386" y="91568"/>
                  <a:pt x="113721" y="93414"/>
                  <a:pt x="115366" y="94750"/>
                </a:cubicBezTo>
                <a:cubicBezTo>
                  <a:pt x="117013" y="96084"/>
                  <a:pt x="119081" y="96751"/>
                  <a:pt x="121572" y="96751"/>
                </a:cubicBezTo>
                <a:cubicBezTo>
                  <a:pt x="130113" y="96751"/>
                  <a:pt x="134383" y="86298"/>
                  <a:pt x="134383" y="65391"/>
                </a:cubicBezTo>
                <a:moveTo>
                  <a:pt x="88744" y="70327"/>
                </a:moveTo>
                <a:cubicBezTo>
                  <a:pt x="88744" y="64366"/>
                  <a:pt x="89655" y="59162"/>
                  <a:pt x="91478" y="54715"/>
                </a:cubicBezTo>
                <a:cubicBezTo>
                  <a:pt x="93303" y="50266"/>
                  <a:pt x="95727" y="46552"/>
                  <a:pt x="98752" y="43572"/>
                </a:cubicBezTo>
                <a:cubicBezTo>
                  <a:pt x="101777" y="40591"/>
                  <a:pt x="105268" y="38367"/>
                  <a:pt x="109227" y="36899"/>
                </a:cubicBezTo>
                <a:cubicBezTo>
                  <a:pt x="113186" y="35430"/>
                  <a:pt x="117257" y="34696"/>
                  <a:pt x="121438" y="34696"/>
                </a:cubicBezTo>
                <a:cubicBezTo>
                  <a:pt x="131847" y="34696"/>
                  <a:pt x="139899" y="37632"/>
                  <a:pt x="145592" y="43505"/>
                </a:cubicBezTo>
                <a:cubicBezTo>
                  <a:pt x="151286" y="49376"/>
                  <a:pt x="154132" y="57339"/>
                  <a:pt x="154132" y="67392"/>
                </a:cubicBezTo>
                <a:cubicBezTo>
                  <a:pt x="154132" y="72818"/>
                  <a:pt x="153331" y="77712"/>
                  <a:pt x="151730" y="82072"/>
                </a:cubicBezTo>
                <a:cubicBezTo>
                  <a:pt x="150129" y="86431"/>
                  <a:pt x="147883" y="90145"/>
                  <a:pt x="144992" y="93214"/>
                </a:cubicBezTo>
                <a:cubicBezTo>
                  <a:pt x="142100" y="96284"/>
                  <a:pt x="138653" y="98574"/>
                  <a:pt x="134649" y="100087"/>
                </a:cubicBezTo>
                <a:cubicBezTo>
                  <a:pt x="130646" y="101599"/>
                  <a:pt x="126242" y="102355"/>
                  <a:pt x="121438" y="102355"/>
                </a:cubicBezTo>
                <a:cubicBezTo>
                  <a:pt x="117435" y="102355"/>
                  <a:pt x="113498" y="101821"/>
                  <a:pt x="109628" y="100753"/>
                </a:cubicBezTo>
                <a:cubicBezTo>
                  <a:pt x="105757" y="99686"/>
                  <a:pt x="102265" y="97885"/>
                  <a:pt x="99151" y="95350"/>
                </a:cubicBezTo>
                <a:cubicBezTo>
                  <a:pt x="96038" y="92815"/>
                  <a:pt x="93526" y="89500"/>
                  <a:pt x="91613" y="85407"/>
                </a:cubicBezTo>
                <a:cubicBezTo>
                  <a:pt x="89700" y="81314"/>
                  <a:pt x="88744" y="76287"/>
                  <a:pt x="88744" y="70327"/>
                </a:cubicBezTo>
                <a:close/>
                <a:moveTo>
                  <a:pt x="184560" y="46439"/>
                </a:moveTo>
                <a:cubicBezTo>
                  <a:pt x="187051" y="42703"/>
                  <a:pt x="189965" y="39812"/>
                  <a:pt x="193300" y="37767"/>
                </a:cubicBezTo>
                <a:cubicBezTo>
                  <a:pt x="196637" y="35720"/>
                  <a:pt x="200440" y="34696"/>
                  <a:pt x="204709" y="34696"/>
                </a:cubicBezTo>
                <a:cubicBezTo>
                  <a:pt x="211383" y="34696"/>
                  <a:pt x="216521" y="36631"/>
                  <a:pt x="220124" y="40501"/>
                </a:cubicBezTo>
                <a:cubicBezTo>
                  <a:pt x="223727" y="44372"/>
                  <a:pt x="225528" y="50622"/>
                  <a:pt x="225528" y="59251"/>
                </a:cubicBezTo>
                <a:cubicBezTo>
                  <a:pt x="225528" y="63788"/>
                  <a:pt x="225439" y="67791"/>
                  <a:pt x="225261" y="71261"/>
                </a:cubicBezTo>
                <a:cubicBezTo>
                  <a:pt x="225084" y="74731"/>
                  <a:pt x="224995" y="78201"/>
                  <a:pt x="224995" y="81671"/>
                </a:cubicBezTo>
                <a:cubicBezTo>
                  <a:pt x="224995" y="84517"/>
                  <a:pt x="225061" y="87609"/>
                  <a:pt x="225194" y="90946"/>
                </a:cubicBezTo>
                <a:cubicBezTo>
                  <a:pt x="225329" y="94281"/>
                  <a:pt x="225485" y="97506"/>
                  <a:pt x="225662" y="100620"/>
                </a:cubicBezTo>
                <a:cubicBezTo>
                  <a:pt x="224506" y="100442"/>
                  <a:pt x="223038" y="100353"/>
                  <a:pt x="221258" y="100353"/>
                </a:cubicBezTo>
                <a:cubicBezTo>
                  <a:pt x="219478" y="100353"/>
                  <a:pt x="217610" y="100353"/>
                  <a:pt x="215652" y="100353"/>
                </a:cubicBezTo>
                <a:cubicBezTo>
                  <a:pt x="213696" y="100353"/>
                  <a:pt x="211828" y="100353"/>
                  <a:pt x="210048" y="100353"/>
                </a:cubicBezTo>
                <a:cubicBezTo>
                  <a:pt x="208269" y="100353"/>
                  <a:pt x="206801" y="100442"/>
                  <a:pt x="205644" y="100620"/>
                </a:cubicBezTo>
                <a:cubicBezTo>
                  <a:pt x="206267" y="95994"/>
                  <a:pt x="206667" y="90545"/>
                  <a:pt x="206845" y="84273"/>
                </a:cubicBezTo>
                <a:cubicBezTo>
                  <a:pt x="207023" y="78001"/>
                  <a:pt x="207112" y="70817"/>
                  <a:pt x="207112" y="62721"/>
                </a:cubicBezTo>
                <a:cubicBezTo>
                  <a:pt x="207112" y="57116"/>
                  <a:pt x="206156" y="53001"/>
                  <a:pt x="204243" y="50377"/>
                </a:cubicBezTo>
                <a:cubicBezTo>
                  <a:pt x="202330" y="47752"/>
                  <a:pt x="199639" y="46439"/>
                  <a:pt x="196169" y="46439"/>
                </a:cubicBezTo>
                <a:cubicBezTo>
                  <a:pt x="192166" y="46439"/>
                  <a:pt x="189230" y="48174"/>
                  <a:pt x="187362" y="51644"/>
                </a:cubicBezTo>
                <a:cubicBezTo>
                  <a:pt x="185494" y="55114"/>
                  <a:pt x="184560" y="59918"/>
                  <a:pt x="184560" y="66057"/>
                </a:cubicBezTo>
                <a:lnTo>
                  <a:pt x="184560" y="71396"/>
                </a:lnTo>
                <a:cubicBezTo>
                  <a:pt x="184560" y="76822"/>
                  <a:pt x="184627" y="81937"/>
                  <a:pt x="184760" y="86741"/>
                </a:cubicBezTo>
                <a:cubicBezTo>
                  <a:pt x="184893" y="91545"/>
                  <a:pt x="185182" y="96172"/>
                  <a:pt x="185627" y="100620"/>
                </a:cubicBezTo>
                <a:cubicBezTo>
                  <a:pt x="184471" y="100442"/>
                  <a:pt x="183025" y="100353"/>
                  <a:pt x="181290" y="100353"/>
                </a:cubicBezTo>
                <a:cubicBezTo>
                  <a:pt x="179555" y="100353"/>
                  <a:pt x="177665" y="100353"/>
                  <a:pt x="175619" y="100353"/>
                </a:cubicBezTo>
                <a:cubicBezTo>
                  <a:pt x="173572" y="100353"/>
                  <a:pt x="171703" y="100353"/>
                  <a:pt x="170013" y="100353"/>
                </a:cubicBezTo>
                <a:cubicBezTo>
                  <a:pt x="168323" y="100353"/>
                  <a:pt x="166855" y="100442"/>
                  <a:pt x="165609" y="100620"/>
                </a:cubicBezTo>
                <a:cubicBezTo>
                  <a:pt x="166054" y="96172"/>
                  <a:pt x="166343" y="91545"/>
                  <a:pt x="166476" y="86741"/>
                </a:cubicBezTo>
                <a:cubicBezTo>
                  <a:pt x="166611" y="81937"/>
                  <a:pt x="166678" y="76822"/>
                  <a:pt x="166678" y="71396"/>
                </a:cubicBezTo>
                <a:lnTo>
                  <a:pt x="166678" y="66057"/>
                </a:lnTo>
                <a:cubicBezTo>
                  <a:pt x="166678" y="60631"/>
                  <a:pt x="166611" y="55538"/>
                  <a:pt x="166476" y="50778"/>
                </a:cubicBezTo>
                <a:cubicBezTo>
                  <a:pt x="166343" y="46018"/>
                  <a:pt x="166054" y="41235"/>
                  <a:pt x="165609" y="36431"/>
                </a:cubicBezTo>
                <a:cubicBezTo>
                  <a:pt x="167211" y="36609"/>
                  <a:pt x="168790" y="36765"/>
                  <a:pt x="170347" y="36899"/>
                </a:cubicBezTo>
                <a:cubicBezTo>
                  <a:pt x="171904" y="37032"/>
                  <a:pt x="173483" y="37099"/>
                  <a:pt x="175084" y="37099"/>
                </a:cubicBezTo>
                <a:cubicBezTo>
                  <a:pt x="176685" y="37099"/>
                  <a:pt x="178265" y="37032"/>
                  <a:pt x="179822" y="36899"/>
                </a:cubicBezTo>
                <a:cubicBezTo>
                  <a:pt x="181379" y="36765"/>
                  <a:pt x="183047" y="36609"/>
                  <a:pt x="184827" y="36431"/>
                </a:cubicBezTo>
                <a:lnTo>
                  <a:pt x="184292" y="46439"/>
                </a:lnTo>
                <a:lnTo>
                  <a:pt x="184560" y="46439"/>
                </a:lnTo>
                <a:close/>
                <a:moveTo>
                  <a:pt x="274904" y="37099"/>
                </a:moveTo>
                <a:cubicBezTo>
                  <a:pt x="274638" y="38433"/>
                  <a:pt x="274504" y="39634"/>
                  <a:pt x="274504" y="40701"/>
                </a:cubicBezTo>
                <a:cubicBezTo>
                  <a:pt x="274504" y="41858"/>
                  <a:pt x="274638" y="42970"/>
                  <a:pt x="274904" y="44038"/>
                </a:cubicBezTo>
                <a:lnTo>
                  <a:pt x="263160" y="43772"/>
                </a:lnTo>
                <a:cubicBezTo>
                  <a:pt x="262983" y="45817"/>
                  <a:pt x="262827" y="48175"/>
                  <a:pt x="262694" y="50844"/>
                </a:cubicBezTo>
                <a:cubicBezTo>
                  <a:pt x="262561" y="53512"/>
                  <a:pt x="262472" y="56226"/>
                  <a:pt x="262427" y="58985"/>
                </a:cubicBezTo>
                <a:cubicBezTo>
                  <a:pt x="262383" y="61742"/>
                  <a:pt x="262338" y="64411"/>
                  <a:pt x="262293" y="66991"/>
                </a:cubicBezTo>
                <a:cubicBezTo>
                  <a:pt x="262248" y="69572"/>
                  <a:pt x="262226" y="71751"/>
                  <a:pt x="262226" y="73530"/>
                </a:cubicBezTo>
                <a:cubicBezTo>
                  <a:pt x="262226" y="78156"/>
                  <a:pt x="262337" y="81893"/>
                  <a:pt x="262560" y="84739"/>
                </a:cubicBezTo>
                <a:cubicBezTo>
                  <a:pt x="262782" y="87586"/>
                  <a:pt x="263160" y="89766"/>
                  <a:pt x="263694" y="91280"/>
                </a:cubicBezTo>
                <a:cubicBezTo>
                  <a:pt x="264229" y="92792"/>
                  <a:pt x="264985" y="93815"/>
                  <a:pt x="265962" y="94349"/>
                </a:cubicBezTo>
                <a:cubicBezTo>
                  <a:pt x="266941" y="94882"/>
                  <a:pt x="268187" y="95149"/>
                  <a:pt x="269699" y="95149"/>
                </a:cubicBezTo>
                <a:cubicBezTo>
                  <a:pt x="271390" y="95149"/>
                  <a:pt x="272636" y="95037"/>
                  <a:pt x="273435" y="94815"/>
                </a:cubicBezTo>
                <a:cubicBezTo>
                  <a:pt x="274236" y="94592"/>
                  <a:pt x="275037" y="94259"/>
                  <a:pt x="275838" y="93815"/>
                </a:cubicBezTo>
                <a:lnTo>
                  <a:pt x="275838" y="99286"/>
                </a:lnTo>
                <a:cubicBezTo>
                  <a:pt x="274059" y="100087"/>
                  <a:pt x="271834" y="100799"/>
                  <a:pt x="269165" y="101420"/>
                </a:cubicBezTo>
                <a:cubicBezTo>
                  <a:pt x="266497" y="102044"/>
                  <a:pt x="263872" y="102355"/>
                  <a:pt x="261293" y="102355"/>
                </a:cubicBezTo>
                <a:cubicBezTo>
                  <a:pt x="249995" y="102355"/>
                  <a:pt x="244345" y="95594"/>
                  <a:pt x="244345" y="82072"/>
                </a:cubicBezTo>
                <a:cubicBezTo>
                  <a:pt x="244345" y="79491"/>
                  <a:pt x="244389" y="76577"/>
                  <a:pt x="244478" y="73330"/>
                </a:cubicBezTo>
                <a:cubicBezTo>
                  <a:pt x="244567" y="70083"/>
                  <a:pt x="244679" y="66747"/>
                  <a:pt x="244812" y="63322"/>
                </a:cubicBezTo>
                <a:cubicBezTo>
                  <a:pt x="244945" y="59897"/>
                  <a:pt x="245055" y="56516"/>
                  <a:pt x="245144" y="53179"/>
                </a:cubicBezTo>
                <a:cubicBezTo>
                  <a:pt x="245233" y="49842"/>
                  <a:pt x="245278" y="46751"/>
                  <a:pt x="245278" y="43904"/>
                </a:cubicBezTo>
                <a:lnTo>
                  <a:pt x="235938" y="44038"/>
                </a:lnTo>
                <a:cubicBezTo>
                  <a:pt x="236204" y="42970"/>
                  <a:pt x="236337" y="41858"/>
                  <a:pt x="236337" y="40701"/>
                </a:cubicBezTo>
                <a:cubicBezTo>
                  <a:pt x="236337" y="39634"/>
                  <a:pt x="236204" y="38433"/>
                  <a:pt x="235938" y="37099"/>
                </a:cubicBezTo>
                <a:lnTo>
                  <a:pt x="245278" y="37500"/>
                </a:lnTo>
                <a:cubicBezTo>
                  <a:pt x="245278" y="34741"/>
                  <a:pt x="245233" y="32162"/>
                  <a:pt x="245144" y="29760"/>
                </a:cubicBezTo>
                <a:cubicBezTo>
                  <a:pt x="245055" y="27357"/>
                  <a:pt x="244922" y="24466"/>
                  <a:pt x="244744" y="21086"/>
                </a:cubicBezTo>
                <a:cubicBezTo>
                  <a:pt x="247859" y="19839"/>
                  <a:pt x="250928" y="18527"/>
                  <a:pt x="253952" y="17147"/>
                </a:cubicBezTo>
                <a:cubicBezTo>
                  <a:pt x="256977" y="15768"/>
                  <a:pt x="260002" y="14322"/>
                  <a:pt x="263028" y="12810"/>
                </a:cubicBezTo>
                <a:lnTo>
                  <a:pt x="264362" y="13745"/>
                </a:lnTo>
                <a:cubicBezTo>
                  <a:pt x="264184" y="15169"/>
                  <a:pt x="264028" y="16837"/>
                  <a:pt x="263893" y="18750"/>
                </a:cubicBezTo>
                <a:cubicBezTo>
                  <a:pt x="263760" y="20663"/>
                  <a:pt x="263627" y="22664"/>
                  <a:pt x="263494" y="24755"/>
                </a:cubicBezTo>
                <a:cubicBezTo>
                  <a:pt x="263361" y="26845"/>
                  <a:pt x="263272" y="28981"/>
                  <a:pt x="263228" y="31161"/>
                </a:cubicBezTo>
                <a:cubicBezTo>
                  <a:pt x="263183" y="33340"/>
                  <a:pt x="263160" y="35408"/>
                  <a:pt x="263160" y="37366"/>
                </a:cubicBezTo>
                <a:lnTo>
                  <a:pt x="274904" y="37099"/>
                </a:lnTo>
                <a:close/>
                <a:moveTo>
                  <a:pt x="301327" y="68726"/>
                </a:moveTo>
                <a:cubicBezTo>
                  <a:pt x="301327" y="72284"/>
                  <a:pt x="301683" y="75620"/>
                  <a:pt x="302394" y="78734"/>
                </a:cubicBezTo>
                <a:cubicBezTo>
                  <a:pt x="303107" y="81849"/>
                  <a:pt x="304197" y="84540"/>
                  <a:pt x="305664" y="86808"/>
                </a:cubicBezTo>
                <a:cubicBezTo>
                  <a:pt x="307132" y="89077"/>
                  <a:pt x="309000" y="90856"/>
                  <a:pt x="311268" y="92147"/>
                </a:cubicBezTo>
                <a:cubicBezTo>
                  <a:pt x="313538" y="93437"/>
                  <a:pt x="316185" y="94082"/>
                  <a:pt x="319210" y="94082"/>
                </a:cubicBezTo>
                <a:cubicBezTo>
                  <a:pt x="325348" y="94082"/>
                  <a:pt x="330820" y="92080"/>
                  <a:pt x="335624" y="88077"/>
                </a:cubicBezTo>
                <a:lnTo>
                  <a:pt x="337225" y="89278"/>
                </a:lnTo>
                <a:lnTo>
                  <a:pt x="334288" y="96751"/>
                </a:lnTo>
                <a:cubicBezTo>
                  <a:pt x="332065" y="98441"/>
                  <a:pt x="329396" y="99798"/>
                  <a:pt x="326282" y="100820"/>
                </a:cubicBezTo>
                <a:cubicBezTo>
                  <a:pt x="323168" y="101843"/>
                  <a:pt x="319075" y="102355"/>
                  <a:pt x="314005" y="102355"/>
                </a:cubicBezTo>
                <a:cubicBezTo>
                  <a:pt x="309646" y="102355"/>
                  <a:pt x="305509" y="101754"/>
                  <a:pt x="301594" y="100553"/>
                </a:cubicBezTo>
                <a:cubicBezTo>
                  <a:pt x="297680" y="99353"/>
                  <a:pt x="294233" y="97374"/>
                  <a:pt x="291252" y="94615"/>
                </a:cubicBezTo>
                <a:cubicBezTo>
                  <a:pt x="288272" y="91857"/>
                  <a:pt x="285915" y="88365"/>
                  <a:pt x="284180" y="84139"/>
                </a:cubicBezTo>
                <a:cubicBezTo>
                  <a:pt x="282445" y="79913"/>
                  <a:pt x="281577" y="74864"/>
                  <a:pt x="281577" y="68993"/>
                </a:cubicBezTo>
                <a:cubicBezTo>
                  <a:pt x="281577" y="63210"/>
                  <a:pt x="282355" y="58184"/>
                  <a:pt x="283911" y="53914"/>
                </a:cubicBezTo>
                <a:cubicBezTo>
                  <a:pt x="285468" y="49644"/>
                  <a:pt x="287626" y="46085"/>
                  <a:pt x="290384" y="43238"/>
                </a:cubicBezTo>
                <a:cubicBezTo>
                  <a:pt x="293143" y="40390"/>
                  <a:pt x="296412" y="38255"/>
                  <a:pt x="300193" y="36832"/>
                </a:cubicBezTo>
                <a:cubicBezTo>
                  <a:pt x="303974" y="35408"/>
                  <a:pt x="308088" y="34696"/>
                  <a:pt x="312537" y="34696"/>
                </a:cubicBezTo>
                <a:cubicBezTo>
                  <a:pt x="321344" y="34696"/>
                  <a:pt x="328083" y="37276"/>
                  <a:pt x="332753" y="42436"/>
                </a:cubicBezTo>
                <a:cubicBezTo>
                  <a:pt x="337424" y="47596"/>
                  <a:pt x="339760" y="54891"/>
                  <a:pt x="339760" y="64322"/>
                </a:cubicBezTo>
                <a:lnTo>
                  <a:pt x="339760" y="67126"/>
                </a:lnTo>
                <a:cubicBezTo>
                  <a:pt x="339760" y="67925"/>
                  <a:pt x="339716" y="68459"/>
                  <a:pt x="339627" y="68726"/>
                </a:cubicBezTo>
                <a:lnTo>
                  <a:pt x="301327" y="68726"/>
                </a:lnTo>
                <a:moveTo>
                  <a:pt x="321879" y="62721"/>
                </a:moveTo>
                <a:cubicBezTo>
                  <a:pt x="321700" y="56049"/>
                  <a:pt x="320877" y="50711"/>
                  <a:pt x="319409" y="46708"/>
                </a:cubicBezTo>
                <a:cubicBezTo>
                  <a:pt x="317942" y="42703"/>
                  <a:pt x="315473" y="40701"/>
                  <a:pt x="312003" y="40701"/>
                </a:cubicBezTo>
                <a:cubicBezTo>
                  <a:pt x="310046" y="40701"/>
                  <a:pt x="308400" y="41368"/>
                  <a:pt x="307065" y="42703"/>
                </a:cubicBezTo>
                <a:cubicBezTo>
                  <a:pt x="305731" y="44037"/>
                  <a:pt x="304663" y="45750"/>
                  <a:pt x="303862" y="47842"/>
                </a:cubicBezTo>
                <a:cubicBezTo>
                  <a:pt x="303061" y="49933"/>
                  <a:pt x="302461" y="52290"/>
                  <a:pt x="302060" y="54914"/>
                </a:cubicBezTo>
                <a:cubicBezTo>
                  <a:pt x="301661" y="57538"/>
                  <a:pt x="301417" y="60141"/>
                  <a:pt x="301327" y="62721"/>
                </a:cubicBezTo>
                <a:lnTo>
                  <a:pt x="321879" y="62721"/>
                </a:lnTo>
                <a:close/>
                <a:moveTo>
                  <a:pt x="372990" y="78335"/>
                </a:moveTo>
                <a:cubicBezTo>
                  <a:pt x="370409" y="82071"/>
                  <a:pt x="367940" y="85830"/>
                  <a:pt x="365582" y="89612"/>
                </a:cubicBezTo>
                <a:cubicBezTo>
                  <a:pt x="363225" y="93393"/>
                  <a:pt x="360979" y="97062"/>
                  <a:pt x="358844" y="100620"/>
                </a:cubicBezTo>
                <a:cubicBezTo>
                  <a:pt x="357064" y="100442"/>
                  <a:pt x="355240" y="100353"/>
                  <a:pt x="353372" y="100353"/>
                </a:cubicBezTo>
                <a:cubicBezTo>
                  <a:pt x="352483" y="100353"/>
                  <a:pt x="351571" y="100353"/>
                  <a:pt x="350636" y="100353"/>
                </a:cubicBezTo>
                <a:cubicBezTo>
                  <a:pt x="349702" y="100353"/>
                  <a:pt x="348612" y="100442"/>
                  <a:pt x="347367" y="100620"/>
                </a:cubicBezTo>
                <a:cubicBezTo>
                  <a:pt x="347990" y="100087"/>
                  <a:pt x="349169" y="98708"/>
                  <a:pt x="350904" y="96485"/>
                </a:cubicBezTo>
                <a:cubicBezTo>
                  <a:pt x="352639" y="94260"/>
                  <a:pt x="354552" y="91701"/>
                  <a:pt x="356642" y="88810"/>
                </a:cubicBezTo>
                <a:cubicBezTo>
                  <a:pt x="358733" y="85918"/>
                  <a:pt x="360868" y="82960"/>
                  <a:pt x="363047" y="79936"/>
                </a:cubicBezTo>
                <a:cubicBezTo>
                  <a:pt x="365227" y="76911"/>
                  <a:pt x="367118" y="74198"/>
                  <a:pt x="368720" y="71795"/>
                </a:cubicBezTo>
                <a:cubicBezTo>
                  <a:pt x="367118" y="68860"/>
                  <a:pt x="365272" y="65635"/>
                  <a:pt x="363181" y="62120"/>
                </a:cubicBezTo>
                <a:cubicBezTo>
                  <a:pt x="361090" y="58606"/>
                  <a:pt x="359044" y="55158"/>
                  <a:pt x="357042" y="51778"/>
                </a:cubicBezTo>
                <a:cubicBezTo>
                  <a:pt x="355041" y="48398"/>
                  <a:pt x="353173" y="45329"/>
                  <a:pt x="351438" y="42570"/>
                </a:cubicBezTo>
                <a:cubicBezTo>
                  <a:pt x="349703" y="39812"/>
                  <a:pt x="348390" y="37765"/>
                  <a:pt x="347500" y="36431"/>
                </a:cubicBezTo>
                <a:cubicBezTo>
                  <a:pt x="349635" y="36609"/>
                  <a:pt x="351637" y="36765"/>
                  <a:pt x="353505" y="36899"/>
                </a:cubicBezTo>
                <a:cubicBezTo>
                  <a:pt x="355374" y="37032"/>
                  <a:pt x="357198" y="37099"/>
                  <a:pt x="358978" y="37099"/>
                </a:cubicBezTo>
                <a:cubicBezTo>
                  <a:pt x="360756" y="37099"/>
                  <a:pt x="362557" y="37032"/>
                  <a:pt x="364380" y="36899"/>
                </a:cubicBezTo>
                <a:cubicBezTo>
                  <a:pt x="366205" y="36765"/>
                  <a:pt x="368007" y="36609"/>
                  <a:pt x="369787" y="36431"/>
                </a:cubicBezTo>
                <a:cubicBezTo>
                  <a:pt x="371655" y="39901"/>
                  <a:pt x="373522" y="43415"/>
                  <a:pt x="375390" y="46975"/>
                </a:cubicBezTo>
                <a:cubicBezTo>
                  <a:pt x="377260" y="50533"/>
                  <a:pt x="379217" y="54091"/>
                  <a:pt x="381263" y="57649"/>
                </a:cubicBezTo>
                <a:cubicBezTo>
                  <a:pt x="383666" y="53913"/>
                  <a:pt x="386046" y="50377"/>
                  <a:pt x="388402" y="47042"/>
                </a:cubicBezTo>
                <a:cubicBezTo>
                  <a:pt x="390760" y="43705"/>
                  <a:pt x="393007" y="40168"/>
                  <a:pt x="395142" y="36431"/>
                </a:cubicBezTo>
                <a:cubicBezTo>
                  <a:pt x="396121" y="36609"/>
                  <a:pt x="397055" y="36765"/>
                  <a:pt x="397944" y="36899"/>
                </a:cubicBezTo>
                <a:cubicBezTo>
                  <a:pt x="398833" y="37032"/>
                  <a:pt x="399767" y="37099"/>
                  <a:pt x="400746" y="37099"/>
                </a:cubicBezTo>
                <a:cubicBezTo>
                  <a:pt x="401725" y="37099"/>
                  <a:pt x="402704" y="37032"/>
                  <a:pt x="403682" y="36899"/>
                </a:cubicBezTo>
                <a:cubicBezTo>
                  <a:pt x="404661" y="36765"/>
                  <a:pt x="405774" y="36609"/>
                  <a:pt x="407020" y="36431"/>
                </a:cubicBezTo>
                <a:cubicBezTo>
                  <a:pt x="406219" y="37410"/>
                  <a:pt x="404951" y="38989"/>
                  <a:pt x="403216" y="41169"/>
                </a:cubicBezTo>
                <a:cubicBezTo>
                  <a:pt x="401481" y="43348"/>
                  <a:pt x="399568" y="45773"/>
                  <a:pt x="397478" y="48443"/>
                </a:cubicBezTo>
                <a:cubicBezTo>
                  <a:pt x="395387" y="51112"/>
                  <a:pt x="393252" y="53870"/>
                  <a:pt x="391072" y="56716"/>
                </a:cubicBezTo>
                <a:cubicBezTo>
                  <a:pt x="388892" y="59563"/>
                  <a:pt x="386956" y="62143"/>
                  <a:pt x="385266" y="64456"/>
                </a:cubicBezTo>
                <a:cubicBezTo>
                  <a:pt x="388826" y="70595"/>
                  <a:pt x="392429" y="76667"/>
                  <a:pt x="396077" y="82673"/>
                </a:cubicBezTo>
                <a:cubicBezTo>
                  <a:pt x="399725" y="88677"/>
                  <a:pt x="403416" y="94659"/>
                  <a:pt x="407152" y="100620"/>
                </a:cubicBezTo>
                <a:cubicBezTo>
                  <a:pt x="405372" y="100442"/>
                  <a:pt x="403549" y="100353"/>
                  <a:pt x="401681" y="100353"/>
                </a:cubicBezTo>
                <a:cubicBezTo>
                  <a:pt x="399813" y="100353"/>
                  <a:pt x="397989" y="100353"/>
                  <a:pt x="396209" y="100353"/>
                </a:cubicBezTo>
                <a:cubicBezTo>
                  <a:pt x="394430" y="100353"/>
                  <a:pt x="392606" y="100353"/>
                  <a:pt x="390738" y="100353"/>
                </a:cubicBezTo>
                <a:cubicBezTo>
                  <a:pt x="388870" y="100353"/>
                  <a:pt x="387046" y="100442"/>
                  <a:pt x="385266" y="100620"/>
                </a:cubicBezTo>
                <a:lnTo>
                  <a:pt x="372990" y="78335"/>
                </a:lnTo>
                <a:close/>
                <a:moveTo>
                  <a:pt x="452791" y="37099"/>
                </a:moveTo>
                <a:cubicBezTo>
                  <a:pt x="452525" y="38433"/>
                  <a:pt x="452392" y="39634"/>
                  <a:pt x="452392" y="40701"/>
                </a:cubicBezTo>
                <a:cubicBezTo>
                  <a:pt x="452392" y="41858"/>
                  <a:pt x="452525" y="42970"/>
                  <a:pt x="452791" y="44038"/>
                </a:cubicBezTo>
                <a:lnTo>
                  <a:pt x="441048" y="43772"/>
                </a:lnTo>
                <a:cubicBezTo>
                  <a:pt x="440870" y="45817"/>
                  <a:pt x="440715" y="48175"/>
                  <a:pt x="440582" y="50844"/>
                </a:cubicBezTo>
                <a:cubicBezTo>
                  <a:pt x="440449" y="53512"/>
                  <a:pt x="440360" y="56226"/>
                  <a:pt x="440315" y="58985"/>
                </a:cubicBezTo>
                <a:cubicBezTo>
                  <a:pt x="440270" y="61742"/>
                  <a:pt x="440225" y="64411"/>
                  <a:pt x="440180" y="66991"/>
                </a:cubicBezTo>
                <a:cubicBezTo>
                  <a:pt x="440136" y="69572"/>
                  <a:pt x="440113" y="71751"/>
                  <a:pt x="440113" y="73530"/>
                </a:cubicBezTo>
                <a:cubicBezTo>
                  <a:pt x="440113" y="78156"/>
                  <a:pt x="440225" y="81893"/>
                  <a:pt x="440447" y="84739"/>
                </a:cubicBezTo>
                <a:cubicBezTo>
                  <a:pt x="440670" y="87586"/>
                  <a:pt x="441048" y="89766"/>
                  <a:pt x="441581" y="91280"/>
                </a:cubicBezTo>
                <a:cubicBezTo>
                  <a:pt x="442116" y="92792"/>
                  <a:pt x="442872" y="93815"/>
                  <a:pt x="443850" y="94349"/>
                </a:cubicBezTo>
                <a:cubicBezTo>
                  <a:pt x="444829" y="94882"/>
                  <a:pt x="446074" y="95149"/>
                  <a:pt x="447586" y="95149"/>
                </a:cubicBezTo>
                <a:cubicBezTo>
                  <a:pt x="449278" y="95149"/>
                  <a:pt x="450523" y="95037"/>
                  <a:pt x="451323" y="94815"/>
                </a:cubicBezTo>
                <a:cubicBezTo>
                  <a:pt x="452124" y="94592"/>
                  <a:pt x="452925" y="94259"/>
                  <a:pt x="453726" y="93815"/>
                </a:cubicBezTo>
                <a:lnTo>
                  <a:pt x="453726" y="99286"/>
                </a:lnTo>
                <a:cubicBezTo>
                  <a:pt x="451946" y="100087"/>
                  <a:pt x="449722" y="100799"/>
                  <a:pt x="447053" y="101420"/>
                </a:cubicBezTo>
                <a:cubicBezTo>
                  <a:pt x="444384" y="102044"/>
                  <a:pt x="441760" y="102355"/>
                  <a:pt x="439181" y="102355"/>
                </a:cubicBezTo>
                <a:cubicBezTo>
                  <a:pt x="427882" y="102355"/>
                  <a:pt x="422233" y="95594"/>
                  <a:pt x="422233" y="82072"/>
                </a:cubicBezTo>
                <a:cubicBezTo>
                  <a:pt x="422233" y="79491"/>
                  <a:pt x="422277" y="76577"/>
                  <a:pt x="422365" y="73330"/>
                </a:cubicBezTo>
                <a:cubicBezTo>
                  <a:pt x="422455" y="70083"/>
                  <a:pt x="422566" y="66747"/>
                  <a:pt x="422699" y="63322"/>
                </a:cubicBezTo>
                <a:cubicBezTo>
                  <a:pt x="422832" y="59897"/>
                  <a:pt x="422943" y="56516"/>
                  <a:pt x="423031" y="53179"/>
                </a:cubicBezTo>
                <a:cubicBezTo>
                  <a:pt x="423121" y="49842"/>
                  <a:pt x="423165" y="46751"/>
                  <a:pt x="423165" y="43904"/>
                </a:cubicBezTo>
                <a:lnTo>
                  <a:pt x="413825" y="44038"/>
                </a:lnTo>
                <a:cubicBezTo>
                  <a:pt x="414091" y="42970"/>
                  <a:pt x="414224" y="41858"/>
                  <a:pt x="414224" y="40701"/>
                </a:cubicBezTo>
                <a:cubicBezTo>
                  <a:pt x="414224" y="39634"/>
                  <a:pt x="414091" y="38433"/>
                  <a:pt x="413825" y="37099"/>
                </a:cubicBezTo>
                <a:lnTo>
                  <a:pt x="423165" y="37500"/>
                </a:lnTo>
                <a:cubicBezTo>
                  <a:pt x="423165" y="34741"/>
                  <a:pt x="423121" y="32162"/>
                  <a:pt x="423031" y="29760"/>
                </a:cubicBezTo>
                <a:cubicBezTo>
                  <a:pt x="422943" y="27357"/>
                  <a:pt x="422810" y="24466"/>
                  <a:pt x="422632" y="21086"/>
                </a:cubicBezTo>
                <a:cubicBezTo>
                  <a:pt x="425746" y="19839"/>
                  <a:pt x="428815" y="18527"/>
                  <a:pt x="431840" y="17147"/>
                </a:cubicBezTo>
                <a:cubicBezTo>
                  <a:pt x="434864" y="15768"/>
                  <a:pt x="437890" y="14322"/>
                  <a:pt x="440915" y="12810"/>
                </a:cubicBezTo>
                <a:lnTo>
                  <a:pt x="442249" y="13745"/>
                </a:lnTo>
                <a:cubicBezTo>
                  <a:pt x="442071" y="15169"/>
                  <a:pt x="441915" y="16837"/>
                  <a:pt x="441781" y="18750"/>
                </a:cubicBezTo>
                <a:cubicBezTo>
                  <a:pt x="441648" y="20663"/>
                  <a:pt x="441515" y="22664"/>
                  <a:pt x="441382" y="24755"/>
                </a:cubicBezTo>
                <a:cubicBezTo>
                  <a:pt x="441249" y="26845"/>
                  <a:pt x="441160" y="28981"/>
                  <a:pt x="441115" y="31161"/>
                </a:cubicBezTo>
                <a:cubicBezTo>
                  <a:pt x="441070" y="33340"/>
                  <a:pt x="441048" y="35408"/>
                  <a:pt x="441048" y="37366"/>
                </a:cubicBezTo>
                <a:lnTo>
                  <a:pt x="452791" y="37099"/>
                </a:lnTo>
                <a:close/>
                <a:moveTo>
                  <a:pt x="503235" y="91011"/>
                </a:moveTo>
                <a:cubicBezTo>
                  <a:pt x="500743" y="94748"/>
                  <a:pt x="497830" y="97573"/>
                  <a:pt x="494493" y="99486"/>
                </a:cubicBezTo>
                <a:cubicBezTo>
                  <a:pt x="491157" y="101399"/>
                  <a:pt x="487355" y="102355"/>
                  <a:pt x="483086" y="102355"/>
                </a:cubicBezTo>
                <a:cubicBezTo>
                  <a:pt x="476412" y="102355"/>
                  <a:pt x="471274" y="100487"/>
                  <a:pt x="467671" y="96751"/>
                </a:cubicBezTo>
                <a:cubicBezTo>
                  <a:pt x="464068" y="93014"/>
                  <a:pt x="462267" y="86831"/>
                  <a:pt x="462267" y="78201"/>
                </a:cubicBezTo>
                <a:cubicBezTo>
                  <a:pt x="462267" y="73664"/>
                  <a:pt x="462356" y="69661"/>
                  <a:pt x="462534" y="66191"/>
                </a:cubicBezTo>
                <a:cubicBezTo>
                  <a:pt x="462711" y="62721"/>
                  <a:pt x="462800" y="59251"/>
                  <a:pt x="462800" y="55782"/>
                </a:cubicBezTo>
                <a:cubicBezTo>
                  <a:pt x="462800" y="52935"/>
                  <a:pt x="462733" y="49844"/>
                  <a:pt x="462599" y="46508"/>
                </a:cubicBezTo>
                <a:cubicBezTo>
                  <a:pt x="462466" y="43172"/>
                  <a:pt x="462310" y="39812"/>
                  <a:pt x="462132" y="36431"/>
                </a:cubicBezTo>
                <a:cubicBezTo>
                  <a:pt x="463289" y="36609"/>
                  <a:pt x="464757" y="36765"/>
                  <a:pt x="466537" y="36899"/>
                </a:cubicBezTo>
                <a:cubicBezTo>
                  <a:pt x="468317" y="37032"/>
                  <a:pt x="470185" y="37099"/>
                  <a:pt x="472143" y="37099"/>
                </a:cubicBezTo>
                <a:cubicBezTo>
                  <a:pt x="474099" y="37099"/>
                  <a:pt x="475967" y="37032"/>
                  <a:pt x="477747" y="36899"/>
                </a:cubicBezTo>
                <a:cubicBezTo>
                  <a:pt x="479526" y="36765"/>
                  <a:pt x="480994" y="36609"/>
                  <a:pt x="482151" y="36431"/>
                </a:cubicBezTo>
                <a:cubicBezTo>
                  <a:pt x="481528" y="41235"/>
                  <a:pt x="481127" y="46796"/>
                  <a:pt x="480950" y="53112"/>
                </a:cubicBezTo>
                <a:cubicBezTo>
                  <a:pt x="480772" y="59429"/>
                  <a:pt x="480683" y="66635"/>
                  <a:pt x="480683" y="74731"/>
                </a:cubicBezTo>
                <a:cubicBezTo>
                  <a:pt x="480683" y="80336"/>
                  <a:pt x="481639" y="84451"/>
                  <a:pt x="483552" y="87075"/>
                </a:cubicBezTo>
                <a:cubicBezTo>
                  <a:pt x="485465" y="89699"/>
                  <a:pt x="488156" y="91011"/>
                  <a:pt x="491626" y="91011"/>
                </a:cubicBezTo>
                <a:cubicBezTo>
                  <a:pt x="495629" y="91011"/>
                  <a:pt x="498565" y="89277"/>
                  <a:pt x="500433" y="85808"/>
                </a:cubicBezTo>
                <a:cubicBezTo>
                  <a:pt x="502301" y="82339"/>
                  <a:pt x="503235" y="77534"/>
                  <a:pt x="503235" y="71396"/>
                </a:cubicBezTo>
                <a:lnTo>
                  <a:pt x="503235" y="66057"/>
                </a:lnTo>
                <a:cubicBezTo>
                  <a:pt x="503235" y="60631"/>
                  <a:pt x="503168" y="55538"/>
                  <a:pt x="503035" y="50778"/>
                </a:cubicBezTo>
                <a:cubicBezTo>
                  <a:pt x="502902" y="46018"/>
                  <a:pt x="502613" y="41235"/>
                  <a:pt x="502167" y="36431"/>
                </a:cubicBezTo>
                <a:cubicBezTo>
                  <a:pt x="504659" y="36876"/>
                  <a:pt x="507995" y="37099"/>
                  <a:pt x="512176" y="37099"/>
                </a:cubicBezTo>
                <a:cubicBezTo>
                  <a:pt x="514223" y="37099"/>
                  <a:pt x="516092" y="37032"/>
                  <a:pt x="517782" y="36899"/>
                </a:cubicBezTo>
                <a:cubicBezTo>
                  <a:pt x="519472" y="36765"/>
                  <a:pt x="520940" y="36609"/>
                  <a:pt x="522186" y="36431"/>
                </a:cubicBezTo>
                <a:cubicBezTo>
                  <a:pt x="521741" y="41235"/>
                  <a:pt x="521451" y="46018"/>
                  <a:pt x="521317" y="50778"/>
                </a:cubicBezTo>
                <a:cubicBezTo>
                  <a:pt x="521184" y="55538"/>
                  <a:pt x="521117" y="60631"/>
                  <a:pt x="521117" y="66057"/>
                </a:cubicBezTo>
                <a:lnTo>
                  <a:pt x="521117" y="71396"/>
                </a:lnTo>
                <a:cubicBezTo>
                  <a:pt x="521117" y="76822"/>
                  <a:pt x="521184" y="81937"/>
                  <a:pt x="521317" y="86741"/>
                </a:cubicBezTo>
                <a:cubicBezTo>
                  <a:pt x="521451" y="91545"/>
                  <a:pt x="521741" y="96172"/>
                  <a:pt x="522186" y="100620"/>
                </a:cubicBezTo>
                <a:cubicBezTo>
                  <a:pt x="520584" y="100442"/>
                  <a:pt x="519005" y="100353"/>
                  <a:pt x="517448" y="100353"/>
                </a:cubicBezTo>
                <a:cubicBezTo>
                  <a:pt x="515891" y="100353"/>
                  <a:pt x="514312" y="100353"/>
                  <a:pt x="512711" y="100353"/>
                </a:cubicBezTo>
                <a:cubicBezTo>
                  <a:pt x="511109" y="100353"/>
                  <a:pt x="509530" y="100353"/>
                  <a:pt x="507973" y="100353"/>
                </a:cubicBezTo>
                <a:cubicBezTo>
                  <a:pt x="506416" y="100353"/>
                  <a:pt x="504747" y="100442"/>
                  <a:pt x="502968" y="100620"/>
                </a:cubicBezTo>
                <a:lnTo>
                  <a:pt x="503503" y="91011"/>
                </a:lnTo>
                <a:lnTo>
                  <a:pt x="503235" y="91011"/>
                </a:lnTo>
                <a:close/>
                <a:moveTo>
                  <a:pt x="568625" y="80337"/>
                </a:moveTo>
                <a:cubicBezTo>
                  <a:pt x="568625" y="76511"/>
                  <a:pt x="568648" y="73598"/>
                  <a:pt x="568692" y="71595"/>
                </a:cubicBezTo>
                <a:cubicBezTo>
                  <a:pt x="568737" y="69593"/>
                  <a:pt x="568760" y="67836"/>
                  <a:pt x="568760" y="66323"/>
                </a:cubicBezTo>
                <a:cubicBezTo>
                  <a:pt x="566890" y="67392"/>
                  <a:pt x="564910" y="68260"/>
                  <a:pt x="562820" y="68928"/>
                </a:cubicBezTo>
                <a:cubicBezTo>
                  <a:pt x="560729" y="69594"/>
                  <a:pt x="558817" y="70439"/>
                  <a:pt x="557082" y="71463"/>
                </a:cubicBezTo>
                <a:cubicBezTo>
                  <a:pt x="555347" y="72485"/>
                  <a:pt x="553923" y="73886"/>
                  <a:pt x="552812" y="75666"/>
                </a:cubicBezTo>
                <a:cubicBezTo>
                  <a:pt x="551700" y="77445"/>
                  <a:pt x="551144" y="80025"/>
                  <a:pt x="551144" y="83406"/>
                </a:cubicBezTo>
                <a:cubicBezTo>
                  <a:pt x="551144" y="86698"/>
                  <a:pt x="551833" y="89211"/>
                  <a:pt x="553213" y="90946"/>
                </a:cubicBezTo>
                <a:cubicBezTo>
                  <a:pt x="554592" y="92681"/>
                  <a:pt x="556438" y="93548"/>
                  <a:pt x="558749" y="93548"/>
                </a:cubicBezTo>
                <a:cubicBezTo>
                  <a:pt x="561686" y="93548"/>
                  <a:pt x="564065" y="92436"/>
                  <a:pt x="565889" y="90213"/>
                </a:cubicBezTo>
                <a:cubicBezTo>
                  <a:pt x="567713" y="87988"/>
                  <a:pt x="568625" y="84696"/>
                  <a:pt x="568625" y="80337"/>
                </a:cubicBezTo>
                <a:moveTo>
                  <a:pt x="536998" y="44038"/>
                </a:moveTo>
                <a:cubicBezTo>
                  <a:pt x="540735" y="41014"/>
                  <a:pt x="544761" y="38701"/>
                  <a:pt x="549075" y="37099"/>
                </a:cubicBezTo>
                <a:cubicBezTo>
                  <a:pt x="553391" y="35497"/>
                  <a:pt x="557683" y="34696"/>
                  <a:pt x="561952" y="34696"/>
                </a:cubicBezTo>
                <a:cubicBezTo>
                  <a:pt x="565512" y="34696"/>
                  <a:pt x="568781" y="35096"/>
                  <a:pt x="571761" y="35897"/>
                </a:cubicBezTo>
                <a:cubicBezTo>
                  <a:pt x="574742" y="36698"/>
                  <a:pt x="577322" y="37966"/>
                  <a:pt x="579501" y="39701"/>
                </a:cubicBezTo>
                <a:cubicBezTo>
                  <a:pt x="581681" y="41436"/>
                  <a:pt x="583371" y="43683"/>
                  <a:pt x="584571" y="46441"/>
                </a:cubicBezTo>
                <a:cubicBezTo>
                  <a:pt x="585773" y="49198"/>
                  <a:pt x="586373" y="52534"/>
                  <a:pt x="586373" y="56449"/>
                </a:cubicBezTo>
                <a:cubicBezTo>
                  <a:pt x="586373" y="62143"/>
                  <a:pt x="586307" y="67414"/>
                  <a:pt x="586174" y="72263"/>
                </a:cubicBezTo>
                <a:cubicBezTo>
                  <a:pt x="586041" y="77111"/>
                  <a:pt x="585974" y="81937"/>
                  <a:pt x="585974" y="86741"/>
                </a:cubicBezTo>
                <a:cubicBezTo>
                  <a:pt x="585974" y="88876"/>
                  <a:pt x="586130" y="90545"/>
                  <a:pt x="586441" y="91746"/>
                </a:cubicBezTo>
                <a:cubicBezTo>
                  <a:pt x="586753" y="92948"/>
                  <a:pt x="587220" y="93860"/>
                  <a:pt x="587842" y="94483"/>
                </a:cubicBezTo>
                <a:cubicBezTo>
                  <a:pt x="588465" y="95105"/>
                  <a:pt x="589287" y="95504"/>
                  <a:pt x="590309" y="95682"/>
                </a:cubicBezTo>
                <a:cubicBezTo>
                  <a:pt x="591333" y="95860"/>
                  <a:pt x="592512" y="95949"/>
                  <a:pt x="593846" y="95949"/>
                </a:cubicBezTo>
                <a:lnTo>
                  <a:pt x="593846" y="99152"/>
                </a:lnTo>
                <a:cubicBezTo>
                  <a:pt x="591267" y="100220"/>
                  <a:pt x="589088" y="101021"/>
                  <a:pt x="587308" y="101555"/>
                </a:cubicBezTo>
                <a:cubicBezTo>
                  <a:pt x="585528" y="102088"/>
                  <a:pt x="583616" y="102355"/>
                  <a:pt x="581570" y="102355"/>
                </a:cubicBezTo>
                <a:cubicBezTo>
                  <a:pt x="578278" y="102355"/>
                  <a:pt x="575609" y="101555"/>
                  <a:pt x="573563" y="99954"/>
                </a:cubicBezTo>
                <a:cubicBezTo>
                  <a:pt x="571517" y="98352"/>
                  <a:pt x="569960" y="96039"/>
                  <a:pt x="568892" y="93015"/>
                </a:cubicBezTo>
                <a:cubicBezTo>
                  <a:pt x="566846" y="95861"/>
                  <a:pt x="564467" y="98130"/>
                  <a:pt x="561753" y="99820"/>
                </a:cubicBezTo>
                <a:cubicBezTo>
                  <a:pt x="559039" y="101510"/>
                  <a:pt x="555637" y="102355"/>
                  <a:pt x="551545" y="102355"/>
                </a:cubicBezTo>
                <a:cubicBezTo>
                  <a:pt x="548163" y="102355"/>
                  <a:pt x="545271" y="101910"/>
                  <a:pt x="542868" y="101019"/>
                </a:cubicBezTo>
                <a:cubicBezTo>
                  <a:pt x="540467" y="100130"/>
                  <a:pt x="538488" y="98863"/>
                  <a:pt x="536931" y="97218"/>
                </a:cubicBezTo>
                <a:cubicBezTo>
                  <a:pt x="535374" y="95571"/>
                  <a:pt x="534239" y="93702"/>
                  <a:pt x="533528" y="91612"/>
                </a:cubicBezTo>
                <a:cubicBezTo>
                  <a:pt x="532817" y="89521"/>
                  <a:pt x="532461" y="87408"/>
                  <a:pt x="532461" y="85273"/>
                </a:cubicBezTo>
                <a:cubicBezTo>
                  <a:pt x="532461" y="82338"/>
                  <a:pt x="532928" y="79803"/>
                  <a:pt x="533862" y="77667"/>
                </a:cubicBezTo>
                <a:cubicBezTo>
                  <a:pt x="534796" y="75532"/>
                  <a:pt x="536130" y="73708"/>
                  <a:pt x="537865" y="72196"/>
                </a:cubicBezTo>
                <a:cubicBezTo>
                  <a:pt x="539600" y="70684"/>
                  <a:pt x="541668" y="69416"/>
                  <a:pt x="544070" y="68392"/>
                </a:cubicBezTo>
                <a:cubicBezTo>
                  <a:pt x="546473" y="67369"/>
                  <a:pt x="549186" y="66501"/>
                  <a:pt x="552211" y="65790"/>
                </a:cubicBezTo>
                <a:cubicBezTo>
                  <a:pt x="555948" y="64901"/>
                  <a:pt x="558906" y="64123"/>
                  <a:pt x="561085" y="63456"/>
                </a:cubicBezTo>
                <a:cubicBezTo>
                  <a:pt x="563265" y="62788"/>
                  <a:pt x="564889" y="62121"/>
                  <a:pt x="565956" y="61455"/>
                </a:cubicBezTo>
                <a:cubicBezTo>
                  <a:pt x="567024" y="60787"/>
                  <a:pt x="567714" y="60052"/>
                  <a:pt x="568025" y="59251"/>
                </a:cubicBezTo>
                <a:cubicBezTo>
                  <a:pt x="568337" y="58450"/>
                  <a:pt x="568493" y="57472"/>
                  <a:pt x="568493" y="56315"/>
                </a:cubicBezTo>
                <a:cubicBezTo>
                  <a:pt x="568493" y="53113"/>
                  <a:pt x="567358" y="50377"/>
                  <a:pt x="565088" y="48109"/>
                </a:cubicBezTo>
                <a:cubicBezTo>
                  <a:pt x="562820" y="45839"/>
                  <a:pt x="559684" y="44704"/>
                  <a:pt x="555681" y="44704"/>
                </a:cubicBezTo>
                <a:cubicBezTo>
                  <a:pt x="554168" y="44704"/>
                  <a:pt x="552611" y="44904"/>
                  <a:pt x="551009" y="45305"/>
                </a:cubicBezTo>
                <a:cubicBezTo>
                  <a:pt x="549409" y="45705"/>
                  <a:pt x="547874" y="46262"/>
                  <a:pt x="546405" y="46975"/>
                </a:cubicBezTo>
                <a:cubicBezTo>
                  <a:pt x="544938" y="47686"/>
                  <a:pt x="543604" y="48465"/>
                  <a:pt x="542402" y="49310"/>
                </a:cubicBezTo>
                <a:cubicBezTo>
                  <a:pt x="541202" y="50155"/>
                  <a:pt x="540291" y="51066"/>
                  <a:pt x="539667" y="52045"/>
                </a:cubicBezTo>
                <a:lnTo>
                  <a:pt x="538733" y="52045"/>
                </a:lnTo>
                <a:lnTo>
                  <a:pt x="536998" y="44038"/>
                </a:lnTo>
                <a:close/>
                <a:moveTo>
                  <a:pt x="605592" y="46172"/>
                </a:moveTo>
                <a:cubicBezTo>
                  <a:pt x="605592" y="37454"/>
                  <a:pt x="605502" y="29448"/>
                  <a:pt x="605323" y="22153"/>
                </a:cubicBezTo>
                <a:cubicBezTo>
                  <a:pt x="605145" y="14857"/>
                  <a:pt x="604878" y="7473"/>
                  <a:pt x="604523" y="0"/>
                </a:cubicBezTo>
                <a:cubicBezTo>
                  <a:pt x="605679" y="178"/>
                  <a:pt x="607147" y="334"/>
                  <a:pt x="608927" y="468"/>
                </a:cubicBezTo>
                <a:cubicBezTo>
                  <a:pt x="610707" y="601"/>
                  <a:pt x="612575" y="668"/>
                  <a:pt x="614533" y="668"/>
                </a:cubicBezTo>
                <a:cubicBezTo>
                  <a:pt x="616489" y="668"/>
                  <a:pt x="618357" y="601"/>
                  <a:pt x="620137" y="468"/>
                </a:cubicBezTo>
                <a:cubicBezTo>
                  <a:pt x="621916" y="334"/>
                  <a:pt x="623385" y="178"/>
                  <a:pt x="624541" y="0"/>
                </a:cubicBezTo>
                <a:cubicBezTo>
                  <a:pt x="624186" y="7473"/>
                  <a:pt x="623918" y="14857"/>
                  <a:pt x="623739" y="22153"/>
                </a:cubicBezTo>
                <a:cubicBezTo>
                  <a:pt x="623561" y="29448"/>
                  <a:pt x="623472" y="37454"/>
                  <a:pt x="623472" y="46172"/>
                </a:cubicBezTo>
                <a:lnTo>
                  <a:pt x="623472" y="54847"/>
                </a:lnTo>
                <a:cubicBezTo>
                  <a:pt x="623472" y="63566"/>
                  <a:pt x="623561" y="71574"/>
                  <a:pt x="623739" y="78869"/>
                </a:cubicBezTo>
                <a:cubicBezTo>
                  <a:pt x="623918" y="86164"/>
                  <a:pt x="624186" y="93415"/>
                  <a:pt x="624541" y="100620"/>
                </a:cubicBezTo>
                <a:cubicBezTo>
                  <a:pt x="623385" y="100442"/>
                  <a:pt x="621916" y="100353"/>
                  <a:pt x="620137" y="100353"/>
                </a:cubicBezTo>
                <a:cubicBezTo>
                  <a:pt x="618357" y="100353"/>
                  <a:pt x="616489" y="100353"/>
                  <a:pt x="614533" y="100353"/>
                </a:cubicBezTo>
                <a:cubicBezTo>
                  <a:pt x="612575" y="100353"/>
                  <a:pt x="610707" y="100353"/>
                  <a:pt x="608927" y="100353"/>
                </a:cubicBezTo>
                <a:cubicBezTo>
                  <a:pt x="607147" y="100353"/>
                  <a:pt x="605679" y="100442"/>
                  <a:pt x="604523" y="100620"/>
                </a:cubicBezTo>
                <a:cubicBezTo>
                  <a:pt x="604878" y="93415"/>
                  <a:pt x="605145" y="86164"/>
                  <a:pt x="605323" y="78869"/>
                </a:cubicBezTo>
                <a:cubicBezTo>
                  <a:pt x="605502" y="71574"/>
                  <a:pt x="605592" y="63566"/>
                  <a:pt x="605592" y="54847"/>
                </a:cubicBezTo>
                <a:lnTo>
                  <a:pt x="605592" y="46172"/>
                </a:lnTo>
                <a:close/>
                <a:moveTo>
                  <a:pt x="721425" y="26956"/>
                </a:moveTo>
                <a:cubicBezTo>
                  <a:pt x="718578" y="19305"/>
                  <a:pt x="713196" y="15480"/>
                  <a:pt x="705277" y="15480"/>
                </a:cubicBezTo>
                <a:cubicBezTo>
                  <a:pt x="701184" y="15480"/>
                  <a:pt x="697848" y="16681"/>
                  <a:pt x="695267" y="19084"/>
                </a:cubicBezTo>
                <a:cubicBezTo>
                  <a:pt x="692688" y="21485"/>
                  <a:pt x="691398" y="24287"/>
                  <a:pt x="691398" y="27490"/>
                </a:cubicBezTo>
                <a:cubicBezTo>
                  <a:pt x="691398" y="30782"/>
                  <a:pt x="692399" y="33473"/>
                  <a:pt x="694400" y="35563"/>
                </a:cubicBezTo>
                <a:cubicBezTo>
                  <a:pt x="696402" y="37654"/>
                  <a:pt x="698915" y="39545"/>
                  <a:pt x="701940" y="41236"/>
                </a:cubicBezTo>
                <a:cubicBezTo>
                  <a:pt x="704966" y="42927"/>
                  <a:pt x="708214" y="44550"/>
                  <a:pt x="711683" y="46107"/>
                </a:cubicBezTo>
                <a:cubicBezTo>
                  <a:pt x="715153" y="47663"/>
                  <a:pt x="718400" y="49576"/>
                  <a:pt x="721425" y="51845"/>
                </a:cubicBezTo>
                <a:cubicBezTo>
                  <a:pt x="724449" y="54114"/>
                  <a:pt x="726962" y="56872"/>
                  <a:pt x="728963" y="60119"/>
                </a:cubicBezTo>
                <a:cubicBezTo>
                  <a:pt x="730965" y="63366"/>
                  <a:pt x="731967" y="67525"/>
                  <a:pt x="731967" y="72597"/>
                </a:cubicBezTo>
                <a:cubicBezTo>
                  <a:pt x="731967" y="77044"/>
                  <a:pt x="731122" y="81114"/>
                  <a:pt x="729431" y="84807"/>
                </a:cubicBezTo>
                <a:cubicBezTo>
                  <a:pt x="727741" y="88499"/>
                  <a:pt x="725339" y="91657"/>
                  <a:pt x="722225" y="94281"/>
                </a:cubicBezTo>
                <a:cubicBezTo>
                  <a:pt x="719111" y="96905"/>
                  <a:pt x="715396" y="98907"/>
                  <a:pt x="711081" y="100286"/>
                </a:cubicBezTo>
                <a:cubicBezTo>
                  <a:pt x="706766" y="101666"/>
                  <a:pt x="701940" y="102355"/>
                  <a:pt x="696603" y="102355"/>
                </a:cubicBezTo>
                <a:cubicBezTo>
                  <a:pt x="691799" y="102355"/>
                  <a:pt x="687506" y="101843"/>
                  <a:pt x="683725" y="100820"/>
                </a:cubicBezTo>
                <a:cubicBezTo>
                  <a:pt x="679945" y="99798"/>
                  <a:pt x="677076" y="98530"/>
                  <a:pt x="675118" y="97018"/>
                </a:cubicBezTo>
                <a:cubicBezTo>
                  <a:pt x="676007" y="93904"/>
                  <a:pt x="676763" y="91057"/>
                  <a:pt x="677386" y="88478"/>
                </a:cubicBezTo>
                <a:cubicBezTo>
                  <a:pt x="678010" y="85897"/>
                  <a:pt x="678543" y="83095"/>
                  <a:pt x="678987" y="80070"/>
                </a:cubicBezTo>
                <a:lnTo>
                  <a:pt x="681524" y="80070"/>
                </a:lnTo>
                <a:cubicBezTo>
                  <a:pt x="681880" y="82026"/>
                  <a:pt x="682546" y="83872"/>
                  <a:pt x="683524" y="85607"/>
                </a:cubicBezTo>
                <a:cubicBezTo>
                  <a:pt x="684503" y="87342"/>
                  <a:pt x="685748" y="88876"/>
                  <a:pt x="687260" y="90211"/>
                </a:cubicBezTo>
                <a:cubicBezTo>
                  <a:pt x="688774" y="91545"/>
                  <a:pt x="690598" y="92591"/>
                  <a:pt x="692732" y="93347"/>
                </a:cubicBezTo>
                <a:cubicBezTo>
                  <a:pt x="694867" y="94103"/>
                  <a:pt x="697270" y="94481"/>
                  <a:pt x="699940" y="94481"/>
                </a:cubicBezTo>
                <a:cubicBezTo>
                  <a:pt x="705278" y="94481"/>
                  <a:pt x="709214" y="93146"/>
                  <a:pt x="711749" y="90478"/>
                </a:cubicBezTo>
                <a:cubicBezTo>
                  <a:pt x="714284" y="87809"/>
                  <a:pt x="715552" y="84606"/>
                  <a:pt x="715552" y="80870"/>
                </a:cubicBezTo>
                <a:cubicBezTo>
                  <a:pt x="715552" y="77489"/>
                  <a:pt x="714574" y="74731"/>
                  <a:pt x="712616" y="72597"/>
                </a:cubicBezTo>
                <a:cubicBezTo>
                  <a:pt x="710660" y="70462"/>
                  <a:pt x="708214" y="68571"/>
                  <a:pt x="705277" y="66926"/>
                </a:cubicBezTo>
                <a:cubicBezTo>
                  <a:pt x="702341" y="65279"/>
                  <a:pt x="699138" y="63678"/>
                  <a:pt x="695668" y="62120"/>
                </a:cubicBezTo>
                <a:cubicBezTo>
                  <a:pt x="692198" y="60563"/>
                  <a:pt x="688995" y="58673"/>
                  <a:pt x="686059" y="56449"/>
                </a:cubicBezTo>
                <a:cubicBezTo>
                  <a:pt x="683124" y="54224"/>
                  <a:pt x="680678" y="51488"/>
                  <a:pt x="678720" y="48241"/>
                </a:cubicBezTo>
                <a:cubicBezTo>
                  <a:pt x="676764" y="44994"/>
                  <a:pt x="675786" y="40835"/>
                  <a:pt x="675786" y="35765"/>
                </a:cubicBezTo>
                <a:cubicBezTo>
                  <a:pt x="675786" y="31139"/>
                  <a:pt x="676609" y="27046"/>
                  <a:pt x="678254" y="23488"/>
                </a:cubicBezTo>
                <a:cubicBezTo>
                  <a:pt x="679899" y="19929"/>
                  <a:pt x="682101" y="16949"/>
                  <a:pt x="684860" y="14547"/>
                </a:cubicBezTo>
                <a:cubicBezTo>
                  <a:pt x="687618" y="12144"/>
                  <a:pt x="690799" y="10320"/>
                  <a:pt x="694402" y="9076"/>
                </a:cubicBezTo>
                <a:cubicBezTo>
                  <a:pt x="698004" y="7829"/>
                  <a:pt x="701807" y="7206"/>
                  <a:pt x="705811" y="7206"/>
                </a:cubicBezTo>
                <a:cubicBezTo>
                  <a:pt x="710615" y="7206"/>
                  <a:pt x="714819" y="7785"/>
                  <a:pt x="718421" y="8941"/>
                </a:cubicBezTo>
                <a:cubicBezTo>
                  <a:pt x="722024" y="10098"/>
                  <a:pt x="725116" y="11699"/>
                  <a:pt x="727697" y="13745"/>
                </a:cubicBezTo>
                <a:cubicBezTo>
                  <a:pt x="726896" y="15791"/>
                  <a:pt x="726206" y="17771"/>
                  <a:pt x="725628" y="19685"/>
                </a:cubicBezTo>
                <a:cubicBezTo>
                  <a:pt x="725049" y="21597"/>
                  <a:pt x="724316" y="24021"/>
                  <a:pt x="723427" y="26956"/>
                </a:cubicBezTo>
                <a:lnTo>
                  <a:pt x="721425" y="26956"/>
                </a:lnTo>
                <a:close/>
                <a:moveTo>
                  <a:pt x="792554" y="54847"/>
                </a:moveTo>
                <a:cubicBezTo>
                  <a:pt x="791841" y="50844"/>
                  <a:pt x="790439" y="47619"/>
                  <a:pt x="788349" y="45173"/>
                </a:cubicBezTo>
                <a:cubicBezTo>
                  <a:pt x="786258" y="42726"/>
                  <a:pt x="783167" y="41503"/>
                  <a:pt x="779074" y="41503"/>
                </a:cubicBezTo>
                <a:cubicBezTo>
                  <a:pt x="773736" y="41503"/>
                  <a:pt x="769733" y="43928"/>
                  <a:pt x="767064" y="48777"/>
                </a:cubicBezTo>
                <a:cubicBezTo>
                  <a:pt x="764395" y="53624"/>
                  <a:pt x="763060" y="60363"/>
                  <a:pt x="763060" y="68993"/>
                </a:cubicBezTo>
                <a:cubicBezTo>
                  <a:pt x="763060" y="77089"/>
                  <a:pt x="764751" y="83295"/>
                  <a:pt x="768131" y="87610"/>
                </a:cubicBezTo>
                <a:cubicBezTo>
                  <a:pt x="771512" y="91925"/>
                  <a:pt x="776450" y="94082"/>
                  <a:pt x="782945" y="94082"/>
                </a:cubicBezTo>
                <a:cubicBezTo>
                  <a:pt x="785703" y="94082"/>
                  <a:pt x="788372" y="93437"/>
                  <a:pt x="790951" y="92147"/>
                </a:cubicBezTo>
                <a:cubicBezTo>
                  <a:pt x="793532" y="90856"/>
                  <a:pt x="795445" y="89411"/>
                  <a:pt x="796689" y="87810"/>
                </a:cubicBezTo>
                <a:lnTo>
                  <a:pt x="798292" y="89144"/>
                </a:lnTo>
                <a:cubicBezTo>
                  <a:pt x="797669" y="90389"/>
                  <a:pt x="797135" y="91679"/>
                  <a:pt x="796689" y="93015"/>
                </a:cubicBezTo>
                <a:cubicBezTo>
                  <a:pt x="796244" y="94349"/>
                  <a:pt x="795800" y="95684"/>
                  <a:pt x="795356" y="97018"/>
                </a:cubicBezTo>
                <a:cubicBezTo>
                  <a:pt x="793398" y="98530"/>
                  <a:pt x="790929" y="99798"/>
                  <a:pt x="787948" y="100820"/>
                </a:cubicBezTo>
                <a:cubicBezTo>
                  <a:pt x="784968" y="101843"/>
                  <a:pt x="781432" y="102355"/>
                  <a:pt x="777339" y="102355"/>
                </a:cubicBezTo>
                <a:cubicBezTo>
                  <a:pt x="770844" y="102355"/>
                  <a:pt x="765373" y="101421"/>
                  <a:pt x="760924" y="99553"/>
                </a:cubicBezTo>
                <a:cubicBezTo>
                  <a:pt x="756477" y="97685"/>
                  <a:pt x="752897" y="95150"/>
                  <a:pt x="750183" y="91948"/>
                </a:cubicBezTo>
                <a:cubicBezTo>
                  <a:pt x="747469" y="88744"/>
                  <a:pt x="745534" y="85118"/>
                  <a:pt x="744378" y="81070"/>
                </a:cubicBezTo>
                <a:cubicBezTo>
                  <a:pt x="743221" y="77022"/>
                  <a:pt x="742643" y="72952"/>
                  <a:pt x="742643" y="68861"/>
                </a:cubicBezTo>
                <a:cubicBezTo>
                  <a:pt x="742643" y="63967"/>
                  <a:pt x="743465" y="59429"/>
                  <a:pt x="745111" y="55248"/>
                </a:cubicBezTo>
                <a:cubicBezTo>
                  <a:pt x="746757" y="51067"/>
                  <a:pt x="749115" y="47464"/>
                  <a:pt x="752185" y="44440"/>
                </a:cubicBezTo>
                <a:cubicBezTo>
                  <a:pt x="755254" y="41414"/>
                  <a:pt x="758968" y="39033"/>
                  <a:pt x="763327" y="37298"/>
                </a:cubicBezTo>
                <a:cubicBezTo>
                  <a:pt x="767686" y="35563"/>
                  <a:pt x="772535" y="34696"/>
                  <a:pt x="777874" y="34696"/>
                </a:cubicBezTo>
                <a:cubicBezTo>
                  <a:pt x="782945" y="34696"/>
                  <a:pt x="787236" y="35274"/>
                  <a:pt x="790750" y="36431"/>
                </a:cubicBezTo>
                <a:cubicBezTo>
                  <a:pt x="794264" y="37587"/>
                  <a:pt x="797623" y="39100"/>
                  <a:pt x="800827" y="40968"/>
                </a:cubicBezTo>
                <a:cubicBezTo>
                  <a:pt x="799759" y="42747"/>
                  <a:pt x="798758" y="44928"/>
                  <a:pt x="797824" y="47508"/>
                </a:cubicBezTo>
                <a:cubicBezTo>
                  <a:pt x="796890" y="50087"/>
                  <a:pt x="796200" y="52534"/>
                  <a:pt x="795755" y="54847"/>
                </a:cubicBezTo>
                <a:lnTo>
                  <a:pt x="792554" y="54847"/>
                </a:lnTo>
                <a:close/>
                <a:moveTo>
                  <a:pt x="827783" y="68726"/>
                </a:moveTo>
                <a:cubicBezTo>
                  <a:pt x="827783" y="72284"/>
                  <a:pt x="828139" y="75620"/>
                  <a:pt x="828850" y="78734"/>
                </a:cubicBezTo>
                <a:cubicBezTo>
                  <a:pt x="829563" y="81849"/>
                  <a:pt x="830653" y="84540"/>
                  <a:pt x="832121" y="86808"/>
                </a:cubicBezTo>
                <a:cubicBezTo>
                  <a:pt x="833588" y="89077"/>
                  <a:pt x="835456" y="90856"/>
                  <a:pt x="837724" y="92147"/>
                </a:cubicBezTo>
                <a:cubicBezTo>
                  <a:pt x="839994" y="93437"/>
                  <a:pt x="842641" y="94082"/>
                  <a:pt x="845666" y="94082"/>
                </a:cubicBezTo>
                <a:cubicBezTo>
                  <a:pt x="851804" y="94082"/>
                  <a:pt x="857276" y="92080"/>
                  <a:pt x="862080" y="88077"/>
                </a:cubicBezTo>
                <a:lnTo>
                  <a:pt x="863681" y="89278"/>
                </a:lnTo>
                <a:lnTo>
                  <a:pt x="860744" y="96751"/>
                </a:lnTo>
                <a:cubicBezTo>
                  <a:pt x="858521" y="98441"/>
                  <a:pt x="855852" y="99798"/>
                  <a:pt x="852738" y="100820"/>
                </a:cubicBezTo>
                <a:cubicBezTo>
                  <a:pt x="849624" y="101843"/>
                  <a:pt x="845531" y="102355"/>
                  <a:pt x="840461" y="102355"/>
                </a:cubicBezTo>
                <a:cubicBezTo>
                  <a:pt x="836102" y="102355"/>
                  <a:pt x="831965" y="101754"/>
                  <a:pt x="828050" y="100553"/>
                </a:cubicBezTo>
                <a:cubicBezTo>
                  <a:pt x="824136" y="99353"/>
                  <a:pt x="820689" y="97374"/>
                  <a:pt x="817708" y="94615"/>
                </a:cubicBezTo>
                <a:cubicBezTo>
                  <a:pt x="814728" y="91857"/>
                  <a:pt x="812371" y="88365"/>
                  <a:pt x="810636" y="84139"/>
                </a:cubicBezTo>
                <a:cubicBezTo>
                  <a:pt x="808901" y="79913"/>
                  <a:pt x="808033" y="74864"/>
                  <a:pt x="808033" y="68993"/>
                </a:cubicBezTo>
                <a:cubicBezTo>
                  <a:pt x="808033" y="63210"/>
                  <a:pt x="808811" y="58184"/>
                  <a:pt x="810367" y="53914"/>
                </a:cubicBezTo>
                <a:cubicBezTo>
                  <a:pt x="811924" y="49644"/>
                  <a:pt x="814082" y="46085"/>
                  <a:pt x="816840" y="43238"/>
                </a:cubicBezTo>
                <a:cubicBezTo>
                  <a:pt x="819599" y="40390"/>
                  <a:pt x="822868" y="38255"/>
                  <a:pt x="826649" y="36832"/>
                </a:cubicBezTo>
                <a:cubicBezTo>
                  <a:pt x="830430" y="35408"/>
                  <a:pt x="834544" y="34696"/>
                  <a:pt x="838993" y="34696"/>
                </a:cubicBezTo>
                <a:cubicBezTo>
                  <a:pt x="847800" y="34696"/>
                  <a:pt x="854539" y="37276"/>
                  <a:pt x="859209" y="42436"/>
                </a:cubicBezTo>
                <a:cubicBezTo>
                  <a:pt x="863880" y="47596"/>
                  <a:pt x="866216" y="54891"/>
                  <a:pt x="866216" y="64322"/>
                </a:cubicBezTo>
                <a:lnTo>
                  <a:pt x="866216" y="67126"/>
                </a:lnTo>
                <a:cubicBezTo>
                  <a:pt x="866216" y="67925"/>
                  <a:pt x="866172" y="68459"/>
                  <a:pt x="866083" y="68726"/>
                </a:cubicBezTo>
                <a:lnTo>
                  <a:pt x="827783" y="68726"/>
                </a:lnTo>
                <a:moveTo>
                  <a:pt x="848335" y="62721"/>
                </a:moveTo>
                <a:cubicBezTo>
                  <a:pt x="848156" y="56049"/>
                  <a:pt x="847333" y="50711"/>
                  <a:pt x="845865" y="46708"/>
                </a:cubicBezTo>
                <a:cubicBezTo>
                  <a:pt x="844398" y="42703"/>
                  <a:pt x="841929" y="40701"/>
                  <a:pt x="838459" y="40701"/>
                </a:cubicBezTo>
                <a:cubicBezTo>
                  <a:pt x="836502" y="40701"/>
                  <a:pt x="834856" y="41368"/>
                  <a:pt x="833521" y="42703"/>
                </a:cubicBezTo>
                <a:cubicBezTo>
                  <a:pt x="832187" y="44037"/>
                  <a:pt x="831119" y="45750"/>
                  <a:pt x="830318" y="47842"/>
                </a:cubicBezTo>
                <a:cubicBezTo>
                  <a:pt x="829517" y="49933"/>
                  <a:pt x="828917" y="52290"/>
                  <a:pt x="828516" y="54914"/>
                </a:cubicBezTo>
                <a:cubicBezTo>
                  <a:pt x="828117" y="57538"/>
                  <a:pt x="827873" y="60141"/>
                  <a:pt x="827783" y="62721"/>
                </a:cubicBezTo>
                <a:lnTo>
                  <a:pt x="848335" y="62721"/>
                </a:lnTo>
                <a:close/>
                <a:moveTo>
                  <a:pt x="896377" y="46439"/>
                </a:moveTo>
                <a:cubicBezTo>
                  <a:pt x="898868" y="42703"/>
                  <a:pt x="901781" y="39812"/>
                  <a:pt x="905117" y="37767"/>
                </a:cubicBezTo>
                <a:cubicBezTo>
                  <a:pt x="908454" y="35720"/>
                  <a:pt x="912257" y="34696"/>
                  <a:pt x="916526" y="34696"/>
                </a:cubicBezTo>
                <a:cubicBezTo>
                  <a:pt x="923200" y="34696"/>
                  <a:pt x="928338" y="36631"/>
                  <a:pt x="931941" y="40501"/>
                </a:cubicBezTo>
                <a:cubicBezTo>
                  <a:pt x="935543" y="44372"/>
                  <a:pt x="937345" y="50622"/>
                  <a:pt x="937345" y="59251"/>
                </a:cubicBezTo>
                <a:cubicBezTo>
                  <a:pt x="937345" y="63788"/>
                  <a:pt x="937256" y="67791"/>
                  <a:pt x="937078" y="71261"/>
                </a:cubicBezTo>
                <a:cubicBezTo>
                  <a:pt x="936900" y="74731"/>
                  <a:pt x="936811" y="78201"/>
                  <a:pt x="936811" y="81671"/>
                </a:cubicBezTo>
                <a:cubicBezTo>
                  <a:pt x="936811" y="84517"/>
                  <a:pt x="936878" y="87609"/>
                  <a:pt x="937011" y="90946"/>
                </a:cubicBezTo>
                <a:cubicBezTo>
                  <a:pt x="937145" y="94281"/>
                  <a:pt x="937301" y="97506"/>
                  <a:pt x="937479" y="100620"/>
                </a:cubicBezTo>
                <a:cubicBezTo>
                  <a:pt x="936323" y="100442"/>
                  <a:pt x="934854" y="100353"/>
                  <a:pt x="933075" y="100353"/>
                </a:cubicBezTo>
                <a:cubicBezTo>
                  <a:pt x="931295" y="100353"/>
                  <a:pt x="929426" y="100353"/>
                  <a:pt x="927469" y="100353"/>
                </a:cubicBezTo>
                <a:cubicBezTo>
                  <a:pt x="925513" y="100353"/>
                  <a:pt x="923645" y="100353"/>
                  <a:pt x="921865" y="100353"/>
                </a:cubicBezTo>
                <a:cubicBezTo>
                  <a:pt x="920085" y="100353"/>
                  <a:pt x="918617" y="100442"/>
                  <a:pt x="917461" y="100620"/>
                </a:cubicBezTo>
                <a:cubicBezTo>
                  <a:pt x="918084" y="95994"/>
                  <a:pt x="918484" y="90545"/>
                  <a:pt x="918662" y="84273"/>
                </a:cubicBezTo>
                <a:cubicBezTo>
                  <a:pt x="918840" y="78001"/>
                  <a:pt x="918929" y="70817"/>
                  <a:pt x="918929" y="62721"/>
                </a:cubicBezTo>
                <a:cubicBezTo>
                  <a:pt x="918929" y="57116"/>
                  <a:pt x="917972" y="53001"/>
                  <a:pt x="916060" y="50377"/>
                </a:cubicBezTo>
                <a:cubicBezTo>
                  <a:pt x="914147" y="47752"/>
                  <a:pt x="911456" y="46439"/>
                  <a:pt x="907986" y="46439"/>
                </a:cubicBezTo>
                <a:cubicBezTo>
                  <a:pt x="903983" y="46439"/>
                  <a:pt x="901047" y="48174"/>
                  <a:pt x="899179" y="51644"/>
                </a:cubicBezTo>
                <a:cubicBezTo>
                  <a:pt x="897311" y="55114"/>
                  <a:pt x="896377" y="59918"/>
                  <a:pt x="896377" y="66057"/>
                </a:cubicBezTo>
                <a:lnTo>
                  <a:pt x="896377" y="71396"/>
                </a:lnTo>
                <a:cubicBezTo>
                  <a:pt x="896377" y="76822"/>
                  <a:pt x="896444" y="81937"/>
                  <a:pt x="896577" y="86741"/>
                </a:cubicBezTo>
                <a:cubicBezTo>
                  <a:pt x="896710" y="91545"/>
                  <a:pt x="896999" y="96172"/>
                  <a:pt x="897444" y="100620"/>
                </a:cubicBezTo>
                <a:cubicBezTo>
                  <a:pt x="896288" y="100442"/>
                  <a:pt x="894842" y="100353"/>
                  <a:pt x="893107" y="100353"/>
                </a:cubicBezTo>
                <a:cubicBezTo>
                  <a:pt x="891372" y="100353"/>
                  <a:pt x="889482" y="100353"/>
                  <a:pt x="887436" y="100353"/>
                </a:cubicBezTo>
                <a:cubicBezTo>
                  <a:pt x="885389" y="100353"/>
                  <a:pt x="883520" y="100353"/>
                  <a:pt x="881830" y="100353"/>
                </a:cubicBezTo>
                <a:cubicBezTo>
                  <a:pt x="880140" y="100353"/>
                  <a:pt x="878672" y="100442"/>
                  <a:pt x="877426" y="100620"/>
                </a:cubicBezTo>
                <a:cubicBezTo>
                  <a:pt x="877871" y="96172"/>
                  <a:pt x="878160" y="91545"/>
                  <a:pt x="878293" y="86741"/>
                </a:cubicBezTo>
                <a:cubicBezTo>
                  <a:pt x="878427" y="81937"/>
                  <a:pt x="878495" y="76822"/>
                  <a:pt x="878495" y="71396"/>
                </a:cubicBezTo>
                <a:lnTo>
                  <a:pt x="878495" y="66057"/>
                </a:lnTo>
                <a:cubicBezTo>
                  <a:pt x="878495" y="60631"/>
                  <a:pt x="878427" y="55538"/>
                  <a:pt x="878293" y="50778"/>
                </a:cubicBezTo>
                <a:cubicBezTo>
                  <a:pt x="878160" y="46018"/>
                  <a:pt x="877871" y="41235"/>
                  <a:pt x="877426" y="36431"/>
                </a:cubicBezTo>
                <a:cubicBezTo>
                  <a:pt x="879027" y="36609"/>
                  <a:pt x="880607" y="36765"/>
                  <a:pt x="882164" y="36899"/>
                </a:cubicBezTo>
                <a:cubicBezTo>
                  <a:pt x="883721" y="37032"/>
                  <a:pt x="885300" y="37099"/>
                  <a:pt x="886900" y="37099"/>
                </a:cubicBezTo>
                <a:cubicBezTo>
                  <a:pt x="888502" y="37099"/>
                  <a:pt x="890082" y="37032"/>
                  <a:pt x="891639" y="36899"/>
                </a:cubicBezTo>
                <a:cubicBezTo>
                  <a:pt x="893196" y="36765"/>
                  <a:pt x="894864" y="36609"/>
                  <a:pt x="896644" y="36431"/>
                </a:cubicBezTo>
                <a:lnTo>
                  <a:pt x="896108" y="46439"/>
                </a:lnTo>
                <a:lnTo>
                  <a:pt x="896377" y="46439"/>
                </a:lnTo>
                <a:close/>
                <a:moveTo>
                  <a:pt x="983918" y="80337"/>
                </a:moveTo>
                <a:cubicBezTo>
                  <a:pt x="983918" y="76511"/>
                  <a:pt x="983941" y="73598"/>
                  <a:pt x="983986" y="71595"/>
                </a:cubicBezTo>
                <a:cubicBezTo>
                  <a:pt x="984030" y="69593"/>
                  <a:pt x="984053" y="67836"/>
                  <a:pt x="984053" y="66323"/>
                </a:cubicBezTo>
                <a:cubicBezTo>
                  <a:pt x="982184" y="67392"/>
                  <a:pt x="980204" y="68260"/>
                  <a:pt x="978113" y="68928"/>
                </a:cubicBezTo>
                <a:cubicBezTo>
                  <a:pt x="976022" y="69594"/>
                  <a:pt x="974110" y="70439"/>
                  <a:pt x="972375" y="71463"/>
                </a:cubicBezTo>
                <a:cubicBezTo>
                  <a:pt x="970640" y="72485"/>
                  <a:pt x="969217" y="73886"/>
                  <a:pt x="968105" y="75666"/>
                </a:cubicBezTo>
                <a:cubicBezTo>
                  <a:pt x="966993" y="77445"/>
                  <a:pt x="966437" y="80025"/>
                  <a:pt x="966437" y="83406"/>
                </a:cubicBezTo>
                <a:cubicBezTo>
                  <a:pt x="966437" y="86698"/>
                  <a:pt x="967127" y="89211"/>
                  <a:pt x="968506" y="90946"/>
                </a:cubicBezTo>
                <a:cubicBezTo>
                  <a:pt x="969885" y="92681"/>
                  <a:pt x="971731" y="93548"/>
                  <a:pt x="974043" y="93548"/>
                </a:cubicBezTo>
                <a:cubicBezTo>
                  <a:pt x="976979" y="93548"/>
                  <a:pt x="979359" y="92436"/>
                  <a:pt x="981182" y="90213"/>
                </a:cubicBezTo>
                <a:cubicBezTo>
                  <a:pt x="983006" y="87988"/>
                  <a:pt x="983918" y="84696"/>
                  <a:pt x="983918" y="80337"/>
                </a:cubicBezTo>
                <a:moveTo>
                  <a:pt x="952291" y="44038"/>
                </a:moveTo>
                <a:cubicBezTo>
                  <a:pt x="956028" y="41014"/>
                  <a:pt x="960054" y="38701"/>
                  <a:pt x="964368" y="37099"/>
                </a:cubicBezTo>
                <a:cubicBezTo>
                  <a:pt x="968684" y="35497"/>
                  <a:pt x="972976" y="34696"/>
                  <a:pt x="977246" y="34696"/>
                </a:cubicBezTo>
                <a:cubicBezTo>
                  <a:pt x="980805" y="34696"/>
                  <a:pt x="984075" y="35096"/>
                  <a:pt x="987054" y="35897"/>
                </a:cubicBezTo>
                <a:cubicBezTo>
                  <a:pt x="990035" y="36698"/>
                  <a:pt x="992615" y="37966"/>
                  <a:pt x="994794" y="39701"/>
                </a:cubicBezTo>
                <a:cubicBezTo>
                  <a:pt x="996974" y="41436"/>
                  <a:pt x="998664" y="43683"/>
                  <a:pt x="999864" y="46441"/>
                </a:cubicBezTo>
                <a:cubicBezTo>
                  <a:pt x="1001066" y="49198"/>
                  <a:pt x="1001667" y="52534"/>
                  <a:pt x="1001667" y="56449"/>
                </a:cubicBezTo>
                <a:cubicBezTo>
                  <a:pt x="1001667" y="62143"/>
                  <a:pt x="1001600" y="67414"/>
                  <a:pt x="1001467" y="72263"/>
                </a:cubicBezTo>
                <a:cubicBezTo>
                  <a:pt x="1001334" y="77111"/>
                  <a:pt x="1001267" y="81937"/>
                  <a:pt x="1001267" y="86741"/>
                </a:cubicBezTo>
                <a:cubicBezTo>
                  <a:pt x="1001267" y="88876"/>
                  <a:pt x="1001423" y="90545"/>
                  <a:pt x="1001734" y="91746"/>
                </a:cubicBezTo>
                <a:cubicBezTo>
                  <a:pt x="1002046" y="92948"/>
                  <a:pt x="1002513" y="93860"/>
                  <a:pt x="1003135" y="94483"/>
                </a:cubicBezTo>
                <a:cubicBezTo>
                  <a:pt x="1003758" y="95105"/>
                  <a:pt x="1004580" y="95504"/>
                  <a:pt x="1005603" y="95682"/>
                </a:cubicBezTo>
                <a:cubicBezTo>
                  <a:pt x="1006626" y="95860"/>
                  <a:pt x="1007805" y="95949"/>
                  <a:pt x="1009140" y="95949"/>
                </a:cubicBezTo>
                <a:lnTo>
                  <a:pt x="1009140" y="99152"/>
                </a:lnTo>
                <a:cubicBezTo>
                  <a:pt x="1006560" y="100220"/>
                  <a:pt x="1004381" y="101021"/>
                  <a:pt x="1002601" y="101555"/>
                </a:cubicBezTo>
                <a:cubicBezTo>
                  <a:pt x="1000821" y="102088"/>
                  <a:pt x="998909" y="102355"/>
                  <a:pt x="996863" y="102355"/>
                </a:cubicBezTo>
                <a:cubicBezTo>
                  <a:pt x="993571" y="102355"/>
                  <a:pt x="990902" y="101555"/>
                  <a:pt x="988856" y="99954"/>
                </a:cubicBezTo>
                <a:cubicBezTo>
                  <a:pt x="986811" y="98352"/>
                  <a:pt x="985254" y="96039"/>
                  <a:pt x="984185" y="93015"/>
                </a:cubicBezTo>
                <a:cubicBezTo>
                  <a:pt x="982139" y="95861"/>
                  <a:pt x="979760" y="98130"/>
                  <a:pt x="977046" y="99820"/>
                </a:cubicBezTo>
                <a:cubicBezTo>
                  <a:pt x="974332" y="101510"/>
                  <a:pt x="970930" y="102355"/>
                  <a:pt x="966838" y="102355"/>
                </a:cubicBezTo>
                <a:cubicBezTo>
                  <a:pt x="963457" y="102355"/>
                  <a:pt x="960564" y="101910"/>
                  <a:pt x="958162" y="101019"/>
                </a:cubicBezTo>
                <a:cubicBezTo>
                  <a:pt x="955760" y="100130"/>
                  <a:pt x="953781" y="98863"/>
                  <a:pt x="952224" y="97218"/>
                </a:cubicBezTo>
                <a:cubicBezTo>
                  <a:pt x="950667" y="95571"/>
                  <a:pt x="949533" y="93702"/>
                  <a:pt x="948821" y="91612"/>
                </a:cubicBezTo>
                <a:cubicBezTo>
                  <a:pt x="948110" y="89521"/>
                  <a:pt x="947754" y="87408"/>
                  <a:pt x="947754" y="85273"/>
                </a:cubicBezTo>
                <a:cubicBezTo>
                  <a:pt x="947754" y="82338"/>
                  <a:pt x="948221" y="79803"/>
                  <a:pt x="949155" y="77667"/>
                </a:cubicBezTo>
                <a:cubicBezTo>
                  <a:pt x="950089" y="75532"/>
                  <a:pt x="951424" y="73708"/>
                  <a:pt x="953159" y="72196"/>
                </a:cubicBezTo>
                <a:cubicBezTo>
                  <a:pt x="954893" y="70684"/>
                  <a:pt x="956962" y="69416"/>
                  <a:pt x="959363" y="68392"/>
                </a:cubicBezTo>
                <a:cubicBezTo>
                  <a:pt x="961766" y="67369"/>
                  <a:pt x="964480" y="66501"/>
                  <a:pt x="967504" y="65790"/>
                </a:cubicBezTo>
                <a:cubicBezTo>
                  <a:pt x="971241" y="64901"/>
                  <a:pt x="974199" y="64123"/>
                  <a:pt x="976378" y="63456"/>
                </a:cubicBezTo>
                <a:cubicBezTo>
                  <a:pt x="978558" y="62788"/>
                  <a:pt x="980182" y="62121"/>
                  <a:pt x="981249" y="61455"/>
                </a:cubicBezTo>
                <a:cubicBezTo>
                  <a:pt x="982317" y="60787"/>
                  <a:pt x="983007" y="60052"/>
                  <a:pt x="983318" y="59251"/>
                </a:cubicBezTo>
                <a:cubicBezTo>
                  <a:pt x="983630" y="58450"/>
                  <a:pt x="983786" y="57472"/>
                  <a:pt x="983786" y="56315"/>
                </a:cubicBezTo>
                <a:cubicBezTo>
                  <a:pt x="983786" y="53113"/>
                  <a:pt x="982651" y="50377"/>
                  <a:pt x="980381" y="48109"/>
                </a:cubicBezTo>
                <a:cubicBezTo>
                  <a:pt x="978113" y="45839"/>
                  <a:pt x="974977" y="44704"/>
                  <a:pt x="970974" y="44704"/>
                </a:cubicBezTo>
                <a:cubicBezTo>
                  <a:pt x="969462" y="44704"/>
                  <a:pt x="967905" y="44904"/>
                  <a:pt x="966303" y="45305"/>
                </a:cubicBezTo>
                <a:cubicBezTo>
                  <a:pt x="964702" y="45705"/>
                  <a:pt x="963167" y="46262"/>
                  <a:pt x="961699" y="46975"/>
                </a:cubicBezTo>
                <a:cubicBezTo>
                  <a:pt x="960231" y="47686"/>
                  <a:pt x="958897" y="48465"/>
                  <a:pt x="957695" y="49310"/>
                </a:cubicBezTo>
                <a:cubicBezTo>
                  <a:pt x="956495" y="50155"/>
                  <a:pt x="955584" y="51066"/>
                  <a:pt x="954961" y="52045"/>
                </a:cubicBezTo>
                <a:lnTo>
                  <a:pt x="954026" y="52045"/>
                </a:lnTo>
                <a:lnTo>
                  <a:pt x="952291" y="44038"/>
                </a:lnTo>
                <a:close/>
                <a:moveTo>
                  <a:pt x="1037566" y="52980"/>
                </a:moveTo>
                <a:cubicBezTo>
                  <a:pt x="1039879" y="46841"/>
                  <a:pt x="1042681" y="42326"/>
                  <a:pt x="1045972" y="39434"/>
                </a:cubicBezTo>
                <a:cubicBezTo>
                  <a:pt x="1049264" y="36543"/>
                  <a:pt x="1053179" y="35097"/>
                  <a:pt x="1057717" y="35097"/>
                </a:cubicBezTo>
                <a:cubicBezTo>
                  <a:pt x="1058161" y="35097"/>
                  <a:pt x="1058538" y="35120"/>
                  <a:pt x="1058849" y="35164"/>
                </a:cubicBezTo>
                <a:cubicBezTo>
                  <a:pt x="1059161" y="35208"/>
                  <a:pt x="1059495" y="35229"/>
                  <a:pt x="1059851" y="35229"/>
                </a:cubicBezTo>
                <a:cubicBezTo>
                  <a:pt x="1059583" y="36564"/>
                  <a:pt x="1059383" y="37988"/>
                  <a:pt x="1059250" y="39502"/>
                </a:cubicBezTo>
                <a:cubicBezTo>
                  <a:pt x="1059117" y="41014"/>
                  <a:pt x="1059051" y="42793"/>
                  <a:pt x="1059051" y="44839"/>
                </a:cubicBezTo>
                <a:lnTo>
                  <a:pt x="1059051" y="49109"/>
                </a:lnTo>
                <a:cubicBezTo>
                  <a:pt x="1059051" y="49820"/>
                  <a:pt x="1059051" y="50576"/>
                  <a:pt x="1059051" y="51377"/>
                </a:cubicBezTo>
                <a:cubicBezTo>
                  <a:pt x="1059051" y="52178"/>
                  <a:pt x="1059095" y="52934"/>
                  <a:pt x="1059183" y="53646"/>
                </a:cubicBezTo>
                <a:lnTo>
                  <a:pt x="1057984" y="54715"/>
                </a:lnTo>
                <a:cubicBezTo>
                  <a:pt x="1057093" y="54180"/>
                  <a:pt x="1056092" y="53734"/>
                  <a:pt x="1054980" y="53379"/>
                </a:cubicBezTo>
                <a:cubicBezTo>
                  <a:pt x="1053868" y="53023"/>
                  <a:pt x="1052600" y="52845"/>
                  <a:pt x="1051176" y="52845"/>
                </a:cubicBezTo>
                <a:cubicBezTo>
                  <a:pt x="1047173" y="52845"/>
                  <a:pt x="1044015" y="54158"/>
                  <a:pt x="1041702" y="56783"/>
                </a:cubicBezTo>
                <a:cubicBezTo>
                  <a:pt x="1039388" y="59407"/>
                  <a:pt x="1038232" y="62499"/>
                  <a:pt x="1038232" y="66057"/>
                </a:cubicBezTo>
                <a:lnTo>
                  <a:pt x="1038232" y="71396"/>
                </a:lnTo>
                <a:cubicBezTo>
                  <a:pt x="1038232" y="76822"/>
                  <a:pt x="1038298" y="81937"/>
                  <a:pt x="1038431" y="86741"/>
                </a:cubicBezTo>
                <a:cubicBezTo>
                  <a:pt x="1038566" y="91545"/>
                  <a:pt x="1038856" y="96172"/>
                  <a:pt x="1039301" y="100620"/>
                </a:cubicBezTo>
                <a:cubicBezTo>
                  <a:pt x="1038144" y="100442"/>
                  <a:pt x="1036699" y="100353"/>
                  <a:pt x="1034964" y="100353"/>
                </a:cubicBezTo>
                <a:cubicBezTo>
                  <a:pt x="1033229" y="100353"/>
                  <a:pt x="1031338" y="100353"/>
                  <a:pt x="1029291" y="100353"/>
                </a:cubicBezTo>
                <a:cubicBezTo>
                  <a:pt x="1027245" y="100353"/>
                  <a:pt x="1025377" y="100353"/>
                  <a:pt x="1023687" y="100353"/>
                </a:cubicBezTo>
                <a:cubicBezTo>
                  <a:pt x="1021997" y="100353"/>
                  <a:pt x="1020529" y="100442"/>
                  <a:pt x="1019282" y="100620"/>
                </a:cubicBezTo>
                <a:cubicBezTo>
                  <a:pt x="1019728" y="96172"/>
                  <a:pt x="1020017" y="91545"/>
                  <a:pt x="1020150" y="86741"/>
                </a:cubicBezTo>
                <a:cubicBezTo>
                  <a:pt x="1020283" y="81937"/>
                  <a:pt x="1020349" y="76822"/>
                  <a:pt x="1020349" y="71396"/>
                </a:cubicBezTo>
                <a:lnTo>
                  <a:pt x="1020349" y="66057"/>
                </a:lnTo>
                <a:cubicBezTo>
                  <a:pt x="1020349" y="60631"/>
                  <a:pt x="1020283" y="55538"/>
                  <a:pt x="1020150" y="50778"/>
                </a:cubicBezTo>
                <a:cubicBezTo>
                  <a:pt x="1020017" y="46018"/>
                  <a:pt x="1019728" y="41235"/>
                  <a:pt x="1019282" y="36431"/>
                </a:cubicBezTo>
                <a:cubicBezTo>
                  <a:pt x="1020795" y="36609"/>
                  <a:pt x="1022329" y="36765"/>
                  <a:pt x="1023886" y="36899"/>
                </a:cubicBezTo>
                <a:cubicBezTo>
                  <a:pt x="1025443" y="37032"/>
                  <a:pt x="1026978" y="37099"/>
                  <a:pt x="1028490" y="37099"/>
                </a:cubicBezTo>
                <a:cubicBezTo>
                  <a:pt x="1030003" y="37099"/>
                  <a:pt x="1031537" y="37032"/>
                  <a:pt x="1033094" y="36899"/>
                </a:cubicBezTo>
                <a:cubicBezTo>
                  <a:pt x="1034651" y="36765"/>
                  <a:pt x="1036186" y="36609"/>
                  <a:pt x="1037698" y="36431"/>
                </a:cubicBezTo>
                <a:lnTo>
                  <a:pt x="1037299" y="52713"/>
                </a:lnTo>
                <a:lnTo>
                  <a:pt x="1037566" y="52980"/>
                </a:lnTo>
                <a:close/>
                <a:moveTo>
                  <a:pt x="1071194" y="11210"/>
                </a:moveTo>
                <a:cubicBezTo>
                  <a:pt x="1071194" y="8273"/>
                  <a:pt x="1072217" y="5782"/>
                  <a:pt x="1074263" y="3737"/>
                </a:cubicBezTo>
                <a:cubicBezTo>
                  <a:pt x="1076310" y="1691"/>
                  <a:pt x="1078801" y="668"/>
                  <a:pt x="1081738" y="668"/>
                </a:cubicBezTo>
                <a:cubicBezTo>
                  <a:pt x="1084673" y="668"/>
                  <a:pt x="1087163" y="1691"/>
                  <a:pt x="1089209" y="3737"/>
                </a:cubicBezTo>
                <a:cubicBezTo>
                  <a:pt x="1091256" y="5782"/>
                  <a:pt x="1092280" y="8273"/>
                  <a:pt x="1092280" y="11210"/>
                </a:cubicBezTo>
                <a:cubicBezTo>
                  <a:pt x="1092280" y="14146"/>
                  <a:pt x="1091256" y="16637"/>
                  <a:pt x="1089209" y="18683"/>
                </a:cubicBezTo>
                <a:cubicBezTo>
                  <a:pt x="1087163" y="20729"/>
                  <a:pt x="1084673" y="21751"/>
                  <a:pt x="1081738" y="21751"/>
                </a:cubicBezTo>
                <a:cubicBezTo>
                  <a:pt x="1078801" y="21751"/>
                  <a:pt x="1076310" y="20729"/>
                  <a:pt x="1074263" y="18683"/>
                </a:cubicBezTo>
                <a:cubicBezTo>
                  <a:pt x="1072217" y="16637"/>
                  <a:pt x="1071194" y="14146"/>
                  <a:pt x="1071194" y="11210"/>
                </a:cubicBezTo>
                <a:moveTo>
                  <a:pt x="1072796" y="66057"/>
                </a:moveTo>
                <a:cubicBezTo>
                  <a:pt x="1072796" y="60631"/>
                  <a:pt x="1072729" y="55538"/>
                  <a:pt x="1072595" y="50778"/>
                </a:cubicBezTo>
                <a:cubicBezTo>
                  <a:pt x="1072462" y="46018"/>
                  <a:pt x="1072173" y="41235"/>
                  <a:pt x="1071727" y="36431"/>
                </a:cubicBezTo>
                <a:cubicBezTo>
                  <a:pt x="1072974" y="36609"/>
                  <a:pt x="1074442" y="36765"/>
                  <a:pt x="1076132" y="36899"/>
                </a:cubicBezTo>
                <a:cubicBezTo>
                  <a:pt x="1077822" y="37032"/>
                  <a:pt x="1079691" y="37099"/>
                  <a:pt x="1081738" y="37099"/>
                </a:cubicBezTo>
                <a:cubicBezTo>
                  <a:pt x="1085919" y="37099"/>
                  <a:pt x="1089255" y="36876"/>
                  <a:pt x="1091746" y="36431"/>
                </a:cubicBezTo>
                <a:cubicBezTo>
                  <a:pt x="1091301" y="41235"/>
                  <a:pt x="1091011" y="46018"/>
                  <a:pt x="1090877" y="50778"/>
                </a:cubicBezTo>
                <a:cubicBezTo>
                  <a:pt x="1090743" y="55538"/>
                  <a:pt x="1090677" y="60631"/>
                  <a:pt x="1090677" y="66057"/>
                </a:cubicBezTo>
                <a:lnTo>
                  <a:pt x="1090677" y="71396"/>
                </a:lnTo>
                <a:cubicBezTo>
                  <a:pt x="1090677" y="76822"/>
                  <a:pt x="1090743" y="81937"/>
                  <a:pt x="1090877" y="86741"/>
                </a:cubicBezTo>
                <a:cubicBezTo>
                  <a:pt x="1091011" y="91545"/>
                  <a:pt x="1091301" y="96172"/>
                  <a:pt x="1091746" y="100620"/>
                </a:cubicBezTo>
                <a:cubicBezTo>
                  <a:pt x="1090589" y="100442"/>
                  <a:pt x="1089144" y="100353"/>
                  <a:pt x="1087409" y="100353"/>
                </a:cubicBezTo>
                <a:cubicBezTo>
                  <a:pt x="1085674" y="100353"/>
                  <a:pt x="1083784" y="100353"/>
                  <a:pt x="1081738" y="100353"/>
                </a:cubicBezTo>
                <a:cubicBezTo>
                  <a:pt x="1079691" y="100353"/>
                  <a:pt x="1077822" y="100353"/>
                  <a:pt x="1076132" y="100353"/>
                </a:cubicBezTo>
                <a:cubicBezTo>
                  <a:pt x="1074442" y="100353"/>
                  <a:pt x="1072974" y="100442"/>
                  <a:pt x="1071727" y="100620"/>
                </a:cubicBezTo>
                <a:cubicBezTo>
                  <a:pt x="1072173" y="96172"/>
                  <a:pt x="1072462" y="91545"/>
                  <a:pt x="1072595" y="86741"/>
                </a:cubicBezTo>
                <a:cubicBezTo>
                  <a:pt x="1072729" y="81937"/>
                  <a:pt x="1072796" y="76822"/>
                  <a:pt x="1072796" y="71396"/>
                </a:cubicBezTo>
                <a:lnTo>
                  <a:pt x="1072796" y="66057"/>
                </a:lnTo>
                <a:close/>
                <a:moveTo>
                  <a:pt x="1150329" y="65391"/>
                </a:moveTo>
                <a:cubicBezTo>
                  <a:pt x="1150329" y="57561"/>
                  <a:pt x="1149351" y="51488"/>
                  <a:pt x="1147393" y="47174"/>
                </a:cubicBezTo>
                <a:cubicBezTo>
                  <a:pt x="1145436" y="42859"/>
                  <a:pt x="1142188" y="40701"/>
                  <a:pt x="1137652" y="40701"/>
                </a:cubicBezTo>
                <a:cubicBezTo>
                  <a:pt x="1133559" y="40701"/>
                  <a:pt x="1130333" y="43103"/>
                  <a:pt x="1127975" y="47907"/>
                </a:cubicBezTo>
                <a:cubicBezTo>
                  <a:pt x="1125619" y="52712"/>
                  <a:pt x="1124440" y="60229"/>
                  <a:pt x="1124440" y="70461"/>
                </a:cubicBezTo>
                <a:cubicBezTo>
                  <a:pt x="1124440" y="74197"/>
                  <a:pt x="1124662" y="77667"/>
                  <a:pt x="1125106" y="80870"/>
                </a:cubicBezTo>
                <a:cubicBezTo>
                  <a:pt x="1125551" y="84073"/>
                  <a:pt x="1126286" y="86853"/>
                  <a:pt x="1127309" y="89211"/>
                </a:cubicBezTo>
                <a:cubicBezTo>
                  <a:pt x="1128333" y="91568"/>
                  <a:pt x="1129667" y="93414"/>
                  <a:pt x="1131313" y="94750"/>
                </a:cubicBezTo>
                <a:cubicBezTo>
                  <a:pt x="1132959" y="96084"/>
                  <a:pt x="1135028" y="96751"/>
                  <a:pt x="1137519" y="96751"/>
                </a:cubicBezTo>
                <a:cubicBezTo>
                  <a:pt x="1146059" y="96751"/>
                  <a:pt x="1150329" y="86298"/>
                  <a:pt x="1150329" y="65391"/>
                </a:cubicBezTo>
                <a:moveTo>
                  <a:pt x="1104691" y="70327"/>
                </a:moveTo>
                <a:cubicBezTo>
                  <a:pt x="1104691" y="64366"/>
                  <a:pt x="1105602" y="59162"/>
                  <a:pt x="1107425" y="54715"/>
                </a:cubicBezTo>
                <a:cubicBezTo>
                  <a:pt x="1109250" y="50266"/>
                  <a:pt x="1111674" y="46552"/>
                  <a:pt x="1114699" y="43572"/>
                </a:cubicBezTo>
                <a:cubicBezTo>
                  <a:pt x="1117723" y="40591"/>
                  <a:pt x="1121215" y="38367"/>
                  <a:pt x="1125173" y="36899"/>
                </a:cubicBezTo>
                <a:cubicBezTo>
                  <a:pt x="1129133" y="35430"/>
                  <a:pt x="1133204" y="34696"/>
                  <a:pt x="1137385" y="34696"/>
                </a:cubicBezTo>
                <a:cubicBezTo>
                  <a:pt x="1147794" y="34696"/>
                  <a:pt x="1155846" y="37632"/>
                  <a:pt x="1161539" y="43505"/>
                </a:cubicBezTo>
                <a:cubicBezTo>
                  <a:pt x="1167233" y="49376"/>
                  <a:pt x="1170079" y="57339"/>
                  <a:pt x="1170079" y="67392"/>
                </a:cubicBezTo>
                <a:cubicBezTo>
                  <a:pt x="1170079" y="72818"/>
                  <a:pt x="1169278" y="77712"/>
                  <a:pt x="1167676" y="82072"/>
                </a:cubicBezTo>
                <a:cubicBezTo>
                  <a:pt x="1166076" y="86431"/>
                  <a:pt x="1163830" y="90145"/>
                  <a:pt x="1160938" y="93214"/>
                </a:cubicBezTo>
                <a:cubicBezTo>
                  <a:pt x="1158047" y="96284"/>
                  <a:pt x="1154600" y="98574"/>
                  <a:pt x="1150596" y="100087"/>
                </a:cubicBezTo>
                <a:cubicBezTo>
                  <a:pt x="1146593" y="101599"/>
                  <a:pt x="1142189" y="102355"/>
                  <a:pt x="1137385" y="102355"/>
                </a:cubicBezTo>
                <a:cubicBezTo>
                  <a:pt x="1133382" y="102355"/>
                  <a:pt x="1129445" y="101821"/>
                  <a:pt x="1125575" y="100753"/>
                </a:cubicBezTo>
                <a:cubicBezTo>
                  <a:pt x="1121704" y="99686"/>
                  <a:pt x="1118212" y="97885"/>
                  <a:pt x="1115098" y="95350"/>
                </a:cubicBezTo>
                <a:cubicBezTo>
                  <a:pt x="1111985" y="92815"/>
                  <a:pt x="1109472" y="89500"/>
                  <a:pt x="1107560" y="85407"/>
                </a:cubicBezTo>
                <a:cubicBezTo>
                  <a:pt x="1105647" y="81314"/>
                  <a:pt x="1104691" y="76287"/>
                  <a:pt x="1104691" y="70327"/>
                </a:cubicBezTo>
                <a:close/>
                <a:moveTo>
                  <a:pt x="1183692" y="84206"/>
                </a:moveTo>
                <a:cubicBezTo>
                  <a:pt x="1184225" y="85630"/>
                  <a:pt x="1184914" y="86987"/>
                  <a:pt x="1185758" y="88276"/>
                </a:cubicBezTo>
                <a:cubicBezTo>
                  <a:pt x="1186604" y="89566"/>
                  <a:pt x="1187650" y="90723"/>
                  <a:pt x="1188894" y="91746"/>
                </a:cubicBezTo>
                <a:cubicBezTo>
                  <a:pt x="1190141" y="92770"/>
                  <a:pt x="1191631" y="93593"/>
                  <a:pt x="1193366" y="94216"/>
                </a:cubicBezTo>
                <a:cubicBezTo>
                  <a:pt x="1195101" y="94838"/>
                  <a:pt x="1197125" y="95149"/>
                  <a:pt x="1199438" y="95149"/>
                </a:cubicBezTo>
                <a:cubicBezTo>
                  <a:pt x="1202552" y="95149"/>
                  <a:pt x="1204954" y="94349"/>
                  <a:pt x="1206645" y="92748"/>
                </a:cubicBezTo>
                <a:cubicBezTo>
                  <a:pt x="1208335" y="91146"/>
                  <a:pt x="1209180" y="89411"/>
                  <a:pt x="1209180" y="87543"/>
                </a:cubicBezTo>
                <a:cubicBezTo>
                  <a:pt x="1209180" y="85496"/>
                  <a:pt x="1208424" y="83850"/>
                  <a:pt x="1206911" y="82605"/>
                </a:cubicBezTo>
                <a:cubicBezTo>
                  <a:pt x="1205399" y="81359"/>
                  <a:pt x="1203509" y="80225"/>
                  <a:pt x="1201240" y="79203"/>
                </a:cubicBezTo>
                <a:cubicBezTo>
                  <a:pt x="1198972" y="78179"/>
                  <a:pt x="1196503" y="77134"/>
                  <a:pt x="1193834" y="76067"/>
                </a:cubicBezTo>
                <a:cubicBezTo>
                  <a:pt x="1191165" y="74999"/>
                  <a:pt x="1188696" y="73642"/>
                  <a:pt x="1186426" y="71996"/>
                </a:cubicBezTo>
                <a:cubicBezTo>
                  <a:pt x="1184158" y="70350"/>
                  <a:pt x="1182268" y="68281"/>
                  <a:pt x="1180755" y="65790"/>
                </a:cubicBezTo>
                <a:cubicBezTo>
                  <a:pt x="1179243" y="63299"/>
                  <a:pt x="1178487" y="60096"/>
                  <a:pt x="1178487" y="56183"/>
                </a:cubicBezTo>
                <a:cubicBezTo>
                  <a:pt x="1178487" y="52445"/>
                  <a:pt x="1179177" y="49220"/>
                  <a:pt x="1180556" y="46506"/>
                </a:cubicBezTo>
                <a:cubicBezTo>
                  <a:pt x="1181935" y="43793"/>
                  <a:pt x="1183736" y="41568"/>
                  <a:pt x="1185960" y="39834"/>
                </a:cubicBezTo>
                <a:cubicBezTo>
                  <a:pt x="1188184" y="38099"/>
                  <a:pt x="1190696" y="36809"/>
                  <a:pt x="1193498" y="35965"/>
                </a:cubicBezTo>
                <a:cubicBezTo>
                  <a:pt x="1196302" y="35119"/>
                  <a:pt x="1199082" y="34696"/>
                  <a:pt x="1201841" y="34696"/>
                </a:cubicBezTo>
                <a:cubicBezTo>
                  <a:pt x="1205577" y="34696"/>
                  <a:pt x="1208891" y="35230"/>
                  <a:pt x="1211782" y="36299"/>
                </a:cubicBezTo>
                <a:cubicBezTo>
                  <a:pt x="1214674" y="37366"/>
                  <a:pt x="1217632" y="38922"/>
                  <a:pt x="1220656" y="40968"/>
                </a:cubicBezTo>
                <a:cubicBezTo>
                  <a:pt x="1219857" y="42747"/>
                  <a:pt x="1219189" y="44661"/>
                  <a:pt x="1218654" y="46708"/>
                </a:cubicBezTo>
                <a:cubicBezTo>
                  <a:pt x="1218121" y="48754"/>
                  <a:pt x="1217721" y="50755"/>
                  <a:pt x="1217455" y="52713"/>
                </a:cubicBezTo>
                <a:lnTo>
                  <a:pt x="1213719" y="52713"/>
                </a:lnTo>
                <a:cubicBezTo>
                  <a:pt x="1213451" y="51645"/>
                  <a:pt x="1213006" y="50466"/>
                  <a:pt x="1212383" y="49176"/>
                </a:cubicBezTo>
                <a:cubicBezTo>
                  <a:pt x="1211760" y="47886"/>
                  <a:pt x="1210915" y="46663"/>
                  <a:pt x="1209848" y="45507"/>
                </a:cubicBezTo>
                <a:cubicBezTo>
                  <a:pt x="1208781" y="44350"/>
                  <a:pt x="1207490" y="43394"/>
                  <a:pt x="1205977" y="42637"/>
                </a:cubicBezTo>
                <a:cubicBezTo>
                  <a:pt x="1204464" y="41881"/>
                  <a:pt x="1202641" y="41503"/>
                  <a:pt x="1200507" y="41503"/>
                </a:cubicBezTo>
                <a:cubicBezTo>
                  <a:pt x="1197837" y="41503"/>
                  <a:pt x="1195590" y="42215"/>
                  <a:pt x="1193765" y="43639"/>
                </a:cubicBezTo>
                <a:cubicBezTo>
                  <a:pt x="1191942" y="45062"/>
                  <a:pt x="1191030" y="46930"/>
                  <a:pt x="1191030" y="49243"/>
                </a:cubicBezTo>
                <a:cubicBezTo>
                  <a:pt x="1191030" y="51378"/>
                  <a:pt x="1191809" y="53091"/>
                  <a:pt x="1193366" y="54381"/>
                </a:cubicBezTo>
                <a:cubicBezTo>
                  <a:pt x="1194923" y="55670"/>
                  <a:pt x="1196858" y="56804"/>
                  <a:pt x="1199171" y="57783"/>
                </a:cubicBezTo>
                <a:cubicBezTo>
                  <a:pt x="1201485" y="58762"/>
                  <a:pt x="1204020" y="59741"/>
                  <a:pt x="1206777" y="60720"/>
                </a:cubicBezTo>
                <a:cubicBezTo>
                  <a:pt x="1209535" y="61698"/>
                  <a:pt x="1212071" y="62966"/>
                  <a:pt x="1214384" y="64523"/>
                </a:cubicBezTo>
                <a:cubicBezTo>
                  <a:pt x="1216698" y="66079"/>
                  <a:pt x="1218633" y="68102"/>
                  <a:pt x="1220190" y="70593"/>
                </a:cubicBezTo>
                <a:cubicBezTo>
                  <a:pt x="1221747" y="73084"/>
                  <a:pt x="1222525" y="76287"/>
                  <a:pt x="1222525" y="80203"/>
                </a:cubicBezTo>
                <a:cubicBezTo>
                  <a:pt x="1222525" y="84118"/>
                  <a:pt x="1221813" y="87476"/>
                  <a:pt x="1220389" y="90278"/>
                </a:cubicBezTo>
                <a:cubicBezTo>
                  <a:pt x="1218967" y="93080"/>
                  <a:pt x="1217054" y="95393"/>
                  <a:pt x="1214651" y="97218"/>
                </a:cubicBezTo>
                <a:cubicBezTo>
                  <a:pt x="1212250" y="99041"/>
                  <a:pt x="1209514" y="100353"/>
                  <a:pt x="1206445" y="101154"/>
                </a:cubicBezTo>
                <a:cubicBezTo>
                  <a:pt x="1203376" y="101955"/>
                  <a:pt x="1200151" y="102355"/>
                  <a:pt x="1196771" y="102355"/>
                </a:cubicBezTo>
                <a:cubicBezTo>
                  <a:pt x="1192766" y="102355"/>
                  <a:pt x="1189162" y="101777"/>
                  <a:pt x="1185960" y="100620"/>
                </a:cubicBezTo>
                <a:cubicBezTo>
                  <a:pt x="1182758" y="99464"/>
                  <a:pt x="1180223" y="98263"/>
                  <a:pt x="1178355" y="97018"/>
                </a:cubicBezTo>
                <a:cubicBezTo>
                  <a:pt x="1179422" y="92747"/>
                  <a:pt x="1180089" y="88477"/>
                  <a:pt x="1180356" y="84206"/>
                </a:cubicBezTo>
                <a:lnTo>
                  <a:pt x="1183692" y="84206"/>
                </a:lnTo>
                <a:close/>
                <a:moveTo>
                  <a:pt x="1234003" y="48042"/>
                </a:moveTo>
                <a:cubicBezTo>
                  <a:pt x="1234003" y="45017"/>
                  <a:pt x="1235070" y="42437"/>
                  <a:pt x="1237204" y="40302"/>
                </a:cubicBezTo>
                <a:cubicBezTo>
                  <a:pt x="1239339" y="38166"/>
                  <a:pt x="1241920" y="37099"/>
                  <a:pt x="1244946" y="37099"/>
                </a:cubicBezTo>
                <a:cubicBezTo>
                  <a:pt x="1247970" y="37099"/>
                  <a:pt x="1250550" y="38166"/>
                  <a:pt x="1252684" y="40302"/>
                </a:cubicBezTo>
                <a:cubicBezTo>
                  <a:pt x="1254819" y="42437"/>
                  <a:pt x="1255887" y="45017"/>
                  <a:pt x="1255887" y="48042"/>
                </a:cubicBezTo>
                <a:cubicBezTo>
                  <a:pt x="1255887" y="51066"/>
                  <a:pt x="1254819" y="53646"/>
                  <a:pt x="1252684" y="55782"/>
                </a:cubicBezTo>
                <a:cubicBezTo>
                  <a:pt x="1250550" y="57917"/>
                  <a:pt x="1247970" y="58985"/>
                  <a:pt x="1244946" y="58985"/>
                </a:cubicBezTo>
                <a:cubicBezTo>
                  <a:pt x="1241920" y="58985"/>
                  <a:pt x="1239339" y="57917"/>
                  <a:pt x="1237204" y="55782"/>
                </a:cubicBezTo>
                <a:cubicBezTo>
                  <a:pt x="1235070" y="53646"/>
                  <a:pt x="1234003" y="51066"/>
                  <a:pt x="1234003" y="48042"/>
                </a:cubicBezTo>
                <a:moveTo>
                  <a:pt x="1234003" y="91813"/>
                </a:moveTo>
                <a:cubicBezTo>
                  <a:pt x="1234003" y="88787"/>
                  <a:pt x="1235070" y="86208"/>
                  <a:pt x="1237204" y="84073"/>
                </a:cubicBezTo>
                <a:cubicBezTo>
                  <a:pt x="1239339" y="81938"/>
                  <a:pt x="1241920" y="80870"/>
                  <a:pt x="1244946" y="80870"/>
                </a:cubicBezTo>
                <a:cubicBezTo>
                  <a:pt x="1247970" y="80870"/>
                  <a:pt x="1250550" y="81938"/>
                  <a:pt x="1252684" y="84073"/>
                </a:cubicBezTo>
                <a:cubicBezTo>
                  <a:pt x="1254819" y="86208"/>
                  <a:pt x="1255887" y="88787"/>
                  <a:pt x="1255887" y="91813"/>
                </a:cubicBezTo>
                <a:cubicBezTo>
                  <a:pt x="1255887" y="94838"/>
                  <a:pt x="1254819" y="97351"/>
                  <a:pt x="1252684" y="99354"/>
                </a:cubicBezTo>
                <a:cubicBezTo>
                  <a:pt x="1250550" y="101355"/>
                  <a:pt x="1247970" y="102355"/>
                  <a:pt x="1244946" y="102355"/>
                </a:cubicBezTo>
                <a:cubicBezTo>
                  <a:pt x="1241920" y="102355"/>
                  <a:pt x="1239339" y="101355"/>
                  <a:pt x="1237204" y="99354"/>
                </a:cubicBezTo>
                <a:cubicBezTo>
                  <a:pt x="1235070" y="97351"/>
                  <a:pt x="1234003" y="94838"/>
                  <a:pt x="1234003" y="91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+">
            <a:extLst xmlns:a="http://schemas.openxmlformats.org/drawingml/2006/main">
              <a:ext uri="{FF2B5EF4-FFF2-40B4-BE49-F238E27FC236}">
                <a16:creationId xmlns:a16="http://schemas.microsoft.com/office/drawing/2014/main" id="{271DABB2-0C48-45C4-B83A-409857D2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80" y="1294692"/>
            <a:ext cx="69405" cy="69405"/>
          </a:xfrm>
          <a:custGeom xmlns:a="http://schemas.openxmlformats.org/drawingml/2006/main">
            <a:pathLst>
              <a:path w="69405" h="69405">
                <a:moveTo>
                  <a:pt x="23726" y="34726"/>
                </a:moveTo>
                <a:lnTo>
                  <a:pt x="0" y="11001"/>
                </a:lnTo>
                <a:lnTo>
                  <a:pt x="11001" y="0"/>
                </a:lnTo>
                <a:lnTo>
                  <a:pt x="34726" y="23726"/>
                </a:lnTo>
                <a:lnTo>
                  <a:pt x="58452" y="0"/>
                </a:lnTo>
                <a:lnTo>
                  <a:pt x="69405" y="10953"/>
                </a:lnTo>
                <a:lnTo>
                  <a:pt x="45679" y="34678"/>
                </a:lnTo>
                <a:lnTo>
                  <a:pt x="69405" y="58404"/>
                </a:lnTo>
                <a:lnTo>
                  <a:pt x="58404" y="69405"/>
                </a:lnTo>
                <a:lnTo>
                  <a:pt x="34678" y="45679"/>
                </a:lnTo>
                <a:lnTo>
                  <a:pt x="10953" y="69405"/>
                </a:lnTo>
                <a:lnTo>
                  <a:pt x="0" y="58452"/>
                </a:lnTo>
                <a:lnTo>
                  <a:pt x="23726" y="34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+">
            <a:extLst xmlns:a="http://schemas.openxmlformats.org/drawingml/2006/main">
              <a:ext uri="{FF2B5EF4-FFF2-40B4-BE49-F238E27FC236}">
                <a16:creationId xmlns:a16="http://schemas.microsoft.com/office/drawing/2014/main" id="{4E76513D-15C4-4014-9836-46E9BCC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49" y="1289851"/>
            <a:ext cx="69405" cy="69405"/>
          </a:xfrm>
          <a:custGeom xmlns:a="http://schemas.openxmlformats.org/drawingml/2006/main">
            <a:pathLst>
              <a:path w="69405" h="69405">
                <a:moveTo>
                  <a:pt x="23726" y="34726"/>
                </a:moveTo>
                <a:lnTo>
                  <a:pt x="0" y="11001"/>
                </a:lnTo>
                <a:lnTo>
                  <a:pt x="11001" y="0"/>
                </a:lnTo>
                <a:lnTo>
                  <a:pt x="34726" y="23726"/>
                </a:lnTo>
                <a:lnTo>
                  <a:pt x="58452" y="0"/>
                </a:lnTo>
                <a:lnTo>
                  <a:pt x="69405" y="10953"/>
                </a:lnTo>
                <a:lnTo>
                  <a:pt x="45679" y="34678"/>
                </a:lnTo>
                <a:lnTo>
                  <a:pt x="69405" y="58404"/>
                </a:lnTo>
                <a:lnTo>
                  <a:pt x="58404" y="69405"/>
                </a:lnTo>
                <a:lnTo>
                  <a:pt x="34678" y="45679"/>
                </a:lnTo>
                <a:lnTo>
                  <a:pt x="10953" y="69405"/>
                </a:lnTo>
                <a:lnTo>
                  <a:pt x="0" y="58452"/>
                </a:lnTo>
                <a:lnTo>
                  <a:pt x="23726" y="34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GeneratingContextualValue-Informed">
            <a:extLst xmlns:a="http://schemas.openxmlformats.org/drawingml/2006/main">
              <a:ext uri="{FF2B5EF4-FFF2-40B4-BE49-F238E27FC236}">
                <a16:creationId xmlns:a16="http://schemas.microsoft.com/office/drawing/2014/main" id="{A06B5B1B-AAB6-4622-B41F-B9B2E137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88" y="1601756"/>
            <a:ext cx="2247014" cy="136520"/>
          </a:xfrm>
          <a:custGeom xmlns:a="http://schemas.openxmlformats.org/drawingml/2006/main">
            <a:pathLst>
              <a:path w="2247014" h="136520">
                <a:moveTo>
                  <a:pt x="81805" y="29227"/>
                </a:moveTo>
                <a:cubicBezTo>
                  <a:pt x="78958" y="25223"/>
                  <a:pt x="75400" y="21998"/>
                  <a:pt x="71129" y="19552"/>
                </a:cubicBezTo>
                <a:cubicBezTo>
                  <a:pt x="66858" y="17105"/>
                  <a:pt x="61653" y="15881"/>
                  <a:pt x="55515" y="15881"/>
                </a:cubicBezTo>
                <a:cubicBezTo>
                  <a:pt x="51423" y="15881"/>
                  <a:pt x="47353" y="16748"/>
                  <a:pt x="43305" y="18483"/>
                </a:cubicBezTo>
                <a:cubicBezTo>
                  <a:pt x="39257" y="20218"/>
                  <a:pt x="35654" y="22820"/>
                  <a:pt x="32495" y="26290"/>
                </a:cubicBezTo>
                <a:cubicBezTo>
                  <a:pt x="29337" y="29760"/>
                  <a:pt x="26780" y="34097"/>
                  <a:pt x="24822" y="39302"/>
                </a:cubicBezTo>
                <a:cubicBezTo>
                  <a:pt x="22865" y="44507"/>
                  <a:pt x="21886" y="50623"/>
                  <a:pt x="21886" y="57651"/>
                </a:cubicBezTo>
                <a:cubicBezTo>
                  <a:pt x="21886" y="62989"/>
                  <a:pt x="22620" y="67927"/>
                  <a:pt x="24087" y="72465"/>
                </a:cubicBezTo>
                <a:cubicBezTo>
                  <a:pt x="25556" y="77002"/>
                  <a:pt x="27669" y="80938"/>
                  <a:pt x="30426" y="84275"/>
                </a:cubicBezTo>
                <a:cubicBezTo>
                  <a:pt x="33184" y="87610"/>
                  <a:pt x="36565" y="90212"/>
                  <a:pt x="40569" y="92080"/>
                </a:cubicBezTo>
                <a:cubicBezTo>
                  <a:pt x="44572" y="93948"/>
                  <a:pt x="49154" y="94882"/>
                  <a:pt x="54313" y="94882"/>
                </a:cubicBezTo>
                <a:cubicBezTo>
                  <a:pt x="55470" y="94882"/>
                  <a:pt x="56782" y="94815"/>
                  <a:pt x="58250" y="94682"/>
                </a:cubicBezTo>
                <a:cubicBezTo>
                  <a:pt x="59718" y="94549"/>
                  <a:pt x="61142" y="94394"/>
                  <a:pt x="62522" y="94216"/>
                </a:cubicBezTo>
                <a:cubicBezTo>
                  <a:pt x="63901" y="94038"/>
                  <a:pt x="65169" y="93794"/>
                  <a:pt x="66325" y="93483"/>
                </a:cubicBezTo>
                <a:cubicBezTo>
                  <a:pt x="67482" y="93171"/>
                  <a:pt x="68327" y="92837"/>
                  <a:pt x="68861" y="92481"/>
                </a:cubicBezTo>
                <a:cubicBezTo>
                  <a:pt x="69038" y="91413"/>
                  <a:pt x="69149" y="90078"/>
                  <a:pt x="69192" y="88478"/>
                </a:cubicBezTo>
                <a:cubicBezTo>
                  <a:pt x="69237" y="86876"/>
                  <a:pt x="69260" y="85096"/>
                  <a:pt x="69260" y="83139"/>
                </a:cubicBezTo>
                <a:cubicBezTo>
                  <a:pt x="69260" y="75933"/>
                  <a:pt x="69126" y="70618"/>
                  <a:pt x="68858" y="67193"/>
                </a:cubicBezTo>
                <a:cubicBezTo>
                  <a:pt x="68592" y="63768"/>
                  <a:pt x="68415" y="61432"/>
                  <a:pt x="68327" y="60186"/>
                </a:cubicBezTo>
                <a:cubicBezTo>
                  <a:pt x="69216" y="60364"/>
                  <a:pt x="70395" y="60520"/>
                  <a:pt x="71862" y="60654"/>
                </a:cubicBezTo>
                <a:cubicBezTo>
                  <a:pt x="73331" y="60787"/>
                  <a:pt x="75444" y="60854"/>
                  <a:pt x="78201" y="60854"/>
                </a:cubicBezTo>
                <a:cubicBezTo>
                  <a:pt x="81405" y="60854"/>
                  <a:pt x="83784" y="60787"/>
                  <a:pt x="85340" y="60654"/>
                </a:cubicBezTo>
                <a:cubicBezTo>
                  <a:pt x="86897" y="60520"/>
                  <a:pt x="88121" y="60364"/>
                  <a:pt x="89011" y="60186"/>
                </a:cubicBezTo>
                <a:cubicBezTo>
                  <a:pt x="88834" y="60897"/>
                  <a:pt x="88677" y="62054"/>
                  <a:pt x="88543" y="63656"/>
                </a:cubicBezTo>
                <a:cubicBezTo>
                  <a:pt x="88410" y="65258"/>
                  <a:pt x="88299" y="67104"/>
                  <a:pt x="88209" y="69194"/>
                </a:cubicBezTo>
                <a:cubicBezTo>
                  <a:pt x="88121" y="71285"/>
                  <a:pt x="88054" y="73509"/>
                  <a:pt x="88010" y="75867"/>
                </a:cubicBezTo>
                <a:cubicBezTo>
                  <a:pt x="87965" y="78224"/>
                  <a:pt x="87942" y="80470"/>
                  <a:pt x="87942" y="82605"/>
                </a:cubicBezTo>
                <a:lnTo>
                  <a:pt x="87942" y="87010"/>
                </a:lnTo>
                <a:cubicBezTo>
                  <a:pt x="87942" y="89233"/>
                  <a:pt x="87965" y="91302"/>
                  <a:pt x="88010" y="93214"/>
                </a:cubicBezTo>
                <a:cubicBezTo>
                  <a:pt x="88054" y="95127"/>
                  <a:pt x="88166" y="96484"/>
                  <a:pt x="88344" y="97285"/>
                </a:cubicBezTo>
                <a:cubicBezTo>
                  <a:pt x="82472" y="98975"/>
                  <a:pt x="76534" y="100309"/>
                  <a:pt x="70528" y="101288"/>
                </a:cubicBezTo>
                <a:cubicBezTo>
                  <a:pt x="64523" y="102267"/>
                  <a:pt x="58584" y="102756"/>
                  <a:pt x="52713" y="102756"/>
                </a:cubicBezTo>
                <a:cubicBezTo>
                  <a:pt x="45062" y="102756"/>
                  <a:pt x="38011" y="101756"/>
                  <a:pt x="31560" y="99755"/>
                </a:cubicBezTo>
                <a:cubicBezTo>
                  <a:pt x="25111" y="97752"/>
                  <a:pt x="19550" y="94816"/>
                  <a:pt x="14879" y="90946"/>
                </a:cubicBezTo>
                <a:cubicBezTo>
                  <a:pt x="10209" y="87076"/>
                  <a:pt x="6562" y="82405"/>
                  <a:pt x="3936" y="76934"/>
                </a:cubicBezTo>
                <a:cubicBezTo>
                  <a:pt x="1312" y="71462"/>
                  <a:pt x="0" y="65301"/>
                  <a:pt x="0" y="58451"/>
                </a:cubicBezTo>
                <a:cubicBezTo>
                  <a:pt x="0" y="49999"/>
                  <a:pt x="1401" y="42593"/>
                  <a:pt x="4203" y="36233"/>
                </a:cubicBezTo>
                <a:cubicBezTo>
                  <a:pt x="7006" y="29872"/>
                  <a:pt x="10876" y="24578"/>
                  <a:pt x="15814" y="20353"/>
                </a:cubicBezTo>
                <a:cubicBezTo>
                  <a:pt x="20751" y="16127"/>
                  <a:pt x="26600" y="12946"/>
                  <a:pt x="33362" y="10811"/>
                </a:cubicBezTo>
                <a:cubicBezTo>
                  <a:pt x="40124" y="8675"/>
                  <a:pt x="47419" y="7608"/>
                  <a:pt x="55248" y="7608"/>
                </a:cubicBezTo>
                <a:cubicBezTo>
                  <a:pt x="62010" y="7608"/>
                  <a:pt x="67859" y="8297"/>
                  <a:pt x="72797" y="9676"/>
                </a:cubicBezTo>
                <a:cubicBezTo>
                  <a:pt x="77734" y="11054"/>
                  <a:pt x="82605" y="13033"/>
                  <a:pt x="87409" y="15614"/>
                </a:cubicBezTo>
                <a:cubicBezTo>
                  <a:pt x="86698" y="17927"/>
                  <a:pt x="86008" y="20196"/>
                  <a:pt x="85340" y="22421"/>
                </a:cubicBezTo>
                <a:cubicBezTo>
                  <a:pt x="84674" y="24645"/>
                  <a:pt x="84118" y="26913"/>
                  <a:pt x="83672" y="29227"/>
                </a:cubicBezTo>
                <a:lnTo>
                  <a:pt x="81805" y="29227"/>
                </a:lnTo>
                <a:close/>
                <a:moveTo>
                  <a:pt x="121706" y="69127"/>
                </a:moveTo>
                <a:cubicBezTo>
                  <a:pt x="121706" y="72685"/>
                  <a:pt x="122061" y="76021"/>
                  <a:pt x="122773" y="79136"/>
                </a:cubicBezTo>
                <a:cubicBezTo>
                  <a:pt x="123485" y="82250"/>
                  <a:pt x="124576" y="84941"/>
                  <a:pt x="126043" y="87209"/>
                </a:cubicBezTo>
                <a:cubicBezTo>
                  <a:pt x="127511" y="89478"/>
                  <a:pt x="129378" y="91257"/>
                  <a:pt x="131647" y="92548"/>
                </a:cubicBezTo>
                <a:cubicBezTo>
                  <a:pt x="133917" y="93838"/>
                  <a:pt x="136564" y="94483"/>
                  <a:pt x="139588" y="94483"/>
                </a:cubicBezTo>
                <a:cubicBezTo>
                  <a:pt x="145727" y="94483"/>
                  <a:pt x="151198" y="92481"/>
                  <a:pt x="156003" y="88478"/>
                </a:cubicBezTo>
                <a:lnTo>
                  <a:pt x="157603" y="89679"/>
                </a:lnTo>
                <a:lnTo>
                  <a:pt x="154667" y="97152"/>
                </a:lnTo>
                <a:cubicBezTo>
                  <a:pt x="152443" y="98843"/>
                  <a:pt x="149774" y="100199"/>
                  <a:pt x="146660" y="101221"/>
                </a:cubicBezTo>
                <a:cubicBezTo>
                  <a:pt x="143546" y="102244"/>
                  <a:pt x="139454" y="102756"/>
                  <a:pt x="134384" y="102756"/>
                </a:cubicBezTo>
                <a:cubicBezTo>
                  <a:pt x="130025" y="102756"/>
                  <a:pt x="125888" y="102156"/>
                  <a:pt x="121973" y="100954"/>
                </a:cubicBezTo>
                <a:cubicBezTo>
                  <a:pt x="118059" y="99754"/>
                  <a:pt x="114611" y="97775"/>
                  <a:pt x="111630" y="95016"/>
                </a:cubicBezTo>
                <a:cubicBezTo>
                  <a:pt x="108651" y="92258"/>
                  <a:pt x="106293" y="88766"/>
                  <a:pt x="104558" y="84540"/>
                </a:cubicBezTo>
                <a:cubicBezTo>
                  <a:pt x="102823" y="80314"/>
                  <a:pt x="101956" y="75265"/>
                  <a:pt x="101956" y="69394"/>
                </a:cubicBezTo>
                <a:cubicBezTo>
                  <a:pt x="101956" y="63611"/>
                  <a:pt x="102734" y="58585"/>
                  <a:pt x="104290" y="54315"/>
                </a:cubicBezTo>
                <a:cubicBezTo>
                  <a:pt x="105847" y="50045"/>
                  <a:pt x="108004" y="46486"/>
                  <a:pt x="110763" y="43639"/>
                </a:cubicBezTo>
                <a:cubicBezTo>
                  <a:pt x="113521" y="40791"/>
                  <a:pt x="116791" y="38656"/>
                  <a:pt x="120572" y="37233"/>
                </a:cubicBezTo>
                <a:cubicBezTo>
                  <a:pt x="124352" y="35809"/>
                  <a:pt x="128467" y="35097"/>
                  <a:pt x="132915" y="35097"/>
                </a:cubicBezTo>
                <a:cubicBezTo>
                  <a:pt x="141723" y="35097"/>
                  <a:pt x="148462" y="37677"/>
                  <a:pt x="153132" y="42837"/>
                </a:cubicBezTo>
                <a:cubicBezTo>
                  <a:pt x="157803" y="47997"/>
                  <a:pt x="160138" y="55292"/>
                  <a:pt x="160138" y="64723"/>
                </a:cubicBezTo>
                <a:lnTo>
                  <a:pt x="160138" y="67527"/>
                </a:lnTo>
                <a:cubicBezTo>
                  <a:pt x="160138" y="68326"/>
                  <a:pt x="160094" y="68860"/>
                  <a:pt x="160006" y="69127"/>
                </a:cubicBezTo>
                <a:lnTo>
                  <a:pt x="121706" y="69127"/>
                </a:lnTo>
                <a:moveTo>
                  <a:pt x="142258" y="63122"/>
                </a:moveTo>
                <a:cubicBezTo>
                  <a:pt x="142079" y="56450"/>
                  <a:pt x="141255" y="51112"/>
                  <a:pt x="139788" y="47109"/>
                </a:cubicBezTo>
                <a:cubicBezTo>
                  <a:pt x="138320" y="43104"/>
                  <a:pt x="135852" y="41102"/>
                  <a:pt x="132382" y="41102"/>
                </a:cubicBezTo>
                <a:cubicBezTo>
                  <a:pt x="130424" y="41102"/>
                  <a:pt x="128778" y="41769"/>
                  <a:pt x="127444" y="43104"/>
                </a:cubicBezTo>
                <a:cubicBezTo>
                  <a:pt x="126110" y="44438"/>
                  <a:pt x="125042" y="46151"/>
                  <a:pt x="124241" y="48243"/>
                </a:cubicBezTo>
                <a:cubicBezTo>
                  <a:pt x="123440" y="50334"/>
                  <a:pt x="122839" y="52691"/>
                  <a:pt x="122439" y="55315"/>
                </a:cubicBezTo>
                <a:cubicBezTo>
                  <a:pt x="122040" y="57939"/>
                  <a:pt x="121795" y="60542"/>
                  <a:pt x="121706" y="63122"/>
                </a:cubicBezTo>
                <a:lnTo>
                  <a:pt x="142258" y="63122"/>
                </a:lnTo>
                <a:close/>
                <a:moveTo>
                  <a:pt x="190300" y="46840"/>
                </a:moveTo>
                <a:cubicBezTo>
                  <a:pt x="192791" y="43104"/>
                  <a:pt x="195704" y="40214"/>
                  <a:pt x="199039" y="38168"/>
                </a:cubicBezTo>
                <a:cubicBezTo>
                  <a:pt x="202376" y="36121"/>
                  <a:pt x="206179" y="35097"/>
                  <a:pt x="210448" y="35097"/>
                </a:cubicBezTo>
                <a:cubicBezTo>
                  <a:pt x="217122" y="35097"/>
                  <a:pt x="222260" y="37032"/>
                  <a:pt x="225863" y="40903"/>
                </a:cubicBezTo>
                <a:cubicBezTo>
                  <a:pt x="229466" y="44773"/>
                  <a:pt x="231267" y="51023"/>
                  <a:pt x="231267" y="59653"/>
                </a:cubicBezTo>
                <a:cubicBezTo>
                  <a:pt x="231267" y="64189"/>
                  <a:pt x="231178" y="68193"/>
                  <a:pt x="231001" y="71662"/>
                </a:cubicBezTo>
                <a:cubicBezTo>
                  <a:pt x="230823" y="75132"/>
                  <a:pt x="230734" y="78602"/>
                  <a:pt x="230734" y="82072"/>
                </a:cubicBezTo>
                <a:cubicBezTo>
                  <a:pt x="230734" y="84919"/>
                  <a:pt x="230800" y="88010"/>
                  <a:pt x="230933" y="91347"/>
                </a:cubicBezTo>
                <a:cubicBezTo>
                  <a:pt x="231068" y="94682"/>
                  <a:pt x="231224" y="97907"/>
                  <a:pt x="231402" y="101021"/>
                </a:cubicBezTo>
                <a:cubicBezTo>
                  <a:pt x="230245" y="100844"/>
                  <a:pt x="228777" y="100755"/>
                  <a:pt x="226997" y="100755"/>
                </a:cubicBezTo>
                <a:cubicBezTo>
                  <a:pt x="225218" y="100755"/>
                  <a:pt x="223349" y="100755"/>
                  <a:pt x="221391" y="100755"/>
                </a:cubicBezTo>
                <a:cubicBezTo>
                  <a:pt x="219435" y="100755"/>
                  <a:pt x="217567" y="100755"/>
                  <a:pt x="215788" y="100755"/>
                </a:cubicBezTo>
                <a:cubicBezTo>
                  <a:pt x="214008" y="100755"/>
                  <a:pt x="212540" y="100844"/>
                  <a:pt x="211383" y="101021"/>
                </a:cubicBezTo>
                <a:cubicBezTo>
                  <a:pt x="212006" y="96395"/>
                  <a:pt x="212407" y="90946"/>
                  <a:pt x="212584" y="84674"/>
                </a:cubicBezTo>
                <a:cubicBezTo>
                  <a:pt x="212762" y="78402"/>
                  <a:pt x="212851" y="71219"/>
                  <a:pt x="212851" y="63122"/>
                </a:cubicBezTo>
                <a:cubicBezTo>
                  <a:pt x="212851" y="57517"/>
                  <a:pt x="211895" y="53403"/>
                  <a:pt x="209982" y="50778"/>
                </a:cubicBezTo>
                <a:cubicBezTo>
                  <a:pt x="208069" y="48153"/>
                  <a:pt x="205378" y="46840"/>
                  <a:pt x="201908" y="46840"/>
                </a:cubicBezTo>
                <a:cubicBezTo>
                  <a:pt x="197905" y="46840"/>
                  <a:pt x="194969" y="48575"/>
                  <a:pt x="193101" y="52045"/>
                </a:cubicBezTo>
                <a:cubicBezTo>
                  <a:pt x="191234" y="55515"/>
                  <a:pt x="190300" y="60319"/>
                  <a:pt x="190300" y="66458"/>
                </a:cubicBezTo>
                <a:lnTo>
                  <a:pt x="190300" y="71797"/>
                </a:lnTo>
                <a:cubicBezTo>
                  <a:pt x="190300" y="77223"/>
                  <a:pt x="190366" y="82338"/>
                  <a:pt x="190499" y="87142"/>
                </a:cubicBezTo>
                <a:cubicBezTo>
                  <a:pt x="190632" y="91946"/>
                  <a:pt x="190921" y="96573"/>
                  <a:pt x="191367" y="101021"/>
                </a:cubicBezTo>
                <a:cubicBezTo>
                  <a:pt x="190210" y="100844"/>
                  <a:pt x="188764" y="100755"/>
                  <a:pt x="187029" y="100755"/>
                </a:cubicBezTo>
                <a:cubicBezTo>
                  <a:pt x="185294" y="100755"/>
                  <a:pt x="183404" y="100755"/>
                  <a:pt x="181358" y="100755"/>
                </a:cubicBezTo>
                <a:cubicBezTo>
                  <a:pt x="179311" y="100755"/>
                  <a:pt x="177443" y="100755"/>
                  <a:pt x="175752" y="100755"/>
                </a:cubicBezTo>
                <a:cubicBezTo>
                  <a:pt x="174062" y="100755"/>
                  <a:pt x="172594" y="100844"/>
                  <a:pt x="171348" y="101021"/>
                </a:cubicBezTo>
                <a:cubicBezTo>
                  <a:pt x="171793" y="96573"/>
                  <a:pt x="172082" y="91946"/>
                  <a:pt x="172215" y="87142"/>
                </a:cubicBezTo>
                <a:cubicBezTo>
                  <a:pt x="172350" y="82338"/>
                  <a:pt x="172417" y="77223"/>
                  <a:pt x="172417" y="71797"/>
                </a:cubicBezTo>
                <a:lnTo>
                  <a:pt x="172417" y="66458"/>
                </a:lnTo>
                <a:cubicBezTo>
                  <a:pt x="172417" y="61032"/>
                  <a:pt x="172350" y="55939"/>
                  <a:pt x="172215" y="51180"/>
                </a:cubicBezTo>
                <a:cubicBezTo>
                  <a:pt x="172082" y="46419"/>
                  <a:pt x="171793" y="41636"/>
                  <a:pt x="171348" y="36832"/>
                </a:cubicBezTo>
                <a:cubicBezTo>
                  <a:pt x="172950" y="37010"/>
                  <a:pt x="174529" y="37166"/>
                  <a:pt x="176086" y="37300"/>
                </a:cubicBezTo>
                <a:cubicBezTo>
                  <a:pt x="177643" y="37433"/>
                  <a:pt x="179222" y="37500"/>
                  <a:pt x="180823" y="37500"/>
                </a:cubicBezTo>
                <a:cubicBezTo>
                  <a:pt x="182425" y="37500"/>
                  <a:pt x="184004" y="37433"/>
                  <a:pt x="185561" y="37300"/>
                </a:cubicBezTo>
                <a:cubicBezTo>
                  <a:pt x="187118" y="37166"/>
                  <a:pt x="188787" y="37010"/>
                  <a:pt x="190566" y="36832"/>
                </a:cubicBezTo>
                <a:lnTo>
                  <a:pt x="190031" y="46840"/>
                </a:lnTo>
                <a:lnTo>
                  <a:pt x="190300" y="46840"/>
                </a:lnTo>
                <a:close/>
                <a:moveTo>
                  <a:pt x="262628" y="69127"/>
                </a:moveTo>
                <a:cubicBezTo>
                  <a:pt x="262628" y="72685"/>
                  <a:pt x="262984" y="76021"/>
                  <a:pt x="263695" y="79136"/>
                </a:cubicBezTo>
                <a:cubicBezTo>
                  <a:pt x="264408" y="82250"/>
                  <a:pt x="265498" y="84941"/>
                  <a:pt x="266965" y="87209"/>
                </a:cubicBezTo>
                <a:cubicBezTo>
                  <a:pt x="268433" y="89478"/>
                  <a:pt x="270301" y="91257"/>
                  <a:pt x="272569" y="92548"/>
                </a:cubicBezTo>
                <a:cubicBezTo>
                  <a:pt x="274839" y="93838"/>
                  <a:pt x="277486" y="94483"/>
                  <a:pt x="280510" y="94483"/>
                </a:cubicBezTo>
                <a:cubicBezTo>
                  <a:pt x="286649" y="94483"/>
                  <a:pt x="292121" y="92481"/>
                  <a:pt x="296925" y="88478"/>
                </a:cubicBezTo>
                <a:lnTo>
                  <a:pt x="298525" y="89679"/>
                </a:lnTo>
                <a:lnTo>
                  <a:pt x="295589" y="97152"/>
                </a:lnTo>
                <a:cubicBezTo>
                  <a:pt x="293365" y="98843"/>
                  <a:pt x="290697" y="100199"/>
                  <a:pt x="287582" y="101221"/>
                </a:cubicBezTo>
                <a:cubicBezTo>
                  <a:pt x="284468" y="102244"/>
                  <a:pt x="280376" y="102756"/>
                  <a:pt x="275306" y="102756"/>
                </a:cubicBezTo>
                <a:cubicBezTo>
                  <a:pt x="270947" y="102756"/>
                  <a:pt x="266810" y="102156"/>
                  <a:pt x="262895" y="100954"/>
                </a:cubicBezTo>
                <a:cubicBezTo>
                  <a:pt x="258981" y="99754"/>
                  <a:pt x="255534" y="97775"/>
                  <a:pt x="252552" y="95016"/>
                </a:cubicBezTo>
                <a:cubicBezTo>
                  <a:pt x="249573" y="92258"/>
                  <a:pt x="247215" y="88766"/>
                  <a:pt x="245480" y="84540"/>
                </a:cubicBezTo>
                <a:cubicBezTo>
                  <a:pt x="243746" y="80314"/>
                  <a:pt x="242878" y="75265"/>
                  <a:pt x="242878" y="69394"/>
                </a:cubicBezTo>
                <a:cubicBezTo>
                  <a:pt x="242878" y="63611"/>
                  <a:pt x="243656" y="58585"/>
                  <a:pt x="245212" y="54315"/>
                </a:cubicBezTo>
                <a:cubicBezTo>
                  <a:pt x="246769" y="50045"/>
                  <a:pt x="248927" y="46486"/>
                  <a:pt x="251685" y="43639"/>
                </a:cubicBezTo>
                <a:cubicBezTo>
                  <a:pt x="254443" y="40791"/>
                  <a:pt x="257713" y="38656"/>
                  <a:pt x="261494" y="37233"/>
                </a:cubicBezTo>
                <a:cubicBezTo>
                  <a:pt x="265274" y="35809"/>
                  <a:pt x="269389" y="35097"/>
                  <a:pt x="273838" y="35097"/>
                </a:cubicBezTo>
                <a:cubicBezTo>
                  <a:pt x="282645" y="35097"/>
                  <a:pt x="289384" y="37677"/>
                  <a:pt x="294054" y="42837"/>
                </a:cubicBezTo>
                <a:cubicBezTo>
                  <a:pt x="298725" y="47997"/>
                  <a:pt x="301060" y="55292"/>
                  <a:pt x="301060" y="64723"/>
                </a:cubicBezTo>
                <a:lnTo>
                  <a:pt x="301060" y="67527"/>
                </a:lnTo>
                <a:cubicBezTo>
                  <a:pt x="301060" y="68326"/>
                  <a:pt x="301016" y="68860"/>
                  <a:pt x="300928" y="69127"/>
                </a:cubicBezTo>
                <a:lnTo>
                  <a:pt x="262628" y="69127"/>
                </a:lnTo>
                <a:moveTo>
                  <a:pt x="283180" y="63122"/>
                </a:moveTo>
                <a:cubicBezTo>
                  <a:pt x="283001" y="56450"/>
                  <a:pt x="282177" y="51112"/>
                  <a:pt x="280710" y="47109"/>
                </a:cubicBezTo>
                <a:cubicBezTo>
                  <a:pt x="279243" y="43104"/>
                  <a:pt x="276774" y="41102"/>
                  <a:pt x="273304" y="41102"/>
                </a:cubicBezTo>
                <a:cubicBezTo>
                  <a:pt x="271347" y="41102"/>
                  <a:pt x="269701" y="41769"/>
                  <a:pt x="268366" y="43104"/>
                </a:cubicBezTo>
                <a:cubicBezTo>
                  <a:pt x="267032" y="44438"/>
                  <a:pt x="265964" y="46151"/>
                  <a:pt x="265163" y="48243"/>
                </a:cubicBezTo>
                <a:cubicBezTo>
                  <a:pt x="264362" y="50334"/>
                  <a:pt x="263761" y="52691"/>
                  <a:pt x="263361" y="55315"/>
                </a:cubicBezTo>
                <a:cubicBezTo>
                  <a:pt x="262962" y="57939"/>
                  <a:pt x="262718" y="60542"/>
                  <a:pt x="262628" y="63122"/>
                </a:cubicBezTo>
                <a:lnTo>
                  <a:pt x="283180" y="63122"/>
                </a:lnTo>
                <a:close/>
                <a:moveTo>
                  <a:pt x="331488" y="53381"/>
                </a:moveTo>
                <a:cubicBezTo>
                  <a:pt x="333802" y="47242"/>
                  <a:pt x="336604" y="42727"/>
                  <a:pt x="339894" y="39836"/>
                </a:cubicBezTo>
                <a:cubicBezTo>
                  <a:pt x="343186" y="36944"/>
                  <a:pt x="347101" y="35498"/>
                  <a:pt x="351639" y="35498"/>
                </a:cubicBezTo>
                <a:cubicBezTo>
                  <a:pt x="352083" y="35498"/>
                  <a:pt x="352461" y="35521"/>
                  <a:pt x="352771" y="35565"/>
                </a:cubicBezTo>
                <a:cubicBezTo>
                  <a:pt x="353084" y="35609"/>
                  <a:pt x="353418" y="35631"/>
                  <a:pt x="353773" y="35631"/>
                </a:cubicBezTo>
                <a:cubicBezTo>
                  <a:pt x="353506" y="36965"/>
                  <a:pt x="353306" y="38389"/>
                  <a:pt x="353173" y="39903"/>
                </a:cubicBezTo>
                <a:cubicBezTo>
                  <a:pt x="353040" y="41415"/>
                  <a:pt x="352973" y="43194"/>
                  <a:pt x="352973" y="45240"/>
                </a:cubicBezTo>
                <a:lnTo>
                  <a:pt x="352973" y="49510"/>
                </a:lnTo>
                <a:cubicBezTo>
                  <a:pt x="352973" y="50221"/>
                  <a:pt x="352973" y="50977"/>
                  <a:pt x="352973" y="51778"/>
                </a:cubicBezTo>
                <a:cubicBezTo>
                  <a:pt x="352973" y="52579"/>
                  <a:pt x="353017" y="53335"/>
                  <a:pt x="353105" y="54047"/>
                </a:cubicBezTo>
                <a:lnTo>
                  <a:pt x="351906" y="55116"/>
                </a:lnTo>
                <a:cubicBezTo>
                  <a:pt x="351016" y="54581"/>
                  <a:pt x="350014" y="54136"/>
                  <a:pt x="348903" y="53780"/>
                </a:cubicBezTo>
                <a:cubicBezTo>
                  <a:pt x="347791" y="53424"/>
                  <a:pt x="346523" y="53246"/>
                  <a:pt x="345099" y="53246"/>
                </a:cubicBezTo>
                <a:cubicBezTo>
                  <a:pt x="341096" y="53246"/>
                  <a:pt x="337937" y="54559"/>
                  <a:pt x="335624" y="57185"/>
                </a:cubicBezTo>
                <a:cubicBezTo>
                  <a:pt x="333311" y="59809"/>
                  <a:pt x="332154" y="62900"/>
                  <a:pt x="332154" y="66458"/>
                </a:cubicBezTo>
                <a:lnTo>
                  <a:pt x="332154" y="71797"/>
                </a:lnTo>
                <a:cubicBezTo>
                  <a:pt x="332154" y="77223"/>
                  <a:pt x="332221" y="82338"/>
                  <a:pt x="332354" y="87142"/>
                </a:cubicBezTo>
                <a:cubicBezTo>
                  <a:pt x="332488" y="91946"/>
                  <a:pt x="332778" y="96573"/>
                  <a:pt x="333223" y="101021"/>
                </a:cubicBezTo>
                <a:cubicBezTo>
                  <a:pt x="332067" y="100844"/>
                  <a:pt x="330621" y="100755"/>
                  <a:pt x="328886" y="100755"/>
                </a:cubicBezTo>
                <a:cubicBezTo>
                  <a:pt x="327151" y="100755"/>
                  <a:pt x="325260" y="100755"/>
                  <a:pt x="323213" y="100755"/>
                </a:cubicBezTo>
                <a:cubicBezTo>
                  <a:pt x="321167" y="100755"/>
                  <a:pt x="319299" y="100755"/>
                  <a:pt x="317609" y="100755"/>
                </a:cubicBezTo>
                <a:cubicBezTo>
                  <a:pt x="315919" y="100755"/>
                  <a:pt x="314451" y="100844"/>
                  <a:pt x="313205" y="101021"/>
                </a:cubicBezTo>
                <a:cubicBezTo>
                  <a:pt x="313650" y="96573"/>
                  <a:pt x="313939" y="91946"/>
                  <a:pt x="314072" y="87142"/>
                </a:cubicBezTo>
                <a:cubicBezTo>
                  <a:pt x="314205" y="82338"/>
                  <a:pt x="314272" y="77223"/>
                  <a:pt x="314272" y="71797"/>
                </a:cubicBezTo>
                <a:lnTo>
                  <a:pt x="314272" y="66458"/>
                </a:lnTo>
                <a:cubicBezTo>
                  <a:pt x="314272" y="61032"/>
                  <a:pt x="314205" y="55939"/>
                  <a:pt x="314072" y="51180"/>
                </a:cubicBezTo>
                <a:cubicBezTo>
                  <a:pt x="313939" y="46419"/>
                  <a:pt x="313650" y="41636"/>
                  <a:pt x="313205" y="36832"/>
                </a:cubicBezTo>
                <a:cubicBezTo>
                  <a:pt x="314717" y="37010"/>
                  <a:pt x="316252" y="37166"/>
                  <a:pt x="317809" y="37300"/>
                </a:cubicBezTo>
                <a:cubicBezTo>
                  <a:pt x="319366" y="37433"/>
                  <a:pt x="320900" y="37500"/>
                  <a:pt x="322413" y="37500"/>
                </a:cubicBezTo>
                <a:cubicBezTo>
                  <a:pt x="323925" y="37500"/>
                  <a:pt x="325460" y="37433"/>
                  <a:pt x="327017" y="37300"/>
                </a:cubicBezTo>
                <a:cubicBezTo>
                  <a:pt x="328574" y="37166"/>
                  <a:pt x="330108" y="37010"/>
                  <a:pt x="331621" y="36832"/>
                </a:cubicBezTo>
                <a:lnTo>
                  <a:pt x="331222" y="53114"/>
                </a:lnTo>
                <a:lnTo>
                  <a:pt x="331488" y="53381"/>
                </a:lnTo>
                <a:close/>
                <a:moveTo>
                  <a:pt x="394876" y="80738"/>
                </a:moveTo>
                <a:cubicBezTo>
                  <a:pt x="394876" y="76913"/>
                  <a:pt x="394898" y="73999"/>
                  <a:pt x="394943" y="71996"/>
                </a:cubicBezTo>
                <a:cubicBezTo>
                  <a:pt x="394988" y="69994"/>
                  <a:pt x="395010" y="68237"/>
                  <a:pt x="395010" y="66724"/>
                </a:cubicBezTo>
                <a:cubicBezTo>
                  <a:pt x="393141" y="67793"/>
                  <a:pt x="391161" y="68661"/>
                  <a:pt x="389070" y="69329"/>
                </a:cubicBezTo>
                <a:cubicBezTo>
                  <a:pt x="386980" y="69995"/>
                  <a:pt x="385067" y="70840"/>
                  <a:pt x="383332" y="71864"/>
                </a:cubicBezTo>
                <a:cubicBezTo>
                  <a:pt x="381597" y="72886"/>
                  <a:pt x="380174" y="74287"/>
                  <a:pt x="379062" y="76067"/>
                </a:cubicBezTo>
                <a:cubicBezTo>
                  <a:pt x="377950" y="77847"/>
                  <a:pt x="377394" y="80427"/>
                  <a:pt x="377394" y="83807"/>
                </a:cubicBezTo>
                <a:cubicBezTo>
                  <a:pt x="377394" y="87099"/>
                  <a:pt x="378084" y="89612"/>
                  <a:pt x="379463" y="91347"/>
                </a:cubicBezTo>
                <a:cubicBezTo>
                  <a:pt x="380842" y="93082"/>
                  <a:pt x="382688" y="93949"/>
                  <a:pt x="385000" y="93949"/>
                </a:cubicBezTo>
                <a:cubicBezTo>
                  <a:pt x="387936" y="93949"/>
                  <a:pt x="390316" y="92838"/>
                  <a:pt x="392139" y="90614"/>
                </a:cubicBezTo>
                <a:cubicBezTo>
                  <a:pt x="393963" y="88389"/>
                  <a:pt x="394876" y="85097"/>
                  <a:pt x="394876" y="80738"/>
                </a:cubicBezTo>
                <a:moveTo>
                  <a:pt x="363248" y="44440"/>
                </a:moveTo>
                <a:cubicBezTo>
                  <a:pt x="366985" y="41415"/>
                  <a:pt x="371011" y="39102"/>
                  <a:pt x="375325" y="37500"/>
                </a:cubicBezTo>
                <a:cubicBezTo>
                  <a:pt x="379641" y="35898"/>
                  <a:pt x="383933" y="35097"/>
                  <a:pt x="388203" y="35097"/>
                </a:cubicBezTo>
                <a:cubicBezTo>
                  <a:pt x="391762" y="35097"/>
                  <a:pt x="395032" y="35498"/>
                  <a:pt x="398011" y="36299"/>
                </a:cubicBezTo>
                <a:cubicBezTo>
                  <a:pt x="400993" y="37099"/>
                  <a:pt x="403572" y="38367"/>
                  <a:pt x="405751" y="40102"/>
                </a:cubicBezTo>
                <a:cubicBezTo>
                  <a:pt x="407931" y="41837"/>
                  <a:pt x="409622" y="44084"/>
                  <a:pt x="410822" y="46842"/>
                </a:cubicBezTo>
                <a:cubicBezTo>
                  <a:pt x="412023" y="49599"/>
                  <a:pt x="412624" y="52936"/>
                  <a:pt x="412624" y="56851"/>
                </a:cubicBezTo>
                <a:cubicBezTo>
                  <a:pt x="412624" y="62544"/>
                  <a:pt x="412557" y="67815"/>
                  <a:pt x="412424" y="72664"/>
                </a:cubicBezTo>
                <a:cubicBezTo>
                  <a:pt x="412291" y="77512"/>
                  <a:pt x="412225" y="82338"/>
                  <a:pt x="412225" y="87142"/>
                </a:cubicBezTo>
                <a:cubicBezTo>
                  <a:pt x="412225" y="89278"/>
                  <a:pt x="412380" y="90946"/>
                  <a:pt x="412691" y="92147"/>
                </a:cubicBezTo>
                <a:cubicBezTo>
                  <a:pt x="413003" y="93349"/>
                  <a:pt x="413470" y="94261"/>
                  <a:pt x="414092" y="94884"/>
                </a:cubicBezTo>
                <a:cubicBezTo>
                  <a:pt x="414715" y="95506"/>
                  <a:pt x="415538" y="95906"/>
                  <a:pt x="416560" y="96083"/>
                </a:cubicBezTo>
                <a:cubicBezTo>
                  <a:pt x="417583" y="96261"/>
                  <a:pt x="418762" y="96350"/>
                  <a:pt x="420097" y="96350"/>
                </a:cubicBezTo>
                <a:lnTo>
                  <a:pt x="420097" y="99553"/>
                </a:lnTo>
                <a:cubicBezTo>
                  <a:pt x="417518" y="100622"/>
                  <a:pt x="415338" y="101423"/>
                  <a:pt x="413558" y="101956"/>
                </a:cubicBezTo>
                <a:cubicBezTo>
                  <a:pt x="411779" y="102490"/>
                  <a:pt x="409866" y="102756"/>
                  <a:pt x="407820" y="102756"/>
                </a:cubicBezTo>
                <a:cubicBezTo>
                  <a:pt x="404528" y="102756"/>
                  <a:pt x="401859" y="101956"/>
                  <a:pt x="399814" y="100356"/>
                </a:cubicBezTo>
                <a:cubicBezTo>
                  <a:pt x="397768" y="98754"/>
                  <a:pt x="396211" y="96440"/>
                  <a:pt x="395142" y="93416"/>
                </a:cubicBezTo>
                <a:cubicBezTo>
                  <a:pt x="393097" y="96263"/>
                  <a:pt x="390717" y="98531"/>
                  <a:pt x="388003" y="100221"/>
                </a:cubicBezTo>
                <a:cubicBezTo>
                  <a:pt x="385290" y="101911"/>
                  <a:pt x="381887" y="102756"/>
                  <a:pt x="377795" y="102756"/>
                </a:cubicBezTo>
                <a:cubicBezTo>
                  <a:pt x="374414" y="102756"/>
                  <a:pt x="371522" y="102311"/>
                  <a:pt x="369119" y="101420"/>
                </a:cubicBezTo>
                <a:cubicBezTo>
                  <a:pt x="366717" y="100531"/>
                  <a:pt x="364738" y="99264"/>
                  <a:pt x="363181" y="97619"/>
                </a:cubicBezTo>
                <a:cubicBezTo>
                  <a:pt x="361624" y="95972"/>
                  <a:pt x="360490" y="94103"/>
                  <a:pt x="359778" y="92013"/>
                </a:cubicBezTo>
                <a:cubicBezTo>
                  <a:pt x="359067" y="89922"/>
                  <a:pt x="358711" y="87809"/>
                  <a:pt x="358711" y="85674"/>
                </a:cubicBezTo>
                <a:cubicBezTo>
                  <a:pt x="358711" y="82739"/>
                  <a:pt x="359178" y="80204"/>
                  <a:pt x="360112" y="78069"/>
                </a:cubicBezTo>
                <a:cubicBezTo>
                  <a:pt x="361046" y="75933"/>
                  <a:pt x="362381" y="74109"/>
                  <a:pt x="364116" y="72597"/>
                </a:cubicBezTo>
                <a:cubicBezTo>
                  <a:pt x="365851" y="71085"/>
                  <a:pt x="367919" y="69817"/>
                  <a:pt x="370320" y="68793"/>
                </a:cubicBezTo>
                <a:cubicBezTo>
                  <a:pt x="372723" y="67770"/>
                  <a:pt x="375437" y="66902"/>
                  <a:pt x="378461" y="66191"/>
                </a:cubicBezTo>
                <a:cubicBezTo>
                  <a:pt x="382198" y="65302"/>
                  <a:pt x="385156" y="64524"/>
                  <a:pt x="387335" y="63857"/>
                </a:cubicBezTo>
                <a:cubicBezTo>
                  <a:pt x="389515" y="63190"/>
                  <a:pt x="391139" y="62522"/>
                  <a:pt x="392206" y="61856"/>
                </a:cubicBezTo>
                <a:cubicBezTo>
                  <a:pt x="393274" y="61188"/>
                  <a:pt x="393964" y="60453"/>
                  <a:pt x="394275" y="59653"/>
                </a:cubicBezTo>
                <a:cubicBezTo>
                  <a:pt x="394587" y="58852"/>
                  <a:pt x="394743" y="57873"/>
                  <a:pt x="394743" y="56716"/>
                </a:cubicBezTo>
                <a:cubicBezTo>
                  <a:pt x="394743" y="53514"/>
                  <a:pt x="393608" y="50778"/>
                  <a:pt x="391339" y="48510"/>
                </a:cubicBezTo>
                <a:cubicBezTo>
                  <a:pt x="389070" y="46240"/>
                  <a:pt x="385934" y="45105"/>
                  <a:pt x="381931" y="45105"/>
                </a:cubicBezTo>
                <a:cubicBezTo>
                  <a:pt x="380419" y="45105"/>
                  <a:pt x="378862" y="45306"/>
                  <a:pt x="377260" y="45706"/>
                </a:cubicBezTo>
                <a:cubicBezTo>
                  <a:pt x="375659" y="46107"/>
                  <a:pt x="374125" y="46663"/>
                  <a:pt x="372656" y="47376"/>
                </a:cubicBezTo>
                <a:cubicBezTo>
                  <a:pt x="371188" y="48087"/>
                  <a:pt x="369854" y="48866"/>
                  <a:pt x="368653" y="49711"/>
                </a:cubicBezTo>
                <a:cubicBezTo>
                  <a:pt x="367452" y="50556"/>
                  <a:pt x="366541" y="51467"/>
                  <a:pt x="365918" y="52446"/>
                </a:cubicBezTo>
                <a:lnTo>
                  <a:pt x="364983" y="52446"/>
                </a:lnTo>
                <a:lnTo>
                  <a:pt x="363248" y="44440"/>
                </a:lnTo>
                <a:close/>
                <a:moveTo>
                  <a:pt x="464402" y="37500"/>
                </a:moveTo>
                <a:cubicBezTo>
                  <a:pt x="464136" y="38834"/>
                  <a:pt x="464003" y="40035"/>
                  <a:pt x="464003" y="41102"/>
                </a:cubicBezTo>
                <a:cubicBezTo>
                  <a:pt x="464003" y="42259"/>
                  <a:pt x="464136" y="43371"/>
                  <a:pt x="464402" y="44440"/>
                </a:cubicBezTo>
                <a:lnTo>
                  <a:pt x="452659" y="44173"/>
                </a:lnTo>
                <a:cubicBezTo>
                  <a:pt x="452481" y="46219"/>
                  <a:pt x="452326" y="48576"/>
                  <a:pt x="452193" y="51245"/>
                </a:cubicBezTo>
                <a:cubicBezTo>
                  <a:pt x="452059" y="53914"/>
                  <a:pt x="451971" y="56627"/>
                  <a:pt x="451926" y="59386"/>
                </a:cubicBezTo>
                <a:cubicBezTo>
                  <a:pt x="451881" y="62143"/>
                  <a:pt x="451836" y="64812"/>
                  <a:pt x="451791" y="67392"/>
                </a:cubicBezTo>
                <a:cubicBezTo>
                  <a:pt x="451747" y="69973"/>
                  <a:pt x="451724" y="72152"/>
                  <a:pt x="451724" y="73931"/>
                </a:cubicBezTo>
                <a:cubicBezTo>
                  <a:pt x="451724" y="78557"/>
                  <a:pt x="451835" y="82294"/>
                  <a:pt x="452058" y="85140"/>
                </a:cubicBezTo>
                <a:cubicBezTo>
                  <a:pt x="452281" y="87987"/>
                  <a:pt x="452659" y="90167"/>
                  <a:pt x="453192" y="91681"/>
                </a:cubicBezTo>
                <a:cubicBezTo>
                  <a:pt x="453727" y="93193"/>
                  <a:pt x="454483" y="94216"/>
                  <a:pt x="455461" y="94750"/>
                </a:cubicBezTo>
                <a:cubicBezTo>
                  <a:pt x="456439" y="95283"/>
                  <a:pt x="457685" y="95550"/>
                  <a:pt x="459197" y="95550"/>
                </a:cubicBezTo>
                <a:cubicBezTo>
                  <a:pt x="460889" y="95550"/>
                  <a:pt x="462134" y="95439"/>
                  <a:pt x="462934" y="95216"/>
                </a:cubicBezTo>
                <a:cubicBezTo>
                  <a:pt x="463735" y="94993"/>
                  <a:pt x="464536" y="94660"/>
                  <a:pt x="465337" y="94216"/>
                </a:cubicBezTo>
                <a:lnTo>
                  <a:pt x="465337" y="99688"/>
                </a:lnTo>
                <a:cubicBezTo>
                  <a:pt x="463557" y="100489"/>
                  <a:pt x="461333" y="101200"/>
                  <a:pt x="458664" y="101822"/>
                </a:cubicBezTo>
                <a:cubicBezTo>
                  <a:pt x="455995" y="102445"/>
                  <a:pt x="453371" y="102756"/>
                  <a:pt x="450792" y="102756"/>
                </a:cubicBezTo>
                <a:cubicBezTo>
                  <a:pt x="439493" y="102756"/>
                  <a:pt x="433844" y="95995"/>
                  <a:pt x="433844" y="82473"/>
                </a:cubicBezTo>
                <a:cubicBezTo>
                  <a:pt x="433844" y="79892"/>
                  <a:pt x="433888" y="76978"/>
                  <a:pt x="433976" y="73731"/>
                </a:cubicBezTo>
                <a:cubicBezTo>
                  <a:pt x="434066" y="70484"/>
                  <a:pt x="434177" y="67148"/>
                  <a:pt x="434310" y="63723"/>
                </a:cubicBezTo>
                <a:cubicBezTo>
                  <a:pt x="434443" y="60298"/>
                  <a:pt x="434554" y="56917"/>
                  <a:pt x="434642" y="53580"/>
                </a:cubicBezTo>
                <a:cubicBezTo>
                  <a:pt x="434731" y="50244"/>
                  <a:pt x="434776" y="47152"/>
                  <a:pt x="434776" y="44305"/>
                </a:cubicBezTo>
                <a:lnTo>
                  <a:pt x="425436" y="44440"/>
                </a:lnTo>
                <a:cubicBezTo>
                  <a:pt x="425702" y="43371"/>
                  <a:pt x="425835" y="42259"/>
                  <a:pt x="425835" y="41102"/>
                </a:cubicBezTo>
                <a:cubicBezTo>
                  <a:pt x="425835" y="40035"/>
                  <a:pt x="425702" y="38834"/>
                  <a:pt x="425436" y="37500"/>
                </a:cubicBezTo>
                <a:lnTo>
                  <a:pt x="434776" y="37901"/>
                </a:lnTo>
                <a:cubicBezTo>
                  <a:pt x="434776" y="35143"/>
                  <a:pt x="434731" y="32563"/>
                  <a:pt x="434642" y="30161"/>
                </a:cubicBezTo>
                <a:cubicBezTo>
                  <a:pt x="434554" y="27758"/>
                  <a:pt x="434421" y="24867"/>
                  <a:pt x="434243" y="21487"/>
                </a:cubicBezTo>
                <a:cubicBezTo>
                  <a:pt x="437357" y="20241"/>
                  <a:pt x="440426" y="18928"/>
                  <a:pt x="443451" y="17549"/>
                </a:cubicBezTo>
                <a:cubicBezTo>
                  <a:pt x="446475" y="16169"/>
                  <a:pt x="449501" y="14724"/>
                  <a:pt x="452526" y="13211"/>
                </a:cubicBezTo>
                <a:lnTo>
                  <a:pt x="453860" y="14146"/>
                </a:lnTo>
                <a:cubicBezTo>
                  <a:pt x="453682" y="15570"/>
                  <a:pt x="453526" y="17238"/>
                  <a:pt x="453392" y="19151"/>
                </a:cubicBezTo>
                <a:cubicBezTo>
                  <a:pt x="453259" y="21064"/>
                  <a:pt x="453126" y="23066"/>
                  <a:pt x="452993" y="25156"/>
                </a:cubicBezTo>
                <a:cubicBezTo>
                  <a:pt x="452860" y="27247"/>
                  <a:pt x="452771" y="29382"/>
                  <a:pt x="452726" y="31562"/>
                </a:cubicBezTo>
                <a:cubicBezTo>
                  <a:pt x="452681" y="33741"/>
                  <a:pt x="452659" y="35809"/>
                  <a:pt x="452659" y="37767"/>
                </a:cubicBezTo>
                <a:lnTo>
                  <a:pt x="464402" y="37500"/>
                </a:lnTo>
                <a:close/>
                <a:moveTo>
                  <a:pt x="474678" y="11611"/>
                </a:moveTo>
                <a:cubicBezTo>
                  <a:pt x="474678" y="8675"/>
                  <a:pt x="475701" y="6183"/>
                  <a:pt x="477747" y="4138"/>
                </a:cubicBezTo>
                <a:cubicBezTo>
                  <a:pt x="479794" y="2092"/>
                  <a:pt x="482286" y="1069"/>
                  <a:pt x="485222" y="1069"/>
                </a:cubicBezTo>
                <a:cubicBezTo>
                  <a:pt x="488157" y="1069"/>
                  <a:pt x="490647" y="2092"/>
                  <a:pt x="492693" y="4138"/>
                </a:cubicBezTo>
                <a:cubicBezTo>
                  <a:pt x="494740" y="6183"/>
                  <a:pt x="495764" y="8675"/>
                  <a:pt x="495764" y="11611"/>
                </a:cubicBezTo>
                <a:cubicBezTo>
                  <a:pt x="495764" y="14547"/>
                  <a:pt x="494740" y="17038"/>
                  <a:pt x="492693" y="19084"/>
                </a:cubicBezTo>
                <a:cubicBezTo>
                  <a:pt x="490647" y="21130"/>
                  <a:pt x="488157" y="22153"/>
                  <a:pt x="485222" y="22153"/>
                </a:cubicBezTo>
                <a:cubicBezTo>
                  <a:pt x="482286" y="22153"/>
                  <a:pt x="479794" y="21130"/>
                  <a:pt x="477747" y="19084"/>
                </a:cubicBezTo>
                <a:cubicBezTo>
                  <a:pt x="475701" y="17038"/>
                  <a:pt x="474678" y="14547"/>
                  <a:pt x="474678" y="11611"/>
                </a:cubicBezTo>
                <a:moveTo>
                  <a:pt x="476281" y="66458"/>
                </a:moveTo>
                <a:cubicBezTo>
                  <a:pt x="476281" y="61032"/>
                  <a:pt x="476213" y="55939"/>
                  <a:pt x="476079" y="51180"/>
                </a:cubicBezTo>
                <a:cubicBezTo>
                  <a:pt x="475946" y="46419"/>
                  <a:pt x="475657" y="41636"/>
                  <a:pt x="475212" y="36832"/>
                </a:cubicBezTo>
                <a:cubicBezTo>
                  <a:pt x="476458" y="37010"/>
                  <a:pt x="477926" y="37166"/>
                  <a:pt x="479616" y="37300"/>
                </a:cubicBezTo>
                <a:cubicBezTo>
                  <a:pt x="481306" y="37433"/>
                  <a:pt x="483175" y="37500"/>
                  <a:pt x="485222" y="37500"/>
                </a:cubicBezTo>
                <a:cubicBezTo>
                  <a:pt x="489403" y="37500"/>
                  <a:pt x="492739" y="37277"/>
                  <a:pt x="495230" y="36832"/>
                </a:cubicBezTo>
                <a:cubicBezTo>
                  <a:pt x="494785" y="41636"/>
                  <a:pt x="494495" y="46419"/>
                  <a:pt x="494361" y="51180"/>
                </a:cubicBezTo>
                <a:cubicBezTo>
                  <a:pt x="494228" y="55939"/>
                  <a:pt x="494161" y="61032"/>
                  <a:pt x="494161" y="66458"/>
                </a:cubicBezTo>
                <a:lnTo>
                  <a:pt x="494161" y="71797"/>
                </a:lnTo>
                <a:cubicBezTo>
                  <a:pt x="494161" y="77223"/>
                  <a:pt x="494228" y="82338"/>
                  <a:pt x="494361" y="87142"/>
                </a:cubicBezTo>
                <a:cubicBezTo>
                  <a:pt x="494495" y="91946"/>
                  <a:pt x="494785" y="96573"/>
                  <a:pt x="495230" y="101021"/>
                </a:cubicBezTo>
                <a:cubicBezTo>
                  <a:pt x="494073" y="100844"/>
                  <a:pt x="492628" y="100755"/>
                  <a:pt x="490893" y="100755"/>
                </a:cubicBezTo>
                <a:cubicBezTo>
                  <a:pt x="489158" y="100755"/>
                  <a:pt x="487268" y="100755"/>
                  <a:pt x="485222" y="100755"/>
                </a:cubicBezTo>
                <a:cubicBezTo>
                  <a:pt x="483175" y="100755"/>
                  <a:pt x="481306" y="100755"/>
                  <a:pt x="479616" y="100755"/>
                </a:cubicBezTo>
                <a:cubicBezTo>
                  <a:pt x="477926" y="100755"/>
                  <a:pt x="476458" y="100844"/>
                  <a:pt x="475212" y="101021"/>
                </a:cubicBezTo>
                <a:cubicBezTo>
                  <a:pt x="475657" y="96573"/>
                  <a:pt x="475946" y="91946"/>
                  <a:pt x="476079" y="87142"/>
                </a:cubicBezTo>
                <a:cubicBezTo>
                  <a:pt x="476213" y="82338"/>
                  <a:pt x="476281" y="77223"/>
                  <a:pt x="476281" y="71797"/>
                </a:cubicBezTo>
                <a:lnTo>
                  <a:pt x="476281" y="66458"/>
                </a:lnTo>
                <a:close/>
                <a:moveTo>
                  <a:pt x="529794" y="46840"/>
                </a:moveTo>
                <a:cubicBezTo>
                  <a:pt x="532285" y="43104"/>
                  <a:pt x="535198" y="40214"/>
                  <a:pt x="538533" y="38168"/>
                </a:cubicBezTo>
                <a:cubicBezTo>
                  <a:pt x="541870" y="36121"/>
                  <a:pt x="545673" y="35097"/>
                  <a:pt x="549943" y="35097"/>
                </a:cubicBezTo>
                <a:cubicBezTo>
                  <a:pt x="556616" y="35097"/>
                  <a:pt x="561754" y="37032"/>
                  <a:pt x="565357" y="40903"/>
                </a:cubicBezTo>
                <a:cubicBezTo>
                  <a:pt x="568960" y="44773"/>
                  <a:pt x="570761" y="51023"/>
                  <a:pt x="570761" y="59653"/>
                </a:cubicBezTo>
                <a:cubicBezTo>
                  <a:pt x="570761" y="64189"/>
                  <a:pt x="570673" y="68193"/>
                  <a:pt x="570495" y="71662"/>
                </a:cubicBezTo>
                <a:cubicBezTo>
                  <a:pt x="570317" y="75132"/>
                  <a:pt x="570228" y="78602"/>
                  <a:pt x="570228" y="82072"/>
                </a:cubicBezTo>
                <a:cubicBezTo>
                  <a:pt x="570228" y="84919"/>
                  <a:pt x="570294" y="88010"/>
                  <a:pt x="570427" y="91347"/>
                </a:cubicBezTo>
                <a:cubicBezTo>
                  <a:pt x="570562" y="94682"/>
                  <a:pt x="570718" y="97907"/>
                  <a:pt x="570896" y="101021"/>
                </a:cubicBezTo>
                <a:cubicBezTo>
                  <a:pt x="569739" y="100844"/>
                  <a:pt x="568271" y="100755"/>
                  <a:pt x="566491" y="100755"/>
                </a:cubicBezTo>
                <a:cubicBezTo>
                  <a:pt x="564712" y="100755"/>
                  <a:pt x="562843" y="100755"/>
                  <a:pt x="560886" y="100755"/>
                </a:cubicBezTo>
                <a:cubicBezTo>
                  <a:pt x="558929" y="100755"/>
                  <a:pt x="557061" y="100755"/>
                  <a:pt x="555282" y="100755"/>
                </a:cubicBezTo>
                <a:cubicBezTo>
                  <a:pt x="553502" y="100755"/>
                  <a:pt x="552034" y="100844"/>
                  <a:pt x="550877" y="101021"/>
                </a:cubicBezTo>
                <a:cubicBezTo>
                  <a:pt x="551500" y="96395"/>
                  <a:pt x="551901" y="90946"/>
                  <a:pt x="552079" y="84674"/>
                </a:cubicBezTo>
                <a:cubicBezTo>
                  <a:pt x="552257" y="78402"/>
                  <a:pt x="552345" y="71219"/>
                  <a:pt x="552345" y="63122"/>
                </a:cubicBezTo>
                <a:cubicBezTo>
                  <a:pt x="552345" y="57517"/>
                  <a:pt x="551389" y="53403"/>
                  <a:pt x="549476" y="50778"/>
                </a:cubicBezTo>
                <a:cubicBezTo>
                  <a:pt x="547564" y="48153"/>
                  <a:pt x="544872" y="46840"/>
                  <a:pt x="541403" y="46840"/>
                </a:cubicBezTo>
                <a:cubicBezTo>
                  <a:pt x="537399" y="46840"/>
                  <a:pt x="534464" y="48575"/>
                  <a:pt x="532596" y="52045"/>
                </a:cubicBezTo>
                <a:cubicBezTo>
                  <a:pt x="530728" y="55515"/>
                  <a:pt x="529794" y="60319"/>
                  <a:pt x="529794" y="66458"/>
                </a:cubicBezTo>
                <a:lnTo>
                  <a:pt x="529794" y="71797"/>
                </a:lnTo>
                <a:cubicBezTo>
                  <a:pt x="529794" y="77223"/>
                  <a:pt x="529860" y="82338"/>
                  <a:pt x="529993" y="87142"/>
                </a:cubicBezTo>
                <a:cubicBezTo>
                  <a:pt x="530126" y="91946"/>
                  <a:pt x="530415" y="96573"/>
                  <a:pt x="530861" y="101021"/>
                </a:cubicBezTo>
                <a:cubicBezTo>
                  <a:pt x="529704" y="100844"/>
                  <a:pt x="528258" y="100755"/>
                  <a:pt x="526523" y="100755"/>
                </a:cubicBezTo>
                <a:cubicBezTo>
                  <a:pt x="524789" y="100755"/>
                  <a:pt x="522898" y="100755"/>
                  <a:pt x="520852" y="100755"/>
                </a:cubicBezTo>
                <a:cubicBezTo>
                  <a:pt x="518805" y="100755"/>
                  <a:pt x="516937" y="100755"/>
                  <a:pt x="515247" y="100755"/>
                </a:cubicBezTo>
                <a:cubicBezTo>
                  <a:pt x="513557" y="100755"/>
                  <a:pt x="512088" y="100844"/>
                  <a:pt x="510842" y="101021"/>
                </a:cubicBezTo>
                <a:cubicBezTo>
                  <a:pt x="511287" y="96573"/>
                  <a:pt x="511577" y="91946"/>
                  <a:pt x="511710" y="87142"/>
                </a:cubicBezTo>
                <a:cubicBezTo>
                  <a:pt x="511844" y="82338"/>
                  <a:pt x="511911" y="77223"/>
                  <a:pt x="511911" y="71797"/>
                </a:cubicBezTo>
                <a:lnTo>
                  <a:pt x="511911" y="66458"/>
                </a:lnTo>
                <a:cubicBezTo>
                  <a:pt x="511911" y="61032"/>
                  <a:pt x="511844" y="55939"/>
                  <a:pt x="511710" y="51180"/>
                </a:cubicBezTo>
                <a:cubicBezTo>
                  <a:pt x="511577" y="46419"/>
                  <a:pt x="511287" y="41636"/>
                  <a:pt x="510842" y="36832"/>
                </a:cubicBezTo>
                <a:cubicBezTo>
                  <a:pt x="512444" y="37010"/>
                  <a:pt x="514024" y="37166"/>
                  <a:pt x="515581" y="37300"/>
                </a:cubicBezTo>
                <a:cubicBezTo>
                  <a:pt x="517138" y="37433"/>
                  <a:pt x="518716" y="37500"/>
                  <a:pt x="520317" y="37500"/>
                </a:cubicBezTo>
                <a:cubicBezTo>
                  <a:pt x="521919" y="37500"/>
                  <a:pt x="523498" y="37433"/>
                  <a:pt x="525055" y="37300"/>
                </a:cubicBezTo>
                <a:cubicBezTo>
                  <a:pt x="526612" y="37166"/>
                  <a:pt x="528281" y="37010"/>
                  <a:pt x="530060" y="36832"/>
                </a:cubicBezTo>
                <a:lnTo>
                  <a:pt x="529525" y="46840"/>
                </a:lnTo>
                <a:lnTo>
                  <a:pt x="529794" y="46840"/>
                </a:lnTo>
                <a:close/>
                <a:moveTo>
                  <a:pt x="610530" y="40569"/>
                </a:moveTo>
                <a:cubicBezTo>
                  <a:pt x="604479" y="40569"/>
                  <a:pt x="601454" y="46441"/>
                  <a:pt x="601454" y="58184"/>
                </a:cubicBezTo>
                <a:cubicBezTo>
                  <a:pt x="601454" y="61121"/>
                  <a:pt x="601721" y="63590"/>
                  <a:pt x="602254" y="65592"/>
                </a:cubicBezTo>
                <a:cubicBezTo>
                  <a:pt x="602789" y="67593"/>
                  <a:pt x="603479" y="69217"/>
                  <a:pt x="604323" y="70463"/>
                </a:cubicBezTo>
                <a:cubicBezTo>
                  <a:pt x="605169" y="71708"/>
                  <a:pt x="606103" y="72597"/>
                  <a:pt x="607125" y="73131"/>
                </a:cubicBezTo>
                <a:cubicBezTo>
                  <a:pt x="608149" y="73664"/>
                  <a:pt x="609195" y="73931"/>
                  <a:pt x="610263" y="73931"/>
                </a:cubicBezTo>
                <a:cubicBezTo>
                  <a:pt x="613198" y="73931"/>
                  <a:pt x="615377" y="72641"/>
                  <a:pt x="616801" y="70062"/>
                </a:cubicBezTo>
                <a:cubicBezTo>
                  <a:pt x="618226" y="67481"/>
                  <a:pt x="618938" y="63122"/>
                  <a:pt x="618938" y="56983"/>
                </a:cubicBezTo>
                <a:cubicBezTo>
                  <a:pt x="618938" y="50934"/>
                  <a:pt x="618137" y="46686"/>
                  <a:pt x="616535" y="44240"/>
                </a:cubicBezTo>
                <a:cubicBezTo>
                  <a:pt x="614933" y="41792"/>
                  <a:pt x="612931" y="40569"/>
                  <a:pt x="610530" y="40569"/>
                </a:cubicBezTo>
                <a:moveTo>
                  <a:pt x="630414" y="41904"/>
                </a:moveTo>
                <a:cubicBezTo>
                  <a:pt x="632638" y="43505"/>
                  <a:pt x="634394" y="45529"/>
                  <a:pt x="635684" y="47977"/>
                </a:cubicBezTo>
                <a:cubicBezTo>
                  <a:pt x="636975" y="50423"/>
                  <a:pt x="637620" y="53336"/>
                  <a:pt x="637620" y="56716"/>
                </a:cubicBezTo>
                <a:cubicBezTo>
                  <a:pt x="637620" y="60008"/>
                  <a:pt x="636997" y="63011"/>
                  <a:pt x="635751" y="65725"/>
                </a:cubicBezTo>
                <a:cubicBezTo>
                  <a:pt x="634506" y="68438"/>
                  <a:pt x="632749" y="70774"/>
                  <a:pt x="630479" y="72731"/>
                </a:cubicBezTo>
                <a:cubicBezTo>
                  <a:pt x="628211" y="74688"/>
                  <a:pt x="625497" y="76200"/>
                  <a:pt x="622338" y="77268"/>
                </a:cubicBezTo>
                <a:cubicBezTo>
                  <a:pt x="619181" y="78335"/>
                  <a:pt x="615645" y="78869"/>
                  <a:pt x="611731" y="78869"/>
                </a:cubicBezTo>
                <a:cubicBezTo>
                  <a:pt x="610752" y="78869"/>
                  <a:pt x="609795" y="78847"/>
                  <a:pt x="608860" y="78804"/>
                </a:cubicBezTo>
                <a:cubicBezTo>
                  <a:pt x="607926" y="78759"/>
                  <a:pt x="606881" y="78736"/>
                  <a:pt x="605724" y="78736"/>
                </a:cubicBezTo>
                <a:cubicBezTo>
                  <a:pt x="604657" y="78736"/>
                  <a:pt x="603746" y="79226"/>
                  <a:pt x="602989" y="80205"/>
                </a:cubicBezTo>
                <a:cubicBezTo>
                  <a:pt x="602233" y="81182"/>
                  <a:pt x="601855" y="82294"/>
                  <a:pt x="601855" y="83540"/>
                </a:cubicBezTo>
                <a:cubicBezTo>
                  <a:pt x="601855" y="85675"/>
                  <a:pt x="602678" y="87366"/>
                  <a:pt x="604323" y="88612"/>
                </a:cubicBezTo>
                <a:cubicBezTo>
                  <a:pt x="605970" y="89857"/>
                  <a:pt x="608572" y="90524"/>
                  <a:pt x="612130" y="90612"/>
                </a:cubicBezTo>
                <a:lnTo>
                  <a:pt x="622006" y="90746"/>
                </a:lnTo>
                <a:cubicBezTo>
                  <a:pt x="629479" y="90835"/>
                  <a:pt x="634972" y="92236"/>
                  <a:pt x="638486" y="94949"/>
                </a:cubicBezTo>
                <a:cubicBezTo>
                  <a:pt x="642000" y="97663"/>
                  <a:pt x="643758" y="102000"/>
                  <a:pt x="643758" y="107961"/>
                </a:cubicBezTo>
                <a:cubicBezTo>
                  <a:pt x="643758" y="113299"/>
                  <a:pt x="642668" y="117769"/>
                  <a:pt x="640487" y="121372"/>
                </a:cubicBezTo>
                <a:cubicBezTo>
                  <a:pt x="638309" y="124976"/>
                  <a:pt x="635507" y="127912"/>
                  <a:pt x="632082" y="130181"/>
                </a:cubicBezTo>
                <a:cubicBezTo>
                  <a:pt x="628657" y="132449"/>
                  <a:pt x="624853" y="134073"/>
                  <a:pt x="620670" y="135051"/>
                </a:cubicBezTo>
                <a:cubicBezTo>
                  <a:pt x="616489" y="136030"/>
                  <a:pt x="612442" y="136520"/>
                  <a:pt x="608528" y="136520"/>
                </a:cubicBezTo>
                <a:cubicBezTo>
                  <a:pt x="600164" y="136520"/>
                  <a:pt x="593647" y="134896"/>
                  <a:pt x="588976" y="131649"/>
                </a:cubicBezTo>
                <a:cubicBezTo>
                  <a:pt x="584306" y="128402"/>
                  <a:pt x="581971" y="124109"/>
                  <a:pt x="581971" y="118769"/>
                </a:cubicBezTo>
                <a:cubicBezTo>
                  <a:pt x="581971" y="114500"/>
                  <a:pt x="583149" y="111053"/>
                  <a:pt x="585506" y="108427"/>
                </a:cubicBezTo>
                <a:cubicBezTo>
                  <a:pt x="587864" y="105803"/>
                  <a:pt x="591045" y="103735"/>
                  <a:pt x="595050" y="102223"/>
                </a:cubicBezTo>
                <a:lnTo>
                  <a:pt x="595050" y="101956"/>
                </a:lnTo>
                <a:cubicBezTo>
                  <a:pt x="592737" y="101155"/>
                  <a:pt x="590891" y="99932"/>
                  <a:pt x="589511" y="98287"/>
                </a:cubicBezTo>
                <a:cubicBezTo>
                  <a:pt x="588132" y="96640"/>
                  <a:pt x="587443" y="94571"/>
                  <a:pt x="587443" y="92080"/>
                </a:cubicBezTo>
                <a:cubicBezTo>
                  <a:pt x="587443" y="89144"/>
                  <a:pt x="588577" y="86297"/>
                  <a:pt x="590845" y="83540"/>
                </a:cubicBezTo>
                <a:cubicBezTo>
                  <a:pt x="593114" y="80782"/>
                  <a:pt x="596116" y="78913"/>
                  <a:pt x="599854" y="77934"/>
                </a:cubicBezTo>
                <a:lnTo>
                  <a:pt x="599854" y="77667"/>
                </a:lnTo>
                <a:cubicBezTo>
                  <a:pt x="594426" y="76333"/>
                  <a:pt x="590245" y="73931"/>
                  <a:pt x="587310" y="70461"/>
                </a:cubicBezTo>
                <a:cubicBezTo>
                  <a:pt x="584284" y="66903"/>
                  <a:pt x="582771" y="62277"/>
                  <a:pt x="582771" y="56584"/>
                </a:cubicBezTo>
                <a:cubicBezTo>
                  <a:pt x="582771" y="53202"/>
                  <a:pt x="583461" y="50177"/>
                  <a:pt x="584840" y="47508"/>
                </a:cubicBezTo>
                <a:cubicBezTo>
                  <a:pt x="586219" y="44839"/>
                  <a:pt x="588155" y="42593"/>
                  <a:pt x="590646" y="40770"/>
                </a:cubicBezTo>
                <a:cubicBezTo>
                  <a:pt x="593137" y="38946"/>
                  <a:pt x="596117" y="37544"/>
                  <a:pt x="599587" y="36565"/>
                </a:cubicBezTo>
                <a:cubicBezTo>
                  <a:pt x="603057" y="35587"/>
                  <a:pt x="606882" y="35097"/>
                  <a:pt x="611063" y="35097"/>
                </a:cubicBezTo>
                <a:cubicBezTo>
                  <a:pt x="612665" y="35097"/>
                  <a:pt x="614311" y="35164"/>
                  <a:pt x="616001" y="35299"/>
                </a:cubicBezTo>
                <a:cubicBezTo>
                  <a:pt x="617691" y="35432"/>
                  <a:pt x="619337" y="35542"/>
                  <a:pt x="620939" y="35631"/>
                </a:cubicBezTo>
                <a:cubicBezTo>
                  <a:pt x="622096" y="35720"/>
                  <a:pt x="623274" y="35787"/>
                  <a:pt x="624474" y="35832"/>
                </a:cubicBezTo>
                <a:cubicBezTo>
                  <a:pt x="625676" y="35877"/>
                  <a:pt x="626988" y="35899"/>
                  <a:pt x="628412" y="35899"/>
                </a:cubicBezTo>
                <a:cubicBezTo>
                  <a:pt x="630636" y="35899"/>
                  <a:pt x="632948" y="35877"/>
                  <a:pt x="635350" y="35832"/>
                </a:cubicBezTo>
                <a:cubicBezTo>
                  <a:pt x="637753" y="35787"/>
                  <a:pt x="640155" y="35765"/>
                  <a:pt x="642556" y="35765"/>
                </a:cubicBezTo>
                <a:cubicBezTo>
                  <a:pt x="642468" y="36299"/>
                  <a:pt x="642401" y="36833"/>
                  <a:pt x="642357" y="37368"/>
                </a:cubicBezTo>
                <a:cubicBezTo>
                  <a:pt x="642312" y="37901"/>
                  <a:pt x="642289" y="38435"/>
                  <a:pt x="642289" y="38968"/>
                </a:cubicBezTo>
                <a:cubicBezTo>
                  <a:pt x="642289" y="39502"/>
                  <a:pt x="642312" y="40035"/>
                  <a:pt x="642357" y="40569"/>
                </a:cubicBezTo>
                <a:cubicBezTo>
                  <a:pt x="642401" y="41102"/>
                  <a:pt x="642468" y="41636"/>
                  <a:pt x="642556" y="42171"/>
                </a:cubicBezTo>
                <a:lnTo>
                  <a:pt x="630813" y="41638"/>
                </a:lnTo>
                <a:lnTo>
                  <a:pt x="630414" y="41904"/>
                </a:lnTo>
                <a:moveTo>
                  <a:pt x="628278" y="115167"/>
                </a:moveTo>
                <a:cubicBezTo>
                  <a:pt x="628278" y="112587"/>
                  <a:pt x="627833" y="110474"/>
                  <a:pt x="626942" y="108828"/>
                </a:cubicBezTo>
                <a:cubicBezTo>
                  <a:pt x="626053" y="107183"/>
                  <a:pt x="624786" y="105915"/>
                  <a:pt x="623140" y="105025"/>
                </a:cubicBezTo>
                <a:cubicBezTo>
                  <a:pt x="621495" y="104135"/>
                  <a:pt x="619471" y="103535"/>
                  <a:pt x="617068" y="103223"/>
                </a:cubicBezTo>
                <a:cubicBezTo>
                  <a:pt x="614667" y="102912"/>
                  <a:pt x="611953" y="102756"/>
                  <a:pt x="608927" y="102756"/>
                </a:cubicBezTo>
                <a:cubicBezTo>
                  <a:pt x="604301" y="102756"/>
                  <a:pt x="601098" y="103201"/>
                  <a:pt x="599320" y="104090"/>
                </a:cubicBezTo>
                <a:cubicBezTo>
                  <a:pt x="598252" y="104625"/>
                  <a:pt x="597117" y="105915"/>
                  <a:pt x="595915" y="107961"/>
                </a:cubicBezTo>
                <a:cubicBezTo>
                  <a:pt x="594715" y="110007"/>
                  <a:pt x="594115" y="112587"/>
                  <a:pt x="594115" y="115701"/>
                </a:cubicBezTo>
                <a:cubicBezTo>
                  <a:pt x="594115" y="118281"/>
                  <a:pt x="594582" y="120528"/>
                  <a:pt x="595516" y="122441"/>
                </a:cubicBezTo>
                <a:cubicBezTo>
                  <a:pt x="596450" y="124354"/>
                  <a:pt x="597718" y="125932"/>
                  <a:pt x="599318" y="127177"/>
                </a:cubicBezTo>
                <a:cubicBezTo>
                  <a:pt x="600920" y="128423"/>
                  <a:pt x="602766" y="129380"/>
                  <a:pt x="604857" y="130046"/>
                </a:cubicBezTo>
                <a:cubicBezTo>
                  <a:pt x="606949" y="130714"/>
                  <a:pt x="609195" y="131048"/>
                  <a:pt x="611597" y="131048"/>
                </a:cubicBezTo>
                <a:cubicBezTo>
                  <a:pt x="614177" y="131048"/>
                  <a:pt x="616491" y="130625"/>
                  <a:pt x="618536" y="129780"/>
                </a:cubicBezTo>
                <a:cubicBezTo>
                  <a:pt x="620582" y="128934"/>
                  <a:pt x="622339" y="127777"/>
                  <a:pt x="623806" y="126310"/>
                </a:cubicBezTo>
                <a:cubicBezTo>
                  <a:pt x="625275" y="124842"/>
                  <a:pt x="626388" y="123152"/>
                  <a:pt x="627144" y="121239"/>
                </a:cubicBezTo>
                <a:cubicBezTo>
                  <a:pt x="627900" y="119327"/>
                  <a:pt x="628278" y="117303"/>
                  <a:pt x="628278" y="115167"/>
                </a:cubicBezTo>
                <a:close/>
                <a:moveTo>
                  <a:pt x="765865" y="85943"/>
                </a:moveTo>
                <a:cubicBezTo>
                  <a:pt x="765152" y="87811"/>
                  <a:pt x="764529" y="89701"/>
                  <a:pt x="763995" y="91614"/>
                </a:cubicBezTo>
                <a:cubicBezTo>
                  <a:pt x="763462" y="93527"/>
                  <a:pt x="763106" y="95417"/>
                  <a:pt x="762928" y="97285"/>
                </a:cubicBezTo>
                <a:cubicBezTo>
                  <a:pt x="755721" y="100932"/>
                  <a:pt x="746647" y="102756"/>
                  <a:pt x="735705" y="102756"/>
                </a:cubicBezTo>
                <a:cubicBezTo>
                  <a:pt x="727965" y="102756"/>
                  <a:pt x="721047" y="101667"/>
                  <a:pt x="714952" y="99488"/>
                </a:cubicBezTo>
                <a:cubicBezTo>
                  <a:pt x="708858" y="97308"/>
                  <a:pt x="703698" y="94239"/>
                  <a:pt x="699472" y="90280"/>
                </a:cubicBezTo>
                <a:cubicBezTo>
                  <a:pt x="695247" y="86320"/>
                  <a:pt x="692023" y="81627"/>
                  <a:pt x="689798" y="76201"/>
                </a:cubicBezTo>
                <a:cubicBezTo>
                  <a:pt x="687574" y="70774"/>
                  <a:pt x="686462" y="64902"/>
                  <a:pt x="686462" y="58586"/>
                </a:cubicBezTo>
                <a:cubicBezTo>
                  <a:pt x="686462" y="49333"/>
                  <a:pt x="687908" y="41482"/>
                  <a:pt x="690799" y="35032"/>
                </a:cubicBezTo>
                <a:cubicBezTo>
                  <a:pt x="693691" y="28581"/>
                  <a:pt x="697561" y="23332"/>
                  <a:pt x="702408" y="19283"/>
                </a:cubicBezTo>
                <a:cubicBezTo>
                  <a:pt x="707257" y="15235"/>
                  <a:pt x="712884" y="12277"/>
                  <a:pt x="719289" y="10409"/>
                </a:cubicBezTo>
                <a:cubicBezTo>
                  <a:pt x="725695" y="8541"/>
                  <a:pt x="732413" y="7608"/>
                  <a:pt x="739442" y="7608"/>
                </a:cubicBezTo>
                <a:cubicBezTo>
                  <a:pt x="741754" y="7608"/>
                  <a:pt x="744200" y="7785"/>
                  <a:pt x="746781" y="8141"/>
                </a:cubicBezTo>
                <a:cubicBezTo>
                  <a:pt x="749361" y="8497"/>
                  <a:pt x="751852" y="8964"/>
                  <a:pt x="754254" y="9542"/>
                </a:cubicBezTo>
                <a:cubicBezTo>
                  <a:pt x="756657" y="10120"/>
                  <a:pt x="758947" y="10810"/>
                  <a:pt x="761126" y="11611"/>
                </a:cubicBezTo>
                <a:cubicBezTo>
                  <a:pt x="763306" y="12412"/>
                  <a:pt x="765153" y="13257"/>
                  <a:pt x="766665" y="14146"/>
                </a:cubicBezTo>
                <a:cubicBezTo>
                  <a:pt x="765776" y="16371"/>
                  <a:pt x="765086" y="18618"/>
                  <a:pt x="764596" y="20886"/>
                </a:cubicBezTo>
                <a:cubicBezTo>
                  <a:pt x="764107" y="23154"/>
                  <a:pt x="763774" y="25445"/>
                  <a:pt x="763596" y="27758"/>
                </a:cubicBezTo>
                <a:lnTo>
                  <a:pt x="761727" y="27758"/>
                </a:lnTo>
                <a:cubicBezTo>
                  <a:pt x="758347" y="23488"/>
                  <a:pt x="754877" y="20441"/>
                  <a:pt x="751317" y="18618"/>
                </a:cubicBezTo>
                <a:cubicBezTo>
                  <a:pt x="747759" y="16793"/>
                  <a:pt x="743578" y="15881"/>
                  <a:pt x="738774" y="15881"/>
                </a:cubicBezTo>
                <a:cubicBezTo>
                  <a:pt x="735215" y="15881"/>
                  <a:pt x="731633" y="16682"/>
                  <a:pt x="728031" y="18284"/>
                </a:cubicBezTo>
                <a:cubicBezTo>
                  <a:pt x="724428" y="19884"/>
                  <a:pt x="721158" y="22330"/>
                  <a:pt x="718222" y="25622"/>
                </a:cubicBezTo>
                <a:cubicBezTo>
                  <a:pt x="715287" y="28914"/>
                  <a:pt x="712907" y="33119"/>
                  <a:pt x="711083" y="38235"/>
                </a:cubicBezTo>
                <a:cubicBezTo>
                  <a:pt x="709260" y="43350"/>
                  <a:pt x="708348" y="49466"/>
                  <a:pt x="708348" y="56584"/>
                </a:cubicBezTo>
                <a:cubicBezTo>
                  <a:pt x="708348" y="63434"/>
                  <a:pt x="709282" y="69283"/>
                  <a:pt x="711150" y="74132"/>
                </a:cubicBezTo>
                <a:cubicBezTo>
                  <a:pt x="713018" y="78980"/>
                  <a:pt x="715442" y="82939"/>
                  <a:pt x="718421" y="86008"/>
                </a:cubicBezTo>
                <a:cubicBezTo>
                  <a:pt x="721403" y="89077"/>
                  <a:pt x="724783" y="91324"/>
                  <a:pt x="728564" y="92748"/>
                </a:cubicBezTo>
                <a:cubicBezTo>
                  <a:pt x="732346" y="94171"/>
                  <a:pt x="736150" y="94882"/>
                  <a:pt x="739975" y="94882"/>
                </a:cubicBezTo>
                <a:cubicBezTo>
                  <a:pt x="742111" y="94882"/>
                  <a:pt x="744290" y="94638"/>
                  <a:pt x="746514" y="94149"/>
                </a:cubicBezTo>
                <a:cubicBezTo>
                  <a:pt x="748737" y="93660"/>
                  <a:pt x="750917" y="92993"/>
                  <a:pt x="753052" y="92147"/>
                </a:cubicBezTo>
                <a:cubicBezTo>
                  <a:pt x="755188" y="91302"/>
                  <a:pt x="757212" y="90256"/>
                  <a:pt x="759124" y="89011"/>
                </a:cubicBezTo>
                <a:cubicBezTo>
                  <a:pt x="761037" y="87765"/>
                  <a:pt x="762706" y="86386"/>
                  <a:pt x="764130" y="84874"/>
                </a:cubicBezTo>
                <a:lnTo>
                  <a:pt x="765865" y="85943"/>
                </a:lnTo>
                <a:close/>
                <a:moveTo>
                  <a:pt x="820845" y="65792"/>
                </a:moveTo>
                <a:cubicBezTo>
                  <a:pt x="820845" y="57962"/>
                  <a:pt x="819866" y="51890"/>
                  <a:pt x="817909" y="47575"/>
                </a:cubicBezTo>
                <a:cubicBezTo>
                  <a:pt x="815951" y="43260"/>
                  <a:pt x="812704" y="41102"/>
                  <a:pt x="808167" y="41102"/>
                </a:cubicBezTo>
                <a:cubicBezTo>
                  <a:pt x="804074" y="41102"/>
                  <a:pt x="800849" y="43504"/>
                  <a:pt x="798491" y="48308"/>
                </a:cubicBezTo>
                <a:cubicBezTo>
                  <a:pt x="796134" y="53113"/>
                  <a:pt x="794956" y="60631"/>
                  <a:pt x="794956" y="70862"/>
                </a:cubicBezTo>
                <a:cubicBezTo>
                  <a:pt x="794956" y="74598"/>
                  <a:pt x="795178" y="78068"/>
                  <a:pt x="795622" y="81272"/>
                </a:cubicBezTo>
                <a:cubicBezTo>
                  <a:pt x="796067" y="84474"/>
                  <a:pt x="796801" y="87254"/>
                  <a:pt x="797825" y="89612"/>
                </a:cubicBezTo>
                <a:cubicBezTo>
                  <a:pt x="798848" y="91969"/>
                  <a:pt x="800183" y="93815"/>
                  <a:pt x="801828" y="95151"/>
                </a:cubicBezTo>
                <a:cubicBezTo>
                  <a:pt x="803475" y="96485"/>
                  <a:pt x="805544" y="97152"/>
                  <a:pt x="808035" y="97152"/>
                </a:cubicBezTo>
                <a:cubicBezTo>
                  <a:pt x="816575" y="97152"/>
                  <a:pt x="820845" y="86699"/>
                  <a:pt x="820845" y="65792"/>
                </a:cubicBezTo>
                <a:moveTo>
                  <a:pt x="775206" y="70728"/>
                </a:moveTo>
                <a:cubicBezTo>
                  <a:pt x="775206" y="64767"/>
                  <a:pt x="776118" y="59563"/>
                  <a:pt x="777941" y="55116"/>
                </a:cubicBezTo>
                <a:cubicBezTo>
                  <a:pt x="779765" y="50667"/>
                  <a:pt x="782190" y="46953"/>
                  <a:pt x="785214" y="43973"/>
                </a:cubicBezTo>
                <a:cubicBezTo>
                  <a:pt x="788239" y="40992"/>
                  <a:pt x="791730" y="38768"/>
                  <a:pt x="795689" y="37300"/>
                </a:cubicBezTo>
                <a:cubicBezTo>
                  <a:pt x="799649" y="35832"/>
                  <a:pt x="803719" y="35097"/>
                  <a:pt x="807900" y="35097"/>
                </a:cubicBezTo>
                <a:cubicBezTo>
                  <a:pt x="818310" y="35097"/>
                  <a:pt x="826361" y="38033"/>
                  <a:pt x="832055" y="43906"/>
                </a:cubicBezTo>
                <a:cubicBezTo>
                  <a:pt x="837748" y="49777"/>
                  <a:pt x="840595" y="57740"/>
                  <a:pt x="840595" y="67794"/>
                </a:cubicBezTo>
                <a:cubicBezTo>
                  <a:pt x="840595" y="73219"/>
                  <a:pt x="839794" y="78113"/>
                  <a:pt x="838192" y="82473"/>
                </a:cubicBezTo>
                <a:cubicBezTo>
                  <a:pt x="836591" y="86832"/>
                  <a:pt x="834345" y="90546"/>
                  <a:pt x="831454" y="93615"/>
                </a:cubicBezTo>
                <a:cubicBezTo>
                  <a:pt x="828562" y="96685"/>
                  <a:pt x="825115" y="98976"/>
                  <a:pt x="821112" y="100488"/>
                </a:cubicBezTo>
                <a:cubicBezTo>
                  <a:pt x="817108" y="102000"/>
                  <a:pt x="812705" y="102756"/>
                  <a:pt x="807900" y="102756"/>
                </a:cubicBezTo>
                <a:cubicBezTo>
                  <a:pt x="803897" y="102756"/>
                  <a:pt x="799960" y="102222"/>
                  <a:pt x="796090" y="101154"/>
                </a:cubicBezTo>
                <a:cubicBezTo>
                  <a:pt x="792220" y="100087"/>
                  <a:pt x="788728" y="98286"/>
                  <a:pt x="785613" y="95751"/>
                </a:cubicBezTo>
                <a:cubicBezTo>
                  <a:pt x="782501" y="93216"/>
                  <a:pt x="779988" y="89901"/>
                  <a:pt x="778075" y="85808"/>
                </a:cubicBezTo>
                <a:cubicBezTo>
                  <a:pt x="776162" y="81715"/>
                  <a:pt x="775206" y="76689"/>
                  <a:pt x="775206" y="70728"/>
                </a:cubicBezTo>
                <a:close/>
                <a:moveTo>
                  <a:pt x="871023" y="46840"/>
                </a:moveTo>
                <a:cubicBezTo>
                  <a:pt x="873514" y="43104"/>
                  <a:pt x="876427" y="40214"/>
                  <a:pt x="879762" y="38168"/>
                </a:cubicBezTo>
                <a:cubicBezTo>
                  <a:pt x="883099" y="36121"/>
                  <a:pt x="886902" y="35097"/>
                  <a:pt x="891172" y="35097"/>
                </a:cubicBezTo>
                <a:cubicBezTo>
                  <a:pt x="897845" y="35097"/>
                  <a:pt x="902983" y="37032"/>
                  <a:pt x="906586" y="40903"/>
                </a:cubicBezTo>
                <a:cubicBezTo>
                  <a:pt x="910189" y="44773"/>
                  <a:pt x="911990" y="51023"/>
                  <a:pt x="911990" y="59653"/>
                </a:cubicBezTo>
                <a:cubicBezTo>
                  <a:pt x="911990" y="64189"/>
                  <a:pt x="911901" y="68193"/>
                  <a:pt x="911724" y="71662"/>
                </a:cubicBezTo>
                <a:cubicBezTo>
                  <a:pt x="911546" y="75132"/>
                  <a:pt x="911457" y="78602"/>
                  <a:pt x="911457" y="82072"/>
                </a:cubicBezTo>
                <a:cubicBezTo>
                  <a:pt x="911457" y="84919"/>
                  <a:pt x="911523" y="88010"/>
                  <a:pt x="911656" y="91347"/>
                </a:cubicBezTo>
                <a:cubicBezTo>
                  <a:pt x="911791" y="94682"/>
                  <a:pt x="911947" y="97907"/>
                  <a:pt x="912125" y="101021"/>
                </a:cubicBezTo>
                <a:cubicBezTo>
                  <a:pt x="910968" y="100844"/>
                  <a:pt x="909500" y="100755"/>
                  <a:pt x="907720" y="100755"/>
                </a:cubicBezTo>
                <a:cubicBezTo>
                  <a:pt x="905941" y="100755"/>
                  <a:pt x="904072" y="100755"/>
                  <a:pt x="902114" y="100755"/>
                </a:cubicBezTo>
                <a:cubicBezTo>
                  <a:pt x="900158" y="100755"/>
                  <a:pt x="898290" y="100755"/>
                  <a:pt x="896511" y="100755"/>
                </a:cubicBezTo>
                <a:cubicBezTo>
                  <a:pt x="894731" y="100755"/>
                  <a:pt x="893263" y="100844"/>
                  <a:pt x="892106" y="101021"/>
                </a:cubicBezTo>
                <a:cubicBezTo>
                  <a:pt x="892729" y="96395"/>
                  <a:pt x="893130" y="90946"/>
                  <a:pt x="893308" y="84674"/>
                </a:cubicBezTo>
                <a:cubicBezTo>
                  <a:pt x="893485" y="78402"/>
                  <a:pt x="893574" y="71219"/>
                  <a:pt x="893574" y="63122"/>
                </a:cubicBezTo>
                <a:cubicBezTo>
                  <a:pt x="893574" y="57517"/>
                  <a:pt x="892618" y="53403"/>
                  <a:pt x="890705" y="50778"/>
                </a:cubicBezTo>
                <a:cubicBezTo>
                  <a:pt x="888793" y="48153"/>
                  <a:pt x="886101" y="46840"/>
                  <a:pt x="882631" y="46840"/>
                </a:cubicBezTo>
                <a:cubicBezTo>
                  <a:pt x="878628" y="46840"/>
                  <a:pt x="875693" y="48575"/>
                  <a:pt x="873825" y="52045"/>
                </a:cubicBezTo>
                <a:cubicBezTo>
                  <a:pt x="871957" y="55515"/>
                  <a:pt x="871023" y="60319"/>
                  <a:pt x="871023" y="66458"/>
                </a:cubicBezTo>
                <a:lnTo>
                  <a:pt x="871023" y="71797"/>
                </a:lnTo>
                <a:cubicBezTo>
                  <a:pt x="871023" y="77223"/>
                  <a:pt x="871089" y="82338"/>
                  <a:pt x="871222" y="87142"/>
                </a:cubicBezTo>
                <a:cubicBezTo>
                  <a:pt x="871355" y="91946"/>
                  <a:pt x="871644" y="96573"/>
                  <a:pt x="872090" y="101021"/>
                </a:cubicBezTo>
                <a:cubicBezTo>
                  <a:pt x="870933" y="100844"/>
                  <a:pt x="869487" y="100755"/>
                  <a:pt x="867752" y="100755"/>
                </a:cubicBezTo>
                <a:cubicBezTo>
                  <a:pt x="866018" y="100755"/>
                  <a:pt x="864127" y="100755"/>
                  <a:pt x="862081" y="100755"/>
                </a:cubicBezTo>
                <a:cubicBezTo>
                  <a:pt x="860034" y="100755"/>
                  <a:pt x="858166" y="100755"/>
                  <a:pt x="856476" y="100755"/>
                </a:cubicBezTo>
                <a:cubicBezTo>
                  <a:pt x="854785" y="100755"/>
                  <a:pt x="853317" y="100844"/>
                  <a:pt x="852071" y="101021"/>
                </a:cubicBezTo>
                <a:cubicBezTo>
                  <a:pt x="852516" y="96573"/>
                  <a:pt x="852806" y="91946"/>
                  <a:pt x="852939" y="87142"/>
                </a:cubicBezTo>
                <a:cubicBezTo>
                  <a:pt x="853073" y="82338"/>
                  <a:pt x="853140" y="77223"/>
                  <a:pt x="853140" y="71797"/>
                </a:cubicBezTo>
                <a:lnTo>
                  <a:pt x="853140" y="66458"/>
                </a:lnTo>
                <a:cubicBezTo>
                  <a:pt x="853140" y="61032"/>
                  <a:pt x="853073" y="55939"/>
                  <a:pt x="852939" y="51180"/>
                </a:cubicBezTo>
                <a:cubicBezTo>
                  <a:pt x="852806" y="46419"/>
                  <a:pt x="852516" y="41636"/>
                  <a:pt x="852071" y="36832"/>
                </a:cubicBezTo>
                <a:cubicBezTo>
                  <a:pt x="853673" y="37010"/>
                  <a:pt x="855252" y="37166"/>
                  <a:pt x="856810" y="37300"/>
                </a:cubicBezTo>
                <a:cubicBezTo>
                  <a:pt x="858367" y="37433"/>
                  <a:pt x="859945" y="37500"/>
                  <a:pt x="861546" y="37500"/>
                </a:cubicBezTo>
                <a:cubicBezTo>
                  <a:pt x="863148" y="37500"/>
                  <a:pt x="864727" y="37433"/>
                  <a:pt x="866284" y="37300"/>
                </a:cubicBezTo>
                <a:cubicBezTo>
                  <a:pt x="867841" y="37166"/>
                  <a:pt x="869510" y="37010"/>
                  <a:pt x="871289" y="36832"/>
                </a:cubicBezTo>
                <a:lnTo>
                  <a:pt x="870754" y="46840"/>
                </a:lnTo>
                <a:lnTo>
                  <a:pt x="871023" y="46840"/>
                </a:lnTo>
                <a:close/>
                <a:moveTo>
                  <a:pt x="961366" y="37500"/>
                </a:moveTo>
                <a:cubicBezTo>
                  <a:pt x="961100" y="38834"/>
                  <a:pt x="960967" y="40035"/>
                  <a:pt x="960967" y="41102"/>
                </a:cubicBezTo>
                <a:cubicBezTo>
                  <a:pt x="960967" y="42259"/>
                  <a:pt x="961100" y="43371"/>
                  <a:pt x="961366" y="44440"/>
                </a:cubicBezTo>
                <a:lnTo>
                  <a:pt x="949623" y="44173"/>
                </a:lnTo>
                <a:cubicBezTo>
                  <a:pt x="949445" y="46219"/>
                  <a:pt x="949290" y="48576"/>
                  <a:pt x="949157" y="51245"/>
                </a:cubicBezTo>
                <a:cubicBezTo>
                  <a:pt x="949023" y="53914"/>
                  <a:pt x="948935" y="56627"/>
                  <a:pt x="948890" y="59386"/>
                </a:cubicBezTo>
                <a:cubicBezTo>
                  <a:pt x="948845" y="62143"/>
                  <a:pt x="948800" y="64812"/>
                  <a:pt x="948755" y="67392"/>
                </a:cubicBezTo>
                <a:cubicBezTo>
                  <a:pt x="948711" y="69973"/>
                  <a:pt x="948688" y="72152"/>
                  <a:pt x="948688" y="73931"/>
                </a:cubicBezTo>
                <a:cubicBezTo>
                  <a:pt x="948688" y="78557"/>
                  <a:pt x="948800" y="82294"/>
                  <a:pt x="949022" y="85140"/>
                </a:cubicBezTo>
                <a:cubicBezTo>
                  <a:pt x="949245" y="87987"/>
                  <a:pt x="949623" y="90167"/>
                  <a:pt x="950156" y="91681"/>
                </a:cubicBezTo>
                <a:cubicBezTo>
                  <a:pt x="950691" y="93193"/>
                  <a:pt x="951447" y="94216"/>
                  <a:pt x="952425" y="94750"/>
                </a:cubicBezTo>
                <a:cubicBezTo>
                  <a:pt x="953404" y="95283"/>
                  <a:pt x="954649" y="95550"/>
                  <a:pt x="956161" y="95550"/>
                </a:cubicBezTo>
                <a:cubicBezTo>
                  <a:pt x="957853" y="95550"/>
                  <a:pt x="959098" y="95439"/>
                  <a:pt x="959898" y="95216"/>
                </a:cubicBezTo>
                <a:cubicBezTo>
                  <a:pt x="960699" y="94993"/>
                  <a:pt x="961500" y="94660"/>
                  <a:pt x="962301" y="94216"/>
                </a:cubicBezTo>
                <a:lnTo>
                  <a:pt x="962301" y="99688"/>
                </a:lnTo>
                <a:cubicBezTo>
                  <a:pt x="960521" y="100489"/>
                  <a:pt x="958297" y="101200"/>
                  <a:pt x="955628" y="101822"/>
                </a:cubicBezTo>
                <a:cubicBezTo>
                  <a:pt x="952959" y="102445"/>
                  <a:pt x="950335" y="102756"/>
                  <a:pt x="947756" y="102756"/>
                </a:cubicBezTo>
                <a:cubicBezTo>
                  <a:pt x="936457" y="102756"/>
                  <a:pt x="930808" y="95995"/>
                  <a:pt x="930808" y="82473"/>
                </a:cubicBezTo>
                <a:cubicBezTo>
                  <a:pt x="930808" y="79892"/>
                  <a:pt x="930852" y="76978"/>
                  <a:pt x="930940" y="73731"/>
                </a:cubicBezTo>
                <a:cubicBezTo>
                  <a:pt x="931030" y="70484"/>
                  <a:pt x="931141" y="67148"/>
                  <a:pt x="931274" y="63723"/>
                </a:cubicBezTo>
                <a:cubicBezTo>
                  <a:pt x="931407" y="60298"/>
                  <a:pt x="931518" y="56917"/>
                  <a:pt x="931606" y="53580"/>
                </a:cubicBezTo>
                <a:cubicBezTo>
                  <a:pt x="931696" y="50244"/>
                  <a:pt x="931740" y="47152"/>
                  <a:pt x="931740" y="44305"/>
                </a:cubicBezTo>
                <a:lnTo>
                  <a:pt x="922400" y="44440"/>
                </a:lnTo>
                <a:cubicBezTo>
                  <a:pt x="922666" y="43371"/>
                  <a:pt x="922799" y="42259"/>
                  <a:pt x="922799" y="41102"/>
                </a:cubicBezTo>
                <a:cubicBezTo>
                  <a:pt x="922799" y="40035"/>
                  <a:pt x="922666" y="38834"/>
                  <a:pt x="922400" y="37500"/>
                </a:cubicBezTo>
                <a:lnTo>
                  <a:pt x="931740" y="37901"/>
                </a:lnTo>
                <a:cubicBezTo>
                  <a:pt x="931740" y="35143"/>
                  <a:pt x="931696" y="32563"/>
                  <a:pt x="931606" y="30161"/>
                </a:cubicBezTo>
                <a:cubicBezTo>
                  <a:pt x="931518" y="27758"/>
                  <a:pt x="931385" y="24867"/>
                  <a:pt x="931207" y="21487"/>
                </a:cubicBezTo>
                <a:cubicBezTo>
                  <a:pt x="934321" y="20241"/>
                  <a:pt x="937390" y="18928"/>
                  <a:pt x="940415" y="17549"/>
                </a:cubicBezTo>
                <a:cubicBezTo>
                  <a:pt x="943439" y="16169"/>
                  <a:pt x="946465" y="14724"/>
                  <a:pt x="949490" y="13211"/>
                </a:cubicBezTo>
                <a:lnTo>
                  <a:pt x="950824" y="14146"/>
                </a:lnTo>
                <a:cubicBezTo>
                  <a:pt x="950646" y="15570"/>
                  <a:pt x="950490" y="17238"/>
                  <a:pt x="950356" y="19151"/>
                </a:cubicBezTo>
                <a:cubicBezTo>
                  <a:pt x="950223" y="21064"/>
                  <a:pt x="950090" y="23066"/>
                  <a:pt x="949957" y="25156"/>
                </a:cubicBezTo>
                <a:cubicBezTo>
                  <a:pt x="949824" y="27247"/>
                  <a:pt x="949735" y="29382"/>
                  <a:pt x="949690" y="31562"/>
                </a:cubicBezTo>
                <a:cubicBezTo>
                  <a:pt x="949645" y="33741"/>
                  <a:pt x="949623" y="35809"/>
                  <a:pt x="949623" y="37767"/>
                </a:cubicBezTo>
                <a:lnTo>
                  <a:pt x="961366" y="37500"/>
                </a:lnTo>
                <a:close/>
                <a:moveTo>
                  <a:pt x="987790" y="69127"/>
                </a:moveTo>
                <a:cubicBezTo>
                  <a:pt x="987790" y="72685"/>
                  <a:pt x="988145" y="76021"/>
                  <a:pt x="988857" y="79136"/>
                </a:cubicBezTo>
                <a:cubicBezTo>
                  <a:pt x="989569" y="82250"/>
                  <a:pt x="990659" y="84941"/>
                  <a:pt x="992127" y="87209"/>
                </a:cubicBezTo>
                <a:cubicBezTo>
                  <a:pt x="993594" y="89478"/>
                  <a:pt x="995462" y="91257"/>
                  <a:pt x="997731" y="92548"/>
                </a:cubicBezTo>
                <a:cubicBezTo>
                  <a:pt x="1000000" y="93838"/>
                  <a:pt x="1002648" y="94483"/>
                  <a:pt x="1005672" y="94483"/>
                </a:cubicBezTo>
                <a:cubicBezTo>
                  <a:pt x="1011811" y="94483"/>
                  <a:pt x="1017282" y="92481"/>
                  <a:pt x="1022087" y="88478"/>
                </a:cubicBezTo>
                <a:lnTo>
                  <a:pt x="1023687" y="89679"/>
                </a:lnTo>
                <a:lnTo>
                  <a:pt x="1020751" y="97152"/>
                </a:lnTo>
                <a:cubicBezTo>
                  <a:pt x="1018527" y="98843"/>
                  <a:pt x="1015858" y="100199"/>
                  <a:pt x="1012744" y="101221"/>
                </a:cubicBezTo>
                <a:cubicBezTo>
                  <a:pt x="1009630" y="102244"/>
                  <a:pt x="1005538" y="102756"/>
                  <a:pt x="1000467" y="102756"/>
                </a:cubicBezTo>
                <a:cubicBezTo>
                  <a:pt x="996108" y="102756"/>
                  <a:pt x="991971" y="102156"/>
                  <a:pt x="988056" y="100954"/>
                </a:cubicBezTo>
                <a:cubicBezTo>
                  <a:pt x="984143" y="99754"/>
                  <a:pt x="980695" y="97775"/>
                  <a:pt x="977714" y="95016"/>
                </a:cubicBezTo>
                <a:cubicBezTo>
                  <a:pt x="974734" y="92258"/>
                  <a:pt x="972377" y="88766"/>
                  <a:pt x="970642" y="84540"/>
                </a:cubicBezTo>
                <a:cubicBezTo>
                  <a:pt x="968907" y="80314"/>
                  <a:pt x="968040" y="75265"/>
                  <a:pt x="968040" y="69394"/>
                </a:cubicBezTo>
                <a:cubicBezTo>
                  <a:pt x="968040" y="63611"/>
                  <a:pt x="968818" y="58585"/>
                  <a:pt x="970373" y="54315"/>
                </a:cubicBezTo>
                <a:cubicBezTo>
                  <a:pt x="971930" y="50045"/>
                  <a:pt x="974088" y="46486"/>
                  <a:pt x="976847" y="43639"/>
                </a:cubicBezTo>
                <a:cubicBezTo>
                  <a:pt x="979605" y="40791"/>
                  <a:pt x="982875" y="38656"/>
                  <a:pt x="986655" y="37233"/>
                </a:cubicBezTo>
                <a:cubicBezTo>
                  <a:pt x="990436" y="35809"/>
                  <a:pt x="994551" y="35097"/>
                  <a:pt x="998999" y="35097"/>
                </a:cubicBezTo>
                <a:cubicBezTo>
                  <a:pt x="1007807" y="35097"/>
                  <a:pt x="1014546" y="37677"/>
                  <a:pt x="1019215" y="42837"/>
                </a:cubicBezTo>
                <a:cubicBezTo>
                  <a:pt x="1023887" y="47997"/>
                  <a:pt x="1026222" y="55292"/>
                  <a:pt x="1026222" y="64723"/>
                </a:cubicBezTo>
                <a:lnTo>
                  <a:pt x="1026222" y="67527"/>
                </a:lnTo>
                <a:cubicBezTo>
                  <a:pt x="1026222" y="68326"/>
                  <a:pt x="1026178" y="68860"/>
                  <a:pt x="1026090" y="69127"/>
                </a:cubicBezTo>
                <a:lnTo>
                  <a:pt x="987790" y="69127"/>
                </a:lnTo>
                <a:moveTo>
                  <a:pt x="1008342" y="63122"/>
                </a:moveTo>
                <a:cubicBezTo>
                  <a:pt x="1008163" y="56450"/>
                  <a:pt x="1007339" y="51112"/>
                  <a:pt x="1005872" y="47109"/>
                </a:cubicBezTo>
                <a:cubicBezTo>
                  <a:pt x="1004404" y="43104"/>
                  <a:pt x="1001936" y="41102"/>
                  <a:pt x="998466" y="41102"/>
                </a:cubicBezTo>
                <a:cubicBezTo>
                  <a:pt x="996508" y="41102"/>
                  <a:pt x="994862" y="41769"/>
                  <a:pt x="993528" y="43104"/>
                </a:cubicBezTo>
                <a:cubicBezTo>
                  <a:pt x="992193" y="44438"/>
                  <a:pt x="991126" y="46151"/>
                  <a:pt x="990325" y="48243"/>
                </a:cubicBezTo>
                <a:cubicBezTo>
                  <a:pt x="989524" y="50334"/>
                  <a:pt x="988923" y="52691"/>
                  <a:pt x="988523" y="55315"/>
                </a:cubicBezTo>
                <a:cubicBezTo>
                  <a:pt x="988124" y="57939"/>
                  <a:pt x="987879" y="60542"/>
                  <a:pt x="987790" y="63122"/>
                </a:cubicBezTo>
                <a:lnTo>
                  <a:pt x="1008342" y="63122"/>
                </a:lnTo>
                <a:close/>
                <a:moveTo>
                  <a:pt x="1059452" y="78736"/>
                </a:moveTo>
                <a:cubicBezTo>
                  <a:pt x="1056871" y="82472"/>
                  <a:pt x="1054402" y="86231"/>
                  <a:pt x="1052044" y="90013"/>
                </a:cubicBezTo>
                <a:cubicBezTo>
                  <a:pt x="1049687" y="93794"/>
                  <a:pt x="1047441" y="97463"/>
                  <a:pt x="1045306" y="101021"/>
                </a:cubicBezTo>
                <a:cubicBezTo>
                  <a:pt x="1043526" y="100844"/>
                  <a:pt x="1041703" y="100755"/>
                  <a:pt x="1039835" y="100755"/>
                </a:cubicBezTo>
                <a:cubicBezTo>
                  <a:pt x="1038945" y="100755"/>
                  <a:pt x="1038033" y="100755"/>
                  <a:pt x="1037098" y="100755"/>
                </a:cubicBezTo>
                <a:cubicBezTo>
                  <a:pt x="1036164" y="100755"/>
                  <a:pt x="1035074" y="100844"/>
                  <a:pt x="1033830" y="101021"/>
                </a:cubicBezTo>
                <a:cubicBezTo>
                  <a:pt x="1034453" y="100488"/>
                  <a:pt x="1035632" y="99109"/>
                  <a:pt x="1037367" y="96886"/>
                </a:cubicBezTo>
                <a:cubicBezTo>
                  <a:pt x="1039102" y="94661"/>
                  <a:pt x="1041014" y="92103"/>
                  <a:pt x="1043105" y="89211"/>
                </a:cubicBezTo>
                <a:cubicBezTo>
                  <a:pt x="1045195" y="86319"/>
                  <a:pt x="1047330" y="83361"/>
                  <a:pt x="1049509" y="80337"/>
                </a:cubicBezTo>
                <a:cubicBezTo>
                  <a:pt x="1051689" y="77312"/>
                  <a:pt x="1053580" y="74599"/>
                  <a:pt x="1055182" y="72196"/>
                </a:cubicBezTo>
                <a:cubicBezTo>
                  <a:pt x="1053580" y="69261"/>
                  <a:pt x="1051734" y="66036"/>
                  <a:pt x="1049643" y="62522"/>
                </a:cubicBezTo>
                <a:cubicBezTo>
                  <a:pt x="1047553" y="59007"/>
                  <a:pt x="1045506" y="55560"/>
                  <a:pt x="1043504" y="52179"/>
                </a:cubicBezTo>
                <a:cubicBezTo>
                  <a:pt x="1041503" y="48799"/>
                  <a:pt x="1039635" y="45730"/>
                  <a:pt x="1037900" y="42971"/>
                </a:cubicBezTo>
                <a:cubicBezTo>
                  <a:pt x="1036165" y="40213"/>
                  <a:pt x="1034853" y="38166"/>
                  <a:pt x="1033962" y="36832"/>
                </a:cubicBezTo>
                <a:cubicBezTo>
                  <a:pt x="1036097" y="37010"/>
                  <a:pt x="1038099" y="37166"/>
                  <a:pt x="1039967" y="37300"/>
                </a:cubicBezTo>
                <a:cubicBezTo>
                  <a:pt x="1041836" y="37433"/>
                  <a:pt x="1043661" y="37500"/>
                  <a:pt x="1045440" y="37500"/>
                </a:cubicBezTo>
                <a:cubicBezTo>
                  <a:pt x="1047219" y="37500"/>
                  <a:pt x="1049020" y="37433"/>
                  <a:pt x="1050843" y="37300"/>
                </a:cubicBezTo>
                <a:cubicBezTo>
                  <a:pt x="1052667" y="37166"/>
                  <a:pt x="1054469" y="37010"/>
                  <a:pt x="1056249" y="36832"/>
                </a:cubicBezTo>
                <a:cubicBezTo>
                  <a:pt x="1058117" y="40302"/>
                  <a:pt x="1059985" y="43816"/>
                  <a:pt x="1061853" y="47376"/>
                </a:cubicBezTo>
                <a:cubicBezTo>
                  <a:pt x="1063722" y="50934"/>
                  <a:pt x="1065680" y="54492"/>
                  <a:pt x="1067725" y="58050"/>
                </a:cubicBezTo>
                <a:cubicBezTo>
                  <a:pt x="1070128" y="54314"/>
                  <a:pt x="1072508" y="50778"/>
                  <a:pt x="1074865" y="47443"/>
                </a:cubicBezTo>
                <a:cubicBezTo>
                  <a:pt x="1077223" y="44106"/>
                  <a:pt x="1079469" y="40569"/>
                  <a:pt x="1081605" y="36832"/>
                </a:cubicBezTo>
                <a:cubicBezTo>
                  <a:pt x="1082583" y="37010"/>
                  <a:pt x="1083517" y="37166"/>
                  <a:pt x="1084407" y="37300"/>
                </a:cubicBezTo>
                <a:cubicBezTo>
                  <a:pt x="1085296" y="37433"/>
                  <a:pt x="1086230" y="37500"/>
                  <a:pt x="1087208" y="37500"/>
                </a:cubicBezTo>
                <a:cubicBezTo>
                  <a:pt x="1088187" y="37500"/>
                  <a:pt x="1089166" y="37433"/>
                  <a:pt x="1090145" y="37300"/>
                </a:cubicBezTo>
                <a:cubicBezTo>
                  <a:pt x="1091123" y="37166"/>
                  <a:pt x="1092236" y="37010"/>
                  <a:pt x="1093482" y="36832"/>
                </a:cubicBezTo>
                <a:cubicBezTo>
                  <a:pt x="1092681" y="37811"/>
                  <a:pt x="1091413" y="39390"/>
                  <a:pt x="1089678" y="41570"/>
                </a:cubicBezTo>
                <a:cubicBezTo>
                  <a:pt x="1087944" y="43749"/>
                  <a:pt x="1086031" y="46174"/>
                  <a:pt x="1083940" y="48844"/>
                </a:cubicBezTo>
                <a:cubicBezTo>
                  <a:pt x="1081850" y="51513"/>
                  <a:pt x="1079714" y="54271"/>
                  <a:pt x="1077534" y="57117"/>
                </a:cubicBezTo>
                <a:cubicBezTo>
                  <a:pt x="1075354" y="59964"/>
                  <a:pt x="1073419" y="62544"/>
                  <a:pt x="1071729" y="64857"/>
                </a:cubicBezTo>
                <a:cubicBezTo>
                  <a:pt x="1075288" y="70996"/>
                  <a:pt x="1078892" y="77068"/>
                  <a:pt x="1082539" y="83074"/>
                </a:cubicBezTo>
                <a:cubicBezTo>
                  <a:pt x="1086187" y="89078"/>
                  <a:pt x="1089879" y="95061"/>
                  <a:pt x="1093615" y="101021"/>
                </a:cubicBezTo>
                <a:cubicBezTo>
                  <a:pt x="1091835" y="100844"/>
                  <a:pt x="1090011" y="100755"/>
                  <a:pt x="1088143" y="100755"/>
                </a:cubicBezTo>
                <a:cubicBezTo>
                  <a:pt x="1086275" y="100755"/>
                  <a:pt x="1084451" y="100755"/>
                  <a:pt x="1082672" y="100755"/>
                </a:cubicBezTo>
                <a:cubicBezTo>
                  <a:pt x="1080892" y="100755"/>
                  <a:pt x="1079068" y="100755"/>
                  <a:pt x="1077200" y="100755"/>
                </a:cubicBezTo>
                <a:cubicBezTo>
                  <a:pt x="1075332" y="100755"/>
                  <a:pt x="1073508" y="100844"/>
                  <a:pt x="1071729" y="101021"/>
                </a:cubicBezTo>
                <a:lnTo>
                  <a:pt x="1059452" y="78736"/>
                </a:lnTo>
                <a:close/>
                <a:moveTo>
                  <a:pt x="1139253" y="37500"/>
                </a:moveTo>
                <a:cubicBezTo>
                  <a:pt x="1138987" y="38834"/>
                  <a:pt x="1138854" y="40035"/>
                  <a:pt x="1138854" y="41102"/>
                </a:cubicBezTo>
                <a:cubicBezTo>
                  <a:pt x="1138854" y="42259"/>
                  <a:pt x="1138987" y="43371"/>
                  <a:pt x="1139253" y="44440"/>
                </a:cubicBezTo>
                <a:lnTo>
                  <a:pt x="1127510" y="44173"/>
                </a:lnTo>
                <a:cubicBezTo>
                  <a:pt x="1127332" y="46219"/>
                  <a:pt x="1127177" y="48576"/>
                  <a:pt x="1127044" y="51245"/>
                </a:cubicBezTo>
                <a:cubicBezTo>
                  <a:pt x="1126911" y="53914"/>
                  <a:pt x="1126822" y="56627"/>
                  <a:pt x="1126777" y="59386"/>
                </a:cubicBezTo>
                <a:cubicBezTo>
                  <a:pt x="1126732" y="62143"/>
                  <a:pt x="1126688" y="64812"/>
                  <a:pt x="1126643" y="67392"/>
                </a:cubicBezTo>
                <a:cubicBezTo>
                  <a:pt x="1126598" y="69973"/>
                  <a:pt x="1126576" y="72152"/>
                  <a:pt x="1126576" y="73931"/>
                </a:cubicBezTo>
                <a:cubicBezTo>
                  <a:pt x="1126576" y="78557"/>
                  <a:pt x="1126687" y="82294"/>
                  <a:pt x="1126910" y="85140"/>
                </a:cubicBezTo>
                <a:cubicBezTo>
                  <a:pt x="1127132" y="87987"/>
                  <a:pt x="1127510" y="90167"/>
                  <a:pt x="1128044" y="91681"/>
                </a:cubicBezTo>
                <a:cubicBezTo>
                  <a:pt x="1128579" y="93193"/>
                  <a:pt x="1129335" y="94216"/>
                  <a:pt x="1130312" y="94750"/>
                </a:cubicBezTo>
                <a:cubicBezTo>
                  <a:pt x="1131291" y="95283"/>
                  <a:pt x="1132536" y="95550"/>
                  <a:pt x="1134049" y="95550"/>
                </a:cubicBezTo>
                <a:cubicBezTo>
                  <a:pt x="1135740" y="95550"/>
                  <a:pt x="1136986" y="95439"/>
                  <a:pt x="1137785" y="95216"/>
                </a:cubicBezTo>
                <a:cubicBezTo>
                  <a:pt x="1138586" y="94993"/>
                  <a:pt x="1139387" y="94660"/>
                  <a:pt x="1140188" y="94216"/>
                </a:cubicBezTo>
                <a:lnTo>
                  <a:pt x="1140188" y="99688"/>
                </a:lnTo>
                <a:cubicBezTo>
                  <a:pt x="1138408" y="100489"/>
                  <a:pt x="1136184" y="101200"/>
                  <a:pt x="1133515" y="101822"/>
                </a:cubicBezTo>
                <a:cubicBezTo>
                  <a:pt x="1130846" y="102445"/>
                  <a:pt x="1128222" y="102756"/>
                  <a:pt x="1125643" y="102756"/>
                </a:cubicBezTo>
                <a:cubicBezTo>
                  <a:pt x="1114344" y="102756"/>
                  <a:pt x="1108695" y="95995"/>
                  <a:pt x="1108695" y="82473"/>
                </a:cubicBezTo>
                <a:cubicBezTo>
                  <a:pt x="1108695" y="79892"/>
                  <a:pt x="1108739" y="76978"/>
                  <a:pt x="1108828" y="73731"/>
                </a:cubicBezTo>
                <a:cubicBezTo>
                  <a:pt x="1108917" y="70484"/>
                  <a:pt x="1109028" y="67148"/>
                  <a:pt x="1109161" y="63723"/>
                </a:cubicBezTo>
                <a:cubicBezTo>
                  <a:pt x="1109295" y="60298"/>
                  <a:pt x="1109405" y="56917"/>
                  <a:pt x="1109493" y="53580"/>
                </a:cubicBezTo>
                <a:cubicBezTo>
                  <a:pt x="1109583" y="50244"/>
                  <a:pt x="1109628" y="47152"/>
                  <a:pt x="1109628" y="44305"/>
                </a:cubicBezTo>
                <a:lnTo>
                  <a:pt x="1100287" y="44440"/>
                </a:lnTo>
                <a:cubicBezTo>
                  <a:pt x="1100553" y="43371"/>
                  <a:pt x="1100687" y="42259"/>
                  <a:pt x="1100687" y="41102"/>
                </a:cubicBezTo>
                <a:cubicBezTo>
                  <a:pt x="1100687" y="40035"/>
                  <a:pt x="1100553" y="38834"/>
                  <a:pt x="1100287" y="37500"/>
                </a:cubicBezTo>
                <a:lnTo>
                  <a:pt x="1109628" y="37901"/>
                </a:lnTo>
                <a:cubicBezTo>
                  <a:pt x="1109628" y="35143"/>
                  <a:pt x="1109583" y="32563"/>
                  <a:pt x="1109493" y="30161"/>
                </a:cubicBezTo>
                <a:cubicBezTo>
                  <a:pt x="1109405" y="27758"/>
                  <a:pt x="1109272" y="24867"/>
                  <a:pt x="1109094" y="21487"/>
                </a:cubicBezTo>
                <a:cubicBezTo>
                  <a:pt x="1112208" y="20241"/>
                  <a:pt x="1115278" y="18928"/>
                  <a:pt x="1118302" y="17549"/>
                </a:cubicBezTo>
                <a:cubicBezTo>
                  <a:pt x="1121327" y="16169"/>
                  <a:pt x="1124352" y="14724"/>
                  <a:pt x="1127378" y="13211"/>
                </a:cubicBezTo>
                <a:lnTo>
                  <a:pt x="1128712" y="14146"/>
                </a:lnTo>
                <a:cubicBezTo>
                  <a:pt x="1128534" y="15570"/>
                  <a:pt x="1128378" y="17238"/>
                  <a:pt x="1128243" y="19151"/>
                </a:cubicBezTo>
                <a:cubicBezTo>
                  <a:pt x="1128110" y="21064"/>
                  <a:pt x="1127977" y="23066"/>
                  <a:pt x="1127844" y="25156"/>
                </a:cubicBezTo>
                <a:cubicBezTo>
                  <a:pt x="1127711" y="27247"/>
                  <a:pt x="1127622" y="29382"/>
                  <a:pt x="1127577" y="31562"/>
                </a:cubicBezTo>
                <a:cubicBezTo>
                  <a:pt x="1127533" y="33741"/>
                  <a:pt x="1127510" y="35809"/>
                  <a:pt x="1127510" y="37767"/>
                </a:cubicBezTo>
                <a:lnTo>
                  <a:pt x="1139253" y="37500"/>
                </a:lnTo>
                <a:close/>
                <a:moveTo>
                  <a:pt x="1189697" y="91412"/>
                </a:moveTo>
                <a:cubicBezTo>
                  <a:pt x="1187206" y="95149"/>
                  <a:pt x="1184292" y="97974"/>
                  <a:pt x="1180955" y="99887"/>
                </a:cubicBezTo>
                <a:cubicBezTo>
                  <a:pt x="1177620" y="101800"/>
                  <a:pt x="1173817" y="102756"/>
                  <a:pt x="1169548" y="102756"/>
                </a:cubicBezTo>
                <a:cubicBezTo>
                  <a:pt x="1162875" y="102756"/>
                  <a:pt x="1157736" y="100888"/>
                  <a:pt x="1154134" y="97152"/>
                </a:cubicBezTo>
                <a:cubicBezTo>
                  <a:pt x="1150531" y="93415"/>
                  <a:pt x="1148729" y="87232"/>
                  <a:pt x="1148729" y="78602"/>
                </a:cubicBezTo>
                <a:cubicBezTo>
                  <a:pt x="1148729" y="74065"/>
                  <a:pt x="1148818" y="70062"/>
                  <a:pt x="1148996" y="66592"/>
                </a:cubicBezTo>
                <a:cubicBezTo>
                  <a:pt x="1149174" y="63122"/>
                  <a:pt x="1149263" y="59653"/>
                  <a:pt x="1149263" y="56183"/>
                </a:cubicBezTo>
                <a:cubicBezTo>
                  <a:pt x="1149263" y="53336"/>
                  <a:pt x="1149196" y="50245"/>
                  <a:pt x="1149061" y="46910"/>
                </a:cubicBezTo>
                <a:cubicBezTo>
                  <a:pt x="1148928" y="43573"/>
                  <a:pt x="1148773" y="40214"/>
                  <a:pt x="1148595" y="36832"/>
                </a:cubicBezTo>
                <a:cubicBezTo>
                  <a:pt x="1149751" y="37010"/>
                  <a:pt x="1151220" y="37166"/>
                  <a:pt x="1152999" y="37300"/>
                </a:cubicBezTo>
                <a:cubicBezTo>
                  <a:pt x="1154779" y="37433"/>
                  <a:pt x="1156648" y="37500"/>
                  <a:pt x="1158605" y="37500"/>
                </a:cubicBezTo>
                <a:cubicBezTo>
                  <a:pt x="1160561" y="37500"/>
                  <a:pt x="1162429" y="37433"/>
                  <a:pt x="1164209" y="37300"/>
                </a:cubicBezTo>
                <a:cubicBezTo>
                  <a:pt x="1165989" y="37166"/>
                  <a:pt x="1167457" y="37010"/>
                  <a:pt x="1168613" y="36832"/>
                </a:cubicBezTo>
                <a:cubicBezTo>
                  <a:pt x="1167990" y="41636"/>
                  <a:pt x="1167590" y="47197"/>
                  <a:pt x="1167412" y="53513"/>
                </a:cubicBezTo>
                <a:cubicBezTo>
                  <a:pt x="1167234" y="59830"/>
                  <a:pt x="1167145" y="67036"/>
                  <a:pt x="1167145" y="75132"/>
                </a:cubicBezTo>
                <a:cubicBezTo>
                  <a:pt x="1167145" y="80737"/>
                  <a:pt x="1168102" y="84852"/>
                  <a:pt x="1170014" y="87476"/>
                </a:cubicBezTo>
                <a:cubicBezTo>
                  <a:pt x="1171927" y="90100"/>
                  <a:pt x="1174618" y="91412"/>
                  <a:pt x="1178088" y="91412"/>
                </a:cubicBezTo>
                <a:cubicBezTo>
                  <a:pt x="1182091" y="91412"/>
                  <a:pt x="1185027" y="89678"/>
                  <a:pt x="1186895" y="86210"/>
                </a:cubicBezTo>
                <a:cubicBezTo>
                  <a:pt x="1188763" y="82740"/>
                  <a:pt x="1189697" y="77935"/>
                  <a:pt x="1189697" y="71797"/>
                </a:cubicBezTo>
                <a:lnTo>
                  <a:pt x="1189697" y="66458"/>
                </a:lnTo>
                <a:cubicBezTo>
                  <a:pt x="1189697" y="61032"/>
                  <a:pt x="1189630" y="55939"/>
                  <a:pt x="1189497" y="51180"/>
                </a:cubicBezTo>
                <a:cubicBezTo>
                  <a:pt x="1189364" y="46419"/>
                  <a:pt x="1189075" y="41636"/>
                  <a:pt x="1188630" y="36832"/>
                </a:cubicBezTo>
                <a:cubicBezTo>
                  <a:pt x="1191121" y="37277"/>
                  <a:pt x="1194457" y="37500"/>
                  <a:pt x="1198638" y="37500"/>
                </a:cubicBezTo>
                <a:cubicBezTo>
                  <a:pt x="1200685" y="37500"/>
                  <a:pt x="1202554" y="37433"/>
                  <a:pt x="1204244" y="37300"/>
                </a:cubicBezTo>
                <a:cubicBezTo>
                  <a:pt x="1205934" y="37166"/>
                  <a:pt x="1207402" y="37010"/>
                  <a:pt x="1208649" y="36832"/>
                </a:cubicBezTo>
                <a:cubicBezTo>
                  <a:pt x="1208203" y="41636"/>
                  <a:pt x="1207913" y="46419"/>
                  <a:pt x="1207779" y="51180"/>
                </a:cubicBezTo>
                <a:cubicBezTo>
                  <a:pt x="1207646" y="55939"/>
                  <a:pt x="1207579" y="61032"/>
                  <a:pt x="1207579" y="66458"/>
                </a:cubicBezTo>
                <a:lnTo>
                  <a:pt x="1207579" y="71797"/>
                </a:lnTo>
                <a:cubicBezTo>
                  <a:pt x="1207579" y="77223"/>
                  <a:pt x="1207646" y="82338"/>
                  <a:pt x="1207779" y="87142"/>
                </a:cubicBezTo>
                <a:cubicBezTo>
                  <a:pt x="1207913" y="91946"/>
                  <a:pt x="1208203" y="96573"/>
                  <a:pt x="1208649" y="101021"/>
                </a:cubicBezTo>
                <a:cubicBezTo>
                  <a:pt x="1207047" y="100844"/>
                  <a:pt x="1205467" y="100755"/>
                  <a:pt x="1203910" y="100755"/>
                </a:cubicBezTo>
                <a:cubicBezTo>
                  <a:pt x="1202353" y="100755"/>
                  <a:pt x="1200774" y="100755"/>
                  <a:pt x="1199174" y="100755"/>
                </a:cubicBezTo>
                <a:cubicBezTo>
                  <a:pt x="1197572" y="100755"/>
                  <a:pt x="1195992" y="100755"/>
                  <a:pt x="1194435" y="100755"/>
                </a:cubicBezTo>
                <a:cubicBezTo>
                  <a:pt x="1192878" y="100755"/>
                  <a:pt x="1191210" y="100844"/>
                  <a:pt x="1189430" y="101021"/>
                </a:cubicBezTo>
                <a:lnTo>
                  <a:pt x="1189966" y="91412"/>
                </a:lnTo>
                <a:lnTo>
                  <a:pt x="1189697" y="91412"/>
                </a:lnTo>
                <a:close/>
                <a:moveTo>
                  <a:pt x="1255088" y="80738"/>
                </a:moveTo>
                <a:cubicBezTo>
                  <a:pt x="1255088" y="76913"/>
                  <a:pt x="1255110" y="73999"/>
                  <a:pt x="1255155" y="71996"/>
                </a:cubicBezTo>
                <a:cubicBezTo>
                  <a:pt x="1255200" y="69994"/>
                  <a:pt x="1255222" y="68237"/>
                  <a:pt x="1255222" y="66724"/>
                </a:cubicBezTo>
                <a:cubicBezTo>
                  <a:pt x="1253353" y="67793"/>
                  <a:pt x="1251373" y="68661"/>
                  <a:pt x="1249282" y="69329"/>
                </a:cubicBezTo>
                <a:cubicBezTo>
                  <a:pt x="1247192" y="69995"/>
                  <a:pt x="1245279" y="70840"/>
                  <a:pt x="1243544" y="71864"/>
                </a:cubicBezTo>
                <a:cubicBezTo>
                  <a:pt x="1241809" y="72886"/>
                  <a:pt x="1240386" y="74287"/>
                  <a:pt x="1239274" y="76067"/>
                </a:cubicBezTo>
                <a:cubicBezTo>
                  <a:pt x="1238162" y="77847"/>
                  <a:pt x="1237606" y="80427"/>
                  <a:pt x="1237606" y="83807"/>
                </a:cubicBezTo>
                <a:cubicBezTo>
                  <a:pt x="1237606" y="87099"/>
                  <a:pt x="1238296" y="89612"/>
                  <a:pt x="1239675" y="91347"/>
                </a:cubicBezTo>
                <a:cubicBezTo>
                  <a:pt x="1241054" y="93082"/>
                  <a:pt x="1242900" y="93949"/>
                  <a:pt x="1245212" y="93949"/>
                </a:cubicBezTo>
                <a:cubicBezTo>
                  <a:pt x="1248148" y="93949"/>
                  <a:pt x="1250528" y="92838"/>
                  <a:pt x="1252351" y="90614"/>
                </a:cubicBezTo>
                <a:cubicBezTo>
                  <a:pt x="1254175" y="88389"/>
                  <a:pt x="1255088" y="85097"/>
                  <a:pt x="1255088" y="80738"/>
                </a:cubicBezTo>
                <a:moveTo>
                  <a:pt x="1223460" y="44440"/>
                </a:moveTo>
                <a:cubicBezTo>
                  <a:pt x="1227198" y="41415"/>
                  <a:pt x="1231223" y="39102"/>
                  <a:pt x="1235537" y="37500"/>
                </a:cubicBezTo>
                <a:cubicBezTo>
                  <a:pt x="1239853" y="35898"/>
                  <a:pt x="1244145" y="35097"/>
                  <a:pt x="1248415" y="35097"/>
                </a:cubicBezTo>
                <a:cubicBezTo>
                  <a:pt x="1251974" y="35097"/>
                  <a:pt x="1255244" y="35498"/>
                  <a:pt x="1258224" y="36299"/>
                </a:cubicBezTo>
                <a:cubicBezTo>
                  <a:pt x="1261205" y="37099"/>
                  <a:pt x="1263785" y="38367"/>
                  <a:pt x="1265963" y="40102"/>
                </a:cubicBezTo>
                <a:cubicBezTo>
                  <a:pt x="1268144" y="41837"/>
                  <a:pt x="1269834" y="44084"/>
                  <a:pt x="1271034" y="46842"/>
                </a:cubicBezTo>
                <a:cubicBezTo>
                  <a:pt x="1272235" y="49599"/>
                  <a:pt x="1272836" y="52936"/>
                  <a:pt x="1272836" y="56851"/>
                </a:cubicBezTo>
                <a:cubicBezTo>
                  <a:pt x="1272836" y="62544"/>
                  <a:pt x="1272769" y="67815"/>
                  <a:pt x="1272636" y="72664"/>
                </a:cubicBezTo>
                <a:cubicBezTo>
                  <a:pt x="1272503" y="77512"/>
                  <a:pt x="1272437" y="82338"/>
                  <a:pt x="1272437" y="87142"/>
                </a:cubicBezTo>
                <a:cubicBezTo>
                  <a:pt x="1272437" y="89278"/>
                  <a:pt x="1272592" y="90946"/>
                  <a:pt x="1272903" y="92147"/>
                </a:cubicBezTo>
                <a:cubicBezTo>
                  <a:pt x="1273215" y="93349"/>
                  <a:pt x="1273682" y="94261"/>
                  <a:pt x="1274304" y="94884"/>
                </a:cubicBezTo>
                <a:cubicBezTo>
                  <a:pt x="1274927" y="95506"/>
                  <a:pt x="1275750" y="95906"/>
                  <a:pt x="1276772" y="96083"/>
                </a:cubicBezTo>
                <a:cubicBezTo>
                  <a:pt x="1277795" y="96261"/>
                  <a:pt x="1278974" y="96350"/>
                  <a:pt x="1280309" y="96350"/>
                </a:cubicBezTo>
                <a:lnTo>
                  <a:pt x="1280309" y="99553"/>
                </a:lnTo>
                <a:cubicBezTo>
                  <a:pt x="1277730" y="100622"/>
                  <a:pt x="1275550" y="101423"/>
                  <a:pt x="1273770" y="101956"/>
                </a:cubicBezTo>
                <a:cubicBezTo>
                  <a:pt x="1271991" y="102490"/>
                  <a:pt x="1270078" y="102756"/>
                  <a:pt x="1268032" y="102756"/>
                </a:cubicBezTo>
                <a:cubicBezTo>
                  <a:pt x="1264740" y="102756"/>
                  <a:pt x="1262071" y="101956"/>
                  <a:pt x="1260026" y="100356"/>
                </a:cubicBezTo>
                <a:cubicBezTo>
                  <a:pt x="1257980" y="98754"/>
                  <a:pt x="1256423" y="96440"/>
                  <a:pt x="1255354" y="93416"/>
                </a:cubicBezTo>
                <a:cubicBezTo>
                  <a:pt x="1253309" y="96263"/>
                  <a:pt x="1250929" y="98531"/>
                  <a:pt x="1248215" y="100221"/>
                </a:cubicBezTo>
                <a:cubicBezTo>
                  <a:pt x="1245502" y="101911"/>
                  <a:pt x="1242099" y="102756"/>
                  <a:pt x="1238007" y="102756"/>
                </a:cubicBezTo>
                <a:cubicBezTo>
                  <a:pt x="1234626" y="102756"/>
                  <a:pt x="1231734" y="102311"/>
                  <a:pt x="1229331" y="101420"/>
                </a:cubicBezTo>
                <a:cubicBezTo>
                  <a:pt x="1226929" y="100531"/>
                  <a:pt x="1224950" y="99264"/>
                  <a:pt x="1223393" y="97619"/>
                </a:cubicBezTo>
                <a:cubicBezTo>
                  <a:pt x="1221836" y="95972"/>
                  <a:pt x="1220702" y="94103"/>
                  <a:pt x="1219991" y="92013"/>
                </a:cubicBezTo>
                <a:cubicBezTo>
                  <a:pt x="1219279" y="89922"/>
                  <a:pt x="1218924" y="87809"/>
                  <a:pt x="1218924" y="85674"/>
                </a:cubicBezTo>
                <a:cubicBezTo>
                  <a:pt x="1218924" y="82739"/>
                  <a:pt x="1219391" y="80204"/>
                  <a:pt x="1220325" y="78069"/>
                </a:cubicBezTo>
                <a:cubicBezTo>
                  <a:pt x="1221258" y="75933"/>
                  <a:pt x="1222593" y="74109"/>
                  <a:pt x="1224328" y="72597"/>
                </a:cubicBezTo>
                <a:cubicBezTo>
                  <a:pt x="1226063" y="71085"/>
                  <a:pt x="1228131" y="69817"/>
                  <a:pt x="1230532" y="68793"/>
                </a:cubicBezTo>
                <a:cubicBezTo>
                  <a:pt x="1232935" y="67770"/>
                  <a:pt x="1235649" y="66902"/>
                  <a:pt x="1238673" y="66191"/>
                </a:cubicBezTo>
                <a:cubicBezTo>
                  <a:pt x="1242411" y="65302"/>
                  <a:pt x="1245369" y="64524"/>
                  <a:pt x="1247547" y="63857"/>
                </a:cubicBezTo>
                <a:cubicBezTo>
                  <a:pt x="1249728" y="63190"/>
                  <a:pt x="1251351" y="62522"/>
                  <a:pt x="1252418" y="61856"/>
                </a:cubicBezTo>
                <a:cubicBezTo>
                  <a:pt x="1253487" y="61188"/>
                  <a:pt x="1254176" y="60453"/>
                  <a:pt x="1254487" y="59653"/>
                </a:cubicBezTo>
                <a:cubicBezTo>
                  <a:pt x="1254799" y="58852"/>
                  <a:pt x="1254955" y="57873"/>
                  <a:pt x="1254955" y="56716"/>
                </a:cubicBezTo>
                <a:cubicBezTo>
                  <a:pt x="1254955" y="53514"/>
                  <a:pt x="1253820" y="50778"/>
                  <a:pt x="1251551" y="48510"/>
                </a:cubicBezTo>
                <a:cubicBezTo>
                  <a:pt x="1249282" y="46240"/>
                  <a:pt x="1246146" y="45105"/>
                  <a:pt x="1242143" y="45105"/>
                </a:cubicBezTo>
                <a:cubicBezTo>
                  <a:pt x="1240631" y="45105"/>
                  <a:pt x="1239074" y="45306"/>
                  <a:pt x="1237472" y="45706"/>
                </a:cubicBezTo>
                <a:cubicBezTo>
                  <a:pt x="1235871" y="46107"/>
                  <a:pt x="1234337" y="46663"/>
                  <a:pt x="1232868" y="47376"/>
                </a:cubicBezTo>
                <a:cubicBezTo>
                  <a:pt x="1231400" y="48087"/>
                  <a:pt x="1230066" y="48866"/>
                  <a:pt x="1228865" y="49711"/>
                </a:cubicBezTo>
                <a:cubicBezTo>
                  <a:pt x="1227665" y="50556"/>
                  <a:pt x="1226753" y="51467"/>
                  <a:pt x="1226130" y="52446"/>
                </a:cubicBezTo>
                <a:lnTo>
                  <a:pt x="1225195" y="52446"/>
                </a:lnTo>
                <a:lnTo>
                  <a:pt x="1223460" y="44440"/>
                </a:lnTo>
                <a:close/>
                <a:moveTo>
                  <a:pt x="1292054" y="46574"/>
                </a:moveTo>
                <a:cubicBezTo>
                  <a:pt x="1292054" y="37856"/>
                  <a:pt x="1291965" y="29849"/>
                  <a:pt x="1291785" y="22554"/>
                </a:cubicBezTo>
                <a:cubicBezTo>
                  <a:pt x="1291607" y="15258"/>
                  <a:pt x="1291341" y="7874"/>
                  <a:pt x="1290985" y="401"/>
                </a:cubicBezTo>
                <a:cubicBezTo>
                  <a:pt x="1292142" y="579"/>
                  <a:pt x="1293610" y="735"/>
                  <a:pt x="1295390" y="869"/>
                </a:cubicBezTo>
                <a:cubicBezTo>
                  <a:pt x="1297169" y="1003"/>
                  <a:pt x="1299038" y="1069"/>
                  <a:pt x="1300995" y="1069"/>
                </a:cubicBezTo>
                <a:cubicBezTo>
                  <a:pt x="1302952" y="1069"/>
                  <a:pt x="1304819" y="1003"/>
                  <a:pt x="1306599" y="869"/>
                </a:cubicBezTo>
                <a:cubicBezTo>
                  <a:pt x="1308379" y="735"/>
                  <a:pt x="1309847" y="579"/>
                  <a:pt x="1311004" y="401"/>
                </a:cubicBezTo>
                <a:cubicBezTo>
                  <a:pt x="1310648" y="7874"/>
                  <a:pt x="1310381" y="15258"/>
                  <a:pt x="1310201" y="22554"/>
                </a:cubicBezTo>
                <a:cubicBezTo>
                  <a:pt x="1310024" y="29849"/>
                  <a:pt x="1309935" y="37856"/>
                  <a:pt x="1309935" y="46574"/>
                </a:cubicBezTo>
                <a:lnTo>
                  <a:pt x="1309935" y="55248"/>
                </a:lnTo>
                <a:cubicBezTo>
                  <a:pt x="1309935" y="63967"/>
                  <a:pt x="1310024" y="71975"/>
                  <a:pt x="1310201" y="79270"/>
                </a:cubicBezTo>
                <a:cubicBezTo>
                  <a:pt x="1310381" y="86565"/>
                  <a:pt x="1310648" y="93816"/>
                  <a:pt x="1311004" y="101021"/>
                </a:cubicBezTo>
                <a:cubicBezTo>
                  <a:pt x="1309847" y="100844"/>
                  <a:pt x="1308379" y="100755"/>
                  <a:pt x="1306599" y="100755"/>
                </a:cubicBezTo>
                <a:cubicBezTo>
                  <a:pt x="1304819" y="100755"/>
                  <a:pt x="1302952" y="100755"/>
                  <a:pt x="1300995" y="100755"/>
                </a:cubicBezTo>
                <a:cubicBezTo>
                  <a:pt x="1299038" y="100755"/>
                  <a:pt x="1297169" y="100755"/>
                  <a:pt x="1295390" y="100755"/>
                </a:cubicBezTo>
                <a:cubicBezTo>
                  <a:pt x="1293610" y="100755"/>
                  <a:pt x="1292142" y="100844"/>
                  <a:pt x="1290985" y="101021"/>
                </a:cubicBezTo>
                <a:cubicBezTo>
                  <a:pt x="1291341" y="93816"/>
                  <a:pt x="1291607" y="86565"/>
                  <a:pt x="1291785" y="79270"/>
                </a:cubicBezTo>
                <a:cubicBezTo>
                  <a:pt x="1291965" y="71975"/>
                  <a:pt x="1292054" y="63967"/>
                  <a:pt x="1292054" y="55248"/>
                </a:cubicBezTo>
                <a:lnTo>
                  <a:pt x="1292054" y="46574"/>
                </a:lnTo>
                <a:close/>
                <a:moveTo>
                  <a:pt x="1394675" y="76334"/>
                </a:moveTo>
                <a:cubicBezTo>
                  <a:pt x="1399302" y="65035"/>
                  <a:pt x="1403794" y="53670"/>
                  <a:pt x="1408153" y="42238"/>
                </a:cubicBezTo>
                <a:cubicBezTo>
                  <a:pt x="1412512" y="30805"/>
                  <a:pt x="1416427" y="19840"/>
                  <a:pt x="1419896" y="9342"/>
                </a:cubicBezTo>
                <a:cubicBezTo>
                  <a:pt x="1422121" y="9788"/>
                  <a:pt x="1424079" y="10010"/>
                  <a:pt x="1425769" y="10010"/>
                </a:cubicBezTo>
                <a:cubicBezTo>
                  <a:pt x="1427459" y="10010"/>
                  <a:pt x="1429417" y="9788"/>
                  <a:pt x="1431642" y="9342"/>
                </a:cubicBezTo>
                <a:cubicBezTo>
                  <a:pt x="1429417" y="14591"/>
                  <a:pt x="1426747" y="20907"/>
                  <a:pt x="1423633" y="28292"/>
                </a:cubicBezTo>
                <a:cubicBezTo>
                  <a:pt x="1420520" y="35675"/>
                  <a:pt x="1417273" y="43504"/>
                  <a:pt x="1413892" y="51778"/>
                </a:cubicBezTo>
                <a:cubicBezTo>
                  <a:pt x="1410511" y="60052"/>
                  <a:pt x="1407175" y="68460"/>
                  <a:pt x="1403883" y="77002"/>
                </a:cubicBezTo>
                <a:cubicBezTo>
                  <a:pt x="1400591" y="85542"/>
                  <a:pt x="1397656" y="93548"/>
                  <a:pt x="1395076" y="101021"/>
                </a:cubicBezTo>
                <a:cubicBezTo>
                  <a:pt x="1393297" y="100844"/>
                  <a:pt x="1391339" y="100755"/>
                  <a:pt x="1389204" y="100755"/>
                </a:cubicBezTo>
                <a:cubicBezTo>
                  <a:pt x="1387068" y="100755"/>
                  <a:pt x="1385112" y="100844"/>
                  <a:pt x="1383333" y="101021"/>
                </a:cubicBezTo>
                <a:cubicBezTo>
                  <a:pt x="1381997" y="97463"/>
                  <a:pt x="1380373" y="93149"/>
                  <a:pt x="1378460" y="88079"/>
                </a:cubicBezTo>
                <a:cubicBezTo>
                  <a:pt x="1376548" y="83007"/>
                  <a:pt x="1374501" y="77625"/>
                  <a:pt x="1372321" y="71931"/>
                </a:cubicBezTo>
                <a:cubicBezTo>
                  <a:pt x="1370142" y="66236"/>
                  <a:pt x="1367851" y="60409"/>
                  <a:pt x="1365449" y="54448"/>
                </a:cubicBezTo>
                <a:cubicBezTo>
                  <a:pt x="1363047" y="48487"/>
                  <a:pt x="1360734" y="42726"/>
                  <a:pt x="1358509" y="37166"/>
                </a:cubicBezTo>
                <a:cubicBezTo>
                  <a:pt x="1356285" y="31606"/>
                  <a:pt x="1354195" y="26423"/>
                  <a:pt x="1352237" y="21619"/>
                </a:cubicBezTo>
                <a:cubicBezTo>
                  <a:pt x="1350281" y="16815"/>
                  <a:pt x="1348591" y="12723"/>
                  <a:pt x="1347167" y="9342"/>
                </a:cubicBezTo>
                <a:cubicBezTo>
                  <a:pt x="1349214" y="9520"/>
                  <a:pt x="1351238" y="9676"/>
                  <a:pt x="1353239" y="9811"/>
                </a:cubicBezTo>
                <a:cubicBezTo>
                  <a:pt x="1355242" y="9944"/>
                  <a:pt x="1357221" y="10010"/>
                  <a:pt x="1359177" y="10010"/>
                </a:cubicBezTo>
                <a:cubicBezTo>
                  <a:pt x="1361134" y="10010"/>
                  <a:pt x="1363092" y="9944"/>
                  <a:pt x="1365050" y="9811"/>
                </a:cubicBezTo>
                <a:cubicBezTo>
                  <a:pt x="1367007" y="9676"/>
                  <a:pt x="1368965" y="9520"/>
                  <a:pt x="1370922" y="9342"/>
                </a:cubicBezTo>
                <a:cubicBezTo>
                  <a:pt x="1372434" y="14324"/>
                  <a:pt x="1374147" y="19573"/>
                  <a:pt x="1376060" y="25089"/>
                </a:cubicBezTo>
                <a:cubicBezTo>
                  <a:pt x="1377972" y="30604"/>
                  <a:pt x="1379952" y="36231"/>
                  <a:pt x="1381997" y="41970"/>
                </a:cubicBezTo>
                <a:cubicBezTo>
                  <a:pt x="1384043" y="47708"/>
                  <a:pt x="1386156" y="53468"/>
                  <a:pt x="1388336" y="59251"/>
                </a:cubicBezTo>
                <a:cubicBezTo>
                  <a:pt x="1390516" y="65034"/>
                  <a:pt x="1392629" y="70728"/>
                  <a:pt x="1394675" y="76334"/>
                </a:cubicBezTo>
                <a:close/>
                <a:moveTo>
                  <a:pt x="1465403" y="80738"/>
                </a:moveTo>
                <a:cubicBezTo>
                  <a:pt x="1465403" y="76913"/>
                  <a:pt x="1465425" y="73999"/>
                  <a:pt x="1465470" y="71996"/>
                </a:cubicBezTo>
                <a:cubicBezTo>
                  <a:pt x="1465515" y="69994"/>
                  <a:pt x="1465537" y="68237"/>
                  <a:pt x="1465537" y="66724"/>
                </a:cubicBezTo>
                <a:cubicBezTo>
                  <a:pt x="1463668" y="67793"/>
                  <a:pt x="1461688" y="68661"/>
                  <a:pt x="1459598" y="69329"/>
                </a:cubicBezTo>
                <a:cubicBezTo>
                  <a:pt x="1457507" y="69995"/>
                  <a:pt x="1455594" y="70840"/>
                  <a:pt x="1453859" y="71864"/>
                </a:cubicBezTo>
                <a:cubicBezTo>
                  <a:pt x="1452124" y="72886"/>
                  <a:pt x="1450701" y="74287"/>
                  <a:pt x="1449589" y="76067"/>
                </a:cubicBezTo>
                <a:cubicBezTo>
                  <a:pt x="1448477" y="77847"/>
                  <a:pt x="1447922" y="80427"/>
                  <a:pt x="1447922" y="83807"/>
                </a:cubicBezTo>
                <a:cubicBezTo>
                  <a:pt x="1447922" y="87099"/>
                  <a:pt x="1448611" y="89612"/>
                  <a:pt x="1449990" y="91347"/>
                </a:cubicBezTo>
                <a:cubicBezTo>
                  <a:pt x="1451370" y="93082"/>
                  <a:pt x="1453215" y="93949"/>
                  <a:pt x="1455527" y="93949"/>
                </a:cubicBezTo>
                <a:cubicBezTo>
                  <a:pt x="1458463" y="93949"/>
                  <a:pt x="1460843" y="92838"/>
                  <a:pt x="1462666" y="90614"/>
                </a:cubicBezTo>
                <a:cubicBezTo>
                  <a:pt x="1464491" y="88389"/>
                  <a:pt x="1465403" y="85097"/>
                  <a:pt x="1465403" y="80738"/>
                </a:cubicBezTo>
                <a:moveTo>
                  <a:pt x="1433776" y="44440"/>
                </a:moveTo>
                <a:cubicBezTo>
                  <a:pt x="1437513" y="41415"/>
                  <a:pt x="1441539" y="39102"/>
                  <a:pt x="1445853" y="37500"/>
                </a:cubicBezTo>
                <a:cubicBezTo>
                  <a:pt x="1450168" y="35898"/>
                  <a:pt x="1454461" y="35097"/>
                  <a:pt x="1458730" y="35097"/>
                </a:cubicBezTo>
                <a:cubicBezTo>
                  <a:pt x="1462290" y="35097"/>
                  <a:pt x="1465559" y="35498"/>
                  <a:pt x="1468539" y="36299"/>
                </a:cubicBezTo>
                <a:cubicBezTo>
                  <a:pt x="1471520" y="37099"/>
                  <a:pt x="1474100" y="38367"/>
                  <a:pt x="1476279" y="40102"/>
                </a:cubicBezTo>
                <a:cubicBezTo>
                  <a:pt x="1478459" y="41837"/>
                  <a:pt x="1480149" y="44084"/>
                  <a:pt x="1481349" y="46842"/>
                </a:cubicBezTo>
                <a:cubicBezTo>
                  <a:pt x="1482550" y="49599"/>
                  <a:pt x="1483151" y="52936"/>
                  <a:pt x="1483151" y="56851"/>
                </a:cubicBezTo>
                <a:cubicBezTo>
                  <a:pt x="1483151" y="62544"/>
                  <a:pt x="1483085" y="67815"/>
                  <a:pt x="1482952" y="72664"/>
                </a:cubicBezTo>
                <a:cubicBezTo>
                  <a:pt x="1482818" y="77512"/>
                  <a:pt x="1482752" y="82338"/>
                  <a:pt x="1482752" y="87142"/>
                </a:cubicBezTo>
                <a:cubicBezTo>
                  <a:pt x="1482752" y="89278"/>
                  <a:pt x="1482907" y="90946"/>
                  <a:pt x="1483218" y="92147"/>
                </a:cubicBezTo>
                <a:cubicBezTo>
                  <a:pt x="1483531" y="93349"/>
                  <a:pt x="1483997" y="94261"/>
                  <a:pt x="1484619" y="94884"/>
                </a:cubicBezTo>
                <a:cubicBezTo>
                  <a:pt x="1485242" y="95506"/>
                  <a:pt x="1486065" y="95906"/>
                  <a:pt x="1487087" y="96083"/>
                </a:cubicBezTo>
                <a:cubicBezTo>
                  <a:pt x="1488111" y="96261"/>
                  <a:pt x="1489290" y="96350"/>
                  <a:pt x="1490624" y="96350"/>
                </a:cubicBezTo>
                <a:lnTo>
                  <a:pt x="1490624" y="99553"/>
                </a:lnTo>
                <a:cubicBezTo>
                  <a:pt x="1488045" y="100622"/>
                  <a:pt x="1485865" y="101423"/>
                  <a:pt x="1484086" y="101956"/>
                </a:cubicBezTo>
                <a:cubicBezTo>
                  <a:pt x="1482306" y="102490"/>
                  <a:pt x="1480393" y="102756"/>
                  <a:pt x="1478348" y="102756"/>
                </a:cubicBezTo>
                <a:cubicBezTo>
                  <a:pt x="1475056" y="102756"/>
                  <a:pt x="1472387" y="101956"/>
                  <a:pt x="1470341" y="100356"/>
                </a:cubicBezTo>
                <a:cubicBezTo>
                  <a:pt x="1468295" y="98754"/>
                  <a:pt x="1466738" y="96440"/>
                  <a:pt x="1465670" y="93416"/>
                </a:cubicBezTo>
                <a:cubicBezTo>
                  <a:pt x="1463624" y="96263"/>
                  <a:pt x="1461244" y="98531"/>
                  <a:pt x="1458531" y="100221"/>
                </a:cubicBezTo>
                <a:cubicBezTo>
                  <a:pt x="1455817" y="101911"/>
                  <a:pt x="1452414" y="102756"/>
                  <a:pt x="1448323" y="102756"/>
                </a:cubicBezTo>
                <a:cubicBezTo>
                  <a:pt x="1444941" y="102756"/>
                  <a:pt x="1442049" y="102311"/>
                  <a:pt x="1439646" y="101420"/>
                </a:cubicBezTo>
                <a:cubicBezTo>
                  <a:pt x="1437245" y="100531"/>
                  <a:pt x="1435265" y="99264"/>
                  <a:pt x="1433708" y="97619"/>
                </a:cubicBezTo>
                <a:cubicBezTo>
                  <a:pt x="1432151" y="95972"/>
                  <a:pt x="1431017" y="94103"/>
                  <a:pt x="1430306" y="92013"/>
                </a:cubicBezTo>
                <a:cubicBezTo>
                  <a:pt x="1429594" y="89922"/>
                  <a:pt x="1429239" y="87809"/>
                  <a:pt x="1429239" y="85674"/>
                </a:cubicBezTo>
                <a:cubicBezTo>
                  <a:pt x="1429239" y="82739"/>
                  <a:pt x="1429706" y="80204"/>
                  <a:pt x="1430640" y="78069"/>
                </a:cubicBezTo>
                <a:cubicBezTo>
                  <a:pt x="1431574" y="75933"/>
                  <a:pt x="1432908" y="74109"/>
                  <a:pt x="1434643" y="72597"/>
                </a:cubicBezTo>
                <a:cubicBezTo>
                  <a:pt x="1436378" y="71085"/>
                  <a:pt x="1438446" y="69817"/>
                  <a:pt x="1440848" y="68793"/>
                </a:cubicBezTo>
                <a:cubicBezTo>
                  <a:pt x="1443250" y="67770"/>
                  <a:pt x="1445964" y="66902"/>
                  <a:pt x="1448989" y="66191"/>
                </a:cubicBezTo>
                <a:cubicBezTo>
                  <a:pt x="1452726" y="65302"/>
                  <a:pt x="1455684" y="64524"/>
                  <a:pt x="1457863" y="63857"/>
                </a:cubicBezTo>
                <a:cubicBezTo>
                  <a:pt x="1460043" y="63190"/>
                  <a:pt x="1461666" y="62522"/>
                  <a:pt x="1462733" y="61856"/>
                </a:cubicBezTo>
                <a:cubicBezTo>
                  <a:pt x="1463802" y="61188"/>
                  <a:pt x="1464491" y="60453"/>
                  <a:pt x="1464802" y="59653"/>
                </a:cubicBezTo>
                <a:cubicBezTo>
                  <a:pt x="1465114" y="58852"/>
                  <a:pt x="1465271" y="57873"/>
                  <a:pt x="1465271" y="56716"/>
                </a:cubicBezTo>
                <a:cubicBezTo>
                  <a:pt x="1465271" y="53514"/>
                  <a:pt x="1464136" y="50778"/>
                  <a:pt x="1461866" y="48510"/>
                </a:cubicBezTo>
                <a:cubicBezTo>
                  <a:pt x="1459598" y="46240"/>
                  <a:pt x="1456462" y="45105"/>
                  <a:pt x="1452458" y="45105"/>
                </a:cubicBezTo>
                <a:cubicBezTo>
                  <a:pt x="1450946" y="45105"/>
                  <a:pt x="1449389" y="45306"/>
                  <a:pt x="1447787" y="45706"/>
                </a:cubicBezTo>
                <a:cubicBezTo>
                  <a:pt x="1446187" y="46107"/>
                  <a:pt x="1444652" y="46663"/>
                  <a:pt x="1443183" y="47376"/>
                </a:cubicBezTo>
                <a:cubicBezTo>
                  <a:pt x="1441716" y="48087"/>
                  <a:pt x="1440381" y="48866"/>
                  <a:pt x="1439180" y="49711"/>
                </a:cubicBezTo>
                <a:cubicBezTo>
                  <a:pt x="1437980" y="50556"/>
                  <a:pt x="1437068" y="51467"/>
                  <a:pt x="1436445" y="52446"/>
                </a:cubicBezTo>
                <a:lnTo>
                  <a:pt x="1435511" y="52446"/>
                </a:lnTo>
                <a:lnTo>
                  <a:pt x="1433776" y="44440"/>
                </a:lnTo>
                <a:close/>
                <a:moveTo>
                  <a:pt x="1502369" y="46574"/>
                </a:moveTo>
                <a:cubicBezTo>
                  <a:pt x="1502369" y="37856"/>
                  <a:pt x="1502280" y="29849"/>
                  <a:pt x="1502101" y="22554"/>
                </a:cubicBezTo>
                <a:cubicBezTo>
                  <a:pt x="1501923" y="15258"/>
                  <a:pt x="1501656" y="7874"/>
                  <a:pt x="1501300" y="401"/>
                </a:cubicBezTo>
                <a:cubicBezTo>
                  <a:pt x="1502457" y="579"/>
                  <a:pt x="1503925" y="735"/>
                  <a:pt x="1505705" y="869"/>
                </a:cubicBezTo>
                <a:cubicBezTo>
                  <a:pt x="1507485" y="1003"/>
                  <a:pt x="1509353" y="1069"/>
                  <a:pt x="1511311" y="1069"/>
                </a:cubicBezTo>
                <a:cubicBezTo>
                  <a:pt x="1513267" y="1069"/>
                  <a:pt x="1515135" y="1003"/>
                  <a:pt x="1516914" y="869"/>
                </a:cubicBezTo>
                <a:cubicBezTo>
                  <a:pt x="1518694" y="735"/>
                  <a:pt x="1520162" y="579"/>
                  <a:pt x="1521319" y="401"/>
                </a:cubicBezTo>
                <a:cubicBezTo>
                  <a:pt x="1520963" y="7874"/>
                  <a:pt x="1520696" y="15258"/>
                  <a:pt x="1520517" y="22554"/>
                </a:cubicBezTo>
                <a:cubicBezTo>
                  <a:pt x="1520339" y="29849"/>
                  <a:pt x="1520250" y="37856"/>
                  <a:pt x="1520250" y="46574"/>
                </a:cubicBezTo>
                <a:lnTo>
                  <a:pt x="1520250" y="55248"/>
                </a:lnTo>
                <a:cubicBezTo>
                  <a:pt x="1520250" y="63967"/>
                  <a:pt x="1520339" y="71975"/>
                  <a:pt x="1520517" y="79270"/>
                </a:cubicBezTo>
                <a:cubicBezTo>
                  <a:pt x="1520696" y="86565"/>
                  <a:pt x="1520963" y="93816"/>
                  <a:pt x="1521319" y="101021"/>
                </a:cubicBezTo>
                <a:cubicBezTo>
                  <a:pt x="1520162" y="100844"/>
                  <a:pt x="1518694" y="100755"/>
                  <a:pt x="1516914" y="100755"/>
                </a:cubicBezTo>
                <a:cubicBezTo>
                  <a:pt x="1515135" y="100755"/>
                  <a:pt x="1513267" y="100755"/>
                  <a:pt x="1511311" y="100755"/>
                </a:cubicBezTo>
                <a:cubicBezTo>
                  <a:pt x="1509353" y="100755"/>
                  <a:pt x="1507485" y="100755"/>
                  <a:pt x="1505705" y="100755"/>
                </a:cubicBezTo>
                <a:cubicBezTo>
                  <a:pt x="1503925" y="100755"/>
                  <a:pt x="1502457" y="100844"/>
                  <a:pt x="1501300" y="101021"/>
                </a:cubicBezTo>
                <a:cubicBezTo>
                  <a:pt x="1501656" y="93816"/>
                  <a:pt x="1501923" y="86565"/>
                  <a:pt x="1502101" y="79270"/>
                </a:cubicBezTo>
                <a:cubicBezTo>
                  <a:pt x="1502280" y="71975"/>
                  <a:pt x="1502369" y="63967"/>
                  <a:pt x="1502369" y="55248"/>
                </a:cubicBezTo>
                <a:lnTo>
                  <a:pt x="1502369" y="46574"/>
                </a:lnTo>
                <a:close/>
                <a:moveTo>
                  <a:pt x="1578033" y="91412"/>
                </a:moveTo>
                <a:cubicBezTo>
                  <a:pt x="1575542" y="95149"/>
                  <a:pt x="1572628" y="97974"/>
                  <a:pt x="1569291" y="99887"/>
                </a:cubicBezTo>
                <a:cubicBezTo>
                  <a:pt x="1565956" y="101800"/>
                  <a:pt x="1562154" y="102756"/>
                  <a:pt x="1557884" y="102756"/>
                </a:cubicBezTo>
                <a:cubicBezTo>
                  <a:pt x="1551211" y="102756"/>
                  <a:pt x="1546072" y="100888"/>
                  <a:pt x="1542470" y="97152"/>
                </a:cubicBezTo>
                <a:cubicBezTo>
                  <a:pt x="1538867" y="93415"/>
                  <a:pt x="1537065" y="87232"/>
                  <a:pt x="1537065" y="78602"/>
                </a:cubicBezTo>
                <a:cubicBezTo>
                  <a:pt x="1537065" y="74065"/>
                  <a:pt x="1537154" y="70062"/>
                  <a:pt x="1537332" y="66592"/>
                </a:cubicBezTo>
                <a:cubicBezTo>
                  <a:pt x="1537510" y="63122"/>
                  <a:pt x="1537599" y="59653"/>
                  <a:pt x="1537599" y="56183"/>
                </a:cubicBezTo>
                <a:cubicBezTo>
                  <a:pt x="1537599" y="53336"/>
                  <a:pt x="1537532" y="50245"/>
                  <a:pt x="1537397" y="46910"/>
                </a:cubicBezTo>
                <a:cubicBezTo>
                  <a:pt x="1537264" y="43573"/>
                  <a:pt x="1537109" y="40214"/>
                  <a:pt x="1536931" y="36832"/>
                </a:cubicBezTo>
                <a:cubicBezTo>
                  <a:pt x="1538088" y="37010"/>
                  <a:pt x="1539556" y="37166"/>
                  <a:pt x="1541335" y="37300"/>
                </a:cubicBezTo>
                <a:cubicBezTo>
                  <a:pt x="1543115" y="37433"/>
                  <a:pt x="1544984" y="37500"/>
                  <a:pt x="1546941" y="37500"/>
                </a:cubicBezTo>
                <a:cubicBezTo>
                  <a:pt x="1548897" y="37500"/>
                  <a:pt x="1550765" y="37433"/>
                  <a:pt x="1552545" y="37300"/>
                </a:cubicBezTo>
                <a:cubicBezTo>
                  <a:pt x="1554325" y="37166"/>
                  <a:pt x="1555793" y="37010"/>
                  <a:pt x="1556950" y="36832"/>
                </a:cubicBezTo>
                <a:cubicBezTo>
                  <a:pt x="1556326" y="41636"/>
                  <a:pt x="1555926" y="47197"/>
                  <a:pt x="1555748" y="53513"/>
                </a:cubicBezTo>
                <a:cubicBezTo>
                  <a:pt x="1555570" y="59830"/>
                  <a:pt x="1555481" y="67036"/>
                  <a:pt x="1555481" y="75132"/>
                </a:cubicBezTo>
                <a:cubicBezTo>
                  <a:pt x="1555481" y="80737"/>
                  <a:pt x="1556438" y="84852"/>
                  <a:pt x="1558351" y="87476"/>
                </a:cubicBezTo>
                <a:cubicBezTo>
                  <a:pt x="1560263" y="90100"/>
                  <a:pt x="1562955" y="91412"/>
                  <a:pt x="1566424" y="91412"/>
                </a:cubicBezTo>
                <a:cubicBezTo>
                  <a:pt x="1570428" y="91412"/>
                  <a:pt x="1573363" y="89678"/>
                  <a:pt x="1575231" y="86210"/>
                </a:cubicBezTo>
                <a:cubicBezTo>
                  <a:pt x="1577099" y="82740"/>
                  <a:pt x="1578033" y="77935"/>
                  <a:pt x="1578033" y="71797"/>
                </a:cubicBezTo>
                <a:lnTo>
                  <a:pt x="1578033" y="66458"/>
                </a:lnTo>
                <a:cubicBezTo>
                  <a:pt x="1578033" y="61032"/>
                  <a:pt x="1577967" y="55939"/>
                  <a:pt x="1577834" y="51180"/>
                </a:cubicBezTo>
                <a:cubicBezTo>
                  <a:pt x="1577700" y="46419"/>
                  <a:pt x="1577411" y="41636"/>
                  <a:pt x="1576966" y="36832"/>
                </a:cubicBezTo>
                <a:cubicBezTo>
                  <a:pt x="1579457" y="37277"/>
                  <a:pt x="1582793" y="37500"/>
                  <a:pt x="1586974" y="37500"/>
                </a:cubicBezTo>
                <a:cubicBezTo>
                  <a:pt x="1589021" y="37500"/>
                  <a:pt x="1590890" y="37433"/>
                  <a:pt x="1592580" y="37300"/>
                </a:cubicBezTo>
                <a:cubicBezTo>
                  <a:pt x="1594270" y="37166"/>
                  <a:pt x="1595738" y="37010"/>
                  <a:pt x="1596985" y="36832"/>
                </a:cubicBezTo>
                <a:cubicBezTo>
                  <a:pt x="1596539" y="41636"/>
                  <a:pt x="1596250" y="46419"/>
                  <a:pt x="1596115" y="51180"/>
                </a:cubicBezTo>
                <a:cubicBezTo>
                  <a:pt x="1595982" y="55939"/>
                  <a:pt x="1595916" y="61032"/>
                  <a:pt x="1595916" y="66458"/>
                </a:cubicBezTo>
                <a:lnTo>
                  <a:pt x="1595916" y="71797"/>
                </a:lnTo>
                <a:cubicBezTo>
                  <a:pt x="1595916" y="77223"/>
                  <a:pt x="1595982" y="82338"/>
                  <a:pt x="1596115" y="87142"/>
                </a:cubicBezTo>
                <a:cubicBezTo>
                  <a:pt x="1596250" y="91946"/>
                  <a:pt x="1596539" y="96573"/>
                  <a:pt x="1596985" y="101021"/>
                </a:cubicBezTo>
                <a:cubicBezTo>
                  <a:pt x="1595383" y="100844"/>
                  <a:pt x="1593803" y="100755"/>
                  <a:pt x="1592246" y="100755"/>
                </a:cubicBezTo>
                <a:cubicBezTo>
                  <a:pt x="1590689" y="100755"/>
                  <a:pt x="1589110" y="100755"/>
                  <a:pt x="1587510" y="100755"/>
                </a:cubicBezTo>
                <a:cubicBezTo>
                  <a:pt x="1585908" y="100755"/>
                  <a:pt x="1584329" y="100755"/>
                  <a:pt x="1582771" y="100755"/>
                </a:cubicBezTo>
                <a:cubicBezTo>
                  <a:pt x="1581214" y="100755"/>
                  <a:pt x="1579546" y="100844"/>
                  <a:pt x="1577766" y="101021"/>
                </a:cubicBezTo>
                <a:lnTo>
                  <a:pt x="1578302" y="91412"/>
                </a:lnTo>
                <a:lnTo>
                  <a:pt x="1578033" y="91412"/>
                </a:lnTo>
                <a:close/>
                <a:moveTo>
                  <a:pt x="1628211" y="69127"/>
                </a:moveTo>
                <a:cubicBezTo>
                  <a:pt x="1628211" y="72685"/>
                  <a:pt x="1628566" y="76021"/>
                  <a:pt x="1629278" y="79136"/>
                </a:cubicBezTo>
                <a:cubicBezTo>
                  <a:pt x="1629991" y="82250"/>
                  <a:pt x="1631081" y="84941"/>
                  <a:pt x="1632548" y="87209"/>
                </a:cubicBezTo>
                <a:cubicBezTo>
                  <a:pt x="1634016" y="89478"/>
                  <a:pt x="1635883" y="91257"/>
                  <a:pt x="1638152" y="92548"/>
                </a:cubicBezTo>
                <a:cubicBezTo>
                  <a:pt x="1640422" y="93838"/>
                  <a:pt x="1643069" y="94483"/>
                  <a:pt x="1646093" y="94483"/>
                </a:cubicBezTo>
                <a:cubicBezTo>
                  <a:pt x="1652232" y="94483"/>
                  <a:pt x="1657703" y="92481"/>
                  <a:pt x="1662508" y="88478"/>
                </a:cubicBezTo>
                <a:lnTo>
                  <a:pt x="1664108" y="89679"/>
                </a:lnTo>
                <a:lnTo>
                  <a:pt x="1661172" y="97152"/>
                </a:lnTo>
                <a:cubicBezTo>
                  <a:pt x="1658948" y="98843"/>
                  <a:pt x="1656279" y="100199"/>
                  <a:pt x="1653165" y="101221"/>
                </a:cubicBezTo>
                <a:cubicBezTo>
                  <a:pt x="1650051" y="102244"/>
                  <a:pt x="1645959" y="102756"/>
                  <a:pt x="1640889" y="102756"/>
                </a:cubicBezTo>
                <a:cubicBezTo>
                  <a:pt x="1636530" y="102756"/>
                  <a:pt x="1632393" y="102156"/>
                  <a:pt x="1628478" y="100954"/>
                </a:cubicBezTo>
                <a:cubicBezTo>
                  <a:pt x="1624564" y="99754"/>
                  <a:pt x="1621116" y="97775"/>
                  <a:pt x="1618135" y="95016"/>
                </a:cubicBezTo>
                <a:cubicBezTo>
                  <a:pt x="1615156" y="92258"/>
                  <a:pt x="1612798" y="88766"/>
                  <a:pt x="1611063" y="84540"/>
                </a:cubicBezTo>
                <a:cubicBezTo>
                  <a:pt x="1609328" y="80314"/>
                  <a:pt x="1608461" y="75265"/>
                  <a:pt x="1608461" y="69394"/>
                </a:cubicBezTo>
                <a:cubicBezTo>
                  <a:pt x="1608461" y="63611"/>
                  <a:pt x="1609239" y="58585"/>
                  <a:pt x="1610795" y="54315"/>
                </a:cubicBezTo>
                <a:cubicBezTo>
                  <a:pt x="1612352" y="50045"/>
                  <a:pt x="1614509" y="46486"/>
                  <a:pt x="1617268" y="43639"/>
                </a:cubicBezTo>
                <a:cubicBezTo>
                  <a:pt x="1620026" y="40791"/>
                  <a:pt x="1623296" y="38656"/>
                  <a:pt x="1627077" y="37233"/>
                </a:cubicBezTo>
                <a:cubicBezTo>
                  <a:pt x="1630857" y="35809"/>
                  <a:pt x="1634972" y="35097"/>
                  <a:pt x="1639420" y="35097"/>
                </a:cubicBezTo>
                <a:cubicBezTo>
                  <a:pt x="1648228" y="35097"/>
                  <a:pt x="1654967" y="37677"/>
                  <a:pt x="1659637" y="42837"/>
                </a:cubicBezTo>
                <a:cubicBezTo>
                  <a:pt x="1664308" y="47997"/>
                  <a:pt x="1666643" y="55292"/>
                  <a:pt x="1666643" y="64723"/>
                </a:cubicBezTo>
                <a:lnTo>
                  <a:pt x="1666643" y="67527"/>
                </a:lnTo>
                <a:cubicBezTo>
                  <a:pt x="1666643" y="68326"/>
                  <a:pt x="1666599" y="68860"/>
                  <a:pt x="1666511" y="69127"/>
                </a:cubicBezTo>
                <a:lnTo>
                  <a:pt x="1628211" y="69127"/>
                </a:lnTo>
                <a:moveTo>
                  <a:pt x="1648763" y="63122"/>
                </a:moveTo>
                <a:cubicBezTo>
                  <a:pt x="1648584" y="56450"/>
                  <a:pt x="1647760" y="51112"/>
                  <a:pt x="1646293" y="47109"/>
                </a:cubicBezTo>
                <a:cubicBezTo>
                  <a:pt x="1644825" y="43104"/>
                  <a:pt x="1642357" y="41102"/>
                  <a:pt x="1638887" y="41102"/>
                </a:cubicBezTo>
                <a:cubicBezTo>
                  <a:pt x="1636929" y="41102"/>
                  <a:pt x="1635283" y="41769"/>
                  <a:pt x="1633949" y="43104"/>
                </a:cubicBezTo>
                <a:cubicBezTo>
                  <a:pt x="1632615" y="44438"/>
                  <a:pt x="1631547" y="46151"/>
                  <a:pt x="1630746" y="48243"/>
                </a:cubicBezTo>
                <a:cubicBezTo>
                  <a:pt x="1629945" y="50334"/>
                  <a:pt x="1629344" y="52691"/>
                  <a:pt x="1628944" y="55315"/>
                </a:cubicBezTo>
                <a:cubicBezTo>
                  <a:pt x="1628545" y="57939"/>
                  <a:pt x="1628300" y="60542"/>
                  <a:pt x="1628211" y="63122"/>
                </a:cubicBezTo>
                <a:lnTo>
                  <a:pt x="1648763" y="63122"/>
                </a:lnTo>
                <a:close/>
                <a:moveTo>
                  <a:pt x="1709615" y="64189"/>
                </a:moveTo>
                <a:lnTo>
                  <a:pt x="1709615" y="78869"/>
                </a:lnTo>
                <a:lnTo>
                  <a:pt x="1676387" y="78869"/>
                </a:lnTo>
                <a:lnTo>
                  <a:pt x="1676387" y="64189"/>
                </a:lnTo>
                <a:lnTo>
                  <a:pt x="1709615" y="64189"/>
                </a:lnTo>
                <a:close/>
                <a:moveTo>
                  <a:pt x="1727631" y="46307"/>
                </a:moveTo>
                <a:cubicBezTo>
                  <a:pt x="1727631" y="38923"/>
                  <a:pt x="1727542" y="32362"/>
                  <a:pt x="1727364" y="26624"/>
                </a:cubicBezTo>
                <a:cubicBezTo>
                  <a:pt x="1727186" y="20886"/>
                  <a:pt x="1726919" y="15125"/>
                  <a:pt x="1726564" y="9342"/>
                </a:cubicBezTo>
                <a:cubicBezTo>
                  <a:pt x="1728076" y="9520"/>
                  <a:pt x="1729721" y="9676"/>
                  <a:pt x="1731500" y="9811"/>
                </a:cubicBezTo>
                <a:cubicBezTo>
                  <a:pt x="1733279" y="9944"/>
                  <a:pt x="1735282" y="10010"/>
                  <a:pt x="1737507" y="10010"/>
                </a:cubicBezTo>
                <a:cubicBezTo>
                  <a:pt x="1739730" y="10010"/>
                  <a:pt x="1741731" y="9944"/>
                  <a:pt x="1743510" y="9811"/>
                </a:cubicBezTo>
                <a:cubicBezTo>
                  <a:pt x="1745289" y="9676"/>
                  <a:pt x="1746935" y="9520"/>
                  <a:pt x="1748447" y="9342"/>
                </a:cubicBezTo>
                <a:cubicBezTo>
                  <a:pt x="1748092" y="15125"/>
                  <a:pt x="1747825" y="20886"/>
                  <a:pt x="1747647" y="26624"/>
                </a:cubicBezTo>
                <a:cubicBezTo>
                  <a:pt x="1747469" y="32362"/>
                  <a:pt x="1747380" y="38923"/>
                  <a:pt x="1747380" y="46307"/>
                </a:cubicBezTo>
                <a:lnTo>
                  <a:pt x="1747380" y="64456"/>
                </a:lnTo>
                <a:cubicBezTo>
                  <a:pt x="1747380" y="71841"/>
                  <a:pt x="1747469" y="78402"/>
                  <a:pt x="1747647" y="84141"/>
                </a:cubicBezTo>
                <a:cubicBezTo>
                  <a:pt x="1747825" y="89879"/>
                  <a:pt x="1748092" y="95506"/>
                  <a:pt x="1748447" y="101021"/>
                </a:cubicBezTo>
                <a:cubicBezTo>
                  <a:pt x="1746935" y="100844"/>
                  <a:pt x="1745289" y="100755"/>
                  <a:pt x="1743510" y="100755"/>
                </a:cubicBezTo>
                <a:cubicBezTo>
                  <a:pt x="1741731" y="100755"/>
                  <a:pt x="1739730" y="100755"/>
                  <a:pt x="1737507" y="100755"/>
                </a:cubicBezTo>
                <a:cubicBezTo>
                  <a:pt x="1735282" y="100755"/>
                  <a:pt x="1733279" y="100755"/>
                  <a:pt x="1731500" y="100755"/>
                </a:cubicBezTo>
                <a:cubicBezTo>
                  <a:pt x="1729721" y="100755"/>
                  <a:pt x="1728076" y="100844"/>
                  <a:pt x="1726564" y="101021"/>
                </a:cubicBezTo>
                <a:cubicBezTo>
                  <a:pt x="1726919" y="95506"/>
                  <a:pt x="1727186" y="89879"/>
                  <a:pt x="1727364" y="84141"/>
                </a:cubicBezTo>
                <a:cubicBezTo>
                  <a:pt x="1727542" y="78402"/>
                  <a:pt x="1727631" y="71841"/>
                  <a:pt x="1727631" y="64456"/>
                </a:cubicBezTo>
                <a:lnTo>
                  <a:pt x="1727631" y="46307"/>
                </a:lnTo>
                <a:close/>
                <a:moveTo>
                  <a:pt x="1785682" y="46840"/>
                </a:moveTo>
                <a:cubicBezTo>
                  <a:pt x="1788173" y="43104"/>
                  <a:pt x="1791086" y="40214"/>
                  <a:pt x="1794421" y="38168"/>
                </a:cubicBezTo>
                <a:cubicBezTo>
                  <a:pt x="1797758" y="36121"/>
                  <a:pt x="1801561" y="35097"/>
                  <a:pt x="1805830" y="35097"/>
                </a:cubicBezTo>
                <a:cubicBezTo>
                  <a:pt x="1812504" y="35097"/>
                  <a:pt x="1817642" y="37032"/>
                  <a:pt x="1821245" y="40903"/>
                </a:cubicBezTo>
                <a:cubicBezTo>
                  <a:pt x="1824848" y="44773"/>
                  <a:pt x="1826649" y="51023"/>
                  <a:pt x="1826649" y="59653"/>
                </a:cubicBezTo>
                <a:cubicBezTo>
                  <a:pt x="1826649" y="64189"/>
                  <a:pt x="1826560" y="68193"/>
                  <a:pt x="1826383" y="71662"/>
                </a:cubicBezTo>
                <a:cubicBezTo>
                  <a:pt x="1826205" y="75132"/>
                  <a:pt x="1826116" y="78602"/>
                  <a:pt x="1826116" y="82072"/>
                </a:cubicBezTo>
                <a:cubicBezTo>
                  <a:pt x="1826116" y="84919"/>
                  <a:pt x="1826182" y="88010"/>
                  <a:pt x="1826315" y="91347"/>
                </a:cubicBezTo>
                <a:cubicBezTo>
                  <a:pt x="1826450" y="94682"/>
                  <a:pt x="1826606" y="97907"/>
                  <a:pt x="1826784" y="101021"/>
                </a:cubicBezTo>
                <a:cubicBezTo>
                  <a:pt x="1825627" y="100844"/>
                  <a:pt x="1824159" y="100755"/>
                  <a:pt x="1822379" y="100755"/>
                </a:cubicBezTo>
                <a:cubicBezTo>
                  <a:pt x="1820600" y="100755"/>
                  <a:pt x="1818731" y="100755"/>
                  <a:pt x="1816773" y="100755"/>
                </a:cubicBezTo>
                <a:cubicBezTo>
                  <a:pt x="1814817" y="100755"/>
                  <a:pt x="1812949" y="100755"/>
                  <a:pt x="1811170" y="100755"/>
                </a:cubicBezTo>
                <a:cubicBezTo>
                  <a:pt x="1809390" y="100755"/>
                  <a:pt x="1807922" y="100844"/>
                  <a:pt x="1806765" y="101021"/>
                </a:cubicBezTo>
                <a:cubicBezTo>
                  <a:pt x="1807388" y="96395"/>
                  <a:pt x="1807789" y="90946"/>
                  <a:pt x="1807966" y="84674"/>
                </a:cubicBezTo>
                <a:cubicBezTo>
                  <a:pt x="1808144" y="78402"/>
                  <a:pt x="1808233" y="71219"/>
                  <a:pt x="1808233" y="63122"/>
                </a:cubicBezTo>
                <a:cubicBezTo>
                  <a:pt x="1808233" y="57517"/>
                  <a:pt x="1807277" y="53403"/>
                  <a:pt x="1805364" y="50778"/>
                </a:cubicBezTo>
                <a:cubicBezTo>
                  <a:pt x="1803451" y="48153"/>
                  <a:pt x="1800760" y="46840"/>
                  <a:pt x="1797290" y="46840"/>
                </a:cubicBezTo>
                <a:cubicBezTo>
                  <a:pt x="1793287" y="46840"/>
                  <a:pt x="1790351" y="48575"/>
                  <a:pt x="1788483" y="52045"/>
                </a:cubicBezTo>
                <a:cubicBezTo>
                  <a:pt x="1786616" y="55515"/>
                  <a:pt x="1785682" y="60319"/>
                  <a:pt x="1785682" y="66458"/>
                </a:cubicBezTo>
                <a:lnTo>
                  <a:pt x="1785682" y="71797"/>
                </a:lnTo>
                <a:cubicBezTo>
                  <a:pt x="1785682" y="77223"/>
                  <a:pt x="1785748" y="82338"/>
                  <a:pt x="1785881" y="87142"/>
                </a:cubicBezTo>
                <a:cubicBezTo>
                  <a:pt x="1786014" y="91946"/>
                  <a:pt x="1786303" y="96573"/>
                  <a:pt x="1786749" y="101021"/>
                </a:cubicBezTo>
                <a:cubicBezTo>
                  <a:pt x="1785592" y="100844"/>
                  <a:pt x="1784146" y="100755"/>
                  <a:pt x="1782411" y="100755"/>
                </a:cubicBezTo>
                <a:cubicBezTo>
                  <a:pt x="1780676" y="100755"/>
                  <a:pt x="1778786" y="100755"/>
                  <a:pt x="1776740" y="100755"/>
                </a:cubicBezTo>
                <a:cubicBezTo>
                  <a:pt x="1774693" y="100755"/>
                  <a:pt x="1772825" y="100755"/>
                  <a:pt x="1771134" y="100755"/>
                </a:cubicBezTo>
                <a:cubicBezTo>
                  <a:pt x="1769444" y="100755"/>
                  <a:pt x="1767976" y="100844"/>
                  <a:pt x="1766730" y="101021"/>
                </a:cubicBezTo>
                <a:cubicBezTo>
                  <a:pt x="1767175" y="96573"/>
                  <a:pt x="1767464" y="91946"/>
                  <a:pt x="1767597" y="87142"/>
                </a:cubicBezTo>
                <a:cubicBezTo>
                  <a:pt x="1767732" y="82338"/>
                  <a:pt x="1767799" y="77223"/>
                  <a:pt x="1767799" y="71797"/>
                </a:cubicBezTo>
                <a:lnTo>
                  <a:pt x="1767799" y="66458"/>
                </a:lnTo>
                <a:cubicBezTo>
                  <a:pt x="1767799" y="61032"/>
                  <a:pt x="1767732" y="55939"/>
                  <a:pt x="1767597" y="51180"/>
                </a:cubicBezTo>
                <a:cubicBezTo>
                  <a:pt x="1767464" y="46419"/>
                  <a:pt x="1767175" y="41636"/>
                  <a:pt x="1766730" y="36832"/>
                </a:cubicBezTo>
                <a:cubicBezTo>
                  <a:pt x="1768332" y="37010"/>
                  <a:pt x="1769911" y="37166"/>
                  <a:pt x="1771468" y="37300"/>
                </a:cubicBezTo>
                <a:cubicBezTo>
                  <a:pt x="1773025" y="37433"/>
                  <a:pt x="1774604" y="37500"/>
                  <a:pt x="1776205" y="37500"/>
                </a:cubicBezTo>
                <a:cubicBezTo>
                  <a:pt x="1777807" y="37500"/>
                  <a:pt x="1779386" y="37433"/>
                  <a:pt x="1780943" y="37300"/>
                </a:cubicBezTo>
                <a:cubicBezTo>
                  <a:pt x="1782500" y="37166"/>
                  <a:pt x="1784169" y="37010"/>
                  <a:pt x="1785948" y="36832"/>
                </a:cubicBezTo>
                <a:lnTo>
                  <a:pt x="1785413" y="46840"/>
                </a:lnTo>
                <a:lnTo>
                  <a:pt x="1785682" y="46840"/>
                </a:lnTo>
                <a:close/>
                <a:moveTo>
                  <a:pt x="1876025" y="37500"/>
                </a:moveTo>
                <a:cubicBezTo>
                  <a:pt x="1875936" y="38211"/>
                  <a:pt x="1875848" y="38834"/>
                  <a:pt x="1875758" y="39369"/>
                </a:cubicBezTo>
                <a:cubicBezTo>
                  <a:pt x="1875670" y="39903"/>
                  <a:pt x="1875626" y="40480"/>
                  <a:pt x="1875626" y="41102"/>
                </a:cubicBezTo>
                <a:cubicBezTo>
                  <a:pt x="1875626" y="41637"/>
                  <a:pt x="1875670" y="42194"/>
                  <a:pt x="1875758" y="42772"/>
                </a:cubicBezTo>
                <a:cubicBezTo>
                  <a:pt x="1875848" y="43350"/>
                  <a:pt x="1875936" y="43906"/>
                  <a:pt x="1876025" y="44440"/>
                </a:cubicBezTo>
                <a:lnTo>
                  <a:pt x="1863481" y="44173"/>
                </a:lnTo>
                <a:lnTo>
                  <a:pt x="1863481" y="55248"/>
                </a:lnTo>
                <a:cubicBezTo>
                  <a:pt x="1863481" y="63967"/>
                  <a:pt x="1863570" y="71975"/>
                  <a:pt x="1863748" y="79270"/>
                </a:cubicBezTo>
                <a:cubicBezTo>
                  <a:pt x="1863926" y="86565"/>
                  <a:pt x="1864193" y="93816"/>
                  <a:pt x="1864548" y="101021"/>
                </a:cubicBezTo>
                <a:cubicBezTo>
                  <a:pt x="1863392" y="100844"/>
                  <a:pt x="1861924" y="100755"/>
                  <a:pt x="1860144" y="100755"/>
                </a:cubicBezTo>
                <a:cubicBezTo>
                  <a:pt x="1858365" y="100755"/>
                  <a:pt x="1856498" y="100755"/>
                  <a:pt x="1854540" y="100755"/>
                </a:cubicBezTo>
                <a:cubicBezTo>
                  <a:pt x="1852582" y="100755"/>
                  <a:pt x="1850714" y="100755"/>
                  <a:pt x="1848934" y="100755"/>
                </a:cubicBezTo>
                <a:cubicBezTo>
                  <a:pt x="1847156" y="100755"/>
                  <a:pt x="1845688" y="100844"/>
                  <a:pt x="1844532" y="101021"/>
                </a:cubicBezTo>
                <a:cubicBezTo>
                  <a:pt x="1844887" y="93816"/>
                  <a:pt x="1845154" y="86565"/>
                  <a:pt x="1845332" y="79270"/>
                </a:cubicBezTo>
                <a:cubicBezTo>
                  <a:pt x="1845510" y="71975"/>
                  <a:pt x="1845599" y="63967"/>
                  <a:pt x="1845599" y="55248"/>
                </a:cubicBezTo>
                <a:lnTo>
                  <a:pt x="1845599" y="44305"/>
                </a:lnTo>
                <a:lnTo>
                  <a:pt x="1836258" y="44440"/>
                </a:lnTo>
                <a:cubicBezTo>
                  <a:pt x="1836524" y="43371"/>
                  <a:pt x="1836657" y="42259"/>
                  <a:pt x="1836657" y="41102"/>
                </a:cubicBezTo>
                <a:cubicBezTo>
                  <a:pt x="1836657" y="40035"/>
                  <a:pt x="1836524" y="38834"/>
                  <a:pt x="1836258" y="37500"/>
                </a:cubicBezTo>
                <a:lnTo>
                  <a:pt x="1845599" y="37901"/>
                </a:lnTo>
                <a:cubicBezTo>
                  <a:pt x="1846489" y="32474"/>
                  <a:pt x="1847602" y="27447"/>
                  <a:pt x="1848936" y="22820"/>
                </a:cubicBezTo>
                <a:cubicBezTo>
                  <a:pt x="1850271" y="18194"/>
                  <a:pt x="1852027" y="14191"/>
                  <a:pt x="1854206" y="10811"/>
                </a:cubicBezTo>
                <a:cubicBezTo>
                  <a:pt x="1856386" y="7429"/>
                  <a:pt x="1859122" y="4782"/>
                  <a:pt x="1862414" y="2869"/>
                </a:cubicBezTo>
                <a:cubicBezTo>
                  <a:pt x="1865706" y="956"/>
                  <a:pt x="1869754" y="0"/>
                  <a:pt x="1874557" y="0"/>
                </a:cubicBezTo>
                <a:cubicBezTo>
                  <a:pt x="1876070" y="0"/>
                  <a:pt x="1877939" y="223"/>
                  <a:pt x="1880162" y="668"/>
                </a:cubicBezTo>
                <a:cubicBezTo>
                  <a:pt x="1879895" y="2092"/>
                  <a:pt x="1879739" y="4027"/>
                  <a:pt x="1879694" y="6473"/>
                </a:cubicBezTo>
                <a:cubicBezTo>
                  <a:pt x="1879651" y="8920"/>
                  <a:pt x="1879629" y="11299"/>
                  <a:pt x="1879629" y="13612"/>
                </a:cubicBezTo>
                <a:lnTo>
                  <a:pt x="1879629" y="18017"/>
                </a:lnTo>
                <a:lnTo>
                  <a:pt x="1878026" y="18550"/>
                </a:lnTo>
                <a:cubicBezTo>
                  <a:pt x="1876248" y="17572"/>
                  <a:pt x="1874202" y="16682"/>
                  <a:pt x="1871889" y="15881"/>
                </a:cubicBezTo>
                <a:cubicBezTo>
                  <a:pt x="1869576" y="15080"/>
                  <a:pt x="1867352" y="14679"/>
                  <a:pt x="1865216" y="14679"/>
                </a:cubicBezTo>
                <a:cubicBezTo>
                  <a:pt x="1862636" y="14679"/>
                  <a:pt x="1860656" y="15102"/>
                  <a:pt x="1859276" y="15948"/>
                </a:cubicBezTo>
                <a:cubicBezTo>
                  <a:pt x="1857899" y="16792"/>
                  <a:pt x="1857210" y="18282"/>
                  <a:pt x="1857210" y="20418"/>
                </a:cubicBezTo>
                <a:cubicBezTo>
                  <a:pt x="1857210" y="22465"/>
                  <a:pt x="1857810" y="25090"/>
                  <a:pt x="1859010" y="28292"/>
                </a:cubicBezTo>
                <a:cubicBezTo>
                  <a:pt x="1860211" y="31494"/>
                  <a:pt x="1861702" y="34653"/>
                  <a:pt x="1863481" y="37767"/>
                </a:cubicBezTo>
                <a:lnTo>
                  <a:pt x="1876025" y="37500"/>
                </a:lnTo>
                <a:close/>
                <a:moveTo>
                  <a:pt x="1925936" y="65792"/>
                </a:moveTo>
                <a:cubicBezTo>
                  <a:pt x="1925936" y="57962"/>
                  <a:pt x="1924957" y="51890"/>
                  <a:pt x="1922999" y="47575"/>
                </a:cubicBezTo>
                <a:cubicBezTo>
                  <a:pt x="1921042" y="43260"/>
                  <a:pt x="1917795" y="41102"/>
                  <a:pt x="1913258" y="41102"/>
                </a:cubicBezTo>
                <a:cubicBezTo>
                  <a:pt x="1909165" y="41102"/>
                  <a:pt x="1905939" y="43504"/>
                  <a:pt x="1903581" y="48308"/>
                </a:cubicBezTo>
                <a:cubicBezTo>
                  <a:pt x="1901225" y="53113"/>
                  <a:pt x="1900046" y="60631"/>
                  <a:pt x="1900046" y="70862"/>
                </a:cubicBezTo>
                <a:cubicBezTo>
                  <a:pt x="1900046" y="74598"/>
                  <a:pt x="1900268" y="78068"/>
                  <a:pt x="1900712" y="81272"/>
                </a:cubicBezTo>
                <a:cubicBezTo>
                  <a:pt x="1901158" y="84474"/>
                  <a:pt x="1901892" y="87254"/>
                  <a:pt x="1902916" y="89612"/>
                </a:cubicBezTo>
                <a:cubicBezTo>
                  <a:pt x="1903939" y="91969"/>
                  <a:pt x="1905274" y="93815"/>
                  <a:pt x="1906919" y="95151"/>
                </a:cubicBezTo>
                <a:cubicBezTo>
                  <a:pt x="1908565" y="96485"/>
                  <a:pt x="1910634" y="97152"/>
                  <a:pt x="1913125" y="97152"/>
                </a:cubicBezTo>
                <a:cubicBezTo>
                  <a:pt x="1921665" y="97152"/>
                  <a:pt x="1925936" y="86699"/>
                  <a:pt x="1925936" y="65792"/>
                </a:cubicBezTo>
                <a:moveTo>
                  <a:pt x="1880297" y="70728"/>
                </a:moveTo>
                <a:cubicBezTo>
                  <a:pt x="1880297" y="64767"/>
                  <a:pt x="1881208" y="59563"/>
                  <a:pt x="1883031" y="55116"/>
                </a:cubicBezTo>
                <a:cubicBezTo>
                  <a:pt x="1884856" y="50667"/>
                  <a:pt x="1887280" y="46953"/>
                  <a:pt x="1890305" y="43973"/>
                </a:cubicBezTo>
                <a:cubicBezTo>
                  <a:pt x="1893329" y="40992"/>
                  <a:pt x="1896821" y="38768"/>
                  <a:pt x="1900779" y="37300"/>
                </a:cubicBezTo>
                <a:cubicBezTo>
                  <a:pt x="1904739" y="35832"/>
                  <a:pt x="1908810" y="35097"/>
                  <a:pt x="1912991" y="35097"/>
                </a:cubicBezTo>
                <a:cubicBezTo>
                  <a:pt x="1923400" y="35097"/>
                  <a:pt x="1931452" y="38033"/>
                  <a:pt x="1937145" y="43906"/>
                </a:cubicBezTo>
                <a:cubicBezTo>
                  <a:pt x="1942839" y="49777"/>
                  <a:pt x="1945685" y="57740"/>
                  <a:pt x="1945685" y="67794"/>
                </a:cubicBezTo>
                <a:cubicBezTo>
                  <a:pt x="1945685" y="73219"/>
                  <a:pt x="1944884" y="78113"/>
                  <a:pt x="1943283" y="82473"/>
                </a:cubicBezTo>
                <a:cubicBezTo>
                  <a:pt x="1941682" y="86832"/>
                  <a:pt x="1939436" y="90546"/>
                  <a:pt x="1936545" y="93615"/>
                </a:cubicBezTo>
                <a:cubicBezTo>
                  <a:pt x="1933653" y="96685"/>
                  <a:pt x="1930206" y="98976"/>
                  <a:pt x="1926202" y="100488"/>
                </a:cubicBezTo>
                <a:cubicBezTo>
                  <a:pt x="1922199" y="102000"/>
                  <a:pt x="1917795" y="102756"/>
                  <a:pt x="1912991" y="102756"/>
                </a:cubicBezTo>
                <a:cubicBezTo>
                  <a:pt x="1908988" y="102756"/>
                  <a:pt x="1905051" y="102222"/>
                  <a:pt x="1901181" y="101154"/>
                </a:cubicBezTo>
                <a:cubicBezTo>
                  <a:pt x="1897310" y="100087"/>
                  <a:pt x="1893818" y="98286"/>
                  <a:pt x="1890704" y="95751"/>
                </a:cubicBezTo>
                <a:cubicBezTo>
                  <a:pt x="1887591" y="93216"/>
                  <a:pt x="1885078" y="89901"/>
                  <a:pt x="1883166" y="85808"/>
                </a:cubicBezTo>
                <a:cubicBezTo>
                  <a:pt x="1881253" y="81715"/>
                  <a:pt x="1880297" y="76689"/>
                  <a:pt x="1880297" y="70728"/>
                </a:cubicBezTo>
                <a:close/>
                <a:moveTo>
                  <a:pt x="1976380" y="53381"/>
                </a:moveTo>
                <a:cubicBezTo>
                  <a:pt x="1978693" y="47242"/>
                  <a:pt x="1981495" y="42727"/>
                  <a:pt x="1984786" y="39836"/>
                </a:cubicBezTo>
                <a:cubicBezTo>
                  <a:pt x="1988078" y="36944"/>
                  <a:pt x="1991993" y="35498"/>
                  <a:pt x="1996531" y="35498"/>
                </a:cubicBezTo>
                <a:cubicBezTo>
                  <a:pt x="1996975" y="35498"/>
                  <a:pt x="1997352" y="35521"/>
                  <a:pt x="1997663" y="35565"/>
                </a:cubicBezTo>
                <a:cubicBezTo>
                  <a:pt x="1997975" y="35609"/>
                  <a:pt x="1998309" y="35631"/>
                  <a:pt x="1998665" y="35631"/>
                </a:cubicBezTo>
                <a:cubicBezTo>
                  <a:pt x="1998398" y="36965"/>
                  <a:pt x="1998197" y="38389"/>
                  <a:pt x="1998064" y="39903"/>
                </a:cubicBezTo>
                <a:cubicBezTo>
                  <a:pt x="1997931" y="41415"/>
                  <a:pt x="1997865" y="43194"/>
                  <a:pt x="1997865" y="45240"/>
                </a:cubicBezTo>
                <a:lnTo>
                  <a:pt x="1997865" y="49510"/>
                </a:lnTo>
                <a:cubicBezTo>
                  <a:pt x="1997865" y="50221"/>
                  <a:pt x="1997865" y="50977"/>
                  <a:pt x="1997865" y="51778"/>
                </a:cubicBezTo>
                <a:cubicBezTo>
                  <a:pt x="1997865" y="52579"/>
                  <a:pt x="1997909" y="53335"/>
                  <a:pt x="1997997" y="54047"/>
                </a:cubicBezTo>
                <a:lnTo>
                  <a:pt x="1996798" y="55116"/>
                </a:lnTo>
                <a:cubicBezTo>
                  <a:pt x="1995907" y="54581"/>
                  <a:pt x="1994906" y="54136"/>
                  <a:pt x="1993794" y="53780"/>
                </a:cubicBezTo>
                <a:cubicBezTo>
                  <a:pt x="1992682" y="53424"/>
                  <a:pt x="1991415" y="53246"/>
                  <a:pt x="1989991" y="53246"/>
                </a:cubicBezTo>
                <a:cubicBezTo>
                  <a:pt x="1985987" y="53246"/>
                  <a:pt x="1982829" y="54559"/>
                  <a:pt x="1980516" y="57185"/>
                </a:cubicBezTo>
                <a:cubicBezTo>
                  <a:pt x="1978203" y="59809"/>
                  <a:pt x="1977046" y="62900"/>
                  <a:pt x="1977046" y="66458"/>
                </a:cubicBezTo>
                <a:lnTo>
                  <a:pt x="1977046" y="71797"/>
                </a:lnTo>
                <a:cubicBezTo>
                  <a:pt x="1977046" y="77223"/>
                  <a:pt x="1977112" y="82338"/>
                  <a:pt x="1977246" y="87142"/>
                </a:cubicBezTo>
                <a:cubicBezTo>
                  <a:pt x="1977380" y="91946"/>
                  <a:pt x="1977670" y="96573"/>
                  <a:pt x="1978115" y="101021"/>
                </a:cubicBezTo>
                <a:cubicBezTo>
                  <a:pt x="1976958" y="100844"/>
                  <a:pt x="1975513" y="100755"/>
                  <a:pt x="1973778" y="100755"/>
                </a:cubicBezTo>
                <a:cubicBezTo>
                  <a:pt x="1972043" y="100755"/>
                  <a:pt x="1970152" y="100755"/>
                  <a:pt x="1968105" y="100755"/>
                </a:cubicBezTo>
                <a:cubicBezTo>
                  <a:pt x="1966059" y="100755"/>
                  <a:pt x="1964191" y="100755"/>
                  <a:pt x="1962501" y="100755"/>
                </a:cubicBezTo>
                <a:cubicBezTo>
                  <a:pt x="1960811" y="100755"/>
                  <a:pt x="1959343" y="100844"/>
                  <a:pt x="1958096" y="101021"/>
                </a:cubicBezTo>
                <a:cubicBezTo>
                  <a:pt x="1958542" y="96573"/>
                  <a:pt x="1958831" y="91946"/>
                  <a:pt x="1958964" y="87142"/>
                </a:cubicBezTo>
                <a:cubicBezTo>
                  <a:pt x="1959097" y="82338"/>
                  <a:pt x="1959163" y="77223"/>
                  <a:pt x="1959163" y="71797"/>
                </a:cubicBezTo>
                <a:lnTo>
                  <a:pt x="1959163" y="66458"/>
                </a:lnTo>
                <a:cubicBezTo>
                  <a:pt x="1959163" y="61032"/>
                  <a:pt x="1959097" y="55939"/>
                  <a:pt x="1958964" y="51180"/>
                </a:cubicBezTo>
                <a:cubicBezTo>
                  <a:pt x="1958831" y="46419"/>
                  <a:pt x="1958542" y="41636"/>
                  <a:pt x="1958096" y="36832"/>
                </a:cubicBezTo>
                <a:cubicBezTo>
                  <a:pt x="1959609" y="37010"/>
                  <a:pt x="1961143" y="37166"/>
                  <a:pt x="1962700" y="37300"/>
                </a:cubicBezTo>
                <a:cubicBezTo>
                  <a:pt x="1964258" y="37433"/>
                  <a:pt x="1965792" y="37500"/>
                  <a:pt x="1967304" y="37500"/>
                </a:cubicBezTo>
                <a:cubicBezTo>
                  <a:pt x="1968817" y="37500"/>
                  <a:pt x="1970351" y="37433"/>
                  <a:pt x="1971908" y="37300"/>
                </a:cubicBezTo>
                <a:cubicBezTo>
                  <a:pt x="1973466" y="37166"/>
                  <a:pt x="1975000" y="37010"/>
                  <a:pt x="1976512" y="36832"/>
                </a:cubicBezTo>
                <a:lnTo>
                  <a:pt x="1976113" y="53114"/>
                </a:lnTo>
                <a:lnTo>
                  <a:pt x="1976380" y="53381"/>
                </a:lnTo>
                <a:close/>
                <a:moveTo>
                  <a:pt x="2027624" y="46840"/>
                </a:moveTo>
                <a:cubicBezTo>
                  <a:pt x="2030115" y="43104"/>
                  <a:pt x="2033028" y="40214"/>
                  <a:pt x="2036364" y="38168"/>
                </a:cubicBezTo>
                <a:cubicBezTo>
                  <a:pt x="2039700" y="36121"/>
                  <a:pt x="2043504" y="35097"/>
                  <a:pt x="2047775" y="35097"/>
                </a:cubicBezTo>
                <a:cubicBezTo>
                  <a:pt x="2051778" y="35097"/>
                  <a:pt x="2055225" y="36187"/>
                  <a:pt x="2058117" y="38367"/>
                </a:cubicBezTo>
                <a:cubicBezTo>
                  <a:pt x="2061008" y="40548"/>
                  <a:pt x="2063254" y="43683"/>
                  <a:pt x="2064855" y="47775"/>
                </a:cubicBezTo>
                <a:cubicBezTo>
                  <a:pt x="2067525" y="43683"/>
                  <a:pt x="2070639" y="40548"/>
                  <a:pt x="2074197" y="38367"/>
                </a:cubicBezTo>
                <a:cubicBezTo>
                  <a:pt x="2077755" y="36187"/>
                  <a:pt x="2081537" y="35097"/>
                  <a:pt x="2085541" y="35097"/>
                </a:cubicBezTo>
                <a:cubicBezTo>
                  <a:pt x="2092214" y="35097"/>
                  <a:pt x="2097351" y="37032"/>
                  <a:pt x="2100954" y="40903"/>
                </a:cubicBezTo>
                <a:cubicBezTo>
                  <a:pt x="2104557" y="44773"/>
                  <a:pt x="2106358" y="51023"/>
                  <a:pt x="2106358" y="59653"/>
                </a:cubicBezTo>
                <a:cubicBezTo>
                  <a:pt x="2106358" y="64189"/>
                  <a:pt x="2106269" y="68193"/>
                  <a:pt x="2106091" y="71662"/>
                </a:cubicBezTo>
                <a:cubicBezTo>
                  <a:pt x="2105914" y="75132"/>
                  <a:pt x="2105825" y="78602"/>
                  <a:pt x="2105825" y="82072"/>
                </a:cubicBezTo>
                <a:cubicBezTo>
                  <a:pt x="2105825" y="84919"/>
                  <a:pt x="2105891" y="88010"/>
                  <a:pt x="2106024" y="91347"/>
                </a:cubicBezTo>
                <a:cubicBezTo>
                  <a:pt x="2106159" y="94682"/>
                  <a:pt x="2106315" y="97907"/>
                  <a:pt x="2106493" y="101021"/>
                </a:cubicBezTo>
                <a:cubicBezTo>
                  <a:pt x="2105336" y="100844"/>
                  <a:pt x="2103868" y="100755"/>
                  <a:pt x="2102088" y="100755"/>
                </a:cubicBezTo>
                <a:cubicBezTo>
                  <a:pt x="2100308" y="100755"/>
                  <a:pt x="2098440" y="100755"/>
                  <a:pt x="2096482" y="100755"/>
                </a:cubicBezTo>
                <a:cubicBezTo>
                  <a:pt x="2094526" y="100755"/>
                  <a:pt x="2092658" y="100755"/>
                  <a:pt x="2090879" y="100755"/>
                </a:cubicBezTo>
                <a:cubicBezTo>
                  <a:pt x="2089099" y="100755"/>
                  <a:pt x="2087631" y="100844"/>
                  <a:pt x="2086474" y="101021"/>
                </a:cubicBezTo>
                <a:cubicBezTo>
                  <a:pt x="2087097" y="96395"/>
                  <a:pt x="2087498" y="90946"/>
                  <a:pt x="2087675" y="84674"/>
                </a:cubicBezTo>
                <a:cubicBezTo>
                  <a:pt x="2087853" y="78402"/>
                  <a:pt x="2087942" y="71219"/>
                  <a:pt x="2087942" y="63122"/>
                </a:cubicBezTo>
                <a:cubicBezTo>
                  <a:pt x="2087942" y="57517"/>
                  <a:pt x="2087008" y="53403"/>
                  <a:pt x="2085140" y="50778"/>
                </a:cubicBezTo>
                <a:cubicBezTo>
                  <a:pt x="2083272" y="48153"/>
                  <a:pt x="2080648" y="46840"/>
                  <a:pt x="2077266" y="46840"/>
                </a:cubicBezTo>
                <a:cubicBezTo>
                  <a:pt x="2075131" y="46840"/>
                  <a:pt x="2073373" y="47330"/>
                  <a:pt x="2071994" y="48308"/>
                </a:cubicBezTo>
                <a:cubicBezTo>
                  <a:pt x="2070616" y="49287"/>
                  <a:pt x="2069527" y="50555"/>
                  <a:pt x="2068726" y="52112"/>
                </a:cubicBezTo>
                <a:cubicBezTo>
                  <a:pt x="2067925" y="53669"/>
                  <a:pt x="2067391" y="55338"/>
                  <a:pt x="2067123" y="57117"/>
                </a:cubicBezTo>
                <a:cubicBezTo>
                  <a:pt x="2066857" y="58896"/>
                  <a:pt x="2066724" y="60586"/>
                  <a:pt x="2066724" y="62188"/>
                </a:cubicBezTo>
                <a:lnTo>
                  <a:pt x="2066724" y="71797"/>
                </a:lnTo>
                <a:cubicBezTo>
                  <a:pt x="2066724" y="77223"/>
                  <a:pt x="2066791" y="82338"/>
                  <a:pt x="2066924" y="87142"/>
                </a:cubicBezTo>
                <a:cubicBezTo>
                  <a:pt x="2067058" y="91946"/>
                  <a:pt x="2067347" y="96573"/>
                  <a:pt x="2067791" y="101021"/>
                </a:cubicBezTo>
                <a:cubicBezTo>
                  <a:pt x="2066635" y="100844"/>
                  <a:pt x="2065189" y="100755"/>
                  <a:pt x="2063454" y="100755"/>
                </a:cubicBezTo>
                <a:cubicBezTo>
                  <a:pt x="2061719" y="100755"/>
                  <a:pt x="2059829" y="100755"/>
                  <a:pt x="2057783" y="100755"/>
                </a:cubicBezTo>
                <a:cubicBezTo>
                  <a:pt x="2055737" y="100755"/>
                  <a:pt x="2053869" y="100755"/>
                  <a:pt x="2052177" y="100755"/>
                </a:cubicBezTo>
                <a:cubicBezTo>
                  <a:pt x="2050487" y="100755"/>
                  <a:pt x="2049020" y="100844"/>
                  <a:pt x="2047775" y="101021"/>
                </a:cubicBezTo>
                <a:cubicBezTo>
                  <a:pt x="2048220" y="96573"/>
                  <a:pt x="2048509" y="91946"/>
                  <a:pt x="2048642" y="87142"/>
                </a:cubicBezTo>
                <a:cubicBezTo>
                  <a:pt x="2048775" y="82338"/>
                  <a:pt x="2048842" y="77223"/>
                  <a:pt x="2048842" y="71797"/>
                </a:cubicBezTo>
                <a:lnTo>
                  <a:pt x="2048842" y="63656"/>
                </a:lnTo>
                <a:cubicBezTo>
                  <a:pt x="2048842" y="58318"/>
                  <a:pt x="2048175" y="54181"/>
                  <a:pt x="2046840" y="51245"/>
                </a:cubicBezTo>
                <a:cubicBezTo>
                  <a:pt x="2045506" y="48308"/>
                  <a:pt x="2042971" y="46840"/>
                  <a:pt x="2039235" y="46840"/>
                </a:cubicBezTo>
                <a:cubicBezTo>
                  <a:pt x="2035230" y="46840"/>
                  <a:pt x="2032294" y="48575"/>
                  <a:pt x="2030426" y="52045"/>
                </a:cubicBezTo>
                <a:cubicBezTo>
                  <a:pt x="2028558" y="55515"/>
                  <a:pt x="2027624" y="60319"/>
                  <a:pt x="2027624" y="66458"/>
                </a:cubicBezTo>
                <a:lnTo>
                  <a:pt x="2027624" y="71797"/>
                </a:lnTo>
                <a:cubicBezTo>
                  <a:pt x="2027624" y="77223"/>
                  <a:pt x="2027690" y="82338"/>
                  <a:pt x="2027823" y="87142"/>
                </a:cubicBezTo>
                <a:cubicBezTo>
                  <a:pt x="2027958" y="91946"/>
                  <a:pt x="2028247" y="96573"/>
                  <a:pt x="2028691" y="101021"/>
                </a:cubicBezTo>
                <a:cubicBezTo>
                  <a:pt x="2027534" y="100844"/>
                  <a:pt x="2026088" y="100755"/>
                  <a:pt x="2024354" y="100755"/>
                </a:cubicBezTo>
                <a:cubicBezTo>
                  <a:pt x="2022619" y="100755"/>
                  <a:pt x="2020728" y="100755"/>
                  <a:pt x="2018683" y="100755"/>
                </a:cubicBezTo>
                <a:cubicBezTo>
                  <a:pt x="2016637" y="100755"/>
                  <a:pt x="2014768" y="100755"/>
                  <a:pt x="2013077" y="100755"/>
                </a:cubicBezTo>
                <a:cubicBezTo>
                  <a:pt x="2011387" y="100755"/>
                  <a:pt x="2009919" y="100844"/>
                  <a:pt x="2008674" y="101021"/>
                </a:cubicBezTo>
                <a:cubicBezTo>
                  <a:pt x="2009118" y="96573"/>
                  <a:pt x="2009407" y="91946"/>
                  <a:pt x="2009540" y="87142"/>
                </a:cubicBezTo>
                <a:cubicBezTo>
                  <a:pt x="2009674" y="82338"/>
                  <a:pt x="2009741" y="77223"/>
                  <a:pt x="2009741" y="71797"/>
                </a:cubicBezTo>
                <a:lnTo>
                  <a:pt x="2009741" y="66458"/>
                </a:lnTo>
                <a:cubicBezTo>
                  <a:pt x="2009741" y="61032"/>
                  <a:pt x="2009674" y="55939"/>
                  <a:pt x="2009540" y="51180"/>
                </a:cubicBezTo>
                <a:cubicBezTo>
                  <a:pt x="2009407" y="46419"/>
                  <a:pt x="2009118" y="41636"/>
                  <a:pt x="2008674" y="36832"/>
                </a:cubicBezTo>
                <a:cubicBezTo>
                  <a:pt x="2010275" y="37010"/>
                  <a:pt x="2011854" y="37166"/>
                  <a:pt x="2013411" y="37300"/>
                </a:cubicBezTo>
                <a:cubicBezTo>
                  <a:pt x="2014968" y="37433"/>
                  <a:pt x="2016547" y="37500"/>
                  <a:pt x="2018149" y="37500"/>
                </a:cubicBezTo>
                <a:cubicBezTo>
                  <a:pt x="2019751" y="37500"/>
                  <a:pt x="2021330" y="37433"/>
                  <a:pt x="2022885" y="37300"/>
                </a:cubicBezTo>
                <a:cubicBezTo>
                  <a:pt x="2024443" y="37166"/>
                  <a:pt x="2026111" y="37010"/>
                  <a:pt x="2027891" y="36832"/>
                </a:cubicBezTo>
                <a:lnTo>
                  <a:pt x="2027357" y="46840"/>
                </a:lnTo>
                <a:lnTo>
                  <a:pt x="2027624" y="46840"/>
                </a:lnTo>
                <a:close/>
                <a:moveTo>
                  <a:pt x="2137318" y="69127"/>
                </a:moveTo>
                <a:cubicBezTo>
                  <a:pt x="2137318" y="72685"/>
                  <a:pt x="2137674" y="76021"/>
                  <a:pt x="2138385" y="79136"/>
                </a:cubicBezTo>
                <a:cubicBezTo>
                  <a:pt x="2139098" y="82250"/>
                  <a:pt x="2140188" y="84941"/>
                  <a:pt x="2141656" y="87209"/>
                </a:cubicBezTo>
                <a:cubicBezTo>
                  <a:pt x="2143123" y="89478"/>
                  <a:pt x="2144991" y="91257"/>
                  <a:pt x="2147260" y="92548"/>
                </a:cubicBezTo>
                <a:cubicBezTo>
                  <a:pt x="2149529" y="93838"/>
                  <a:pt x="2152176" y="94483"/>
                  <a:pt x="2155201" y="94483"/>
                </a:cubicBezTo>
                <a:cubicBezTo>
                  <a:pt x="2161340" y="94483"/>
                  <a:pt x="2166811" y="92481"/>
                  <a:pt x="2171615" y="88478"/>
                </a:cubicBezTo>
                <a:lnTo>
                  <a:pt x="2173216" y="89679"/>
                </a:lnTo>
                <a:lnTo>
                  <a:pt x="2170280" y="97152"/>
                </a:lnTo>
                <a:cubicBezTo>
                  <a:pt x="2168056" y="98843"/>
                  <a:pt x="2165387" y="100199"/>
                  <a:pt x="2162273" y="101221"/>
                </a:cubicBezTo>
                <a:cubicBezTo>
                  <a:pt x="2159159" y="102244"/>
                  <a:pt x="2155067" y="102756"/>
                  <a:pt x="2149996" y="102756"/>
                </a:cubicBezTo>
                <a:cubicBezTo>
                  <a:pt x="2145637" y="102756"/>
                  <a:pt x="2141500" y="102156"/>
                  <a:pt x="2137585" y="100954"/>
                </a:cubicBezTo>
                <a:cubicBezTo>
                  <a:pt x="2133671" y="99754"/>
                  <a:pt x="2130224" y="97775"/>
                  <a:pt x="2127243" y="95016"/>
                </a:cubicBezTo>
                <a:cubicBezTo>
                  <a:pt x="2124263" y="92258"/>
                  <a:pt x="2121906" y="88766"/>
                  <a:pt x="2120171" y="84540"/>
                </a:cubicBezTo>
                <a:cubicBezTo>
                  <a:pt x="2118436" y="80314"/>
                  <a:pt x="2117569" y="75265"/>
                  <a:pt x="2117569" y="69394"/>
                </a:cubicBezTo>
                <a:cubicBezTo>
                  <a:pt x="2117569" y="63611"/>
                  <a:pt x="2118347" y="58585"/>
                  <a:pt x="2119902" y="54315"/>
                </a:cubicBezTo>
                <a:cubicBezTo>
                  <a:pt x="2121459" y="50045"/>
                  <a:pt x="2123617" y="46486"/>
                  <a:pt x="2126376" y="43639"/>
                </a:cubicBezTo>
                <a:cubicBezTo>
                  <a:pt x="2129134" y="40791"/>
                  <a:pt x="2132404" y="38656"/>
                  <a:pt x="2136184" y="37233"/>
                </a:cubicBezTo>
                <a:cubicBezTo>
                  <a:pt x="2139965" y="35809"/>
                  <a:pt x="2144080" y="35097"/>
                  <a:pt x="2148528" y="35097"/>
                </a:cubicBezTo>
                <a:cubicBezTo>
                  <a:pt x="2157336" y="35097"/>
                  <a:pt x="2164074" y="37677"/>
                  <a:pt x="2168744" y="42837"/>
                </a:cubicBezTo>
                <a:cubicBezTo>
                  <a:pt x="2173415" y="47997"/>
                  <a:pt x="2175751" y="55292"/>
                  <a:pt x="2175751" y="64723"/>
                </a:cubicBezTo>
                <a:lnTo>
                  <a:pt x="2175751" y="67527"/>
                </a:lnTo>
                <a:cubicBezTo>
                  <a:pt x="2175751" y="68326"/>
                  <a:pt x="2175707" y="68860"/>
                  <a:pt x="2175619" y="69127"/>
                </a:cubicBezTo>
                <a:lnTo>
                  <a:pt x="2137318" y="69127"/>
                </a:lnTo>
                <a:moveTo>
                  <a:pt x="2157871" y="63122"/>
                </a:moveTo>
                <a:cubicBezTo>
                  <a:pt x="2157691" y="56450"/>
                  <a:pt x="2156868" y="51112"/>
                  <a:pt x="2155401" y="47109"/>
                </a:cubicBezTo>
                <a:cubicBezTo>
                  <a:pt x="2153933" y="43104"/>
                  <a:pt x="2151464" y="41102"/>
                  <a:pt x="2147995" y="41102"/>
                </a:cubicBezTo>
                <a:cubicBezTo>
                  <a:pt x="2146037" y="41102"/>
                  <a:pt x="2144391" y="41769"/>
                  <a:pt x="2143057" y="43104"/>
                </a:cubicBezTo>
                <a:cubicBezTo>
                  <a:pt x="2141722" y="44438"/>
                  <a:pt x="2140655" y="46151"/>
                  <a:pt x="2139854" y="48243"/>
                </a:cubicBezTo>
                <a:cubicBezTo>
                  <a:pt x="2139053" y="50334"/>
                  <a:pt x="2138452" y="52691"/>
                  <a:pt x="2138051" y="55315"/>
                </a:cubicBezTo>
                <a:cubicBezTo>
                  <a:pt x="2137652" y="57939"/>
                  <a:pt x="2137408" y="60542"/>
                  <a:pt x="2137318" y="63122"/>
                </a:cubicBezTo>
                <a:lnTo>
                  <a:pt x="2157871" y="63122"/>
                </a:lnTo>
                <a:close/>
                <a:moveTo>
                  <a:pt x="2204043" y="70461"/>
                </a:moveTo>
                <a:cubicBezTo>
                  <a:pt x="2204043" y="74999"/>
                  <a:pt x="2204355" y="78825"/>
                  <a:pt x="2204978" y="81939"/>
                </a:cubicBezTo>
                <a:cubicBezTo>
                  <a:pt x="2205601" y="85052"/>
                  <a:pt x="2206446" y="87565"/>
                  <a:pt x="2207513" y="89478"/>
                </a:cubicBezTo>
                <a:cubicBezTo>
                  <a:pt x="2208580" y="91390"/>
                  <a:pt x="2209803" y="92770"/>
                  <a:pt x="2211182" y="93615"/>
                </a:cubicBezTo>
                <a:cubicBezTo>
                  <a:pt x="2212561" y="94460"/>
                  <a:pt x="2214007" y="94882"/>
                  <a:pt x="2215519" y="94882"/>
                </a:cubicBezTo>
                <a:cubicBezTo>
                  <a:pt x="2219167" y="94882"/>
                  <a:pt x="2222169" y="92814"/>
                  <a:pt x="2224526" y="88677"/>
                </a:cubicBezTo>
                <a:cubicBezTo>
                  <a:pt x="2226884" y="84541"/>
                  <a:pt x="2228063" y="77669"/>
                  <a:pt x="2228063" y="68060"/>
                </a:cubicBezTo>
                <a:cubicBezTo>
                  <a:pt x="2228063" y="59786"/>
                  <a:pt x="2226951" y="53759"/>
                  <a:pt x="2224727" y="49978"/>
                </a:cubicBezTo>
                <a:cubicBezTo>
                  <a:pt x="2222504" y="46196"/>
                  <a:pt x="2219657" y="44305"/>
                  <a:pt x="2216187" y="44305"/>
                </a:cubicBezTo>
                <a:cubicBezTo>
                  <a:pt x="2214763" y="44305"/>
                  <a:pt x="2213339" y="44706"/>
                  <a:pt x="2211915" y="45507"/>
                </a:cubicBezTo>
                <a:cubicBezTo>
                  <a:pt x="2210493" y="46307"/>
                  <a:pt x="2209203" y="47709"/>
                  <a:pt x="2208046" y="49711"/>
                </a:cubicBezTo>
                <a:cubicBezTo>
                  <a:pt x="2206890" y="51712"/>
                  <a:pt x="2205933" y="54404"/>
                  <a:pt x="2205177" y="57785"/>
                </a:cubicBezTo>
                <a:cubicBezTo>
                  <a:pt x="2204421" y="61165"/>
                  <a:pt x="2204043" y="65391"/>
                  <a:pt x="2204043" y="70461"/>
                </a:cubicBezTo>
                <a:moveTo>
                  <a:pt x="2245945" y="55248"/>
                </a:moveTo>
                <a:cubicBezTo>
                  <a:pt x="2245945" y="63967"/>
                  <a:pt x="2246034" y="71975"/>
                  <a:pt x="2246212" y="79270"/>
                </a:cubicBezTo>
                <a:cubicBezTo>
                  <a:pt x="2246390" y="86565"/>
                  <a:pt x="2246657" y="93816"/>
                  <a:pt x="2247014" y="101021"/>
                </a:cubicBezTo>
                <a:cubicBezTo>
                  <a:pt x="2245858" y="100844"/>
                  <a:pt x="2244390" y="100755"/>
                  <a:pt x="2242610" y="100755"/>
                </a:cubicBezTo>
                <a:cubicBezTo>
                  <a:pt x="2240830" y="100755"/>
                  <a:pt x="2238962" y="100755"/>
                  <a:pt x="2237004" y="100755"/>
                </a:cubicBezTo>
                <a:cubicBezTo>
                  <a:pt x="2235226" y="100755"/>
                  <a:pt x="2233513" y="100755"/>
                  <a:pt x="2231867" y="100755"/>
                </a:cubicBezTo>
                <a:cubicBezTo>
                  <a:pt x="2230221" y="100755"/>
                  <a:pt x="2228953" y="100844"/>
                  <a:pt x="2228063" y="101021"/>
                </a:cubicBezTo>
                <a:cubicBezTo>
                  <a:pt x="2228152" y="100844"/>
                  <a:pt x="2228241" y="100265"/>
                  <a:pt x="2228330" y="99286"/>
                </a:cubicBezTo>
                <a:cubicBezTo>
                  <a:pt x="2228419" y="98308"/>
                  <a:pt x="2228531" y="97196"/>
                  <a:pt x="2228664" y="95951"/>
                </a:cubicBezTo>
                <a:cubicBezTo>
                  <a:pt x="2228798" y="94705"/>
                  <a:pt x="2228909" y="93548"/>
                  <a:pt x="2228998" y="92481"/>
                </a:cubicBezTo>
                <a:cubicBezTo>
                  <a:pt x="2229087" y="91413"/>
                  <a:pt x="2229132" y="90746"/>
                  <a:pt x="2229132" y="90480"/>
                </a:cubicBezTo>
                <a:lnTo>
                  <a:pt x="2228865" y="90213"/>
                </a:lnTo>
                <a:cubicBezTo>
                  <a:pt x="2227175" y="94216"/>
                  <a:pt x="2224862" y="97308"/>
                  <a:pt x="2221926" y="99488"/>
                </a:cubicBezTo>
                <a:cubicBezTo>
                  <a:pt x="2218989" y="101667"/>
                  <a:pt x="2214941" y="102756"/>
                  <a:pt x="2209781" y="102756"/>
                </a:cubicBezTo>
                <a:cubicBezTo>
                  <a:pt x="2205244" y="102756"/>
                  <a:pt x="2201374" y="101889"/>
                  <a:pt x="2198170" y="100154"/>
                </a:cubicBezTo>
                <a:cubicBezTo>
                  <a:pt x="2194968" y="98419"/>
                  <a:pt x="2192343" y="95995"/>
                  <a:pt x="2190296" y="92882"/>
                </a:cubicBezTo>
                <a:cubicBezTo>
                  <a:pt x="2188250" y="89768"/>
                  <a:pt x="2186738" y="86121"/>
                  <a:pt x="2185759" y="81939"/>
                </a:cubicBezTo>
                <a:cubicBezTo>
                  <a:pt x="2184782" y="77757"/>
                  <a:pt x="2184293" y="73264"/>
                  <a:pt x="2184293" y="68459"/>
                </a:cubicBezTo>
                <a:cubicBezTo>
                  <a:pt x="2184293" y="63655"/>
                  <a:pt x="2184961" y="59230"/>
                  <a:pt x="2186295" y="55183"/>
                </a:cubicBezTo>
                <a:cubicBezTo>
                  <a:pt x="2187629" y="51135"/>
                  <a:pt x="2189453" y="47621"/>
                  <a:pt x="2191766" y="44641"/>
                </a:cubicBezTo>
                <a:cubicBezTo>
                  <a:pt x="2194080" y="41660"/>
                  <a:pt x="2196815" y="39324"/>
                  <a:pt x="2199973" y="37634"/>
                </a:cubicBezTo>
                <a:cubicBezTo>
                  <a:pt x="2203131" y="35943"/>
                  <a:pt x="2206490" y="35097"/>
                  <a:pt x="2210048" y="35097"/>
                </a:cubicBezTo>
                <a:cubicBezTo>
                  <a:pt x="2214051" y="35097"/>
                  <a:pt x="2217632" y="36032"/>
                  <a:pt x="2220789" y="37901"/>
                </a:cubicBezTo>
                <a:cubicBezTo>
                  <a:pt x="2223948" y="39769"/>
                  <a:pt x="2226284" y="42126"/>
                  <a:pt x="2227796" y="44973"/>
                </a:cubicBezTo>
                <a:lnTo>
                  <a:pt x="2228063" y="44973"/>
                </a:lnTo>
                <a:cubicBezTo>
                  <a:pt x="2228063" y="36966"/>
                  <a:pt x="2227974" y="29427"/>
                  <a:pt x="2227796" y="22354"/>
                </a:cubicBezTo>
                <a:cubicBezTo>
                  <a:pt x="2227618" y="15280"/>
                  <a:pt x="2227352" y="7962"/>
                  <a:pt x="2226996" y="401"/>
                </a:cubicBezTo>
                <a:cubicBezTo>
                  <a:pt x="2228152" y="579"/>
                  <a:pt x="2229621" y="735"/>
                  <a:pt x="2231400" y="869"/>
                </a:cubicBezTo>
                <a:cubicBezTo>
                  <a:pt x="2233180" y="1003"/>
                  <a:pt x="2235048" y="1069"/>
                  <a:pt x="2237004" y="1069"/>
                </a:cubicBezTo>
                <a:cubicBezTo>
                  <a:pt x="2238962" y="1069"/>
                  <a:pt x="2240830" y="1003"/>
                  <a:pt x="2242610" y="869"/>
                </a:cubicBezTo>
                <a:cubicBezTo>
                  <a:pt x="2244390" y="735"/>
                  <a:pt x="2245858" y="579"/>
                  <a:pt x="2247014" y="401"/>
                </a:cubicBezTo>
                <a:cubicBezTo>
                  <a:pt x="2246657" y="7874"/>
                  <a:pt x="2246390" y="15258"/>
                  <a:pt x="2246212" y="22554"/>
                </a:cubicBezTo>
                <a:cubicBezTo>
                  <a:pt x="2246034" y="29849"/>
                  <a:pt x="2245945" y="37856"/>
                  <a:pt x="2245945" y="46574"/>
                </a:cubicBezTo>
                <a:lnTo>
                  <a:pt x="2245945" y="55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ActionswithExplanations">
            <a:extLst xmlns:a="http://schemas.openxmlformats.org/drawingml/2006/main">
              <a:ext uri="{FF2B5EF4-FFF2-40B4-BE49-F238E27FC236}">
                <a16:creationId xmlns:a16="http://schemas.microsoft.com/office/drawing/2014/main" id="{90A85889-A4FE-42C1-BFFD-ECA018F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80" y="1764202"/>
            <a:ext cx="1499832" cy="135717"/>
          </a:xfrm>
          <a:custGeom xmlns:a="http://schemas.openxmlformats.org/drawingml/2006/main">
            <a:pathLst>
              <a:path w="1499832" h="135717">
                <a:moveTo>
                  <a:pt x="38031" y="34030"/>
                </a:moveTo>
                <a:cubicBezTo>
                  <a:pt x="35718" y="39368"/>
                  <a:pt x="33539" y="44639"/>
                  <a:pt x="31493" y="49844"/>
                </a:cubicBezTo>
                <a:cubicBezTo>
                  <a:pt x="29447" y="55047"/>
                  <a:pt x="27446" y="60362"/>
                  <a:pt x="25488" y="65790"/>
                </a:cubicBezTo>
                <a:lnTo>
                  <a:pt x="49909" y="65790"/>
                </a:lnTo>
                <a:cubicBezTo>
                  <a:pt x="47951" y="60362"/>
                  <a:pt x="46016" y="55047"/>
                  <a:pt x="44104" y="49844"/>
                </a:cubicBezTo>
                <a:cubicBezTo>
                  <a:pt x="42191" y="44639"/>
                  <a:pt x="40167" y="39368"/>
                  <a:pt x="38031" y="34030"/>
                </a:cubicBezTo>
                <a:moveTo>
                  <a:pt x="85273" y="100620"/>
                </a:moveTo>
                <a:cubicBezTo>
                  <a:pt x="83137" y="100442"/>
                  <a:pt x="81113" y="100353"/>
                  <a:pt x="79201" y="100353"/>
                </a:cubicBezTo>
                <a:cubicBezTo>
                  <a:pt x="77288" y="100353"/>
                  <a:pt x="75398" y="100353"/>
                  <a:pt x="73530" y="100353"/>
                </a:cubicBezTo>
                <a:cubicBezTo>
                  <a:pt x="71662" y="100353"/>
                  <a:pt x="69771" y="100353"/>
                  <a:pt x="67859" y="100353"/>
                </a:cubicBezTo>
                <a:cubicBezTo>
                  <a:pt x="65946" y="100353"/>
                  <a:pt x="64055" y="100442"/>
                  <a:pt x="62186" y="100620"/>
                </a:cubicBezTo>
                <a:cubicBezTo>
                  <a:pt x="60763" y="96261"/>
                  <a:pt x="59295" y="91813"/>
                  <a:pt x="57781" y="87277"/>
                </a:cubicBezTo>
                <a:cubicBezTo>
                  <a:pt x="56269" y="82738"/>
                  <a:pt x="54668" y="78201"/>
                  <a:pt x="52978" y="73664"/>
                </a:cubicBezTo>
                <a:cubicBezTo>
                  <a:pt x="50131" y="73574"/>
                  <a:pt x="47284" y="73508"/>
                  <a:pt x="44438" y="73465"/>
                </a:cubicBezTo>
                <a:cubicBezTo>
                  <a:pt x="41591" y="73420"/>
                  <a:pt x="38744" y="73397"/>
                  <a:pt x="35897" y="73397"/>
                </a:cubicBezTo>
                <a:cubicBezTo>
                  <a:pt x="33584" y="73397"/>
                  <a:pt x="31271" y="73420"/>
                  <a:pt x="28958" y="73465"/>
                </a:cubicBezTo>
                <a:cubicBezTo>
                  <a:pt x="26645" y="73508"/>
                  <a:pt x="24331" y="73574"/>
                  <a:pt x="22018" y="73664"/>
                </a:cubicBezTo>
                <a:cubicBezTo>
                  <a:pt x="20238" y="78201"/>
                  <a:pt x="18592" y="82738"/>
                  <a:pt x="17080" y="87277"/>
                </a:cubicBezTo>
                <a:cubicBezTo>
                  <a:pt x="15568" y="91813"/>
                  <a:pt x="14189" y="96261"/>
                  <a:pt x="12943" y="100620"/>
                </a:cubicBezTo>
                <a:cubicBezTo>
                  <a:pt x="11876" y="100442"/>
                  <a:pt x="10830" y="100353"/>
                  <a:pt x="9807" y="100353"/>
                </a:cubicBezTo>
                <a:cubicBezTo>
                  <a:pt x="8784" y="100353"/>
                  <a:pt x="7739" y="100353"/>
                  <a:pt x="6671" y="100353"/>
                </a:cubicBezTo>
                <a:cubicBezTo>
                  <a:pt x="5604" y="100353"/>
                  <a:pt x="4536" y="100353"/>
                  <a:pt x="3468" y="100353"/>
                </a:cubicBezTo>
                <a:cubicBezTo>
                  <a:pt x="2401" y="100353"/>
                  <a:pt x="1245" y="100442"/>
                  <a:pt x="0" y="100620"/>
                </a:cubicBezTo>
                <a:cubicBezTo>
                  <a:pt x="1067" y="98307"/>
                  <a:pt x="2490" y="95105"/>
                  <a:pt x="4268" y="91013"/>
                </a:cubicBezTo>
                <a:cubicBezTo>
                  <a:pt x="6048" y="86920"/>
                  <a:pt x="8005" y="82294"/>
                  <a:pt x="10141" y="77134"/>
                </a:cubicBezTo>
                <a:cubicBezTo>
                  <a:pt x="12276" y="71974"/>
                  <a:pt x="14567" y="66436"/>
                  <a:pt x="17013" y="60520"/>
                </a:cubicBezTo>
                <a:cubicBezTo>
                  <a:pt x="19461" y="54603"/>
                  <a:pt x="21908" y="48619"/>
                  <a:pt x="24354" y="42570"/>
                </a:cubicBezTo>
                <a:cubicBezTo>
                  <a:pt x="26800" y="36520"/>
                  <a:pt x="29201" y="30559"/>
                  <a:pt x="31558" y="24688"/>
                </a:cubicBezTo>
                <a:cubicBezTo>
                  <a:pt x="33916" y="18816"/>
                  <a:pt x="36074" y="13345"/>
                  <a:pt x="38031" y="8273"/>
                </a:cubicBezTo>
                <a:cubicBezTo>
                  <a:pt x="38922" y="8451"/>
                  <a:pt x="39767" y="8607"/>
                  <a:pt x="40567" y="8742"/>
                </a:cubicBezTo>
                <a:cubicBezTo>
                  <a:pt x="41367" y="8875"/>
                  <a:pt x="42213" y="8941"/>
                  <a:pt x="43104" y="8941"/>
                </a:cubicBezTo>
                <a:cubicBezTo>
                  <a:pt x="43993" y="8941"/>
                  <a:pt x="44838" y="8875"/>
                  <a:pt x="45639" y="8742"/>
                </a:cubicBezTo>
                <a:cubicBezTo>
                  <a:pt x="46440" y="8607"/>
                  <a:pt x="47285" y="8451"/>
                  <a:pt x="48174" y="8273"/>
                </a:cubicBezTo>
                <a:cubicBezTo>
                  <a:pt x="51021" y="15836"/>
                  <a:pt x="54068" y="23932"/>
                  <a:pt x="57315" y="32562"/>
                </a:cubicBezTo>
                <a:cubicBezTo>
                  <a:pt x="60562" y="41192"/>
                  <a:pt x="63832" y="49666"/>
                  <a:pt x="67124" y="57985"/>
                </a:cubicBezTo>
                <a:cubicBezTo>
                  <a:pt x="70416" y="66302"/>
                  <a:pt x="73618" y="74198"/>
                  <a:pt x="76731" y="81671"/>
                </a:cubicBezTo>
                <a:cubicBezTo>
                  <a:pt x="79845" y="89144"/>
                  <a:pt x="82692" y="95460"/>
                  <a:pt x="85273" y="100620"/>
                </a:cubicBezTo>
                <a:close/>
                <a:moveTo>
                  <a:pt x="142790" y="54847"/>
                </a:moveTo>
                <a:cubicBezTo>
                  <a:pt x="142078" y="50844"/>
                  <a:pt x="140676" y="47619"/>
                  <a:pt x="138585" y="45173"/>
                </a:cubicBezTo>
                <a:cubicBezTo>
                  <a:pt x="136495" y="42726"/>
                  <a:pt x="133403" y="41503"/>
                  <a:pt x="129310" y="41503"/>
                </a:cubicBezTo>
                <a:cubicBezTo>
                  <a:pt x="123973" y="41503"/>
                  <a:pt x="119969" y="43928"/>
                  <a:pt x="117300" y="48777"/>
                </a:cubicBezTo>
                <a:cubicBezTo>
                  <a:pt x="114631" y="53624"/>
                  <a:pt x="113297" y="60363"/>
                  <a:pt x="113297" y="68993"/>
                </a:cubicBezTo>
                <a:cubicBezTo>
                  <a:pt x="113297" y="77089"/>
                  <a:pt x="114987" y="83295"/>
                  <a:pt x="118367" y="87610"/>
                </a:cubicBezTo>
                <a:cubicBezTo>
                  <a:pt x="121749" y="91925"/>
                  <a:pt x="126687" y="94082"/>
                  <a:pt x="133181" y="94082"/>
                </a:cubicBezTo>
                <a:cubicBezTo>
                  <a:pt x="135940" y="94082"/>
                  <a:pt x="138609" y="93437"/>
                  <a:pt x="141188" y="92147"/>
                </a:cubicBezTo>
                <a:cubicBezTo>
                  <a:pt x="143768" y="90856"/>
                  <a:pt x="145681" y="89411"/>
                  <a:pt x="146926" y="87810"/>
                </a:cubicBezTo>
                <a:lnTo>
                  <a:pt x="148529" y="89144"/>
                </a:lnTo>
                <a:cubicBezTo>
                  <a:pt x="147905" y="90389"/>
                  <a:pt x="147371" y="91679"/>
                  <a:pt x="146926" y="93015"/>
                </a:cubicBezTo>
                <a:cubicBezTo>
                  <a:pt x="146481" y="94349"/>
                  <a:pt x="146036" y="95684"/>
                  <a:pt x="145592" y="97018"/>
                </a:cubicBezTo>
                <a:cubicBezTo>
                  <a:pt x="143635" y="98530"/>
                  <a:pt x="141165" y="99798"/>
                  <a:pt x="138184" y="100820"/>
                </a:cubicBezTo>
                <a:cubicBezTo>
                  <a:pt x="135205" y="101843"/>
                  <a:pt x="131668" y="102355"/>
                  <a:pt x="127575" y="102355"/>
                </a:cubicBezTo>
                <a:cubicBezTo>
                  <a:pt x="121081" y="102355"/>
                  <a:pt x="115610" y="101421"/>
                  <a:pt x="111161" y="99553"/>
                </a:cubicBezTo>
                <a:cubicBezTo>
                  <a:pt x="106714" y="97685"/>
                  <a:pt x="103133" y="95150"/>
                  <a:pt x="100420" y="91948"/>
                </a:cubicBezTo>
                <a:cubicBezTo>
                  <a:pt x="97706" y="88744"/>
                  <a:pt x="95771" y="85118"/>
                  <a:pt x="94614" y="81070"/>
                </a:cubicBezTo>
                <a:cubicBezTo>
                  <a:pt x="93458" y="77022"/>
                  <a:pt x="92879" y="72952"/>
                  <a:pt x="92879" y="68861"/>
                </a:cubicBezTo>
                <a:cubicBezTo>
                  <a:pt x="92879" y="63967"/>
                  <a:pt x="93702" y="59429"/>
                  <a:pt x="95347" y="55248"/>
                </a:cubicBezTo>
                <a:cubicBezTo>
                  <a:pt x="96994" y="51067"/>
                  <a:pt x="99352" y="47464"/>
                  <a:pt x="102421" y="44440"/>
                </a:cubicBezTo>
                <a:cubicBezTo>
                  <a:pt x="105491" y="41414"/>
                  <a:pt x="109205" y="39033"/>
                  <a:pt x="113564" y="37298"/>
                </a:cubicBezTo>
                <a:cubicBezTo>
                  <a:pt x="117923" y="35563"/>
                  <a:pt x="122772" y="34696"/>
                  <a:pt x="128111" y="34696"/>
                </a:cubicBezTo>
                <a:cubicBezTo>
                  <a:pt x="133181" y="34696"/>
                  <a:pt x="137473" y="35274"/>
                  <a:pt x="140986" y="36431"/>
                </a:cubicBezTo>
                <a:cubicBezTo>
                  <a:pt x="144501" y="37587"/>
                  <a:pt x="147860" y="39100"/>
                  <a:pt x="151064" y="40968"/>
                </a:cubicBezTo>
                <a:cubicBezTo>
                  <a:pt x="149995" y="42747"/>
                  <a:pt x="148994" y="44928"/>
                  <a:pt x="148060" y="47508"/>
                </a:cubicBezTo>
                <a:cubicBezTo>
                  <a:pt x="147126" y="50087"/>
                  <a:pt x="146437" y="52534"/>
                  <a:pt x="145991" y="54847"/>
                </a:cubicBezTo>
                <a:lnTo>
                  <a:pt x="142790" y="54847"/>
                </a:lnTo>
                <a:close/>
                <a:moveTo>
                  <a:pt x="196035" y="37099"/>
                </a:moveTo>
                <a:cubicBezTo>
                  <a:pt x="195769" y="38433"/>
                  <a:pt x="195636" y="39634"/>
                  <a:pt x="195636" y="40701"/>
                </a:cubicBezTo>
                <a:cubicBezTo>
                  <a:pt x="195636" y="41858"/>
                  <a:pt x="195769" y="42970"/>
                  <a:pt x="196035" y="44038"/>
                </a:cubicBezTo>
                <a:lnTo>
                  <a:pt x="184292" y="43772"/>
                </a:lnTo>
                <a:cubicBezTo>
                  <a:pt x="184114" y="45817"/>
                  <a:pt x="183958" y="48175"/>
                  <a:pt x="183825" y="50844"/>
                </a:cubicBezTo>
                <a:cubicBezTo>
                  <a:pt x="183692" y="53512"/>
                  <a:pt x="183603" y="56226"/>
                  <a:pt x="183559" y="58985"/>
                </a:cubicBezTo>
                <a:cubicBezTo>
                  <a:pt x="183514" y="61742"/>
                  <a:pt x="183469" y="64411"/>
                  <a:pt x="183424" y="66991"/>
                </a:cubicBezTo>
                <a:cubicBezTo>
                  <a:pt x="183379" y="69572"/>
                  <a:pt x="183357" y="71751"/>
                  <a:pt x="183357" y="73530"/>
                </a:cubicBezTo>
                <a:cubicBezTo>
                  <a:pt x="183357" y="78156"/>
                  <a:pt x="183468" y="81893"/>
                  <a:pt x="183691" y="84739"/>
                </a:cubicBezTo>
                <a:cubicBezTo>
                  <a:pt x="183913" y="87586"/>
                  <a:pt x="184292" y="89766"/>
                  <a:pt x="184825" y="91280"/>
                </a:cubicBezTo>
                <a:cubicBezTo>
                  <a:pt x="185360" y="92792"/>
                  <a:pt x="186116" y="93815"/>
                  <a:pt x="187093" y="94349"/>
                </a:cubicBezTo>
                <a:cubicBezTo>
                  <a:pt x="188072" y="94882"/>
                  <a:pt x="189318" y="95149"/>
                  <a:pt x="190830" y="95149"/>
                </a:cubicBezTo>
                <a:cubicBezTo>
                  <a:pt x="192521" y="95149"/>
                  <a:pt x="193767" y="95037"/>
                  <a:pt x="194567" y="94815"/>
                </a:cubicBezTo>
                <a:cubicBezTo>
                  <a:pt x="195368" y="94592"/>
                  <a:pt x="196168" y="94259"/>
                  <a:pt x="196969" y="93815"/>
                </a:cubicBezTo>
                <a:lnTo>
                  <a:pt x="196969" y="99286"/>
                </a:lnTo>
                <a:cubicBezTo>
                  <a:pt x="195190" y="100087"/>
                  <a:pt x="192965" y="100799"/>
                  <a:pt x="190297" y="101420"/>
                </a:cubicBezTo>
                <a:cubicBezTo>
                  <a:pt x="187628" y="102044"/>
                  <a:pt x="185004" y="102355"/>
                  <a:pt x="182424" y="102355"/>
                </a:cubicBezTo>
                <a:cubicBezTo>
                  <a:pt x="171126" y="102355"/>
                  <a:pt x="165476" y="95594"/>
                  <a:pt x="165476" y="82072"/>
                </a:cubicBezTo>
                <a:cubicBezTo>
                  <a:pt x="165476" y="79491"/>
                  <a:pt x="165521" y="76577"/>
                  <a:pt x="165609" y="73330"/>
                </a:cubicBezTo>
                <a:cubicBezTo>
                  <a:pt x="165698" y="70083"/>
                  <a:pt x="165810" y="66747"/>
                  <a:pt x="165943" y="63322"/>
                </a:cubicBezTo>
                <a:cubicBezTo>
                  <a:pt x="166076" y="59897"/>
                  <a:pt x="166186" y="56516"/>
                  <a:pt x="166275" y="53179"/>
                </a:cubicBezTo>
                <a:cubicBezTo>
                  <a:pt x="166364" y="49842"/>
                  <a:pt x="166409" y="46751"/>
                  <a:pt x="166409" y="43904"/>
                </a:cubicBezTo>
                <a:lnTo>
                  <a:pt x="157069" y="44038"/>
                </a:lnTo>
                <a:cubicBezTo>
                  <a:pt x="157335" y="42970"/>
                  <a:pt x="157468" y="41858"/>
                  <a:pt x="157468" y="40701"/>
                </a:cubicBezTo>
                <a:cubicBezTo>
                  <a:pt x="157468" y="39634"/>
                  <a:pt x="157335" y="38433"/>
                  <a:pt x="157069" y="37099"/>
                </a:cubicBezTo>
                <a:lnTo>
                  <a:pt x="166409" y="37500"/>
                </a:lnTo>
                <a:cubicBezTo>
                  <a:pt x="166409" y="34741"/>
                  <a:pt x="166364" y="32162"/>
                  <a:pt x="166275" y="29760"/>
                </a:cubicBezTo>
                <a:cubicBezTo>
                  <a:pt x="166186" y="27357"/>
                  <a:pt x="166053" y="24466"/>
                  <a:pt x="165876" y="21086"/>
                </a:cubicBezTo>
                <a:cubicBezTo>
                  <a:pt x="168990" y="19839"/>
                  <a:pt x="172059" y="18527"/>
                  <a:pt x="175084" y="17147"/>
                </a:cubicBezTo>
                <a:cubicBezTo>
                  <a:pt x="178108" y="15768"/>
                  <a:pt x="181133" y="14322"/>
                  <a:pt x="184159" y="12810"/>
                </a:cubicBezTo>
                <a:lnTo>
                  <a:pt x="185493" y="13745"/>
                </a:lnTo>
                <a:cubicBezTo>
                  <a:pt x="185315" y="15169"/>
                  <a:pt x="185159" y="16837"/>
                  <a:pt x="185025" y="18750"/>
                </a:cubicBezTo>
                <a:cubicBezTo>
                  <a:pt x="184892" y="20663"/>
                  <a:pt x="184759" y="22664"/>
                  <a:pt x="184626" y="24755"/>
                </a:cubicBezTo>
                <a:cubicBezTo>
                  <a:pt x="184492" y="26845"/>
                  <a:pt x="184404" y="28981"/>
                  <a:pt x="184359" y="31161"/>
                </a:cubicBezTo>
                <a:cubicBezTo>
                  <a:pt x="184314" y="33340"/>
                  <a:pt x="184292" y="35408"/>
                  <a:pt x="184292" y="37366"/>
                </a:cubicBezTo>
                <a:lnTo>
                  <a:pt x="196035" y="37099"/>
                </a:lnTo>
                <a:close/>
                <a:moveTo>
                  <a:pt x="206311" y="11210"/>
                </a:moveTo>
                <a:cubicBezTo>
                  <a:pt x="206311" y="8273"/>
                  <a:pt x="207334" y="5782"/>
                  <a:pt x="209379" y="3737"/>
                </a:cubicBezTo>
                <a:cubicBezTo>
                  <a:pt x="211427" y="1691"/>
                  <a:pt x="213918" y="668"/>
                  <a:pt x="216855" y="668"/>
                </a:cubicBezTo>
                <a:cubicBezTo>
                  <a:pt x="219790" y="668"/>
                  <a:pt x="222280" y="1691"/>
                  <a:pt x="224326" y="3737"/>
                </a:cubicBezTo>
                <a:cubicBezTo>
                  <a:pt x="226373" y="5782"/>
                  <a:pt x="227396" y="8273"/>
                  <a:pt x="227396" y="11210"/>
                </a:cubicBezTo>
                <a:cubicBezTo>
                  <a:pt x="227396" y="14146"/>
                  <a:pt x="226373" y="16637"/>
                  <a:pt x="224326" y="18683"/>
                </a:cubicBezTo>
                <a:cubicBezTo>
                  <a:pt x="222280" y="20729"/>
                  <a:pt x="219790" y="21751"/>
                  <a:pt x="216855" y="21751"/>
                </a:cubicBezTo>
                <a:cubicBezTo>
                  <a:pt x="213918" y="21751"/>
                  <a:pt x="211427" y="20729"/>
                  <a:pt x="209379" y="18683"/>
                </a:cubicBezTo>
                <a:cubicBezTo>
                  <a:pt x="207334" y="16637"/>
                  <a:pt x="206311" y="14146"/>
                  <a:pt x="206311" y="11210"/>
                </a:cubicBezTo>
                <a:moveTo>
                  <a:pt x="207913" y="66057"/>
                </a:moveTo>
                <a:cubicBezTo>
                  <a:pt x="207913" y="60631"/>
                  <a:pt x="207846" y="55538"/>
                  <a:pt x="207712" y="50778"/>
                </a:cubicBezTo>
                <a:cubicBezTo>
                  <a:pt x="207579" y="46018"/>
                  <a:pt x="207290" y="41235"/>
                  <a:pt x="206844" y="36431"/>
                </a:cubicBezTo>
                <a:cubicBezTo>
                  <a:pt x="208090" y="36609"/>
                  <a:pt x="209559" y="36765"/>
                  <a:pt x="211249" y="36899"/>
                </a:cubicBezTo>
                <a:cubicBezTo>
                  <a:pt x="212939" y="37032"/>
                  <a:pt x="214807" y="37099"/>
                  <a:pt x="216855" y="37099"/>
                </a:cubicBezTo>
                <a:cubicBezTo>
                  <a:pt x="221036" y="37099"/>
                  <a:pt x="224372" y="36876"/>
                  <a:pt x="226863" y="36431"/>
                </a:cubicBezTo>
                <a:cubicBezTo>
                  <a:pt x="226418" y="41235"/>
                  <a:pt x="226128" y="46018"/>
                  <a:pt x="225993" y="50778"/>
                </a:cubicBezTo>
                <a:cubicBezTo>
                  <a:pt x="225860" y="55538"/>
                  <a:pt x="225794" y="60631"/>
                  <a:pt x="225794" y="66057"/>
                </a:cubicBezTo>
                <a:lnTo>
                  <a:pt x="225794" y="71396"/>
                </a:lnTo>
                <a:cubicBezTo>
                  <a:pt x="225794" y="76822"/>
                  <a:pt x="225860" y="81937"/>
                  <a:pt x="225993" y="86741"/>
                </a:cubicBezTo>
                <a:cubicBezTo>
                  <a:pt x="226128" y="91545"/>
                  <a:pt x="226418" y="96172"/>
                  <a:pt x="226863" y="100620"/>
                </a:cubicBezTo>
                <a:cubicBezTo>
                  <a:pt x="225706" y="100442"/>
                  <a:pt x="224261" y="100353"/>
                  <a:pt x="222526" y="100353"/>
                </a:cubicBezTo>
                <a:cubicBezTo>
                  <a:pt x="220791" y="100353"/>
                  <a:pt x="218900" y="100353"/>
                  <a:pt x="216855" y="100353"/>
                </a:cubicBezTo>
                <a:cubicBezTo>
                  <a:pt x="214807" y="100353"/>
                  <a:pt x="212939" y="100353"/>
                  <a:pt x="211249" y="100353"/>
                </a:cubicBezTo>
                <a:cubicBezTo>
                  <a:pt x="209559" y="100353"/>
                  <a:pt x="208090" y="100442"/>
                  <a:pt x="206844" y="100620"/>
                </a:cubicBezTo>
                <a:cubicBezTo>
                  <a:pt x="207290" y="96172"/>
                  <a:pt x="207579" y="91545"/>
                  <a:pt x="207712" y="86741"/>
                </a:cubicBezTo>
                <a:cubicBezTo>
                  <a:pt x="207846" y="81937"/>
                  <a:pt x="207913" y="76822"/>
                  <a:pt x="207913" y="71396"/>
                </a:cubicBezTo>
                <a:lnTo>
                  <a:pt x="207913" y="66057"/>
                </a:lnTo>
                <a:close/>
                <a:moveTo>
                  <a:pt x="285446" y="65391"/>
                </a:moveTo>
                <a:cubicBezTo>
                  <a:pt x="285446" y="57561"/>
                  <a:pt x="284468" y="51488"/>
                  <a:pt x="282510" y="47174"/>
                </a:cubicBezTo>
                <a:cubicBezTo>
                  <a:pt x="280552" y="42859"/>
                  <a:pt x="277305" y="40701"/>
                  <a:pt x="272768" y="40701"/>
                </a:cubicBezTo>
                <a:cubicBezTo>
                  <a:pt x="268676" y="40701"/>
                  <a:pt x="265450" y="43103"/>
                  <a:pt x="263092" y="47907"/>
                </a:cubicBezTo>
                <a:cubicBezTo>
                  <a:pt x="260735" y="52712"/>
                  <a:pt x="259557" y="60229"/>
                  <a:pt x="259557" y="70461"/>
                </a:cubicBezTo>
                <a:cubicBezTo>
                  <a:pt x="259557" y="74197"/>
                  <a:pt x="259779" y="77667"/>
                  <a:pt x="260223" y="80870"/>
                </a:cubicBezTo>
                <a:cubicBezTo>
                  <a:pt x="260668" y="84073"/>
                  <a:pt x="261403" y="86853"/>
                  <a:pt x="262426" y="89211"/>
                </a:cubicBezTo>
                <a:cubicBezTo>
                  <a:pt x="263450" y="91568"/>
                  <a:pt x="264784" y="93414"/>
                  <a:pt x="266430" y="94750"/>
                </a:cubicBezTo>
                <a:cubicBezTo>
                  <a:pt x="268076" y="96084"/>
                  <a:pt x="270145" y="96751"/>
                  <a:pt x="272636" y="96751"/>
                </a:cubicBezTo>
                <a:cubicBezTo>
                  <a:pt x="281176" y="96751"/>
                  <a:pt x="285446" y="86298"/>
                  <a:pt x="285446" y="65391"/>
                </a:cubicBezTo>
                <a:moveTo>
                  <a:pt x="239807" y="70327"/>
                </a:moveTo>
                <a:cubicBezTo>
                  <a:pt x="239807" y="64366"/>
                  <a:pt x="240719" y="59162"/>
                  <a:pt x="242542" y="54715"/>
                </a:cubicBezTo>
                <a:cubicBezTo>
                  <a:pt x="244367" y="50266"/>
                  <a:pt x="246791" y="46552"/>
                  <a:pt x="249816" y="43572"/>
                </a:cubicBezTo>
                <a:cubicBezTo>
                  <a:pt x="252840" y="40591"/>
                  <a:pt x="256332" y="38367"/>
                  <a:pt x="260290" y="36899"/>
                </a:cubicBezTo>
                <a:cubicBezTo>
                  <a:pt x="264250" y="35430"/>
                  <a:pt x="268321" y="34696"/>
                  <a:pt x="272502" y="34696"/>
                </a:cubicBezTo>
                <a:cubicBezTo>
                  <a:pt x="282911" y="34696"/>
                  <a:pt x="290963" y="37632"/>
                  <a:pt x="296656" y="43505"/>
                </a:cubicBezTo>
                <a:cubicBezTo>
                  <a:pt x="302349" y="49376"/>
                  <a:pt x="305196" y="57339"/>
                  <a:pt x="305196" y="67392"/>
                </a:cubicBezTo>
                <a:cubicBezTo>
                  <a:pt x="305196" y="72818"/>
                  <a:pt x="304395" y="77712"/>
                  <a:pt x="302793" y="82072"/>
                </a:cubicBezTo>
                <a:cubicBezTo>
                  <a:pt x="301193" y="86431"/>
                  <a:pt x="298947" y="90145"/>
                  <a:pt x="296055" y="93214"/>
                </a:cubicBezTo>
                <a:cubicBezTo>
                  <a:pt x="293164" y="96284"/>
                  <a:pt x="289716" y="98574"/>
                  <a:pt x="285713" y="100087"/>
                </a:cubicBezTo>
                <a:cubicBezTo>
                  <a:pt x="281710" y="101599"/>
                  <a:pt x="277306" y="102355"/>
                  <a:pt x="272502" y="102355"/>
                </a:cubicBezTo>
                <a:cubicBezTo>
                  <a:pt x="268498" y="102355"/>
                  <a:pt x="264562" y="101821"/>
                  <a:pt x="260691" y="100753"/>
                </a:cubicBezTo>
                <a:cubicBezTo>
                  <a:pt x="256821" y="99686"/>
                  <a:pt x="253329" y="97885"/>
                  <a:pt x="250215" y="95350"/>
                </a:cubicBezTo>
                <a:cubicBezTo>
                  <a:pt x="247102" y="92815"/>
                  <a:pt x="244589" y="89500"/>
                  <a:pt x="242676" y="85407"/>
                </a:cubicBezTo>
                <a:cubicBezTo>
                  <a:pt x="240764" y="81314"/>
                  <a:pt x="239807" y="76287"/>
                  <a:pt x="239807" y="70327"/>
                </a:cubicBezTo>
                <a:close/>
                <a:moveTo>
                  <a:pt x="335624" y="46439"/>
                </a:moveTo>
                <a:cubicBezTo>
                  <a:pt x="338115" y="42703"/>
                  <a:pt x="341028" y="39812"/>
                  <a:pt x="344364" y="37767"/>
                </a:cubicBezTo>
                <a:cubicBezTo>
                  <a:pt x="347701" y="35720"/>
                  <a:pt x="351504" y="34696"/>
                  <a:pt x="355773" y="34696"/>
                </a:cubicBezTo>
                <a:cubicBezTo>
                  <a:pt x="362447" y="34696"/>
                  <a:pt x="367585" y="36631"/>
                  <a:pt x="371188" y="40501"/>
                </a:cubicBezTo>
                <a:cubicBezTo>
                  <a:pt x="374790" y="44372"/>
                  <a:pt x="376592" y="50622"/>
                  <a:pt x="376592" y="59251"/>
                </a:cubicBezTo>
                <a:cubicBezTo>
                  <a:pt x="376592" y="63788"/>
                  <a:pt x="376503" y="67791"/>
                  <a:pt x="376325" y="71261"/>
                </a:cubicBezTo>
                <a:cubicBezTo>
                  <a:pt x="376147" y="74731"/>
                  <a:pt x="376058" y="78201"/>
                  <a:pt x="376058" y="81671"/>
                </a:cubicBezTo>
                <a:cubicBezTo>
                  <a:pt x="376058" y="84517"/>
                  <a:pt x="376125" y="87609"/>
                  <a:pt x="376258" y="90946"/>
                </a:cubicBezTo>
                <a:cubicBezTo>
                  <a:pt x="376392" y="94281"/>
                  <a:pt x="376548" y="97506"/>
                  <a:pt x="376726" y="100620"/>
                </a:cubicBezTo>
                <a:cubicBezTo>
                  <a:pt x="375570" y="100442"/>
                  <a:pt x="374101" y="100353"/>
                  <a:pt x="372322" y="100353"/>
                </a:cubicBezTo>
                <a:cubicBezTo>
                  <a:pt x="370542" y="100353"/>
                  <a:pt x="368673" y="100353"/>
                  <a:pt x="366716" y="100353"/>
                </a:cubicBezTo>
                <a:cubicBezTo>
                  <a:pt x="364760" y="100353"/>
                  <a:pt x="362892" y="100353"/>
                  <a:pt x="361112" y="100353"/>
                </a:cubicBezTo>
                <a:cubicBezTo>
                  <a:pt x="359332" y="100353"/>
                  <a:pt x="357864" y="100442"/>
                  <a:pt x="356708" y="100620"/>
                </a:cubicBezTo>
                <a:cubicBezTo>
                  <a:pt x="357331" y="95994"/>
                  <a:pt x="357731" y="90545"/>
                  <a:pt x="357909" y="84273"/>
                </a:cubicBezTo>
                <a:cubicBezTo>
                  <a:pt x="358087" y="78001"/>
                  <a:pt x="358176" y="70817"/>
                  <a:pt x="358176" y="62721"/>
                </a:cubicBezTo>
                <a:cubicBezTo>
                  <a:pt x="358176" y="57116"/>
                  <a:pt x="357219" y="53001"/>
                  <a:pt x="355307" y="50377"/>
                </a:cubicBezTo>
                <a:cubicBezTo>
                  <a:pt x="353394" y="47752"/>
                  <a:pt x="350703" y="46439"/>
                  <a:pt x="347233" y="46439"/>
                </a:cubicBezTo>
                <a:cubicBezTo>
                  <a:pt x="343230" y="46439"/>
                  <a:pt x="340294" y="48174"/>
                  <a:pt x="338426" y="51644"/>
                </a:cubicBezTo>
                <a:cubicBezTo>
                  <a:pt x="336558" y="55114"/>
                  <a:pt x="335624" y="59918"/>
                  <a:pt x="335624" y="66057"/>
                </a:cubicBezTo>
                <a:lnTo>
                  <a:pt x="335624" y="71396"/>
                </a:lnTo>
                <a:cubicBezTo>
                  <a:pt x="335624" y="76822"/>
                  <a:pt x="335691" y="81937"/>
                  <a:pt x="335824" y="86741"/>
                </a:cubicBezTo>
                <a:cubicBezTo>
                  <a:pt x="335957" y="91545"/>
                  <a:pt x="336246" y="96172"/>
                  <a:pt x="336691" y="100620"/>
                </a:cubicBezTo>
                <a:cubicBezTo>
                  <a:pt x="335535" y="100442"/>
                  <a:pt x="334089" y="100353"/>
                  <a:pt x="332354" y="100353"/>
                </a:cubicBezTo>
                <a:cubicBezTo>
                  <a:pt x="330619" y="100353"/>
                  <a:pt x="328729" y="100353"/>
                  <a:pt x="326683" y="100353"/>
                </a:cubicBezTo>
                <a:cubicBezTo>
                  <a:pt x="324636" y="100353"/>
                  <a:pt x="322767" y="100353"/>
                  <a:pt x="321077" y="100353"/>
                </a:cubicBezTo>
                <a:cubicBezTo>
                  <a:pt x="319387" y="100353"/>
                  <a:pt x="317919" y="100442"/>
                  <a:pt x="316673" y="100620"/>
                </a:cubicBezTo>
                <a:cubicBezTo>
                  <a:pt x="317118" y="96172"/>
                  <a:pt x="317407" y="91545"/>
                  <a:pt x="317540" y="86741"/>
                </a:cubicBezTo>
                <a:cubicBezTo>
                  <a:pt x="317674" y="81937"/>
                  <a:pt x="317742" y="76822"/>
                  <a:pt x="317742" y="71396"/>
                </a:cubicBezTo>
                <a:lnTo>
                  <a:pt x="317742" y="66057"/>
                </a:lnTo>
                <a:cubicBezTo>
                  <a:pt x="317742" y="60631"/>
                  <a:pt x="317674" y="55538"/>
                  <a:pt x="317540" y="50778"/>
                </a:cubicBezTo>
                <a:cubicBezTo>
                  <a:pt x="317407" y="46018"/>
                  <a:pt x="317118" y="41235"/>
                  <a:pt x="316673" y="36431"/>
                </a:cubicBezTo>
                <a:cubicBezTo>
                  <a:pt x="318274" y="36609"/>
                  <a:pt x="319854" y="36765"/>
                  <a:pt x="321411" y="36899"/>
                </a:cubicBezTo>
                <a:cubicBezTo>
                  <a:pt x="322968" y="37032"/>
                  <a:pt x="324547" y="37099"/>
                  <a:pt x="326147" y="37099"/>
                </a:cubicBezTo>
                <a:cubicBezTo>
                  <a:pt x="327749" y="37099"/>
                  <a:pt x="329329" y="37032"/>
                  <a:pt x="330886" y="36899"/>
                </a:cubicBezTo>
                <a:cubicBezTo>
                  <a:pt x="332443" y="36765"/>
                  <a:pt x="334111" y="36609"/>
                  <a:pt x="335891" y="36431"/>
                </a:cubicBezTo>
                <a:lnTo>
                  <a:pt x="335355" y="46439"/>
                </a:lnTo>
                <a:lnTo>
                  <a:pt x="335624" y="46439"/>
                </a:lnTo>
                <a:close/>
                <a:moveTo>
                  <a:pt x="393006" y="84206"/>
                </a:moveTo>
                <a:cubicBezTo>
                  <a:pt x="393540" y="85630"/>
                  <a:pt x="394229" y="86987"/>
                  <a:pt x="395073" y="88276"/>
                </a:cubicBezTo>
                <a:cubicBezTo>
                  <a:pt x="395919" y="89566"/>
                  <a:pt x="396964" y="90723"/>
                  <a:pt x="398209" y="91746"/>
                </a:cubicBezTo>
                <a:cubicBezTo>
                  <a:pt x="399455" y="92770"/>
                  <a:pt x="400946" y="93593"/>
                  <a:pt x="402680" y="94216"/>
                </a:cubicBezTo>
                <a:cubicBezTo>
                  <a:pt x="404415" y="94838"/>
                  <a:pt x="406439" y="95149"/>
                  <a:pt x="408753" y="95149"/>
                </a:cubicBezTo>
                <a:cubicBezTo>
                  <a:pt x="411867" y="95149"/>
                  <a:pt x="414269" y="94349"/>
                  <a:pt x="415959" y="92748"/>
                </a:cubicBezTo>
                <a:cubicBezTo>
                  <a:pt x="417649" y="91146"/>
                  <a:pt x="418494" y="89411"/>
                  <a:pt x="418494" y="87543"/>
                </a:cubicBezTo>
                <a:cubicBezTo>
                  <a:pt x="418494" y="85496"/>
                  <a:pt x="417738" y="83850"/>
                  <a:pt x="416226" y="82605"/>
                </a:cubicBezTo>
                <a:cubicBezTo>
                  <a:pt x="414713" y="81359"/>
                  <a:pt x="412823" y="80225"/>
                  <a:pt x="410555" y="79203"/>
                </a:cubicBezTo>
                <a:cubicBezTo>
                  <a:pt x="408286" y="78179"/>
                  <a:pt x="405818" y="77134"/>
                  <a:pt x="403149" y="76067"/>
                </a:cubicBezTo>
                <a:cubicBezTo>
                  <a:pt x="400480" y="74999"/>
                  <a:pt x="398011" y="73642"/>
                  <a:pt x="395741" y="71996"/>
                </a:cubicBezTo>
                <a:cubicBezTo>
                  <a:pt x="393472" y="70350"/>
                  <a:pt x="391582" y="68281"/>
                  <a:pt x="390070" y="65790"/>
                </a:cubicBezTo>
                <a:cubicBezTo>
                  <a:pt x="388558" y="63299"/>
                  <a:pt x="387801" y="60096"/>
                  <a:pt x="387801" y="56183"/>
                </a:cubicBezTo>
                <a:cubicBezTo>
                  <a:pt x="387801" y="52445"/>
                  <a:pt x="388491" y="49220"/>
                  <a:pt x="389870" y="46506"/>
                </a:cubicBezTo>
                <a:cubicBezTo>
                  <a:pt x="391250" y="43793"/>
                  <a:pt x="393051" y="41568"/>
                  <a:pt x="395275" y="39834"/>
                </a:cubicBezTo>
                <a:cubicBezTo>
                  <a:pt x="397498" y="38099"/>
                  <a:pt x="400011" y="36809"/>
                  <a:pt x="402813" y="35965"/>
                </a:cubicBezTo>
                <a:cubicBezTo>
                  <a:pt x="405616" y="35119"/>
                  <a:pt x="408397" y="34696"/>
                  <a:pt x="411155" y="34696"/>
                </a:cubicBezTo>
                <a:cubicBezTo>
                  <a:pt x="414891" y="34696"/>
                  <a:pt x="418205" y="35230"/>
                  <a:pt x="421096" y="36299"/>
                </a:cubicBezTo>
                <a:cubicBezTo>
                  <a:pt x="423988" y="37366"/>
                  <a:pt x="426946" y="38922"/>
                  <a:pt x="429971" y="40968"/>
                </a:cubicBezTo>
                <a:cubicBezTo>
                  <a:pt x="429171" y="42747"/>
                  <a:pt x="428504" y="44661"/>
                  <a:pt x="427969" y="46708"/>
                </a:cubicBezTo>
                <a:cubicBezTo>
                  <a:pt x="427435" y="48754"/>
                  <a:pt x="427036" y="50755"/>
                  <a:pt x="426770" y="52713"/>
                </a:cubicBezTo>
                <a:lnTo>
                  <a:pt x="423033" y="52713"/>
                </a:lnTo>
                <a:cubicBezTo>
                  <a:pt x="422766" y="51645"/>
                  <a:pt x="422320" y="50466"/>
                  <a:pt x="421697" y="49176"/>
                </a:cubicBezTo>
                <a:cubicBezTo>
                  <a:pt x="421074" y="47886"/>
                  <a:pt x="420229" y="46663"/>
                  <a:pt x="419162" y="45507"/>
                </a:cubicBezTo>
                <a:cubicBezTo>
                  <a:pt x="418095" y="44350"/>
                  <a:pt x="416805" y="43394"/>
                  <a:pt x="415291" y="42637"/>
                </a:cubicBezTo>
                <a:cubicBezTo>
                  <a:pt x="413779" y="41881"/>
                  <a:pt x="411956" y="41503"/>
                  <a:pt x="409822" y="41503"/>
                </a:cubicBezTo>
                <a:cubicBezTo>
                  <a:pt x="407151" y="41503"/>
                  <a:pt x="404904" y="42215"/>
                  <a:pt x="403080" y="43639"/>
                </a:cubicBezTo>
                <a:cubicBezTo>
                  <a:pt x="401256" y="45062"/>
                  <a:pt x="400345" y="46930"/>
                  <a:pt x="400345" y="49243"/>
                </a:cubicBezTo>
                <a:cubicBezTo>
                  <a:pt x="400345" y="51378"/>
                  <a:pt x="401123" y="53091"/>
                  <a:pt x="402680" y="54381"/>
                </a:cubicBezTo>
                <a:cubicBezTo>
                  <a:pt x="404238" y="55670"/>
                  <a:pt x="406173" y="56804"/>
                  <a:pt x="408486" y="57783"/>
                </a:cubicBezTo>
                <a:cubicBezTo>
                  <a:pt x="410799" y="58762"/>
                  <a:pt x="413334" y="59741"/>
                  <a:pt x="416091" y="60720"/>
                </a:cubicBezTo>
                <a:cubicBezTo>
                  <a:pt x="418850" y="61698"/>
                  <a:pt x="421386" y="62966"/>
                  <a:pt x="423699" y="64523"/>
                </a:cubicBezTo>
                <a:cubicBezTo>
                  <a:pt x="426012" y="66079"/>
                  <a:pt x="427947" y="68102"/>
                  <a:pt x="429504" y="70593"/>
                </a:cubicBezTo>
                <a:cubicBezTo>
                  <a:pt x="431061" y="73084"/>
                  <a:pt x="431840" y="76287"/>
                  <a:pt x="431840" y="80203"/>
                </a:cubicBezTo>
                <a:cubicBezTo>
                  <a:pt x="431840" y="84118"/>
                  <a:pt x="431128" y="87476"/>
                  <a:pt x="429704" y="90278"/>
                </a:cubicBezTo>
                <a:cubicBezTo>
                  <a:pt x="428281" y="93080"/>
                  <a:pt x="426368" y="95393"/>
                  <a:pt x="423966" y="97218"/>
                </a:cubicBezTo>
                <a:cubicBezTo>
                  <a:pt x="421564" y="99041"/>
                  <a:pt x="418829" y="100353"/>
                  <a:pt x="415759" y="101154"/>
                </a:cubicBezTo>
                <a:cubicBezTo>
                  <a:pt x="412690" y="101955"/>
                  <a:pt x="409465" y="102355"/>
                  <a:pt x="406085" y="102355"/>
                </a:cubicBezTo>
                <a:cubicBezTo>
                  <a:pt x="402080" y="102355"/>
                  <a:pt x="398477" y="101777"/>
                  <a:pt x="395275" y="100620"/>
                </a:cubicBezTo>
                <a:cubicBezTo>
                  <a:pt x="392072" y="99464"/>
                  <a:pt x="389537" y="98263"/>
                  <a:pt x="387669" y="97018"/>
                </a:cubicBezTo>
                <a:cubicBezTo>
                  <a:pt x="388736" y="92747"/>
                  <a:pt x="389403" y="88477"/>
                  <a:pt x="389671" y="84206"/>
                </a:cubicBezTo>
                <a:lnTo>
                  <a:pt x="393006" y="84206"/>
                </a:lnTo>
                <a:close/>
                <a:moveTo>
                  <a:pt x="550476" y="82605"/>
                </a:moveTo>
                <a:cubicBezTo>
                  <a:pt x="555368" y="67124"/>
                  <a:pt x="559861" y="51733"/>
                  <a:pt x="563954" y="36431"/>
                </a:cubicBezTo>
                <a:cubicBezTo>
                  <a:pt x="565912" y="36876"/>
                  <a:pt x="567646" y="37099"/>
                  <a:pt x="569159" y="37099"/>
                </a:cubicBezTo>
                <a:cubicBezTo>
                  <a:pt x="570048" y="37099"/>
                  <a:pt x="570915" y="37032"/>
                  <a:pt x="571761" y="36899"/>
                </a:cubicBezTo>
                <a:cubicBezTo>
                  <a:pt x="572607" y="36765"/>
                  <a:pt x="573608" y="36609"/>
                  <a:pt x="574765" y="36431"/>
                </a:cubicBezTo>
                <a:cubicBezTo>
                  <a:pt x="574142" y="37587"/>
                  <a:pt x="573296" y="39500"/>
                  <a:pt x="572227" y="42169"/>
                </a:cubicBezTo>
                <a:cubicBezTo>
                  <a:pt x="571160" y="44838"/>
                  <a:pt x="569981" y="47996"/>
                  <a:pt x="568690" y="51644"/>
                </a:cubicBezTo>
                <a:cubicBezTo>
                  <a:pt x="567401" y="55292"/>
                  <a:pt x="566022" y="59273"/>
                  <a:pt x="564555" y="63589"/>
                </a:cubicBezTo>
                <a:cubicBezTo>
                  <a:pt x="563087" y="67903"/>
                  <a:pt x="561642" y="72240"/>
                  <a:pt x="560218" y="76600"/>
                </a:cubicBezTo>
                <a:cubicBezTo>
                  <a:pt x="558795" y="80959"/>
                  <a:pt x="557394" y="85229"/>
                  <a:pt x="556015" y="89411"/>
                </a:cubicBezTo>
                <a:cubicBezTo>
                  <a:pt x="554635" y="93592"/>
                  <a:pt x="553412" y="97328"/>
                  <a:pt x="552343" y="100620"/>
                </a:cubicBezTo>
                <a:cubicBezTo>
                  <a:pt x="551098" y="100442"/>
                  <a:pt x="549875" y="100353"/>
                  <a:pt x="548674" y="100353"/>
                </a:cubicBezTo>
                <a:cubicBezTo>
                  <a:pt x="547472" y="100353"/>
                  <a:pt x="546249" y="100353"/>
                  <a:pt x="545005" y="100353"/>
                </a:cubicBezTo>
                <a:cubicBezTo>
                  <a:pt x="543758" y="100353"/>
                  <a:pt x="542512" y="100353"/>
                  <a:pt x="541266" y="100353"/>
                </a:cubicBezTo>
                <a:cubicBezTo>
                  <a:pt x="540021" y="100353"/>
                  <a:pt x="538776" y="100442"/>
                  <a:pt x="537531" y="100620"/>
                </a:cubicBezTo>
                <a:cubicBezTo>
                  <a:pt x="536464" y="97240"/>
                  <a:pt x="535353" y="93615"/>
                  <a:pt x="534196" y="89745"/>
                </a:cubicBezTo>
                <a:cubicBezTo>
                  <a:pt x="533039" y="85874"/>
                  <a:pt x="531883" y="82049"/>
                  <a:pt x="530726" y="78268"/>
                </a:cubicBezTo>
                <a:cubicBezTo>
                  <a:pt x="529570" y="74487"/>
                  <a:pt x="528457" y="70796"/>
                  <a:pt x="527389" y="67193"/>
                </a:cubicBezTo>
                <a:cubicBezTo>
                  <a:pt x="526322" y="63589"/>
                  <a:pt x="525343" y="60229"/>
                  <a:pt x="524452" y="57115"/>
                </a:cubicBezTo>
                <a:lnTo>
                  <a:pt x="524186" y="57115"/>
                </a:lnTo>
                <a:cubicBezTo>
                  <a:pt x="521873" y="64588"/>
                  <a:pt x="519582" y="71929"/>
                  <a:pt x="517313" y="79136"/>
                </a:cubicBezTo>
                <a:cubicBezTo>
                  <a:pt x="515045" y="86341"/>
                  <a:pt x="512888" y="93503"/>
                  <a:pt x="510842" y="100620"/>
                </a:cubicBezTo>
                <a:cubicBezTo>
                  <a:pt x="509596" y="100442"/>
                  <a:pt x="508328" y="100353"/>
                  <a:pt x="507038" y="100353"/>
                </a:cubicBezTo>
                <a:cubicBezTo>
                  <a:pt x="505749" y="100353"/>
                  <a:pt x="504481" y="100353"/>
                  <a:pt x="503235" y="100353"/>
                </a:cubicBezTo>
                <a:cubicBezTo>
                  <a:pt x="501990" y="100353"/>
                  <a:pt x="500700" y="100353"/>
                  <a:pt x="499366" y="100353"/>
                </a:cubicBezTo>
                <a:cubicBezTo>
                  <a:pt x="498031" y="100353"/>
                  <a:pt x="496697" y="100442"/>
                  <a:pt x="495362" y="100620"/>
                </a:cubicBezTo>
                <a:cubicBezTo>
                  <a:pt x="494384" y="97328"/>
                  <a:pt x="493249" y="93525"/>
                  <a:pt x="491958" y="89211"/>
                </a:cubicBezTo>
                <a:cubicBezTo>
                  <a:pt x="490668" y="84895"/>
                  <a:pt x="489311" y="80514"/>
                  <a:pt x="487887" y="76067"/>
                </a:cubicBezTo>
                <a:cubicBezTo>
                  <a:pt x="486465" y="71618"/>
                  <a:pt x="485041" y="67215"/>
                  <a:pt x="483617" y="62856"/>
                </a:cubicBezTo>
                <a:cubicBezTo>
                  <a:pt x="482194" y="58495"/>
                  <a:pt x="480882" y="54514"/>
                  <a:pt x="479681" y="50911"/>
                </a:cubicBezTo>
                <a:cubicBezTo>
                  <a:pt x="478480" y="47308"/>
                  <a:pt x="477434" y="44217"/>
                  <a:pt x="476545" y="41638"/>
                </a:cubicBezTo>
                <a:cubicBezTo>
                  <a:pt x="475656" y="39057"/>
                  <a:pt x="475034" y="37321"/>
                  <a:pt x="474678" y="36431"/>
                </a:cubicBezTo>
                <a:cubicBezTo>
                  <a:pt x="476634" y="36609"/>
                  <a:pt x="478435" y="36765"/>
                  <a:pt x="480080" y="36899"/>
                </a:cubicBezTo>
                <a:cubicBezTo>
                  <a:pt x="481727" y="37032"/>
                  <a:pt x="483395" y="37099"/>
                  <a:pt x="485085" y="37099"/>
                </a:cubicBezTo>
                <a:cubicBezTo>
                  <a:pt x="486687" y="37099"/>
                  <a:pt x="488311" y="37032"/>
                  <a:pt x="489956" y="36899"/>
                </a:cubicBezTo>
                <a:cubicBezTo>
                  <a:pt x="491603" y="36765"/>
                  <a:pt x="493226" y="36609"/>
                  <a:pt x="494827" y="36431"/>
                </a:cubicBezTo>
                <a:cubicBezTo>
                  <a:pt x="496962" y="44171"/>
                  <a:pt x="499186" y="52112"/>
                  <a:pt x="501500" y="60253"/>
                </a:cubicBezTo>
                <a:cubicBezTo>
                  <a:pt x="503813" y="68393"/>
                  <a:pt x="505993" y="75844"/>
                  <a:pt x="508040" y="82605"/>
                </a:cubicBezTo>
                <a:lnTo>
                  <a:pt x="508307" y="82605"/>
                </a:lnTo>
                <a:cubicBezTo>
                  <a:pt x="510886" y="74777"/>
                  <a:pt x="513243" y="67081"/>
                  <a:pt x="515379" y="59518"/>
                </a:cubicBezTo>
                <a:cubicBezTo>
                  <a:pt x="517514" y="51955"/>
                  <a:pt x="519650" y="44260"/>
                  <a:pt x="521785" y="36431"/>
                </a:cubicBezTo>
                <a:cubicBezTo>
                  <a:pt x="523030" y="36609"/>
                  <a:pt x="524275" y="36765"/>
                  <a:pt x="525519" y="36899"/>
                </a:cubicBezTo>
                <a:cubicBezTo>
                  <a:pt x="526766" y="37032"/>
                  <a:pt x="528012" y="37099"/>
                  <a:pt x="529258" y="37099"/>
                </a:cubicBezTo>
                <a:cubicBezTo>
                  <a:pt x="530503" y="37099"/>
                  <a:pt x="531748" y="37032"/>
                  <a:pt x="532993" y="36899"/>
                </a:cubicBezTo>
                <a:cubicBezTo>
                  <a:pt x="534239" y="36765"/>
                  <a:pt x="535485" y="36609"/>
                  <a:pt x="536731" y="36431"/>
                </a:cubicBezTo>
                <a:cubicBezTo>
                  <a:pt x="538867" y="44260"/>
                  <a:pt x="541046" y="51955"/>
                  <a:pt x="543270" y="59518"/>
                </a:cubicBezTo>
                <a:cubicBezTo>
                  <a:pt x="545493" y="67081"/>
                  <a:pt x="547806" y="74777"/>
                  <a:pt x="550209" y="82605"/>
                </a:cubicBezTo>
                <a:lnTo>
                  <a:pt x="550476" y="82605"/>
                </a:lnTo>
                <a:close/>
                <a:moveTo>
                  <a:pt x="584639" y="11210"/>
                </a:moveTo>
                <a:cubicBezTo>
                  <a:pt x="584639" y="8273"/>
                  <a:pt x="585661" y="5782"/>
                  <a:pt x="587707" y="3737"/>
                </a:cubicBezTo>
                <a:cubicBezTo>
                  <a:pt x="589754" y="1691"/>
                  <a:pt x="592246" y="668"/>
                  <a:pt x="595182" y="668"/>
                </a:cubicBezTo>
                <a:cubicBezTo>
                  <a:pt x="598117" y="668"/>
                  <a:pt x="600608" y="1691"/>
                  <a:pt x="602653" y="3737"/>
                </a:cubicBezTo>
                <a:cubicBezTo>
                  <a:pt x="604701" y="5782"/>
                  <a:pt x="605724" y="8273"/>
                  <a:pt x="605724" y="11210"/>
                </a:cubicBezTo>
                <a:cubicBezTo>
                  <a:pt x="605724" y="14146"/>
                  <a:pt x="604701" y="16637"/>
                  <a:pt x="602653" y="18683"/>
                </a:cubicBezTo>
                <a:cubicBezTo>
                  <a:pt x="600608" y="20729"/>
                  <a:pt x="598117" y="21751"/>
                  <a:pt x="595182" y="21751"/>
                </a:cubicBezTo>
                <a:cubicBezTo>
                  <a:pt x="592246" y="21751"/>
                  <a:pt x="589754" y="20729"/>
                  <a:pt x="587707" y="18683"/>
                </a:cubicBezTo>
                <a:cubicBezTo>
                  <a:pt x="585661" y="16637"/>
                  <a:pt x="584639" y="14146"/>
                  <a:pt x="584639" y="11210"/>
                </a:cubicBezTo>
                <a:moveTo>
                  <a:pt x="586241" y="66057"/>
                </a:moveTo>
                <a:cubicBezTo>
                  <a:pt x="586241" y="60631"/>
                  <a:pt x="586174" y="55538"/>
                  <a:pt x="586039" y="50778"/>
                </a:cubicBezTo>
                <a:cubicBezTo>
                  <a:pt x="585906" y="46018"/>
                  <a:pt x="585617" y="41235"/>
                  <a:pt x="585172" y="36431"/>
                </a:cubicBezTo>
                <a:cubicBezTo>
                  <a:pt x="586418" y="36609"/>
                  <a:pt x="587886" y="36765"/>
                  <a:pt x="589576" y="36899"/>
                </a:cubicBezTo>
                <a:cubicBezTo>
                  <a:pt x="591267" y="37032"/>
                  <a:pt x="593135" y="37099"/>
                  <a:pt x="595182" y="37099"/>
                </a:cubicBezTo>
                <a:cubicBezTo>
                  <a:pt x="599363" y="37099"/>
                  <a:pt x="602700" y="36876"/>
                  <a:pt x="605191" y="36431"/>
                </a:cubicBezTo>
                <a:cubicBezTo>
                  <a:pt x="604745" y="41235"/>
                  <a:pt x="604456" y="46018"/>
                  <a:pt x="604321" y="50778"/>
                </a:cubicBezTo>
                <a:cubicBezTo>
                  <a:pt x="604188" y="55538"/>
                  <a:pt x="604122" y="60631"/>
                  <a:pt x="604122" y="66057"/>
                </a:cubicBezTo>
                <a:lnTo>
                  <a:pt x="604122" y="71396"/>
                </a:lnTo>
                <a:cubicBezTo>
                  <a:pt x="604122" y="76822"/>
                  <a:pt x="604188" y="81937"/>
                  <a:pt x="604321" y="86741"/>
                </a:cubicBezTo>
                <a:cubicBezTo>
                  <a:pt x="604456" y="91545"/>
                  <a:pt x="604745" y="96172"/>
                  <a:pt x="605191" y="100620"/>
                </a:cubicBezTo>
                <a:cubicBezTo>
                  <a:pt x="604034" y="100442"/>
                  <a:pt x="602588" y="100353"/>
                  <a:pt x="600853" y="100353"/>
                </a:cubicBezTo>
                <a:cubicBezTo>
                  <a:pt x="599118" y="100353"/>
                  <a:pt x="597228" y="100353"/>
                  <a:pt x="595182" y="100353"/>
                </a:cubicBezTo>
                <a:cubicBezTo>
                  <a:pt x="593135" y="100353"/>
                  <a:pt x="591267" y="100353"/>
                  <a:pt x="589576" y="100353"/>
                </a:cubicBezTo>
                <a:cubicBezTo>
                  <a:pt x="587886" y="100353"/>
                  <a:pt x="586418" y="100442"/>
                  <a:pt x="585172" y="100620"/>
                </a:cubicBezTo>
                <a:cubicBezTo>
                  <a:pt x="585617" y="96172"/>
                  <a:pt x="585906" y="91545"/>
                  <a:pt x="586039" y="86741"/>
                </a:cubicBezTo>
                <a:cubicBezTo>
                  <a:pt x="586174" y="81937"/>
                  <a:pt x="586241" y="76822"/>
                  <a:pt x="586241" y="71396"/>
                </a:cubicBezTo>
                <a:lnTo>
                  <a:pt x="586241" y="66057"/>
                </a:lnTo>
                <a:close/>
                <a:moveTo>
                  <a:pt x="655900" y="37099"/>
                </a:moveTo>
                <a:cubicBezTo>
                  <a:pt x="655634" y="38433"/>
                  <a:pt x="655501" y="39634"/>
                  <a:pt x="655501" y="40701"/>
                </a:cubicBezTo>
                <a:cubicBezTo>
                  <a:pt x="655501" y="41858"/>
                  <a:pt x="655634" y="42970"/>
                  <a:pt x="655900" y="44038"/>
                </a:cubicBezTo>
                <a:lnTo>
                  <a:pt x="644157" y="43772"/>
                </a:lnTo>
                <a:cubicBezTo>
                  <a:pt x="643979" y="45817"/>
                  <a:pt x="643823" y="48175"/>
                  <a:pt x="643690" y="50844"/>
                </a:cubicBezTo>
                <a:cubicBezTo>
                  <a:pt x="643557" y="53512"/>
                  <a:pt x="643468" y="56226"/>
                  <a:pt x="643423" y="58985"/>
                </a:cubicBezTo>
                <a:cubicBezTo>
                  <a:pt x="643379" y="61742"/>
                  <a:pt x="643334" y="64411"/>
                  <a:pt x="643289" y="66991"/>
                </a:cubicBezTo>
                <a:cubicBezTo>
                  <a:pt x="643244" y="69572"/>
                  <a:pt x="643222" y="71751"/>
                  <a:pt x="643222" y="73530"/>
                </a:cubicBezTo>
                <a:cubicBezTo>
                  <a:pt x="643222" y="78156"/>
                  <a:pt x="643333" y="81893"/>
                  <a:pt x="643556" y="84739"/>
                </a:cubicBezTo>
                <a:cubicBezTo>
                  <a:pt x="643778" y="87586"/>
                  <a:pt x="644157" y="89766"/>
                  <a:pt x="644690" y="91280"/>
                </a:cubicBezTo>
                <a:cubicBezTo>
                  <a:pt x="645225" y="92792"/>
                  <a:pt x="645981" y="93815"/>
                  <a:pt x="646958" y="94349"/>
                </a:cubicBezTo>
                <a:cubicBezTo>
                  <a:pt x="647937" y="94882"/>
                  <a:pt x="649183" y="95149"/>
                  <a:pt x="650695" y="95149"/>
                </a:cubicBezTo>
                <a:cubicBezTo>
                  <a:pt x="652386" y="95149"/>
                  <a:pt x="653632" y="95037"/>
                  <a:pt x="654432" y="94815"/>
                </a:cubicBezTo>
                <a:cubicBezTo>
                  <a:pt x="655232" y="94592"/>
                  <a:pt x="656033" y="94259"/>
                  <a:pt x="656834" y="93815"/>
                </a:cubicBezTo>
                <a:lnTo>
                  <a:pt x="656834" y="99286"/>
                </a:lnTo>
                <a:cubicBezTo>
                  <a:pt x="655055" y="100087"/>
                  <a:pt x="652830" y="100799"/>
                  <a:pt x="650161" y="101420"/>
                </a:cubicBezTo>
                <a:cubicBezTo>
                  <a:pt x="647493" y="102044"/>
                  <a:pt x="644869" y="102355"/>
                  <a:pt x="642289" y="102355"/>
                </a:cubicBezTo>
                <a:cubicBezTo>
                  <a:pt x="630991" y="102355"/>
                  <a:pt x="625341" y="95594"/>
                  <a:pt x="625341" y="82072"/>
                </a:cubicBezTo>
                <a:cubicBezTo>
                  <a:pt x="625341" y="79491"/>
                  <a:pt x="625386" y="76577"/>
                  <a:pt x="625474" y="73330"/>
                </a:cubicBezTo>
                <a:cubicBezTo>
                  <a:pt x="625563" y="70083"/>
                  <a:pt x="625675" y="66747"/>
                  <a:pt x="625808" y="63322"/>
                </a:cubicBezTo>
                <a:cubicBezTo>
                  <a:pt x="625941" y="59897"/>
                  <a:pt x="626051" y="56516"/>
                  <a:pt x="626140" y="53179"/>
                </a:cubicBezTo>
                <a:cubicBezTo>
                  <a:pt x="626229" y="49842"/>
                  <a:pt x="626274" y="46751"/>
                  <a:pt x="626274" y="43904"/>
                </a:cubicBezTo>
                <a:lnTo>
                  <a:pt x="616934" y="44038"/>
                </a:lnTo>
                <a:cubicBezTo>
                  <a:pt x="617200" y="42970"/>
                  <a:pt x="617333" y="41858"/>
                  <a:pt x="617333" y="40701"/>
                </a:cubicBezTo>
                <a:cubicBezTo>
                  <a:pt x="617333" y="39634"/>
                  <a:pt x="617200" y="38433"/>
                  <a:pt x="616934" y="37099"/>
                </a:cubicBezTo>
                <a:lnTo>
                  <a:pt x="626274" y="37500"/>
                </a:lnTo>
                <a:cubicBezTo>
                  <a:pt x="626274" y="34741"/>
                  <a:pt x="626229" y="32162"/>
                  <a:pt x="626140" y="29760"/>
                </a:cubicBezTo>
                <a:cubicBezTo>
                  <a:pt x="626051" y="27357"/>
                  <a:pt x="625918" y="24466"/>
                  <a:pt x="625741" y="21086"/>
                </a:cubicBezTo>
                <a:cubicBezTo>
                  <a:pt x="628855" y="19839"/>
                  <a:pt x="631924" y="18527"/>
                  <a:pt x="634949" y="17147"/>
                </a:cubicBezTo>
                <a:cubicBezTo>
                  <a:pt x="637973" y="15768"/>
                  <a:pt x="640998" y="14322"/>
                  <a:pt x="644024" y="12810"/>
                </a:cubicBezTo>
                <a:lnTo>
                  <a:pt x="645358" y="13745"/>
                </a:lnTo>
                <a:cubicBezTo>
                  <a:pt x="645180" y="15169"/>
                  <a:pt x="645024" y="16837"/>
                  <a:pt x="644890" y="18750"/>
                </a:cubicBezTo>
                <a:cubicBezTo>
                  <a:pt x="644757" y="20663"/>
                  <a:pt x="644624" y="22664"/>
                  <a:pt x="644490" y="24755"/>
                </a:cubicBezTo>
                <a:cubicBezTo>
                  <a:pt x="644357" y="26845"/>
                  <a:pt x="644269" y="28981"/>
                  <a:pt x="644224" y="31161"/>
                </a:cubicBezTo>
                <a:cubicBezTo>
                  <a:pt x="644179" y="33340"/>
                  <a:pt x="644157" y="35408"/>
                  <a:pt x="644157" y="37366"/>
                </a:cubicBezTo>
                <a:lnTo>
                  <a:pt x="655900" y="37099"/>
                </a:lnTo>
                <a:close/>
                <a:moveTo>
                  <a:pt x="666310" y="46172"/>
                </a:moveTo>
                <a:cubicBezTo>
                  <a:pt x="666310" y="37454"/>
                  <a:pt x="666221" y="29448"/>
                  <a:pt x="666044" y="22153"/>
                </a:cubicBezTo>
                <a:cubicBezTo>
                  <a:pt x="665866" y="14857"/>
                  <a:pt x="665598" y="7473"/>
                  <a:pt x="665241" y="0"/>
                </a:cubicBezTo>
                <a:cubicBezTo>
                  <a:pt x="666398" y="178"/>
                  <a:pt x="667866" y="334"/>
                  <a:pt x="669646" y="468"/>
                </a:cubicBezTo>
                <a:cubicBezTo>
                  <a:pt x="671425" y="601"/>
                  <a:pt x="673294" y="668"/>
                  <a:pt x="675252" y="668"/>
                </a:cubicBezTo>
                <a:cubicBezTo>
                  <a:pt x="677208" y="668"/>
                  <a:pt x="679076" y="601"/>
                  <a:pt x="680855" y="468"/>
                </a:cubicBezTo>
                <a:cubicBezTo>
                  <a:pt x="682635" y="334"/>
                  <a:pt x="684103" y="178"/>
                  <a:pt x="685260" y="0"/>
                </a:cubicBezTo>
                <a:cubicBezTo>
                  <a:pt x="684904" y="7473"/>
                  <a:pt x="684637" y="14857"/>
                  <a:pt x="684460" y="22153"/>
                </a:cubicBezTo>
                <a:cubicBezTo>
                  <a:pt x="684282" y="29448"/>
                  <a:pt x="684193" y="37454"/>
                  <a:pt x="684193" y="46172"/>
                </a:cubicBezTo>
                <a:lnTo>
                  <a:pt x="684460" y="46439"/>
                </a:lnTo>
                <a:cubicBezTo>
                  <a:pt x="686773" y="42703"/>
                  <a:pt x="689597" y="39812"/>
                  <a:pt x="692932" y="37767"/>
                </a:cubicBezTo>
                <a:cubicBezTo>
                  <a:pt x="696269" y="35720"/>
                  <a:pt x="700072" y="34696"/>
                  <a:pt x="704342" y="34696"/>
                </a:cubicBezTo>
                <a:cubicBezTo>
                  <a:pt x="711015" y="34696"/>
                  <a:pt x="716153" y="36631"/>
                  <a:pt x="719756" y="40501"/>
                </a:cubicBezTo>
                <a:cubicBezTo>
                  <a:pt x="723359" y="44372"/>
                  <a:pt x="725160" y="50622"/>
                  <a:pt x="725160" y="59251"/>
                </a:cubicBezTo>
                <a:cubicBezTo>
                  <a:pt x="725160" y="63788"/>
                  <a:pt x="725072" y="67791"/>
                  <a:pt x="724894" y="71261"/>
                </a:cubicBezTo>
                <a:cubicBezTo>
                  <a:pt x="724716" y="74731"/>
                  <a:pt x="724627" y="78201"/>
                  <a:pt x="724627" y="81671"/>
                </a:cubicBezTo>
                <a:cubicBezTo>
                  <a:pt x="724627" y="84517"/>
                  <a:pt x="724693" y="87609"/>
                  <a:pt x="724827" y="90946"/>
                </a:cubicBezTo>
                <a:cubicBezTo>
                  <a:pt x="724961" y="94281"/>
                  <a:pt x="725117" y="97506"/>
                  <a:pt x="725295" y="100620"/>
                </a:cubicBezTo>
                <a:cubicBezTo>
                  <a:pt x="724138" y="100442"/>
                  <a:pt x="722670" y="100353"/>
                  <a:pt x="720890" y="100353"/>
                </a:cubicBezTo>
                <a:cubicBezTo>
                  <a:pt x="719111" y="100353"/>
                  <a:pt x="717242" y="100353"/>
                  <a:pt x="715285" y="100353"/>
                </a:cubicBezTo>
                <a:cubicBezTo>
                  <a:pt x="713328" y="100353"/>
                  <a:pt x="711460" y="100353"/>
                  <a:pt x="709681" y="100353"/>
                </a:cubicBezTo>
                <a:cubicBezTo>
                  <a:pt x="707901" y="100353"/>
                  <a:pt x="706433" y="100442"/>
                  <a:pt x="705276" y="100620"/>
                </a:cubicBezTo>
                <a:cubicBezTo>
                  <a:pt x="705899" y="95994"/>
                  <a:pt x="706300" y="90545"/>
                  <a:pt x="706478" y="84273"/>
                </a:cubicBezTo>
                <a:cubicBezTo>
                  <a:pt x="706656" y="78001"/>
                  <a:pt x="706744" y="70817"/>
                  <a:pt x="706744" y="62721"/>
                </a:cubicBezTo>
                <a:cubicBezTo>
                  <a:pt x="706744" y="57116"/>
                  <a:pt x="705788" y="53001"/>
                  <a:pt x="703875" y="50377"/>
                </a:cubicBezTo>
                <a:cubicBezTo>
                  <a:pt x="701963" y="47752"/>
                  <a:pt x="699271" y="46439"/>
                  <a:pt x="695802" y="46439"/>
                </a:cubicBezTo>
                <a:cubicBezTo>
                  <a:pt x="691798" y="46439"/>
                  <a:pt x="688863" y="48174"/>
                  <a:pt x="686995" y="51644"/>
                </a:cubicBezTo>
                <a:cubicBezTo>
                  <a:pt x="685127" y="55114"/>
                  <a:pt x="684193" y="59918"/>
                  <a:pt x="684193" y="66057"/>
                </a:cubicBezTo>
                <a:lnTo>
                  <a:pt x="684193" y="71396"/>
                </a:lnTo>
                <a:cubicBezTo>
                  <a:pt x="684193" y="72641"/>
                  <a:pt x="684215" y="74442"/>
                  <a:pt x="684258" y="76800"/>
                </a:cubicBezTo>
                <a:cubicBezTo>
                  <a:pt x="684303" y="79158"/>
                  <a:pt x="684369" y="81738"/>
                  <a:pt x="684457" y="84540"/>
                </a:cubicBezTo>
                <a:cubicBezTo>
                  <a:pt x="684547" y="87342"/>
                  <a:pt x="684658" y="90188"/>
                  <a:pt x="684791" y="93080"/>
                </a:cubicBezTo>
                <a:cubicBezTo>
                  <a:pt x="684926" y="95971"/>
                  <a:pt x="685082" y="98485"/>
                  <a:pt x="685260" y="100620"/>
                </a:cubicBezTo>
                <a:cubicBezTo>
                  <a:pt x="684103" y="100442"/>
                  <a:pt x="682635" y="100353"/>
                  <a:pt x="680855" y="100353"/>
                </a:cubicBezTo>
                <a:cubicBezTo>
                  <a:pt x="679076" y="100353"/>
                  <a:pt x="677208" y="100353"/>
                  <a:pt x="675252" y="100353"/>
                </a:cubicBezTo>
                <a:cubicBezTo>
                  <a:pt x="673294" y="100353"/>
                  <a:pt x="671425" y="100353"/>
                  <a:pt x="669646" y="100353"/>
                </a:cubicBezTo>
                <a:cubicBezTo>
                  <a:pt x="667866" y="100353"/>
                  <a:pt x="666398" y="100442"/>
                  <a:pt x="665241" y="100620"/>
                </a:cubicBezTo>
                <a:cubicBezTo>
                  <a:pt x="665598" y="93415"/>
                  <a:pt x="665866" y="86164"/>
                  <a:pt x="666044" y="78869"/>
                </a:cubicBezTo>
                <a:cubicBezTo>
                  <a:pt x="666221" y="71574"/>
                  <a:pt x="666310" y="63566"/>
                  <a:pt x="666310" y="54847"/>
                </a:cubicBezTo>
                <a:lnTo>
                  <a:pt x="666310" y="46172"/>
                </a:lnTo>
                <a:close/>
                <a:moveTo>
                  <a:pt x="780142" y="45906"/>
                </a:moveTo>
                <a:cubicBezTo>
                  <a:pt x="780142" y="38522"/>
                  <a:pt x="780053" y="31961"/>
                  <a:pt x="779875" y="26223"/>
                </a:cubicBezTo>
                <a:cubicBezTo>
                  <a:pt x="779697" y="20485"/>
                  <a:pt x="779430" y="14724"/>
                  <a:pt x="779075" y="8941"/>
                </a:cubicBezTo>
                <a:cubicBezTo>
                  <a:pt x="783078" y="9029"/>
                  <a:pt x="787037" y="9163"/>
                  <a:pt x="790950" y="9342"/>
                </a:cubicBezTo>
                <a:cubicBezTo>
                  <a:pt x="794865" y="9520"/>
                  <a:pt x="798825" y="9609"/>
                  <a:pt x="802828" y="9609"/>
                </a:cubicBezTo>
                <a:cubicBezTo>
                  <a:pt x="809412" y="9609"/>
                  <a:pt x="815261" y="9543"/>
                  <a:pt x="820376" y="9410"/>
                </a:cubicBezTo>
                <a:cubicBezTo>
                  <a:pt x="825492" y="9275"/>
                  <a:pt x="828939" y="9119"/>
                  <a:pt x="830719" y="8941"/>
                </a:cubicBezTo>
                <a:cubicBezTo>
                  <a:pt x="830363" y="10364"/>
                  <a:pt x="830185" y="12232"/>
                  <a:pt x="830185" y="14545"/>
                </a:cubicBezTo>
                <a:cubicBezTo>
                  <a:pt x="830185" y="15969"/>
                  <a:pt x="830229" y="17082"/>
                  <a:pt x="830317" y="17883"/>
                </a:cubicBezTo>
                <a:cubicBezTo>
                  <a:pt x="830407" y="18683"/>
                  <a:pt x="830541" y="19573"/>
                  <a:pt x="830719" y="20550"/>
                </a:cubicBezTo>
                <a:cubicBezTo>
                  <a:pt x="828138" y="20372"/>
                  <a:pt x="825313" y="20194"/>
                  <a:pt x="822244" y="20017"/>
                </a:cubicBezTo>
                <a:cubicBezTo>
                  <a:pt x="819174" y="19839"/>
                  <a:pt x="816194" y="19661"/>
                  <a:pt x="813302" y="19483"/>
                </a:cubicBezTo>
                <a:cubicBezTo>
                  <a:pt x="810412" y="19305"/>
                  <a:pt x="807811" y="19172"/>
                  <a:pt x="805497" y="19084"/>
                </a:cubicBezTo>
                <a:cubicBezTo>
                  <a:pt x="803184" y="18994"/>
                  <a:pt x="801538" y="18950"/>
                  <a:pt x="800559" y="18950"/>
                </a:cubicBezTo>
                <a:cubicBezTo>
                  <a:pt x="800204" y="23843"/>
                  <a:pt x="800004" y="28692"/>
                  <a:pt x="799959" y="33497"/>
                </a:cubicBezTo>
                <a:cubicBezTo>
                  <a:pt x="799914" y="38300"/>
                  <a:pt x="799892" y="43148"/>
                  <a:pt x="799892" y="48042"/>
                </a:cubicBezTo>
                <a:cubicBezTo>
                  <a:pt x="805675" y="47952"/>
                  <a:pt x="810901" y="47818"/>
                  <a:pt x="815571" y="47641"/>
                </a:cubicBezTo>
                <a:cubicBezTo>
                  <a:pt x="820242" y="47463"/>
                  <a:pt x="825113" y="47241"/>
                  <a:pt x="830185" y="46975"/>
                </a:cubicBezTo>
                <a:cubicBezTo>
                  <a:pt x="829918" y="48487"/>
                  <a:pt x="829739" y="49644"/>
                  <a:pt x="829650" y="50444"/>
                </a:cubicBezTo>
                <a:cubicBezTo>
                  <a:pt x="829561" y="51244"/>
                  <a:pt x="829517" y="52089"/>
                  <a:pt x="829517" y="52980"/>
                </a:cubicBezTo>
                <a:cubicBezTo>
                  <a:pt x="829517" y="53691"/>
                  <a:pt x="829584" y="54425"/>
                  <a:pt x="829717" y="55181"/>
                </a:cubicBezTo>
                <a:cubicBezTo>
                  <a:pt x="829851" y="55937"/>
                  <a:pt x="830007" y="57027"/>
                  <a:pt x="830185" y="58451"/>
                </a:cubicBezTo>
                <a:cubicBezTo>
                  <a:pt x="820043" y="57650"/>
                  <a:pt x="809945" y="57250"/>
                  <a:pt x="799892" y="57250"/>
                </a:cubicBezTo>
                <a:cubicBezTo>
                  <a:pt x="799892" y="60096"/>
                  <a:pt x="799869" y="62943"/>
                  <a:pt x="799824" y="65790"/>
                </a:cubicBezTo>
                <a:cubicBezTo>
                  <a:pt x="799781" y="68637"/>
                  <a:pt x="799759" y="71483"/>
                  <a:pt x="799759" y="74330"/>
                </a:cubicBezTo>
                <a:cubicBezTo>
                  <a:pt x="799759" y="80113"/>
                  <a:pt x="799892" y="85673"/>
                  <a:pt x="800158" y="91011"/>
                </a:cubicBezTo>
                <a:cubicBezTo>
                  <a:pt x="805230" y="91011"/>
                  <a:pt x="810301" y="90878"/>
                  <a:pt x="815371" y="90612"/>
                </a:cubicBezTo>
                <a:cubicBezTo>
                  <a:pt x="820443" y="90345"/>
                  <a:pt x="825559" y="89900"/>
                  <a:pt x="830719" y="89278"/>
                </a:cubicBezTo>
                <a:cubicBezTo>
                  <a:pt x="830541" y="90256"/>
                  <a:pt x="830407" y="91145"/>
                  <a:pt x="830317" y="91946"/>
                </a:cubicBezTo>
                <a:cubicBezTo>
                  <a:pt x="830229" y="92747"/>
                  <a:pt x="830185" y="93859"/>
                  <a:pt x="830185" y="95283"/>
                </a:cubicBezTo>
                <a:cubicBezTo>
                  <a:pt x="830185" y="96706"/>
                  <a:pt x="830229" y="97818"/>
                  <a:pt x="830317" y="98619"/>
                </a:cubicBezTo>
                <a:cubicBezTo>
                  <a:pt x="830407" y="99419"/>
                  <a:pt x="830541" y="100087"/>
                  <a:pt x="830719" y="100620"/>
                </a:cubicBezTo>
                <a:cubicBezTo>
                  <a:pt x="828317" y="100532"/>
                  <a:pt x="825359" y="100465"/>
                  <a:pt x="821845" y="100421"/>
                </a:cubicBezTo>
                <a:cubicBezTo>
                  <a:pt x="818330" y="100376"/>
                  <a:pt x="813503" y="100353"/>
                  <a:pt x="807365" y="100353"/>
                </a:cubicBezTo>
                <a:cubicBezTo>
                  <a:pt x="801939" y="100353"/>
                  <a:pt x="797535" y="100353"/>
                  <a:pt x="794153" y="100353"/>
                </a:cubicBezTo>
                <a:cubicBezTo>
                  <a:pt x="790861" y="100353"/>
                  <a:pt x="788214" y="100353"/>
                  <a:pt x="786212" y="100353"/>
                </a:cubicBezTo>
                <a:cubicBezTo>
                  <a:pt x="784211" y="100353"/>
                  <a:pt x="782699" y="100376"/>
                  <a:pt x="781675" y="100421"/>
                </a:cubicBezTo>
                <a:cubicBezTo>
                  <a:pt x="780653" y="100465"/>
                  <a:pt x="779786" y="100532"/>
                  <a:pt x="779075" y="100620"/>
                </a:cubicBezTo>
                <a:cubicBezTo>
                  <a:pt x="779430" y="95105"/>
                  <a:pt x="779697" y="89478"/>
                  <a:pt x="779875" y="83740"/>
                </a:cubicBezTo>
                <a:cubicBezTo>
                  <a:pt x="780053" y="78001"/>
                  <a:pt x="780142" y="71440"/>
                  <a:pt x="780142" y="64055"/>
                </a:cubicBezTo>
                <a:lnTo>
                  <a:pt x="780142" y="45906"/>
                </a:lnTo>
                <a:close/>
                <a:moveTo>
                  <a:pt x="865282" y="78335"/>
                </a:moveTo>
                <a:cubicBezTo>
                  <a:pt x="862702" y="82071"/>
                  <a:pt x="860232" y="85830"/>
                  <a:pt x="857874" y="89612"/>
                </a:cubicBezTo>
                <a:cubicBezTo>
                  <a:pt x="855518" y="93393"/>
                  <a:pt x="853272" y="97062"/>
                  <a:pt x="851136" y="100620"/>
                </a:cubicBezTo>
                <a:cubicBezTo>
                  <a:pt x="849357" y="100442"/>
                  <a:pt x="847533" y="100353"/>
                  <a:pt x="845665" y="100353"/>
                </a:cubicBezTo>
                <a:cubicBezTo>
                  <a:pt x="844776" y="100353"/>
                  <a:pt x="843863" y="100353"/>
                  <a:pt x="842928" y="100353"/>
                </a:cubicBezTo>
                <a:cubicBezTo>
                  <a:pt x="841994" y="100353"/>
                  <a:pt x="840905" y="100442"/>
                  <a:pt x="839660" y="100620"/>
                </a:cubicBezTo>
                <a:cubicBezTo>
                  <a:pt x="840283" y="100087"/>
                  <a:pt x="841462" y="98708"/>
                  <a:pt x="843197" y="96485"/>
                </a:cubicBezTo>
                <a:cubicBezTo>
                  <a:pt x="844932" y="94260"/>
                  <a:pt x="846845" y="91701"/>
                  <a:pt x="848935" y="88810"/>
                </a:cubicBezTo>
                <a:cubicBezTo>
                  <a:pt x="851026" y="85918"/>
                  <a:pt x="853160" y="82960"/>
                  <a:pt x="855339" y="79936"/>
                </a:cubicBezTo>
                <a:cubicBezTo>
                  <a:pt x="857519" y="76911"/>
                  <a:pt x="859410" y="74198"/>
                  <a:pt x="861012" y="71795"/>
                </a:cubicBezTo>
                <a:cubicBezTo>
                  <a:pt x="859410" y="68860"/>
                  <a:pt x="857564" y="65635"/>
                  <a:pt x="855474" y="62120"/>
                </a:cubicBezTo>
                <a:cubicBezTo>
                  <a:pt x="853383" y="58606"/>
                  <a:pt x="851337" y="55158"/>
                  <a:pt x="849334" y="51778"/>
                </a:cubicBezTo>
                <a:cubicBezTo>
                  <a:pt x="847333" y="48398"/>
                  <a:pt x="845465" y="45329"/>
                  <a:pt x="843730" y="42570"/>
                </a:cubicBezTo>
                <a:cubicBezTo>
                  <a:pt x="841996" y="39812"/>
                  <a:pt x="840683" y="37765"/>
                  <a:pt x="839792" y="36431"/>
                </a:cubicBezTo>
                <a:cubicBezTo>
                  <a:pt x="841928" y="36609"/>
                  <a:pt x="843929" y="36765"/>
                  <a:pt x="845797" y="36899"/>
                </a:cubicBezTo>
                <a:cubicBezTo>
                  <a:pt x="847667" y="37032"/>
                  <a:pt x="849491" y="37099"/>
                  <a:pt x="851271" y="37099"/>
                </a:cubicBezTo>
                <a:cubicBezTo>
                  <a:pt x="853049" y="37099"/>
                  <a:pt x="854850" y="37032"/>
                  <a:pt x="856673" y="36899"/>
                </a:cubicBezTo>
                <a:cubicBezTo>
                  <a:pt x="858497" y="36765"/>
                  <a:pt x="860300" y="36609"/>
                  <a:pt x="862079" y="36431"/>
                </a:cubicBezTo>
                <a:cubicBezTo>
                  <a:pt x="863947" y="39901"/>
                  <a:pt x="865815" y="43415"/>
                  <a:pt x="867683" y="46975"/>
                </a:cubicBezTo>
                <a:cubicBezTo>
                  <a:pt x="869552" y="50533"/>
                  <a:pt x="871510" y="54091"/>
                  <a:pt x="873556" y="57649"/>
                </a:cubicBezTo>
                <a:cubicBezTo>
                  <a:pt x="875958" y="53913"/>
                  <a:pt x="878338" y="50377"/>
                  <a:pt x="880695" y="47042"/>
                </a:cubicBezTo>
                <a:cubicBezTo>
                  <a:pt x="883053" y="43705"/>
                  <a:pt x="885299" y="40168"/>
                  <a:pt x="887435" y="36431"/>
                </a:cubicBezTo>
                <a:cubicBezTo>
                  <a:pt x="888414" y="36609"/>
                  <a:pt x="889348" y="36765"/>
                  <a:pt x="890237" y="36899"/>
                </a:cubicBezTo>
                <a:cubicBezTo>
                  <a:pt x="891126" y="37032"/>
                  <a:pt x="892060" y="37099"/>
                  <a:pt x="893039" y="37099"/>
                </a:cubicBezTo>
                <a:cubicBezTo>
                  <a:pt x="894017" y="37099"/>
                  <a:pt x="894996" y="37032"/>
                  <a:pt x="895975" y="36899"/>
                </a:cubicBezTo>
                <a:cubicBezTo>
                  <a:pt x="896954" y="36765"/>
                  <a:pt x="898066" y="36609"/>
                  <a:pt x="899312" y="36431"/>
                </a:cubicBezTo>
                <a:cubicBezTo>
                  <a:pt x="898511" y="37410"/>
                  <a:pt x="897244" y="38989"/>
                  <a:pt x="895509" y="41169"/>
                </a:cubicBezTo>
                <a:cubicBezTo>
                  <a:pt x="893774" y="43348"/>
                  <a:pt x="891861" y="45773"/>
                  <a:pt x="889770" y="48443"/>
                </a:cubicBezTo>
                <a:cubicBezTo>
                  <a:pt x="887680" y="51112"/>
                  <a:pt x="885545" y="53870"/>
                  <a:pt x="883364" y="56716"/>
                </a:cubicBezTo>
                <a:cubicBezTo>
                  <a:pt x="881184" y="59563"/>
                  <a:pt x="879249" y="62143"/>
                  <a:pt x="877559" y="64456"/>
                </a:cubicBezTo>
                <a:cubicBezTo>
                  <a:pt x="881118" y="70595"/>
                  <a:pt x="884722" y="76667"/>
                  <a:pt x="888370" y="82673"/>
                </a:cubicBezTo>
                <a:cubicBezTo>
                  <a:pt x="892017" y="88677"/>
                  <a:pt x="895709" y="94659"/>
                  <a:pt x="899445" y="100620"/>
                </a:cubicBezTo>
                <a:cubicBezTo>
                  <a:pt x="897665" y="100442"/>
                  <a:pt x="895841" y="100353"/>
                  <a:pt x="893973" y="100353"/>
                </a:cubicBezTo>
                <a:cubicBezTo>
                  <a:pt x="892105" y="100353"/>
                  <a:pt x="890282" y="100353"/>
                  <a:pt x="888502" y="100353"/>
                </a:cubicBezTo>
                <a:cubicBezTo>
                  <a:pt x="886722" y="100353"/>
                  <a:pt x="884898" y="100353"/>
                  <a:pt x="883030" y="100353"/>
                </a:cubicBezTo>
                <a:cubicBezTo>
                  <a:pt x="881162" y="100353"/>
                  <a:pt x="879339" y="100442"/>
                  <a:pt x="877559" y="100620"/>
                </a:cubicBezTo>
                <a:lnTo>
                  <a:pt x="865282" y="78335"/>
                </a:lnTo>
                <a:close/>
                <a:moveTo>
                  <a:pt x="911056" y="82605"/>
                </a:moveTo>
                <a:cubicBezTo>
                  <a:pt x="911056" y="73886"/>
                  <a:pt x="910967" y="65879"/>
                  <a:pt x="910789" y="58583"/>
                </a:cubicBezTo>
                <a:cubicBezTo>
                  <a:pt x="910611" y="51288"/>
                  <a:pt x="910344" y="43904"/>
                  <a:pt x="909986" y="36431"/>
                </a:cubicBezTo>
                <a:cubicBezTo>
                  <a:pt x="911500" y="36609"/>
                  <a:pt x="913057" y="36765"/>
                  <a:pt x="914658" y="36899"/>
                </a:cubicBezTo>
                <a:cubicBezTo>
                  <a:pt x="916260" y="37032"/>
                  <a:pt x="917817" y="37099"/>
                  <a:pt x="919329" y="37099"/>
                </a:cubicBezTo>
                <a:cubicBezTo>
                  <a:pt x="920841" y="37099"/>
                  <a:pt x="922376" y="37032"/>
                  <a:pt x="923933" y="36899"/>
                </a:cubicBezTo>
                <a:cubicBezTo>
                  <a:pt x="925490" y="36765"/>
                  <a:pt x="927025" y="36609"/>
                  <a:pt x="928537" y="36431"/>
                </a:cubicBezTo>
                <a:cubicBezTo>
                  <a:pt x="928359" y="37943"/>
                  <a:pt x="928159" y="39745"/>
                  <a:pt x="927936" y="41837"/>
                </a:cubicBezTo>
                <a:cubicBezTo>
                  <a:pt x="927714" y="43928"/>
                  <a:pt x="927602" y="45951"/>
                  <a:pt x="927602" y="47907"/>
                </a:cubicBezTo>
                <a:lnTo>
                  <a:pt x="927869" y="47907"/>
                </a:lnTo>
                <a:cubicBezTo>
                  <a:pt x="929115" y="44171"/>
                  <a:pt x="931384" y="41036"/>
                  <a:pt x="934674" y="38500"/>
                </a:cubicBezTo>
                <a:cubicBezTo>
                  <a:pt x="937966" y="35964"/>
                  <a:pt x="942014" y="34696"/>
                  <a:pt x="946819" y="34696"/>
                </a:cubicBezTo>
                <a:cubicBezTo>
                  <a:pt x="950200" y="34696"/>
                  <a:pt x="953447" y="35319"/>
                  <a:pt x="956560" y="36565"/>
                </a:cubicBezTo>
                <a:cubicBezTo>
                  <a:pt x="959674" y="37810"/>
                  <a:pt x="962432" y="39767"/>
                  <a:pt x="964833" y="42436"/>
                </a:cubicBezTo>
                <a:cubicBezTo>
                  <a:pt x="967236" y="45105"/>
                  <a:pt x="969149" y="48530"/>
                  <a:pt x="970572" y="52713"/>
                </a:cubicBezTo>
                <a:cubicBezTo>
                  <a:pt x="971996" y="56894"/>
                  <a:pt x="972708" y="61876"/>
                  <a:pt x="972708" y="67659"/>
                </a:cubicBezTo>
                <a:cubicBezTo>
                  <a:pt x="972708" y="73976"/>
                  <a:pt x="971952" y="79358"/>
                  <a:pt x="970439" y="83807"/>
                </a:cubicBezTo>
                <a:cubicBezTo>
                  <a:pt x="968927" y="88254"/>
                  <a:pt x="966948" y="91879"/>
                  <a:pt x="964502" y="94682"/>
                </a:cubicBezTo>
                <a:cubicBezTo>
                  <a:pt x="962055" y="97484"/>
                  <a:pt x="959253" y="99464"/>
                  <a:pt x="956094" y="100620"/>
                </a:cubicBezTo>
                <a:cubicBezTo>
                  <a:pt x="952936" y="101777"/>
                  <a:pt x="949711" y="102355"/>
                  <a:pt x="946419" y="102355"/>
                </a:cubicBezTo>
                <a:cubicBezTo>
                  <a:pt x="942416" y="102355"/>
                  <a:pt x="938946" y="101599"/>
                  <a:pt x="936010" y="100087"/>
                </a:cubicBezTo>
                <a:cubicBezTo>
                  <a:pt x="933074" y="98574"/>
                  <a:pt x="930805" y="96217"/>
                  <a:pt x="929205" y="93015"/>
                </a:cubicBezTo>
                <a:lnTo>
                  <a:pt x="928938" y="93015"/>
                </a:lnTo>
                <a:lnTo>
                  <a:pt x="928938" y="103823"/>
                </a:lnTo>
                <a:cubicBezTo>
                  <a:pt x="928938" y="106937"/>
                  <a:pt x="928960" y="110118"/>
                  <a:pt x="929003" y="113365"/>
                </a:cubicBezTo>
                <a:cubicBezTo>
                  <a:pt x="929048" y="116612"/>
                  <a:pt x="929115" y="119703"/>
                  <a:pt x="929203" y="122638"/>
                </a:cubicBezTo>
                <a:cubicBezTo>
                  <a:pt x="929292" y="125575"/>
                  <a:pt x="929404" y="128199"/>
                  <a:pt x="929537" y="130513"/>
                </a:cubicBezTo>
                <a:cubicBezTo>
                  <a:pt x="929671" y="132826"/>
                  <a:pt x="929827" y="134561"/>
                  <a:pt x="930005" y="135717"/>
                </a:cubicBezTo>
                <a:cubicBezTo>
                  <a:pt x="928848" y="135540"/>
                  <a:pt x="927380" y="135383"/>
                  <a:pt x="925601" y="135249"/>
                </a:cubicBezTo>
                <a:cubicBezTo>
                  <a:pt x="923821" y="135116"/>
                  <a:pt x="921953" y="135049"/>
                  <a:pt x="919997" y="135049"/>
                </a:cubicBezTo>
                <a:cubicBezTo>
                  <a:pt x="918039" y="135049"/>
                  <a:pt x="916171" y="135116"/>
                  <a:pt x="914391" y="135249"/>
                </a:cubicBezTo>
                <a:cubicBezTo>
                  <a:pt x="912611" y="135383"/>
                  <a:pt x="911143" y="135540"/>
                  <a:pt x="909986" y="135717"/>
                </a:cubicBezTo>
                <a:cubicBezTo>
                  <a:pt x="910164" y="131981"/>
                  <a:pt x="910320" y="128290"/>
                  <a:pt x="910453" y="124642"/>
                </a:cubicBezTo>
                <a:cubicBezTo>
                  <a:pt x="910587" y="120994"/>
                  <a:pt x="910699" y="117302"/>
                  <a:pt x="910787" y="113565"/>
                </a:cubicBezTo>
                <a:cubicBezTo>
                  <a:pt x="910876" y="109829"/>
                  <a:pt x="910944" y="106048"/>
                  <a:pt x="910988" y="102221"/>
                </a:cubicBezTo>
                <a:cubicBezTo>
                  <a:pt x="911033" y="98395"/>
                  <a:pt x="911056" y="94303"/>
                  <a:pt x="911056" y="89944"/>
                </a:cubicBezTo>
                <a:lnTo>
                  <a:pt x="911056" y="82605"/>
                </a:lnTo>
                <a:moveTo>
                  <a:pt x="952958" y="68058"/>
                </a:moveTo>
                <a:cubicBezTo>
                  <a:pt x="952958" y="59251"/>
                  <a:pt x="951868" y="52868"/>
                  <a:pt x="949688" y="48909"/>
                </a:cubicBezTo>
                <a:cubicBezTo>
                  <a:pt x="947509" y="44951"/>
                  <a:pt x="944640" y="42971"/>
                  <a:pt x="941080" y="42971"/>
                </a:cubicBezTo>
                <a:cubicBezTo>
                  <a:pt x="939390" y="42971"/>
                  <a:pt x="937789" y="43461"/>
                  <a:pt x="936277" y="44440"/>
                </a:cubicBezTo>
                <a:cubicBezTo>
                  <a:pt x="934764" y="45417"/>
                  <a:pt x="933408" y="46973"/>
                  <a:pt x="932206" y="49109"/>
                </a:cubicBezTo>
                <a:cubicBezTo>
                  <a:pt x="931005" y="51244"/>
                  <a:pt x="930048" y="54047"/>
                  <a:pt x="929337" y="57516"/>
                </a:cubicBezTo>
                <a:cubicBezTo>
                  <a:pt x="928626" y="60986"/>
                  <a:pt x="928270" y="65212"/>
                  <a:pt x="928270" y="70194"/>
                </a:cubicBezTo>
                <a:cubicBezTo>
                  <a:pt x="928270" y="78290"/>
                  <a:pt x="929315" y="84274"/>
                  <a:pt x="931406" y="88144"/>
                </a:cubicBezTo>
                <a:cubicBezTo>
                  <a:pt x="933497" y="92013"/>
                  <a:pt x="936544" y="93947"/>
                  <a:pt x="940547" y="93947"/>
                </a:cubicBezTo>
                <a:cubicBezTo>
                  <a:pt x="944372" y="93947"/>
                  <a:pt x="947397" y="91857"/>
                  <a:pt x="949620" y="87676"/>
                </a:cubicBezTo>
                <a:cubicBezTo>
                  <a:pt x="951845" y="83495"/>
                  <a:pt x="952958" y="76955"/>
                  <a:pt x="952958" y="68058"/>
                </a:cubicBezTo>
                <a:close/>
                <a:moveTo>
                  <a:pt x="986721" y="46172"/>
                </a:moveTo>
                <a:cubicBezTo>
                  <a:pt x="986721" y="37454"/>
                  <a:pt x="986632" y="29448"/>
                  <a:pt x="986453" y="22153"/>
                </a:cubicBezTo>
                <a:cubicBezTo>
                  <a:pt x="986275" y="14857"/>
                  <a:pt x="986008" y="7473"/>
                  <a:pt x="985652" y="0"/>
                </a:cubicBezTo>
                <a:cubicBezTo>
                  <a:pt x="986809" y="178"/>
                  <a:pt x="988277" y="334"/>
                  <a:pt x="990057" y="468"/>
                </a:cubicBezTo>
                <a:cubicBezTo>
                  <a:pt x="991837" y="601"/>
                  <a:pt x="993705" y="668"/>
                  <a:pt x="995663" y="668"/>
                </a:cubicBezTo>
                <a:cubicBezTo>
                  <a:pt x="997619" y="668"/>
                  <a:pt x="999487" y="601"/>
                  <a:pt x="1001266" y="468"/>
                </a:cubicBezTo>
                <a:cubicBezTo>
                  <a:pt x="1003046" y="334"/>
                  <a:pt x="1004514" y="178"/>
                  <a:pt x="1005671" y="0"/>
                </a:cubicBezTo>
                <a:cubicBezTo>
                  <a:pt x="1005315" y="7473"/>
                  <a:pt x="1005048" y="14857"/>
                  <a:pt x="1004869" y="22153"/>
                </a:cubicBezTo>
                <a:cubicBezTo>
                  <a:pt x="1004691" y="29448"/>
                  <a:pt x="1004602" y="37454"/>
                  <a:pt x="1004602" y="46172"/>
                </a:cubicBezTo>
                <a:lnTo>
                  <a:pt x="1004602" y="54847"/>
                </a:lnTo>
                <a:cubicBezTo>
                  <a:pt x="1004602" y="63566"/>
                  <a:pt x="1004691" y="71574"/>
                  <a:pt x="1004869" y="78869"/>
                </a:cubicBezTo>
                <a:cubicBezTo>
                  <a:pt x="1005048" y="86164"/>
                  <a:pt x="1005315" y="93415"/>
                  <a:pt x="1005671" y="100620"/>
                </a:cubicBezTo>
                <a:cubicBezTo>
                  <a:pt x="1004514" y="100442"/>
                  <a:pt x="1003046" y="100353"/>
                  <a:pt x="1001266" y="100353"/>
                </a:cubicBezTo>
                <a:cubicBezTo>
                  <a:pt x="999487" y="100353"/>
                  <a:pt x="997619" y="100353"/>
                  <a:pt x="995663" y="100353"/>
                </a:cubicBezTo>
                <a:cubicBezTo>
                  <a:pt x="993705" y="100353"/>
                  <a:pt x="991837" y="100353"/>
                  <a:pt x="990057" y="100353"/>
                </a:cubicBezTo>
                <a:cubicBezTo>
                  <a:pt x="988277" y="100353"/>
                  <a:pt x="986809" y="100442"/>
                  <a:pt x="985652" y="100620"/>
                </a:cubicBezTo>
                <a:cubicBezTo>
                  <a:pt x="986008" y="93415"/>
                  <a:pt x="986275" y="86164"/>
                  <a:pt x="986453" y="78869"/>
                </a:cubicBezTo>
                <a:cubicBezTo>
                  <a:pt x="986632" y="71574"/>
                  <a:pt x="986721" y="63566"/>
                  <a:pt x="986721" y="54847"/>
                </a:cubicBezTo>
                <a:lnTo>
                  <a:pt x="986721" y="46172"/>
                </a:lnTo>
                <a:close/>
                <a:moveTo>
                  <a:pt x="1053578" y="80337"/>
                </a:moveTo>
                <a:cubicBezTo>
                  <a:pt x="1053578" y="76511"/>
                  <a:pt x="1053601" y="73598"/>
                  <a:pt x="1053645" y="71595"/>
                </a:cubicBezTo>
                <a:cubicBezTo>
                  <a:pt x="1053690" y="69593"/>
                  <a:pt x="1053713" y="67836"/>
                  <a:pt x="1053713" y="66323"/>
                </a:cubicBezTo>
                <a:cubicBezTo>
                  <a:pt x="1051843" y="67392"/>
                  <a:pt x="1049863" y="68260"/>
                  <a:pt x="1047773" y="68928"/>
                </a:cubicBezTo>
                <a:cubicBezTo>
                  <a:pt x="1045682" y="69594"/>
                  <a:pt x="1043769" y="70439"/>
                  <a:pt x="1042035" y="71463"/>
                </a:cubicBezTo>
                <a:cubicBezTo>
                  <a:pt x="1040300" y="72485"/>
                  <a:pt x="1038876" y="73886"/>
                  <a:pt x="1037764" y="75666"/>
                </a:cubicBezTo>
                <a:cubicBezTo>
                  <a:pt x="1036653" y="77445"/>
                  <a:pt x="1036097" y="80025"/>
                  <a:pt x="1036097" y="83406"/>
                </a:cubicBezTo>
                <a:cubicBezTo>
                  <a:pt x="1036097" y="86698"/>
                  <a:pt x="1036786" y="89211"/>
                  <a:pt x="1038166" y="90946"/>
                </a:cubicBezTo>
                <a:cubicBezTo>
                  <a:pt x="1039545" y="92681"/>
                  <a:pt x="1041390" y="93548"/>
                  <a:pt x="1043702" y="93548"/>
                </a:cubicBezTo>
                <a:cubicBezTo>
                  <a:pt x="1046639" y="93548"/>
                  <a:pt x="1049018" y="92436"/>
                  <a:pt x="1050841" y="90213"/>
                </a:cubicBezTo>
                <a:cubicBezTo>
                  <a:pt x="1052666" y="87988"/>
                  <a:pt x="1053578" y="84696"/>
                  <a:pt x="1053578" y="80337"/>
                </a:cubicBezTo>
                <a:moveTo>
                  <a:pt x="1021951" y="44038"/>
                </a:moveTo>
                <a:cubicBezTo>
                  <a:pt x="1025688" y="41014"/>
                  <a:pt x="1029714" y="38701"/>
                  <a:pt x="1034028" y="37099"/>
                </a:cubicBezTo>
                <a:cubicBezTo>
                  <a:pt x="1038343" y="35497"/>
                  <a:pt x="1042636" y="34696"/>
                  <a:pt x="1046905" y="34696"/>
                </a:cubicBezTo>
                <a:cubicBezTo>
                  <a:pt x="1050465" y="34696"/>
                  <a:pt x="1053734" y="35096"/>
                  <a:pt x="1056714" y="35897"/>
                </a:cubicBezTo>
                <a:cubicBezTo>
                  <a:pt x="1059695" y="36698"/>
                  <a:pt x="1062275" y="37966"/>
                  <a:pt x="1064454" y="39701"/>
                </a:cubicBezTo>
                <a:cubicBezTo>
                  <a:pt x="1066634" y="41436"/>
                  <a:pt x="1068324" y="43683"/>
                  <a:pt x="1069524" y="46441"/>
                </a:cubicBezTo>
                <a:cubicBezTo>
                  <a:pt x="1070726" y="49198"/>
                  <a:pt x="1071326" y="52534"/>
                  <a:pt x="1071326" y="56449"/>
                </a:cubicBezTo>
                <a:cubicBezTo>
                  <a:pt x="1071326" y="62143"/>
                  <a:pt x="1071260" y="67414"/>
                  <a:pt x="1071127" y="72263"/>
                </a:cubicBezTo>
                <a:cubicBezTo>
                  <a:pt x="1070994" y="77111"/>
                  <a:pt x="1070927" y="81937"/>
                  <a:pt x="1070927" y="86741"/>
                </a:cubicBezTo>
                <a:cubicBezTo>
                  <a:pt x="1070927" y="88876"/>
                  <a:pt x="1071083" y="90545"/>
                  <a:pt x="1071393" y="91746"/>
                </a:cubicBezTo>
                <a:cubicBezTo>
                  <a:pt x="1071706" y="92948"/>
                  <a:pt x="1072173" y="93860"/>
                  <a:pt x="1072794" y="94483"/>
                </a:cubicBezTo>
                <a:cubicBezTo>
                  <a:pt x="1073417" y="95105"/>
                  <a:pt x="1074240" y="95504"/>
                  <a:pt x="1075262" y="95682"/>
                </a:cubicBezTo>
                <a:cubicBezTo>
                  <a:pt x="1076286" y="95860"/>
                  <a:pt x="1077465" y="95949"/>
                  <a:pt x="1078799" y="95949"/>
                </a:cubicBezTo>
                <a:lnTo>
                  <a:pt x="1078799" y="99152"/>
                </a:lnTo>
                <a:cubicBezTo>
                  <a:pt x="1076220" y="100220"/>
                  <a:pt x="1074041" y="101021"/>
                  <a:pt x="1072261" y="101555"/>
                </a:cubicBezTo>
                <a:cubicBezTo>
                  <a:pt x="1070481" y="102088"/>
                  <a:pt x="1068568" y="102355"/>
                  <a:pt x="1066523" y="102355"/>
                </a:cubicBezTo>
                <a:cubicBezTo>
                  <a:pt x="1063231" y="102355"/>
                  <a:pt x="1060562" y="101555"/>
                  <a:pt x="1058516" y="99954"/>
                </a:cubicBezTo>
                <a:cubicBezTo>
                  <a:pt x="1056470" y="98352"/>
                  <a:pt x="1054913" y="96039"/>
                  <a:pt x="1053845" y="93015"/>
                </a:cubicBezTo>
                <a:cubicBezTo>
                  <a:pt x="1051799" y="95861"/>
                  <a:pt x="1049419" y="98130"/>
                  <a:pt x="1046706" y="99820"/>
                </a:cubicBezTo>
                <a:cubicBezTo>
                  <a:pt x="1043992" y="101510"/>
                  <a:pt x="1040589" y="102355"/>
                  <a:pt x="1036498" y="102355"/>
                </a:cubicBezTo>
                <a:cubicBezTo>
                  <a:pt x="1033116" y="102355"/>
                  <a:pt x="1030224" y="101910"/>
                  <a:pt x="1027821" y="101019"/>
                </a:cubicBezTo>
                <a:cubicBezTo>
                  <a:pt x="1025420" y="100130"/>
                  <a:pt x="1023441" y="98863"/>
                  <a:pt x="1021884" y="97218"/>
                </a:cubicBezTo>
                <a:cubicBezTo>
                  <a:pt x="1020327" y="95571"/>
                  <a:pt x="1019192" y="93702"/>
                  <a:pt x="1018481" y="91612"/>
                </a:cubicBezTo>
                <a:cubicBezTo>
                  <a:pt x="1017770" y="89521"/>
                  <a:pt x="1017414" y="87408"/>
                  <a:pt x="1017414" y="85273"/>
                </a:cubicBezTo>
                <a:cubicBezTo>
                  <a:pt x="1017414" y="82338"/>
                  <a:pt x="1017881" y="79803"/>
                  <a:pt x="1018815" y="77667"/>
                </a:cubicBezTo>
                <a:cubicBezTo>
                  <a:pt x="1019749" y="75532"/>
                  <a:pt x="1021083" y="73708"/>
                  <a:pt x="1022818" y="72196"/>
                </a:cubicBezTo>
                <a:cubicBezTo>
                  <a:pt x="1024553" y="70684"/>
                  <a:pt x="1026621" y="69416"/>
                  <a:pt x="1029023" y="68392"/>
                </a:cubicBezTo>
                <a:cubicBezTo>
                  <a:pt x="1031426" y="67369"/>
                  <a:pt x="1034139" y="66501"/>
                  <a:pt x="1037164" y="65790"/>
                </a:cubicBezTo>
                <a:cubicBezTo>
                  <a:pt x="1040901" y="64901"/>
                  <a:pt x="1043859" y="64123"/>
                  <a:pt x="1046038" y="63456"/>
                </a:cubicBezTo>
                <a:cubicBezTo>
                  <a:pt x="1048218" y="62788"/>
                  <a:pt x="1049842" y="62121"/>
                  <a:pt x="1050909" y="61455"/>
                </a:cubicBezTo>
                <a:cubicBezTo>
                  <a:pt x="1051977" y="60787"/>
                  <a:pt x="1052667" y="60052"/>
                  <a:pt x="1052977" y="59251"/>
                </a:cubicBezTo>
                <a:cubicBezTo>
                  <a:pt x="1053290" y="58450"/>
                  <a:pt x="1053446" y="57472"/>
                  <a:pt x="1053446" y="56315"/>
                </a:cubicBezTo>
                <a:cubicBezTo>
                  <a:pt x="1053446" y="53113"/>
                  <a:pt x="1052311" y="50377"/>
                  <a:pt x="1050041" y="48109"/>
                </a:cubicBezTo>
                <a:cubicBezTo>
                  <a:pt x="1047773" y="45839"/>
                  <a:pt x="1044637" y="44704"/>
                  <a:pt x="1040634" y="44704"/>
                </a:cubicBezTo>
                <a:cubicBezTo>
                  <a:pt x="1039121" y="44704"/>
                  <a:pt x="1037564" y="44904"/>
                  <a:pt x="1035962" y="45305"/>
                </a:cubicBezTo>
                <a:cubicBezTo>
                  <a:pt x="1034362" y="45705"/>
                  <a:pt x="1032827" y="46262"/>
                  <a:pt x="1031358" y="46975"/>
                </a:cubicBezTo>
                <a:cubicBezTo>
                  <a:pt x="1029891" y="47686"/>
                  <a:pt x="1028556" y="48465"/>
                  <a:pt x="1027355" y="49310"/>
                </a:cubicBezTo>
                <a:cubicBezTo>
                  <a:pt x="1026155" y="50155"/>
                  <a:pt x="1025243" y="51066"/>
                  <a:pt x="1024620" y="52045"/>
                </a:cubicBezTo>
                <a:lnTo>
                  <a:pt x="1023686" y="52045"/>
                </a:lnTo>
                <a:lnTo>
                  <a:pt x="1021951" y="44038"/>
                </a:lnTo>
                <a:close/>
                <a:moveTo>
                  <a:pt x="1106959" y="46439"/>
                </a:moveTo>
                <a:cubicBezTo>
                  <a:pt x="1109450" y="42703"/>
                  <a:pt x="1112363" y="39812"/>
                  <a:pt x="1115699" y="37767"/>
                </a:cubicBezTo>
                <a:cubicBezTo>
                  <a:pt x="1119035" y="35720"/>
                  <a:pt x="1122839" y="34696"/>
                  <a:pt x="1127108" y="34696"/>
                </a:cubicBezTo>
                <a:cubicBezTo>
                  <a:pt x="1133781" y="34696"/>
                  <a:pt x="1138920" y="36631"/>
                  <a:pt x="1142522" y="40501"/>
                </a:cubicBezTo>
                <a:cubicBezTo>
                  <a:pt x="1146125" y="44372"/>
                  <a:pt x="1147927" y="50622"/>
                  <a:pt x="1147927" y="59251"/>
                </a:cubicBezTo>
                <a:cubicBezTo>
                  <a:pt x="1147927" y="63788"/>
                  <a:pt x="1147838" y="67791"/>
                  <a:pt x="1147660" y="71261"/>
                </a:cubicBezTo>
                <a:cubicBezTo>
                  <a:pt x="1147482" y="74731"/>
                  <a:pt x="1147393" y="78201"/>
                  <a:pt x="1147393" y="81671"/>
                </a:cubicBezTo>
                <a:cubicBezTo>
                  <a:pt x="1147393" y="84517"/>
                  <a:pt x="1147460" y="87609"/>
                  <a:pt x="1147593" y="90946"/>
                </a:cubicBezTo>
                <a:cubicBezTo>
                  <a:pt x="1147727" y="94281"/>
                  <a:pt x="1147883" y="97506"/>
                  <a:pt x="1148061" y="100620"/>
                </a:cubicBezTo>
                <a:cubicBezTo>
                  <a:pt x="1146904" y="100442"/>
                  <a:pt x="1145436" y="100353"/>
                  <a:pt x="1143657" y="100353"/>
                </a:cubicBezTo>
                <a:cubicBezTo>
                  <a:pt x="1141877" y="100353"/>
                  <a:pt x="1140008" y="100353"/>
                  <a:pt x="1138051" y="100353"/>
                </a:cubicBezTo>
                <a:cubicBezTo>
                  <a:pt x="1136095" y="100353"/>
                  <a:pt x="1134227" y="100353"/>
                  <a:pt x="1132447" y="100353"/>
                </a:cubicBezTo>
                <a:cubicBezTo>
                  <a:pt x="1130667" y="100353"/>
                  <a:pt x="1129199" y="100442"/>
                  <a:pt x="1128043" y="100620"/>
                </a:cubicBezTo>
                <a:cubicBezTo>
                  <a:pt x="1128666" y="95994"/>
                  <a:pt x="1129066" y="90545"/>
                  <a:pt x="1129244" y="84273"/>
                </a:cubicBezTo>
                <a:cubicBezTo>
                  <a:pt x="1129422" y="78001"/>
                  <a:pt x="1129511" y="70817"/>
                  <a:pt x="1129511" y="62721"/>
                </a:cubicBezTo>
                <a:cubicBezTo>
                  <a:pt x="1129511" y="57116"/>
                  <a:pt x="1128554" y="53001"/>
                  <a:pt x="1126642" y="50377"/>
                </a:cubicBezTo>
                <a:cubicBezTo>
                  <a:pt x="1124729" y="47752"/>
                  <a:pt x="1122038" y="46439"/>
                  <a:pt x="1118568" y="46439"/>
                </a:cubicBezTo>
                <a:cubicBezTo>
                  <a:pt x="1114564" y="46439"/>
                  <a:pt x="1111629" y="48174"/>
                  <a:pt x="1109761" y="51644"/>
                </a:cubicBezTo>
                <a:cubicBezTo>
                  <a:pt x="1107893" y="55114"/>
                  <a:pt x="1106959" y="59918"/>
                  <a:pt x="1106959" y="66057"/>
                </a:cubicBezTo>
                <a:lnTo>
                  <a:pt x="1106959" y="71396"/>
                </a:lnTo>
                <a:cubicBezTo>
                  <a:pt x="1106959" y="76822"/>
                  <a:pt x="1107026" y="81937"/>
                  <a:pt x="1107159" y="86741"/>
                </a:cubicBezTo>
                <a:cubicBezTo>
                  <a:pt x="1107292" y="91545"/>
                  <a:pt x="1107581" y="96172"/>
                  <a:pt x="1108026" y="100620"/>
                </a:cubicBezTo>
                <a:cubicBezTo>
                  <a:pt x="1106869" y="100442"/>
                  <a:pt x="1105424" y="100353"/>
                  <a:pt x="1103689" y="100353"/>
                </a:cubicBezTo>
                <a:cubicBezTo>
                  <a:pt x="1101954" y="100353"/>
                  <a:pt x="1100064" y="100353"/>
                  <a:pt x="1098018" y="100353"/>
                </a:cubicBezTo>
                <a:cubicBezTo>
                  <a:pt x="1095971" y="100353"/>
                  <a:pt x="1094102" y="100353"/>
                  <a:pt x="1092412" y="100353"/>
                </a:cubicBezTo>
                <a:cubicBezTo>
                  <a:pt x="1090722" y="100353"/>
                  <a:pt x="1089254" y="100442"/>
                  <a:pt x="1088007" y="100620"/>
                </a:cubicBezTo>
                <a:cubicBezTo>
                  <a:pt x="1088453" y="96172"/>
                  <a:pt x="1088742" y="91545"/>
                  <a:pt x="1088875" y="86741"/>
                </a:cubicBezTo>
                <a:cubicBezTo>
                  <a:pt x="1089009" y="81937"/>
                  <a:pt x="1089076" y="76822"/>
                  <a:pt x="1089076" y="71396"/>
                </a:cubicBezTo>
                <a:lnTo>
                  <a:pt x="1089076" y="66057"/>
                </a:lnTo>
                <a:cubicBezTo>
                  <a:pt x="1089076" y="60631"/>
                  <a:pt x="1089009" y="55538"/>
                  <a:pt x="1088875" y="50778"/>
                </a:cubicBezTo>
                <a:cubicBezTo>
                  <a:pt x="1088742" y="46018"/>
                  <a:pt x="1088453" y="41235"/>
                  <a:pt x="1088007" y="36431"/>
                </a:cubicBezTo>
                <a:cubicBezTo>
                  <a:pt x="1089609" y="36609"/>
                  <a:pt x="1091189" y="36765"/>
                  <a:pt x="1092746" y="36899"/>
                </a:cubicBezTo>
                <a:cubicBezTo>
                  <a:pt x="1094303" y="37032"/>
                  <a:pt x="1095882" y="37099"/>
                  <a:pt x="1097482" y="37099"/>
                </a:cubicBezTo>
                <a:cubicBezTo>
                  <a:pt x="1099084" y="37099"/>
                  <a:pt x="1100664" y="37032"/>
                  <a:pt x="1102221" y="36899"/>
                </a:cubicBezTo>
                <a:cubicBezTo>
                  <a:pt x="1103778" y="36765"/>
                  <a:pt x="1105446" y="36609"/>
                  <a:pt x="1107226" y="36431"/>
                </a:cubicBezTo>
                <a:lnTo>
                  <a:pt x="1106690" y="46439"/>
                </a:lnTo>
                <a:lnTo>
                  <a:pt x="1106959" y="46439"/>
                </a:lnTo>
                <a:close/>
                <a:moveTo>
                  <a:pt x="1194500" y="80337"/>
                </a:moveTo>
                <a:cubicBezTo>
                  <a:pt x="1194500" y="76511"/>
                  <a:pt x="1194523" y="73598"/>
                  <a:pt x="1194568" y="71595"/>
                </a:cubicBezTo>
                <a:cubicBezTo>
                  <a:pt x="1194612" y="69593"/>
                  <a:pt x="1194635" y="67836"/>
                  <a:pt x="1194635" y="66323"/>
                </a:cubicBezTo>
                <a:cubicBezTo>
                  <a:pt x="1192765" y="67392"/>
                  <a:pt x="1190785" y="68260"/>
                  <a:pt x="1188695" y="68928"/>
                </a:cubicBezTo>
                <a:cubicBezTo>
                  <a:pt x="1186604" y="69594"/>
                  <a:pt x="1184692" y="70439"/>
                  <a:pt x="1182957" y="71463"/>
                </a:cubicBezTo>
                <a:cubicBezTo>
                  <a:pt x="1181222" y="72485"/>
                  <a:pt x="1179798" y="73886"/>
                  <a:pt x="1178687" y="75666"/>
                </a:cubicBezTo>
                <a:cubicBezTo>
                  <a:pt x="1177575" y="77445"/>
                  <a:pt x="1177019" y="80025"/>
                  <a:pt x="1177019" y="83406"/>
                </a:cubicBezTo>
                <a:cubicBezTo>
                  <a:pt x="1177019" y="86698"/>
                  <a:pt x="1177709" y="89211"/>
                  <a:pt x="1179088" y="90946"/>
                </a:cubicBezTo>
                <a:cubicBezTo>
                  <a:pt x="1180467" y="92681"/>
                  <a:pt x="1182313" y="93548"/>
                  <a:pt x="1184624" y="93548"/>
                </a:cubicBezTo>
                <a:cubicBezTo>
                  <a:pt x="1187561" y="93548"/>
                  <a:pt x="1189940" y="92436"/>
                  <a:pt x="1191764" y="90213"/>
                </a:cubicBezTo>
                <a:cubicBezTo>
                  <a:pt x="1193588" y="87988"/>
                  <a:pt x="1194500" y="84696"/>
                  <a:pt x="1194500" y="80337"/>
                </a:cubicBezTo>
                <a:moveTo>
                  <a:pt x="1162873" y="44038"/>
                </a:moveTo>
                <a:cubicBezTo>
                  <a:pt x="1166610" y="41014"/>
                  <a:pt x="1170636" y="38701"/>
                  <a:pt x="1174950" y="37099"/>
                </a:cubicBezTo>
                <a:cubicBezTo>
                  <a:pt x="1179266" y="35497"/>
                  <a:pt x="1183558" y="34696"/>
                  <a:pt x="1187827" y="34696"/>
                </a:cubicBezTo>
                <a:cubicBezTo>
                  <a:pt x="1191387" y="34696"/>
                  <a:pt x="1194656" y="35096"/>
                  <a:pt x="1197636" y="35897"/>
                </a:cubicBezTo>
                <a:cubicBezTo>
                  <a:pt x="1200617" y="36698"/>
                  <a:pt x="1203197" y="37966"/>
                  <a:pt x="1205376" y="39701"/>
                </a:cubicBezTo>
                <a:cubicBezTo>
                  <a:pt x="1207556" y="41436"/>
                  <a:pt x="1209246" y="43683"/>
                  <a:pt x="1210446" y="46441"/>
                </a:cubicBezTo>
                <a:cubicBezTo>
                  <a:pt x="1211648" y="49198"/>
                  <a:pt x="1212248" y="52534"/>
                  <a:pt x="1212248" y="56449"/>
                </a:cubicBezTo>
                <a:cubicBezTo>
                  <a:pt x="1212248" y="62143"/>
                  <a:pt x="1212182" y="67414"/>
                  <a:pt x="1212049" y="72263"/>
                </a:cubicBezTo>
                <a:cubicBezTo>
                  <a:pt x="1211916" y="77111"/>
                  <a:pt x="1211849" y="81937"/>
                  <a:pt x="1211849" y="86741"/>
                </a:cubicBezTo>
                <a:cubicBezTo>
                  <a:pt x="1211849" y="88876"/>
                  <a:pt x="1212005" y="90545"/>
                  <a:pt x="1212316" y="91746"/>
                </a:cubicBezTo>
                <a:cubicBezTo>
                  <a:pt x="1212628" y="92948"/>
                  <a:pt x="1213095" y="93860"/>
                  <a:pt x="1213717" y="94483"/>
                </a:cubicBezTo>
                <a:cubicBezTo>
                  <a:pt x="1214340" y="95105"/>
                  <a:pt x="1215162" y="95504"/>
                  <a:pt x="1216185" y="95682"/>
                </a:cubicBezTo>
                <a:cubicBezTo>
                  <a:pt x="1217208" y="95860"/>
                  <a:pt x="1218387" y="95949"/>
                  <a:pt x="1219722" y="95949"/>
                </a:cubicBezTo>
                <a:lnTo>
                  <a:pt x="1219722" y="99152"/>
                </a:lnTo>
                <a:cubicBezTo>
                  <a:pt x="1217142" y="100220"/>
                  <a:pt x="1214963" y="101021"/>
                  <a:pt x="1213183" y="101555"/>
                </a:cubicBezTo>
                <a:cubicBezTo>
                  <a:pt x="1211403" y="102088"/>
                  <a:pt x="1209491" y="102355"/>
                  <a:pt x="1207445" y="102355"/>
                </a:cubicBezTo>
                <a:cubicBezTo>
                  <a:pt x="1204153" y="102355"/>
                  <a:pt x="1201484" y="101555"/>
                  <a:pt x="1199438" y="99954"/>
                </a:cubicBezTo>
                <a:cubicBezTo>
                  <a:pt x="1197392" y="98352"/>
                  <a:pt x="1195835" y="96039"/>
                  <a:pt x="1194767" y="93015"/>
                </a:cubicBezTo>
                <a:cubicBezTo>
                  <a:pt x="1192721" y="95861"/>
                  <a:pt x="1190342" y="98130"/>
                  <a:pt x="1187628" y="99820"/>
                </a:cubicBezTo>
                <a:cubicBezTo>
                  <a:pt x="1184914" y="101510"/>
                  <a:pt x="1181512" y="102355"/>
                  <a:pt x="1177420" y="102355"/>
                </a:cubicBezTo>
                <a:cubicBezTo>
                  <a:pt x="1174039" y="102355"/>
                  <a:pt x="1171146" y="101910"/>
                  <a:pt x="1168744" y="101019"/>
                </a:cubicBezTo>
                <a:cubicBezTo>
                  <a:pt x="1166342" y="100130"/>
                  <a:pt x="1164363" y="98863"/>
                  <a:pt x="1162806" y="97218"/>
                </a:cubicBezTo>
                <a:cubicBezTo>
                  <a:pt x="1161249" y="95571"/>
                  <a:pt x="1160115" y="93702"/>
                  <a:pt x="1159403" y="91612"/>
                </a:cubicBezTo>
                <a:cubicBezTo>
                  <a:pt x="1158692" y="89521"/>
                  <a:pt x="1158336" y="87408"/>
                  <a:pt x="1158336" y="85273"/>
                </a:cubicBezTo>
                <a:cubicBezTo>
                  <a:pt x="1158336" y="82338"/>
                  <a:pt x="1158803" y="79803"/>
                  <a:pt x="1159737" y="77667"/>
                </a:cubicBezTo>
                <a:cubicBezTo>
                  <a:pt x="1160671" y="75532"/>
                  <a:pt x="1162006" y="73708"/>
                  <a:pt x="1163740" y="72196"/>
                </a:cubicBezTo>
                <a:cubicBezTo>
                  <a:pt x="1165475" y="70684"/>
                  <a:pt x="1167543" y="69416"/>
                  <a:pt x="1169945" y="68392"/>
                </a:cubicBezTo>
                <a:cubicBezTo>
                  <a:pt x="1172348" y="67369"/>
                  <a:pt x="1175061" y="66501"/>
                  <a:pt x="1178086" y="65790"/>
                </a:cubicBezTo>
                <a:cubicBezTo>
                  <a:pt x="1181823" y="64901"/>
                  <a:pt x="1184781" y="64123"/>
                  <a:pt x="1186960" y="63456"/>
                </a:cubicBezTo>
                <a:cubicBezTo>
                  <a:pt x="1189140" y="62788"/>
                  <a:pt x="1190764" y="62121"/>
                  <a:pt x="1191831" y="61455"/>
                </a:cubicBezTo>
                <a:cubicBezTo>
                  <a:pt x="1192899" y="60787"/>
                  <a:pt x="1193589" y="60052"/>
                  <a:pt x="1193900" y="59251"/>
                </a:cubicBezTo>
                <a:cubicBezTo>
                  <a:pt x="1194212" y="58450"/>
                  <a:pt x="1194368" y="57472"/>
                  <a:pt x="1194368" y="56315"/>
                </a:cubicBezTo>
                <a:cubicBezTo>
                  <a:pt x="1194368" y="53113"/>
                  <a:pt x="1193233" y="50377"/>
                  <a:pt x="1190963" y="48109"/>
                </a:cubicBezTo>
                <a:cubicBezTo>
                  <a:pt x="1188695" y="45839"/>
                  <a:pt x="1185559" y="44704"/>
                  <a:pt x="1181556" y="44704"/>
                </a:cubicBezTo>
                <a:cubicBezTo>
                  <a:pt x="1180043" y="44704"/>
                  <a:pt x="1178486" y="44904"/>
                  <a:pt x="1176885" y="45305"/>
                </a:cubicBezTo>
                <a:cubicBezTo>
                  <a:pt x="1175284" y="45705"/>
                  <a:pt x="1173749" y="46262"/>
                  <a:pt x="1172281" y="46975"/>
                </a:cubicBezTo>
                <a:cubicBezTo>
                  <a:pt x="1170813" y="47686"/>
                  <a:pt x="1169479" y="48465"/>
                  <a:pt x="1168277" y="49310"/>
                </a:cubicBezTo>
                <a:cubicBezTo>
                  <a:pt x="1167077" y="50155"/>
                  <a:pt x="1166166" y="51066"/>
                  <a:pt x="1165543" y="52045"/>
                </a:cubicBezTo>
                <a:lnTo>
                  <a:pt x="1164608" y="52045"/>
                </a:lnTo>
                <a:lnTo>
                  <a:pt x="1162873" y="44038"/>
                </a:lnTo>
                <a:close/>
                <a:moveTo>
                  <a:pt x="1264027" y="37099"/>
                </a:moveTo>
                <a:cubicBezTo>
                  <a:pt x="1263761" y="38433"/>
                  <a:pt x="1263628" y="39634"/>
                  <a:pt x="1263628" y="40701"/>
                </a:cubicBezTo>
                <a:cubicBezTo>
                  <a:pt x="1263628" y="41858"/>
                  <a:pt x="1263761" y="42970"/>
                  <a:pt x="1264027" y="44038"/>
                </a:cubicBezTo>
                <a:lnTo>
                  <a:pt x="1252284" y="43772"/>
                </a:lnTo>
                <a:cubicBezTo>
                  <a:pt x="1252106" y="45817"/>
                  <a:pt x="1251950" y="48175"/>
                  <a:pt x="1251817" y="50844"/>
                </a:cubicBezTo>
                <a:cubicBezTo>
                  <a:pt x="1251684" y="53512"/>
                  <a:pt x="1251595" y="56226"/>
                  <a:pt x="1251551" y="58985"/>
                </a:cubicBezTo>
                <a:cubicBezTo>
                  <a:pt x="1251506" y="61742"/>
                  <a:pt x="1251461" y="64411"/>
                  <a:pt x="1251416" y="66991"/>
                </a:cubicBezTo>
                <a:cubicBezTo>
                  <a:pt x="1251371" y="69572"/>
                  <a:pt x="1251349" y="71751"/>
                  <a:pt x="1251349" y="73530"/>
                </a:cubicBezTo>
                <a:cubicBezTo>
                  <a:pt x="1251349" y="78156"/>
                  <a:pt x="1251460" y="81893"/>
                  <a:pt x="1251683" y="84739"/>
                </a:cubicBezTo>
                <a:cubicBezTo>
                  <a:pt x="1251906" y="87586"/>
                  <a:pt x="1252284" y="89766"/>
                  <a:pt x="1252817" y="91280"/>
                </a:cubicBezTo>
                <a:cubicBezTo>
                  <a:pt x="1253352" y="92792"/>
                  <a:pt x="1254108" y="93815"/>
                  <a:pt x="1255086" y="94349"/>
                </a:cubicBezTo>
                <a:cubicBezTo>
                  <a:pt x="1256064" y="94882"/>
                  <a:pt x="1257310" y="95149"/>
                  <a:pt x="1258822" y="95149"/>
                </a:cubicBezTo>
                <a:cubicBezTo>
                  <a:pt x="1260514" y="95149"/>
                  <a:pt x="1261759" y="95037"/>
                  <a:pt x="1262559" y="94815"/>
                </a:cubicBezTo>
                <a:cubicBezTo>
                  <a:pt x="1263360" y="94592"/>
                  <a:pt x="1264161" y="94259"/>
                  <a:pt x="1264961" y="93815"/>
                </a:cubicBezTo>
                <a:lnTo>
                  <a:pt x="1264961" y="99286"/>
                </a:lnTo>
                <a:cubicBezTo>
                  <a:pt x="1263182" y="100087"/>
                  <a:pt x="1260957" y="100799"/>
                  <a:pt x="1258289" y="101420"/>
                </a:cubicBezTo>
                <a:cubicBezTo>
                  <a:pt x="1255620" y="102044"/>
                  <a:pt x="1252996" y="102355"/>
                  <a:pt x="1250416" y="102355"/>
                </a:cubicBezTo>
                <a:cubicBezTo>
                  <a:pt x="1239118" y="102355"/>
                  <a:pt x="1233469" y="95594"/>
                  <a:pt x="1233469" y="82072"/>
                </a:cubicBezTo>
                <a:cubicBezTo>
                  <a:pt x="1233469" y="79491"/>
                  <a:pt x="1233513" y="76577"/>
                  <a:pt x="1233601" y="73330"/>
                </a:cubicBezTo>
                <a:cubicBezTo>
                  <a:pt x="1233690" y="70083"/>
                  <a:pt x="1233802" y="66747"/>
                  <a:pt x="1233935" y="63322"/>
                </a:cubicBezTo>
                <a:cubicBezTo>
                  <a:pt x="1234068" y="59897"/>
                  <a:pt x="1234178" y="56516"/>
                  <a:pt x="1234267" y="53179"/>
                </a:cubicBezTo>
                <a:cubicBezTo>
                  <a:pt x="1234356" y="49842"/>
                  <a:pt x="1234401" y="46751"/>
                  <a:pt x="1234401" y="43904"/>
                </a:cubicBezTo>
                <a:lnTo>
                  <a:pt x="1225061" y="44038"/>
                </a:lnTo>
                <a:cubicBezTo>
                  <a:pt x="1225327" y="42970"/>
                  <a:pt x="1225460" y="41858"/>
                  <a:pt x="1225460" y="40701"/>
                </a:cubicBezTo>
                <a:cubicBezTo>
                  <a:pt x="1225460" y="39634"/>
                  <a:pt x="1225327" y="38433"/>
                  <a:pt x="1225061" y="37099"/>
                </a:cubicBezTo>
                <a:lnTo>
                  <a:pt x="1234401" y="37500"/>
                </a:lnTo>
                <a:cubicBezTo>
                  <a:pt x="1234401" y="34741"/>
                  <a:pt x="1234356" y="32162"/>
                  <a:pt x="1234267" y="29760"/>
                </a:cubicBezTo>
                <a:cubicBezTo>
                  <a:pt x="1234178" y="27357"/>
                  <a:pt x="1234045" y="24466"/>
                  <a:pt x="1233868" y="21086"/>
                </a:cubicBezTo>
                <a:cubicBezTo>
                  <a:pt x="1236982" y="19839"/>
                  <a:pt x="1240051" y="18527"/>
                  <a:pt x="1243076" y="17147"/>
                </a:cubicBezTo>
                <a:cubicBezTo>
                  <a:pt x="1246100" y="15768"/>
                  <a:pt x="1249125" y="14322"/>
                  <a:pt x="1252151" y="12810"/>
                </a:cubicBezTo>
                <a:lnTo>
                  <a:pt x="1253485" y="13745"/>
                </a:lnTo>
                <a:cubicBezTo>
                  <a:pt x="1253307" y="15169"/>
                  <a:pt x="1253151" y="16837"/>
                  <a:pt x="1253017" y="18750"/>
                </a:cubicBezTo>
                <a:cubicBezTo>
                  <a:pt x="1252884" y="20663"/>
                  <a:pt x="1252751" y="22664"/>
                  <a:pt x="1252618" y="24755"/>
                </a:cubicBezTo>
                <a:cubicBezTo>
                  <a:pt x="1252485" y="26845"/>
                  <a:pt x="1252396" y="28981"/>
                  <a:pt x="1252351" y="31161"/>
                </a:cubicBezTo>
                <a:cubicBezTo>
                  <a:pt x="1252306" y="33340"/>
                  <a:pt x="1252284" y="35408"/>
                  <a:pt x="1252284" y="37366"/>
                </a:cubicBezTo>
                <a:lnTo>
                  <a:pt x="1264027" y="37099"/>
                </a:lnTo>
                <a:close/>
                <a:moveTo>
                  <a:pt x="1274303" y="11210"/>
                </a:moveTo>
                <a:cubicBezTo>
                  <a:pt x="1274303" y="8273"/>
                  <a:pt x="1275326" y="5782"/>
                  <a:pt x="1277371" y="3737"/>
                </a:cubicBezTo>
                <a:cubicBezTo>
                  <a:pt x="1279419" y="1691"/>
                  <a:pt x="1281910" y="668"/>
                  <a:pt x="1284847" y="668"/>
                </a:cubicBezTo>
                <a:cubicBezTo>
                  <a:pt x="1287782" y="668"/>
                  <a:pt x="1290272" y="1691"/>
                  <a:pt x="1292318" y="3737"/>
                </a:cubicBezTo>
                <a:cubicBezTo>
                  <a:pt x="1294365" y="5782"/>
                  <a:pt x="1295388" y="8273"/>
                  <a:pt x="1295388" y="11210"/>
                </a:cubicBezTo>
                <a:cubicBezTo>
                  <a:pt x="1295388" y="14146"/>
                  <a:pt x="1294365" y="16637"/>
                  <a:pt x="1292318" y="18683"/>
                </a:cubicBezTo>
                <a:cubicBezTo>
                  <a:pt x="1290272" y="20729"/>
                  <a:pt x="1287782" y="21751"/>
                  <a:pt x="1284847" y="21751"/>
                </a:cubicBezTo>
                <a:cubicBezTo>
                  <a:pt x="1281910" y="21751"/>
                  <a:pt x="1279419" y="20729"/>
                  <a:pt x="1277371" y="18683"/>
                </a:cubicBezTo>
                <a:cubicBezTo>
                  <a:pt x="1275326" y="16637"/>
                  <a:pt x="1274303" y="14146"/>
                  <a:pt x="1274303" y="11210"/>
                </a:cubicBezTo>
                <a:moveTo>
                  <a:pt x="1275905" y="66057"/>
                </a:moveTo>
                <a:cubicBezTo>
                  <a:pt x="1275905" y="60631"/>
                  <a:pt x="1275838" y="55538"/>
                  <a:pt x="1275704" y="50778"/>
                </a:cubicBezTo>
                <a:cubicBezTo>
                  <a:pt x="1275571" y="46018"/>
                  <a:pt x="1275282" y="41235"/>
                  <a:pt x="1274836" y="36431"/>
                </a:cubicBezTo>
                <a:cubicBezTo>
                  <a:pt x="1276082" y="36609"/>
                  <a:pt x="1277551" y="36765"/>
                  <a:pt x="1279241" y="36899"/>
                </a:cubicBezTo>
                <a:cubicBezTo>
                  <a:pt x="1280931" y="37032"/>
                  <a:pt x="1282799" y="37099"/>
                  <a:pt x="1284847" y="37099"/>
                </a:cubicBezTo>
                <a:cubicBezTo>
                  <a:pt x="1289028" y="37099"/>
                  <a:pt x="1292364" y="36876"/>
                  <a:pt x="1294855" y="36431"/>
                </a:cubicBezTo>
                <a:cubicBezTo>
                  <a:pt x="1294410" y="41235"/>
                  <a:pt x="1294120" y="46018"/>
                  <a:pt x="1293985" y="50778"/>
                </a:cubicBezTo>
                <a:cubicBezTo>
                  <a:pt x="1293852" y="55538"/>
                  <a:pt x="1293786" y="60631"/>
                  <a:pt x="1293786" y="66057"/>
                </a:cubicBezTo>
                <a:lnTo>
                  <a:pt x="1293786" y="71396"/>
                </a:lnTo>
                <a:cubicBezTo>
                  <a:pt x="1293786" y="76822"/>
                  <a:pt x="1293852" y="81937"/>
                  <a:pt x="1293985" y="86741"/>
                </a:cubicBezTo>
                <a:cubicBezTo>
                  <a:pt x="1294120" y="91545"/>
                  <a:pt x="1294410" y="96172"/>
                  <a:pt x="1294855" y="100620"/>
                </a:cubicBezTo>
                <a:cubicBezTo>
                  <a:pt x="1293698" y="100442"/>
                  <a:pt x="1292252" y="100353"/>
                  <a:pt x="1290518" y="100353"/>
                </a:cubicBezTo>
                <a:cubicBezTo>
                  <a:pt x="1288783" y="100353"/>
                  <a:pt x="1286892" y="100353"/>
                  <a:pt x="1284847" y="100353"/>
                </a:cubicBezTo>
                <a:cubicBezTo>
                  <a:pt x="1282799" y="100353"/>
                  <a:pt x="1280931" y="100353"/>
                  <a:pt x="1279241" y="100353"/>
                </a:cubicBezTo>
                <a:cubicBezTo>
                  <a:pt x="1277551" y="100353"/>
                  <a:pt x="1276082" y="100442"/>
                  <a:pt x="1274836" y="100620"/>
                </a:cubicBezTo>
                <a:cubicBezTo>
                  <a:pt x="1275282" y="96172"/>
                  <a:pt x="1275571" y="91545"/>
                  <a:pt x="1275704" y="86741"/>
                </a:cubicBezTo>
                <a:cubicBezTo>
                  <a:pt x="1275838" y="81937"/>
                  <a:pt x="1275905" y="76822"/>
                  <a:pt x="1275905" y="71396"/>
                </a:cubicBezTo>
                <a:lnTo>
                  <a:pt x="1275905" y="66057"/>
                </a:lnTo>
                <a:close/>
                <a:moveTo>
                  <a:pt x="1353438" y="65391"/>
                </a:moveTo>
                <a:cubicBezTo>
                  <a:pt x="1353438" y="57561"/>
                  <a:pt x="1352459" y="51488"/>
                  <a:pt x="1350502" y="47174"/>
                </a:cubicBezTo>
                <a:cubicBezTo>
                  <a:pt x="1348544" y="42859"/>
                  <a:pt x="1345297" y="40701"/>
                  <a:pt x="1340760" y="40701"/>
                </a:cubicBezTo>
                <a:cubicBezTo>
                  <a:pt x="1336667" y="40701"/>
                  <a:pt x="1333442" y="43103"/>
                  <a:pt x="1331084" y="47907"/>
                </a:cubicBezTo>
                <a:cubicBezTo>
                  <a:pt x="1328727" y="52712"/>
                  <a:pt x="1327549" y="60229"/>
                  <a:pt x="1327549" y="70461"/>
                </a:cubicBezTo>
                <a:cubicBezTo>
                  <a:pt x="1327549" y="74197"/>
                  <a:pt x="1327771" y="77667"/>
                  <a:pt x="1328215" y="80870"/>
                </a:cubicBezTo>
                <a:cubicBezTo>
                  <a:pt x="1328660" y="84073"/>
                  <a:pt x="1329395" y="86853"/>
                  <a:pt x="1330418" y="89211"/>
                </a:cubicBezTo>
                <a:cubicBezTo>
                  <a:pt x="1331442" y="91568"/>
                  <a:pt x="1332776" y="93414"/>
                  <a:pt x="1334421" y="94750"/>
                </a:cubicBezTo>
                <a:cubicBezTo>
                  <a:pt x="1336068" y="96084"/>
                  <a:pt x="1338137" y="96751"/>
                  <a:pt x="1340628" y="96751"/>
                </a:cubicBezTo>
                <a:cubicBezTo>
                  <a:pt x="1349168" y="96751"/>
                  <a:pt x="1353438" y="86298"/>
                  <a:pt x="1353438" y="65391"/>
                </a:cubicBezTo>
                <a:moveTo>
                  <a:pt x="1307799" y="70327"/>
                </a:moveTo>
                <a:cubicBezTo>
                  <a:pt x="1307799" y="64366"/>
                  <a:pt x="1308711" y="59162"/>
                  <a:pt x="1310534" y="54715"/>
                </a:cubicBezTo>
                <a:cubicBezTo>
                  <a:pt x="1312358" y="50266"/>
                  <a:pt x="1314783" y="46552"/>
                  <a:pt x="1317808" y="43572"/>
                </a:cubicBezTo>
                <a:cubicBezTo>
                  <a:pt x="1320832" y="40591"/>
                  <a:pt x="1324324" y="38367"/>
                  <a:pt x="1328282" y="36899"/>
                </a:cubicBezTo>
                <a:cubicBezTo>
                  <a:pt x="1332242" y="35430"/>
                  <a:pt x="1336312" y="34696"/>
                  <a:pt x="1340494" y="34696"/>
                </a:cubicBezTo>
                <a:cubicBezTo>
                  <a:pt x="1350903" y="34696"/>
                  <a:pt x="1358954" y="37632"/>
                  <a:pt x="1364648" y="43505"/>
                </a:cubicBezTo>
                <a:cubicBezTo>
                  <a:pt x="1370341" y="49376"/>
                  <a:pt x="1373188" y="57339"/>
                  <a:pt x="1373188" y="67392"/>
                </a:cubicBezTo>
                <a:cubicBezTo>
                  <a:pt x="1373188" y="72818"/>
                  <a:pt x="1372387" y="77712"/>
                  <a:pt x="1370785" y="82072"/>
                </a:cubicBezTo>
                <a:cubicBezTo>
                  <a:pt x="1369185" y="86431"/>
                  <a:pt x="1366939" y="90145"/>
                  <a:pt x="1364047" y="93214"/>
                </a:cubicBezTo>
                <a:cubicBezTo>
                  <a:pt x="1361156" y="96284"/>
                  <a:pt x="1357708" y="98574"/>
                  <a:pt x="1353705" y="100087"/>
                </a:cubicBezTo>
                <a:cubicBezTo>
                  <a:pt x="1349702" y="101599"/>
                  <a:pt x="1345298" y="102355"/>
                  <a:pt x="1340494" y="102355"/>
                </a:cubicBezTo>
                <a:cubicBezTo>
                  <a:pt x="1336490" y="102355"/>
                  <a:pt x="1332553" y="101821"/>
                  <a:pt x="1328683" y="100753"/>
                </a:cubicBezTo>
                <a:cubicBezTo>
                  <a:pt x="1324813" y="99686"/>
                  <a:pt x="1321321" y="97885"/>
                  <a:pt x="1318207" y="95350"/>
                </a:cubicBezTo>
                <a:cubicBezTo>
                  <a:pt x="1315094" y="92815"/>
                  <a:pt x="1312581" y="89500"/>
                  <a:pt x="1310668" y="85407"/>
                </a:cubicBezTo>
                <a:cubicBezTo>
                  <a:pt x="1308756" y="81314"/>
                  <a:pt x="1307799" y="76287"/>
                  <a:pt x="1307799" y="70327"/>
                </a:cubicBezTo>
                <a:close/>
                <a:moveTo>
                  <a:pt x="1403616" y="46439"/>
                </a:moveTo>
                <a:cubicBezTo>
                  <a:pt x="1406107" y="42703"/>
                  <a:pt x="1409020" y="39812"/>
                  <a:pt x="1412356" y="37767"/>
                </a:cubicBezTo>
                <a:cubicBezTo>
                  <a:pt x="1415692" y="35720"/>
                  <a:pt x="1419495" y="34696"/>
                  <a:pt x="1423765" y="34696"/>
                </a:cubicBezTo>
                <a:cubicBezTo>
                  <a:pt x="1430438" y="34696"/>
                  <a:pt x="1435576" y="36631"/>
                  <a:pt x="1439179" y="40501"/>
                </a:cubicBezTo>
                <a:cubicBezTo>
                  <a:pt x="1442782" y="44372"/>
                  <a:pt x="1444584" y="50622"/>
                  <a:pt x="1444584" y="59251"/>
                </a:cubicBezTo>
                <a:cubicBezTo>
                  <a:pt x="1444584" y="63788"/>
                  <a:pt x="1444495" y="67791"/>
                  <a:pt x="1444317" y="71261"/>
                </a:cubicBezTo>
                <a:cubicBezTo>
                  <a:pt x="1444139" y="74731"/>
                  <a:pt x="1444050" y="78201"/>
                  <a:pt x="1444050" y="81671"/>
                </a:cubicBezTo>
                <a:cubicBezTo>
                  <a:pt x="1444050" y="84517"/>
                  <a:pt x="1444117" y="87609"/>
                  <a:pt x="1444250" y="90946"/>
                </a:cubicBezTo>
                <a:cubicBezTo>
                  <a:pt x="1444384" y="94281"/>
                  <a:pt x="1444540" y="97506"/>
                  <a:pt x="1444718" y="100620"/>
                </a:cubicBezTo>
                <a:cubicBezTo>
                  <a:pt x="1443561" y="100442"/>
                  <a:pt x="1442093" y="100353"/>
                  <a:pt x="1440314" y="100353"/>
                </a:cubicBezTo>
                <a:cubicBezTo>
                  <a:pt x="1438534" y="100353"/>
                  <a:pt x="1436665" y="100353"/>
                  <a:pt x="1434708" y="100353"/>
                </a:cubicBezTo>
                <a:cubicBezTo>
                  <a:pt x="1432751" y="100353"/>
                  <a:pt x="1430884" y="100353"/>
                  <a:pt x="1429104" y="100353"/>
                </a:cubicBezTo>
                <a:cubicBezTo>
                  <a:pt x="1427324" y="100353"/>
                  <a:pt x="1425856" y="100442"/>
                  <a:pt x="1424699" y="100620"/>
                </a:cubicBezTo>
                <a:cubicBezTo>
                  <a:pt x="1425323" y="95994"/>
                  <a:pt x="1425723" y="90545"/>
                  <a:pt x="1425901" y="84273"/>
                </a:cubicBezTo>
                <a:cubicBezTo>
                  <a:pt x="1426079" y="78001"/>
                  <a:pt x="1426168" y="70817"/>
                  <a:pt x="1426168" y="62721"/>
                </a:cubicBezTo>
                <a:cubicBezTo>
                  <a:pt x="1426168" y="57116"/>
                  <a:pt x="1425211" y="53001"/>
                  <a:pt x="1423298" y="50377"/>
                </a:cubicBezTo>
                <a:cubicBezTo>
                  <a:pt x="1421386" y="47752"/>
                  <a:pt x="1418694" y="46439"/>
                  <a:pt x="1415225" y="46439"/>
                </a:cubicBezTo>
                <a:cubicBezTo>
                  <a:pt x="1411221" y="46439"/>
                  <a:pt x="1408286" y="48174"/>
                  <a:pt x="1406418" y="51644"/>
                </a:cubicBezTo>
                <a:cubicBezTo>
                  <a:pt x="1404550" y="55114"/>
                  <a:pt x="1403616" y="59918"/>
                  <a:pt x="1403616" y="66057"/>
                </a:cubicBezTo>
                <a:lnTo>
                  <a:pt x="1403616" y="71396"/>
                </a:lnTo>
                <a:cubicBezTo>
                  <a:pt x="1403616" y="76822"/>
                  <a:pt x="1403682" y="81937"/>
                  <a:pt x="1403815" y="86741"/>
                </a:cubicBezTo>
                <a:cubicBezTo>
                  <a:pt x="1403948" y="91545"/>
                  <a:pt x="1404238" y="96172"/>
                  <a:pt x="1404683" y="100620"/>
                </a:cubicBezTo>
                <a:cubicBezTo>
                  <a:pt x="1403526" y="100442"/>
                  <a:pt x="1402081" y="100353"/>
                  <a:pt x="1400346" y="100353"/>
                </a:cubicBezTo>
                <a:cubicBezTo>
                  <a:pt x="1398611" y="100353"/>
                  <a:pt x="1396720" y="100353"/>
                  <a:pt x="1394675" y="100353"/>
                </a:cubicBezTo>
                <a:cubicBezTo>
                  <a:pt x="1392627" y="100353"/>
                  <a:pt x="1390759" y="100353"/>
                  <a:pt x="1389069" y="100353"/>
                </a:cubicBezTo>
                <a:cubicBezTo>
                  <a:pt x="1387379" y="100353"/>
                  <a:pt x="1385911" y="100442"/>
                  <a:pt x="1384664" y="100620"/>
                </a:cubicBezTo>
                <a:cubicBezTo>
                  <a:pt x="1385110" y="96172"/>
                  <a:pt x="1385399" y="91545"/>
                  <a:pt x="1385532" y="86741"/>
                </a:cubicBezTo>
                <a:cubicBezTo>
                  <a:pt x="1385666" y="81937"/>
                  <a:pt x="1385733" y="76822"/>
                  <a:pt x="1385733" y="71396"/>
                </a:cubicBezTo>
                <a:lnTo>
                  <a:pt x="1385733" y="66057"/>
                </a:lnTo>
                <a:cubicBezTo>
                  <a:pt x="1385733" y="60631"/>
                  <a:pt x="1385666" y="55538"/>
                  <a:pt x="1385532" y="50778"/>
                </a:cubicBezTo>
                <a:cubicBezTo>
                  <a:pt x="1385399" y="46018"/>
                  <a:pt x="1385110" y="41235"/>
                  <a:pt x="1384664" y="36431"/>
                </a:cubicBezTo>
                <a:cubicBezTo>
                  <a:pt x="1386266" y="36609"/>
                  <a:pt x="1387846" y="36765"/>
                  <a:pt x="1389403" y="36899"/>
                </a:cubicBezTo>
                <a:cubicBezTo>
                  <a:pt x="1390960" y="37032"/>
                  <a:pt x="1392539" y="37099"/>
                  <a:pt x="1394139" y="37099"/>
                </a:cubicBezTo>
                <a:cubicBezTo>
                  <a:pt x="1395741" y="37099"/>
                  <a:pt x="1397320" y="37032"/>
                  <a:pt x="1398877" y="36899"/>
                </a:cubicBezTo>
                <a:cubicBezTo>
                  <a:pt x="1400435" y="36765"/>
                  <a:pt x="1402103" y="36609"/>
                  <a:pt x="1403883" y="36431"/>
                </a:cubicBezTo>
                <a:lnTo>
                  <a:pt x="1403347" y="46439"/>
                </a:lnTo>
                <a:lnTo>
                  <a:pt x="1403616" y="46439"/>
                </a:lnTo>
                <a:close/>
                <a:moveTo>
                  <a:pt x="1460998" y="84206"/>
                </a:moveTo>
                <a:cubicBezTo>
                  <a:pt x="1461532" y="85630"/>
                  <a:pt x="1462221" y="86987"/>
                  <a:pt x="1463065" y="88276"/>
                </a:cubicBezTo>
                <a:cubicBezTo>
                  <a:pt x="1463911" y="89566"/>
                  <a:pt x="1464956" y="90723"/>
                  <a:pt x="1466201" y="91746"/>
                </a:cubicBezTo>
                <a:cubicBezTo>
                  <a:pt x="1467447" y="92770"/>
                  <a:pt x="1468938" y="93593"/>
                  <a:pt x="1470673" y="94216"/>
                </a:cubicBezTo>
                <a:cubicBezTo>
                  <a:pt x="1472407" y="94838"/>
                  <a:pt x="1474431" y="95149"/>
                  <a:pt x="1476745" y="95149"/>
                </a:cubicBezTo>
                <a:cubicBezTo>
                  <a:pt x="1479859" y="95149"/>
                  <a:pt x="1482261" y="94349"/>
                  <a:pt x="1483951" y="92748"/>
                </a:cubicBezTo>
                <a:cubicBezTo>
                  <a:pt x="1485641" y="91146"/>
                  <a:pt x="1486486" y="89411"/>
                  <a:pt x="1486486" y="87543"/>
                </a:cubicBezTo>
                <a:cubicBezTo>
                  <a:pt x="1486486" y="85496"/>
                  <a:pt x="1485730" y="83850"/>
                  <a:pt x="1484218" y="82605"/>
                </a:cubicBezTo>
                <a:cubicBezTo>
                  <a:pt x="1482706" y="81359"/>
                  <a:pt x="1480815" y="80225"/>
                  <a:pt x="1478547" y="79203"/>
                </a:cubicBezTo>
                <a:cubicBezTo>
                  <a:pt x="1476278" y="78179"/>
                  <a:pt x="1473810" y="77134"/>
                  <a:pt x="1471141" y="76067"/>
                </a:cubicBezTo>
                <a:cubicBezTo>
                  <a:pt x="1468472" y="74999"/>
                  <a:pt x="1466003" y="73642"/>
                  <a:pt x="1463733" y="71996"/>
                </a:cubicBezTo>
                <a:cubicBezTo>
                  <a:pt x="1461465" y="70350"/>
                  <a:pt x="1459574" y="68281"/>
                  <a:pt x="1458062" y="65790"/>
                </a:cubicBezTo>
                <a:cubicBezTo>
                  <a:pt x="1456550" y="63299"/>
                  <a:pt x="1455793" y="60096"/>
                  <a:pt x="1455793" y="56183"/>
                </a:cubicBezTo>
                <a:cubicBezTo>
                  <a:pt x="1455793" y="52445"/>
                  <a:pt x="1456483" y="49220"/>
                  <a:pt x="1457862" y="46506"/>
                </a:cubicBezTo>
                <a:cubicBezTo>
                  <a:pt x="1459242" y="43793"/>
                  <a:pt x="1461043" y="41568"/>
                  <a:pt x="1463267" y="39834"/>
                </a:cubicBezTo>
                <a:cubicBezTo>
                  <a:pt x="1465490" y="38099"/>
                  <a:pt x="1468003" y="36809"/>
                  <a:pt x="1470805" y="35965"/>
                </a:cubicBezTo>
                <a:cubicBezTo>
                  <a:pt x="1473608" y="35119"/>
                  <a:pt x="1476389" y="34696"/>
                  <a:pt x="1479147" y="34696"/>
                </a:cubicBezTo>
                <a:cubicBezTo>
                  <a:pt x="1482883" y="34696"/>
                  <a:pt x="1486197" y="35230"/>
                  <a:pt x="1489089" y="36299"/>
                </a:cubicBezTo>
                <a:cubicBezTo>
                  <a:pt x="1491980" y="37366"/>
                  <a:pt x="1494938" y="38922"/>
                  <a:pt x="1497963" y="40968"/>
                </a:cubicBezTo>
                <a:cubicBezTo>
                  <a:pt x="1497163" y="42747"/>
                  <a:pt x="1496496" y="44661"/>
                  <a:pt x="1495961" y="46708"/>
                </a:cubicBezTo>
                <a:cubicBezTo>
                  <a:pt x="1495427" y="48754"/>
                  <a:pt x="1495028" y="50755"/>
                  <a:pt x="1494762" y="52713"/>
                </a:cubicBezTo>
                <a:lnTo>
                  <a:pt x="1491025" y="52713"/>
                </a:lnTo>
                <a:cubicBezTo>
                  <a:pt x="1490758" y="51645"/>
                  <a:pt x="1490312" y="50466"/>
                  <a:pt x="1489689" y="49176"/>
                </a:cubicBezTo>
                <a:cubicBezTo>
                  <a:pt x="1489066" y="47886"/>
                  <a:pt x="1488221" y="46663"/>
                  <a:pt x="1487154" y="45507"/>
                </a:cubicBezTo>
                <a:cubicBezTo>
                  <a:pt x="1486087" y="44350"/>
                  <a:pt x="1484797" y="43394"/>
                  <a:pt x="1483283" y="42637"/>
                </a:cubicBezTo>
                <a:cubicBezTo>
                  <a:pt x="1481771" y="41881"/>
                  <a:pt x="1479948" y="41503"/>
                  <a:pt x="1477814" y="41503"/>
                </a:cubicBezTo>
                <a:cubicBezTo>
                  <a:pt x="1475143" y="41503"/>
                  <a:pt x="1472896" y="42215"/>
                  <a:pt x="1471072" y="43639"/>
                </a:cubicBezTo>
                <a:cubicBezTo>
                  <a:pt x="1469248" y="45062"/>
                  <a:pt x="1468337" y="46930"/>
                  <a:pt x="1468337" y="49243"/>
                </a:cubicBezTo>
                <a:cubicBezTo>
                  <a:pt x="1468337" y="51378"/>
                  <a:pt x="1469115" y="53091"/>
                  <a:pt x="1470673" y="54381"/>
                </a:cubicBezTo>
                <a:cubicBezTo>
                  <a:pt x="1472230" y="55670"/>
                  <a:pt x="1474165" y="56804"/>
                  <a:pt x="1476478" y="57783"/>
                </a:cubicBezTo>
                <a:cubicBezTo>
                  <a:pt x="1478791" y="58762"/>
                  <a:pt x="1481326" y="59741"/>
                  <a:pt x="1484083" y="60720"/>
                </a:cubicBezTo>
                <a:cubicBezTo>
                  <a:pt x="1486842" y="61698"/>
                  <a:pt x="1489378" y="62966"/>
                  <a:pt x="1491691" y="64523"/>
                </a:cubicBezTo>
                <a:cubicBezTo>
                  <a:pt x="1494004" y="66079"/>
                  <a:pt x="1495939" y="68102"/>
                  <a:pt x="1497496" y="70593"/>
                </a:cubicBezTo>
                <a:cubicBezTo>
                  <a:pt x="1499053" y="73084"/>
                  <a:pt x="1499832" y="76287"/>
                  <a:pt x="1499832" y="80203"/>
                </a:cubicBezTo>
                <a:cubicBezTo>
                  <a:pt x="1499832" y="84118"/>
                  <a:pt x="1499120" y="87476"/>
                  <a:pt x="1497696" y="90278"/>
                </a:cubicBezTo>
                <a:cubicBezTo>
                  <a:pt x="1496273" y="93080"/>
                  <a:pt x="1494360" y="95393"/>
                  <a:pt x="1491958" y="97218"/>
                </a:cubicBezTo>
                <a:cubicBezTo>
                  <a:pt x="1489556" y="99041"/>
                  <a:pt x="1486821" y="100353"/>
                  <a:pt x="1483751" y="101154"/>
                </a:cubicBezTo>
                <a:cubicBezTo>
                  <a:pt x="1480682" y="101955"/>
                  <a:pt x="1477457" y="102355"/>
                  <a:pt x="1474077" y="102355"/>
                </a:cubicBezTo>
                <a:cubicBezTo>
                  <a:pt x="1470072" y="102355"/>
                  <a:pt x="1466469" y="101777"/>
                  <a:pt x="1463267" y="100620"/>
                </a:cubicBezTo>
                <a:cubicBezTo>
                  <a:pt x="1460064" y="99464"/>
                  <a:pt x="1457529" y="98263"/>
                  <a:pt x="1455661" y="97018"/>
                </a:cubicBezTo>
                <a:cubicBezTo>
                  <a:pt x="1456728" y="92747"/>
                  <a:pt x="1457395" y="88477"/>
                  <a:pt x="1457663" y="84206"/>
                </a:cubicBezTo>
                <a:lnTo>
                  <a:pt x="1460998" y="842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3988E-951B-4954-99B1-5E7BCC3C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199" y="3378161"/>
            <a:ext cx="2592288" cy="348955"/>
          </a:xfrm>
          <a:custGeom xmlns:a="http://schemas.openxmlformats.org/drawingml/2006/main">
            <a:pathLst>
              <a:path w="2592288" h="348955">
                <a:moveTo>
                  <a:pt x="53936" y="0"/>
                </a:moveTo>
                <a:lnTo>
                  <a:pt x="2538351" y="0"/>
                </a:lnTo>
                <a:cubicBezTo>
                  <a:pt x="2554180" y="0"/>
                  <a:pt x="2563676" y="0"/>
                  <a:pt x="2570007" y="2644"/>
                </a:cubicBezTo>
                <a:cubicBezTo>
                  <a:pt x="2579135" y="5964"/>
                  <a:pt x="2586324" y="13155"/>
                  <a:pt x="2589647" y="22281"/>
                </a:cubicBezTo>
                <a:cubicBezTo>
                  <a:pt x="2592288" y="28612"/>
                  <a:pt x="2592288" y="38110"/>
                  <a:pt x="2592288" y="53936"/>
                </a:cubicBezTo>
                <a:lnTo>
                  <a:pt x="2592288" y="295018"/>
                </a:lnTo>
                <a:cubicBezTo>
                  <a:pt x="2592288" y="310846"/>
                  <a:pt x="2592288" y="320343"/>
                  <a:pt x="2589647" y="326674"/>
                </a:cubicBezTo>
                <a:cubicBezTo>
                  <a:pt x="2586324" y="335801"/>
                  <a:pt x="2579135" y="342990"/>
                  <a:pt x="2570007" y="346312"/>
                </a:cubicBezTo>
                <a:cubicBezTo>
                  <a:pt x="2563676" y="348955"/>
                  <a:pt x="2554180" y="348955"/>
                  <a:pt x="2538351" y="348955"/>
                </a:cubicBezTo>
                <a:lnTo>
                  <a:pt x="53936" y="348955"/>
                </a:lnTo>
                <a:cubicBezTo>
                  <a:pt x="38110" y="348955"/>
                  <a:pt x="28612" y="348955"/>
                  <a:pt x="22281" y="346312"/>
                </a:cubicBezTo>
                <a:cubicBezTo>
                  <a:pt x="13155" y="342990"/>
                  <a:pt x="5964" y="335801"/>
                  <a:pt x="2644" y="326674"/>
                </a:cubicBezTo>
                <a:cubicBezTo>
                  <a:pt x="0" y="320343"/>
                  <a:pt x="0" y="310846"/>
                  <a:pt x="0" y="295018"/>
                </a:cubicBezTo>
                <a:lnTo>
                  <a:pt x="0" y="53936"/>
                </a:lnTo>
                <a:cubicBezTo>
                  <a:pt x="0" y="38110"/>
                  <a:pt x="0" y="28612"/>
                  <a:pt x="2644" y="22281"/>
                </a:cubicBezTo>
                <a:cubicBezTo>
                  <a:pt x="5964" y="13155"/>
                  <a:pt x="13155" y="5964"/>
                  <a:pt x="22281" y="2644"/>
                </a:cubicBezTo>
                <a:cubicBezTo>
                  <a:pt x="28612" y="0"/>
                  <a:pt x="38110" y="0"/>
                  <a:pt x="53936" y="0"/>
                </a:cubicBezTo>
                <a:close/>
                <a:moveTo>
                  <a:pt x="53936" y="0"/>
                </a:moveTo>
              </a:path>
            </a:pathLst>
          </a:custGeom>
          <a:solidFill xmlns:a="http://schemas.openxmlformats.org/drawingml/2006/main">
            <a:srgbClr val="F4D491">
              <a:alpha val="3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675EF-0423-40A3-AFC8-C9A9E6ED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478" y="3473909"/>
            <a:ext cx="637886" cy="162045"/>
          </a:xfrm>
          <a:custGeom xmlns:a="http://schemas.openxmlformats.org/drawingml/2006/main">
            <a:pathLst>
              <a:path w="637886" h="162045">
                <a:moveTo>
                  <a:pt x="0" y="0"/>
                </a:moveTo>
                <a:lnTo>
                  <a:pt x="637886" y="0"/>
                </a:lnTo>
                <a:lnTo>
                  <a:pt x="637886" y="162045"/>
                </a:lnTo>
                <a:lnTo>
                  <a:pt x="0" y="1620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B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1:Option1">
            <a:extLst xmlns:a="http://schemas.openxmlformats.org/drawingml/2006/main">
              <a:ext uri="{FF2B5EF4-FFF2-40B4-BE49-F238E27FC236}">
                <a16:creationId xmlns:a16="http://schemas.microsoft.com/office/drawing/2014/main" id="{04E2618F-A620-476D-BB51-CF305910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817" y="3497167"/>
            <a:ext cx="605726" cy="135049"/>
          </a:xfrm>
          <a:custGeom xmlns:a="http://schemas.openxmlformats.org/drawingml/2006/main">
            <a:pathLst>
              <a:path w="605726" h="135049">
                <a:moveTo>
                  <a:pt x="42037" y="10008"/>
                </a:moveTo>
                <a:cubicBezTo>
                  <a:pt x="41859" y="12677"/>
                  <a:pt x="41703" y="15635"/>
                  <a:pt x="41570" y="18882"/>
                </a:cubicBezTo>
                <a:cubicBezTo>
                  <a:pt x="41437" y="22129"/>
                  <a:pt x="41304" y="25488"/>
                  <a:pt x="41169" y="28958"/>
                </a:cubicBezTo>
                <a:cubicBezTo>
                  <a:pt x="41036" y="32428"/>
                  <a:pt x="40925" y="35942"/>
                  <a:pt x="40835" y="39502"/>
                </a:cubicBezTo>
                <a:cubicBezTo>
                  <a:pt x="40747" y="43060"/>
                  <a:pt x="40703" y="46529"/>
                  <a:pt x="40703" y="49909"/>
                </a:cubicBezTo>
                <a:lnTo>
                  <a:pt x="40703" y="58050"/>
                </a:lnTo>
                <a:lnTo>
                  <a:pt x="40703" y="68193"/>
                </a:lnTo>
                <a:cubicBezTo>
                  <a:pt x="40703" y="72907"/>
                  <a:pt x="40770" y="77756"/>
                  <a:pt x="40903" y="82738"/>
                </a:cubicBezTo>
                <a:cubicBezTo>
                  <a:pt x="41037" y="87720"/>
                  <a:pt x="41237" y="93458"/>
                  <a:pt x="41503" y="99952"/>
                </a:cubicBezTo>
                <a:cubicBezTo>
                  <a:pt x="39724" y="99774"/>
                  <a:pt x="37989" y="99686"/>
                  <a:pt x="36299" y="99686"/>
                </a:cubicBezTo>
                <a:cubicBezTo>
                  <a:pt x="34608" y="99686"/>
                  <a:pt x="32874" y="99686"/>
                  <a:pt x="31094" y="99686"/>
                </a:cubicBezTo>
                <a:cubicBezTo>
                  <a:pt x="29315" y="99686"/>
                  <a:pt x="27559" y="99686"/>
                  <a:pt x="25824" y="99686"/>
                </a:cubicBezTo>
                <a:cubicBezTo>
                  <a:pt x="24089" y="99686"/>
                  <a:pt x="22332" y="99774"/>
                  <a:pt x="20552" y="99952"/>
                </a:cubicBezTo>
                <a:cubicBezTo>
                  <a:pt x="20642" y="98528"/>
                  <a:pt x="20775" y="96482"/>
                  <a:pt x="20953" y="93813"/>
                </a:cubicBezTo>
                <a:cubicBezTo>
                  <a:pt x="21131" y="91144"/>
                  <a:pt x="21286" y="88186"/>
                  <a:pt x="21420" y="84939"/>
                </a:cubicBezTo>
                <a:cubicBezTo>
                  <a:pt x="21553" y="81692"/>
                  <a:pt x="21686" y="78244"/>
                  <a:pt x="21819" y="74597"/>
                </a:cubicBezTo>
                <a:cubicBezTo>
                  <a:pt x="21953" y="70949"/>
                  <a:pt x="22020" y="67257"/>
                  <a:pt x="22020" y="63521"/>
                </a:cubicBezTo>
                <a:lnTo>
                  <a:pt x="22020" y="25889"/>
                </a:lnTo>
                <a:cubicBezTo>
                  <a:pt x="21397" y="26155"/>
                  <a:pt x="20462" y="26600"/>
                  <a:pt x="19216" y="27223"/>
                </a:cubicBezTo>
                <a:cubicBezTo>
                  <a:pt x="17971" y="27846"/>
                  <a:pt x="16615" y="28536"/>
                  <a:pt x="15146" y="29292"/>
                </a:cubicBezTo>
                <a:cubicBezTo>
                  <a:pt x="13678" y="30048"/>
                  <a:pt x="12188" y="30804"/>
                  <a:pt x="10676" y="31560"/>
                </a:cubicBezTo>
                <a:cubicBezTo>
                  <a:pt x="9164" y="32316"/>
                  <a:pt x="7785" y="32961"/>
                  <a:pt x="6540" y="33495"/>
                </a:cubicBezTo>
                <a:cubicBezTo>
                  <a:pt x="5562" y="32160"/>
                  <a:pt x="4427" y="30759"/>
                  <a:pt x="3136" y="29292"/>
                </a:cubicBezTo>
                <a:cubicBezTo>
                  <a:pt x="1846" y="27823"/>
                  <a:pt x="801" y="26778"/>
                  <a:pt x="0" y="26156"/>
                </a:cubicBezTo>
                <a:cubicBezTo>
                  <a:pt x="6940" y="23665"/>
                  <a:pt x="13523" y="21062"/>
                  <a:pt x="19750" y="18349"/>
                </a:cubicBezTo>
                <a:cubicBezTo>
                  <a:pt x="25978" y="15635"/>
                  <a:pt x="32562" y="12499"/>
                  <a:pt x="39502" y="8941"/>
                </a:cubicBezTo>
                <a:lnTo>
                  <a:pt x="42037" y="10008"/>
                </a:lnTo>
                <a:close/>
                <a:moveTo>
                  <a:pt x="74466" y="47374"/>
                </a:moveTo>
                <a:cubicBezTo>
                  <a:pt x="74466" y="44349"/>
                  <a:pt x="75533" y="41769"/>
                  <a:pt x="77667" y="39634"/>
                </a:cubicBezTo>
                <a:cubicBezTo>
                  <a:pt x="79803" y="37499"/>
                  <a:pt x="82383" y="36431"/>
                  <a:pt x="85409" y="36431"/>
                </a:cubicBezTo>
                <a:cubicBezTo>
                  <a:pt x="88434" y="36431"/>
                  <a:pt x="91013" y="37499"/>
                  <a:pt x="93147" y="39634"/>
                </a:cubicBezTo>
                <a:cubicBezTo>
                  <a:pt x="95282" y="41769"/>
                  <a:pt x="96350" y="44349"/>
                  <a:pt x="96350" y="47374"/>
                </a:cubicBezTo>
                <a:cubicBezTo>
                  <a:pt x="96350" y="50398"/>
                  <a:pt x="95282" y="52978"/>
                  <a:pt x="93147" y="55114"/>
                </a:cubicBezTo>
                <a:cubicBezTo>
                  <a:pt x="91013" y="57249"/>
                  <a:pt x="88434" y="58317"/>
                  <a:pt x="85409" y="58317"/>
                </a:cubicBezTo>
                <a:cubicBezTo>
                  <a:pt x="82383" y="58317"/>
                  <a:pt x="79803" y="57249"/>
                  <a:pt x="77667" y="55114"/>
                </a:cubicBezTo>
                <a:cubicBezTo>
                  <a:pt x="75533" y="52978"/>
                  <a:pt x="74466" y="50398"/>
                  <a:pt x="74466" y="47374"/>
                </a:cubicBezTo>
                <a:moveTo>
                  <a:pt x="74466" y="91145"/>
                </a:moveTo>
                <a:cubicBezTo>
                  <a:pt x="74466" y="88120"/>
                  <a:pt x="75533" y="85540"/>
                  <a:pt x="77667" y="83406"/>
                </a:cubicBezTo>
                <a:cubicBezTo>
                  <a:pt x="79803" y="81270"/>
                  <a:pt x="82383" y="80203"/>
                  <a:pt x="85409" y="80203"/>
                </a:cubicBezTo>
                <a:cubicBezTo>
                  <a:pt x="88434" y="80203"/>
                  <a:pt x="91013" y="81270"/>
                  <a:pt x="93147" y="83406"/>
                </a:cubicBezTo>
                <a:cubicBezTo>
                  <a:pt x="95282" y="85540"/>
                  <a:pt x="96350" y="88120"/>
                  <a:pt x="96350" y="91145"/>
                </a:cubicBezTo>
                <a:cubicBezTo>
                  <a:pt x="96350" y="94170"/>
                  <a:pt x="95282" y="96683"/>
                  <a:pt x="93147" y="98686"/>
                </a:cubicBezTo>
                <a:cubicBezTo>
                  <a:pt x="91013" y="100687"/>
                  <a:pt x="88434" y="101687"/>
                  <a:pt x="85409" y="101687"/>
                </a:cubicBezTo>
                <a:cubicBezTo>
                  <a:pt x="82383" y="101687"/>
                  <a:pt x="79803" y="100687"/>
                  <a:pt x="77667" y="98686"/>
                </a:cubicBezTo>
                <a:cubicBezTo>
                  <a:pt x="75533" y="96683"/>
                  <a:pt x="74466" y="94170"/>
                  <a:pt x="74466" y="91145"/>
                </a:cubicBezTo>
                <a:close/>
                <a:moveTo>
                  <a:pt x="225664" y="51377"/>
                </a:moveTo>
                <a:cubicBezTo>
                  <a:pt x="225664" y="45594"/>
                  <a:pt x="224952" y="40412"/>
                  <a:pt x="223528" y="35830"/>
                </a:cubicBezTo>
                <a:cubicBezTo>
                  <a:pt x="222105" y="31249"/>
                  <a:pt x="220126" y="27357"/>
                  <a:pt x="217590" y="24154"/>
                </a:cubicBezTo>
                <a:cubicBezTo>
                  <a:pt x="215054" y="20950"/>
                  <a:pt x="211985" y="18481"/>
                  <a:pt x="208382" y="16746"/>
                </a:cubicBezTo>
                <a:cubicBezTo>
                  <a:pt x="204779" y="15011"/>
                  <a:pt x="200842" y="14144"/>
                  <a:pt x="196572" y="14144"/>
                </a:cubicBezTo>
                <a:cubicBezTo>
                  <a:pt x="192035" y="14144"/>
                  <a:pt x="187964" y="15234"/>
                  <a:pt x="184360" y="17414"/>
                </a:cubicBezTo>
                <a:cubicBezTo>
                  <a:pt x="180757" y="19594"/>
                  <a:pt x="177710" y="22553"/>
                  <a:pt x="175219" y="26290"/>
                </a:cubicBezTo>
                <a:cubicBezTo>
                  <a:pt x="172728" y="30026"/>
                  <a:pt x="170838" y="34408"/>
                  <a:pt x="169548" y="39434"/>
                </a:cubicBezTo>
                <a:cubicBezTo>
                  <a:pt x="168259" y="44460"/>
                  <a:pt x="167614" y="49820"/>
                  <a:pt x="167614" y="55515"/>
                </a:cubicBezTo>
                <a:cubicBezTo>
                  <a:pt x="167614" y="62631"/>
                  <a:pt x="168370" y="68636"/>
                  <a:pt x="169882" y="73530"/>
                </a:cubicBezTo>
                <a:cubicBezTo>
                  <a:pt x="171394" y="78422"/>
                  <a:pt x="173440" y="82359"/>
                  <a:pt x="176019" y="85340"/>
                </a:cubicBezTo>
                <a:cubicBezTo>
                  <a:pt x="178600" y="88320"/>
                  <a:pt x="181580" y="90477"/>
                  <a:pt x="184961" y="91811"/>
                </a:cubicBezTo>
                <a:cubicBezTo>
                  <a:pt x="188342" y="93146"/>
                  <a:pt x="191901" y="93813"/>
                  <a:pt x="195637" y="93813"/>
                </a:cubicBezTo>
                <a:cubicBezTo>
                  <a:pt x="199640" y="93813"/>
                  <a:pt x="203466" y="92968"/>
                  <a:pt x="207113" y="91278"/>
                </a:cubicBezTo>
                <a:cubicBezTo>
                  <a:pt x="210761" y="89588"/>
                  <a:pt x="213942" y="87008"/>
                  <a:pt x="216655" y="83538"/>
                </a:cubicBezTo>
                <a:cubicBezTo>
                  <a:pt x="219369" y="80068"/>
                  <a:pt x="221548" y="75664"/>
                  <a:pt x="223194" y="70327"/>
                </a:cubicBezTo>
                <a:cubicBezTo>
                  <a:pt x="224840" y="64989"/>
                  <a:pt x="225664" y="58672"/>
                  <a:pt x="225664" y="51377"/>
                </a:cubicBezTo>
                <a:moveTo>
                  <a:pt x="145728" y="54313"/>
                </a:moveTo>
                <a:cubicBezTo>
                  <a:pt x="145728" y="47729"/>
                  <a:pt x="146951" y="41546"/>
                  <a:pt x="149397" y="35763"/>
                </a:cubicBezTo>
                <a:cubicBezTo>
                  <a:pt x="151843" y="29980"/>
                  <a:pt x="155291" y="24909"/>
                  <a:pt x="159739" y="20550"/>
                </a:cubicBezTo>
                <a:cubicBezTo>
                  <a:pt x="164188" y="16191"/>
                  <a:pt x="169571" y="12766"/>
                  <a:pt x="175887" y="10275"/>
                </a:cubicBezTo>
                <a:cubicBezTo>
                  <a:pt x="182204" y="7784"/>
                  <a:pt x="189232" y="6538"/>
                  <a:pt x="196973" y="6538"/>
                </a:cubicBezTo>
                <a:cubicBezTo>
                  <a:pt x="204089" y="6538"/>
                  <a:pt x="210716" y="7517"/>
                  <a:pt x="216855" y="9475"/>
                </a:cubicBezTo>
                <a:cubicBezTo>
                  <a:pt x="222993" y="11431"/>
                  <a:pt x="228331" y="14367"/>
                  <a:pt x="232868" y="18282"/>
                </a:cubicBezTo>
                <a:cubicBezTo>
                  <a:pt x="237406" y="22197"/>
                  <a:pt x="240987" y="27157"/>
                  <a:pt x="243611" y="33163"/>
                </a:cubicBezTo>
                <a:cubicBezTo>
                  <a:pt x="246237" y="39167"/>
                  <a:pt x="247550" y="46172"/>
                  <a:pt x="247550" y="54179"/>
                </a:cubicBezTo>
                <a:cubicBezTo>
                  <a:pt x="247550" y="60851"/>
                  <a:pt x="246282" y="67079"/>
                  <a:pt x="243746" y="72862"/>
                </a:cubicBezTo>
                <a:cubicBezTo>
                  <a:pt x="241210" y="78645"/>
                  <a:pt x="237695" y="83694"/>
                  <a:pt x="233202" y="88010"/>
                </a:cubicBezTo>
                <a:cubicBezTo>
                  <a:pt x="228710" y="92324"/>
                  <a:pt x="223350" y="95682"/>
                  <a:pt x="217122" y="98085"/>
                </a:cubicBezTo>
                <a:cubicBezTo>
                  <a:pt x="210895" y="100486"/>
                  <a:pt x="204045" y="101687"/>
                  <a:pt x="196572" y="101687"/>
                </a:cubicBezTo>
                <a:cubicBezTo>
                  <a:pt x="189544" y="101687"/>
                  <a:pt x="182938" y="100820"/>
                  <a:pt x="176755" y="99085"/>
                </a:cubicBezTo>
                <a:cubicBezTo>
                  <a:pt x="170571" y="97350"/>
                  <a:pt x="165189" y="94548"/>
                  <a:pt x="160607" y="90679"/>
                </a:cubicBezTo>
                <a:cubicBezTo>
                  <a:pt x="156025" y="86809"/>
                  <a:pt x="152400" y="81871"/>
                  <a:pt x="149731" y="75865"/>
                </a:cubicBezTo>
                <a:cubicBezTo>
                  <a:pt x="147062" y="69860"/>
                  <a:pt x="145728" y="62676"/>
                  <a:pt x="145728" y="54313"/>
                </a:cubicBezTo>
                <a:close/>
                <a:moveTo>
                  <a:pt x="260360" y="81937"/>
                </a:moveTo>
                <a:cubicBezTo>
                  <a:pt x="260360" y="73218"/>
                  <a:pt x="260271" y="65211"/>
                  <a:pt x="260093" y="57916"/>
                </a:cubicBezTo>
                <a:cubicBezTo>
                  <a:pt x="259916" y="50620"/>
                  <a:pt x="259648" y="43236"/>
                  <a:pt x="259291" y="35763"/>
                </a:cubicBezTo>
                <a:cubicBezTo>
                  <a:pt x="260805" y="35941"/>
                  <a:pt x="262362" y="36097"/>
                  <a:pt x="263962" y="36231"/>
                </a:cubicBezTo>
                <a:cubicBezTo>
                  <a:pt x="265564" y="36364"/>
                  <a:pt x="267121" y="36431"/>
                  <a:pt x="268634" y="36431"/>
                </a:cubicBezTo>
                <a:cubicBezTo>
                  <a:pt x="270146" y="36431"/>
                  <a:pt x="271680" y="36364"/>
                  <a:pt x="273238" y="36231"/>
                </a:cubicBezTo>
                <a:cubicBezTo>
                  <a:pt x="274795" y="36097"/>
                  <a:pt x="276329" y="35941"/>
                  <a:pt x="277842" y="35763"/>
                </a:cubicBezTo>
                <a:cubicBezTo>
                  <a:pt x="277664" y="37275"/>
                  <a:pt x="277463" y="39077"/>
                  <a:pt x="277241" y="41169"/>
                </a:cubicBezTo>
                <a:cubicBezTo>
                  <a:pt x="277018" y="43260"/>
                  <a:pt x="276907" y="45283"/>
                  <a:pt x="276907" y="47239"/>
                </a:cubicBezTo>
                <a:lnTo>
                  <a:pt x="277174" y="47239"/>
                </a:lnTo>
                <a:cubicBezTo>
                  <a:pt x="278420" y="43504"/>
                  <a:pt x="280688" y="40368"/>
                  <a:pt x="283979" y="37832"/>
                </a:cubicBezTo>
                <a:cubicBezTo>
                  <a:pt x="287271" y="35296"/>
                  <a:pt x="291319" y="34028"/>
                  <a:pt x="296123" y="34028"/>
                </a:cubicBezTo>
                <a:cubicBezTo>
                  <a:pt x="299505" y="34028"/>
                  <a:pt x="302752" y="34651"/>
                  <a:pt x="305865" y="35897"/>
                </a:cubicBezTo>
                <a:cubicBezTo>
                  <a:pt x="308979" y="37142"/>
                  <a:pt x="311737" y="39099"/>
                  <a:pt x="314138" y="41768"/>
                </a:cubicBezTo>
                <a:cubicBezTo>
                  <a:pt x="316541" y="44437"/>
                  <a:pt x="318454" y="47863"/>
                  <a:pt x="319876" y="52045"/>
                </a:cubicBezTo>
                <a:cubicBezTo>
                  <a:pt x="321300" y="56226"/>
                  <a:pt x="322012" y="61208"/>
                  <a:pt x="322012" y="66991"/>
                </a:cubicBezTo>
                <a:cubicBezTo>
                  <a:pt x="322012" y="73308"/>
                  <a:pt x="321256" y="78690"/>
                  <a:pt x="319744" y="83139"/>
                </a:cubicBezTo>
                <a:cubicBezTo>
                  <a:pt x="318232" y="87586"/>
                  <a:pt x="316252" y="91211"/>
                  <a:pt x="313806" y="94015"/>
                </a:cubicBezTo>
                <a:cubicBezTo>
                  <a:pt x="311360" y="96816"/>
                  <a:pt x="308557" y="98796"/>
                  <a:pt x="305398" y="99952"/>
                </a:cubicBezTo>
                <a:cubicBezTo>
                  <a:pt x="302241" y="101109"/>
                  <a:pt x="299016" y="101687"/>
                  <a:pt x="295724" y="101687"/>
                </a:cubicBezTo>
                <a:cubicBezTo>
                  <a:pt x="291721" y="101687"/>
                  <a:pt x="288251" y="100931"/>
                  <a:pt x="285315" y="99419"/>
                </a:cubicBezTo>
                <a:cubicBezTo>
                  <a:pt x="282378" y="97907"/>
                  <a:pt x="280110" y="95549"/>
                  <a:pt x="278509" y="92347"/>
                </a:cubicBezTo>
                <a:lnTo>
                  <a:pt x="278243" y="92347"/>
                </a:lnTo>
                <a:lnTo>
                  <a:pt x="278243" y="103155"/>
                </a:lnTo>
                <a:cubicBezTo>
                  <a:pt x="278243" y="106270"/>
                  <a:pt x="278264" y="109450"/>
                  <a:pt x="278308" y="112697"/>
                </a:cubicBezTo>
                <a:cubicBezTo>
                  <a:pt x="278353" y="115944"/>
                  <a:pt x="278419" y="119036"/>
                  <a:pt x="278507" y="121970"/>
                </a:cubicBezTo>
                <a:cubicBezTo>
                  <a:pt x="278597" y="124907"/>
                  <a:pt x="278708" y="127532"/>
                  <a:pt x="278841" y="129845"/>
                </a:cubicBezTo>
                <a:cubicBezTo>
                  <a:pt x="278976" y="132158"/>
                  <a:pt x="279132" y="133893"/>
                  <a:pt x="279310" y="135049"/>
                </a:cubicBezTo>
                <a:cubicBezTo>
                  <a:pt x="278153" y="134872"/>
                  <a:pt x="276685" y="134716"/>
                  <a:pt x="274905" y="134581"/>
                </a:cubicBezTo>
                <a:cubicBezTo>
                  <a:pt x="273126" y="134448"/>
                  <a:pt x="271258" y="134382"/>
                  <a:pt x="269301" y="134382"/>
                </a:cubicBezTo>
                <a:cubicBezTo>
                  <a:pt x="267344" y="134382"/>
                  <a:pt x="265475" y="134448"/>
                  <a:pt x="263696" y="134581"/>
                </a:cubicBezTo>
                <a:cubicBezTo>
                  <a:pt x="261916" y="134716"/>
                  <a:pt x="260448" y="134872"/>
                  <a:pt x="259291" y="135049"/>
                </a:cubicBezTo>
                <a:cubicBezTo>
                  <a:pt x="259469" y="131314"/>
                  <a:pt x="259624" y="127622"/>
                  <a:pt x="259757" y="123974"/>
                </a:cubicBezTo>
                <a:cubicBezTo>
                  <a:pt x="259892" y="120327"/>
                  <a:pt x="260003" y="116634"/>
                  <a:pt x="260091" y="112897"/>
                </a:cubicBezTo>
                <a:cubicBezTo>
                  <a:pt x="260181" y="109161"/>
                  <a:pt x="260248" y="105380"/>
                  <a:pt x="260293" y="101553"/>
                </a:cubicBezTo>
                <a:cubicBezTo>
                  <a:pt x="260338" y="97727"/>
                  <a:pt x="260360" y="93635"/>
                  <a:pt x="260360" y="89276"/>
                </a:cubicBezTo>
                <a:lnTo>
                  <a:pt x="260360" y="81937"/>
                </a:lnTo>
                <a:moveTo>
                  <a:pt x="302263" y="67390"/>
                </a:moveTo>
                <a:cubicBezTo>
                  <a:pt x="302263" y="58583"/>
                  <a:pt x="301172" y="52200"/>
                  <a:pt x="298992" y="48241"/>
                </a:cubicBezTo>
                <a:cubicBezTo>
                  <a:pt x="296813" y="44283"/>
                  <a:pt x="293944" y="42303"/>
                  <a:pt x="290385" y="42303"/>
                </a:cubicBezTo>
                <a:cubicBezTo>
                  <a:pt x="288695" y="42303"/>
                  <a:pt x="287094" y="42793"/>
                  <a:pt x="285581" y="43772"/>
                </a:cubicBezTo>
                <a:cubicBezTo>
                  <a:pt x="284069" y="44749"/>
                  <a:pt x="282712" y="46305"/>
                  <a:pt x="281511" y="48441"/>
                </a:cubicBezTo>
                <a:cubicBezTo>
                  <a:pt x="280309" y="50576"/>
                  <a:pt x="279353" y="53379"/>
                  <a:pt x="278642" y="56849"/>
                </a:cubicBezTo>
                <a:cubicBezTo>
                  <a:pt x="277930" y="60318"/>
                  <a:pt x="277575" y="64544"/>
                  <a:pt x="277575" y="69526"/>
                </a:cubicBezTo>
                <a:cubicBezTo>
                  <a:pt x="277575" y="77623"/>
                  <a:pt x="278620" y="83606"/>
                  <a:pt x="280711" y="87476"/>
                </a:cubicBezTo>
                <a:cubicBezTo>
                  <a:pt x="282801" y="91345"/>
                  <a:pt x="285848" y="93279"/>
                  <a:pt x="289851" y="93279"/>
                </a:cubicBezTo>
                <a:cubicBezTo>
                  <a:pt x="293677" y="93279"/>
                  <a:pt x="296701" y="91189"/>
                  <a:pt x="298925" y="87008"/>
                </a:cubicBezTo>
                <a:cubicBezTo>
                  <a:pt x="301150" y="82827"/>
                  <a:pt x="302263" y="76287"/>
                  <a:pt x="302263" y="67390"/>
                </a:cubicBezTo>
                <a:close/>
                <a:moveTo>
                  <a:pt x="368587" y="36431"/>
                </a:moveTo>
                <a:cubicBezTo>
                  <a:pt x="368321" y="37765"/>
                  <a:pt x="368188" y="38966"/>
                  <a:pt x="368188" y="40033"/>
                </a:cubicBezTo>
                <a:cubicBezTo>
                  <a:pt x="368188" y="41190"/>
                  <a:pt x="368321" y="42302"/>
                  <a:pt x="368587" y="43370"/>
                </a:cubicBezTo>
                <a:lnTo>
                  <a:pt x="356844" y="43104"/>
                </a:lnTo>
                <a:cubicBezTo>
                  <a:pt x="356666" y="45150"/>
                  <a:pt x="356511" y="47507"/>
                  <a:pt x="356377" y="50176"/>
                </a:cubicBezTo>
                <a:cubicBezTo>
                  <a:pt x="356244" y="52845"/>
                  <a:pt x="356156" y="55558"/>
                  <a:pt x="356111" y="58317"/>
                </a:cubicBezTo>
                <a:cubicBezTo>
                  <a:pt x="356066" y="61074"/>
                  <a:pt x="356021" y="63743"/>
                  <a:pt x="355976" y="66323"/>
                </a:cubicBezTo>
                <a:cubicBezTo>
                  <a:pt x="355932" y="68904"/>
                  <a:pt x="355909" y="71083"/>
                  <a:pt x="355909" y="72862"/>
                </a:cubicBezTo>
                <a:cubicBezTo>
                  <a:pt x="355909" y="77488"/>
                  <a:pt x="356020" y="81225"/>
                  <a:pt x="356243" y="84071"/>
                </a:cubicBezTo>
                <a:cubicBezTo>
                  <a:pt x="356466" y="86918"/>
                  <a:pt x="356844" y="89098"/>
                  <a:pt x="357377" y="90612"/>
                </a:cubicBezTo>
                <a:cubicBezTo>
                  <a:pt x="357912" y="92124"/>
                  <a:pt x="358668" y="93147"/>
                  <a:pt x="359646" y="93681"/>
                </a:cubicBezTo>
                <a:cubicBezTo>
                  <a:pt x="360624" y="94214"/>
                  <a:pt x="361870" y="94481"/>
                  <a:pt x="363382" y="94481"/>
                </a:cubicBezTo>
                <a:cubicBezTo>
                  <a:pt x="365074" y="94481"/>
                  <a:pt x="366319" y="94370"/>
                  <a:pt x="367119" y="94147"/>
                </a:cubicBezTo>
                <a:cubicBezTo>
                  <a:pt x="367920" y="93924"/>
                  <a:pt x="368721" y="93591"/>
                  <a:pt x="369522" y="93147"/>
                </a:cubicBezTo>
                <a:lnTo>
                  <a:pt x="369522" y="98619"/>
                </a:lnTo>
                <a:cubicBezTo>
                  <a:pt x="367742" y="99419"/>
                  <a:pt x="365518" y="100131"/>
                  <a:pt x="362849" y="100753"/>
                </a:cubicBezTo>
                <a:cubicBezTo>
                  <a:pt x="360180" y="101376"/>
                  <a:pt x="357556" y="101687"/>
                  <a:pt x="354977" y="101687"/>
                </a:cubicBezTo>
                <a:cubicBezTo>
                  <a:pt x="343678" y="101687"/>
                  <a:pt x="338029" y="94926"/>
                  <a:pt x="338029" y="81404"/>
                </a:cubicBezTo>
                <a:cubicBezTo>
                  <a:pt x="338029" y="78823"/>
                  <a:pt x="338073" y="75909"/>
                  <a:pt x="338161" y="72662"/>
                </a:cubicBezTo>
                <a:cubicBezTo>
                  <a:pt x="338251" y="69415"/>
                  <a:pt x="338362" y="66079"/>
                  <a:pt x="338495" y="62654"/>
                </a:cubicBezTo>
                <a:cubicBezTo>
                  <a:pt x="338628" y="59229"/>
                  <a:pt x="338739" y="55848"/>
                  <a:pt x="338827" y="52511"/>
                </a:cubicBezTo>
                <a:cubicBezTo>
                  <a:pt x="338916" y="49175"/>
                  <a:pt x="338961" y="46083"/>
                  <a:pt x="338961" y="43236"/>
                </a:cubicBezTo>
                <a:lnTo>
                  <a:pt x="329621" y="43370"/>
                </a:lnTo>
                <a:cubicBezTo>
                  <a:pt x="329887" y="42302"/>
                  <a:pt x="330020" y="41190"/>
                  <a:pt x="330020" y="40033"/>
                </a:cubicBezTo>
                <a:cubicBezTo>
                  <a:pt x="330020" y="38966"/>
                  <a:pt x="329887" y="37765"/>
                  <a:pt x="329621" y="36431"/>
                </a:cubicBezTo>
                <a:lnTo>
                  <a:pt x="338961" y="36832"/>
                </a:lnTo>
                <a:cubicBezTo>
                  <a:pt x="338961" y="34074"/>
                  <a:pt x="338916" y="31494"/>
                  <a:pt x="338827" y="29092"/>
                </a:cubicBezTo>
                <a:cubicBezTo>
                  <a:pt x="338739" y="26689"/>
                  <a:pt x="338606" y="23798"/>
                  <a:pt x="338428" y="20418"/>
                </a:cubicBezTo>
                <a:cubicBezTo>
                  <a:pt x="341542" y="19171"/>
                  <a:pt x="344611" y="17859"/>
                  <a:pt x="347636" y="16480"/>
                </a:cubicBezTo>
                <a:cubicBezTo>
                  <a:pt x="350660" y="15100"/>
                  <a:pt x="353686" y="13655"/>
                  <a:pt x="356711" y="12142"/>
                </a:cubicBezTo>
                <a:lnTo>
                  <a:pt x="358045" y="13077"/>
                </a:lnTo>
                <a:cubicBezTo>
                  <a:pt x="357867" y="14501"/>
                  <a:pt x="357711" y="16169"/>
                  <a:pt x="357577" y="18082"/>
                </a:cubicBezTo>
                <a:cubicBezTo>
                  <a:pt x="357444" y="19995"/>
                  <a:pt x="357311" y="21996"/>
                  <a:pt x="357178" y="24087"/>
                </a:cubicBezTo>
                <a:cubicBezTo>
                  <a:pt x="357045" y="26178"/>
                  <a:pt x="356956" y="28313"/>
                  <a:pt x="356911" y="30493"/>
                </a:cubicBezTo>
                <a:cubicBezTo>
                  <a:pt x="356866" y="32672"/>
                  <a:pt x="356844" y="34740"/>
                  <a:pt x="356844" y="36698"/>
                </a:cubicBezTo>
                <a:lnTo>
                  <a:pt x="368587" y="36431"/>
                </a:lnTo>
                <a:close/>
                <a:moveTo>
                  <a:pt x="378863" y="10542"/>
                </a:moveTo>
                <a:cubicBezTo>
                  <a:pt x="378863" y="7605"/>
                  <a:pt x="379885" y="5114"/>
                  <a:pt x="381931" y="3069"/>
                </a:cubicBezTo>
                <a:cubicBezTo>
                  <a:pt x="383978" y="1023"/>
                  <a:pt x="386470" y="0"/>
                  <a:pt x="389406" y="0"/>
                </a:cubicBezTo>
                <a:cubicBezTo>
                  <a:pt x="392341" y="0"/>
                  <a:pt x="394832" y="1023"/>
                  <a:pt x="396877" y="3069"/>
                </a:cubicBezTo>
                <a:cubicBezTo>
                  <a:pt x="398925" y="5114"/>
                  <a:pt x="399948" y="7605"/>
                  <a:pt x="399948" y="10542"/>
                </a:cubicBezTo>
                <a:cubicBezTo>
                  <a:pt x="399948" y="13478"/>
                  <a:pt x="398925" y="15969"/>
                  <a:pt x="396877" y="18015"/>
                </a:cubicBezTo>
                <a:cubicBezTo>
                  <a:pt x="394832" y="20061"/>
                  <a:pt x="392341" y="21084"/>
                  <a:pt x="389406" y="21084"/>
                </a:cubicBezTo>
                <a:cubicBezTo>
                  <a:pt x="386470" y="21084"/>
                  <a:pt x="383978" y="20061"/>
                  <a:pt x="381931" y="18015"/>
                </a:cubicBezTo>
                <a:cubicBezTo>
                  <a:pt x="379885" y="15969"/>
                  <a:pt x="378863" y="13478"/>
                  <a:pt x="378863" y="10542"/>
                </a:cubicBezTo>
                <a:moveTo>
                  <a:pt x="380465" y="65389"/>
                </a:moveTo>
                <a:cubicBezTo>
                  <a:pt x="380465" y="59963"/>
                  <a:pt x="380398" y="54870"/>
                  <a:pt x="380264" y="50111"/>
                </a:cubicBezTo>
                <a:cubicBezTo>
                  <a:pt x="380131" y="45350"/>
                  <a:pt x="379841" y="40567"/>
                  <a:pt x="379396" y="35763"/>
                </a:cubicBezTo>
                <a:cubicBezTo>
                  <a:pt x="380642" y="35941"/>
                  <a:pt x="382110" y="36097"/>
                  <a:pt x="383801" y="36231"/>
                </a:cubicBezTo>
                <a:cubicBezTo>
                  <a:pt x="385491" y="36364"/>
                  <a:pt x="387359" y="36431"/>
                  <a:pt x="389406" y="36431"/>
                </a:cubicBezTo>
                <a:cubicBezTo>
                  <a:pt x="393588" y="36431"/>
                  <a:pt x="396924" y="36208"/>
                  <a:pt x="399415" y="35763"/>
                </a:cubicBezTo>
                <a:cubicBezTo>
                  <a:pt x="398969" y="40567"/>
                  <a:pt x="398680" y="45350"/>
                  <a:pt x="398545" y="50111"/>
                </a:cubicBezTo>
                <a:cubicBezTo>
                  <a:pt x="398412" y="54870"/>
                  <a:pt x="398346" y="59963"/>
                  <a:pt x="398346" y="65389"/>
                </a:cubicBezTo>
                <a:lnTo>
                  <a:pt x="398346" y="70728"/>
                </a:lnTo>
                <a:cubicBezTo>
                  <a:pt x="398346" y="76154"/>
                  <a:pt x="398412" y="81269"/>
                  <a:pt x="398545" y="86073"/>
                </a:cubicBezTo>
                <a:cubicBezTo>
                  <a:pt x="398680" y="90877"/>
                  <a:pt x="398969" y="95504"/>
                  <a:pt x="399415" y="99952"/>
                </a:cubicBezTo>
                <a:cubicBezTo>
                  <a:pt x="398258" y="99774"/>
                  <a:pt x="396812" y="99686"/>
                  <a:pt x="395077" y="99686"/>
                </a:cubicBezTo>
                <a:cubicBezTo>
                  <a:pt x="393343" y="99686"/>
                  <a:pt x="391452" y="99686"/>
                  <a:pt x="389406" y="99686"/>
                </a:cubicBezTo>
                <a:cubicBezTo>
                  <a:pt x="387359" y="99686"/>
                  <a:pt x="385491" y="99686"/>
                  <a:pt x="383801" y="99686"/>
                </a:cubicBezTo>
                <a:cubicBezTo>
                  <a:pt x="382110" y="99686"/>
                  <a:pt x="380642" y="99774"/>
                  <a:pt x="379396" y="99952"/>
                </a:cubicBezTo>
                <a:cubicBezTo>
                  <a:pt x="379841" y="95504"/>
                  <a:pt x="380131" y="90877"/>
                  <a:pt x="380264" y="86073"/>
                </a:cubicBezTo>
                <a:cubicBezTo>
                  <a:pt x="380398" y="81269"/>
                  <a:pt x="380465" y="76154"/>
                  <a:pt x="380465" y="70728"/>
                </a:cubicBezTo>
                <a:lnTo>
                  <a:pt x="380465" y="65389"/>
                </a:lnTo>
                <a:close/>
                <a:moveTo>
                  <a:pt x="457998" y="64723"/>
                </a:moveTo>
                <a:cubicBezTo>
                  <a:pt x="457998" y="56893"/>
                  <a:pt x="457019" y="50821"/>
                  <a:pt x="455061" y="46506"/>
                </a:cubicBezTo>
                <a:cubicBezTo>
                  <a:pt x="453104" y="42191"/>
                  <a:pt x="449857" y="40033"/>
                  <a:pt x="445320" y="40033"/>
                </a:cubicBezTo>
                <a:cubicBezTo>
                  <a:pt x="441227" y="40033"/>
                  <a:pt x="438002" y="42435"/>
                  <a:pt x="435644" y="47239"/>
                </a:cubicBezTo>
                <a:cubicBezTo>
                  <a:pt x="433287" y="52044"/>
                  <a:pt x="432109" y="59562"/>
                  <a:pt x="432109" y="69793"/>
                </a:cubicBezTo>
                <a:cubicBezTo>
                  <a:pt x="432109" y="73529"/>
                  <a:pt x="432331" y="76999"/>
                  <a:pt x="432774" y="80203"/>
                </a:cubicBezTo>
                <a:cubicBezTo>
                  <a:pt x="433220" y="83405"/>
                  <a:pt x="433954" y="86185"/>
                  <a:pt x="434978" y="88543"/>
                </a:cubicBezTo>
                <a:cubicBezTo>
                  <a:pt x="436001" y="90900"/>
                  <a:pt x="437336" y="92746"/>
                  <a:pt x="438981" y="94082"/>
                </a:cubicBezTo>
                <a:cubicBezTo>
                  <a:pt x="440628" y="95416"/>
                  <a:pt x="442696" y="96083"/>
                  <a:pt x="445188" y="96083"/>
                </a:cubicBezTo>
                <a:cubicBezTo>
                  <a:pt x="453728" y="96083"/>
                  <a:pt x="457998" y="85630"/>
                  <a:pt x="457998" y="64723"/>
                </a:cubicBezTo>
                <a:moveTo>
                  <a:pt x="412359" y="69659"/>
                </a:moveTo>
                <a:cubicBezTo>
                  <a:pt x="412359" y="63698"/>
                  <a:pt x="413270" y="58494"/>
                  <a:pt x="415093" y="54047"/>
                </a:cubicBezTo>
                <a:cubicBezTo>
                  <a:pt x="416918" y="49598"/>
                  <a:pt x="419343" y="45884"/>
                  <a:pt x="422367" y="42904"/>
                </a:cubicBezTo>
                <a:cubicBezTo>
                  <a:pt x="425392" y="39923"/>
                  <a:pt x="428883" y="37699"/>
                  <a:pt x="432842" y="36231"/>
                </a:cubicBezTo>
                <a:cubicBezTo>
                  <a:pt x="436801" y="34763"/>
                  <a:pt x="440872" y="34028"/>
                  <a:pt x="445053" y="34028"/>
                </a:cubicBezTo>
                <a:cubicBezTo>
                  <a:pt x="455463" y="34028"/>
                  <a:pt x="463514" y="36964"/>
                  <a:pt x="469207" y="42837"/>
                </a:cubicBezTo>
                <a:cubicBezTo>
                  <a:pt x="474901" y="48708"/>
                  <a:pt x="477747" y="56671"/>
                  <a:pt x="477747" y="66724"/>
                </a:cubicBezTo>
                <a:cubicBezTo>
                  <a:pt x="477747" y="72150"/>
                  <a:pt x="476947" y="77044"/>
                  <a:pt x="475345" y="81404"/>
                </a:cubicBezTo>
                <a:cubicBezTo>
                  <a:pt x="473744" y="85763"/>
                  <a:pt x="471498" y="89477"/>
                  <a:pt x="468607" y="92546"/>
                </a:cubicBezTo>
                <a:cubicBezTo>
                  <a:pt x="465715" y="95616"/>
                  <a:pt x="462268" y="97907"/>
                  <a:pt x="458264" y="99419"/>
                </a:cubicBezTo>
                <a:cubicBezTo>
                  <a:pt x="454261" y="100931"/>
                  <a:pt x="449857" y="101687"/>
                  <a:pt x="445053" y="101687"/>
                </a:cubicBezTo>
                <a:cubicBezTo>
                  <a:pt x="441050" y="101687"/>
                  <a:pt x="437113" y="101153"/>
                  <a:pt x="433243" y="100085"/>
                </a:cubicBezTo>
                <a:cubicBezTo>
                  <a:pt x="429372" y="99018"/>
                  <a:pt x="425880" y="97217"/>
                  <a:pt x="422766" y="94682"/>
                </a:cubicBezTo>
                <a:cubicBezTo>
                  <a:pt x="419653" y="92147"/>
                  <a:pt x="417141" y="88832"/>
                  <a:pt x="415228" y="84739"/>
                </a:cubicBezTo>
                <a:cubicBezTo>
                  <a:pt x="413315" y="80646"/>
                  <a:pt x="412359" y="75620"/>
                  <a:pt x="412359" y="69659"/>
                </a:cubicBezTo>
                <a:close/>
                <a:moveTo>
                  <a:pt x="508176" y="45771"/>
                </a:moveTo>
                <a:cubicBezTo>
                  <a:pt x="510667" y="42035"/>
                  <a:pt x="513581" y="39145"/>
                  <a:pt x="516916" y="37099"/>
                </a:cubicBezTo>
                <a:cubicBezTo>
                  <a:pt x="520253" y="35052"/>
                  <a:pt x="524056" y="34028"/>
                  <a:pt x="528325" y="34028"/>
                </a:cubicBezTo>
                <a:cubicBezTo>
                  <a:pt x="534999" y="34028"/>
                  <a:pt x="540137" y="35963"/>
                  <a:pt x="543740" y="39833"/>
                </a:cubicBezTo>
                <a:cubicBezTo>
                  <a:pt x="547343" y="43704"/>
                  <a:pt x="549144" y="49954"/>
                  <a:pt x="549144" y="58583"/>
                </a:cubicBezTo>
                <a:cubicBezTo>
                  <a:pt x="549144" y="63120"/>
                  <a:pt x="549055" y="67124"/>
                  <a:pt x="548877" y="70593"/>
                </a:cubicBezTo>
                <a:cubicBezTo>
                  <a:pt x="548699" y="74063"/>
                  <a:pt x="548610" y="77533"/>
                  <a:pt x="548610" y="81003"/>
                </a:cubicBezTo>
                <a:cubicBezTo>
                  <a:pt x="548610" y="83849"/>
                  <a:pt x="548677" y="86941"/>
                  <a:pt x="548810" y="90278"/>
                </a:cubicBezTo>
                <a:cubicBezTo>
                  <a:pt x="548944" y="93613"/>
                  <a:pt x="549101" y="96838"/>
                  <a:pt x="549278" y="99952"/>
                </a:cubicBezTo>
                <a:cubicBezTo>
                  <a:pt x="548122" y="99774"/>
                  <a:pt x="546654" y="99686"/>
                  <a:pt x="544874" y="99686"/>
                </a:cubicBezTo>
                <a:cubicBezTo>
                  <a:pt x="543094" y="99686"/>
                  <a:pt x="541226" y="99686"/>
                  <a:pt x="539268" y="99686"/>
                </a:cubicBezTo>
                <a:cubicBezTo>
                  <a:pt x="537312" y="99686"/>
                  <a:pt x="535444" y="99686"/>
                  <a:pt x="533664" y="99686"/>
                </a:cubicBezTo>
                <a:cubicBezTo>
                  <a:pt x="531885" y="99686"/>
                  <a:pt x="530416" y="99774"/>
                  <a:pt x="529260" y="99952"/>
                </a:cubicBezTo>
                <a:cubicBezTo>
                  <a:pt x="529883" y="95326"/>
                  <a:pt x="530283" y="89877"/>
                  <a:pt x="530461" y="83605"/>
                </a:cubicBezTo>
                <a:cubicBezTo>
                  <a:pt x="530639" y="77333"/>
                  <a:pt x="530728" y="70149"/>
                  <a:pt x="530728" y="62053"/>
                </a:cubicBezTo>
                <a:cubicBezTo>
                  <a:pt x="530728" y="56448"/>
                  <a:pt x="529772" y="52333"/>
                  <a:pt x="527859" y="49709"/>
                </a:cubicBezTo>
                <a:cubicBezTo>
                  <a:pt x="525946" y="47084"/>
                  <a:pt x="523255" y="45771"/>
                  <a:pt x="519785" y="45771"/>
                </a:cubicBezTo>
                <a:cubicBezTo>
                  <a:pt x="515782" y="45771"/>
                  <a:pt x="512846" y="47506"/>
                  <a:pt x="510978" y="50976"/>
                </a:cubicBezTo>
                <a:cubicBezTo>
                  <a:pt x="509110" y="54446"/>
                  <a:pt x="508176" y="59250"/>
                  <a:pt x="508176" y="65389"/>
                </a:cubicBezTo>
                <a:lnTo>
                  <a:pt x="508176" y="70728"/>
                </a:lnTo>
                <a:cubicBezTo>
                  <a:pt x="508176" y="76154"/>
                  <a:pt x="508243" y="81269"/>
                  <a:pt x="508376" y="86073"/>
                </a:cubicBezTo>
                <a:cubicBezTo>
                  <a:pt x="508509" y="90877"/>
                  <a:pt x="508798" y="95504"/>
                  <a:pt x="509243" y="99952"/>
                </a:cubicBezTo>
                <a:cubicBezTo>
                  <a:pt x="508087" y="99774"/>
                  <a:pt x="506641" y="99686"/>
                  <a:pt x="504906" y="99686"/>
                </a:cubicBezTo>
                <a:cubicBezTo>
                  <a:pt x="503171" y="99686"/>
                  <a:pt x="501281" y="99686"/>
                  <a:pt x="499235" y="99686"/>
                </a:cubicBezTo>
                <a:cubicBezTo>
                  <a:pt x="497188" y="99686"/>
                  <a:pt x="495319" y="99686"/>
                  <a:pt x="493629" y="99686"/>
                </a:cubicBezTo>
                <a:cubicBezTo>
                  <a:pt x="491939" y="99686"/>
                  <a:pt x="490471" y="99774"/>
                  <a:pt x="489225" y="99952"/>
                </a:cubicBezTo>
                <a:cubicBezTo>
                  <a:pt x="489670" y="95504"/>
                  <a:pt x="489959" y="90877"/>
                  <a:pt x="490092" y="86073"/>
                </a:cubicBezTo>
                <a:cubicBezTo>
                  <a:pt x="490227" y="81269"/>
                  <a:pt x="490294" y="76154"/>
                  <a:pt x="490294" y="70728"/>
                </a:cubicBezTo>
                <a:lnTo>
                  <a:pt x="490294" y="65389"/>
                </a:lnTo>
                <a:cubicBezTo>
                  <a:pt x="490294" y="59963"/>
                  <a:pt x="490227" y="54870"/>
                  <a:pt x="490092" y="50111"/>
                </a:cubicBezTo>
                <a:cubicBezTo>
                  <a:pt x="489959" y="45350"/>
                  <a:pt x="489670" y="40567"/>
                  <a:pt x="489225" y="35763"/>
                </a:cubicBezTo>
                <a:cubicBezTo>
                  <a:pt x="490827" y="35941"/>
                  <a:pt x="492406" y="36097"/>
                  <a:pt x="493963" y="36231"/>
                </a:cubicBezTo>
                <a:cubicBezTo>
                  <a:pt x="495520" y="36364"/>
                  <a:pt x="497099" y="36431"/>
                  <a:pt x="498699" y="36431"/>
                </a:cubicBezTo>
                <a:cubicBezTo>
                  <a:pt x="500301" y="36431"/>
                  <a:pt x="501881" y="36364"/>
                  <a:pt x="503438" y="36231"/>
                </a:cubicBezTo>
                <a:cubicBezTo>
                  <a:pt x="504995" y="36097"/>
                  <a:pt x="506663" y="35941"/>
                  <a:pt x="508443" y="35763"/>
                </a:cubicBezTo>
                <a:lnTo>
                  <a:pt x="507907" y="45771"/>
                </a:lnTo>
                <a:lnTo>
                  <a:pt x="508176" y="45771"/>
                </a:lnTo>
                <a:close/>
                <a:moveTo>
                  <a:pt x="605726" y="10008"/>
                </a:moveTo>
                <a:cubicBezTo>
                  <a:pt x="605548" y="12677"/>
                  <a:pt x="605393" y="15635"/>
                  <a:pt x="605259" y="18882"/>
                </a:cubicBezTo>
                <a:cubicBezTo>
                  <a:pt x="605126" y="22129"/>
                  <a:pt x="604993" y="25488"/>
                  <a:pt x="604858" y="28958"/>
                </a:cubicBezTo>
                <a:cubicBezTo>
                  <a:pt x="604725" y="32428"/>
                  <a:pt x="604614" y="35942"/>
                  <a:pt x="604524" y="39502"/>
                </a:cubicBezTo>
                <a:cubicBezTo>
                  <a:pt x="604436" y="43060"/>
                  <a:pt x="604392" y="46529"/>
                  <a:pt x="604392" y="49909"/>
                </a:cubicBezTo>
                <a:lnTo>
                  <a:pt x="604392" y="58050"/>
                </a:lnTo>
                <a:lnTo>
                  <a:pt x="604392" y="68193"/>
                </a:lnTo>
                <a:cubicBezTo>
                  <a:pt x="604392" y="72907"/>
                  <a:pt x="604459" y="77756"/>
                  <a:pt x="604592" y="82738"/>
                </a:cubicBezTo>
                <a:cubicBezTo>
                  <a:pt x="604726" y="87720"/>
                  <a:pt x="604926" y="93458"/>
                  <a:pt x="605192" y="99952"/>
                </a:cubicBezTo>
                <a:cubicBezTo>
                  <a:pt x="603413" y="99774"/>
                  <a:pt x="601678" y="99686"/>
                  <a:pt x="599988" y="99686"/>
                </a:cubicBezTo>
                <a:cubicBezTo>
                  <a:pt x="598297" y="99686"/>
                  <a:pt x="596563" y="99686"/>
                  <a:pt x="594783" y="99686"/>
                </a:cubicBezTo>
                <a:cubicBezTo>
                  <a:pt x="593005" y="99686"/>
                  <a:pt x="591248" y="99686"/>
                  <a:pt x="589513" y="99686"/>
                </a:cubicBezTo>
                <a:cubicBezTo>
                  <a:pt x="587778" y="99686"/>
                  <a:pt x="586021" y="99774"/>
                  <a:pt x="584241" y="99952"/>
                </a:cubicBezTo>
                <a:cubicBezTo>
                  <a:pt x="584331" y="98528"/>
                  <a:pt x="584464" y="96482"/>
                  <a:pt x="584642" y="93813"/>
                </a:cubicBezTo>
                <a:cubicBezTo>
                  <a:pt x="584820" y="91144"/>
                  <a:pt x="584976" y="88186"/>
                  <a:pt x="585109" y="84939"/>
                </a:cubicBezTo>
                <a:cubicBezTo>
                  <a:pt x="585242" y="81692"/>
                  <a:pt x="585375" y="78244"/>
                  <a:pt x="585508" y="74597"/>
                </a:cubicBezTo>
                <a:cubicBezTo>
                  <a:pt x="585642" y="70949"/>
                  <a:pt x="585709" y="67257"/>
                  <a:pt x="585709" y="63521"/>
                </a:cubicBezTo>
                <a:lnTo>
                  <a:pt x="585709" y="25889"/>
                </a:lnTo>
                <a:cubicBezTo>
                  <a:pt x="585086" y="26155"/>
                  <a:pt x="584151" y="26600"/>
                  <a:pt x="582905" y="27223"/>
                </a:cubicBezTo>
                <a:cubicBezTo>
                  <a:pt x="581660" y="27846"/>
                  <a:pt x="580304" y="28536"/>
                  <a:pt x="578835" y="29292"/>
                </a:cubicBezTo>
                <a:cubicBezTo>
                  <a:pt x="577367" y="30048"/>
                  <a:pt x="575877" y="30804"/>
                  <a:pt x="574365" y="31560"/>
                </a:cubicBezTo>
                <a:cubicBezTo>
                  <a:pt x="572853" y="32316"/>
                  <a:pt x="571474" y="32961"/>
                  <a:pt x="570230" y="33495"/>
                </a:cubicBezTo>
                <a:cubicBezTo>
                  <a:pt x="569251" y="32160"/>
                  <a:pt x="568116" y="30759"/>
                  <a:pt x="566825" y="29292"/>
                </a:cubicBezTo>
                <a:cubicBezTo>
                  <a:pt x="565535" y="27823"/>
                  <a:pt x="564490" y="26778"/>
                  <a:pt x="563689" y="26156"/>
                </a:cubicBezTo>
                <a:cubicBezTo>
                  <a:pt x="570629" y="23665"/>
                  <a:pt x="577212" y="21062"/>
                  <a:pt x="583439" y="18349"/>
                </a:cubicBezTo>
                <a:cubicBezTo>
                  <a:pt x="589667" y="15635"/>
                  <a:pt x="596251" y="12499"/>
                  <a:pt x="603191" y="8941"/>
                </a:cubicBezTo>
                <a:lnTo>
                  <a:pt x="605726" y="10008"/>
                </a:lnTo>
                <a:close/>
              </a:path>
            </a:pathLst>
          </a:custGeom>
          <a:solidFill xmlns:a="http://schemas.openxmlformats.org/drawingml/2006/main">
            <a:srgbClr val="D253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28A25-3731-4EE8-A1C9-0EE63561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795" y="3443676"/>
            <a:ext cx="271806" cy="225493"/>
          </a:xfrm>
          <a:custGeom xmlns:a="http://schemas.openxmlformats.org/drawingml/2006/main">
            <a:pathLst>
              <a:path w="271806" h="225493">
                <a:moveTo>
                  <a:pt x="27878" y="0"/>
                </a:moveTo>
                <a:lnTo>
                  <a:pt x="243928" y="0"/>
                </a:lnTo>
                <a:cubicBezTo>
                  <a:pt x="252109" y="0"/>
                  <a:pt x="257017" y="0"/>
                  <a:pt x="260289" y="1366"/>
                </a:cubicBezTo>
                <a:cubicBezTo>
                  <a:pt x="265008" y="3083"/>
                  <a:pt x="268723" y="6798"/>
                  <a:pt x="270440" y="11515"/>
                </a:cubicBezTo>
                <a:cubicBezTo>
                  <a:pt x="271806" y="14787"/>
                  <a:pt x="271806" y="19695"/>
                  <a:pt x="271806" y="27875"/>
                </a:cubicBezTo>
                <a:lnTo>
                  <a:pt x="271806" y="197617"/>
                </a:lnTo>
                <a:cubicBezTo>
                  <a:pt x="271806" y="205797"/>
                  <a:pt x="271806" y="210706"/>
                  <a:pt x="270440" y="213978"/>
                </a:cubicBezTo>
                <a:cubicBezTo>
                  <a:pt x="268723" y="218695"/>
                  <a:pt x="265008" y="222411"/>
                  <a:pt x="260289" y="224127"/>
                </a:cubicBezTo>
                <a:cubicBezTo>
                  <a:pt x="257017" y="225493"/>
                  <a:pt x="252109" y="225493"/>
                  <a:pt x="243928" y="225493"/>
                </a:cubicBezTo>
                <a:lnTo>
                  <a:pt x="27878" y="225493"/>
                </a:lnTo>
                <a:cubicBezTo>
                  <a:pt x="19697" y="225493"/>
                  <a:pt x="14789" y="225493"/>
                  <a:pt x="11517" y="224127"/>
                </a:cubicBezTo>
                <a:cubicBezTo>
                  <a:pt x="6798" y="222411"/>
                  <a:pt x="3083" y="218695"/>
                  <a:pt x="1366" y="213978"/>
                </a:cubicBezTo>
                <a:cubicBezTo>
                  <a:pt x="0" y="210706"/>
                  <a:pt x="0" y="205797"/>
                  <a:pt x="0" y="197617"/>
                </a:cubicBezTo>
                <a:lnTo>
                  <a:pt x="0" y="27875"/>
                </a:lnTo>
                <a:cubicBezTo>
                  <a:pt x="0" y="19695"/>
                  <a:pt x="0" y="14787"/>
                  <a:pt x="1366" y="11515"/>
                </a:cubicBezTo>
                <a:cubicBezTo>
                  <a:pt x="3083" y="6798"/>
                  <a:pt x="6798" y="3083"/>
                  <a:pt x="11517" y="1366"/>
                </a:cubicBezTo>
                <a:cubicBezTo>
                  <a:pt x="14789" y="0"/>
                  <a:pt x="19697" y="0"/>
                  <a:pt x="27878" y="0"/>
                </a:cubicBezTo>
                <a:close/>
                <a:moveTo>
                  <a:pt x="27878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CCDC8-85BA-4308-A2FE-FE08129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016" y="3489527"/>
            <a:ext cx="68991" cy="68991"/>
          </a:xfrm>
          <a:custGeom xmlns:a="http://schemas.openxmlformats.org/drawingml/2006/main">
            <a:pathLst>
              <a:path w="68991" h="68991">
                <a:moveTo>
                  <a:pt x="56719" y="12273"/>
                </a:moveTo>
                <a:cubicBezTo>
                  <a:pt x="68991" y="24545"/>
                  <a:pt x="68991" y="44444"/>
                  <a:pt x="56719" y="56719"/>
                </a:cubicBezTo>
                <a:cubicBezTo>
                  <a:pt x="44444" y="68991"/>
                  <a:pt x="24545" y="68991"/>
                  <a:pt x="12273" y="56719"/>
                </a:cubicBezTo>
                <a:cubicBezTo>
                  <a:pt x="0" y="44444"/>
                  <a:pt x="0" y="24545"/>
                  <a:pt x="12273" y="12273"/>
                </a:cubicBezTo>
                <a:cubicBezTo>
                  <a:pt x="24545" y="0"/>
                  <a:pt x="44444" y="0"/>
                  <a:pt x="56719" y="12273"/>
                </a:cubicBezTo>
                <a:close/>
                <a:moveTo>
                  <a:pt x="56719" y="122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C6078-FBC1-4604-921A-0E8A9281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166" y="3489527"/>
            <a:ext cx="68991" cy="68991"/>
          </a:xfrm>
          <a:custGeom xmlns:a="http://schemas.openxmlformats.org/drawingml/2006/main">
            <a:pathLst>
              <a:path w="68991" h="68991">
                <a:moveTo>
                  <a:pt x="56719" y="12273"/>
                </a:moveTo>
                <a:cubicBezTo>
                  <a:pt x="68991" y="24545"/>
                  <a:pt x="68991" y="44444"/>
                  <a:pt x="56719" y="56719"/>
                </a:cubicBezTo>
                <a:cubicBezTo>
                  <a:pt x="44446" y="68991"/>
                  <a:pt x="24545" y="68991"/>
                  <a:pt x="12273" y="56719"/>
                </a:cubicBezTo>
                <a:cubicBezTo>
                  <a:pt x="0" y="44444"/>
                  <a:pt x="0" y="24545"/>
                  <a:pt x="12273" y="12273"/>
                </a:cubicBezTo>
                <a:cubicBezTo>
                  <a:pt x="24545" y="0"/>
                  <a:pt x="44446" y="0"/>
                  <a:pt x="56719" y="12273"/>
                </a:cubicBezTo>
                <a:close/>
                <a:moveTo>
                  <a:pt x="56719" y="122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4CDAA-18E6-47A7-872B-0DCD512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59" y="3527131"/>
            <a:ext cx="62856" cy="62854"/>
          </a:xfrm>
          <a:custGeom xmlns:a="http://schemas.openxmlformats.org/drawingml/2006/main">
            <a:pathLst>
              <a:path w="62856" h="62854">
                <a:moveTo>
                  <a:pt x="8649" y="0"/>
                </a:moveTo>
                <a:lnTo>
                  <a:pt x="54207" y="0"/>
                </a:lnTo>
                <a:cubicBezTo>
                  <a:pt x="56744" y="0"/>
                  <a:pt x="58267" y="0"/>
                  <a:pt x="59284" y="423"/>
                </a:cubicBezTo>
                <a:cubicBezTo>
                  <a:pt x="60746" y="957"/>
                  <a:pt x="61900" y="2107"/>
                  <a:pt x="62431" y="3573"/>
                </a:cubicBezTo>
                <a:cubicBezTo>
                  <a:pt x="62856" y="4587"/>
                  <a:pt x="62856" y="6110"/>
                  <a:pt x="62856" y="8647"/>
                </a:cubicBezTo>
                <a:lnTo>
                  <a:pt x="62856" y="54207"/>
                </a:lnTo>
                <a:cubicBezTo>
                  <a:pt x="62856" y="56744"/>
                  <a:pt x="62856" y="58267"/>
                  <a:pt x="62431" y="59281"/>
                </a:cubicBezTo>
                <a:cubicBezTo>
                  <a:pt x="61900" y="60744"/>
                  <a:pt x="60746" y="61897"/>
                  <a:pt x="59284" y="62431"/>
                </a:cubicBezTo>
                <a:cubicBezTo>
                  <a:pt x="58267" y="62854"/>
                  <a:pt x="56744" y="62854"/>
                  <a:pt x="54207" y="62854"/>
                </a:cubicBezTo>
                <a:lnTo>
                  <a:pt x="8649" y="62854"/>
                </a:lnTo>
                <a:cubicBezTo>
                  <a:pt x="6110" y="62854"/>
                  <a:pt x="4589" y="62854"/>
                  <a:pt x="3573" y="62431"/>
                </a:cubicBezTo>
                <a:cubicBezTo>
                  <a:pt x="2110" y="61897"/>
                  <a:pt x="957" y="60744"/>
                  <a:pt x="425" y="59281"/>
                </a:cubicBezTo>
                <a:cubicBezTo>
                  <a:pt x="0" y="58267"/>
                  <a:pt x="0" y="56744"/>
                  <a:pt x="0" y="54207"/>
                </a:cubicBezTo>
                <a:lnTo>
                  <a:pt x="0" y="8647"/>
                </a:lnTo>
                <a:cubicBezTo>
                  <a:pt x="0" y="6110"/>
                  <a:pt x="0" y="4587"/>
                  <a:pt x="425" y="3573"/>
                </a:cubicBezTo>
                <a:cubicBezTo>
                  <a:pt x="957" y="2107"/>
                  <a:pt x="2110" y="957"/>
                  <a:pt x="3573" y="423"/>
                </a:cubicBezTo>
                <a:cubicBezTo>
                  <a:pt x="4589" y="0"/>
                  <a:pt x="6110" y="0"/>
                  <a:pt x="8649" y="0"/>
                </a:cubicBezTo>
                <a:close/>
                <a:moveTo>
                  <a:pt x="8649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B61A8-C635-4F05-B325-40717097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42" y="3527131"/>
            <a:ext cx="62854" cy="62854"/>
          </a:xfrm>
          <a:custGeom xmlns:a="http://schemas.openxmlformats.org/drawingml/2006/main">
            <a:pathLst>
              <a:path w="62854" h="62854">
                <a:moveTo>
                  <a:pt x="8647" y="0"/>
                </a:moveTo>
                <a:lnTo>
                  <a:pt x="54207" y="0"/>
                </a:lnTo>
                <a:cubicBezTo>
                  <a:pt x="56744" y="0"/>
                  <a:pt x="58267" y="0"/>
                  <a:pt x="59281" y="423"/>
                </a:cubicBezTo>
                <a:cubicBezTo>
                  <a:pt x="60744" y="957"/>
                  <a:pt x="61897" y="2107"/>
                  <a:pt x="62431" y="3573"/>
                </a:cubicBezTo>
                <a:cubicBezTo>
                  <a:pt x="62854" y="4587"/>
                  <a:pt x="62854" y="6110"/>
                  <a:pt x="62854" y="8647"/>
                </a:cubicBezTo>
                <a:lnTo>
                  <a:pt x="62854" y="54207"/>
                </a:lnTo>
                <a:cubicBezTo>
                  <a:pt x="62854" y="56744"/>
                  <a:pt x="62854" y="58267"/>
                  <a:pt x="62431" y="59281"/>
                </a:cubicBezTo>
                <a:cubicBezTo>
                  <a:pt x="61897" y="60744"/>
                  <a:pt x="60744" y="61897"/>
                  <a:pt x="59281" y="62431"/>
                </a:cubicBezTo>
                <a:cubicBezTo>
                  <a:pt x="58267" y="62854"/>
                  <a:pt x="56744" y="62854"/>
                  <a:pt x="54207" y="62854"/>
                </a:cubicBezTo>
                <a:lnTo>
                  <a:pt x="8647" y="62854"/>
                </a:lnTo>
                <a:cubicBezTo>
                  <a:pt x="6110" y="62854"/>
                  <a:pt x="4587" y="62854"/>
                  <a:pt x="3573" y="62431"/>
                </a:cubicBezTo>
                <a:cubicBezTo>
                  <a:pt x="2107" y="61897"/>
                  <a:pt x="957" y="60744"/>
                  <a:pt x="423" y="59281"/>
                </a:cubicBezTo>
                <a:cubicBezTo>
                  <a:pt x="0" y="58267"/>
                  <a:pt x="0" y="56744"/>
                  <a:pt x="0" y="54207"/>
                </a:cubicBezTo>
                <a:lnTo>
                  <a:pt x="0" y="8647"/>
                </a:lnTo>
                <a:cubicBezTo>
                  <a:pt x="0" y="6110"/>
                  <a:pt x="0" y="4587"/>
                  <a:pt x="423" y="3573"/>
                </a:cubicBezTo>
                <a:cubicBezTo>
                  <a:pt x="957" y="2107"/>
                  <a:pt x="2107" y="957"/>
                  <a:pt x="3573" y="423"/>
                </a:cubicBezTo>
                <a:cubicBezTo>
                  <a:pt x="4587" y="0"/>
                  <a:pt x="6110" y="0"/>
                  <a:pt x="8647" y="0"/>
                </a:cubicBezTo>
                <a:close/>
                <a:moveTo>
                  <a:pt x="8647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E688B-A2BE-4954-9200-D93BAB2A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493" y="3596522"/>
            <a:ext cx="86019" cy="39621"/>
          </a:xfrm>
          <a:custGeom xmlns:a="http://schemas.openxmlformats.org/drawingml/2006/main">
            <a:pathLst>
              <a:path w="86019" h="39621" fill="none">
                <a:moveTo>
                  <a:pt x="0" y="1608"/>
                </a:moveTo>
                <a:cubicBezTo>
                  <a:pt x="31164" y="39621"/>
                  <a:pt x="59837" y="39085"/>
                  <a:pt x="860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FFFFFF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CF2A3-905C-4BFD-BEC9-7E43D8C5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69" y="580509"/>
            <a:ext cx="161819" cy="161816"/>
          </a:xfrm>
          <a:custGeom xmlns:a="http://schemas.openxmlformats.org/drawingml/2006/main">
            <a:pathLst>
              <a:path w="161819" h="161816">
                <a:moveTo>
                  <a:pt x="133031" y="28786"/>
                </a:moveTo>
                <a:cubicBezTo>
                  <a:pt x="161819" y="57571"/>
                  <a:pt x="161819" y="104245"/>
                  <a:pt x="133031" y="133031"/>
                </a:cubicBezTo>
                <a:cubicBezTo>
                  <a:pt x="104245" y="161816"/>
                  <a:pt x="57574" y="161816"/>
                  <a:pt x="28786" y="133031"/>
                </a:cubicBezTo>
                <a:cubicBezTo>
                  <a:pt x="0" y="104245"/>
                  <a:pt x="0" y="57571"/>
                  <a:pt x="28786" y="28786"/>
                </a:cubicBezTo>
                <a:cubicBezTo>
                  <a:pt x="57574" y="0"/>
                  <a:pt x="104245" y="0"/>
                  <a:pt x="133031" y="28786"/>
                </a:cubicBezTo>
                <a:close/>
                <a:moveTo>
                  <a:pt x="133031" y="28786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FABA3-7A0B-494F-A7F1-7F85F14F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68" y="580509"/>
            <a:ext cx="161818" cy="161818"/>
          </a:xfrm>
          <a:custGeom xmlns:a="http://schemas.openxmlformats.org/drawingml/2006/main">
            <a:pathLst>
              <a:path w="161818" h="161818" fill="none">
                <a:moveTo>
                  <a:pt x="133031" y="28786"/>
                </a:moveTo>
                <a:cubicBezTo>
                  <a:pt x="161818" y="57573"/>
                  <a:pt x="161818" y="104245"/>
                  <a:pt x="133031" y="133031"/>
                </a:cubicBezTo>
                <a:cubicBezTo>
                  <a:pt x="104245" y="161818"/>
                  <a:pt x="57573" y="161818"/>
                  <a:pt x="28786" y="133031"/>
                </a:cubicBezTo>
                <a:cubicBezTo>
                  <a:pt x="0" y="104245"/>
                  <a:pt x="0" y="57573"/>
                  <a:pt x="28786" y="28786"/>
                </a:cubicBezTo>
                <a:cubicBezTo>
                  <a:pt x="57573" y="0"/>
                  <a:pt x="104245" y="0"/>
                  <a:pt x="133031" y="28786"/>
                </a:cubicBezTo>
                <a:close/>
                <a:moveTo>
                  <a:pt x="133031" y="28786"/>
                </a:moveTo>
              </a:path>
            </a:pathLst>
          </a:custGeom>
          <a:noFill xmlns:a="http://schemas.openxmlformats.org/drawingml/2006/main"/>
          <a:ln xmlns:a="http://schemas.openxmlformats.org/drawingml/2006/main" w="7149" cap="flat">
            <a:solidFill>
              <a:srgbClr val="FFFFFF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A8C03-F27F-496A-9000-589DCC69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495" y="738829"/>
            <a:ext cx="295764" cy="152850"/>
          </a:xfrm>
          <a:custGeom xmlns:a="http://schemas.openxmlformats.org/drawingml/2006/main">
            <a:pathLst>
              <a:path w="295764" h="152850">
                <a:moveTo>
                  <a:pt x="68289" y="0"/>
                </a:moveTo>
                <a:lnTo>
                  <a:pt x="227476" y="0"/>
                </a:lnTo>
                <a:cubicBezTo>
                  <a:pt x="247515" y="0"/>
                  <a:pt x="259538" y="0"/>
                  <a:pt x="267554" y="3348"/>
                </a:cubicBezTo>
                <a:cubicBezTo>
                  <a:pt x="279110" y="7554"/>
                  <a:pt x="288213" y="16656"/>
                  <a:pt x="292418" y="28210"/>
                </a:cubicBezTo>
                <a:cubicBezTo>
                  <a:pt x="295764" y="36226"/>
                  <a:pt x="295764" y="48250"/>
                  <a:pt x="295764" y="68289"/>
                </a:cubicBezTo>
                <a:lnTo>
                  <a:pt x="295764" y="84562"/>
                </a:lnTo>
                <a:cubicBezTo>
                  <a:pt x="295764" y="104601"/>
                  <a:pt x="295764" y="116624"/>
                  <a:pt x="292418" y="124640"/>
                </a:cubicBezTo>
                <a:cubicBezTo>
                  <a:pt x="288213" y="136196"/>
                  <a:pt x="279110" y="145299"/>
                  <a:pt x="267554" y="149504"/>
                </a:cubicBezTo>
                <a:cubicBezTo>
                  <a:pt x="259538" y="152850"/>
                  <a:pt x="247515" y="152850"/>
                  <a:pt x="227476" y="152850"/>
                </a:cubicBezTo>
                <a:lnTo>
                  <a:pt x="68289" y="152850"/>
                </a:lnTo>
                <a:cubicBezTo>
                  <a:pt x="48250" y="152850"/>
                  <a:pt x="36226" y="152850"/>
                  <a:pt x="28210" y="149504"/>
                </a:cubicBezTo>
                <a:cubicBezTo>
                  <a:pt x="16656" y="145299"/>
                  <a:pt x="7554" y="136196"/>
                  <a:pt x="3348" y="124640"/>
                </a:cubicBezTo>
                <a:cubicBezTo>
                  <a:pt x="0" y="116624"/>
                  <a:pt x="0" y="104601"/>
                  <a:pt x="0" y="84562"/>
                </a:cubicBezTo>
                <a:lnTo>
                  <a:pt x="0" y="68289"/>
                </a:lnTo>
                <a:cubicBezTo>
                  <a:pt x="0" y="48250"/>
                  <a:pt x="0" y="36226"/>
                  <a:pt x="3348" y="28210"/>
                </a:cubicBezTo>
                <a:cubicBezTo>
                  <a:pt x="7554" y="16656"/>
                  <a:pt x="16656" y="7554"/>
                  <a:pt x="28210" y="3348"/>
                </a:cubicBezTo>
                <a:cubicBezTo>
                  <a:pt x="36226" y="0"/>
                  <a:pt x="48250" y="0"/>
                  <a:pt x="68289" y="0"/>
                </a:cubicBezTo>
                <a:close/>
                <a:moveTo>
                  <a:pt x="68289" y="0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45CA9-C0F9-4052-9D5A-1E68BD6D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495" y="738829"/>
            <a:ext cx="295764" cy="152850"/>
          </a:xfrm>
          <a:custGeom xmlns:a="http://schemas.openxmlformats.org/drawingml/2006/main">
            <a:pathLst>
              <a:path w="295764" h="152850" fill="none">
                <a:moveTo>
                  <a:pt x="68289" y="0"/>
                </a:moveTo>
                <a:lnTo>
                  <a:pt x="227475" y="0"/>
                </a:lnTo>
                <a:cubicBezTo>
                  <a:pt x="247515" y="0"/>
                  <a:pt x="259538" y="0"/>
                  <a:pt x="267554" y="3346"/>
                </a:cubicBezTo>
                <a:cubicBezTo>
                  <a:pt x="279109" y="7552"/>
                  <a:pt x="288212" y="16655"/>
                  <a:pt x="292418" y="28210"/>
                </a:cubicBezTo>
                <a:cubicBezTo>
                  <a:pt x="295764" y="36226"/>
                  <a:pt x="295764" y="48250"/>
                  <a:pt x="295764" y="68289"/>
                </a:cubicBezTo>
                <a:lnTo>
                  <a:pt x="295764" y="84561"/>
                </a:lnTo>
                <a:cubicBezTo>
                  <a:pt x="295764" y="104600"/>
                  <a:pt x="295764" y="116624"/>
                  <a:pt x="292418" y="124639"/>
                </a:cubicBezTo>
                <a:cubicBezTo>
                  <a:pt x="288212" y="136195"/>
                  <a:pt x="279109" y="145297"/>
                  <a:pt x="267554" y="149503"/>
                </a:cubicBezTo>
                <a:cubicBezTo>
                  <a:pt x="259538" y="152850"/>
                  <a:pt x="247515" y="152850"/>
                  <a:pt x="227475" y="152850"/>
                </a:cubicBezTo>
                <a:lnTo>
                  <a:pt x="68289" y="152850"/>
                </a:lnTo>
                <a:cubicBezTo>
                  <a:pt x="48250" y="152850"/>
                  <a:pt x="36226" y="152850"/>
                  <a:pt x="28210" y="149503"/>
                </a:cubicBezTo>
                <a:cubicBezTo>
                  <a:pt x="16655" y="145297"/>
                  <a:pt x="7552" y="136195"/>
                  <a:pt x="3346" y="124639"/>
                </a:cubicBezTo>
                <a:cubicBezTo>
                  <a:pt x="0" y="116624"/>
                  <a:pt x="0" y="104600"/>
                  <a:pt x="0" y="84561"/>
                </a:cubicBezTo>
                <a:lnTo>
                  <a:pt x="0" y="68289"/>
                </a:lnTo>
                <a:cubicBezTo>
                  <a:pt x="0" y="48250"/>
                  <a:pt x="0" y="36226"/>
                  <a:pt x="3346" y="28210"/>
                </a:cubicBezTo>
                <a:cubicBezTo>
                  <a:pt x="7552" y="16655"/>
                  <a:pt x="16655" y="7552"/>
                  <a:pt x="28210" y="3346"/>
                </a:cubicBezTo>
                <a:cubicBezTo>
                  <a:pt x="36226" y="0"/>
                  <a:pt x="48250" y="0"/>
                  <a:pt x="68289" y="0"/>
                </a:cubicBezTo>
                <a:close/>
                <a:moveTo>
                  <a:pt x="6828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8102" cap="flat">
            <a:solidFill>
              <a:srgbClr val="FFFFFF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78F9F-C1B8-4E79-903C-86A70566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495" y="858412"/>
            <a:ext cx="295764" cy="72448"/>
          </a:xfrm>
          <a:custGeom xmlns:a="http://schemas.openxmlformats.org/drawingml/2006/main">
            <a:pathLst>
              <a:path w="295764" h="72448">
                <a:moveTo>
                  <a:pt x="0" y="72448"/>
                </a:moveTo>
                <a:lnTo>
                  <a:pt x="295764" y="72448"/>
                </a:lnTo>
                <a:lnTo>
                  <a:pt x="295764" y="0"/>
                </a:lnTo>
                <a:lnTo>
                  <a:pt x="0" y="0"/>
                </a:lnTo>
                <a:lnTo>
                  <a:pt x="0" y="724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AlignmentDistance">
            <a:extLst xmlns:a="http://schemas.openxmlformats.org/drawingml/2006/main">
              <a:ext uri="{FF2B5EF4-FFF2-40B4-BE49-F238E27FC236}">
                <a16:creationId xmlns:a16="http://schemas.microsoft.com/office/drawing/2014/main" id="{536D0554-08C5-4BD5-B4C8-D31B825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5699" y="2067784"/>
            <a:ext cx="1225059" cy="145841"/>
          </a:xfrm>
          <a:custGeom xmlns:a="http://schemas.openxmlformats.org/drawingml/2006/main">
            <a:pathLst>
              <a:path w="1225059" h="145841">
                <a:moveTo>
                  <a:pt x="40748" y="36461"/>
                </a:moveTo>
                <a:cubicBezTo>
                  <a:pt x="38270" y="42180"/>
                  <a:pt x="35934" y="47828"/>
                  <a:pt x="33742" y="53404"/>
                </a:cubicBezTo>
                <a:cubicBezTo>
                  <a:pt x="31551" y="58979"/>
                  <a:pt x="29406" y="64674"/>
                  <a:pt x="27309" y="70489"/>
                </a:cubicBezTo>
                <a:lnTo>
                  <a:pt x="53474" y="70489"/>
                </a:lnTo>
                <a:cubicBezTo>
                  <a:pt x="51377" y="64674"/>
                  <a:pt x="49303" y="58979"/>
                  <a:pt x="47254" y="53404"/>
                </a:cubicBezTo>
                <a:cubicBezTo>
                  <a:pt x="45204" y="47828"/>
                  <a:pt x="43036" y="42180"/>
                  <a:pt x="40748" y="36461"/>
                </a:cubicBezTo>
                <a:moveTo>
                  <a:pt x="91364" y="107807"/>
                </a:moveTo>
                <a:cubicBezTo>
                  <a:pt x="89076" y="107617"/>
                  <a:pt x="86907" y="107522"/>
                  <a:pt x="84858" y="107522"/>
                </a:cubicBezTo>
                <a:cubicBezTo>
                  <a:pt x="82809" y="107522"/>
                  <a:pt x="80783" y="107522"/>
                  <a:pt x="78782" y="107522"/>
                </a:cubicBezTo>
                <a:cubicBezTo>
                  <a:pt x="76780" y="107522"/>
                  <a:pt x="74755" y="107522"/>
                  <a:pt x="72706" y="107522"/>
                </a:cubicBezTo>
                <a:cubicBezTo>
                  <a:pt x="70656" y="107522"/>
                  <a:pt x="68630" y="107617"/>
                  <a:pt x="66627" y="107807"/>
                </a:cubicBezTo>
                <a:cubicBezTo>
                  <a:pt x="65103" y="103137"/>
                  <a:pt x="63530" y="98371"/>
                  <a:pt x="61908" y="93511"/>
                </a:cubicBezTo>
                <a:cubicBezTo>
                  <a:pt x="60288" y="88648"/>
                  <a:pt x="58573" y="83787"/>
                  <a:pt x="56762" y="78926"/>
                </a:cubicBezTo>
                <a:cubicBezTo>
                  <a:pt x="53712" y="78830"/>
                  <a:pt x="50662" y="78759"/>
                  <a:pt x="47612" y="78712"/>
                </a:cubicBezTo>
                <a:cubicBezTo>
                  <a:pt x="44562" y="78664"/>
                  <a:pt x="41512" y="78640"/>
                  <a:pt x="38461" y="78640"/>
                </a:cubicBezTo>
                <a:cubicBezTo>
                  <a:pt x="35983" y="78640"/>
                  <a:pt x="33505" y="78664"/>
                  <a:pt x="31026" y="78712"/>
                </a:cubicBezTo>
                <a:cubicBezTo>
                  <a:pt x="28548" y="78759"/>
                  <a:pt x="26069" y="78830"/>
                  <a:pt x="23591" y="78926"/>
                </a:cubicBezTo>
                <a:cubicBezTo>
                  <a:pt x="21684" y="83787"/>
                  <a:pt x="19921" y="88648"/>
                  <a:pt x="18300" y="93511"/>
                </a:cubicBezTo>
                <a:cubicBezTo>
                  <a:pt x="16680" y="98371"/>
                  <a:pt x="15202" y="103137"/>
                  <a:pt x="13867" y="107807"/>
                </a:cubicBezTo>
                <a:cubicBezTo>
                  <a:pt x="12724" y="107617"/>
                  <a:pt x="11604" y="107522"/>
                  <a:pt x="10507" y="107522"/>
                </a:cubicBezTo>
                <a:cubicBezTo>
                  <a:pt x="9412" y="107522"/>
                  <a:pt x="8292" y="107522"/>
                  <a:pt x="7147" y="107522"/>
                </a:cubicBezTo>
                <a:cubicBezTo>
                  <a:pt x="6004" y="107522"/>
                  <a:pt x="4860" y="107522"/>
                  <a:pt x="3715" y="107522"/>
                </a:cubicBezTo>
                <a:cubicBezTo>
                  <a:pt x="2572" y="107522"/>
                  <a:pt x="1334" y="107617"/>
                  <a:pt x="0" y="107807"/>
                </a:cubicBezTo>
                <a:cubicBezTo>
                  <a:pt x="1143" y="105329"/>
                  <a:pt x="2668" y="101898"/>
                  <a:pt x="4573" y="97514"/>
                </a:cubicBezTo>
                <a:cubicBezTo>
                  <a:pt x="6480" y="93129"/>
                  <a:pt x="8577" y="88172"/>
                  <a:pt x="10865" y="82643"/>
                </a:cubicBezTo>
                <a:cubicBezTo>
                  <a:pt x="13153" y="77115"/>
                  <a:pt x="15607" y="71181"/>
                  <a:pt x="18228" y="64843"/>
                </a:cubicBezTo>
                <a:cubicBezTo>
                  <a:pt x="20851" y="58503"/>
                  <a:pt x="23472" y="52092"/>
                  <a:pt x="26093" y="45611"/>
                </a:cubicBezTo>
                <a:cubicBezTo>
                  <a:pt x="28714" y="39128"/>
                  <a:pt x="31287" y="32742"/>
                  <a:pt x="33812" y="26451"/>
                </a:cubicBezTo>
                <a:cubicBezTo>
                  <a:pt x="36339" y="20161"/>
                  <a:pt x="38651" y="14298"/>
                  <a:pt x="40748" y="8864"/>
                </a:cubicBezTo>
                <a:cubicBezTo>
                  <a:pt x="41702" y="9055"/>
                  <a:pt x="42607" y="9222"/>
                  <a:pt x="43464" y="9366"/>
                </a:cubicBezTo>
                <a:cubicBezTo>
                  <a:pt x="44322" y="9509"/>
                  <a:pt x="45228" y="9580"/>
                  <a:pt x="46183" y="9580"/>
                </a:cubicBezTo>
                <a:cubicBezTo>
                  <a:pt x="47135" y="9580"/>
                  <a:pt x="48041" y="9509"/>
                  <a:pt x="48899" y="9366"/>
                </a:cubicBezTo>
                <a:cubicBezTo>
                  <a:pt x="49757" y="9222"/>
                  <a:pt x="50662" y="9055"/>
                  <a:pt x="51615" y="8864"/>
                </a:cubicBezTo>
                <a:cubicBezTo>
                  <a:pt x="54665" y="16967"/>
                  <a:pt x="57930" y="25642"/>
                  <a:pt x="61409" y="34888"/>
                </a:cubicBezTo>
                <a:cubicBezTo>
                  <a:pt x="64888" y="44134"/>
                  <a:pt x="68391" y="53214"/>
                  <a:pt x="71918" y="62127"/>
                </a:cubicBezTo>
                <a:cubicBezTo>
                  <a:pt x="75445" y="71038"/>
                  <a:pt x="78876" y="79497"/>
                  <a:pt x="82211" y="87504"/>
                </a:cubicBezTo>
                <a:cubicBezTo>
                  <a:pt x="85548" y="95511"/>
                  <a:pt x="88599" y="102279"/>
                  <a:pt x="91364" y="107807"/>
                </a:cubicBezTo>
                <a:close/>
                <a:moveTo>
                  <a:pt x="103661" y="49470"/>
                </a:moveTo>
                <a:cubicBezTo>
                  <a:pt x="103661" y="40130"/>
                  <a:pt x="103565" y="31551"/>
                  <a:pt x="103373" y="23735"/>
                </a:cubicBezTo>
                <a:cubicBezTo>
                  <a:pt x="103182" y="15919"/>
                  <a:pt x="102896" y="8007"/>
                  <a:pt x="102515" y="0"/>
                </a:cubicBezTo>
                <a:cubicBezTo>
                  <a:pt x="103754" y="191"/>
                  <a:pt x="105327" y="358"/>
                  <a:pt x="107234" y="502"/>
                </a:cubicBezTo>
                <a:cubicBezTo>
                  <a:pt x="109141" y="644"/>
                  <a:pt x="111143" y="716"/>
                  <a:pt x="113241" y="716"/>
                </a:cubicBezTo>
                <a:cubicBezTo>
                  <a:pt x="115336" y="716"/>
                  <a:pt x="117338" y="644"/>
                  <a:pt x="119245" y="502"/>
                </a:cubicBezTo>
                <a:cubicBezTo>
                  <a:pt x="121151" y="358"/>
                  <a:pt x="122724" y="191"/>
                  <a:pt x="123964" y="0"/>
                </a:cubicBezTo>
                <a:cubicBezTo>
                  <a:pt x="123583" y="8007"/>
                  <a:pt x="123296" y="15919"/>
                  <a:pt x="123104" y="23735"/>
                </a:cubicBezTo>
                <a:cubicBezTo>
                  <a:pt x="122914" y="31551"/>
                  <a:pt x="122818" y="40130"/>
                  <a:pt x="122818" y="49470"/>
                </a:cubicBezTo>
                <a:lnTo>
                  <a:pt x="122818" y="58765"/>
                </a:lnTo>
                <a:cubicBezTo>
                  <a:pt x="122818" y="68107"/>
                  <a:pt x="122914" y="76686"/>
                  <a:pt x="123104" y="84502"/>
                </a:cubicBezTo>
                <a:cubicBezTo>
                  <a:pt x="123296" y="92319"/>
                  <a:pt x="123583" y="100087"/>
                  <a:pt x="123964" y="107807"/>
                </a:cubicBezTo>
                <a:cubicBezTo>
                  <a:pt x="122724" y="107617"/>
                  <a:pt x="121151" y="107522"/>
                  <a:pt x="119245" y="107522"/>
                </a:cubicBezTo>
                <a:cubicBezTo>
                  <a:pt x="117338" y="107522"/>
                  <a:pt x="115336" y="107522"/>
                  <a:pt x="113241" y="107522"/>
                </a:cubicBezTo>
                <a:cubicBezTo>
                  <a:pt x="111143" y="107522"/>
                  <a:pt x="109141" y="107522"/>
                  <a:pt x="107234" y="107522"/>
                </a:cubicBezTo>
                <a:cubicBezTo>
                  <a:pt x="105327" y="107522"/>
                  <a:pt x="103754" y="107617"/>
                  <a:pt x="102515" y="107807"/>
                </a:cubicBezTo>
                <a:cubicBezTo>
                  <a:pt x="102896" y="100087"/>
                  <a:pt x="103182" y="92319"/>
                  <a:pt x="103373" y="84502"/>
                </a:cubicBezTo>
                <a:cubicBezTo>
                  <a:pt x="103565" y="76686"/>
                  <a:pt x="103661" y="68107"/>
                  <a:pt x="103661" y="58765"/>
                </a:cubicBezTo>
                <a:lnTo>
                  <a:pt x="103661" y="49470"/>
                </a:lnTo>
                <a:close/>
                <a:moveTo>
                  <a:pt x="141693" y="12010"/>
                </a:moveTo>
                <a:cubicBezTo>
                  <a:pt x="141693" y="8864"/>
                  <a:pt x="142789" y="6195"/>
                  <a:pt x="144981" y="4003"/>
                </a:cubicBezTo>
                <a:cubicBezTo>
                  <a:pt x="147174" y="1812"/>
                  <a:pt x="149844" y="716"/>
                  <a:pt x="152990" y="716"/>
                </a:cubicBezTo>
                <a:cubicBezTo>
                  <a:pt x="156135" y="716"/>
                  <a:pt x="158803" y="1812"/>
                  <a:pt x="160995" y="4003"/>
                </a:cubicBezTo>
                <a:cubicBezTo>
                  <a:pt x="163188" y="6195"/>
                  <a:pt x="164285" y="8864"/>
                  <a:pt x="164285" y="12010"/>
                </a:cubicBezTo>
                <a:cubicBezTo>
                  <a:pt x="164285" y="15156"/>
                  <a:pt x="163188" y="17825"/>
                  <a:pt x="160995" y="20017"/>
                </a:cubicBezTo>
                <a:cubicBezTo>
                  <a:pt x="158803" y="22209"/>
                  <a:pt x="156135" y="23305"/>
                  <a:pt x="152990" y="23305"/>
                </a:cubicBezTo>
                <a:cubicBezTo>
                  <a:pt x="149844" y="23305"/>
                  <a:pt x="147174" y="22209"/>
                  <a:pt x="144981" y="20017"/>
                </a:cubicBezTo>
                <a:cubicBezTo>
                  <a:pt x="142789" y="17825"/>
                  <a:pt x="141693" y="15156"/>
                  <a:pt x="141693" y="12010"/>
                </a:cubicBezTo>
                <a:moveTo>
                  <a:pt x="143410" y="70775"/>
                </a:moveTo>
                <a:cubicBezTo>
                  <a:pt x="143410" y="64961"/>
                  <a:pt x="143338" y="59505"/>
                  <a:pt x="143194" y="54405"/>
                </a:cubicBezTo>
                <a:cubicBezTo>
                  <a:pt x="143052" y="49305"/>
                  <a:pt x="142742" y="44181"/>
                  <a:pt x="142265" y="39033"/>
                </a:cubicBezTo>
                <a:cubicBezTo>
                  <a:pt x="143600" y="39224"/>
                  <a:pt x="145173" y="39391"/>
                  <a:pt x="146984" y="39535"/>
                </a:cubicBezTo>
                <a:cubicBezTo>
                  <a:pt x="148795" y="39677"/>
                  <a:pt x="150797" y="39749"/>
                  <a:pt x="152990" y="39749"/>
                </a:cubicBezTo>
                <a:cubicBezTo>
                  <a:pt x="157470" y="39749"/>
                  <a:pt x="161044" y="39510"/>
                  <a:pt x="163713" y="39033"/>
                </a:cubicBezTo>
                <a:cubicBezTo>
                  <a:pt x="163236" y="44181"/>
                  <a:pt x="162926" y="49305"/>
                  <a:pt x="162782" y="54405"/>
                </a:cubicBezTo>
                <a:cubicBezTo>
                  <a:pt x="162639" y="59505"/>
                  <a:pt x="162568" y="64961"/>
                  <a:pt x="162568" y="70775"/>
                </a:cubicBezTo>
                <a:lnTo>
                  <a:pt x="162568" y="76495"/>
                </a:lnTo>
                <a:cubicBezTo>
                  <a:pt x="162568" y="82309"/>
                  <a:pt x="162639" y="87789"/>
                  <a:pt x="162782" y="92937"/>
                </a:cubicBezTo>
                <a:cubicBezTo>
                  <a:pt x="162926" y="98084"/>
                  <a:pt x="163236" y="103041"/>
                  <a:pt x="163713" y="107807"/>
                </a:cubicBezTo>
                <a:cubicBezTo>
                  <a:pt x="162474" y="107617"/>
                  <a:pt x="160925" y="107522"/>
                  <a:pt x="159066" y="107522"/>
                </a:cubicBezTo>
                <a:cubicBezTo>
                  <a:pt x="157207" y="107522"/>
                  <a:pt x="155182" y="107522"/>
                  <a:pt x="152990" y="107522"/>
                </a:cubicBezTo>
                <a:cubicBezTo>
                  <a:pt x="150797" y="107522"/>
                  <a:pt x="148795" y="107522"/>
                  <a:pt x="146984" y="107522"/>
                </a:cubicBezTo>
                <a:cubicBezTo>
                  <a:pt x="145173" y="107522"/>
                  <a:pt x="143600" y="107617"/>
                  <a:pt x="142265" y="107807"/>
                </a:cubicBezTo>
                <a:cubicBezTo>
                  <a:pt x="142742" y="103041"/>
                  <a:pt x="143052" y="98084"/>
                  <a:pt x="143194" y="92937"/>
                </a:cubicBezTo>
                <a:cubicBezTo>
                  <a:pt x="143338" y="87789"/>
                  <a:pt x="143410" y="82309"/>
                  <a:pt x="143410" y="76495"/>
                </a:cubicBezTo>
                <a:lnTo>
                  <a:pt x="143410" y="70775"/>
                </a:lnTo>
                <a:close/>
                <a:moveTo>
                  <a:pt x="207751" y="43037"/>
                </a:moveTo>
                <a:cubicBezTo>
                  <a:pt x="201268" y="43037"/>
                  <a:pt x="198027" y="49328"/>
                  <a:pt x="198027" y="61911"/>
                </a:cubicBezTo>
                <a:cubicBezTo>
                  <a:pt x="198027" y="65057"/>
                  <a:pt x="198313" y="67702"/>
                  <a:pt x="198884" y="69848"/>
                </a:cubicBezTo>
                <a:cubicBezTo>
                  <a:pt x="199457" y="71992"/>
                  <a:pt x="200196" y="73731"/>
                  <a:pt x="201101" y="75066"/>
                </a:cubicBezTo>
                <a:cubicBezTo>
                  <a:pt x="202007" y="76400"/>
                  <a:pt x="203008" y="77353"/>
                  <a:pt x="204103" y="77924"/>
                </a:cubicBezTo>
                <a:cubicBezTo>
                  <a:pt x="205200" y="78496"/>
                  <a:pt x="206320" y="78782"/>
                  <a:pt x="207465" y="78782"/>
                </a:cubicBezTo>
                <a:cubicBezTo>
                  <a:pt x="210610" y="78782"/>
                  <a:pt x="212945" y="77400"/>
                  <a:pt x="214471" y="74637"/>
                </a:cubicBezTo>
                <a:cubicBezTo>
                  <a:pt x="215996" y="71872"/>
                  <a:pt x="216759" y="67201"/>
                  <a:pt x="216759" y="60623"/>
                </a:cubicBezTo>
                <a:cubicBezTo>
                  <a:pt x="216759" y="54142"/>
                  <a:pt x="215901" y="49591"/>
                  <a:pt x="214185" y="46970"/>
                </a:cubicBezTo>
                <a:cubicBezTo>
                  <a:pt x="212468" y="44348"/>
                  <a:pt x="210324" y="43037"/>
                  <a:pt x="207751" y="43037"/>
                </a:cubicBezTo>
                <a:moveTo>
                  <a:pt x="229055" y="44468"/>
                </a:moveTo>
                <a:cubicBezTo>
                  <a:pt x="231438" y="46183"/>
                  <a:pt x="233320" y="48351"/>
                  <a:pt x="234702" y="50974"/>
                </a:cubicBezTo>
                <a:cubicBezTo>
                  <a:pt x="236085" y="53595"/>
                  <a:pt x="236776" y="56716"/>
                  <a:pt x="236776" y="60338"/>
                </a:cubicBezTo>
                <a:cubicBezTo>
                  <a:pt x="236776" y="63865"/>
                  <a:pt x="236109" y="67082"/>
                  <a:pt x="234774" y="69989"/>
                </a:cubicBezTo>
                <a:cubicBezTo>
                  <a:pt x="233440" y="72897"/>
                  <a:pt x="231557" y="75399"/>
                  <a:pt x="229125" y="77497"/>
                </a:cubicBezTo>
                <a:cubicBezTo>
                  <a:pt x="226695" y="79593"/>
                  <a:pt x="223787" y="81213"/>
                  <a:pt x="220403" y="82358"/>
                </a:cubicBezTo>
                <a:cubicBezTo>
                  <a:pt x="217020" y="83501"/>
                  <a:pt x="213231" y="84072"/>
                  <a:pt x="209038" y="84072"/>
                </a:cubicBezTo>
                <a:cubicBezTo>
                  <a:pt x="207989" y="84072"/>
                  <a:pt x="206964" y="84049"/>
                  <a:pt x="205962" y="84003"/>
                </a:cubicBezTo>
                <a:cubicBezTo>
                  <a:pt x="204961" y="83955"/>
                  <a:pt x="203841" y="83931"/>
                  <a:pt x="202602" y="83931"/>
                </a:cubicBezTo>
                <a:cubicBezTo>
                  <a:pt x="201459" y="83931"/>
                  <a:pt x="200482" y="84455"/>
                  <a:pt x="199672" y="85504"/>
                </a:cubicBezTo>
                <a:cubicBezTo>
                  <a:pt x="198862" y="86551"/>
                  <a:pt x="198457" y="87742"/>
                  <a:pt x="198457" y="89077"/>
                </a:cubicBezTo>
                <a:cubicBezTo>
                  <a:pt x="198457" y="91365"/>
                  <a:pt x="199338" y="93177"/>
                  <a:pt x="201101" y="94512"/>
                </a:cubicBezTo>
                <a:cubicBezTo>
                  <a:pt x="202865" y="95846"/>
                  <a:pt x="205654" y="96560"/>
                  <a:pt x="209466" y="96654"/>
                </a:cubicBezTo>
                <a:lnTo>
                  <a:pt x="220047" y="96798"/>
                </a:lnTo>
                <a:cubicBezTo>
                  <a:pt x="228054" y="96893"/>
                  <a:pt x="233939" y="98394"/>
                  <a:pt x="237704" y="101301"/>
                </a:cubicBezTo>
                <a:cubicBezTo>
                  <a:pt x="241469" y="104209"/>
                  <a:pt x="243352" y="108856"/>
                  <a:pt x="243352" y="115243"/>
                </a:cubicBezTo>
                <a:cubicBezTo>
                  <a:pt x="243352" y="120962"/>
                  <a:pt x="242184" y="125751"/>
                  <a:pt x="239848" y="129611"/>
                </a:cubicBezTo>
                <a:cubicBezTo>
                  <a:pt x="237514" y="133473"/>
                  <a:pt x="234512" y="136619"/>
                  <a:pt x="230842" y="139050"/>
                </a:cubicBezTo>
                <a:cubicBezTo>
                  <a:pt x="227173" y="141480"/>
                  <a:pt x="223097" y="143220"/>
                  <a:pt x="218616" y="144268"/>
                </a:cubicBezTo>
                <a:cubicBezTo>
                  <a:pt x="214136" y="145317"/>
                  <a:pt x="209800" y="145841"/>
                  <a:pt x="205606" y="145841"/>
                </a:cubicBezTo>
                <a:cubicBezTo>
                  <a:pt x="196645" y="145841"/>
                  <a:pt x="189662" y="144102"/>
                  <a:pt x="184657" y="140623"/>
                </a:cubicBezTo>
                <a:cubicBezTo>
                  <a:pt x="179654" y="137143"/>
                  <a:pt x="177152" y="132544"/>
                  <a:pt x="177152" y="126823"/>
                </a:cubicBezTo>
                <a:cubicBezTo>
                  <a:pt x="177152" y="122249"/>
                  <a:pt x="178415" y="118555"/>
                  <a:pt x="180940" y="115742"/>
                </a:cubicBezTo>
                <a:cubicBezTo>
                  <a:pt x="183466" y="112931"/>
                  <a:pt x="186875" y="110715"/>
                  <a:pt x="191165" y="109095"/>
                </a:cubicBezTo>
                <a:lnTo>
                  <a:pt x="191165" y="108809"/>
                </a:lnTo>
                <a:cubicBezTo>
                  <a:pt x="188687" y="107951"/>
                  <a:pt x="186709" y="106640"/>
                  <a:pt x="185231" y="104877"/>
                </a:cubicBezTo>
                <a:cubicBezTo>
                  <a:pt x="183753" y="103113"/>
                  <a:pt x="183015" y="100896"/>
                  <a:pt x="183015" y="98227"/>
                </a:cubicBezTo>
                <a:cubicBezTo>
                  <a:pt x="183015" y="95081"/>
                  <a:pt x="184230" y="92031"/>
                  <a:pt x="186660" y="89077"/>
                </a:cubicBezTo>
                <a:cubicBezTo>
                  <a:pt x="189091" y="86122"/>
                  <a:pt x="192308" y="84120"/>
                  <a:pt x="196312" y="83071"/>
                </a:cubicBezTo>
                <a:lnTo>
                  <a:pt x="196312" y="82785"/>
                </a:lnTo>
                <a:cubicBezTo>
                  <a:pt x="190497" y="81356"/>
                  <a:pt x="186017" y="78782"/>
                  <a:pt x="182873" y="75064"/>
                </a:cubicBezTo>
                <a:cubicBezTo>
                  <a:pt x="179631" y="71252"/>
                  <a:pt x="178010" y="66296"/>
                  <a:pt x="178010" y="60196"/>
                </a:cubicBezTo>
                <a:cubicBezTo>
                  <a:pt x="178010" y="56573"/>
                  <a:pt x="178749" y="53331"/>
                  <a:pt x="180226" y="50472"/>
                </a:cubicBezTo>
                <a:cubicBezTo>
                  <a:pt x="181704" y="47612"/>
                  <a:pt x="183777" y="45206"/>
                  <a:pt x="186446" y="43253"/>
                </a:cubicBezTo>
                <a:cubicBezTo>
                  <a:pt x="189115" y="41298"/>
                  <a:pt x="192309" y="39796"/>
                  <a:pt x="196026" y="38747"/>
                </a:cubicBezTo>
                <a:cubicBezTo>
                  <a:pt x="199744" y="37699"/>
                  <a:pt x="203843" y="37174"/>
                  <a:pt x="208322" y="37174"/>
                </a:cubicBezTo>
                <a:cubicBezTo>
                  <a:pt x="210039" y="37174"/>
                  <a:pt x="211802" y="37246"/>
                  <a:pt x="213613" y="37390"/>
                </a:cubicBezTo>
                <a:cubicBezTo>
                  <a:pt x="215424" y="37533"/>
                  <a:pt x="217188" y="37651"/>
                  <a:pt x="218904" y="37746"/>
                </a:cubicBezTo>
                <a:cubicBezTo>
                  <a:pt x="220143" y="37842"/>
                  <a:pt x="221406" y="37914"/>
                  <a:pt x="222691" y="37962"/>
                </a:cubicBezTo>
                <a:cubicBezTo>
                  <a:pt x="223978" y="38010"/>
                  <a:pt x="225385" y="38034"/>
                  <a:pt x="226911" y="38034"/>
                </a:cubicBezTo>
                <a:cubicBezTo>
                  <a:pt x="229293" y="38034"/>
                  <a:pt x="231771" y="38010"/>
                  <a:pt x="234344" y="37962"/>
                </a:cubicBezTo>
                <a:cubicBezTo>
                  <a:pt x="236918" y="37914"/>
                  <a:pt x="239492" y="37890"/>
                  <a:pt x="242065" y="37890"/>
                </a:cubicBezTo>
                <a:cubicBezTo>
                  <a:pt x="241970" y="38461"/>
                  <a:pt x="241899" y="39034"/>
                  <a:pt x="241851" y="39607"/>
                </a:cubicBezTo>
                <a:cubicBezTo>
                  <a:pt x="241803" y="40179"/>
                  <a:pt x="241779" y="40750"/>
                  <a:pt x="241779" y="41322"/>
                </a:cubicBezTo>
                <a:cubicBezTo>
                  <a:pt x="241779" y="41893"/>
                  <a:pt x="241803" y="42465"/>
                  <a:pt x="241851" y="43037"/>
                </a:cubicBezTo>
                <a:cubicBezTo>
                  <a:pt x="241899" y="43608"/>
                  <a:pt x="241970" y="44181"/>
                  <a:pt x="242065" y="44754"/>
                </a:cubicBezTo>
                <a:lnTo>
                  <a:pt x="229483" y="44182"/>
                </a:lnTo>
                <a:lnTo>
                  <a:pt x="229055" y="44468"/>
                </a:lnTo>
                <a:moveTo>
                  <a:pt x="226767" y="122964"/>
                </a:moveTo>
                <a:cubicBezTo>
                  <a:pt x="226767" y="120199"/>
                  <a:pt x="226290" y="117935"/>
                  <a:pt x="225336" y="116172"/>
                </a:cubicBezTo>
                <a:cubicBezTo>
                  <a:pt x="224383" y="114409"/>
                  <a:pt x="223025" y="113051"/>
                  <a:pt x="221262" y="112097"/>
                </a:cubicBezTo>
                <a:cubicBezTo>
                  <a:pt x="219499" y="111144"/>
                  <a:pt x="217331" y="110500"/>
                  <a:pt x="214756" y="110166"/>
                </a:cubicBezTo>
                <a:cubicBezTo>
                  <a:pt x="212183" y="109833"/>
                  <a:pt x="209276" y="109666"/>
                  <a:pt x="206034" y="109666"/>
                </a:cubicBezTo>
                <a:cubicBezTo>
                  <a:pt x="201077" y="109666"/>
                  <a:pt x="197646" y="110143"/>
                  <a:pt x="195741" y="111095"/>
                </a:cubicBezTo>
                <a:cubicBezTo>
                  <a:pt x="194596" y="111668"/>
                  <a:pt x="193380" y="113051"/>
                  <a:pt x="192093" y="115243"/>
                </a:cubicBezTo>
                <a:cubicBezTo>
                  <a:pt x="190807" y="117435"/>
                  <a:pt x="190164" y="120199"/>
                  <a:pt x="190164" y="123535"/>
                </a:cubicBezTo>
                <a:cubicBezTo>
                  <a:pt x="190164" y="126300"/>
                  <a:pt x="190664" y="128708"/>
                  <a:pt x="191665" y="130757"/>
                </a:cubicBezTo>
                <a:cubicBezTo>
                  <a:pt x="192666" y="132806"/>
                  <a:pt x="194024" y="134498"/>
                  <a:pt x="195738" y="135832"/>
                </a:cubicBezTo>
                <a:cubicBezTo>
                  <a:pt x="197455" y="137167"/>
                  <a:pt x="199433" y="138191"/>
                  <a:pt x="201673" y="138906"/>
                </a:cubicBezTo>
                <a:cubicBezTo>
                  <a:pt x="203914" y="139621"/>
                  <a:pt x="206321" y="139979"/>
                  <a:pt x="208894" y="139979"/>
                </a:cubicBezTo>
                <a:cubicBezTo>
                  <a:pt x="211659" y="139979"/>
                  <a:pt x="214137" y="139526"/>
                  <a:pt x="216329" y="138620"/>
                </a:cubicBezTo>
                <a:cubicBezTo>
                  <a:pt x="218521" y="137714"/>
                  <a:pt x="220403" y="136474"/>
                  <a:pt x="221976" y="134902"/>
                </a:cubicBezTo>
                <a:cubicBezTo>
                  <a:pt x="223549" y="133330"/>
                  <a:pt x="224741" y="131519"/>
                  <a:pt x="225552" y="129470"/>
                </a:cubicBezTo>
                <a:cubicBezTo>
                  <a:pt x="226362" y="127420"/>
                  <a:pt x="226767" y="125252"/>
                  <a:pt x="226767" y="122964"/>
                </a:cubicBezTo>
                <a:close/>
                <a:moveTo>
                  <a:pt x="272236" y="49756"/>
                </a:moveTo>
                <a:cubicBezTo>
                  <a:pt x="274905" y="45754"/>
                  <a:pt x="278026" y="42656"/>
                  <a:pt x="281600" y="40464"/>
                </a:cubicBezTo>
                <a:cubicBezTo>
                  <a:pt x="285175" y="38271"/>
                  <a:pt x="289250" y="37174"/>
                  <a:pt x="293824" y="37174"/>
                </a:cubicBezTo>
                <a:cubicBezTo>
                  <a:pt x="300974" y="37174"/>
                  <a:pt x="306480" y="39248"/>
                  <a:pt x="310340" y="43394"/>
                </a:cubicBezTo>
                <a:cubicBezTo>
                  <a:pt x="314200" y="47541"/>
                  <a:pt x="316130" y="54237"/>
                  <a:pt x="316130" y="63484"/>
                </a:cubicBezTo>
                <a:cubicBezTo>
                  <a:pt x="316130" y="68344"/>
                  <a:pt x="316035" y="72634"/>
                  <a:pt x="315844" y="76351"/>
                </a:cubicBezTo>
                <a:cubicBezTo>
                  <a:pt x="315654" y="80069"/>
                  <a:pt x="315558" y="83787"/>
                  <a:pt x="315558" y="87504"/>
                </a:cubicBezTo>
                <a:cubicBezTo>
                  <a:pt x="315558" y="90554"/>
                  <a:pt x="315630" y="93867"/>
                  <a:pt x="315772" y="97442"/>
                </a:cubicBezTo>
                <a:cubicBezTo>
                  <a:pt x="315916" y="101016"/>
                  <a:pt x="316083" y="104471"/>
                  <a:pt x="316274" y="107807"/>
                </a:cubicBezTo>
                <a:cubicBezTo>
                  <a:pt x="315035" y="107617"/>
                  <a:pt x="313462" y="107522"/>
                  <a:pt x="311555" y="107522"/>
                </a:cubicBezTo>
                <a:cubicBezTo>
                  <a:pt x="309648" y="107522"/>
                  <a:pt x="307646" y="107522"/>
                  <a:pt x="305549" y="107522"/>
                </a:cubicBezTo>
                <a:cubicBezTo>
                  <a:pt x="303453" y="107522"/>
                  <a:pt x="301451" y="107522"/>
                  <a:pt x="299545" y="107522"/>
                </a:cubicBezTo>
                <a:cubicBezTo>
                  <a:pt x="297638" y="107522"/>
                  <a:pt x="296065" y="107617"/>
                  <a:pt x="294826" y="107807"/>
                </a:cubicBezTo>
                <a:cubicBezTo>
                  <a:pt x="295493" y="102851"/>
                  <a:pt x="295922" y="97012"/>
                  <a:pt x="296113" y="90293"/>
                </a:cubicBezTo>
                <a:cubicBezTo>
                  <a:pt x="296303" y="83573"/>
                  <a:pt x="296399" y="75876"/>
                  <a:pt x="296399" y="67201"/>
                </a:cubicBezTo>
                <a:cubicBezTo>
                  <a:pt x="296399" y="61196"/>
                  <a:pt x="295374" y="56787"/>
                  <a:pt x="293325" y="53976"/>
                </a:cubicBezTo>
                <a:cubicBezTo>
                  <a:pt x="291275" y="51163"/>
                  <a:pt x="288392" y="49756"/>
                  <a:pt x="284674" y="49756"/>
                </a:cubicBezTo>
                <a:cubicBezTo>
                  <a:pt x="280385" y="49756"/>
                  <a:pt x="277239" y="51615"/>
                  <a:pt x="275238" y="55333"/>
                </a:cubicBezTo>
                <a:cubicBezTo>
                  <a:pt x="273237" y="59050"/>
                  <a:pt x="272236" y="64198"/>
                  <a:pt x="272236" y="70775"/>
                </a:cubicBezTo>
                <a:lnTo>
                  <a:pt x="272236" y="76495"/>
                </a:lnTo>
                <a:cubicBezTo>
                  <a:pt x="272236" y="82309"/>
                  <a:pt x="272307" y="87789"/>
                  <a:pt x="272450" y="92937"/>
                </a:cubicBezTo>
                <a:cubicBezTo>
                  <a:pt x="272592" y="98084"/>
                  <a:pt x="272902" y="103041"/>
                  <a:pt x="273379" y="107807"/>
                </a:cubicBezTo>
                <a:cubicBezTo>
                  <a:pt x="272140" y="107617"/>
                  <a:pt x="270591" y="107522"/>
                  <a:pt x="268732" y="107522"/>
                </a:cubicBezTo>
                <a:cubicBezTo>
                  <a:pt x="266873" y="107522"/>
                  <a:pt x="264848" y="107522"/>
                  <a:pt x="262656" y="107522"/>
                </a:cubicBezTo>
                <a:cubicBezTo>
                  <a:pt x="260463" y="107522"/>
                  <a:pt x="258461" y="107522"/>
                  <a:pt x="256650" y="107522"/>
                </a:cubicBezTo>
                <a:cubicBezTo>
                  <a:pt x="254839" y="107522"/>
                  <a:pt x="253266" y="107617"/>
                  <a:pt x="251931" y="107807"/>
                </a:cubicBezTo>
                <a:cubicBezTo>
                  <a:pt x="252408" y="103041"/>
                  <a:pt x="252718" y="98084"/>
                  <a:pt x="252860" y="92937"/>
                </a:cubicBezTo>
                <a:cubicBezTo>
                  <a:pt x="253004" y="87789"/>
                  <a:pt x="253076" y="82309"/>
                  <a:pt x="253076" y="76495"/>
                </a:cubicBezTo>
                <a:lnTo>
                  <a:pt x="253076" y="70775"/>
                </a:lnTo>
                <a:cubicBezTo>
                  <a:pt x="253076" y="64961"/>
                  <a:pt x="253004" y="59505"/>
                  <a:pt x="252860" y="54405"/>
                </a:cubicBezTo>
                <a:cubicBezTo>
                  <a:pt x="252718" y="49305"/>
                  <a:pt x="252408" y="44181"/>
                  <a:pt x="251931" y="39033"/>
                </a:cubicBezTo>
                <a:cubicBezTo>
                  <a:pt x="253647" y="39224"/>
                  <a:pt x="255339" y="39391"/>
                  <a:pt x="257008" y="39535"/>
                </a:cubicBezTo>
                <a:cubicBezTo>
                  <a:pt x="258676" y="39677"/>
                  <a:pt x="260367" y="39749"/>
                  <a:pt x="262082" y="39749"/>
                </a:cubicBezTo>
                <a:cubicBezTo>
                  <a:pt x="263799" y="39749"/>
                  <a:pt x="265491" y="39677"/>
                  <a:pt x="267159" y="39535"/>
                </a:cubicBezTo>
                <a:cubicBezTo>
                  <a:pt x="268827" y="39391"/>
                  <a:pt x="270615" y="39224"/>
                  <a:pt x="272522" y="39033"/>
                </a:cubicBezTo>
                <a:lnTo>
                  <a:pt x="271948" y="49756"/>
                </a:lnTo>
                <a:lnTo>
                  <a:pt x="272236" y="49756"/>
                </a:lnTo>
                <a:close/>
                <a:moveTo>
                  <a:pt x="351303" y="49756"/>
                </a:moveTo>
                <a:cubicBezTo>
                  <a:pt x="353972" y="45754"/>
                  <a:pt x="357094" y="42656"/>
                  <a:pt x="360667" y="40464"/>
                </a:cubicBezTo>
                <a:cubicBezTo>
                  <a:pt x="364242" y="38271"/>
                  <a:pt x="368318" y="37174"/>
                  <a:pt x="372894" y="37174"/>
                </a:cubicBezTo>
                <a:cubicBezTo>
                  <a:pt x="377183" y="37174"/>
                  <a:pt x="380876" y="38342"/>
                  <a:pt x="383975" y="40678"/>
                </a:cubicBezTo>
                <a:cubicBezTo>
                  <a:pt x="387073" y="43014"/>
                  <a:pt x="389479" y="46374"/>
                  <a:pt x="391194" y="50758"/>
                </a:cubicBezTo>
                <a:cubicBezTo>
                  <a:pt x="394055" y="46374"/>
                  <a:pt x="397391" y="43014"/>
                  <a:pt x="401204" y="40678"/>
                </a:cubicBezTo>
                <a:cubicBezTo>
                  <a:pt x="405016" y="38342"/>
                  <a:pt x="409067" y="37174"/>
                  <a:pt x="413358" y="37174"/>
                </a:cubicBezTo>
                <a:cubicBezTo>
                  <a:pt x="420507" y="37174"/>
                  <a:pt x="426011" y="39248"/>
                  <a:pt x="429871" y="43394"/>
                </a:cubicBezTo>
                <a:cubicBezTo>
                  <a:pt x="433732" y="47541"/>
                  <a:pt x="435662" y="54237"/>
                  <a:pt x="435662" y="63484"/>
                </a:cubicBezTo>
                <a:cubicBezTo>
                  <a:pt x="435662" y="68344"/>
                  <a:pt x="435566" y="72634"/>
                  <a:pt x="435376" y="76351"/>
                </a:cubicBezTo>
                <a:cubicBezTo>
                  <a:pt x="435185" y="80069"/>
                  <a:pt x="435090" y="83787"/>
                  <a:pt x="435090" y="87504"/>
                </a:cubicBezTo>
                <a:cubicBezTo>
                  <a:pt x="435090" y="90554"/>
                  <a:pt x="435161" y="93867"/>
                  <a:pt x="435304" y="97442"/>
                </a:cubicBezTo>
                <a:cubicBezTo>
                  <a:pt x="435448" y="101016"/>
                  <a:pt x="435615" y="104471"/>
                  <a:pt x="435806" y="107807"/>
                </a:cubicBezTo>
                <a:cubicBezTo>
                  <a:pt x="434566" y="107617"/>
                  <a:pt x="432993" y="107522"/>
                  <a:pt x="431087" y="107522"/>
                </a:cubicBezTo>
                <a:cubicBezTo>
                  <a:pt x="429180" y="107522"/>
                  <a:pt x="427178" y="107522"/>
                  <a:pt x="425080" y="107522"/>
                </a:cubicBezTo>
                <a:cubicBezTo>
                  <a:pt x="422984" y="107522"/>
                  <a:pt x="420983" y="107522"/>
                  <a:pt x="419076" y="107522"/>
                </a:cubicBezTo>
                <a:cubicBezTo>
                  <a:pt x="417169" y="107522"/>
                  <a:pt x="415596" y="107617"/>
                  <a:pt x="414357" y="107807"/>
                </a:cubicBezTo>
                <a:cubicBezTo>
                  <a:pt x="415025" y="102851"/>
                  <a:pt x="415454" y="97012"/>
                  <a:pt x="415644" y="90293"/>
                </a:cubicBezTo>
                <a:cubicBezTo>
                  <a:pt x="415835" y="83573"/>
                  <a:pt x="415930" y="75876"/>
                  <a:pt x="415930" y="67201"/>
                </a:cubicBezTo>
                <a:cubicBezTo>
                  <a:pt x="415930" y="61196"/>
                  <a:pt x="414929" y="56787"/>
                  <a:pt x="412928" y="53976"/>
                </a:cubicBezTo>
                <a:cubicBezTo>
                  <a:pt x="410927" y="51163"/>
                  <a:pt x="408115" y="49756"/>
                  <a:pt x="404491" y="49756"/>
                </a:cubicBezTo>
                <a:cubicBezTo>
                  <a:pt x="402204" y="49756"/>
                  <a:pt x="400321" y="50281"/>
                  <a:pt x="398843" y="51329"/>
                </a:cubicBezTo>
                <a:cubicBezTo>
                  <a:pt x="397367" y="52378"/>
                  <a:pt x="396199" y="53736"/>
                  <a:pt x="395341" y="55405"/>
                </a:cubicBezTo>
                <a:cubicBezTo>
                  <a:pt x="394483" y="57073"/>
                  <a:pt x="393911" y="58861"/>
                  <a:pt x="393624" y="60767"/>
                </a:cubicBezTo>
                <a:cubicBezTo>
                  <a:pt x="393339" y="62673"/>
                  <a:pt x="393197" y="64484"/>
                  <a:pt x="393197" y="66200"/>
                </a:cubicBezTo>
                <a:lnTo>
                  <a:pt x="393197" y="76495"/>
                </a:lnTo>
                <a:cubicBezTo>
                  <a:pt x="393197" y="82309"/>
                  <a:pt x="393268" y="87789"/>
                  <a:pt x="393410" y="92937"/>
                </a:cubicBezTo>
                <a:cubicBezTo>
                  <a:pt x="393554" y="98084"/>
                  <a:pt x="393864" y="103041"/>
                  <a:pt x="394340" y="107807"/>
                </a:cubicBezTo>
                <a:cubicBezTo>
                  <a:pt x="393101" y="107617"/>
                  <a:pt x="391552" y="107522"/>
                  <a:pt x="389693" y="107522"/>
                </a:cubicBezTo>
                <a:cubicBezTo>
                  <a:pt x="387834" y="107522"/>
                  <a:pt x="385809" y="107522"/>
                  <a:pt x="383617" y="107522"/>
                </a:cubicBezTo>
                <a:cubicBezTo>
                  <a:pt x="381425" y="107522"/>
                  <a:pt x="379423" y="107522"/>
                  <a:pt x="377610" y="107522"/>
                </a:cubicBezTo>
                <a:cubicBezTo>
                  <a:pt x="375800" y="107522"/>
                  <a:pt x="374227" y="107617"/>
                  <a:pt x="372894" y="107807"/>
                </a:cubicBezTo>
                <a:cubicBezTo>
                  <a:pt x="373371" y="103041"/>
                  <a:pt x="373680" y="98084"/>
                  <a:pt x="373823" y="92937"/>
                </a:cubicBezTo>
                <a:cubicBezTo>
                  <a:pt x="373966" y="87789"/>
                  <a:pt x="374037" y="82309"/>
                  <a:pt x="374037" y="76495"/>
                </a:cubicBezTo>
                <a:lnTo>
                  <a:pt x="374037" y="67773"/>
                </a:lnTo>
                <a:cubicBezTo>
                  <a:pt x="374037" y="62054"/>
                  <a:pt x="373322" y="57621"/>
                  <a:pt x="371892" y="54475"/>
                </a:cubicBezTo>
                <a:cubicBezTo>
                  <a:pt x="370462" y="51329"/>
                  <a:pt x="367746" y="49756"/>
                  <a:pt x="363743" y="49756"/>
                </a:cubicBezTo>
                <a:cubicBezTo>
                  <a:pt x="359453" y="49756"/>
                  <a:pt x="356307" y="51615"/>
                  <a:pt x="354305" y="55333"/>
                </a:cubicBezTo>
                <a:cubicBezTo>
                  <a:pt x="352304" y="59050"/>
                  <a:pt x="351303" y="64198"/>
                  <a:pt x="351303" y="70775"/>
                </a:cubicBezTo>
                <a:lnTo>
                  <a:pt x="351303" y="76495"/>
                </a:lnTo>
                <a:cubicBezTo>
                  <a:pt x="351303" y="82309"/>
                  <a:pt x="351375" y="87789"/>
                  <a:pt x="351517" y="92937"/>
                </a:cubicBezTo>
                <a:cubicBezTo>
                  <a:pt x="351661" y="98084"/>
                  <a:pt x="351971" y="103041"/>
                  <a:pt x="352447" y="107807"/>
                </a:cubicBezTo>
                <a:cubicBezTo>
                  <a:pt x="351207" y="107617"/>
                  <a:pt x="349658" y="107522"/>
                  <a:pt x="347799" y="107522"/>
                </a:cubicBezTo>
                <a:cubicBezTo>
                  <a:pt x="345941" y="107522"/>
                  <a:pt x="343915" y="107522"/>
                  <a:pt x="341723" y="107522"/>
                </a:cubicBezTo>
                <a:cubicBezTo>
                  <a:pt x="339531" y="107522"/>
                  <a:pt x="337529" y="107522"/>
                  <a:pt x="335717" y="107522"/>
                </a:cubicBezTo>
                <a:cubicBezTo>
                  <a:pt x="333906" y="107522"/>
                  <a:pt x="332334" y="107617"/>
                  <a:pt x="331000" y="107807"/>
                </a:cubicBezTo>
                <a:cubicBezTo>
                  <a:pt x="331476" y="103041"/>
                  <a:pt x="331785" y="98084"/>
                  <a:pt x="331927" y="92937"/>
                </a:cubicBezTo>
                <a:cubicBezTo>
                  <a:pt x="332071" y="87789"/>
                  <a:pt x="332143" y="82309"/>
                  <a:pt x="332143" y="76495"/>
                </a:cubicBezTo>
                <a:lnTo>
                  <a:pt x="332143" y="70775"/>
                </a:lnTo>
                <a:cubicBezTo>
                  <a:pt x="332143" y="64961"/>
                  <a:pt x="332071" y="59505"/>
                  <a:pt x="331927" y="54405"/>
                </a:cubicBezTo>
                <a:cubicBezTo>
                  <a:pt x="331785" y="49305"/>
                  <a:pt x="331476" y="44181"/>
                  <a:pt x="331000" y="39033"/>
                </a:cubicBezTo>
                <a:cubicBezTo>
                  <a:pt x="332715" y="39224"/>
                  <a:pt x="334407" y="39391"/>
                  <a:pt x="336075" y="39535"/>
                </a:cubicBezTo>
                <a:cubicBezTo>
                  <a:pt x="337743" y="39677"/>
                  <a:pt x="339436" y="39749"/>
                  <a:pt x="341152" y="39749"/>
                </a:cubicBezTo>
                <a:cubicBezTo>
                  <a:pt x="342868" y="39749"/>
                  <a:pt x="344560" y="39677"/>
                  <a:pt x="346226" y="39535"/>
                </a:cubicBezTo>
                <a:cubicBezTo>
                  <a:pt x="347895" y="39391"/>
                  <a:pt x="349682" y="39224"/>
                  <a:pt x="351589" y="39033"/>
                </a:cubicBezTo>
                <a:lnTo>
                  <a:pt x="351018" y="49756"/>
                </a:lnTo>
                <a:lnTo>
                  <a:pt x="351303" y="49756"/>
                </a:lnTo>
                <a:close/>
                <a:moveTo>
                  <a:pt x="468833" y="73635"/>
                </a:moveTo>
                <a:cubicBezTo>
                  <a:pt x="468833" y="77447"/>
                  <a:pt x="469215" y="81022"/>
                  <a:pt x="469977" y="84358"/>
                </a:cubicBezTo>
                <a:cubicBezTo>
                  <a:pt x="470740" y="87695"/>
                  <a:pt x="471908" y="90578"/>
                  <a:pt x="473481" y="93009"/>
                </a:cubicBezTo>
                <a:cubicBezTo>
                  <a:pt x="475053" y="95439"/>
                  <a:pt x="477054" y="97346"/>
                  <a:pt x="479485" y="98729"/>
                </a:cubicBezTo>
                <a:cubicBezTo>
                  <a:pt x="481917" y="100111"/>
                  <a:pt x="484753" y="100802"/>
                  <a:pt x="487993" y="100802"/>
                </a:cubicBezTo>
                <a:cubicBezTo>
                  <a:pt x="494570" y="100802"/>
                  <a:pt x="500433" y="98657"/>
                  <a:pt x="505580" y="94368"/>
                </a:cubicBezTo>
                <a:lnTo>
                  <a:pt x="507295" y="95655"/>
                </a:lnTo>
                <a:lnTo>
                  <a:pt x="504149" y="103662"/>
                </a:lnTo>
                <a:cubicBezTo>
                  <a:pt x="501766" y="105473"/>
                  <a:pt x="498907" y="106926"/>
                  <a:pt x="495570" y="108021"/>
                </a:cubicBezTo>
                <a:cubicBezTo>
                  <a:pt x="492234" y="109118"/>
                  <a:pt x="487849" y="109666"/>
                  <a:pt x="482417" y="109666"/>
                </a:cubicBezTo>
                <a:cubicBezTo>
                  <a:pt x="477747" y="109666"/>
                  <a:pt x="473314" y="109023"/>
                  <a:pt x="469119" y="107735"/>
                </a:cubicBezTo>
                <a:cubicBezTo>
                  <a:pt x="464926" y="106450"/>
                  <a:pt x="461232" y="104329"/>
                  <a:pt x="458038" y="101373"/>
                </a:cubicBezTo>
                <a:cubicBezTo>
                  <a:pt x="454846" y="98418"/>
                  <a:pt x="452320" y="94676"/>
                  <a:pt x="450461" y="90149"/>
                </a:cubicBezTo>
                <a:cubicBezTo>
                  <a:pt x="448602" y="85621"/>
                  <a:pt x="447673" y="80212"/>
                  <a:pt x="447673" y="73921"/>
                </a:cubicBezTo>
                <a:cubicBezTo>
                  <a:pt x="447673" y="67725"/>
                  <a:pt x="448506" y="62340"/>
                  <a:pt x="450173" y="57765"/>
                </a:cubicBezTo>
                <a:cubicBezTo>
                  <a:pt x="451842" y="53190"/>
                  <a:pt x="454153" y="49377"/>
                  <a:pt x="457109" y="46327"/>
                </a:cubicBezTo>
                <a:cubicBezTo>
                  <a:pt x="460064" y="43275"/>
                  <a:pt x="463568" y="40987"/>
                  <a:pt x="467618" y="39463"/>
                </a:cubicBezTo>
                <a:cubicBezTo>
                  <a:pt x="471669" y="37937"/>
                  <a:pt x="476077" y="37174"/>
                  <a:pt x="480844" y="37174"/>
                </a:cubicBezTo>
                <a:cubicBezTo>
                  <a:pt x="490280" y="37174"/>
                  <a:pt x="497501" y="39939"/>
                  <a:pt x="502504" y="45467"/>
                </a:cubicBezTo>
                <a:cubicBezTo>
                  <a:pt x="507509" y="50995"/>
                  <a:pt x="510011" y="58812"/>
                  <a:pt x="510011" y="68916"/>
                </a:cubicBezTo>
                <a:lnTo>
                  <a:pt x="510011" y="71920"/>
                </a:lnTo>
                <a:cubicBezTo>
                  <a:pt x="510011" y="72777"/>
                  <a:pt x="509964" y="73349"/>
                  <a:pt x="509869" y="73635"/>
                </a:cubicBezTo>
                <a:lnTo>
                  <a:pt x="468833" y="73635"/>
                </a:lnTo>
                <a:moveTo>
                  <a:pt x="490854" y="67201"/>
                </a:moveTo>
                <a:cubicBezTo>
                  <a:pt x="490662" y="60052"/>
                  <a:pt x="489779" y="54333"/>
                  <a:pt x="488207" y="50044"/>
                </a:cubicBezTo>
                <a:cubicBezTo>
                  <a:pt x="486635" y="45754"/>
                  <a:pt x="483990" y="43608"/>
                  <a:pt x="480272" y="43608"/>
                </a:cubicBezTo>
                <a:cubicBezTo>
                  <a:pt x="478175" y="43608"/>
                  <a:pt x="476411" y="44323"/>
                  <a:pt x="474982" y="45753"/>
                </a:cubicBezTo>
                <a:cubicBezTo>
                  <a:pt x="473552" y="47183"/>
                  <a:pt x="472408" y="49018"/>
                  <a:pt x="471550" y="51259"/>
                </a:cubicBezTo>
                <a:cubicBezTo>
                  <a:pt x="470692" y="53499"/>
                  <a:pt x="470048" y="56025"/>
                  <a:pt x="469619" y="58837"/>
                </a:cubicBezTo>
                <a:cubicBezTo>
                  <a:pt x="469191" y="61648"/>
                  <a:pt x="468929" y="64436"/>
                  <a:pt x="468833" y="67201"/>
                </a:cubicBezTo>
                <a:lnTo>
                  <a:pt x="490854" y="67201"/>
                </a:lnTo>
                <a:close/>
                <a:moveTo>
                  <a:pt x="542327" y="49756"/>
                </a:moveTo>
                <a:cubicBezTo>
                  <a:pt x="544996" y="45754"/>
                  <a:pt x="548117" y="42656"/>
                  <a:pt x="551691" y="40464"/>
                </a:cubicBezTo>
                <a:cubicBezTo>
                  <a:pt x="555266" y="38271"/>
                  <a:pt x="559341" y="37174"/>
                  <a:pt x="563915" y="37174"/>
                </a:cubicBezTo>
                <a:cubicBezTo>
                  <a:pt x="571065" y="37174"/>
                  <a:pt x="576570" y="39248"/>
                  <a:pt x="580431" y="43394"/>
                </a:cubicBezTo>
                <a:cubicBezTo>
                  <a:pt x="584291" y="47541"/>
                  <a:pt x="586221" y="54237"/>
                  <a:pt x="586221" y="63484"/>
                </a:cubicBezTo>
                <a:cubicBezTo>
                  <a:pt x="586221" y="68344"/>
                  <a:pt x="586126" y="72634"/>
                  <a:pt x="585935" y="76351"/>
                </a:cubicBezTo>
                <a:cubicBezTo>
                  <a:pt x="585745" y="80069"/>
                  <a:pt x="585649" y="83787"/>
                  <a:pt x="585649" y="87504"/>
                </a:cubicBezTo>
                <a:cubicBezTo>
                  <a:pt x="585649" y="90554"/>
                  <a:pt x="585721" y="93867"/>
                  <a:pt x="585863" y="97442"/>
                </a:cubicBezTo>
                <a:cubicBezTo>
                  <a:pt x="586007" y="101016"/>
                  <a:pt x="586174" y="104471"/>
                  <a:pt x="586365" y="107807"/>
                </a:cubicBezTo>
                <a:cubicBezTo>
                  <a:pt x="585126" y="107617"/>
                  <a:pt x="583553" y="107522"/>
                  <a:pt x="581646" y="107522"/>
                </a:cubicBezTo>
                <a:cubicBezTo>
                  <a:pt x="579739" y="107522"/>
                  <a:pt x="577737" y="107522"/>
                  <a:pt x="575640" y="107522"/>
                </a:cubicBezTo>
                <a:cubicBezTo>
                  <a:pt x="573544" y="107522"/>
                  <a:pt x="571542" y="107522"/>
                  <a:pt x="569635" y="107522"/>
                </a:cubicBezTo>
                <a:cubicBezTo>
                  <a:pt x="567729" y="107522"/>
                  <a:pt x="566156" y="107617"/>
                  <a:pt x="564916" y="107807"/>
                </a:cubicBezTo>
                <a:cubicBezTo>
                  <a:pt x="565584" y="102851"/>
                  <a:pt x="566013" y="97012"/>
                  <a:pt x="566204" y="90293"/>
                </a:cubicBezTo>
                <a:cubicBezTo>
                  <a:pt x="566394" y="83573"/>
                  <a:pt x="566489" y="75876"/>
                  <a:pt x="566489" y="67201"/>
                </a:cubicBezTo>
                <a:cubicBezTo>
                  <a:pt x="566489" y="61196"/>
                  <a:pt x="565465" y="56787"/>
                  <a:pt x="563415" y="53976"/>
                </a:cubicBezTo>
                <a:cubicBezTo>
                  <a:pt x="561366" y="51163"/>
                  <a:pt x="558483" y="49756"/>
                  <a:pt x="554765" y="49756"/>
                </a:cubicBezTo>
                <a:cubicBezTo>
                  <a:pt x="550476" y="49756"/>
                  <a:pt x="547330" y="51615"/>
                  <a:pt x="545329" y="55333"/>
                </a:cubicBezTo>
                <a:cubicBezTo>
                  <a:pt x="543328" y="59050"/>
                  <a:pt x="542327" y="64198"/>
                  <a:pt x="542327" y="70775"/>
                </a:cubicBezTo>
                <a:lnTo>
                  <a:pt x="542327" y="76495"/>
                </a:lnTo>
                <a:cubicBezTo>
                  <a:pt x="542327" y="82309"/>
                  <a:pt x="542398" y="87789"/>
                  <a:pt x="542541" y="92937"/>
                </a:cubicBezTo>
                <a:cubicBezTo>
                  <a:pt x="542683" y="98084"/>
                  <a:pt x="542993" y="103041"/>
                  <a:pt x="543470" y="107807"/>
                </a:cubicBezTo>
                <a:cubicBezTo>
                  <a:pt x="542231" y="107617"/>
                  <a:pt x="540682" y="107522"/>
                  <a:pt x="538823" y="107522"/>
                </a:cubicBezTo>
                <a:cubicBezTo>
                  <a:pt x="536964" y="107522"/>
                  <a:pt x="534939" y="107522"/>
                  <a:pt x="532747" y="107522"/>
                </a:cubicBezTo>
                <a:cubicBezTo>
                  <a:pt x="530554" y="107522"/>
                  <a:pt x="528552" y="107522"/>
                  <a:pt x="526741" y="107522"/>
                </a:cubicBezTo>
                <a:cubicBezTo>
                  <a:pt x="524930" y="107522"/>
                  <a:pt x="523357" y="107617"/>
                  <a:pt x="522022" y="107807"/>
                </a:cubicBezTo>
                <a:cubicBezTo>
                  <a:pt x="522499" y="103041"/>
                  <a:pt x="522809" y="98084"/>
                  <a:pt x="522951" y="92937"/>
                </a:cubicBezTo>
                <a:cubicBezTo>
                  <a:pt x="523095" y="87789"/>
                  <a:pt x="523167" y="82309"/>
                  <a:pt x="523167" y="76495"/>
                </a:cubicBezTo>
                <a:lnTo>
                  <a:pt x="523167" y="70775"/>
                </a:lnTo>
                <a:cubicBezTo>
                  <a:pt x="523167" y="64961"/>
                  <a:pt x="523095" y="59505"/>
                  <a:pt x="522951" y="54405"/>
                </a:cubicBezTo>
                <a:cubicBezTo>
                  <a:pt x="522809" y="49305"/>
                  <a:pt x="522499" y="44181"/>
                  <a:pt x="522022" y="39033"/>
                </a:cubicBezTo>
                <a:cubicBezTo>
                  <a:pt x="523738" y="39224"/>
                  <a:pt x="525430" y="39391"/>
                  <a:pt x="527099" y="39535"/>
                </a:cubicBezTo>
                <a:cubicBezTo>
                  <a:pt x="528767" y="39677"/>
                  <a:pt x="530458" y="39749"/>
                  <a:pt x="532173" y="39749"/>
                </a:cubicBezTo>
                <a:cubicBezTo>
                  <a:pt x="533890" y="39749"/>
                  <a:pt x="535582" y="39677"/>
                  <a:pt x="537250" y="39535"/>
                </a:cubicBezTo>
                <a:cubicBezTo>
                  <a:pt x="538918" y="39391"/>
                  <a:pt x="540706" y="39224"/>
                  <a:pt x="542613" y="39033"/>
                </a:cubicBezTo>
                <a:lnTo>
                  <a:pt x="542039" y="49756"/>
                </a:lnTo>
                <a:lnTo>
                  <a:pt x="542327" y="49756"/>
                </a:lnTo>
                <a:close/>
                <a:moveTo>
                  <a:pt x="639123" y="39749"/>
                </a:moveTo>
                <a:cubicBezTo>
                  <a:pt x="638838" y="41178"/>
                  <a:pt x="638696" y="42465"/>
                  <a:pt x="638696" y="43608"/>
                </a:cubicBezTo>
                <a:cubicBezTo>
                  <a:pt x="638696" y="44847"/>
                  <a:pt x="638838" y="46039"/>
                  <a:pt x="639123" y="47184"/>
                </a:cubicBezTo>
                <a:lnTo>
                  <a:pt x="626541" y="46898"/>
                </a:lnTo>
                <a:cubicBezTo>
                  <a:pt x="626351" y="49090"/>
                  <a:pt x="626184" y="51616"/>
                  <a:pt x="626042" y="54475"/>
                </a:cubicBezTo>
                <a:cubicBezTo>
                  <a:pt x="625899" y="57335"/>
                  <a:pt x="625804" y="60242"/>
                  <a:pt x="625756" y="63198"/>
                </a:cubicBezTo>
                <a:cubicBezTo>
                  <a:pt x="625708" y="66152"/>
                  <a:pt x="625660" y="69011"/>
                  <a:pt x="625612" y="71776"/>
                </a:cubicBezTo>
                <a:cubicBezTo>
                  <a:pt x="625564" y="74541"/>
                  <a:pt x="625540" y="76876"/>
                  <a:pt x="625540" y="78782"/>
                </a:cubicBezTo>
                <a:cubicBezTo>
                  <a:pt x="625540" y="83739"/>
                  <a:pt x="625659" y="87742"/>
                  <a:pt x="625898" y="90792"/>
                </a:cubicBezTo>
                <a:cubicBezTo>
                  <a:pt x="626136" y="93842"/>
                  <a:pt x="626541" y="96178"/>
                  <a:pt x="627113" y="97800"/>
                </a:cubicBezTo>
                <a:cubicBezTo>
                  <a:pt x="627686" y="99420"/>
                  <a:pt x="628496" y="100516"/>
                  <a:pt x="629543" y="101088"/>
                </a:cubicBezTo>
                <a:cubicBezTo>
                  <a:pt x="630592" y="101659"/>
                  <a:pt x="631926" y="101945"/>
                  <a:pt x="633547" y="101945"/>
                </a:cubicBezTo>
                <a:cubicBezTo>
                  <a:pt x="635359" y="101945"/>
                  <a:pt x="636693" y="101826"/>
                  <a:pt x="637550" y="101587"/>
                </a:cubicBezTo>
                <a:cubicBezTo>
                  <a:pt x="638408" y="101349"/>
                  <a:pt x="639266" y="100992"/>
                  <a:pt x="640125" y="100516"/>
                </a:cubicBezTo>
                <a:lnTo>
                  <a:pt x="640125" y="106378"/>
                </a:lnTo>
                <a:cubicBezTo>
                  <a:pt x="638218" y="107236"/>
                  <a:pt x="635835" y="107999"/>
                  <a:pt x="632975" y="108665"/>
                </a:cubicBezTo>
                <a:cubicBezTo>
                  <a:pt x="630116" y="109332"/>
                  <a:pt x="627304" y="109666"/>
                  <a:pt x="624541" y="109666"/>
                </a:cubicBezTo>
                <a:cubicBezTo>
                  <a:pt x="612435" y="109666"/>
                  <a:pt x="606382" y="102422"/>
                  <a:pt x="606382" y="87934"/>
                </a:cubicBezTo>
                <a:cubicBezTo>
                  <a:pt x="606382" y="85169"/>
                  <a:pt x="606429" y="82047"/>
                  <a:pt x="606524" y="78568"/>
                </a:cubicBezTo>
                <a:cubicBezTo>
                  <a:pt x="606620" y="75089"/>
                  <a:pt x="606739" y="71515"/>
                  <a:pt x="606882" y="67845"/>
                </a:cubicBezTo>
                <a:cubicBezTo>
                  <a:pt x="607024" y="64175"/>
                  <a:pt x="607143" y="60553"/>
                  <a:pt x="607237" y="56978"/>
                </a:cubicBezTo>
                <a:cubicBezTo>
                  <a:pt x="607333" y="53403"/>
                  <a:pt x="607381" y="50090"/>
                  <a:pt x="607381" y="47040"/>
                </a:cubicBezTo>
                <a:lnTo>
                  <a:pt x="597374" y="47184"/>
                </a:lnTo>
                <a:cubicBezTo>
                  <a:pt x="597659" y="46039"/>
                  <a:pt x="597801" y="44847"/>
                  <a:pt x="597801" y="43608"/>
                </a:cubicBezTo>
                <a:cubicBezTo>
                  <a:pt x="597801" y="42465"/>
                  <a:pt x="597659" y="41178"/>
                  <a:pt x="597374" y="39749"/>
                </a:cubicBezTo>
                <a:lnTo>
                  <a:pt x="607381" y="40179"/>
                </a:lnTo>
                <a:cubicBezTo>
                  <a:pt x="607381" y="37223"/>
                  <a:pt x="607333" y="34459"/>
                  <a:pt x="607237" y="31886"/>
                </a:cubicBezTo>
                <a:cubicBezTo>
                  <a:pt x="607143" y="29311"/>
                  <a:pt x="607000" y="26213"/>
                  <a:pt x="606810" y="22592"/>
                </a:cubicBezTo>
                <a:cubicBezTo>
                  <a:pt x="610146" y="21256"/>
                  <a:pt x="613435" y="19850"/>
                  <a:pt x="616675" y="18372"/>
                </a:cubicBezTo>
                <a:cubicBezTo>
                  <a:pt x="619916" y="16894"/>
                  <a:pt x="623157" y="15345"/>
                  <a:pt x="626399" y="13725"/>
                </a:cubicBezTo>
                <a:lnTo>
                  <a:pt x="627828" y="14727"/>
                </a:lnTo>
                <a:cubicBezTo>
                  <a:pt x="627638" y="16252"/>
                  <a:pt x="627471" y="18040"/>
                  <a:pt x="627327" y="20089"/>
                </a:cubicBezTo>
                <a:cubicBezTo>
                  <a:pt x="627184" y="22139"/>
                  <a:pt x="627042" y="24283"/>
                  <a:pt x="626899" y="26523"/>
                </a:cubicBezTo>
                <a:cubicBezTo>
                  <a:pt x="626756" y="28763"/>
                  <a:pt x="626661" y="31051"/>
                  <a:pt x="626613" y="33387"/>
                </a:cubicBezTo>
                <a:cubicBezTo>
                  <a:pt x="626565" y="35721"/>
                  <a:pt x="626541" y="37937"/>
                  <a:pt x="626541" y="40035"/>
                </a:cubicBezTo>
                <a:lnTo>
                  <a:pt x="639123" y="39749"/>
                </a:lnTo>
                <a:close/>
                <a:moveTo>
                  <a:pt x="715190" y="79068"/>
                </a:moveTo>
                <a:lnTo>
                  <a:pt x="715190" y="87646"/>
                </a:lnTo>
                <a:cubicBezTo>
                  <a:pt x="715190" y="90411"/>
                  <a:pt x="715214" y="92938"/>
                  <a:pt x="715262" y="95225"/>
                </a:cubicBezTo>
                <a:cubicBezTo>
                  <a:pt x="715310" y="97513"/>
                  <a:pt x="715334" y="98991"/>
                  <a:pt x="715334" y="99659"/>
                </a:cubicBezTo>
                <a:cubicBezTo>
                  <a:pt x="716763" y="99753"/>
                  <a:pt x="718479" y="99848"/>
                  <a:pt x="720480" y="99944"/>
                </a:cubicBezTo>
                <a:cubicBezTo>
                  <a:pt x="722482" y="100039"/>
                  <a:pt x="724960" y="100086"/>
                  <a:pt x="727916" y="100086"/>
                </a:cubicBezTo>
                <a:cubicBezTo>
                  <a:pt x="738686" y="100086"/>
                  <a:pt x="747216" y="96417"/>
                  <a:pt x="753507" y="89077"/>
                </a:cubicBezTo>
                <a:cubicBezTo>
                  <a:pt x="759799" y="81738"/>
                  <a:pt x="762945" y="70633"/>
                  <a:pt x="762945" y="55763"/>
                </a:cubicBezTo>
                <a:cubicBezTo>
                  <a:pt x="762945" y="49853"/>
                  <a:pt x="762158" y="44563"/>
                  <a:pt x="760585" y="39893"/>
                </a:cubicBezTo>
                <a:cubicBezTo>
                  <a:pt x="759012" y="35221"/>
                  <a:pt x="756796" y="31241"/>
                  <a:pt x="753937" y="27952"/>
                </a:cubicBezTo>
                <a:cubicBezTo>
                  <a:pt x="751077" y="24664"/>
                  <a:pt x="747646" y="22138"/>
                  <a:pt x="743641" y="20375"/>
                </a:cubicBezTo>
                <a:cubicBezTo>
                  <a:pt x="739639" y="18611"/>
                  <a:pt x="735159" y="17729"/>
                  <a:pt x="730202" y="17729"/>
                </a:cubicBezTo>
                <a:cubicBezTo>
                  <a:pt x="726771" y="17729"/>
                  <a:pt x="723983" y="17801"/>
                  <a:pt x="721837" y="17945"/>
                </a:cubicBezTo>
                <a:cubicBezTo>
                  <a:pt x="719693" y="18087"/>
                  <a:pt x="717525" y="18254"/>
                  <a:pt x="715334" y="18444"/>
                </a:cubicBezTo>
                <a:cubicBezTo>
                  <a:pt x="715334" y="19112"/>
                  <a:pt x="715310" y="20590"/>
                  <a:pt x="715262" y="22877"/>
                </a:cubicBezTo>
                <a:cubicBezTo>
                  <a:pt x="715214" y="25165"/>
                  <a:pt x="715190" y="27739"/>
                  <a:pt x="715190" y="30599"/>
                </a:cubicBezTo>
                <a:lnTo>
                  <a:pt x="715190" y="39177"/>
                </a:lnTo>
                <a:lnTo>
                  <a:pt x="715190" y="46327"/>
                </a:lnTo>
                <a:lnTo>
                  <a:pt x="715190" y="71776"/>
                </a:lnTo>
                <a:lnTo>
                  <a:pt x="715190" y="79068"/>
                </a:lnTo>
                <a:moveTo>
                  <a:pt x="694029" y="49185"/>
                </a:moveTo>
                <a:cubicBezTo>
                  <a:pt x="694029" y="41274"/>
                  <a:pt x="693934" y="34244"/>
                  <a:pt x="693743" y="28096"/>
                </a:cubicBezTo>
                <a:cubicBezTo>
                  <a:pt x="693553" y="21948"/>
                  <a:pt x="693266" y="15776"/>
                  <a:pt x="692884" y="9580"/>
                </a:cubicBezTo>
                <a:cubicBezTo>
                  <a:pt x="694505" y="9770"/>
                  <a:pt x="696269" y="9938"/>
                  <a:pt x="698174" y="10082"/>
                </a:cubicBezTo>
                <a:cubicBezTo>
                  <a:pt x="700081" y="10224"/>
                  <a:pt x="702226" y="10296"/>
                  <a:pt x="704608" y="10296"/>
                </a:cubicBezTo>
                <a:cubicBezTo>
                  <a:pt x="707754" y="10296"/>
                  <a:pt x="711281" y="10176"/>
                  <a:pt x="715190" y="9938"/>
                </a:cubicBezTo>
                <a:cubicBezTo>
                  <a:pt x="719098" y="9699"/>
                  <a:pt x="724197" y="9580"/>
                  <a:pt x="730488" y="9580"/>
                </a:cubicBezTo>
                <a:cubicBezTo>
                  <a:pt x="738685" y="9580"/>
                  <a:pt x="746144" y="10319"/>
                  <a:pt x="752863" y="11797"/>
                </a:cubicBezTo>
                <a:cubicBezTo>
                  <a:pt x="759585" y="13273"/>
                  <a:pt x="765376" y="15775"/>
                  <a:pt x="770236" y="19302"/>
                </a:cubicBezTo>
                <a:cubicBezTo>
                  <a:pt x="775099" y="22829"/>
                  <a:pt x="778864" y="27571"/>
                  <a:pt x="781533" y="33529"/>
                </a:cubicBezTo>
                <a:cubicBezTo>
                  <a:pt x="784202" y="39486"/>
                  <a:pt x="785537" y="46993"/>
                  <a:pt x="785537" y="56048"/>
                </a:cubicBezTo>
                <a:cubicBezTo>
                  <a:pt x="785537" y="63961"/>
                  <a:pt x="784226" y="71110"/>
                  <a:pt x="781603" y="77497"/>
                </a:cubicBezTo>
                <a:cubicBezTo>
                  <a:pt x="778982" y="83882"/>
                  <a:pt x="775408" y="89338"/>
                  <a:pt x="770880" y="93866"/>
                </a:cubicBezTo>
                <a:cubicBezTo>
                  <a:pt x="766352" y="98394"/>
                  <a:pt x="761110" y="101850"/>
                  <a:pt x="755152" y="104234"/>
                </a:cubicBezTo>
                <a:cubicBezTo>
                  <a:pt x="749195" y="106616"/>
                  <a:pt x="742832" y="107807"/>
                  <a:pt x="736064" y="107807"/>
                </a:cubicBezTo>
                <a:cubicBezTo>
                  <a:pt x="728916" y="107807"/>
                  <a:pt x="722815" y="107759"/>
                  <a:pt x="717762" y="107663"/>
                </a:cubicBezTo>
                <a:cubicBezTo>
                  <a:pt x="712710" y="107569"/>
                  <a:pt x="708326" y="107522"/>
                  <a:pt x="704608" y="107522"/>
                </a:cubicBezTo>
                <a:cubicBezTo>
                  <a:pt x="702226" y="107522"/>
                  <a:pt x="700081" y="107522"/>
                  <a:pt x="698174" y="107522"/>
                </a:cubicBezTo>
                <a:cubicBezTo>
                  <a:pt x="696269" y="107522"/>
                  <a:pt x="694505" y="107617"/>
                  <a:pt x="692884" y="107807"/>
                </a:cubicBezTo>
                <a:cubicBezTo>
                  <a:pt x="693266" y="101898"/>
                  <a:pt x="693553" y="95869"/>
                  <a:pt x="693743" y="89721"/>
                </a:cubicBezTo>
                <a:cubicBezTo>
                  <a:pt x="693934" y="83573"/>
                  <a:pt x="694029" y="76543"/>
                  <a:pt x="694029" y="68630"/>
                </a:cubicBezTo>
                <a:lnTo>
                  <a:pt x="694029" y="49185"/>
                </a:lnTo>
                <a:close/>
                <a:moveTo>
                  <a:pt x="801121" y="12010"/>
                </a:moveTo>
                <a:cubicBezTo>
                  <a:pt x="801121" y="8864"/>
                  <a:pt x="802217" y="6195"/>
                  <a:pt x="804409" y="4003"/>
                </a:cubicBezTo>
                <a:cubicBezTo>
                  <a:pt x="806602" y="1812"/>
                  <a:pt x="809272" y="716"/>
                  <a:pt x="812418" y="716"/>
                </a:cubicBezTo>
                <a:cubicBezTo>
                  <a:pt x="815563" y="716"/>
                  <a:pt x="818231" y="1812"/>
                  <a:pt x="820423" y="4003"/>
                </a:cubicBezTo>
                <a:cubicBezTo>
                  <a:pt x="822616" y="6195"/>
                  <a:pt x="823713" y="8864"/>
                  <a:pt x="823713" y="12010"/>
                </a:cubicBezTo>
                <a:cubicBezTo>
                  <a:pt x="823713" y="15156"/>
                  <a:pt x="822616" y="17825"/>
                  <a:pt x="820423" y="20017"/>
                </a:cubicBezTo>
                <a:cubicBezTo>
                  <a:pt x="818231" y="22209"/>
                  <a:pt x="815563" y="23305"/>
                  <a:pt x="812418" y="23305"/>
                </a:cubicBezTo>
                <a:cubicBezTo>
                  <a:pt x="809272" y="23305"/>
                  <a:pt x="806602" y="22209"/>
                  <a:pt x="804409" y="20017"/>
                </a:cubicBezTo>
                <a:cubicBezTo>
                  <a:pt x="802217" y="17825"/>
                  <a:pt x="801121" y="15156"/>
                  <a:pt x="801121" y="12010"/>
                </a:cubicBezTo>
                <a:moveTo>
                  <a:pt x="802838" y="70775"/>
                </a:moveTo>
                <a:cubicBezTo>
                  <a:pt x="802838" y="64961"/>
                  <a:pt x="802766" y="59505"/>
                  <a:pt x="802622" y="54405"/>
                </a:cubicBezTo>
                <a:cubicBezTo>
                  <a:pt x="802479" y="49305"/>
                  <a:pt x="802170" y="44181"/>
                  <a:pt x="801693" y="39033"/>
                </a:cubicBezTo>
                <a:cubicBezTo>
                  <a:pt x="803028" y="39224"/>
                  <a:pt x="804601" y="39391"/>
                  <a:pt x="806412" y="39535"/>
                </a:cubicBezTo>
                <a:cubicBezTo>
                  <a:pt x="808222" y="39677"/>
                  <a:pt x="810225" y="39749"/>
                  <a:pt x="812418" y="39749"/>
                </a:cubicBezTo>
                <a:cubicBezTo>
                  <a:pt x="816898" y="39749"/>
                  <a:pt x="820472" y="39510"/>
                  <a:pt x="823141" y="39033"/>
                </a:cubicBezTo>
                <a:cubicBezTo>
                  <a:pt x="822664" y="44181"/>
                  <a:pt x="822353" y="49305"/>
                  <a:pt x="822209" y="54405"/>
                </a:cubicBezTo>
                <a:cubicBezTo>
                  <a:pt x="822067" y="59505"/>
                  <a:pt x="821996" y="64961"/>
                  <a:pt x="821996" y="70775"/>
                </a:cubicBezTo>
                <a:lnTo>
                  <a:pt x="821996" y="76495"/>
                </a:lnTo>
                <a:cubicBezTo>
                  <a:pt x="821996" y="82309"/>
                  <a:pt x="822067" y="87789"/>
                  <a:pt x="822209" y="92937"/>
                </a:cubicBezTo>
                <a:cubicBezTo>
                  <a:pt x="822353" y="98084"/>
                  <a:pt x="822664" y="103041"/>
                  <a:pt x="823141" y="107807"/>
                </a:cubicBezTo>
                <a:cubicBezTo>
                  <a:pt x="821902" y="107617"/>
                  <a:pt x="820353" y="107522"/>
                  <a:pt x="818494" y="107522"/>
                </a:cubicBezTo>
                <a:cubicBezTo>
                  <a:pt x="816635" y="107522"/>
                  <a:pt x="814610" y="107522"/>
                  <a:pt x="812418" y="107522"/>
                </a:cubicBezTo>
                <a:cubicBezTo>
                  <a:pt x="810225" y="107522"/>
                  <a:pt x="808222" y="107522"/>
                  <a:pt x="806412" y="107522"/>
                </a:cubicBezTo>
                <a:cubicBezTo>
                  <a:pt x="804601" y="107522"/>
                  <a:pt x="803028" y="107617"/>
                  <a:pt x="801693" y="107807"/>
                </a:cubicBezTo>
                <a:cubicBezTo>
                  <a:pt x="802170" y="103041"/>
                  <a:pt x="802479" y="98084"/>
                  <a:pt x="802622" y="92937"/>
                </a:cubicBezTo>
                <a:cubicBezTo>
                  <a:pt x="802766" y="87789"/>
                  <a:pt x="802838" y="82309"/>
                  <a:pt x="802838" y="76495"/>
                </a:cubicBezTo>
                <a:lnTo>
                  <a:pt x="802838" y="70775"/>
                </a:lnTo>
                <a:close/>
                <a:moveTo>
                  <a:pt x="842157" y="90221"/>
                </a:moveTo>
                <a:cubicBezTo>
                  <a:pt x="842729" y="91746"/>
                  <a:pt x="843467" y="93200"/>
                  <a:pt x="844372" y="94582"/>
                </a:cubicBezTo>
                <a:cubicBezTo>
                  <a:pt x="845278" y="95964"/>
                  <a:pt x="846398" y="97203"/>
                  <a:pt x="847732" y="98299"/>
                </a:cubicBezTo>
                <a:cubicBezTo>
                  <a:pt x="849067" y="99396"/>
                  <a:pt x="850664" y="100278"/>
                  <a:pt x="852523" y="100946"/>
                </a:cubicBezTo>
                <a:cubicBezTo>
                  <a:pt x="854382" y="101612"/>
                  <a:pt x="856550" y="101945"/>
                  <a:pt x="859029" y="101945"/>
                </a:cubicBezTo>
                <a:cubicBezTo>
                  <a:pt x="862365" y="101945"/>
                  <a:pt x="864939" y="101088"/>
                  <a:pt x="866750" y="99373"/>
                </a:cubicBezTo>
                <a:cubicBezTo>
                  <a:pt x="868561" y="97657"/>
                  <a:pt x="869466" y="95798"/>
                  <a:pt x="869466" y="93796"/>
                </a:cubicBezTo>
                <a:cubicBezTo>
                  <a:pt x="869466" y="91603"/>
                  <a:pt x="868656" y="89839"/>
                  <a:pt x="867036" y="88506"/>
                </a:cubicBezTo>
                <a:cubicBezTo>
                  <a:pt x="865415" y="87171"/>
                  <a:pt x="863390" y="85955"/>
                  <a:pt x="860960" y="84860"/>
                </a:cubicBezTo>
                <a:cubicBezTo>
                  <a:pt x="858529" y="83763"/>
                  <a:pt x="855884" y="82643"/>
                  <a:pt x="853025" y="81500"/>
                </a:cubicBezTo>
                <a:cubicBezTo>
                  <a:pt x="850165" y="80356"/>
                  <a:pt x="847519" y="78902"/>
                  <a:pt x="845088" y="77139"/>
                </a:cubicBezTo>
                <a:cubicBezTo>
                  <a:pt x="842657" y="75375"/>
                  <a:pt x="840632" y="73158"/>
                  <a:pt x="839011" y="70489"/>
                </a:cubicBezTo>
                <a:cubicBezTo>
                  <a:pt x="837391" y="67820"/>
                  <a:pt x="836581" y="64389"/>
                  <a:pt x="836581" y="60196"/>
                </a:cubicBezTo>
                <a:cubicBezTo>
                  <a:pt x="836581" y="56192"/>
                  <a:pt x="837320" y="52736"/>
                  <a:pt x="838798" y="49828"/>
                </a:cubicBezTo>
                <a:cubicBezTo>
                  <a:pt x="840275" y="46921"/>
                  <a:pt x="842205" y="44538"/>
                  <a:pt x="844588" y="42679"/>
                </a:cubicBezTo>
                <a:cubicBezTo>
                  <a:pt x="846970" y="40820"/>
                  <a:pt x="849663" y="39438"/>
                  <a:pt x="852665" y="38533"/>
                </a:cubicBezTo>
                <a:cubicBezTo>
                  <a:pt x="855668" y="37627"/>
                  <a:pt x="858648" y="37174"/>
                  <a:pt x="861603" y="37174"/>
                </a:cubicBezTo>
                <a:cubicBezTo>
                  <a:pt x="865606" y="37174"/>
                  <a:pt x="869156" y="37747"/>
                  <a:pt x="872254" y="38891"/>
                </a:cubicBezTo>
                <a:cubicBezTo>
                  <a:pt x="875352" y="40035"/>
                  <a:pt x="878522" y="41702"/>
                  <a:pt x="881762" y="43894"/>
                </a:cubicBezTo>
                <a:cubicBezTo>
                  <a:pt x="880905" y="45801"/>
                  <a:pt x="880191" y="47851"/>
                  <a:pt x="879618" y="50044"/>
                </a:cubicBezTo>
                <a:cubicBezTo>
                  <a:pt x="879046" y="52236"/>
                  <a:pt x="878618" y="54381"/>
                  <a:pt x="878333" y="56478"/>
                </a:cubicBezTo>
                <a:lnTo>
                  <a:pt x="874329" y="56478"/>
                </a:lnTo>
                <a:cubicBezTo>
                  <a:pt x="874043" y="55333"/>
                  <a:pt x="873565" y="54070"/>
                  <a:pt x="872898" y="52688"/>
                </a:cubicBezTo>
                <a:cubicBezTo>
                  <a:pt x="872230" y="51307"/>
                  <a:pt x="871325" y="49996"/>
                  <a:pt x="870182" y="48757"/>
                </a:cubicBezTo>
                <a:cubicBezTo>
                  <a:pt x="869038" y="47518"/>
                  <a:pt x="867656" y="46493"/>
                  <a:pt x="866034" y="45683"/>
                </a:cubicBezTo>
                <a:cubicBezTo>
                  <a:pt x="864414" y="44873"/>
                  <a:pt x="862461" y="44468"/>
                  <a:pt x="860174" y="44468"/>
                </a:cubicBezTo>
                <a:cubicBezTo>
                  <a:pt x="857313" y="44468"/>
                  <a:pt x="854905" y="45231"/>
                  <a:pt x="852950" y="46756"/>
                </a:cubicBezTo>
                <a:cubicBezTo>
                  <a:pt x="850997" y="48281"/>
                  <a:pt x="850020" y="50282"/>
                  <a:pt x="850020" y="52760"/>
                </a:cubicBezTo>
                <a:cubicBezTo>
                  <a:pt x="850020" y="55048"/>
                  <a:pt x="850855" y="56883"/>
                  <a:pt x="852523" y="58265"/>
                </a:cubicBezTo>
                <a:cubicBezTo>
                  <a:pt x="854191" y="59647"/>
                  <a:pt x="856264" y="60862"/>
                  <a:pt x="858743" y="61911"/>
                </a:cubicBezTo>
                <a:cubicBezTo>
                  <a:pt x="861221" y="62959"/>
                  <a:pt x="863938" y="64008"/>
                  <a:pt x="866892" y="65057"/>
                </a:cubicBezTo>
                <a:cubicBezTo>
                  <a:pt x="869847" y="66105"/>
                  <a:pt x="872564" y="67464"/>
                  <a:pt x="875042" y="69132"/>
                </a:cubicBezTo>
                <a:cubicBezTo>
                  <a:pt x="877521" y="70799"/>
                  <a:pt x="879594" y="72967"/>
                  <a:pt x="881263" y="75636"/>
                </a:cubicBezTo>
                <a:cubicBezTo>
                  <a:pt x="882931" y="78305"/>
                  <a:pt x="883765" y="81737"/>
                  <a:pt x="883765" y="85931"/>
                </a:cubicBezTo>
                <a:cubicBezTo>
                  <a:pt x="883765" y="90126"/>
                  <a:pt x="883002" y="93724"/>
                  <a:pt x="881476" y="96726"/>
                </a:cubicBezTo>
                <a:cubicBezTo>
                  <a:pt x="879952" y="99728"/>
                  <a:pt x="877903" y="102207"/>
                  <a:pt x="875328" y="104162"/>
                </a:cubicBezTo>
                <a:cubicBezTo>
                  <a:pt x="872755" y="106115"/>
                  <a:pt x="869825" y="107521"/>
                  <a:pt x="866536" y="108379"/>
                </a:cubicBezTo>
                <a:cubicBezTo>
                  <a:pt x="863247" y="109237"/>
                  <a:pt x="859792" y="109666"/>
                  <a:pt x="856171" y="109666"/>
                </a:cubicBezTo>
                <a:cubicBezTo>
                  <a:pt x="851880" y="109666"/>
                  <a:pt x="848019" y="109047"/>
                  <a:pt x="844588" y="107807"/>
                </a:cubicBezTo>
                <a:cubicBezTo>
                  <a:pt x="841157" y="106568"/>
                  <a:pt x="838441" y="105282"/>
                  <a:pt x="836439" y="103948"/>
                </a:cubicBezTo>
                <a:cubicBezTo>
                  <a:pt x="837582" y="99372"/>
                  <a:pt x="838297" y="94796"/>
                  <a:pt x="838584" y="90221"/>
                </a:cubicBezTo>
                <a:lnTo>
                  <a:pt x="842157" y="90221"/>
                </a:lnTo>
                <a:close/>
                <a:moveTo>
                  <a:pt x="933092" y="39749"/>
                </a:moveTo>
                <a:cubicBezTo>
                  <a:pt x="932807" y="41178"/>
                  <a:pt x="932665" y="42465"/>
                  <a:pt x="932665" y="43608"/>
                </a:cubicBezTo>
                <a:cubicBezTo>
                  <a:pt x="932665" y="44847"/>
                  <a:pt x="932807" y="46039"/>
                  <a:pt x="933092" y="47184"/>
                </a:cubicBezTo>
                <a:lnTo>
                  <a:pt x="920510" y="46898"/>
                </a:lnTo>
                <a:cubicBezTo>
                  <a:pt x="920320" y="49090"/>
                  <a:pt x="920153" y="51616"/>
                  <a:pt x="920011" y="54475"/>
                </a:cubicBezTo>
                <a:cubicBezTo>
                  <a:pt x="919868" y="57335"/>
                  <a:pt x="919773" y="60242"/>
                  <a:pt x="919725" y="63198"/>
                </a:cubicBezTo>
                <a:cubicBezTo>
                  <a:pt x="919677" y="66152"/>
                  <a:pt x="919629" y="69011"/>
                  <a:pt x="919581" y="71776"/>
                </a:cubicBezTo>
                <a:cubicBezTo>
                  <a:pt x="919533" y="74541"/>
                  <a:pt x="919509" y="76876"/>
                  <a:pt x="919509" y="78782"/>
                </a:cubicBezTo>
                <a:cubicBezTo>
                  <a:pt x="919509" y="83739"/>
                  <a:pt x="919628" y="87742"/>
                  <a:pt x="919867" y="90792"/>
                </a:cubicBezTo>
                <a:cubicBezTo>
                  <a:pt x="920105" y="93842"/>
                  <a:pt x="920510" y="96178"/>
                  <a:pt x="921082" y="97800"/>
                </a:cubicBezTo>
                <a:cubicBezTo>
                  <a:pt x="921655" y="99420"/>
                  <a:pt x="922465" y="100516"/>
                  <a:pt x="923513" y="101088"/>
                </a:cubicBezTo>
                <a:cubicBezTo>
                  <a:pt x="924561" y="101659"/>
                  <a:pt x="925896" y="101945"/>
                  <a:pt x="927516" y="101945"/>
                </a:cubicBezTo>
                <a:cubicBezTo>
                  <a:pt x="929328" y="101945"/>
                  <a:pt x="930663" y="101826"/>
                  <a:pt x="931519" y="101587"/>
                </a:cubicBezTo>
                <a:cubicBezTo>
                  <a:pt x="932378" y="101349"/>
                  <a:pt x="933236" y="100992"/>
                  <a:pt x="934094" y="100516"/>
                </a:cubicBezTo>
                <a:lnTo>
                  <a:pt x="934094" y="106378"/>
                </a:lnTo>
                <a:cubicBezTo>
                  <a:pt x="932187" y="107236"/>
                  <a:pt x="929804" y="107999"/>
                  <a:pt x="926944" y="108665"/>
                </a:cubicBezTo>
                <a:cubicBezTo>
                  <a:pt x="924085" y="109332"/>
                  <a:pt x="921273" y="109666"/>
                  <a:pt x="918510" y="109666"/>
                </a:cubicBezTo>
                <a:cubicBezTo>
                  <a:pt x="906404" y="109666"/>
                  <a:pt x="900351" y="102422"/>
                  <a:pt x="900351" y="87934"/>
                </a:cubicBezTo>
                <a:cubicBezTo>
                  <a:pt x="900351" y="85169"/>
                  <a:pt x="900399" y="82047"/>
                  <a:pt x="900493" y="78568"/>
                </a:cubicBezTo>
                <a:cubicBezTo>
                  <a:pt x="900589" y="75089"/>
                  <a:pt x="900708" y="71515"/>
                  <a:pt x="900851" y="67845"/>
                </a:cubicBezTo>
                <a:cubicBezTo>
                  <a:pt x="900994" y="64175"/>
                  <a:pt x="901112" y="60553"/>
                  <a:pt x="901207" y="56978"/>
                </a:cubicBezTo>
                <a:cubicBezTo>
                  <a:pt x="901303" y="53403"/>
                  <a:pt x="901351" y="50090"/>
                  <a:pt x="901351" y="47040"/>
                </a:cubicBezTo>
                <a:lnTo>
                  <a:pt x="891343" y="47184"/>
                </a:lnTo>
                <a:cubicBezTo>
                  <a:pt x="891628" y="46039"/>
                  <a:pt x="891771" y="44847"/>
                  <a:pt x="891771" y="43608"/>
                </a:cubicBezTo>
                <a:cubicBezTo>
                  <a:pt x="891771" y="42465"/>
                  <a:pt x="891628" y="41178"/>
                  <a:pt x="891343" y="39749"/>
                </a:cubicBezTo>
                <a:lnTo>
                  <a:pt x="901351" y="40179"/>
                </a:lnTo>
                <a:cubicBezTo>
                  <a:pt x="901351" y="37223"/>
                  <a:pt x="901303" y="34459"/>
                  <a:pt x="901207" y="31886"/>
                </a:cubicBezTo>
                <a:cubicBezTo>
                  <a:pt x="901112" y="29311"/>
                  <a:pt x="900970" y="26213"/>
                  <a:pt x="900779" y="22592"/>
                </a:cubicBezTo>
                <a:cubicBezTo>
                  <a:pt x="904116" y="21256"/>
                  <a:pt x="907404" y="19850"/>
                  <a:pt x="910645" y="18372"/>
                </a:cubicBezTo>
                <a:cubicBezTo>
                  <a:pt x="913885" y="16894"/>
                  <a:pt x="917127" y="15345"/>
                  <a:pt x="920369" y="13725"/>
                </a:cubicBezTo>
                <a:lnTo>
                  <a:pt x="921798" y="14727"/>
                </a:lnTo>
                <a:cubicBezTo>
                  <a:pt x="921607" y="16252"/>
                  <a:pt x="921440" y="18040"/>
                  <a:pt x="921296" y="20089"/>
                </a:cubicBezTo>
                <a:cubicBezTo>
                  <a:pt x="921153" y="22139"/>
                  <a:pt x="921011" y="24283"/>
                  <a:pt x="920868" y="26523"/>
                </a:cubicBezTo>
                <a:cubicBezTo>
                  <a:pt x="920726" y="28763"/>
                  <a:pt x="920630" y="31051"/>
                  <a:pt x="920582" y="33387"/>
                </a:cubicBezTo>
                <a:cubicBezTo>
                  <a:pt x="920534" y="35721"/>
                  <a:pt x="920510" y="37937"/>
                  <a:pt x="920510" y="40035"/>
                </a:cubicBezTo>
                <a:lnTo>
                  <a:pt x="933092" y="39749"/>
                </a:lnTo>
                <a:close/>
                <a:moveTo>
                  <a:pt x="977703" y="86075"/>
                </a:moveTo>
                <a:cubicBezTo>
                  <a:pt x="977703" y="81977"/>
                  <a:pt x="977727" y="78855"/>
                  <a:pt x="977775" y="76709"/>
                </a:cubicBezTo>
                <a:cubicBezTo>
                  <a:pt x="977823" y="74564"/>
                  <a:pt x="977847" y="72681"/>
                  <a:pt x="977847" y="71061"/>
                </a:cubicBezTo>
                <a:cubicBezTo>
                  <a:pt x="975844" y="72205"/>
                  <a:pt x="973723" y="73136"/>
                  <a:pt x="971483" y="73851"/>
                </a:cubicBezTo>
                <a:cubicBezTo>
                  <a:pt x="969243" y="74565"/>
                  <a:pt x="967194" y="75471"/>
                  <a:pt x="965335" y="76567"/>
                </a:cubicBezTo>
                <a:cubicBezTo>
                  <a:pt x="963476" y="77663"/>
                  <a:pt x="961951" y="79164"/>
                  <a:pt x="960760" y="81070"/>
                </a:cubicBezTo>
                <a:cubicBezTo>
                  <a:pt x="959568" y="82977"/>
                  <a:pt x="958973" y="85741"/>
                  <a:pt x="958973" y="89363"/>
                </a:cubicBezTo>
                <a:cubicBezTo>
                  <a:pt x="958973" y="92890"/>
                  <a:pt x="959712" y="95583"/>
                  <a:pt x="961190" y="97442"/>
                </a:cubicBezTo>
                <a:cubicBezTo>
                  <a:pt x="962667" y="99301"/>
                  <a:pt x="964645" y="100230"/>
                  <a:pt x="967122" y="100230"/>
                </a:cubicBezTo>
                <a:cubicBezTo>
                  <a:pt x="970268" y="100230"/>
                  <a:pt x="972817" y="99039"/>
                  <a:pt x="974771" y="96657"/>
                </a:cubicBezTo>
                <a:cubicBezTo>
                  <a:pt x="976726" y="94273"/>
                  <a:pt x="977703" y="90746"/>
                  <a:pt x="977703" y="86075"/>
                </a:cubicBezTo>
                <a:moveTo>
                  <a:pt x="943816" y="47184"/>
                </a:moveTo>
                <a:cubicBezTo>
                  <a:pt x="947821" y="43943"/>
                  <a:pt x="952134" y="41465"/>
                  <a:pt x="956756" y="39749"/>
                </a:cubicBezTo>
                <a:cubicBezTo>
                  <a:pt x="961380" y="38032"/>
                  <a:pt x="965979" y="37174"/>
                  <a:pt x="970553" y="37174"/>
                </a:cubicBezTo>
                <a:cubicBezTo>
                  <a:pt x="974367" y="37174"/>
                  <a:pt x="977870" y="37603"/>
                  <a:pt x="981063" y="38461"/>
                </a:cubicBezTo>
                <a:cubicBezTo>
                  <a:pt x="984257" y="39320"/>
                  <a:pt x="987021" y="40678"/>
                  <a:pt x="989355" y="42537"/>
                </a:cubicBezTo>
                <a:cubicBezTo>
                  <a:pt x="991691" y="44396"/>
                  <a:pt x="993502" y="46803"/>
                  <a:pt x="994788" y="49758"/>
                </a:cubicBezTo>
                <a:cubicBezTo>
                  <a:pt x="996075" y="52712"/>
                  <a:pt x="996719" y="56287"/>
                  <a:pt x="996719" y="60482"/>
                </a:cubicBezTo>
                <a:cubicBezTo>
                  <a:pt x="996719" y="66582"/>
                  <a:pt x="996648" y="72229"/>
                  <a:pt x="996505" y="77425"/>
                </a:cubicBezTo>
                <a:cubicBezTo>
                  <a:pt x="996362" y="82619"/>
                  <a:pt x="996291" y="87789"/>
                  <a:pt x="996291" y="92937"/>
                </a:cubicBezTo>
                <a:cubicBezTo>
                  <a:pt x="996291" y="95225"/>
                  <a:pt x="996458" y="97012"/>
                  <a:pt x="996791" y="98299"/>
                </a:cubicBezTo>
                <a:cubicBezTo>
                  <a:pt x="997125" y="99587"/>
                  <a:pt x="997626" y="100564"/>
                  <a:pt x="998292" y="101232"/>
                </a:cubicBezTo>
                <a:cubicBezTo>
                  <a:pt x="998959" y="101898"/>
                  <a:pt x="999841" y="102326"/>
                  <a:pt x="1000936" y="102517"/>
                </a:cubicBezTo>
                <a:cubicBezTo>
                  <a:pt x="1002033" y="102707"/>
                  <a:pt x="1003296" y="102803"/>
                  <a:pt x="1004726" y="102803"/>
                </a:cubicBezTo>
                <a:lnTo>
                  <a:pt x="1004726" y="106234"/>
                </a:lnTo>
                <a:cubicBezTo>
                  <a:pt x="1001962" y="107379"/>
                  <a:pt x="999627" y="108237"/>
                  <a:pt x="997720" y="108809"/>
                </a:cubicBezTo>
                <a:cubicBezTo>
                  <a:pt x="995813" y="109380"/>
                  <a:pt x="993764" y="109666"/>
                  <a:pt x="991572" y="109666"/>
                </a:cubicBezTo>
                <a:cubicBezTo>
                  <a:pt x="988045" y="109666"/>
                  <a:pt x="985185" y="108809"/>
                  <a:pt x="982994" y="107094"/>
                </a:cubicBezTo>
                <a:cubicBezTo>
                  <a:pt x="980802" y="105378"/>
                  <a:pt x="979133" y="102899"/>
                  <a:pt x="977989" y="99659"/>
                </a:cubicBezTo>
                <a:cubicBezTo>
                  <a:pt x="975797" y="102709"/>
                  <a:pt x="973247" y="105139"/>
                  <a:pt x="970340" y="106950"/>
                </a:cubicBezTo>
                <a:cubicBezTo>
                  <a:pt x="967432" y="108761"/>
                  <a:pt x="963786" y="109666"/>
                  <a:pt x="959403" y="109666"/>
                </a:cubicBezTo>
                <a:cubicBezTo>
                  <a:pt x="955780" y="109666"/>
                  <a:pt x="952681" y="109189"/>
                  <a:pt x="950106" y="108235"/>
                </a:cubicBezTo>
                <a:cubicBezTo>
                  <a:pt x="947533" y="107282"/>
                  <a:pt x="945413" y="105925"/>
                  <a:pt x="943744" y="104162"/>
                </a:cubicBezTo>
                <a:cubicBezTo>
                  <a:pt x="942076" y="102397"/>
                  <a:pt x="940861" y="100395"/>
                  <a:pt x="940099" y="98155"/>
                </a:cubicBezTo>
                <a:cubicBezTo>
                  <a:pt x="939337" y="95916"/>
                  <a:pt x="938956" y="93652"/>
                  <a:pt x="938956" y="91364"/>
                </a:cubicBezTo>
                <a:cubicBezTo>
                  <a:pt x="938956" y="88219"/>
                  <a:pt x="939456" y="85503"/>
                  <a:pt x="940457" y="83215"/>
                </a:cubicBezTo>
                <a:cubicBezTo>
                  <a:pt x="941457" y="80927"/>
                  <a:pt x="942887" y="78973"/>
                  <a:pt x="944746" y="77353"/>
                </a:cubicBezTo>
                <a:cubicBezTo>
                  <a:pt x="946605" y="75732"/>
                  <a:pt x="948821" y="74374"/>
                  <a:pt x="951394" y="73277"/>
                </a:cubicBezTo>
                <a:cubicBezTo>
                  <a:pt x="953968" y="72181"/>
                  <a:pt x="956876" y="71251"/>
                  <a:pt x="960116" y="70489"/>
                </a:cubicBezTo>
                <a:cubicBezTo>
                  <a:pt x="964120" y="69536"/>
                  <a:pt x="967290" y="68703"/>
                  <a:pt x="969624" y="67989"/>
                </a:cubicBezTo>
                <a:cubicBezTo>
                  <a:pt x="971960" y="67273"/>
                  <a:pt x="973699" y="66558"/>
                  <a:pt x="974843" y="65844"/>
                </a:cubicBezTo>
                <a:cubicBezTo>
                  <a:pt x="975987" y="65129"/>
                  <a:pt x="976726" y="64342"/>
                  <a:pt x="977059" y="63484"/>
                </a:cubicBezTo>
                <a:cubicBezTo>
                  <a:pt x="977394" y="62625"/>
                  <a:pt x="977561" y="61577"/>
                  <a:pt x="977561" y="60338"/>
                </a:cubicBezTo>
                <a:cubicBezTo>
                  <a:pt x="977561" y="56906"/>
                  <a:pt x="976345" y="53976"/>
                  <a:pt x="973913" y="51545"/>
                </a:cubicBezTo>
                <a:cubicBezTo>
                  <a:pt x="971483" y="49113"/>
                  <a:pt x="968123" y="47897"/>
                  <a:pt x="963834" y="47897"/>
                </a:cubicBezTo>
                <a:cubicBezTo>
                  <a:pt x="962213" y="47897"/>
                  <a:pt x="960545" y="48112"/>
                  <a:pt x="958829" y="48541"/>
                </a:cubicBezTo>
                <a:cubicBezTo>
                  <a:pt x="957114" y="48970"/>
                  <a:pt x="955470" y="49566"/>
                  <a:pt x="953896" y="50330"/>
                </a:cubicBezTo>
                <a:cubicBezTo>
                  <a:pt x="952324" y="51092"/>
                  <a:pt x="950894" y="51926"/>
                  <a:pt x="949607" y="52832"/>
                </a:cubicBezTo>
                <a:cubicBezTo>
                  <a:pt x="948321" y="53737"/>
                  <a:pt x="947344" y="54714"/>
                  <a:pt x="946677" y="55763"/>
                </a:cubicBezTo>
                <a:lnTo>
                  <a:pt x="945675" y="55763"/>
                </a:lnTo>
                <a:lnTo>
                  <a:pt x="943816" y="47184"/>
                </a:lnTo>
                <a:close/>
                <a:moveTo>
                  <a:pt x="1034897" y="49756"/>
                </a:moveTo>
                <a:cubicBezTo>
                  <a:pt x="1037566" y="45754"/>
                  <a:pt x="1040687" y="42656"/>
                  <a:pt x="1044261" y="40464"/>
                </a:cubicBezTo>
                <a:cubicBezTo>
                  <a:pt x="1047836" y="38271"/>
                  <a:pt x="1051911" y="37174"/>
                  <a:pt x="1056485" y="37174"/>
                </a:cubicBezTo>
                <a:cubicBezTo>
                  <a:pt x="1063635" y="37174"/>
                  <a:pt x="1069140" y="39248"/>
                  <a:pt x="1073000" y="43394"/>
                </a:cubicBezTo>
                <a:cubicBezTo>
                  <a:pt x="1076861" y="47541"/>
                  <a:pt x="1078791" y="54237"/>
                  <a:pt x="1078791" y="63484"/>
                </a:cubicBezTo>
                <a:cubicBezTo>
                  <a:pt x="1078791" y="68344"/>
                  <a:pt x="1078695" y="72634"/>
                  <a:pt x="1078505" y="76351"/>
                </a:cubicBezTo>
                <a:cubicBezTo>
                  <a:pt x="1078314" y="80069"/>
                  <a:pt x="1078219" y="83787"/>
                  <a:pt x="1078219" y="87504"/>
                </a:cubicBezTo>
                <a:cubicBezTo>
                  <a:pt x="1078219" y="90554"/>
                  <a:pt x="1078290" y="93867"/>
                  <a:pt x="1078433" y="97442"/>
                </a:cubicBezTo>
                <a:cubicBezTo>
                  <a:pt x="1078577" y="101016"/>
                  <a:pt x="1078744" y="104471"/>
                  <a:pt x="1078935" y="107807"/>
                </a:cubicBezTo>
                <a:cubicBezTo>
                  <a:pt x="1077696" y="107617"/>
                  <a:pt x="1076123" y="107522"/>
                  <a:pt x="1074216" y="107522"/>
                </a:cubicBezTo>
                <a:cubicBezTo>
                  <a:pt x="1072309" y="107522"/>
                  <a:pt x="1070307" y="107522"/>
                  <a:pt x="1068209" y="107522"/>
                </a:cubicBezTo>
                <a:cubicBezTo>
                  <a:pt x="1066114" y="107522"/>
                  <a:pt x="1064112" y="107522"/>
                  <a:pt x="1062205" y="107522"/>
                </a:cubicBezTo>
                <a:cubicBezTo>
                  <a:pt x="1060299" y="107522"/>
                  <a:pt x="1058726" y="107617"/>
                  <a:pt x="1057486" y="107807"/>
                </a:cubicBezTo>
                <a:cubicBezTo>
                  <a:pt x="1058154" y="102851"/>
                  <a:pt x="1058583" y="97012"/>
                  <a:pt x="1058773" y="90293"/>
                </a:cubicBezTo>
                <a:cubicBezTo>
                  <a:pt x="1058964" y="83573"/>
                  <a:pt x="1059059" y="75876"/>
                  <a:pt x="1059059" y="67201"/>
                </a:cubicBezTo>
                <a:cubicBezTo>
                  <a:pt x="1059059" y="61196"/>
                  <a:pt x="1058035" y="56787"/>
                  <a:pt x="1055985" y="53976"/>
                </a:cubicBezTo>
                <a:cubicBezTo>
                  <a:pt x="1053936" y="51163"/>
                  <a:pt x="1051052" y="49756"/>
                  <a:pt x="1047335" y="49756"/>
                </a:cubicBezTo>
                <a:cubicBezTo>
                  <a:pt x="1043045" y="49756"/>
                  <a:pt x="1039900" y="51615"/>
                  <a:pt x="1037899" y="55333"/>
                </a:cubicBezTo>
                <a:cubicBezTo>
                  <a:pt x="1035897" y="59050"/>
                  <a:pt x="1034897" y="64198"/>
                  <a:pt x="1034897" y="70775"/>
                </a:cubicBezTo>
                <a:lnTo>
                  <a:pt x="1034897" y="76495"/>
                </a:lnTo>
                <a:cubicBezTo>
                  <a:pt x="1034897" y="82309"/>
                  <a:pt x="1034968" y="87789"/>
                  <a:pt x="1035111" y="92937"/>
                </a:cubicBezTo>
                <a:cubicBezTo>
                  <a:pt x="1035253" y="98084"/>
                  <a:pt x="1035563" y="103041"/>
                  <a:pt x="1036040" y="107807"/>
                </a:cubicBezTo>
                <a:cubicBezTo>
                  <a:pt x="1034801" y="107617"/>
                  <a:pt x="1033252" y="107522"/>
                  <a:pt x="1031393" y="107522"/>
                </a:cubicBezTo>
                <a:cubicBezTo>
                  <a:pt x="1029534" y="107522"/>
                  <a:pt x="1027509" y="107522"/>
                  <a:pt x="1025317" y="107522"/>
                </a:cubicBezTo>
                <a:cubicBezTo>
                  <a:pt x="1023124" y="107522"/>
                  <a:pt x="1021121" y="107522"/>
                  <a:pt x="1019311" y="107522"/>
                </a:cubicBezTo>
                <a:cubicBezTo>
                  <a:pt x="1017500" y="107522"/>
                  <a:pt x="1015927" y="107617"/>
                  <a:pt x="1014592" y="107807"/>
                </a:cubicBezTo>
                <a:cubicBezTo>
                  <a:pt x="1015069" y="103041"/>
                  <a:pt x="1015378" y="98084"/>
                  <a:pt x="1015521" y="92937"/>
                </a:cubicBezTo>
                <a:cubicBezTo>
                  <a:pt x="1015665" y="87789"/>
                  <a:pt x="1015737" y="82309"/>
                  <a:pt x="1015737" y="76495"/>
                </a:cubicBezTo>
                <a:lnTo>
                  <a:pt x="1015737" y="70775"/>
                </a:lnTo>
                <a:cubicBezTo>
                  <a:pt x="1015737" y="64961"/>
                  <a:pt x="1015665" y="59505"/>
                  <a:pt x="1015521" y="54405"/>
                </a:cubicBezTo>
                <a:cubicBezTo>
                  <a:pt x="1015378" y="49305"/>
                  <a:pt x="1015069" y="44181"/>
                  <a:pt x="1014592" y="39033"/>
                </a:cubicBezTo>
                <a:cubicBezTo>
                  <a:pt x="1016308" y="39224"/>
                  <a:pt x="1018000" y="39391"/>
                  <a:pt x="1019668" y="39535"/>
                </a:cubicBezTo>
                <a:cubicBezTo>
                  <a:pt x="1021337" y="39677"/>
                  <a:pt x="1023028" y="39749"/>
                  <a:pt x="1024743" y="39749"/>
                </a:cubicBezTo>
                <a:cubicBezTo>
                  <a:pt x="1026459" y="39749"/>
                  <a:pt x="1028152" y="39677"/>
                  <a:pt x="1029820" y="39535"/>
                </a:cubicBezTo>
                <a:cubicBezTo>
                  <a:pt x="1031488" y="39391"/>
                  <a:pt x="1033276" y="39224"/>
                  <a:pt x="1035183" y="39033"/>
                </a:cubicBezTo>
                <a:lnTo>
                  <a:pt x="1034609" y="49756"/>
                </a:lnTo>
                <a:lnTo>
                  <a:pt x="1034897" y="49756"/>
                </a:lnTo>
                <a:close/>
                <a:moveTo>
                  <a:pt x="1146136" y="58765"/>
                </a:moveTo>
                <a:cubicBezTo>
                  <a:pt x="1145373" y="54475"/>
                  <a:pt x="1143871" y="51020"/>
                  <a:pt x="1141631" y="48399"/>
                </a:cubicBezTo>
                <a:cubicBezTo>
                  <a:pt x="1139391" y="45778"/>
                  <a:pt x="1136079" y="44468"/>
                  <a:pt x="1131693" y="44468"/>
                </a:cubicBezTo>
                <a:cubicBezTo>
                  <a:pt x="1125974" y="44468"/>
                  <a:pt x="1121685" y="47065"/>
                  <a:pt x="1118826" y="52261"/>
                </a:cubicBezTo>
                <a:cubicBezTo>
                  <a:pt x="1115966" y="57455"/>
                  <a:pt x="1114536" y="64675"/>
                  <a:pt x="1114536" y="73921"/>
                </a:cubicBezTo>
                <a:cubicBezTo>
                  <a:pt x="1114536" y="82595"/>
                  <a:pt x="1116347" y="89245"/>
                  <a:pt x="1119969" y="93868"/>
                </a:cubicBezTo>
                <a:cubicBezTo>
                  <a:pt x="1123592" y="98491"/>
                  <a:pt x="1128882" y="100802"/>
                  <a:pt x="1135841" y="100802"/>
                </a:cubicBezTo>
                <a:cubicBezTo>
                  <a:pt x="1138796" y="100802"/>
                  <a:pt x="1141656" y="100111"/>
                  <a:pt x="1144419" y="98729"/>
                </a:cubicBezTo>
                <a:cubicBezTo>
                  <a:pt x="1147184" y="97346"/>
                  <a:pt x="1149234" y="95797"/>
                  <a:pt x="1150567" y="94082"/>
                </a:cubicBezTo>
                <a:lnTo>
                  <a:pt x="1152284" y="95511"/>
                </a:lnTo>
                <a:cubicBezTo>
                  <a:pt x="1151617" y="96845"/>
                  <a:pt x="1151044" y="98227"/>
                  <a:pt x="1150567" y="99659"/>
                </a:cubicBezTo>
                <a:cubicBezTo>
                  <a:pt x="1150090" y="101088"/>
                  <a:pt x="1149614" y="102518"/>
                  <a:pt x="1149138" y="103948"/>
                </a:cubicBezTo>
                <a:cubicBezTo>
                  <a:pt x="1147041" y="105568"/>
                  <a:pt x="1144395" y="106926"/>
                  <a:pt x="1141201" y="108021"/>
                </a:cubicBezTo>
                <a:cubicBezTo>
                  <a:pt x="1138009" y="109118"/>
                  <a:pt x="1134220" y="109666"/>
                  <a:pt x="1129834" y="109666"/>
                </a:cubicBezTo>
                <a:cubicBezTo>
                  <a:pt x="1122876" y="109666"/>
                  <a:pt x="1117014" y="108666"/>
                  <a:pt x="1112248" y="106664"/>
                </a:cubicBezTo>
                <a:cubicBezTo>
                  <a:pt x="1107483" y="104663"/>
                  <a:pt x="1103647" y="101947"/>
                  <a:pt x="1100739" y="98515"/>
                </a:cubicBezTo>
                <a:cubicBezTo>
                  <a:pt x="1097832" y="95083"/>
                  <a:pt x="1095758" y="91198"/>
                  <a:pt x="1094519" y="86861"/>
                </a:cubicBezTo>
                <a:cubicBezTo>
                  <a:pt x="1093280" y="82523"/>
                  <a:pt x="1092660" y="78163"/>
                  <a:pt x="1092660" y="73779"/>
                </a:cubicBezTo>
                <a:cubicBezTo>
                  <a:pt x="1092660" y="68536"/>
                  <a:pt x="1093542" y="63674"/>
                  <a:pt x="1095304" y="59194"/>
                </a:cubicBezTo>
                <a:cubicBezTo>
                  <a:pt x="1097069" y="54715"/>
                  <a:pt x="1099595" y="50854"/>
                  <a:pt x="1102884" y="47614"/>
                </a:cubicBezTo>
                <a:cubicBezTo>
                  <a:pt x="1106172" y="44372"/>
                  <a:pt x="1110152" y="41821"/>
                  <a:pt x="1114822" y="39963"/>
                </a:cubicBezTo>
                <a:cubicBezTo>
                  <a:pt x="1119492" y="38104"/>
                  <a:pt x="1124688" y="37174"/>
                  <a:pt x="1130408" y="37174"/>
                </a:cubicBezTo>
                <a:cubicBezTo>
                  <a:pt x="1135841" y="37174"/>
                  <a:pt x="1140439" y="37794"/>
                  <a:pt x="1144203" y="39033"/>
                </a:cubicBezTo>
                <a:cubicBezTo>
                  <a:pt x="1147969" y="40272"/>
                  <a:pt x="1151568" y="41893"/>
                  <a:pt x="1155001" y="43894"/>
                </a:cubicBezTo>
                <a:cubicBezTo>
                  <a:pt x="1153856" y="45801"/>
                  <a:pt x="1152783" y="48137"/>
                  <a:pt x="1151783" y="50902"/>
                </a:cubicBezTo>
                <a:cubicBezTo>
                  <a:pt x="1150782" y="53665"/>
                  <a:pt x="1150043" y="56286"/>
                  <a:pt x="1149566" y="58765"/>
                </a:cubicBezTo>
                <a:lnTo>
                  <a:pt x="1146136" y="58765"/>
                </a:lnTo>
                <a:close/>
                <a:moveTo>
                  <a:pt x="1183882" y="73635"/>
                </a:moveTo>
                <a:cubicBezTo>
                  <a:pt x="1183882" y="77447"/>
                  <a:pt x="1184263" y="81022"/>
                  <a:pt x="1185025" y="84358"/>
                </a:cubicBezTo>
                <a:cubicBezTo>
                  <a:pt x="1185789" y="87695"/>
                  <a:pt x="1186956" y="90578"/>
                  <a:pt x="1188529" y="93009"/>
                </a:cubicBezTo>
                <a:cubicBezTo>
                  <a:pt x="1190101" y="95439"/>
                  <a:pt x="1192102" y="97346"/>
                  <a:pt x="1194533" y="98729"/>
                </a:cubicBezTo>
                <a:cubicBezTo>
                  <a:pt x="1196965" y="100111"/>
                  <a:pt x="1199801" y="100802"/>
                  <a:pt x="1203042" y="100802"/>
                </a:cubicBezTo>
                <a:cubicBezTo>
                  <a:pt x="1209619" y="100802"/>
                  <a:pt x="1215481" y="98657"/>
                  <a:pt x="1220628" y="94368"/>
                </a:cubicBezTo>
                <a:lnTo>
                  <a:pt x="1222343" y="95655"/>
                </a:lnTo>
                <a:lnTo>
                  <a:pt x="1219197" y="103662"/>
                </a:lnTo>
                <a:cubicBezTo>
                  <a:pt x="1216815" y="105473"/>
                  <a:pt x="1213955" y="106926"/>
                  <a:pt x="1210619" y="108021"/>
                </a:cubicBezTo>
                <a:cubicBezTo>
                  <a:pt x="1207282" y="109118"/>
                  <a:pt x="1202898" y="109666"/>
                  <a:pt x="1197465" y="109666"/>
                </a:cubicBezTo>
                <a:cubicBezTo>
                  <a:pt x="1192795" y="109666"/>
                  <a:pt x="1188362" y="109023"/>
                  <a:pt x="1184168" y="107735"/>
                </a:cubicBezTo>
                <a:cubicBezTo>
                  <a:pt x="1179974" y="106450"/>
                  <a:pt x="1176281" y="104329"/>
                  <a:pt x="1173087" y="101373"/>
                </a:cubicBezTo>
                <a:cubicBezTo>
                  <a:pt x="1169894" y="98418"/>
                  <a:pt x="1167368" y="94676"/>
                  <a:pt x="1165509" y="90149"/>
                </a:cubicBezTo>
                <a:cubicBezTo>
                  <a:pt x="1163651" y="85621"/>
                  <a:pt x="1162721" y="80212"/>
                  <a:pt x="1162721" y="73921"/>
                </a:cubicBezTo>
                <a:cubicBezTo>
                  <a:pt x="1162721" y="67725"/>
                  <a:pt x="1163555" y="62340"/>
                  <a:pt x="1165221" y="57765"/>
                </a:cubicBezTo>
                <a:cubicBezTo>
                  <a:pt x="1166890" y="53190"/>
                  <a:pt x="1169202" y="49377"/>
                  <a:pt x="1172157" y="46327"/>
                </a:cubicBezTo>
                <a:cubicBezTo>
                  <a:pt x="1175113" y="43275"/>
                  <a:pt x="1178616" y="40987"/>
                  <a:pt x="1182666" y="39463"/>
                </a:cubicBezTo>
                <a:cubicBezTo>
                  <a:pt x="1186717" y="37937"/>
                  <a:pt x="1191126" y="37174"/>
                  <a:pt x="1195892" y="37174"/>
                </a:cubicBezTo>
                <a:cubicBezTo>
                  <a:pt x="1205329" y="37174"/>
                  <a:pt x="1212549" y="39939"/>
                  <a:pt x="1217552" y="45467"/>
                </a:cubicBezTo>
                <a:cubicBezTo>
                  <a:pt x="1222557" y="50995"/>
                  <a:pt x="1225059" y="58812"/>
                  <a:pt x="1225059" y="68916"/>
                </a:cubicBezTo>
                <a:lnTo>
                  <a:pt x="1225059" y="71920"/>
                </a:lnTo>
                <a:cubicBezTo>
                  <a:pt x="1225059" y="72777"/>
                  <a:pt x="1225012" y="73349"/>
                  <a:pt x="1224918" y="73635"/>
                </a:cubicBezTo>
                <a:lnTo>
                  <a:pt x="1183882" y="73635"/>
                </a:lnTo>
                <a:moveTo>
                  <a:pt x="1205902" y="67201"/>
                </a:moveTo>
                <a:cubicBezTo>
                  <a:pt x="1205710" y="60052"/>
                  <a:pt x="1204828" y="54333"/>
                  <a:pt x="1203255" y="50044"/>
                </a:cubicBezTo>
                <a:cubicBezTo>
                  <a:pt x="1201683" y="45754"/>
                  <a:pt x="1199038" y="43608"/>
                  <a:pt x="1195320" y="43608"/>
                </a:cubicBezTo>
                <a:cubicBezTo>
                  <a:pt x="1193223" y="43608"/>
                  <a:pt x="1191460" y="44323"/>
                  <a:pt x="1190030" y="45753"/>
                </a:cubicBezTo>
                <a:cubicBezTo>
                  <a:pt x="1188600" y="47183"/>
                  <a:pt x="1187456" y="49018"/>
                  <a:pt x="1186598" y="51259"/>
                </a:cubicBezTo>
                <a:cubicBezTo>
                  <a:pt x="1185740" y="53499"/>
                  <a:pt x="1185096" y="56025"/>
                  <a:pt x="1184667" y="58837"/>
                </a:cubicBezTo>
                <a:cubicBezTo>
                  <a:pt x="1184239" y="61648"/>
                  <a:pt x="1183978" y="64436"/>
                  <a:pt x="1183882" y="67201"/>
                </a:cubicBezTo>
                <a:lnTo>
                  <a:pt x="1205902" y="67201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AlignmentRanking">
            <a:extLst xmlns:a="http://schemas.openxmlformats.org/drawingml/2006/main">
              <a:ext uri="{FF2B5EF4-FFF2-40B4-BE49-F238E27FC236}">
                <a16:creationId xmlns:a16="http://schemas.microsoft.com/office/drawing/2014/main" id="{48D898E5-A36A-495D-8AA2-EA365FC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118" y="2348240"/>
            <a:ext cx="1180878" cy="145841"/>
          </a:xfrm>
          <a:custGeom xmlns:a="http://schemas.openxmlformats.org/drawingml/2006/main">
            <a:pathLst>
              <a:path w="1180878" h="145841">
                <a:moveTo>
                  <a:pt x="40748" y="36461"/>
                </a:moveTo>
                <a:cubicBezTo>
                  <a:pt x="38270" y="42180"/>
                  <a:pt x="35934" y="47828"/>
                  <a:pt x="33742" y="53404"/>
                </a:cubicBezTo>
                <a:cubicBezTo>
                  <a:pt x="31551" y="58979"/>
                  <a:pt x="29406" y="64674"/>
                  <a:pt x="27309" y="70489"/>
                </a:cubicBezTo>
                <a:lnTo>
                  <a:pt x="53474" y="70489"/>
                </a:lnTo>
                <a:cubicBezTo>
                  <a:pt x="51377" y="64674"/>
                  <a:pt x="49303" y="58979"/>
                  <a:pt x="47254" y="53404"/>
                </a:cubicBezTo>
                <a:cubicBezTo>
                  <a:pt x="45204" y="47828"/>
                  <a:pt x="43036" y="42180"/>
                  <a:pt x="40748" y="36461"/>
                </a:cubicBezTo>
                <a:moveTo>
                  <a:pt x="91364" y="107807"/>
                </a:moveTo>
                <a:cubicBezTo>
                  <a:pt x="89076" y="107617"/>
                  <a:pt x="86907" y="107522"/>
                  <a:pt x="84858" y="107522"/>
                </a:cubicBezTo>
                <a:cubicBezTo>
                  <a:pt x="82809" y="107522"/>
                  <a:pt x="80783" y="107522"/>
                  <a:pt x="78782" y="107522"/>
                </a:cubicBezTo>
                <a:cubicBezTo>
                  <a:pt x="76780" y="107522"/>
                  <a:pt x="74755" y="107522"/>
                  <a:pt x="72706" y="107522"/>
                </a:cubicBezTo>
                <a:cubicBezTo>
                  <a:pt x="70656" y="107522"/>
                  <a:pt x="68630" y="107617"/>
                  <a:pt x="66627" y="107807"/>
                </a:cubicBezTo>
                <a:cubicBezTo>
                  <a:pt x="65103" y="103137"/>
                  <a:pt x="63530" y="98371"/>
                  <a:pt x="61908" y="93511"/>
                </a:cubicBezTo>
                <a:cubicBezTo>
                  <a:pt x="60288" y="88648"/>
                  <a:pt x="58573" y="83787"/>
                  <a:pt x="56762" y="78926"/>
                </a:cubicBezTo>
                <a:cubicBezTo>
                  <a:pt x="53712" y="78830"/>
                  <a:pt x="50662" y="78759"/>
                  <a:pt x="47612" y="78712"/>
                </a:cubicBezTo>
                <a:cubicBezTo>
                  <a:pt x="44562" y="78664"/>
                  <a:pt x="41512" y="78640"/>
                  <a:pt x="38461" y="78640"/>
                </a:cubicBezTo>
                <a:cubicBezTo>
                  <a:pt x="35983" y="78640"/>
                  <a:pt x="33505" y="78664"/>
                  <a:pt x="31026" y="78712"/>
                </a:cubicBezTo>
                <a:cubicBezTo>
                  <a:pt x="28548" y="78759"/>
                  <a:pt x="26069" y="78830"/>
                  <a:pt x="23591" y="78926"/>
                </a:cubicBezTo>
                <a:cubicBezTo>
                  <a:pt x="21684" y="83787"/>
                  <a:pt x="19921" y="88648"/>
                  <a:pt x="18300" y="93511"/>
                </a:cubicBezTo>
                <a:cubicBezTo>
                  <a:pt x="16680" y="98371"/>
                  <a:pt x="15202" y="103137"/>
                  <a:pt x="13867" y="107807"/>
                </a:cubicBezTo>
                <a:cubicBezTo>
                  <a:pt x="12724" y="107617"/>
                  <a:pt x="11604" y="107522"/>
                  <a:pt x="10507" y="107522"/>
                </a:cubicBezTo>
                <a:cubicBezTo>
                  <a:pt x="9412" y="107522"/>
                  <a:pt x="8292" y="107522"/>
                  <a:pt x="7147" y="107522"/>
                </a:cubicBezTo>
                <a:cubicBezTo>
                  <a:pt x="6004" y="107522"/>
                  <a:pt x="4860" y="107522"/>
                  <a:pt x="3715" y="107522"/>
                </a:cubicBezTo>
                <a:cubicBezTo>
                  <a:pt x="2572" y="107522"/>
                  <a:pt x="1334" y="107617"/>
                  <a:pt x="0" y="107807"/>
                </a:cubicBezTo>
                <a:cubicBezTo>
                  <a:pt x="1143" y="105329"/>
                  <a:pt x="2668" y="101898"/>
                  <a:pt x="4573" y="97514"/>
                </a:cubicBezTo>
                <a:cubicBezTo>
                  <a:pt x="6480" y="93129"/>
                  <a:pt x="8577" y="88172"/>
                  <a:pt x="10865" y="82643"/>
                </a:cubicBezTo>
                <a:cubicBezTo>
                  <a:pt x="13153" y="77115"/>
                  <a:pt x="15607" y="71181"/>
                  <a:pt x="18228" y="64843"/>
                </a:cubicBezTo>
                <a:cubicBezTo>
                  <a:pt x="20851" y="58503"/>
                  <a:pt x="23472" y="52092"/>
                  <a:pt x="26093" y="45611"/>
                </a:cubicBezTo>
                <a:cubicBezTo>
                  <a:pt x="28714" y="39128"/>
                  <a:pt x="31287" y="32742"/>
                  <a:pt x="33812" y="26451"/>
                </a:cubicBezTo>
                <a:cubicBezTo>
                  <a:pt x="36339" y="20161"/>
                  <a:pt x="38651" y="14298"/>
                  <a:pt x="40748" y="8864"/>
                </a:cubicBezTo>
                <a:cubicBezTo>
                  <a:pt x="41702" y="9055"/>
                  <a:pt x="42607" y="9222"/>
                  <a:pt x="43464" y="9366"/>
                </a:cubicBezTo>
                <a:cubicBezTo>
                  <a:pt x="44322" y="9509"/>
                  <a:pt x="45228" y="9580"/>
                  <a:pt x="46183" y="9580"/>
                </a:cubicBezTo>
                <a:cubicBezTo>
                  <a:pt x="47135" y="9580"/>
                  <a:pt x="48041" y="9509"/>
                  <a:pt x="48899" y="9366"/>
                </a:cubicBezTo>
                <a:cubicBezTo>
                  <a:pt x="49757" y="9222"/>
                  <a:pt x="50662" y="9055"/>
                  <a:pt x="51615" y="8864"/>
                </a:cubicBezTo>
                <a:cubicBezTo>
                  <a:pt x="54665" y="16967"/>
                  <a:pt x="57930" y="25642"/>
                  <a:pt x="61409" y="34888"/>
                </a:cubicBezTo>
                <a:cubicBezTo>
                  <a:pt x="64888" y="44134"/>
                  <a:pt x="68391" y="53214"/>
                  <a:pt x="71918" y="62127"/>
                </a:cubicBezTo>
                <a:cubicBezTo>
                  <a:pt x="75445" y="71038"/>
                  <a:pt x="78876" y="79497"/>
                  <a:pt x="82211" y="87504"/>
                </a:cubicBezTo>
                <a:cubicBezTo>
                  <a:pt x="85548" y="95511"/>
                  <a:pt x="88599" y="102279"/>
                  <a:pt x="91364" y="107807"/>
                </a:cubicBezTo>
                <a:close/>
                <a:moveTo>
                  <a:pt x="103661" y="49470"/>
                </a:moveTo>
                <a:cubicBezTo>
                  <a:pt x="103661" y="40130"/>
                  <a:pt x="103565" y="31551"/>
                  <a:pt x="103373" y="23735"/>
                </a:cubicBezTo>
                <a:cubicBezTo>
                  <a:pt x="103182" y="15919"/>
                  <a:pt x="102896" y="8007"/>
                  <a:pt x="102515" y="0"/>
                </a:cubicBezTo>
                <a:cubicBezTo>
                  <a:pt x="103754" y="191"/>
                  <a:pt x="105327" y="358"/>
                  <a:pt x="107234" y="502"/>
                </a:cubicBezTo>
                <a:cubicBezTo>
                  <a:pt x="109141" y="644"/>
                  <a:pt x="111143" y="716"/>
                  <a:pt x="113241" y="716"/>
                </a:cubicBezTo>
                <a:cubicBezTo>
                  <a:pt x="115336" y="716"/>
                  <a:pt x="117338" y="644"/>
                  <a:pt x="119245" y="502"/>
                </a:cubicBezTo>
                <a:cubicBezTo>
                  <a:pt x="121151" y="358"/>
                  <a:pt x="122724" y="191"/>
                  <a:pt x="123964" y="0"/>
                </a:cubicBezTo>
                <a:cubicBezTo>
                  <a:pt x="123583" y="8007"/>
                  <a:pt x="123296" y="15919"/>
                  <a:pt x="123104" y="23735"/>
                </a:cubicBezTo>
                <a:cubicBezTo>
                  <a:pt x="122914" y="31551"/>
                  <a:pt x="122818" y="40130"/>
                  <a:pt x="122818" y="49470"/>
                </a:cubicBezTo>
                <a:lnTo>
                  <a:pt x="122818" y="58765"/>
                </a:lnTo>
                <a:cubicBezTo>
                  <a:pt x="122818" y="68107"/>
                  <a:pt x="122914" y="76686"/>
                  <a:pt x="123104" y="84502"/>
                </a:cubicBezTo>
                <a:cubicBezTo>
                  <a:pt x="123296" y="92319"/>
                  <a:pt x="123583" y="100087"/>
                  <a:pt x="123964" y="107807"/>
                </a:cubicBezTo>
                <a:cubicBezTo>
                  <a:pt x="122724" y="107617"/>
                  <a:pt x="121151" y="107522"/>
                  <a:pt x="119245" y="107522"/>
                </a:cubicBezTo>
                <a:cubicBezTo>
                  <a:pt x="117338" y="107522"/>
                  <a:pt x="115336" y="107522"/>
                  <a:pt x="113241" y="107522"/>
                </a:cubicBezTo>
                <a:cubicBezTo>
                  <a:pt x="111143" y="107522"/>
                  <a:pt x="109141" y="107522"/>
                  <a:pt x="107234" y="107522"/>
                </a:cubicBezTo>
                <a:cubicBezTo>
                  <a:pt x="105327" y="107522"/>
                  <a:pt x="103754" y="107617"/>
                  <a:pt x="102515" y="107807"/>
                </a:cubicBezTo>
                <a:cubicBezTo>
                  <a:pt x="102896" y="100087"/>
                  <a:pt x="103182" y="92319"/>
                  <a:pt x="103373" y="84502"/>
                </a:cubicBezTo>
                <a:cubicBezTo>
                  <a:pt x="103565" y="76686"/>
                  <a:pt x="103661" y="68107"/>
                  <a:pt x="103661" y="58765"/>
                </a:cubicBezTo>
                <a:lnTo>
                  <a:pt x="103661" y="49470"/>
                </a:lnTo>
                <a:close/>
                <a:moveTo>
                  <a:pt x="141693" y="12010"/>
                </a:moveTo>
                <a:cubicBezTo>
                  <a:pt x="141693" y="8864"/>
                  <a:pt x="142789" y="6195"/>
                  <a:pt x="144981" y="4003"/>
                </a:cubicBezTo>
                <a:cubicBezTo>
                  <a:pt x="147174" y="1812"/>
                  <a:pt x="149844" y="716"/>
                  <a:pt x="152990" y="716"/>
                </a:cubicBezTo>
                <a:cubicBezTo>
                  <a:pt x="156134" y="716"/>
                  <a:pt x="158803" y="1812"/>
                  <a:pt x="160995" y="4003"/>
                </a:cubicBezTo>
                <a:cubicBezTo>
                  <a:pt x="163188" y="6195"/>
                  <a:pt x="164285" y="8864"/>
                  <a:pt x="164285" y="12010"/>
                </a:cubicBezTo>
                <a:cubicBezTo>
                  <a:pt x="164285" y="15156"/>
                  <a:pt x="163188" y="17825"/>
                  <a:pt x="160995" y="20017"/>
                </a:cubicBezTo>
                <a:cubicBezTo>
                  <a:pt x="158803" y="22209"/>
                  <a:pt x="156134" y="23305"/>
                  <a:pt x="152990" y="23305"/>
                </a:cubicBezTo>
                <a:cubicBezTo>
                  <a:pt x="149844" y="23305"/>
                  <a:pt x="147174" y="22209"/>
                  <a:pt x="144981" y="20017"/>
                </a:cubicBezTo>
                <a:cubicBezTo>
                  <a:pt x="142789" y="17825"/>
                  <a:pt x="141693" y="15156"/>
                  <a:pt x="141693" y="12010"/>
                </a:cubicBezTo>
                <a:moveTo>
                  <a:pt x="143410" y="70775"/>
                </a:moveTo>
                <a:cubicBezTo>
                  <a:pt x="143410" y="64961"/>
                  <a:pt x="143338" y="59505"/>
                  <a:pt x="143194" y="54405"/>
                </a:cubicBezTo>
                <a:cubicBezTo>
                  <a:pt x="143051" y="49305"/>
                  <a:pt x="142742" y="44181"/>
                  <a:pt x="142264" y="39033"/>
                </a:cubicBezTo>
                <a:cubicBezTo>
                  <a:pt x="143600" y="39224"/>
                  <a:pt x="145173" y="39391"/>
                  <a:pt x="146984" y="39535"/>
                </a:cubicBezTo>
                <a:cubicBezTo>
                  <a:pt x="148794" y="39677"/>
                  <a:pt x="150796" y="39749"/>
                  <a:pt x="152990" y="39749"/>
                </a:cubicBezTo>
                <a:cubicBezTo>
                  <a:pt x="157470" y="39749"/>
                  <a:pt x="161044" y="39510"/>
                  <a:pt x="163713" y="39033"/>
                </a:cubicBezTo>
                <a:cubicBezTo>
                  <a:pt x="163236" y="44181"/>
                  <a:pt x="162925" y="49305"/>
                  <a:pt x="162781" y="54405"/>
                </a:cubicBezTo>
                <a:cubicBezTo>
                  <a:pt x="162639" y="59505"/>
                  <a:pt x="162568" y="64961"/>
                  <a:pt x="162568" y="70775"/>
                </a:cubicBezTo>
                <a:lnTo>
                  <a:pt x="162568" y="76495"/>
                </a:lnTo>
                <a:cubicBezTo>
                  <a:pt x="162568" y="82309"/>
                  <a:pt x="162639" y="87789"/>
                  <a:pt x="162781" y="92937"/>
                </a:cubicBezTo>
                <a:cubicBezTo>
                  <a:pt x="162925" y="98084"/>
                  <a:pt x="163236" y="103041"/>
                  <a:pt x="163713" y="107807"/>
                </a:cubicBezTo>
                <a:cubicBezTo>
                  <a:pt x="162474" y="107617"/>
                  <a:pt x="160925" y="107522"/>
                  <a:pt x="159066" y="107522"/>
                </a:cubicBezTo>
                <a:cubicBezTo>
                  <a:pt x="157207" y="107522"/>
                  <a:pt x="155182" y="107522"/>
                  <a:pt x="152990" y="107522"/>
                </a:cubicBezTo>
                <a:cubicBezTo>
                  <a:pt x="150796" y="107522"/>
                  <a:pt x="148794" y="107522"/>
                  <a:pt x="146984" y="107522"/>
                </a:cubicBezTo>
                <a:cubicBezTo>
                  <a:pt x="145173" y="107522"/>
                  <a:pt x="143600" y="107617"/>
                  <a:pt x="142264" y="107807"/>
                </a:cubicBezTo>
                <a:cubicBezTo>
                  <a:pt x="142742" y="103041"/>
                  <a:pt x="143051" y="98084"/>
                  <a:pt x="143194" y="92937"/>
                </a:cubicBezTo>
                <a:cubicBezTo>
                  <a:pt x="143338" y="87789"/>
                  <a:pt x="143410" y="82309"/>
                  <a:pt x="143410" y="76495"/>
                </a:cubicBezTo>
                <a:lnTo>
                  <a:pt x="143410" y="70775"/>
                </a:lnTo>
                <a:close/>
                <a:moveTo>
                  <a:pt x="207750" y="43037"/>
                </a:moveTo>
                <a:cubicBezTo>
                  <a:pt x="201267" y="43037"/>
                  <a:pt x="198026" y="49328"/>
                  <a:pt x="198026" y="61911"/>
                </a:cubicBezTo>
                <a:cubicBezTo>
                  <a:pt x="198026" y="65057"/>
                  <a:pt x="198312" y="67702"/>
                  <a:pt x="198884" y="69848"/>
                </a:cubicBezTo>
                <a:cubicBezTo>
                  <a:pt x="199457" y="71992"/>
                  <a:pt x="200195" y="73731"/>
                  <a:pt x="201100" y="75066"/>
                </a:cubicBezTo>
                <a:cubicBezTo>
                  <a:pt x="202006" y="76400"/>
                  <a:pt x="203007" y="77353"/>
                  <a:pt x="204102" y="77924"/>
                </a:cubicBezTo>
                <a:cubicBezTo>
                  <a:pt x="205199" y="78496"/>
                  <a:pt x="206320" y="78782"/>
                  <a:pt x="207464" y="78782"/>
                </a:cubicBezTo>
                <a:cubicBezTo>
                  <a:pt x="210609" y="78782"/>
                  <a:pt x="212944" y="77400"/>
                  <a:pt x="214470" y="74637"/>
                </a:cubicBezTo>
                <a:cubicBezTo>
                  <a:pt x="215995" y="71872"/>
                  <a:pt x="216758" y="67201"/>
                  <a:pt x="216758" y="60623"/>
                </a:cubicBezTo>
                <a:cubicBezTo>
                  <a:pt x="216758" y="54142"/>
                  <a:pt x="215900" y="49591"/>
                  <a:pt x="214184" y="46970"/>
                </a:cubicBezTo>
                <a:cubicBezTo>
                  <a:pt x="212468" y="44348"/>
                  <a:pt x="210323" y="43037"/>
                  <a:pt x="207750" y="43037"/>
                </a:cubicBezTo>
                <a:moveTo>
                  <a:pt x="229054" y="44468"/>
                </a:moveTo>
                <a:cubicBezTo>
                  <a:pt x="231437" y="46183"/>
                  <a:pt x="233319" y="48351"/>
                  <a:pt x="234701" y="50974"/>
                </a:cubicBezTo>
                <a:cubicBezTo>
                  <a:pt x="236084" y="53595"/>
                  <a:pt x="236776" y="56716"/>
                  <a:pt x="236776" y="60338"/>
                </a:cubicBezTo>
                <a:cubicBezTo>
                  <a:pt x="236776" y="63865"/>
                  <a:pt x="236108" y="67082"/>
                  <a:pt x="234773" y="69989"/>
                </a:cubicBezTo>
                <a:cubicBezTo>
                  <a:pt x="233439" y="72897"/>
                  <a:pt x="231556" y="75399"/>
                  <a:pt x="229124" y="77497"/>
                </a:cubicBezTo>
                <a:cubicBezTo>
                  <a:pt x="226694" y="79593"/>
                  <a:pt x="223786" y="81213"/>
                  <a:pt x="220402" y="82358"/>
                </a:cubicBezTo>
                <a:cubicBezTo>
                  <a:pt x="217019" y="83501"/>
                  <a:pt x="213230" y="84072"/>
                  <a:pt x="209037" y="84072"/>
                </a:cubicBezTo>
                <a:cubicBezTo>
                  <a:pt x="207989" y="84072"/>
                  <a:pt x="206963" y="84049"/>
                  <a:pt x="205961" y="84003"/>
                </a:cubicBezTo>
                <a:cubicBezTo>
                  <a:pt x="204960" y="83955"/>
                  <a:pt x="203840" y="83931"/>
                  <a:pt x="202601" y="83931"/>
                </a:cubicBezTo>
                <a:cubicBezTo>
                  <a:pt x="201458" y="83931"/>
                  <a:pt x="200481" y="84455"/>
                  <a:pt x="199671" y="85504"/>
                </a:cubicBezTo>
                <a:cubicBezTo>
                  <a:pt x="198861" y="86551"/>
                  <a:pt x="198456" y="87742"/>
                  <a:pt x="198456" y="89077"/>
                </a:cubicBezTo>
                <a:cubicBezTo>
                  <a:pt x="198456" y="91365"/>
                  <a:pt x="199337" y="93177"/>
                  <a:pt x="201100" y="94512"/>
                </a:cubicBezTo>
                <a:cubicBezTo>
                  <a:pt x="202864" y="95846"/>
                  <a:pt x="205653" y="96560"/>
                  <a:pt x="209465" y="96654"/>
                </a:cubicBezTo>
                <a:lnTo>
                  <a:pt x="220046" y="96798"/>
                </a:lnTo>
                <a:cubicBezTo>
                  <a:pt x="228053" y="96893"/>
                  <a:pt x="233939" y="98394"/>
                  <a:pt x="237703" y="101301"/>
                </a:cubicBezTo>
                <a:cubicBezTo>
                  <a:pt x="241468" y="104209"/>
                  <a:pt x="243351" y="108856"/>
                  <a:pt x="243351" y="115243"/>
                </a:cubicBezTo>
                <a:cubicBezTo>
                  <a:pt x="243351" y="120962"/>
                  <a:pt x="242183" y="125751"/>
                  <a:pt x="239847" y="129611"/>
                </a:cubicBezTo>
                <a:cubicBezTo>
                  <a:pt x="237513" y="133473"/>
                  <a:pt x="234511" y="136619"/>
                  <a:pt x="230841" y="139050"/>
                </a:cubicBezTo>
                <a:cubicBezTo>
                  <a:pt x="227172" y="141480"/>
                  <a:pt x="223096" y="143220"/>
                  <a:pt x="218615" y="144268"/>
                </a:cubicBezTo>
                <a:cubicBezTo>
                  <a:pt x="214135" y="145317"/>
                  <a:pt x="209799" y="145841"/>
                  <a:pt x="205605" y="145841"/>
                </a:cubicBezTo>
                <a:cubicBezTo>
                  <a:pt x="196644" y="145841"/>
                  <a:pt x="189661" y="144102"/>
                  <a:pt x="184657" y="140623"/>
                </a:cubicBezTo>
                <a:cubicBezTo>
                  <a:pt x="179653" y="137143"/>
                  <a:pt x="177151" y="132544"/>
                  <a:pt x="177151" y="126823"/>
                </a:cubicBezTo>
                <a:cubicBezTo>
                  <a:pt x="177151" y="122249"/>
                  <a:pt x="178414" y="118555"/>
                  <a:pt x="180939" y="115742"/>
                </a:cubicBezTo>
                <a:cubicBezTo>
                  <a:pt x="183465" y="112931"/>
                  <a:pt x="186874" y="110715"/>
                  <a:pt x="191165" y="109095"/>
                </a:cubicBezTo>
                <a:lnTo>
                  <a:pt x="191165" y="108809"/>
                </a:lnTo>
                <a:cubicBezTo>
                  <a:pt x="188686" y="107951"/>
                  <a:pt x="186708" y="106640"/>
                  <a:pt x="185230" y="104877"/>
                </a:cubicBezTo>
                <a:cubicBezTo>
                  <a:pt x="183753" y="103113"/>
                  <a:pt x="183014" y="100896"/>
                  <a:pt x="183014" y="98227"/>
                </a:cubicBezTo>
                <a:cubicBezTo>
                  <a:pt x="183014" y="95081"/>
                  <a:pt x="184229" y="92031"/>
                  <a:pt x="186659" y="89077"/>
                </a:cubicBezTo>
                <a:cubicBezTo>
                  <a:pt x="189090" y="86122"/>
                  <a:pt x="192307" y="84120"/>
                  <a:pt x="196311" y="83071"/>
                </a:cubicBezTo>
                <a:lnTo>
                  <a:pt x="196311" y="82785"/>
                </a:lnTo>
                <a:cubicBezTo>
                  <a:pt x="190496" y="81356"/>
                  <a:pt x="186016" y="78782"/>
                  <a:pt x="182872" y="75064"/>
                </a:cubicBezTo>
                <a:cubicBezTo>
                  <a:pt x="179630" y="71252"/>
                  <a:pt x="178009" y="66296"/>
                  <a:pt x="178009" y="60196"/>
                </a:cubicBezTo>
                <a:cubicBezTo>
                  <a:pt x="178009" y="56573"/>
                  <a:pt x="178748" y="53331"/>
                  <a:pt x="180225" y="50472"/>
                </a:cubicBezTo>
                <a:cubicBezTo>
                  <a:pt x="181703" y="47612"/>
                  <a:pt x="183777" y="45206"/>
                  <a:pt x="186446" y="43253"/>
                </a:cubicBezTo>
                <a:cubicBezTo>
                  <a:pt x="189115" y="41298"/>
                  <a:pt x="192308" y="39796"/>
                  <a:pt x="196025" y="38747"/>
                </a:cubicBezTo>
                <a:cubicBezTo>
                  <a:pt x="199743" y="37699"/>
                  <a:pt x="203842" y="37174"/>
                  <a:pt x="208322" y="37174"/>
                </a:cubicBezTo>
                <a:cubicBezTo>
                  <a:pt x="210038" y="37174"/>
                  <a:pt x="211801" y="37246"/>
                  <a:pt x="213612" y="37390"/>
                </a:cubicBezTo>
                <a:cubicBezTo>
                  <a:pt x="215423" y="37533"/>
                  <a:pt x="217187" y="37651"/>
                  <a:pt x="218903" y="37746"/>
                </a:cubicBezTo>
                <a:cubicBezTo>
                  <a:pt x="220142" y="37842"/>
                  <a:pt x="221405" y="37914"/>
                  <a:pt x="222690" y="37962"/>
                </a:cubicBezTo>
                <a:cubicBezTo>
                  <a:pt x="223978" y="38010"/>
                  <a:pt x="225384" y="38034"/>
                  <a:pt x="226910" y="38034"/>
                </a:cubicBezTo>
                <a:cubicBezTo>
                  <a:pt x="229292" y="38034"/>
                  <a:pt x="231770" y="38010"/>
                  <a:pt x="234343" y="37962"/>
                </a:cubicBezTo>
                <a:cubicBezTo>
                  <a:pt x="236917" y="37914"/>
                  <a:pt x="239491" y="37890"/>
                  <a:pt x="242064" y="37890"/>
                </a:cubicBezTo>
                <a:cubicBezTo>
                  <a:pt x="241970" y="38461"/>
                  <a:pt x="241898" y="39034"/>
                  <a:pt x="241850" y="39607"/>
                </a:cubicBezTo>
                <a:cubicBezTo>
                  <a:pt x="241802" y="40179"/>
                  <a:pt x="241778" y="40750"/>
                  <a:pt x="241778" y="41322"/>
                </a:cubicBezTo>
                <a:cubicBezTo>
                  <a:pt x="241778" y="41893"/>
                  <a:pt x="241802" y="42465"/>
                  <a:pt x="241850" y="43037"/>
                </a:cubicBezTo>
                <a:cubicBezTo>
                  <a:pt x="241898" y="43608"/>
                  <a:pt x="241970" y="44181"/>
                  <a:pt x="242064" y="44754"/>
                </a:cubicBezTo>
                <a:lnTo>
                  <a:pt x="229482" y="44182"/>
                </a:lnTo>
                <a:lnTo>
                  <a:pt x="229054" y="44468"/>
                </a:lnTo>
                <a:moveTo>
                  <a:pt x="226766" y="122964"/>
                </a:moveTo>
                <a:cubicBezTo>
                  <a:pt x="226766" y="120199"/>
                  <a:pt x="226289" y="117935"/>
                  <a:pt x="225335" y="116172"/>
                </a:cubicBezTo>
                <a:cubicBezTo>
                  <a:pt x="224382" y="114409"/>
                  <a:pt x="223024" y="113051"/>
                  <a:pt x="221261" y="112097"/>
                </a:cubicBezTo>
                <a:cubicBezTo>
                  <a:pt x="219499" y="111144"/>
                  <a:pt x="217330" y="110500"/>
                  <a:pt x="214756" y="110166"/>
                </a:cubicBezTo>
                <a:cubicBezTo>
                  <a:pt x="212183" y="109833"/>
                  <a:pt x="209275" y="109666"/>
                  <a:pt x="206033" y="109666"/>
                </a:cubicBezTo>
                <a:cubicBezTo>
                  <a:pt x="201076" y="109666"/>
                  <a:pt x="197645" y="110143"/>
                  <a:pt x="195740" y="111095"/>
                </a:cubicBezTo>
                <a:cubicBezTo>
                  <a:pt x="194595" y="111668"/>
                  <a:pt x="193379" y="113051"/>
                  <a:pt x="192092" y="115243"/>
                </a:cubicBezTo>
                <a:cubicBezTo>
                  <a:pt x="190806" y="117435"/>
                  <a:pt x="190163" y="120199"/>
                  <a:pt x="190163" y="123535"/>
                </a:cubicBezTo>
                <a:cubicBezTo>
                  <a:pt x="190163" y="126300"/>
                  <a:pt x="190664" y="128708"/>
                  <a:pt x="191664" y="130757"/>
                </a:cubicBezTo>
                <a:cubicBezTo>
                  <a:pt x="192665" y="132806"/>
                  <a:pt x="194023" y="134498"/>
                  <a:pt x="195737" y="135832"/>
                </a:cubicBezTo>
                <a:cubicBezTo>
                  <a:pt x="197454" y="137167"/>
                  <a:pt x="199432" y="138191"/>
                  <a:pt x="201672" y="138906"/>
                </a:cubicBezTo>
                <a:cubicBezTo>
                  <a:pt x="203913" y="139621"/>
                  <a:pt x="206320" y="139979"/>
                  <a:pt x="208893" y="139979"/>
                </a:cubicBezTo>
                <a:cubicBezTo>
                  <a:pt x="211658" y="139979"/>
                  <a:pt x="214137" y="139526"/>
                  <a:pt x="216329" y="138620"/>
                </a:cubicBezTo>
                <a:cubicBezTo>
                  <a:pt x="218520" y="137714"/>
                  <a:pt x="220403" y="136474"/>
                  <a:pt x="221975" y="134902"/>
                </a:cubicBezTo>
                <a:cubicBezTo>
                  <a:pt x="223549" y="133330"/>
                  <a:pt x="224741" y="131519"/>
                  <a:pt x="225551" y="129470"/>
                </a:cubicBezTo>
                <a:cubicBezTo>
                  <a:pt x="226361" y="127420"/>
                  <a:pt x="226766" y="125252"/>
                  <a:pt x="226766" y="122964"/>
                </a:cubicBezTo>
                <a:close/>
                <a:moveTo>
                  <a:pt x="272236" y="49756"/>
                </a:moveTo>
                <a:cubicBezTo>
                  <a:pt x="274905" y="45754"/>
                  <a:pt x="278026" y="42656"/>
                  <a:pt x="281600" y="40464"/>
                </a:cubicBezTo>
                <a:cubicBezTo>
                  <a:pt x="285175" y="38271"/>
                  <a:pt x="289250" y="37174"/>
                  <a:pt x="293824" y="37174"/>
                </a:cubicBezTo>
                <a:cubicBezTo>
                  <a:pt x="300974" y="37174"/>
                  <a:pt x="306480" y="39248"/>
                  <a:pt x="310340" y="43394"/>
                </a:cubicBezTo>
                <a:cubicBezTo>
                  <a:pt x="314200" y="47541"/>
                  <a:pt x="316130" y="54237"/>
                  <a:pt x="316130" y="63484"/>
                </a:cubicBezTo>
                <a:cubicBezTo>
                  <a:pt x="316130" y="68344"/>
                  <a:pt x="316035" y="72634"/>
                  <a:pt x="315844" y="76351"/>
                </a:cubicBezTo>
                <a:cubicBezTo>
                  <a:pt x="315654" y="80069"/>
                  <a:pt x="315558" y="83787"/>
                  <a:pt x="315558" y="87504"/>
                </a:cubicBezTo>
                <a:cubicBezTo>
                  <a:pt x="315558" y="90554"/>
                  <a:pt x="315630" y="93867"/>
                  <a:pt x="315772" y="97442"/>
                </a:cubicBezTo>
                <a:cubicBezTo>
                  <a:pt x="315916" y="101016"/>
                  <a:pt x="316083" y="104471"/>
                  <a:pt x="316274" y="107807"/>
                </a:cubicBezTo>
                <a:cubicBezTo>
                  <a:pt x="315035" y="107617"/>
                  <a:pt x="313462" y="107522"/>
                  <a:pt x="311555" y="107522"/>
                </a:cubicBezTo>
                <a:cubicBezTo>
                  <a:pt x="309648" y="107522"/>
                  <a:pt x="307646" y="107522"/>
                  <a:pt x="305549" y="107522"/>
                </a:cubicBezTo>
                <a:cubicBezTo>
                  <a:pt x="303453" y="107522"/>
                  <a:pt x="301451" y="107522"/>
                  <a:pt x="299545" y="107522"/>
                </a:cubicBezTo>
                <a:cubicBezTo>
                  <a:pt x="297638" y="107522"/>
                  <a:pt x="296065" y="107617"/>
                  <a:pt x="294826" y="107807"/>
                </a:cubicBezTo>
                <a:cubicBezTo>
                  <a:pt x="295493" y="102851"/>
                  <a:pt x="295922" y="97012"/>
                  <a:pt x="296113" y="90293"/>
                </a:cubicBezTo>
                <a:cubicBezTo>
                  <a:pt x="296303" y="83573"/>
                  <a:pt x="296399" y="75876"/>
                  <a:pt x="296399" y="67201"/>
                </a:cubicBezTo>
                <a:cubicBezTo>
                  <a:pt x="296399" y="61196"/>
                  <a:pt x="295374" y="56787"/>
                  <a:pt x="293325" y="53976"/>
                </a:cubicBezTo>
                <a:cubicBezTo>
                  <a:pt x="291275" y="51163"/>
                  <a:pt x="288392" y="49756"/>
                  <a:pt x="284674" y="49756"/>
                </a:cubicBezTo>
                <a:cubicBezTo>
                  <a:pt x="280385" y="49756"/>
                  <a:pt x="277239" y="51615"/>
                  <a:pt x="275238" y="55333"/>
                </a:cubicBezTo>
                <a:cubicBezTo>
                  <a:pt x="273237" y="59050"/>
                  <a:pt x="272236" y="64198"/>
                  <a:pt x="272236" y="70775"/>
                </a:cubicBezTo>
                <a:lnTo>
                  <a:pt x="272236" y="76495"/>
                </a:lnTo>
                <a:cubicBezTo>
                  <a:pt x="272236" y="82309"/>
                  <a:pt x="272307" y="87789"/>
                  <a:pt x="272450" y="92937"/>
                </a:cubicBezTo>
                <a:cubicBezTo>
                  <a:pt x="272592" y="98084"/>
                  <a:pt x="272902" y="103041"/>
                  <a:pt x="273379" y="107807"/>
                </a:cubicBezTo>
                <a:cubicBezTo>
                  <a:pt x="272140" y="107617"/>
                  <a:pt x="270591" y="107522"/>
                  <a:pt x="268732" y="107522"/>
                </a:cubicBezTo>
                <a:cubicBezTo>
                  <a:pt x="266873" y="107522"/>
                  <a:pt x="264848" y="107522"/>
                  <a:pt x="262656" y="107522"/>
                </a:cubicBezTo>
                <a:cubicBezTo>
                  <a:pt x="260463" y="107522"/>
                  <a:pt x="258461" y="107522"/>
                  <a:pt x="256650" y="107522"/>
                </a:cubicBezTo>
                <a:cubicBezTo>
                  <a:pt x="254839" y="107522"/>
                  <a:pt x="253266" y="107617"/>
                  <a:pt x="251931" y="107807"/>
                </a:cubicBezTo>
                <a:cubicBezTo>
                  <a:pt x="252408" y="103041"/>
                  <a:pt x="252718" y="98084"/>
                  <a:pt x="252860" y="92937"/>
                </a:cubicBezTo>
                <a:cubicBezTo>
                  <a:pt x="253004" y="87789"/>
                  <a:pt x="253076" y="82309"/>
                  <a:pt x="253076" y="76495"/>
                </a:cubicBezTo>
                <a:lnTo>
                  <a:pt x="253076" y="70775"/>
                </a:lnTo>
                <a:cubicBezTo>
                  <a:pt x="253076" y="64961"/>
                  <a:pt x="253004" y="59505"/>
                  <a:pt x="252860" y="54405"/>
                </a:cubicBezTo>
                <a:cubicBezTo>
                  <a:pt x="252718" y="49305"/>
                  <a:pt x="252408" y="44181"/>
                  <a:pt x="251931" y="39033"/>
                </a:cubicBezTo>
                <a:cubicBezTo>
                  <a:pt x="253647" y="39224"/>
                  <a:pt x="255339" y="39391"/>
                  <a:pt x="257008" y="39535"/>
                </a:cubicBezTo>
                <a:cubicBezTo>
                  <a:pt x="258676" y="39677"/>
                  <a:pt x="260367" y="39749"/>
                  <a:pt x="262082" y="39749"/>
                </a:cubicBezTo>
                <a:cubicBezTo>
                  <a:pt x="263799" y="39749"/>
                  <a:pt x="265491" y="39677"/>
                  <a:pt x="267159" y="39535"/>
                </a:cubicBezTo>
                <a:cubicBezTo>
                  <a:pt x="268827" y="39391"/>
                  <a:pt x="270615" y="39224"/>
                  <a:pt x="272522" y="39033"/>
                </a:cubicBezTo>
                <a:lnTo>
                  <a:pt x="271948" y="49756"/>
                </a:lnTo>
                <a:lnTo>
                  <a:pt x="272236" y="49756"/>
                </a:lnTo>
                <a:close/>
                <a:moveTo>
                  <a:pt x="351303" y="49756"/>
                </a:moveTo>
                <a:cubicBezTo>
                  <a:pt x="353972" y="45754"/>
                  <a:pt x="357093" y="42656"/>
                  <a:pt x="360667" y="40464"/>
                </a:cubicBezTo>
                <a:cubicBezTo>
                  <a:pt x="364242" y="38271"/>
                  <a:pt x="368318" y="37174"/>
                  <a:pt x="372893" y="37174"/>
                </a:cubicBezTo>
                <a:cubicBezTo>
                  <a:pt x="377183" y="37174"/>
                  <a:pt x="380876" y="38342"/>
                  <a:pt x="383974" y="40678"/>
                </a:cubicBezTo>
                <a:cubicBezTo>
                  <a:pt x="387072" y="43014"/>
                  <a:pt x="389479" y="46374"/>
                  <a:pt x="391194" y="50758"/>
                </a:cubicBezTo>
                <a:cubicBezTo>
                  <a:pt x="394055" y="46374"/>
                  <a:pt x="397391" y="43014"/>
                  <a:pt x="401203" y="40678"/>
                </a:cubicBezTo>
                <a:cubicBezTo>
                  <a:pt x="405015" y="38342"/>
                  <a:pt x="409067" y="37174"/>
                  <a:pt x="413358" y="37174"/>
                </a:cubicBezTo>
                <a:cubicBezTo>
                  <a:pt x="420506" y="37174"/>
                  <a:pt x="426011" y="39248"/>
                  <a:pt x="429871" y="43394"/>
                </a:cubicBezTo>
                <a:cubicBezTo>
                  <a:pt x="433731" y="47541"/>
                  <a:pt x="435661" y="54237"/>
                  <a:pt x="435661" y="63484"/>
                </a:cubicBezTo>
                <a:cubicBezTo>
                  <a:pt x="435661" y="68344"/>
                  <a:pt x="435566" y="72634"/>
                  <a:pt x="435376" y="76351"/>
                </a:cubicBezTo>
                <a:cubicBezTo>
                  <a:pt x="435185" y="80069"/>
                  <a:pt x="435090" y="83787"/>
                  <a:pt x="435090" y="87504"/>
                </a:cubicBezTo>
                <a:cubicBezTo>
                  <a:pt x="435090" y="90554"/>
                  <a:pt x="435161" y="93867"/>
                  <a:pt x="435304" y="97442"/>
                </a:cubicBezTo>
                <a:cubicBezTo>
                  <a:pt x="435448" y="101016"/>
                  <a:pt x="435615" y="104471"/>
                  <a:pt x="435805" y="107807"/>
                </a:cubicBezTo>
                <a:cubicBezTo>
                  <a:pt x="434566" y="107617"/>
                  <a:pt x="432993" y="107522"/>
                  <a:pt x="431086" y="107522"/>
                </a:cubicBezTo>
                <a:cubicBezTo>
                  <a:pt x="429179" y="107522"/>
                  <a:pt x="427177" y="107522"/>
                  <a:pt x="425080" y="107522"/>
                </a:cubicBezTo>
                <a:cubicBezTo>
                  <a:pt x="422984" y="107522"/>
                  <a:pt x="420983" y="107522"/>
                  <a:pt x="419076" y="107522"/>
                </a:cubicBezTo>
                <a:cubicBezTo>
                  <a:pt x="417169" y="107522"/>
                  <a:pt x="415596" y="107617"/>
                  <a:pt x="414357" y="107807"/>
                </a:cubicBezTo>
                <a:cubicBezTo>
                  <a:pt x="415024" y="102851"/>
                  <a:pt x="415454" y="97012"/>
                  <a:pt x="415644" y="90293"/>
                </a:cubicBezTo>
                <a:cubicBezTo>
                  <a:pt x="415835" y="83573"/>
                  <a:pt x="415930" y="75876"/>
                  <a:pt x="415930" y="67201"/>
                </a:cubicBezTo>
                <a:cubicBezTo>
                  <a:pt x="415930" y="61196"/>
                  <a:pt x="414929" y="56787"/>
                  <a:pt x="412928" y="53976"/>
                </a:cubicBezTo>
                <a:cubicBezTo>
                  <a:pt x="410926" y="51163"/>
                  <a:pt x="408114" y="49756"/>
                  <a:pt x="404491" y="49756"/>
                </a:cubicBezTo>
                <a:cubicBezTo>
                  <a:pt x="402203" y="49756"/>
                  <a:pt x="400320" y="50281"/>
                  <a:pt x="398843" y="51329"/>
                </a:cubicBezTo>
                <a:cubicBezTo>
                  <a:pt x="397366" y="52378"/>
                  <a:pt x="396199" y="53736"/>
                  <a:pt x="395341" y="55405"/>
                </a:cubicBezTo>
                <a:cubicBezTo>
                  <a:pt x="394483" y="57073"/>
                  <a:pt x="393911" y="58861"/>
                  <a:pt x="393624" y="60767"/>
                </a:cubicBezTo>
                <a:cubicBezTo>
                  <a:pt x="393339" y="62673"/>
                  <a:pt x="393196" y="64484"/>
                  <a:pt x="393196" y="66200"/>
                </a:cubicBezTo>
                <a:lnTo>
                  <a:pt x="393196" y="76495"/>
                </a:lnTo>
                <a:cubicBezTo>
                  <a:pt x="393196" y="82309"/>
                  <a:pt x="393268" y="87789"/>
                  <a:pt x="393410" y="92937"/>
                </a:cubicBezTo>
                <a:cubicBezTo>
                  <a:pt x="393554" y="98084"/>
                  <a:pt x="393864" y="103041"/>
                  <a:pt x="394340" y="107807"/>
                </a:cubicBezTo>
                <a:cubicBezTo>
                  <a:pt x="393100" y="107617"/>
                  <a:pt x="391551" y="107522"/>
                  <a:pt x="389693" y="107522"/>
                </a:cubicBezTo>
                <a:cubicBezTo>
                  <a:pt x="387834" y="107522"/>
                  <a:pt x="385808" y="107522"/>
                  <a:pt x="383616" y="107522"/>
                </a:cubicBezTo>
                <a:cubicBezTo>
                  <a:pt x="381425" y="107522"/>
                  <a:pt x="379422" y="107522"/>
                  <a:pt x="377610" y="107522"/>
                </a:cubicBezTo>
                <a:cubicBezTo>
                  <a:pt x="375799" y="107522"/>
                  <a:pt x="374227" y="107617"/>
                  <a:pt x="372893" y="107807"/>
                </a:cubicBezTo>
                <a:cubicBezTo>
                  <a:pt x="373370" y="103041"/>
                  <a:pt x="373680" y="98084"/>
                  <a:pt x="373823" y="92937"/>
                </a:cubicBezTo>
                <a:cubicBezTo>
                  <a:pt x="373965" y="87789"/>
                  <a:pt x="374037" y="82309"/>
                  <a:pt x="374037" y="76495"/>
                </a:cubicBezTo>
                <a:lnTo>
                  <a:pt x="374037" y="67773"/>
                </a:lnTo>
                <a:cubicBezTo>
                  <a:pt x="374037" y="62054"/>
                  <a:pt x="373322" y="57621"/>
                  <a:pt x="371892" y="54475"/>
                </a:cubicBezTo>
                <a:cubicBezTo>
                  <a:pt x="370462" y="51329"/>
                  <a:pt x="367746" y="49756"/>
                  <a:pt x="363743" y="49756"/>
                </a:cubicBezTo>
                <a:cubicBezTo>
                  <a:pt x="359452" y="49756"/>
                  <a:pt x="356306" y="51615"/>
                  <a:pt x="354305" y="55333"/>
                </a:cubicBezTo>
                <a:cubicBezTo>
                  <a:pt x="352304" y="59050"/>
                  <a:pt x="351303" y="64198"/>
                  <a:pt x="351303" y="70775"/>
                </a:cubicBezTo>
                <a:lnTo>
                  <a:pt x="351303" y="76495"/>
                </a:lnTo>
                <a:cubicBezTo>
                  <a:pt x="351303" y="82309"/>
                  <a:pt x="351374" y="87789"/>
                  <a:pt x="351517" y="92937"/>
                </a:cubicBezTo>
                <a:cubicBezTo>
                  <a:pt x="351661" y="98084"/>
                  <a:pt x="351971" y="103041"/>
                  <a:pt x="352446" y="107807"/>
                </a:cubicBezTo>
                <a:cubicBezTo>
                  <a:pt x="351207" y="107617"/>
                  <a:pt x="349658" y="107522"/>
                  <a:pt x="347799" y="107522"/>
                </a:cubicBezTo>
                <a:cubicBezTo>
                  <a:pt x="345940" y="107522"/>
                  <a:pt x="343915" y="107522"/>
                  <a:pt x="341723" y="107522"/>
                </a:cubicBezTo>
                <a:cubicBezTo>
                  <a:pt x="339531" y="107522"/>
                  <a:pt x="337529" y="107522"/>
                  <a:pt x="335717" y="107522"/>
                </a:cubicBezTo>
                <a:cubicBezTo>
                  <a:pt x="333906" y="107522"/>
                  <a:pt x="332334" y="107617"/>
                  <a:pt x="331000" y="107807"/>
                </a:cubicBezTo>
                <a:cubicBezTo>
                  <a:pt x="331476" y="103041"/>
                  <a:pt x="331785" y="98084"/>
                  <a:pt x="331927" y="92937"/>
                </a:cubicBezTo>
                <a:cubicBezTo>
                  <a:pt x="332071" y="87789"/>
                  <a:pt x="332143" y="82309"/>
                  <a:pt x="332143" y="76495"/>
                </a:cubicBezTo>
                <a:lnTo>
                  <a:pt x="332143" y="70775"/>
                </a:lnTo>
                <a:cubicBezTo>
                  <a:pt x="332143" y="64961"/>
                  <a:pt x="332071" y="59505"/>
                  <a:pt x="331927" y="54405"/>
                </a:cubicBezTo>
                <a:cubicBezTo>
                  <a:pt x="331785" y="49305"/>
                  <a:pt x="331476" y="44181"/>
                  <a:pt x="331000" y="39033"/>
                </a:cubicBezTo>
                <a:cubicBezTo>
                  <a:pt x="332715" y="39224"/>
                  <a:pt x="334406" y="39391"/>
                  <a:pt x="336075" y="39535"/>
                </a:cubicBezTo>
                <a:cubicBezTo>
                  <a:pt x="337743" y="39677"/>
                  <a:pt x="339435" y="39749"/>
                  <a:pt x="341152" y="39749"/>
                </a:cubicBezTo>
                <a:cubicBezTo>
                  <a:pt x="342868" y="39749"/>
                  <a:pt x="344559" y="39677"/>
                  <a:pt x="346226" y="39535"/>
                </a:cubicBezTo>
                <a:cubicBezTo>
                  <a:pt x="347894" y="39391"/>
                  <a:pt x="349682" y="39224"/>
                  <a:pt x="351589" y="39033"/>
                </a:cubicBezTo>
                <a:lnTo>
                  <a:pt x="351017" y="49756"/>
                </a:lnTo>
                <a:lnTo>
                  <a:pt x="351303" y="49756"/>
                </a:lnTo>
                <a:close/>
                <a:moveTo>
                  <a:pt x="468833" y="73635"/>
                </a:moveTo>
                <a:cubicBezTo>
                  <a:pt x="468833" y="77447"/>
                  <a:pt x="469214" y="81022"/>
                  <a:pt x="469976" y="84358"/>
                </a:cubicBezTo>
                <a:cubicBezTo>
                  <a:pt x="470739" y="87695"/>
                  <a:pt x="471907" y="90578"/>
                  <a:pt x="473480" y="93009"/>
                </a:cubicBezTo>
                <a:cubicBezTo>
                  <a:pt x="475052" y="95439"/>
                  <a:pt x="477053" y="97346"/>
                  <a:pt x="479484" y="98729"/>
                </a:cubicBezTo>
                <a:cubicBezTo>
                  <a:pt x="481916" y="100111"/>
                  <a:pt x="484752" y="100802"/>
                  <a:pt x="487992" y="100802"/>
                </a:cubicBezTo>
                <a:cubicBezTo>
                  <a:pt x="494570" y="100802"/>
                  <a:pt x="500432" y="98657"/>
                  <a:pt x="505579" y="94368"/>
                </a:cubicBezTo>
                <a:lnTo>
                  <a:pt x="507294" y="95655"/>
                </a:lnTo>
                <a:lnTo>
                  <a:pt x="504148" y="103662"/>
                </a:lnTo>
                <a:cubicBezTo>
                  <a:pt x="501766" y="105473"/>
                  <a:pt x="498906" y="106926"/>
                  <a:pt x="495570" y="108021"/>
                </a:cubicBezTo>
                <a:cubicBezTo>
                  <a:pt x="492233" y="109118"/>
                  <a:pt x="487848" y="109666"/>
                  <a:pt x="482416" y="109666"/>
                </a:cubicBezTo>
                <a:cubicBezTo>
                  <a:pt x="477746" y="109666"/>
                  <a:pt x="473313" y="109023"/>
                  <a:pt x="469118" y="107735"/>
                </a:cubicBezTo>
                <a:cubicBezTo>
                  <a:pt x="464925" y="106450"/>
                  <a:pt x="461232" y="104329"/>
                  <a:pt x="458037" y="101373"/>
                </a:cubicBezTo>
                <a:cubicBezTo>
                  <a:pt x="454845" y="98418"/>
                  <a:pt x="452319" y="94676"/>
                  <a:pt x="450460" y="90149"/>
                </a:cubicBezTo>
                <a:cubicBezTo>
                  <a:pt x="448602" y="85621"/>
                  <a:pt x="447672" y="80212"/>
                  <a:pt x="447672" y="73921"/>
                </a:cubicBezTo>
                <a:cubicBezTo>
                  <a:pt x="447672" y="67725"/>
                  <a:pt x="448506" y="62340"/>
                  <a:pt x="450172" y="57765"/>
                </a:cubicBezTo>
                <a:cubicBezTo>
                  <a:pt x="451841" y="53190"/>
                  <a:pt x="454153" y="49377"/>
                  <a:pt x="457108" y="46327"/>
                </a:cubicBezTo>
                <a:cubicBezTo>
                  <a:pt x="460064" y="43275"/>
                  <a:pt x="463567" y="40987"/>
                  <a:pt x="467617" y="39463"/>
                </a:cubicBezTo>
                <a:cubicBezTo>
                  <a:pt x="471668" y="37937"/>
                  <a:pt x="476077" y="37174"/>
                  <a:pt x="480843" y="37174"/>
                </a:cubicBezTo>
                <a:cubicBezTo>
                  <a:pt x="490280" y="37174"/>
                  <a:pt x="497500" y="39939"/>
                  <a:pt x="502503" y="45467"/>
                </a:cubicBezTo>
                <a:cubicBezTo>
                  <a:pt x="507508" y="50995"/>
                  <a:pt x="510010" y="58812"/>
                  <a:pt x="510010" y="68916"/>
                </a:cubicBezTo>
                <a:lnTo>
                  <a:pt x="510010" y="71920"/>
                </a:lnTo>
                <a:cubicBezTo>
                  <a:pt x="510010" y="72777"/>
                  <a:pt x="509963" y="73349"/>
                  <a:pt x="509869" y="73635"/>
                </a:cubicBezTo>
                <a:lnTo>
                  <a:pt x="468833" y="73635"/>
                </a:lnTo>
                <a:moveTo>
                  <a:pt x="490853" y="67201"/>
                </a:moveTo>
                <a:cubicBezTo>
                  <a:pt x="490661" y="60052"/>
                  <a:pt x="489779" y="54333"/>
                  <a:pt x="488206" y="50044"/>
                </a:cubicBezTo>
                <a:cubicBezTo>
                  <a:pt x="486634" y="45754"/>
                  <a:pt x="483989" y="43608"/>
                  <a:pt x="480271" y="43608"/>
                </a:cubicBezTo>
                <a:cubicBezTo>
                  <a:pt x="478174" y="43608"/>
                  <a:pt x="476410" y="44323"/>
                  <a:pt x="474981" y="45753"/>
                </a:cubicBezTo>
                <a:cubicBezTo>
                  <a:pt x="473551" y="47183"/>
                  <a:pt x="472407" y="49018"/>
                  <a:pt x="471549" y="51259"/>
                </a:cubicBezTo>
                <a:cubicBezTo>
                  <a:pt x="470691" y="53499"/>
                  <a:pt x="470047" y="56025"/>
                  <a:pt x="469618" y="58837"/>
                </a:cubicBezTo>
                <a:cubicBezTo>
                  <a:pt x="469190" y="61648"/>
                  <a:pt x="468929" y="64436"/>
                  <a:pt x="468833" y="67201"/>
                </a:cubicBezTo>
                <a:lnTo>
                  <a:pt x="490853" y="67201"/>
                </a:lnTo>
                <a:close/>
                <a:moveTo>
                  <a:pt x="542327" y="49756"/>
                </a:moveTo>
                <a:cubicBezTo>
                  <a:pt x="544996" y="45754"/>
                  <a:pt x="548117" y="42656"/>
                  <a:pt x="551691" y="40464"/>
                </a:cubicBezTo>
                <a:cubicBezTo>
                  <a:pt x="555266" y="38271"/>
                  <a:pt x="559340" y="37174"/>
                  <a:pt x="563915" y="37174"/>
                </a:cubicBezTo>
                <a:cubicBezTo>
                  <a:pt x="571065" y="37174"/>
                  <a:pt x="576570" y="39248"/>
                  <a:pt x="580430" y="43394"/>
                </a:cubicBezTo>
                <a:cubicBezTo>
                  <a:pt x="584291" y="47541"/>
                  <a:pt x="586221" y="54237"/>
                  <a:pt x="586221" y="63484"/>
                </a:cubicBezTo>
                <a:cubicBezTo>
                  <a:pt x="586221" y="68344"/>
                  <a:pt x="586125" y="72634"/>
                  <a:pt x="585935" y="76351"/>
                </a:cubicBezTo>
                <a:cubicBezTo>
                  <a:pt x="585744" y="80069"/>
                  <a:pt x="585649" y="83787"/>
                  <a:pt x="585649" y="87504"/>
                </a:cubicBezTo>
                <a:cubicBezTo>
                  <a:pt x="585649" y="90554"/>
                  <a:pt x="585720" y="93867"/>
                  <a:pt x="585863" y="97442"/>
                </a:cubicBezTo>
                <a:cubicBezTo>
                  <a:pt x="586007" y="101016"/>
                  <a:pt x="586174" y="104471"/>
                  <a:pt x="586365" y="107807"/>
                </a:cubicBezTo>
                <a:cubicBezTo>
                  <a:pt x="585125" y="107617"/>
                  <a:pt x="583552" y="107522"/>
                  <a:pt x="581646" y="107522"/>
                </a:cubicBezTo>
                <a:cubicBezTo>
                  <a:pt x="579739" y="107522"/>
                  <a:pt x="577737" y="107522"/>
                  <a:pt x="575639" y="107522"/>
                </a:cubicBezTo>
                <a:cubicBezTo>
                  <a:pt x="573543" y="107522"/>
                  <a:pt x="571542" y="107522"/>
                  <a:pt x="569635" y="107522"/>
                </a:cubicBezTo>
                <a:cubicBezTo>
                  <a:pt x="567728" y="107522"/>
                  <a:pt x="566155" y="107617"/>
                  <a:pt x="564916" y="107807"/>
                </a:cubicBezTo>
                <a:cubicBezTo>
                  <a:pt x="565584" y="102851"/>
                  <a:pt x="566013" y="97012"/>
                  <a:pt x="566203" y="90293"/>
                </a:cubicBezTo>
                <a:cubicBezTo>
                  <a:pt x="566394" y="83573"/>
                  <a:pt x="566489" y="75876"/>
                  <a:pt x="566489" y="67201"/>
                </a:cubicBezTo>
                <a:cubicBezTo>
                  <a:pt x="566489" y="61196"/>
                  <a:pt x="565464" y="56787"/>
                  <a:pt x="563415" y="53976"/>
                </a:cubicBezTo>
                <a:cubicBezTo>
                  <a:pt x="561366" y="51163"/>
                  <a:pt x="558482" y="49756"/>
                  <a:pt x="554765" y="49756"/>
                </a:cubicBezTo>
                <a:cubicBezTo>
                  <a:pt x="550475" y="49756"/>
                  <a:pt x="547330" y="51615"/>
                  <a:pt x="545329" y="55333"/>
                </a:cubicBezTo>
                <a:cubicBezTo>
                  <a:pt x="543327" y="59050"/>
                  <a:pt x="542327" y="64198"/>
                  <a:pt x="542327" y="70775"/>
                </a:cubicBezTo>
                <a:lnTo>
                  <a:pt x="542327" y="76495"/>
                </a:lnTo>
                <a:cubicBezTo>
                  <a:pt x="542327" y="82309"/>
                  <a:pt x="542398" y="87789"/>
                  <a:pt x="542540" y="92937"/>
                </a:cubicBezTo>
                <a:cubicBezTo>
                  <a:pt x="542683" y="98084"/>
                  <a:pt x="542993" y="103041"/>
                  <a:pt x="543470" y="107807"/>
                </a:cubicBezTo>
                <a:cubicBezTo>
                  <a:pt x="542231" y="107617"/>
                  <a:pt x="540682" y="107522"/>
                  <a:pt x="538823" y="107522"/>
                </a:cubicBezTo>
                <a:cubicBezTo>
                  <a:pt x="536964" y="107522"/>
                  <a:pt x="534939" y="107522"/>
                  <a:pt x="532747" y="107522"/>
                </a:cubicBezTo>
                <a:cubicBezTo>
                  <a:pt x="530553" y="107522"/>
                  <a:pt x="528551" y="107522"/>
                  <a:pt x="526740" y="107522"/>
                </a:cubicBezTo>
                <a:cubicBezTo>
                  <a:pt x="524930" y="107522"/>
                  <a:pt x="523357" y="107617"/>
                  <a:pt x="522021" y="107807"/>
                </a:cubicBezTo>
                <a:cubicBezTo>
                  <a:pt x="522498" y="103041"/>
                  <a:pt x="522808" y="98084"/>
                  <a:pt x="522951" y="92937"/>
                </a:cubicBezTo>
                <a:cubicBezTo>
                  <a:pt x="523095" y="87789"/>
                  <a:pt x="523167" y="82309"/>
                  <a:pt x="523167" y="76495"/>
                </a:cubicBezTo>
                <a:lnTo>
                  <a:pt x="523167" y="70775"/>
                </a:lnTo>
                <a:cubicBezTo>
                  <a:pt x="523167" y="64961"/>
                  <a:pt x="523095" y="59505"/>
                  <a:pt x="522951" y="54405"/>
                </a:cubicBezTo>
                <a:cubicBezTo>
                  <a:pt x="522808" y="49305"/>
                  <a:pt x="522498" y="44181"/>
                  <a:pt x="522021" y="39033"/>
                </a:cubicBezTo>
                <a:cubicBezTo>
                  <a:pt x="523738" y="39224"/>
                  <a:pt x="525430" y="39391"/>
                  <a:pt x="527098" y="39535"/>
                </a:cubicBezTo>
                <a:cubicBezTo>
                  <a:pt x="528767" y="39677"/>
                  <a:pt x="530458" y="39749"/>
                  <a:pt x="532173" y="39749"/>
                </a:cubicBezTo>
                <a:cubicBezTo>
                  <a:pt x="533889" y="39749"/>
                  <a:pt x="535582" y="39677"/>
                  <a:pt x="537250" y="39535"/>
                </a:cubicBezTo>
                <a:cubicBezTo>
                  <a:pt x="538918" y="39391"/>
                  <a:pt x="540706" y="39224"/>
                  <a:pt x="542612" y="39033"/>
                </a:cubicBezTo>
                <a:lnTo>
                  <a:pt x="542039" y="49756"/>
                </a:lnTo>
                <a:lnTo>
                  <a:pt x="542327" y="49756"/>
                </a:lnTo>
                <a:close/>
                <a:moveTo>
                  <a:pt x="639123" y="39749"/>
                </a:moveTo>
                <a:cubicBezTo>
                  <a:pt x="638838" y="41178"/>
                  <a:pt x="638696" y="42465"/>
                  <a:pt x="638696" y="43608"/>
                </a:cubicBezTo>
                <a:cubicBezTo>
                  <a:pt x="638696" y="44847"/>
                  <a:pt x="638838" y="46039"/>
                  <a:pt x="639123" y="47184"/>
                </a:cubicBezTo>
                <a:lnTo>
                  <a:pt x="626541" y="46898"/>
                </a:lnTo>
                <a:cubicBezTo>
                  <a:pt x="626351" y="49090"/>
                  <a:pt x="626184" y="51616"/>
                  <a:pt x="626042" y="54475"/>
                </a:cubicBezTo>
                <a:cubicBezTo>
                  <a:pt x="625899" y="57335"/>
                  <a:pt x="625804" y="60242"/>
                  <a:pt x="625756" y="63198"/>
                </a:cubicBezTo>
                <a:cubicBezTo>
                  <a:pt x="625708" y="66152"/>
                  <a:pt x="625660" y="69011"/>
                  <a:pt x="625612" y="71776"/>
                </a:cubicBezTo>
                <a:cubicBezTo>
                  <a:pt x="625564" y="74541"/>
                  <a:pt x="625540" y="76876"/>
                  <a:pt x="625540" y="78782"/>
                </a:cubicBezTo>
                <a:cubicBezTo>
                  <a:pt x="625540" y="83739"/>
                  <a:pt x="625659" y="87742"/>
                  <a:pt x="625898" y="90792"/>
                </a:cubicBezTo>
                <a:cubicBezTo>
                  <a:pt x="626136" y="93842"/>
                  <a:pt x="626541" y="96178"/>
                  <a:pt x="627113" y="97800"/>
                </a:cubicBezTo>
                <a:cubicBezTo>
                  <a:pt x="627686" y="99420"/>
                  <a:pt x="628496" y="100516"/>
                  <a:pt x="629543" y="101088"/>
                </a:cubicBezTo>
                <a:cubicBezTo>
                  <a:pt x="630592" y="101659"/>
                  <a:pt x="631926" y="101945"/>
                  <a:pt x="633547" y="101945"/>
                </a:cubicBezTo>
                <a:cubicBezTo>
                  <a:pt x="635359" y="101945"/>
                  <a:pt x="636693" y="101826"/>
                  <a:pt x="637550" y="101587"/>
                </a:cubicBezTo>
                <a:cubicBezTo>
                  <a:pt x="638408" y="101349"/>
                  <a:pt x="639266" y="100992"/>
                  <a:pt x="640125" y="100516"/>
                </a:cubicBezTo>
                <a:lnTo>
                  <a:pt x="640125" y="106378"/>
                </a:lnTo>
                <a:cubicBezTo>
                  <a:pt x="638218" y="107236"/>
                  <a:pt x="635835" y="107999"/>
                  <a:pt x="632975" y="108665"/>
                </a:cubicBezTo>
                <a:cubicBezTo>
                  <a:pt x="630116" y="109332"/>
                  <a:pt x="627304" y="109666"/>
                  <a:pt x="624541" y="109666"/>
                </a:cubicBezTo>
                <a:cubicBezTo>
                  <a:pt x="612435" y="109666"/>
                  <a:pt x="606382" y="102422"/>
                  <a:pt x="606382" y="87934"/>
                </a:cubicBezTo>
                <a:cubicBezTo>
                  <a:pt x="606382" y="85169"/>
                  <a:pt x="606429" y="82047"/>
                  <a:pt x="606524" y="78568"/>
                </a:cubicBezTo>
                <a:cubicBezTo>
                  <a:pt x="606620" y="75089"/>
                  <a:pt x="606739" y="71515"/>
                  <a:pt x="606882" y="67845"/>
                </a:cubicBezTo>
                <a:cubicBezTo>
                  <a:pt x="607024" y="64175"/>
                  <a:pt x="607143" y="60553"/>
                  <a:pt x="607237" y="56978"/>
                </a:cubicBezTo>
                <a:cubicBezTo>
                  <a:pt x="607333" y="53403"/>
                  <a:pt x="607381" y="50090"/>
                  <a:pt x="607381" y="47040"/>
                </a:cubicBezTo>
                <a:lnTo>
                  <a:pt x="597374" y="47184"/>
                </a:lnTo>
                <a:cubicBezTo>
                  <a:pt x="597659" y="46039"/>
                  <a:pt x="597801" y="44847"/>
                  <a:pt x="597801" y="43608"/>
                </a:cubicBezTo>
                <a:cubicBezTo>
                  <a:pt x="597801" y="42465"/>
                  <a:pt x="597659" y="41178"/>
                  <a:pt x="597374" y="39749"/>
                </a:cubicBezTo>
                <a:lnTo>
                  <a:pt x="607381" y="40179"/>
                </a:lnTo>
                <a:cubicBezTo>
                  <a:pt x="607381" y="37223"/>
                  <a:pt x="607333" y="34459"/>
                  <a:pt x="607237" y="31886"/>
                </a:cubicBezTo>
                <a:cubicBezTo>
                  <a:pt x="607143" y="29311"/>
                  <a:pt x="607000" y="26213"/>
                  <a:pt x="606810" y="22592"/>
                </a:cubicBezTo>
                <a:cubicBezTo>
                  <a:pt x="610146" y="21256"/>
                  <a:pt x="613435" y="19850"/>
                  <a:pt x="616675" y="18372"/>
                </a:cubicBezTo>
                <a:cubicBezTo>
                  <a:pt x="619916" y="16894"/>
                  <a:pt x="623157" y="15345"/>
                  <a:pt x="626399" y="13725"/>
                </a:cubicBezTo>
                <a:lnTo>
                  <a:pt x="627828" y="14727"/>
                </a:lnTo>
                <a:cubicBezTo>
                  <a:pt x="627638" y="16252"/>
                  <a:pt x="627471" y="18040"/>
                  <a:pt x="627327" y="20089"/>
                </a:cubicBezTo>
                <a:cubicBezTo>
                  <a:pt x="627184" y="22139"/>
                  <a:pt x="627042" y="24283"/>
                  <a:pt x="626899" y="26523"/>
                </a:cubicBezTo>
                <a:cubicBezTo>
                  <a:pt x="626756" y="28763"/>
                  <a:pt x="626661" y="31051"/>
                  <a:pt x="626613" y="33387"/>
                </a:cubicBezTo>
                <a:cubicBezTo>
                  <a:pt x="626565" y="35721"/>
                  <a:pt x="626541" y="37937"/>
                  <a:pt x="626541" y="40035"/>
                </a:cubicBezTo>
                <a:lnTo>
                  <a:pt x="639123" y="39749"/>
                </a:lnTo>
                <a:close/>
                <a:moveTo>
                  <a:pt x="737781" y="36461"/>
                </a:moveTo>
                <a:cubicBezTo>
                  <a:pt x="737781" y="32266"/>
                  <a:pt x="737352" y="28930"/>
                  <a:pt x="736494" y="26451"/>
                </a:cubicBezTo>
                <a:cubicBezTo>
                  <a:pt x="735636" y="23973"/>
                  <a:pt x="734324" y="22091"/>
                  <a:pt x="732560" y="20805"/>
                </a:cubicBezTo>
                <a:cubicBezTo>
                  <a:pt x="730797" y="19518"/>
                  <a:pt x="728510" y="18684"/>
                  <a:pt x="725699" y="18302"/>
                </a:cubicBezTo>
                <a:cubicBezTo>
                  <a:pt x="722887" y="17920"/>
                  <a:pt x="719527" y="17729"/>
                  <a:pt x="715619" y="17729"/>
                </a:cubicBezTo>
                <a:cubicBezTo>
                  <a:pt x="715333" y="30692"/>
                  <a:pt x="715189" y="43656"/>
                  <a:pt x="715189" y="56620"/>
                </a:cubicBezTo>
                <a:cubicBezTo>
                  <a:pt x="715761" y="56716"/>
                  <a:pt x="716309" y="56788"/>
                  <a:pt x="716832" y="56836"/>
                </a:cubicBezTo>
                <a:cubicBezTo>
                  <a:pt x="717357" y="56882"/>
                  <a:pt x="717858" y="56906"/>
                  <a:pt x="718335" y="56906"/>
                </a:cubicBezTo>
                <a:cubicBezTo>
                  <a:pt x="724626" y="56906"/>
                  <a:pt x="729440" y="55214"/>
                  <a:pt x="732776" y="51831"/>
                </a:cubicBezTo>
                <a:cubicBezTo>
                  <a:pt x="736113" y="48446"/>
                  <a:pt x="737781" y="43323"/>
                  <a:pt x="737781" y="36461"/>
                </a:cubicBezTo>
                <a:moveTo>
                  <a:pt x="715189" y="62768"/>
                </a:moveTo>
                <a:lnTo>
                  <a:pt x="715189" y="68630"/>
                </a:lnTo>
                <a:cubicBezTo>
                  <a:pt x="715189" y="76543"/>
                  <a:pt x="715285" y="83573"/>
                  <a:pt x="715475" y="89721"/>
                </a:cubicBezTo>
                <a:cubicBezTo>
                  <a:pt x="715666" y="95869"/>
                  <a:pt x="715951" y="101898"/>
                  <a:pt x="716333" y="107807"/>
                </a:cubicBezTo>
                <a:cubicBezTo>
                  <a:pt x="714712" y="107617"/>
                  <a:pt x="712949" y="107522"/>
                  <a:pt x="711042" y="107522"/>
                </a:cubicBezTo>
                <a:cubicBezTo>
                  <a:pt x="709136" y="107522"/>
                  <a:pt x="706992" y="107522"/>
                  <a:pt x="704608" y="107522"/>
                </a:cubicBezTo>
                <a:cubicBezTo>
                  <a:pt x="702226" y="107522"/>
                  <a:pt x="700081" y="107522"/>
                  <a:pt x="698174" y="107522"/>
                </a:cubicBezTo>
                <a:cubicBezTo>
                  <a:pt x="696269" y="107522"/>
                  <a:pt x="694505" y="107617"/>
                  <a:pt x="692883" y="107807"/>
                </a:cubicBezTo>
                <a:cubicBezTo>
                  <a:pt x="693266" y="101898"/>
                  <a:pt x="693552" y="95869"/>
                  <a:pt x="693743" y="89721"/>
                </a:cubicBezTo>
                <a:cubicBezTo>
                  <a:pt x="693934" y="83573"/>
                  <a:pt x="694029" y="76543"/>
                  <a:pt x="694029" y="68630"/>
                </a:cubicBezTo>
                <a:lnTo>
                  <a:pt x="694029" y="49185"/>
                </a:lnTo>
                <a:cubicBezTo>
                  <a:pt x="694029" y="41274"/>
                  <a:pt x="693934" y="34244"/>
                  <a:pt x="693743" y="28096"/>
                </a:cubicBezTo>
                <a:cubicBezTo>
                  <a:pt x="693552" y="21948"/>
                  <a:pt x="693266" y="15776"/>
                  <a:pt x="692883" y="9580"/>
                </a:cubicBezTo>
                <a:cubicBezTo>
                  <a:pt x="694505" y="9770"/>
                  <a:pt x="696269" y="9938"/>
                  <a:pt x="698174" y="10082"/>
                </a:cubicBezTo>
                <a:cubicBezTo>
                  <a:pt x="700081" y="10224"/>
                  <a:pt x="702226" y="10296"/>
                  <a:pt x="704608" y="10296"/>
                </a:cubicBezTo>
                <a:cubicBezTo>
                  <a:pt x="707182" y="10296"/>
                  <a:pt x="710114" y="10176"/>
                  <a:pt x="713402" y="9938"/>
                </a:cubicBezTo>
                <a:cubicBezTo>
                  <a:pt x="716691" y="9699"/>
                  <a:pt x="720766" y="9580"/>
                  <a:pt x="725627" y="9580"/>
                </a:cubicBezTo>
                <a:cubicBezTo>
                  <a:pt x="729250" y="9580"/>
                  <a:pt x="732348" y="9675"/>
                  <a:pt x="734921" y="9866"/>
                </a:cubicBezTo>
                <a:cubicBezTo>
                  <a:pt x="737494" y="10056"/>
                  <a:pt x="739710" y="10342"/>
                  <a:pt x="741568" y="10723"/>
                </a:cubicBezTo>
                <a:cubicBezTo>
                  <a:pt x="743427" y="11104"/>
                  <a:pt x="745048" y="11605"/>
                  <a:pt x="746429" y="12224"/>
                </a:cubicBezTo>
                <a:cubicBezTo>
                  <a:pt x="747813" y="12844"/>
                  <a:pt x="749124" y="13583"/>
                  <a:pt x="750363" y="14441"/>
                </a:cubicBezTo>
                <a:cubicBezTo>
                  <a:pt x="753222" y="16538"/>
                  <a:pt x="755486" y="19136"/>
                  <a:pt x="757155" y="22234"/>
                </a:cubicBezTo>
                <a:cubicBezTo>
                  <a:pt x="758823" y="25332"/>
                  <a:pt x="759657" y="29026"/>
                  <a:pt x="759657" y="33315"/>
                </a:cubicBezTo>
                <a:cubicBezTo>
                  <a:pt x="759657" y="40273"/>
                  <a:pt x="757750" y="45945"/>
                  <a:pt x="753937" y="50330"/>
                </a:cubicBezTo>
                <a:cubicBezTo>
                  <a:pt x="750124" y="54714"/>
                  <a:pt x="744644" y="57811"/>
                  <a:pt x="737495" y="59622"/>
                </a:cubicBezTo>
                <a:cubicBezTo>
                  <a:pt x="742070" y="67725"/>
                  <a:pt x="746978" y="75804"/>
                  <a:pt x="752220" y="83859"/>
                </a:cubicBezTo>
                <a:cubicBezTo>
                  <a:pt x="757463" y="91914"/>
                  <a:pt x="762706" y="99896"/>
                  <a:pt x="767950" y="107807"/>
                </a:cubicBezTo>
                <a:cubicBezTo>
                  <a:pt x="765756" y="107617"/>
                  <a:pt x="763611" y="107522"/>
                  <a:pt x="761514" y="107522"/>
                </a:cubicBezTo>
                <a:cubicBezTo>
                  <a:pt x="759418" y="107522"/>
                  <a:pt x="757274" y="107522"/>
                  <a:pt x="755082" y="107522"/>
                </a:cubicBezTo>
                <a:cubicBezTo>
                  <a:pt x="752889" y="107522"/>
                  <a:pt x="750719" y="107522"/>
                  <a:pt x="748574" y="107522"/>
                </a:cubicBezTo>
                <a:cubicBezTo>
                  <a:pt x="746430" y="107522"/>
                  <a:pt x="744262" y="107617"/>
                  <a:pt x="742070" y="107807"/>
                </a:cubicBezTo>
                <a:lnTo>
                  <a:pt x="716477" y="62768"/>
                </a:lnTo>
                <a:lnTo>
                  <a:pt x="715189" y="62768"/>
                </a:lnTo>
                <a:close/>
                <a:moveTo>
                  <a:pt x="810844" y="86075"/>
                </a:moveTo>
                <a:cubicBezTo>
                  <a:pt x="810844" y="81977"/>
                  <a:pt x="810868" y="78855"/>
                  <a:pt x="810916" y="76709"/>
                </a:cubicBezTo>
                <a:cubicBezTo>
                  <a:pt x="810964" y="74564"/>
                  <a:pt x="810988" y="72681"/>
                  <a:pt x="810988" y="71061"/>
                </a:cubicBezTo>
                <a:cubicBezTo>
                  <a:pt x="808985" y="72205"/>
                  <a:pt x="806864" y="73136"/>
                  <a:pt x="804624" y="73851"/>
                </a:cubicBezTo>
                <a:cubicBezTo>
                  <a:pt x="802384" y="74565"/>
                  <a:pt x="800335" y="75471"/>
                  <a:pt x="798476" y="76567"/>
                </a:cubicBezTo>
                <a:cubicBezTo>
                  <a:pt x="796617" y="77663"/>
                  <a:pt x="795092" y="79164"/>
                  <a:pt x="793901" y="81070"/>
                </a:cubicBezTo>
                <a:cubicBezTo>
                  <a:pt x="792710" y="82977"/>
                  <a:pt x="792114" y="85741"/>
                  <a:pt x="792114" y="89363"/>
                </a:cubicBezTo>
                <a:cubicBezTo>
                  <a:pt x="792114" y="92890"/>
                  <a:pt x="792853" y="95583"/>
                  <a:pt x="794331" y="97442"/>
                </a:cubicBezTo>
                <a:cubicBezTo>
                  <a:pt x="795808" y="99301"/>
                  <a:pt x="797786" y="100230"/>
                  <a:pt x="800263" y="100230"/>
                </a:cubicBezTo>
                <a:cubicBezTo>
                  <a:pt x="803409" y="100230"/>
                  <a:pt x="805958" y="99039"/>
                  <a:pt x="807912" y="96657"/>
                </a:cubicBezTo>
                <a:cubicBezTo>
                  <a:pt x="809867" y="94273"/>
                  <a:pt x="810844" y="90746"/>
                  <a:pt x="810844" y="86075"/>
                </a:cubicBezTo>
                <a:moveTo>
                  <a:pt x="776958" y="47184"/>
                </a:moveTo>
                <a:cubicBezTo>
                  <a:pt x="780962" y="43943"/>
                  <a:pt x="785275" y="41465"/>
                  <a:pt x="789897" y="39749"/>
                </a:cubicBezTo>
                <a:cubicBezTo>
                  <a:pt x="794521" y="38032"/>
                  <a:pt x="799120" y="37174"/>
                  <a:pt x="803695" y="37174"/>
                </a:cubicBezTo>
                <a:cubicBezTo>
                  <a:pt x="807508" y="37174"/>
                  <a:pt x="811011" y="37603"/>
                  <a:pt x="814204" y="38461"/>
                </a:cubicBezTo>
                <a:cubicBezTo>
                  <a:pt x="817398" y="39320"/>
                  <a:pt x="820162" y="40678"/>
                  <a:pt x="822497" y="42537"/>
                </a:cubicBezTo>
                <a:cubicBezTo>
                  <a:pt x="824833" y="44396"/>
                  <a:pt x="826643" y="46803"/>
                  <a:pt x="827929" y="49758"/>
                </a:cubicBezTo>
                <a:cubicBezTo>
                  <a:pt x="829216" y="52712"/>
                  <a:pt x="829860" y="56287"/>
                  <a:pt x="829860" y="60482"/>
                </a:cubicBezTo>
                <a:cubicBezTo>
                  <a:pt x="829860" y="66582"/>
                  <a:pt x="829789" y="72229"/>
                  <a:pt x="829646" y="77425"/>
                </a:cubicBezTo>
                <a:cubicBezTo>
                  <a:pt x="829504" y="82619"/>
                  <a:pt x="829432" y="87789"/>
                  <a:pt x="829432" y="92937"/>
                </a:cubicBezTo>
                <a:cubicBezTo>
                  <a:pt x="829432" y="95225"/>
                  <a:pt x="829599" y="97012"/>
                  <a:pt x="829932" y="98299"/>
                </a:cubicBezTo>
                <a:cubicBezTo>
                  <a:pt x="830266" y="99587"/>
                  <a:pt x="830767" y="100564"/>
                  <a:pt x="831433" y="101232"/>
                </a:cubicBezTo>
                <a:cubicBezTo>
                  <a:pt x="832101" y="101898"/>
                  <a:pt x="832982" y="102326"/>
                  <a:pt x="834077" y="102517"/>
                </a:cubicBezTo>
                <a:cubicBezTo>
                  <a:pt x="835174" y="102707"/>
                  <a:pt x="836437" y="102803"/>
                  <a:pt x="837867" y="102803"/>
                </a:cubicBezTo>
                <a:lnTo>
                  <a:pt x="837867" y="106234"/>
                </a:lnTo>
                <a:cubicBezTo>
                  <a:pt x="835103" y="107379"/>
                  <a:pt x="832768" y="108237"/>
                  <a:pt x="830861" y="108809"/>
                </a:cubicBezTo>
                <a:cubicBezTo>
                  <a:pt x="828955" y="109380"/>
                  <a:pt x="826905" y="109666"/>
                  <a:pt x="824713" y="109666"/>
                </a:cubicBezTo>
                <a:cubicBezTo>
                  <a:pt x="821186" y="109666"/>
                  <a:pt x="818327" y="108809"/>
                  <a:pt x="816135" y="107094"/>
                </a:cubicBezTo>
                <a:cubicBezTo>
                  <a:pt x="813943" y="105378"/>
                  <a:pt x="812275" y="102899"/>
                  <a:pt x="811130" y="99659"/>
                </a:cubicBezTo>
                <a:cubicBezTo>
                  <a:pt x="808938" y="102709"/>
                  <a:pt x="806388" y="105139"/>
                  <a:pt x="803481" y="106950"/>
                </a:cubicBezTo>
                <a:cubicBezTo>
                  <a:pt x="800573" y="108761"/>
                  <a:pt x="796928" y="109666"/>
                  <a:pt x="792544" y="109666"/>
                </a:cubicBezTo>
                <a:cubicBezTo>
                  <a:pt x="788921" y="109666"/>
                  <a:pt x="785822" y="109189"/>
                  <a:pt x="783248" y="108235"/>
                </a:cubicBezTo>
                <a:cubicBezTo>
                  <a:pt x="780675" y="107282"/>
                  <a:pt x="778554" y="105925"/>
                  <a:pt x="776886" y="104162"/>
                </a:cubicBezTo>
                <a:cubicBezTo>
                  <a:pt x="775217" y="102397"/>
                  <a:pt x="774002" y="100395"/>
                  <a:pt x="773240" y="98155"/>
                </a:cubicBezTo>
                <a:cubicBezTo>
                  <a:pt x="772478" y="95916"/>
                  <a:pt x="772097" y="93652"/>
                  <a:pt x="772097" y="91364"/>
                </a:cubicBezTo>
                <a:cubicBezTo>
                  <a:pt x="772097" y="88219"/>
                  <a:pt x="772597" y="85503"/>
                  <a:pt x="773598" y="83215"/>
                </a:cubicBezTo>
                <a:cubicBezTo>
                  <a:pt x="774598" y="80927"/>
                  <a:pt x="776028" y="78973"/>
                  <a:pt x="777887" y="77353"/>
                </a:cubicBezTo>
                <a:cubicBezTo>
                  <a:pt x="779746" y="75732"/>
                  <a:pt x="781962" y="74374"/>
                  <a:pt x="784535" y="73277"/>
                </a:cubicBezTo>
                <a:cubicBezTo>
                  <a:pt x="787109" y="72181"/>
                  <a:pt x="790017" y="71251"/>
                  <a:pt x="793257" y="70489"/>
                </a:cubicBezTo>
                <a:cubicBezTo>
                  <a:pt x="797261" y="69536"/>
                  <a:pt x="800431" y="68703"/>
                  <a:pt x="802765" y="67989"/>
                </a:cubicBezTo>
                <a:cubicBezTo>
                  <a:pt x="805101" y="67273"/>
                  <a:pt x="806841" y="66558"/>
                  <a:pt x="807984" y="65844"/>
                </a:cubicBezTo>
                <a:cubicBezTo>
                  <a:pt x="809129" y="65129"/>
                  <a:pt x="809867" y="64342"/>
                  <a:pt x="810200" y="63484"/>
                </a:cubicBezTo>
                <a:cubicBezTo>
                  <a:pt x="810535" y="62625"/>
                  <a:pt x="810702" y="61577"/>
                  <a:pt x="810702" y="60338"/>
                </a:cubicBezTo>
                <a:cubicBezTo>
                  <a:pt x="810702" y="56906"/>
                  <a:pt x="809486" y="53976"/>
                  <a:pt x="807054" y="51545"/>
                </a:cubicBezTo>
                <a:cubicBezTo>
                  <a:pt x="804624" y="49113"/>
                  <a:pt x="801264" y="47897"/>
                  <a:pt x="796975" y="47897"/>
                </a:cubicBezTo>
                <a:cubicBezTo>
                  <a:pt x="795355" y="47897"/>
                  <a:pt x="793686" y="48112"/>
                  <a:pt x="791970" y="48541"/>
                </a:cubicBezTo>
                <a:cubicBezTo>
                  <a:pt x="790255" y="48970"/>
                  <a:pt x="788611" y="49566"/>
                  <a:pt x="787037" y="50330"/>
                </a:cubicBezTo>
                <a:cubicBezTo>
                  <a:pt x="785465" y="51092"/>
                  <a:pt x="784035" y="51926"/>
                  <a:pt x="782748" y="52832"/>
                </a:cubicBezTo>
                <a:cubicBezTo>
                  <a:pt x="781462" y="53737"/>
                  <a:pt x="780485" y="54714"/>
                  <a:pt x="779818" y="55763"/>
                </a:cubicBezTo>
                <a:lnTo>
                  <a:pt x="778816" y="55763"/>
                </a:lnTo>
                <a:lnTo>
                  <a:pt x="776958" y="47184"/>
                </a:lnTo>
                <a:close/>
                <a:moveTo>
                  <a:pt x="868038" y="49756"/>
                </a:moveTo>
                <a:cubicBezTo>
                  <a:pt x="870707" y="45754"/>
                  <a:pt x="873828" y="42656"/>
                  <a:pt x="877402" y="40464"/>
                </a:cubicBezTo>
                <a:cubicBezTo>
                  <a:pt x="880977" y="38271"/>
                  <a:pt x="885052" y="37174"/>
                  <a:pt x="889626" y="37174"/>
                </a:cubicBezTo>
                <a:cubicBezTo>
                  <a:pt x="896776" y="37174"/>
                  <a:pt x="902281" y="39248"/>
                  <a:pt x="906142" y="43394"/>
                </a:cubicBezTo>
                <a:cubicBezTo>
                  <a:pt x="910002" y="47541"/>
                  <a:pt x="911932" y="54237"/>
                  <a:pt x="911932" y="63484"/>
                </a:cubicBezTo>
                <a:cubicBezTo>
                  <a:pt x="911932" y="68344"/>
                  <a:pt x="911837" y="72634"/>
                  <a:pt x="911646" y="76351"/>
                </a:cubicBezTo>
                <a:cubicBezTo>
                  <a:pt x="911456" y="80069"/>
                  <a:pt x="911360" y="83787"/>
                  <a:pt x="911360" y="87504"/>
                </a:cubicBezTo>
                <a:cubicBezTo>
                  <a:pt x="911360" y="90554"/>
                  <a:pt x="911432" y="93867"/>
                  <a:pt x="911574" y="97442"/>
                </a:cubicBezTo>
                <a:cubicBezTo>
                  <a:pt x="911718" y="101016"/>
                  <a:pt x="911885" y="104471"/>
                  <a:pt x="912076" y="107807"/>
                </a:cubicBezTo>
                <a:cubicBezTo>
                  <a:pt x="910837" y="107617"/>
                  <a:pt x="909264" y="107522"/>
                  <a:pt x="907357" y="107522"/>
                </a:cubicBezTo>
                <a:cubicBezTo>
                  <a:pt x="905450" y="107522"/>
                  <a:pt x="903448" y="107522"/>
                  <a:pt x="901351" y="107522"/>
                </a:cubicBezTo>
                <a:cubicBezTo>
                  <a:pt x="899255" y="107522"/>
                  <a:pt x="897253" y="107522"/>
                  <a:pt x="895346" y="107522"/>
                </a:cubicBezTo>
                <a:cubicBezTo>
                  <a:pt x="893440" y="107522"/>
                  <a:pt x="891867" y="107617"/>
                  <a:pt x="890627" y="107807"/>
                </a:cubicBezTo>
                <a:cubicBezTo>
                  <a:pt x="891295" y="102851"/>
                  <a:pt x="891724" y="97012"/>
                  <a:pt x="891915" y="90293"/>
                </a:cubicBezTo>
                <a:cubicBezTo>
                  <a:pt x="892105" y="83573"/>
                  <a:pt x="892200" y="75876"/>
                  <a:pt x="892200" y="67201"/>
                </a:cubicBezTo>
                <a:cubicBezTo>
                  <a:pt x="892200" y="61196"/>
                  <a:pt x="891176" y="56787"/>
                  <a:pt x="889126" y="53976"/>
                </a:cubicBezTo>
                <a:cubicBezTo>
                  <a:pt x="887077" y="51163"/>
                  <a:pt x="884194" y="49756"/>
                  <a:pt x="880476" y="49756"/>
                </a:cubicBezTo>
                <a:cubicBezTo>
                  <a:pt x="876187" y="49756"/>
                  <a:pt x="873041" y="51615"/>
                  <a:pt x="871040" y="55333"/>
                </a:cubicBezTo>
                <a:cubicBezTo>
                  <a:pt x="869039" y="59050"/>
                  <a:pt x="868038" y="64198"/>
                  <a:pt x="868038" y="70775"/>
                </a:cubicBezTo>
                <a:lnTo>
                  <a:pt x="868038" y="76495"/>
                </a:lnTo>
                <a:cubicBezTo>
                  <a:pt x="868038" y="82309"/>
                  <a:pt x="868109" y="87789"/>
                  <a:pt x="868252" y="92937"/>
                </a:cubicBezTo>
                <a:cubicBezTo>
                  <a:pt x="868394" y="98084"/>
                  <a:pt x="868704" y="103041"/>
                  <a:pt x="869181" y="107807"/>
                </a:cubicBezTo>
                <a:cubicBezTo>
                  <a:pt x="867942" y="107617"/>
                  <a:pt x="866393" y="107522"/>
                  <a:pt x="864534" y="107522"/>
                </a:cubicBezTo>
                <a:cubicBezTo>
                  <a:pt x="862675" y="107522"/>
                  <a:pt x="860650" y="107522"/>
                  <a:pt x="858458" y="107522"/>
                </a:cubicBezTo>
                <a:cubicBezTo>
                  <a:pt x="856265" y="107522"/>
                  <a:pt x="854263" y="107522"/>
                  <a:pt x="852452" y="107522"/>
                </a:cubicBezTo>
                <a:cubicBezTo>
                  <a:pt x="850641" y="107522"/>
                  <a:pt x="849068" y="107617"/>
                  <a:pt x="847733" y="107807"/>
                </a:cubicBezTo>
                <a:cubicBezTo>
                  <a:pt x="848210" y="103041"/>
                  <a:pt x="848520" y="98084"/>
                  <a:pt x="848662" y="92937"/>
                </a:cubicBezTo>
                <a:cubicBezTo>
                  <a:pt x="848806" y="87789"/>
                  <a:pt x="848878" y="82309"/>
                  <a:pt x="848878" y="76495"/>
                </a:cubicBezTo>
                <a:lnTo>
                  <a:pt x="848878" y="70775"/>
                </a:lnTo>
                <a:cubicBezTo>
                  <a:pt x="848878" y="64961"/>
                  <a:pt x="848806" y="59505"/>
                  <a:pt x="848662" y="54405"/>
                </a:cubicBezTo>
                <a:cubicBezTo>
                  <a:pt x="848520" y="49305"/>
                  <a:pt x="848210" y="44181"/>
                  <a:pt x="847733" y="39033"/>
                </a:cubicBezTo>
                <a:cubicBezTo>
                  <a:pt x="849449" y="39224"/>
                  <a:pt x="851141" y="39391"/>
                  <a:pt x="852810" y="39535"/>
                </a:cubicBezTo>
                <a:cubicBezTo>
                  <a:pt x="854478" y="39677"/>
                  <a:pt x="856169" y="39749"/>
                  <a:pt x="857884" y="39749"/>
                </a:cubicBezTo>
                <a:cubicBezTo>
                  <a:pt x="859601" y="39749"/>
                  <a:pt x="861293" y="39677"/>
                  <a:pt x="862961" y="39535"/>
                </a:cubicBezTo>
                <a:cubicBezTo>
                  <a:pt x="864629" y="39391"/>
                  <a:pt x="866417" y="39224"/>
                  <a:pt x="868324" y="39033"/>
                </a:cubicBezTo>
                <a:lnTo>
                  <a:pt x="867750" y="49756"/>
                </a:lnTo>
                <a:lnTo>
                  <a:pt x="868038" y="49756"/>
                </a:lnTo>
                <a:close/>
                <a:moveTo>
                  <a:pt x="928375" y="49470"/>
                </a:moveTo>
                <a:cubicBezTo>
                  <a:pt x="928375" y="40130"/>
                  <a:pt x="928280" y="31551"/>
                  <a:pt x="928089" y="23735"/>
                </a:cubicBezTo>
                <a:cubicBezTo>
                  <a:pt x="927899" y="15919"/>
                  <a:pt x="927612" y="8007"/>
                  <a:pt x="927229" y="0"/>
                </a:cubicBezTo>
                <a:cubicBezTo>
                  <a:pt x="928469" y="191"/>
                  <a:pt x="930042" y="358"/>
                  <a:pt x="931949" y="502"/>
                </a:cubicBezTo>
                <a:cubicBezTo>
                  <a:pt x="933855" y="644"/>
                  <a:pt x="935857" y="716"/>
                  <a:pt x="937955" y="716"/>
                </a:cubicBezTo>
                <a:cubicBezTo>
                  <a:pt x="940051" y="716"/>
                  <a:pt x="942052" y="644"/>
                  <a:pt x="943959" y="502"/>
                </a:cubicBezTo>
                <a:cubicBezTo>
                  <a:pt x="945866" y="358"/>
                  <a:pt x="947439" y="191"/>
                  <a:pt x="948678" y="0"/>
                </a:cubicBezTo>
                <a:cubicBezTo>
                  <a:pt x="948487" y="4003"/>
                  <a:pt x="948320" y="8054"/>
                  <a:pt x="948176" y="12154"/>
                </a:cubicBezTo>
                <a:cubicBezTo>
                  <a:pt x="948034" y="16253"/>
                  <a:pt x="947914" y="20876"/>
                  <a:pt x="947818" y="26024"/>
                </a:cubicBezTo>
                <a:cubicBezTo>
                  <a:pt x="947724" y="31169"/>
                  <a:pt x="947653" y="37055"/>
                  <a:pt x="947605" y="43680"/>
                </a:cubicBezTo>
                <a:cubicBezTo>
                  <a:pt x="947558" y="50305"/>
                  <a:pt x="947535" y="58193"/>
                  <a:pt x="947535" y="67343"/>
                </a:cubicBezTo>
                <a:cubicBezTo>
                  <a:pt x="947535" y="68678"/>
                  <a:pt x="947558" y="69536"/>
                  <a:pt x="947605" y="69917"/>
                </a:cubicBezTo>
                <a:cubicBezTo>
                  <a:pt x="947653" y="70299"/>
                  <a:pt x="947867" y="70489"/>
                  <a:pt x="948248" y="70489"/>
                </a:cubicBezTo>
                <a:cubicBezTo>
                  <a:pt x="948629" y="70489"/>
                  <a:pt x="949559" y="69751"/>
                  <a:pt x="951036" y="68275"/>
                </a:cubicBezTo>
                <a:cubicBezTo>
                  <a:pt x="952514" y="66797"/>
                  <a:pt x="954420" y="64676"/>
                  <a:pt x="956755" y="61911"/>
                </a:cubicBezTo>
                <a:cubicBezTo>
                  <a:pt x="959091" y="59146"/>
                  <a:pt x="961808" y="55833"/>
                  <a:pt x="964906" y="51973"/>
                </a:cubicBezTo>
                <a:cubicBezTo>
                  <a:pt x="968004" y="48113"/>
                  <a:pt x="971411" y="43799"/>
                  <a:pt x="975129" y="39033"/>
                </a:cubicBezTo>
                <a:cubicBezTo>
                  <a:pt x="976272" y="39224"/>
                  <a:pt x="977392" y="39391"/>
                  <a:pt x="978489" y="39535"/>
                </a:cubicBezTo>
                <a:cubicBezTo>
                  <a:pt x="979586" y="39677"/>
                  <a:pt x="980706" y="39749"/>
                  <a:pt x="981849" y="39749"/>
                </a:cubicBezTo>
                <a:cubicBezTo>
                  <a:pt x="982897" y="39749"/>
                  <a:pt x="984041" y="39677"/>
                  <a:pt x="985281" y="39535"/>
                </a:cubicBezTo>
                <a:cubicBezTo>
                  <a:pt x="986520" y="39391"/>
                  <a:pt x="988045" y="39224"/>
                  <a:pt x="989856" y="39033"/>
                </a:cubicBezTo>
                <a:cubicBezTo>
                  <a:pt x="988616" y="40463"/>
                  <a:pt x="986782" y="42417"/>
                  <a:pt x="984351" y="44895"/>
                </a:cubicBezTo>
                <a:cubicBezTo>
                  <a:pt x="981921" y="47374"/>
                  <a:pt x="979418" y="49924"/>
                  <a:pt x="976844" y="52547"/>
                </a:cubicBezTo>
                <a:cubicBezTo>
                  <a:pt x="974271" y="55168"/>
                  <a:pt x="971841" y="57669"/>
                  <a:pt x="969553" y="60052"/>
                </a:cubicBezTo>
                <a:cubicBezTo>
                  <a:pt x="967265" y="62434"/>
                  <a:pt x="965596" y="64198"/>
                  <a:pt x="964548" y="65342"/>
                </a:cubicBezTo>
                <a:cubicBezTo>
                  <a:pt x="964929" y="65914"/>
                  <a:pt x="965763" y="67249"/>
                  <a:pt x="967050" y="69346"/>
                </a:cubicBezTo>
                <a:cubicBezTo>
                  <a:pt x="968337" y="71443"/>
                  <a:pt x="969886" y="73946"/>
                  <a:pt x="971697" y="76853"/>
                </a:cubicBezTo>
                <a:cubicBezTo>
                  <a:pt x="973508" y="79759"/>
                  <a:pt x="975414" y="82857"/>
                  <a:pt x="977416" y="86145"/>
                </a:cubicBezTo>
                <a:cubicBezTo>
                  <a:pt x="979418" y="89434"/>
                  <a:pt x="981301" y="92580"/>
                  <a:pt x="983064" y="95583"/>
                </a:cubicBezTo>
                <a:cubicBezTo>
                  <a:pt x="984828" y="98585"/>
                  <a:pt x="986377" y="101206"/>
                  <a:pt x="987711" y="103446"/>
                </a:cubicBezTo>
                <a:cubicBezTo>
                  <a:pt x="989046" y="105686"/>
                  <a:pt x="989904" y="107140"/>
                  <a:pt x="990285" y="107807"/>
                </a:cubicBezTo>
                <a:cubicBezTo>
                  <a:pt x="988284" y="107617"/>
                  <a:pt x="986377" y="107522"/>
                  <a:pt x="984565" y="107522"/>
                </a:cubicBezTo>
                <a:cubicBezTo>
                  <a:pt x="982754" y="107522"/>
                  <a:pt x="980895" y="107522"/>
                  <a:pt x="978989" y="107522"/>
                </a:cubicBezTo>
                <a:cubicBezTo>
                  <a:pt x="977083" y="107522"/>
                  <a:pt x="975248" y="107522"/>
                  <a:pt x="973484" y="107522"/>
                </a:cubicBezTo>
                <a:cubicBezTo>
                  <a:pt x="971721" y="107522"/>
                  <a:pt x="969934" y="107617"/>
                  <a:pt x="968124" y="107807"/>
                </a:cubicBezTo>
                <a:cubicBezTo>
                  <a:pt x="967647" y="107330"/>
                  <a:pt x="966860" y="106139"/>
                  <a:pt x="965763" y="104234"/>
                </a:cubicBezTo>
                <a:cubicBezTo>
                  <a:pt x="964668" y="102327"/>
                  <a:pt x="963429" y="100158"/>
                  <a:pt x="962045" y="97728"/>
                </a:cubicBezTo>
                <a:cubicBezTo>
                  <a:pt x="960664" y="95297"/>
                  <a:pt x="959234" y="92748"/>
                  <a:pt x="957756" y="90079"/>
                </a:cubicBezTo>
                <a:cubicBezTo>
                  <a:pt x="956280" y="87410"/>
                  <a:pt x="954874" y="84955"/>
                  <a:pt x="953539" y="82715"/>
                </a:cubicBezTo>
                <a:cubicBezTo>
                  <a:pt x="952205" y="80474"/>
                  <a:pt x="951014" y="78639"/>
                  <a:pt x="949965" y="77209"/>
                </a:cubicBezTo>
                <a:cubicBezTo>
                  <a:pt x="948916" y="75779"/>
                  <a:pt x="948202" y="75064"/>
                  <a:pt x="947821" y="75064"/>
                </a:cubicBezTo>
                <a:cubicBezTo>
                  <a:pt x="947438" y="75064"/>
                  <a:pt x="947175" y="75351"/>
                  <a:pt x="947033" y="75924"/>
                </a:cubicBezTo>
                <a:cubicBezTo>
                  <a:pt x="946890" y="76495"/>
                  <a:pt x="946819" y="78258"/>
                  <a:pt x="946819" y="81212"/>
                </a:cubicBezTo>
                <a:lnTo>
                  <a:pt x="946819" y="89219"/>
                </a:lnTo>
                <a:cubicBezTo>
                  <a:pt x="946819" y="90458"/>
                  <a:pt x="946842" y="91984"/>
                  <a:pt x="946889" y="93796"/>
                </a:cubicBezTo>
                <a:cubicBezTo>
                  <a:pt x="946937" y="95607"/>
                  <a:pt x="946985" y="97442"/>
                  <a:pt x="947033" y="99301"/>
                </a:cubicBezTo>
                <a:cubicBezTo>
                  <a:pt x="947081" y="101160"/>
                  <a:pt x="947176" y="102899"/>
                  <a:pt x="947319" y="104520"/>
                </a:cubicBezTo>
                <a:cubicBezTo>
                  <a:pt x="947463" y="106140"/>
                  <a:pt x="947630" y="107236"/>
                  <a:pt x="947821" y="107807"/>
                </a:cubicBezTo>
                <a:cubicBezTo>
                  <a:pt x="946104" y="107617"/>
                  <a:pt x="944388" y="107522"/>
                  <a:pt x="942672" y="107522"/>
                </a:cubicBezTo>
                <a:cubicBezTo>
                  <a:pt x="940957" y="107522"/>
                  <a:pt x="939241" y="107522"/>
                  <a:pt x="937525" y="107522"/>
                </a:cubicBezTo>
                <a:cubicBezTo>
                  <a:pt x="935809" y="107522"/>
                  <a:pt x="934092" y="107522"/>
                  <a:pt x="932376" y="107522"/>
                </a:cubicBezTo>
                <a:cubicBezTo>
                  <a:pt x="930661" y="107522"/>
                  <a:pt x="928946" y="107617"/>
                  <a:pt x="927229" y="107807"/>
                </a:cubicBezTo>
                <a:cubicBezTo>
                  <a:pt x="927612" y="100087"/>
                  <a:pt x="927899" y="92319"/>
                  <a:pt x="928089" y="84502"/>
                </a:cubicBezTo>
                <a:cubicBezTo>
                  <a:pt x="928280" y="76686"/>
                  <a:pt x="928375" y="68107"/>
                  <a:pt x="928375" y="58765"/>
                </a:cubicBezTo>
                <a:lnTo>
                  <a:pt x="928375" y="49470"/>
                </a:lnTo>
                <a:close/>
                <a:moveTo>
                  <a:pt x="999722" y="12010"/>
                </a:moveTo>
                <a:cubicBezTo>
                  <a:pt x="999722" y="8864"/>
                  <a:pt x="1000817" y="6195"/>
                  <a:pt x="1003009" y="4003"/>
                </a:cubicBezTo>
                <a:cubicBezTo>
                  <a:pt x="1005203" y="1812"/>
                  <a:pt x="1007872" y="716"/>
                  <a:pt x="1011018" y="716"/>
                </a:cubicBezTo>
                <a:cubicBezTo>
                  <a:pt x="1014163" y="716"/>
                  <a:pt x="1016831" y="1812"/>
                  <a:pt x="1019023" y="4003"/>
                </a:cubicBezTo>
                <a:cubicBezTo>
                  <a:pt x="1021217" y="6195"/>
                  <a:pt x="1022313" y="8864"/>
                  <a:pt x="1022313" y="12010"/>
                </a:cubicBezTo>
                <a:cubicBezTo>
                  <a:pt x="1022313" y="15156"/>
                  <a:pt x="1021217" y="17825"/>
                  <a:pt x="1019023" y="20017"/>
                </a:cubicBezTo>
                <a:cubicBezTo>
                  <a:pt x="1016831" y="22209"/>
                  <a:pt x="1014163" y="23305"/>
                  <a:pt x="1011018" y="23305"/>
                </a:cubicBezTo>
                <a:cubicBezTo>
                  <a:pt x="1007872" y="23305"/>
                  <a:pt x="1005203" y="22209"/>
                  <a:pt x="1003009" y="20017"/>
                </a:cubicBezTo>
                <a:cubicBezTo>
                  <a:pt x="1000817" y="17825"/>
                  <a:pt x="999722" y="15156"/>
                  <a:pt x="999722" y="12010"/>
                </a:cubicBezTo>
                <a:moveTo>
                  <a:pt x="1001439" y="70775"/>
                </a:moveTo>
                <a:cubicBezTo>
                  <a:pt x="1001439" y="64961"/>
                  <a:pt x="1001367" y="59505"/>
                  <a:pt x="1001223" y="54405"/>
                </a:cubicBezTo>
                <a:cubicBezTo>
                  <a:pt x="1001080" y="49305"/>
                  <a:pt x="1000770" y="44181"/>
                  <a:pt x="1000293" y="39033"/>
                </a:cubicBezTo>
                <a:cubicBezTo>
                  <a:pt x="1001628" y="39224"/>
                  <a:pt x="1003201" y="39391"/>
                  <a:pt x="1005012" y="39535"/>
                </a:cubicBezTo>
                <a:cubicBezTo>
                  <a:pt x="1006823" y="39677"/>
                  <a:pt x="1008825" y="39749"/>
                  <a:pt x="1011018" y="39749"/>
                </a:cubicBezTo>
                <a:cubicBezTo>
                  <a:pt x="1015498" y="39749"/>
                  <a:pt x="1019073" y="39510"/>
                  <a:pt x="1021742" y="39033"/>
                </a:cubicBezTo>
                <a:cubicBezTo>
                  <a:pt x="1021265" y="44181"/>
                  <a:pt x="1020954" y="49305"/>
                  <a:pt x="1020810" y="54405"/>
                </a:cubicBezTo>
                <a:cubicBezTo>
                  <a:pt x="1020667" y="59505"/>
                  <a:pt x="1020596" y="64961"/>
                  <a:pt x="1020596" y="70775"/>
                </a:cubicBezTo>
                <a:lnTo>
                  <a:pt x="1020596" y="76495"/>
                </a:lnTo>
                <a:cubicBezTo>
                  <a:pt x="1020596" y="82309"/>
                  <a:pt x="1020667" y="87789"/>
                  <a:pt x="1020810" y="92937"/>
                </a:cubicBezTo>
                <a:cubicBezTo>
                  <a:pt x="1020954" y="98084"/>
                  <a:pt x="1021265" y="103041"/>
                  <a:pt x="1021742" y="107807"/>
                </a:cubicBezTo>
                <a:cubicBezTo>
                  <a:pt x="1020502" y="107617"/>
                  <a:pt x="1018953" y="107522"/>
                  <a:pt x="1017095" y="107522"/>
                </a:cubicBezTo>
                <a:cubicBezTo>
                  <a:pt x="1015236" y="107522"/>
                  <a:pt x="1013210" y="107522"/>
                  <a:pt x="1011018" y="107522"/>
                </a:cubicBezTo>
                <a:cubicBezTo>
                  <a:pt x="1008825" y="107522"/>
                  <a:pt x="1006823" y="107522"/>
                  <a:pt x="1005012" y="107522"/>
                </a:cubicBezTo>
                <a:cubicBezTo>
                  <a:pt x="1003201" y="107522"/>
                  <a:pt x="1001628" y="107617"/>
                  <a:pt x="1000293" y="107807"/>
                </a:cubicBezTo>
                <a:cubicBezTo>
                  <a:pt x="1000770" y="103041"/>
                  <a:pt x="1001080" y="98084"/>
                  <a:pt x="1001223" y="92937"/>
                </a:cubicBezTo>
                <a:cubicBezTo>
                  <a:pt x="1001367" y="87789"/>
                  <a:pt x="1001439" y="82309"/>
                  <a:pt x="1001439" y="76495"/>
                </a:cubicBezTo>
                <a:lnTo>
                  <a:pt x="1001439" y="70775"/>
                </a:lnTo>
                <a:close/>
                <a:moveTo>
                  <a:pt x="1058774" y="49756"/>
                </a:moveTo>
                <a:cubicBezTo>
                  <a:pt x="1061443" y="45754"/>
                  <a:pt x="1064564" y="42656"/>
                  <a:pt x="1068138" y="40464"/>
                </a:cubicBezTo>
                <a:cubicBezTo>
                  <a:pt x="1071713" y="38271"/>
                  <a:pt x="1075788" y="37174"/>
                  <a:pt x="1080362" y="37174"/>
                </a:cubicBezTo>
                <a:cubicBezTo>
                  <a:pt x="1087512" y="37174"/>
                  <a:pt x="1093018" y="39248"/>
                  <a:pt x="1096878" y="43394"/>
                </a:cubicBezTo>
                <a:cubicBezTo>
                  <a:pt x="1100738" y="47541"/>
                  <a:pt x="1102668" y="54237"/>
                  <a:pt x="1102668" y="63484"/>
                </a:cubicBezTo>
                <a:cubicBezTo>
                  <a:pt x="1102668" y="68344"/>
                  <a:pt x="1102573" y="72634"/>
                  <a:pt x="1102382" y="76351"/>
                </a:cubicBezTo>
                <a:cubicBezTo>
                  <a:pt x="1102192" y="80069"/>
                  <a:pt x="1102096" y="83787"/>
                  <a:pt x="1102096" y="87504"/>
                </a:cubicBezTo>
                <a:cubicBezTo>
                  <a:pt x="1102096" y="90554"/>
                  <a:pt x="1102168" y="93867"/>
                  <a:pt x="1102310" y="97442"/>
                </a:cubicBezTo>
                <a:cubicBezTo>
                  <a:pt x="1102454" y="101016"/>
                  <a:pt x="1102621" y="104471"/>
                  <a:pt x="1102812" y="107807"/>
                </a:cubicBezTo>
                <a:cubicBezTo>
                  <a:pt x="1101573" y="107617"/>
                  <a:pt x="1100000" y="107522"/>
                  <a:pt x="1098093" y="107522"/>
                </a:cubicBezTo>
                <a:cubicBezTo>
                  <a:pt x="1096186" y="107522"/>
                  <a:pt x="1094184" y="107522"/>
                  <a:pt x="1092087" y="107522"/>
                </a:cubicBezTo>
                <a:cubicBezTo>
                  <a:pt x="1089991" y="107522"/>
                  <a:pt x="1087989" y="107522"/>
                  <a:pt x="1086083" y="107522"/>
                </a:cubicBezTo>
                <a:cubicBezTo>
                  <a:pt x="1084176" y="107522"/>
                  <a:pt x="1082603" y="107617"/>
                  <a:pt x="1081364" y="107807"/>
                </a:cubicBezTo>
                <a:cubicBezTo>
                  <a:pt x="1082031" y="102851"/>
                  <a:pt x="1082460" y="97012"/>
                  <a:pt x="1082651" y="90293"/>
                </a:cubicBezTo>
                <a:cubicBezTo>
                  <a:pt x="1082841" y="83573"/>
                  <a:pt x="1082937" y="75876"/>
                  <a:pt x="1082937" y="67201"/>
                </a:cubicBezTo>
                <a:cubicBezTo>
                  <a:pt x="1082937" y="61196"/>
                  <a:pt x="1081912" y="56787"/>
                  <a:pt x="1079863" y="53976"/>
                </a:cubicBezTo>
                <a:cubicBezTo>
                  <a:pt x="1077813" y="51163"/>
                  <a:pt x="1074930" y="49756"/>
                  <a:pt x="1071212" y="49756"/>
                </a:cubicBezTo>
                <a:cubicBezTo>
                  <a:pt x="1066923" y="49756"/>
                  <a:pt x="1063777" y="51615"/>
                  <a:pt x="1061776" y="55333"/>
                </a:cubicBezTo>
                <a:cubicBezTo>
                  <a:pt x="1059775" y="59050"/>
                  <a:pt x="1058774" y="64198"/>
                  <a:pt x="1058774" y="70775"/>
                </a:cubicBezTo>
                <a:lnTo>
                  <a:pt x="1058774" y="76495"/>
                </a:lnTo>
                <a:cubicBezTo>
                  <a:pt x="1058774" y="82309"/>
                  <a:pt x="1058845" y="87789"/>
                  <a:pt x="1058988" y="92937"/>
                </a:cubicBezTo>
                <a:cubicBezTo>
                  <a:pt x="1059130" y="98084"/>
                  <a:pt x="1059440" y="103041"/>
                  <a:pt x="1059917" y="107807"/>
                </a:cubicBezTo>
                <a:cubicBezTo>
                  <a:pt x="1058678" y="107617"/>
                  <a:pt x="1057129" y="107522"/>
                  <a:pt x="1055270" y="107522"/>
                </a:cubicBezTo>
                <a:cubicBezTo>
                  <a:pt x="1053411" y="107522"/>
                  <a:pt x="1051386" y="107522"/>
                  <a:pt x="1049194" y="107522"/>
                </a:cubicBezTo>
                <a:cubicBezTo>
                  <a:pt x="1047001" y="107522"/>
                  <a:pt x="1044999" y="107522"/>
                  <a:pt x="1043188" y="107522"/>
                </a:cubicBezTo>
                <a:cubicBezTo>
                  <a:pt x="1041377" y="107522"/>
                  <a:pt x="1039804" y="107617"/>
                  <a:pt x="1038469" y="107807"/>
                </a:cubicBezTo>
                <a:cubicBezTo>
                  <a:pt x="1038946" y="103041"/>
                  <a:pt x="1039256" y="98084"/>
                  <a:pt x="1039398" y="92937"/>
                </a:cubicBezTo>
                <a:cubicBezTo>
                  <a:pt x="1039542" y="87789"/>
                  <a:pt x="1039614" y="82309"/>
                  <a:pt x="1039614" y="76495"/>
                </a:cubicBezTo>
                <a:lnTo>
                  <a:pt x="1039614" y="70775"/>
                </a:lnTo>
                <a:cubicBezTo>
                  <a:pt x="1039614" y="64961"/>
                  <a:pt x="1039542" y="59505"/>
                  <a:pt x="1039398" y="54405"/>
                </a:cubicBezTo>
                <a:cubicBezTo>
                  <a:pt x="1039256" y="49305"/>
                  <a:pt x="1038946" y="44181"/>
                  <a:pt x="1038469" y="39033"/>
                </a:cubicBezTo>
                <a:cubicBezTo>
                  <a:pt x="1040185" y="39224"/>
                  <a:pt x="1041877" y="39391"/>
                  <a:pt x="1043546" y="39535"/>
                </a:cubicBezTo>
                <a:cubicBezTo>
                  <a:pt x="1045214" y="39677"/>
                  <a:pt x="1046906" y="39749"/>
                  <a:pt x="1048620" y="39749"/>
                </a:cubicBezTo>
                <a:cubicBezTo>
                  <a:pt x="1050337" y="39749"/>
                  <a:pt x="1052029" y="39677"/>
                  <a:pt x="1053697" y="39535"/>
                </a:cubicBezTo>
                <a:cubicBezTo>
                  <a:pt x="1055365" y="39391"/>
                  <a:pt x="1057153" y="39224"/>
                  <a:pt x="1059060" y="39033"/>
                </a:cubicBezTo>
                <a:lnTo>
                  <a:pt x="1058486" y="49756"/>
                </a:lnTo>
                <a:lnTo>
                  <a:pt x="1058774" y="49756"/>
                </a:lnTo>
                <a:close/>
                <a:moveTo>
                  <a:pt x="1145277" y="43037"/>
                </a:moveTo>
                <a:cubicBezTo>
                  <a:pt x="1138795" y="43037"/>
                  <a:pt x="1135553" y="49328"/>
                  <a:pt x="1135553" y="61911"/>
                </a:cubicBezTo>
                <a:cubicBezTo>
                  <a:pt x="1135553" y="65057"/>
                  <a:pt x="1135839" y="67702"/>
                  <a:pt x="1136411" y="69848"/>
                </a:cubicBezTo>
                <a:cubicBezTo>
                  <a:pt x="1136984" y="71992"/>
                  <a:pt x="1137723" y="73731"/>
                  <a:pt x="1138627" y="75066"/>
                </a:cubicBezTo>
                <a:cubicBezTo>
                  <a:pt x="1139533" y="76400"/>
                  <a:pt x="1140534" y="77353"/>
                  <a:pt x="1141629" y="77924"/>
                </a:cubicBezTo>
                <a:cubicBezTo>
                  <a:pt x="1142726" y="78496"/>
                  <a:pt x="1143847" y="78782"/>
                  <a:pt x="1144991" y="78782"/>
                </a:cubicBezTo>
                <a:cubicBezTo>
                  <a:pt x="1148136" y="78782"/>
                  <a:pt x="1150471" y="77400"/>
                  <a:pt x="1151997" y="74637"/>
                </a:cubicBezTo>
                <a:cubicBezTo>
                  <a:pt x="1153523" y="71872"/>
                  <a:pt x="1154286" y="67201"/>
                  <a:pt x="1154286" y="60623"/>
                </a:cubicBezTo>
                <a:cubicBezTo>
                  <a:pt x="1154286" y="54142"/>
                  <a:pt x="1153427" y="49591"/>
                  <a:pt x="1151711" y="46970"/>
                </a:cubicBezTo>
                <a:cubicBezTo>
                  <a:pt x="1149995" y="44348"/>
                  <a:pt x="1147850" y="43037"/>
                  <a:pt x="1145277" y="43037"/>
                </a:cubicBezTo>
                <a:moveTo>
                  <a:pt x="1166582" y="44468"/>
                </a:moveTo>
                <a:cubicBezTo>
                  <a:pt x="1168964" y="46183"/>
                  <a:pt x="1170846" y="48351"/>
                  <a:pt x="1172228" y="50974"/>
                </a:cubicBezTo>
                <a:cubicBezTo>
                  <a:pt x="1173611" y="53595"/>
                  <a:pt x="1174303" y="56716"/>
                  <a:pt x="1174303" y="60338"/>
                </a:cubicBezTo>
                <a:cubicBezTo>
                  <a:pt x="1174303" y="63865"/>
                  <a:pt x="1173635" y="67082"/>
                  <a:pt x="1172300" y="69989"/>
                </a:cubicBezTo>
                <a:cubicBezTo>
                  <a:pt x="1170966" y="72897"/>
                  <a:pt x="1169083" y="75399"/>
                  <a:pt x="1166651" y="77497"/>
                </a:cubicBezTo>
                <a:cubicBezTo>
                  <a:pt x="1164221" y="79593"/>
                  <a:pt x="1161314" y="81213"/>
                  <a:pt x="1157929" y="82358"/>
                </a:cubicBezTo>
                <a:cubicBezTo>
                  <a:pt x="1154546" y="83501"/>
                  <a:pt x="1150758" y="84072"/>
                  <a:pt x="1146564" y="84072"/>
                </a:cubicBezTo>
                <a:cubicBezTo>
                  <a:pt x="1145516" y="84072"/>
                  <a:pt x="1144490" y="84049"/>
                  <a:pt x="1143488" y="84003"/>
                </a:cubicBezTo>
                <a:cubicBezTo>
                  <a:pt x="1142488" y="83955"/>
                  <a:pt x="1141368" y="83931"/>
                  <a:pt x="1140128" y="83931"/>
                </a:cubicBezTo>
                <a:cubicBezTo>
                  <a:pt x="1138985" y="83931"/>
                  <a:pt x="1138008" y="84455"/>
                  <a:pt x="1137198" y="85504"/>
                </a:cubicBezTo>
                <a:cubicBezTo>
                  <a:pt x="1136388" y="86551"/>
                  <a:pt x="1135983" y="87742"/>
                  <a:pt x="1135983" y="89077"/>
                </a:cubicBezTo>
                <a:cubicBezTo>
                  <a:pt x="1135983" y="91365"/>
                  <a:pt x="1136864" y="93177"/>
                  <a:pt x="1138627" y="94512"/>
                </a:cubicBezTo>
                <a:cubicBezTo>
                  <a:pt x="1140392" y="95846"/>
                  <a:pt x="1143180" y="96560"/>
                  <a:pt x="1146992" y="96654"/>
                </a:cubicBezTo>
                <a:lnTo>
                  <a:pt x="1157573" y="96798"/>
                </a:lnTo>
                <a:cubicBezTo>
                  <a:pt x="1165580" y="96893"/>
                  <a:pt x="1171466" y="98394"/>
                  <a:pt x="1175230" y="101301"/>
                </a:cubicBezTo>
                <a:cubicBezTo>
                  <a:pt x="1178996" y="104209"/>
                  <a:pt x="1180878" y="108856"/>
                  <a:pt x="1180878" y="115243"/>
                </a:cubicBezTo>
                <a:cubicBezTo>
                  <a:pt x="1180878" y="120962"/>
                  <a:pt x="1179711" y="125751"/>
                  <a:pt x="1177375" y="129611"/>
                </a:cubicBezTo>
                <a:cubicBezTo>
                  <a:pt x="1175040" y="133473"/>
                  <a:pt x="1172038" y="136619"/>
                  <a:pt x="1168368" y="139050"/>
                </a:cubicBezTo>
                <a:cubicBezTo>
                  <a:pt x="1164699" y="141480"/>
                  <a:pt x="1160623" y="143220"/>
                  <a:pt x="1156142" y="144268"/>
                </a:cubicBezTo>
                <a:cubicBezTo>
                  <a:pt x="1151662" y="145317"/>
                  <a:pt x="1147326" y="145841"/>
                  <a:pt x="1143133" y="145841"/>
                </a:cubicBezTo>
                <a:cubicBezTo>
                  <a:pt x="1134172" y="145841"/>
                  <a:pt x="1127189" y="144102"/>
                  <a:pt x="1122184" y="140623"/>
                </a:cubicBezTo>
                <a:cubicBezTo>
                  <a:pt x="1117180" y="137143"/>
                  <a:pt x="1114679" y="132544"/>
                  <a:pt x="1114679" y="126823"/>
                </a:cubicBezTo>
                <a:cubicBezTo>
                  <a:pt x="1114679" y="122249"/>
                  <a:pt x="1115941" y="118555"/>
                  <a:pt x="1118466" y="115742"/>
                </a:cubicBezTo>
                <a:cubicBezTo>
                  <a:pt x="1120993" y="112931"/>
                  <a:pt x="1124401" y="110715"/>
                  <a:pt x="1128692" y="109095"/>
                </a:cubicBezTo>
                <a:lnTo>
                  <a:pt x="1128692" y="108809"/>
                </a:lnTo>
                <a:cubicBezTo>
                  <a:pt x="1126213" y="107951"/>
                  <a:pt x="1124235" y="106640"/>
                  <a:pt x="1122758" y="104877"/>
                </a:cubicBezTo>
                <a:cubicBezTo>
                  <a:pt x="1121280" y="103113"/>
                  <a:pt x="1120541" y="100896"/>
                  <a:pt x="1120541" y="98227"/>
                </a:cubicBezTo>
                <a:cubicBezTo>
                  <a:pt x="1120541" y="95081"/>
                  <a:pt x="1121756" y="92031"/>
                  <a:pt x="1124187" y="89077"/>
                </a:cubicBezTo>
                <a:cubicBezTo>
                  <a:pt x="1126617" y="86122"/>
                  <a:pt x="1129834" y="84120"/>
                  <a:pt x="1133838" y="83071"/>
                </a:cubicBezTo>
                <a:lnTo>
                  <a:pt x="1133838" y="82785"/>
                </a:lnTo>
                <a:cubicBezTo>
                  <a:pt x="1128023" y="81356"/>
                  <a:pt x="1123544" y="78782"/>
                  <a:pt x="1120399" y="75064"/>
                </a:cubicBezTo>
                <a:cubicBezTo>
                  <a:pt x="1117157" y="71252"/>
                  <a:pt x="1115536" y="66296"/>
                  <a:pt x="1115536" y="60196"/>
                </a:cubicBezTo>
                <a:cubicBezTo>
                  <a:pt x="1115536" y="56573"/>
                  <a:pt x="1116275" y="53331"/>
                  <a:pt x="1117753" y="50472"/>
                </a:cubicBezTo>
                <a:cubicBezTo>
                  <a:pt x="1119230" y="47612"/>
                  <a:pt x="1121304" y="45206"/>
                  <a:pt x="1123973" y="43253"/>
                </a:cubicBezTo>
                <a:cubicBezTo>
                  <a:pt x="1126642" y="41298"/>
                  <a:pt x="1129835" y="39796"/>
                  <a:pt x="1133553" y="38747"/>
                </a:cubicBezTo>
                <a:cubicBezTo>
                  <a:pt x="1137270" y="37699"/>
                  <a:pt x="1141369" y="37174"/>
                  <a:pt x="1145849" y="37174"/>
                </a:cubicBezTo>
                <a:cubicBezTo>
                  <a:pt x="1147565" y="37174"/>
                  <a:pt x="1149329" y="37246"/>
                  <a:pt x="1151139" y="37390"/>
                </a:cubicBezTo>
                <a:cubicBezTo>
                  <a:pt x="1152950" y="37533"/>
                  <a:pt x="1154714" y="37651"/>
                  <a:pt x="1156430" y="37746"/>
                </a:cubicBezTo>
                <a:cubicBezTo>
                  <a:pt x="1157669" y="37842"/>
                  <a:pt x="1158932" y="37914"/>
                  <a:pt x="1160218" y="37962"/>
                </a:cubicBezTo>
                <a:cubicBezTo>
                  <a:pt x="1161505" y="38010"/>
                  <a:pt x="1162911" y="38034"/>
                  <a:pt x="1164437" y="38034"/>
                </a:cubicBezTo>
                <a:cubicBezTo>
                  <a:pt x="1166819" y="38034"/>
                  <a:pt x="1169297" y="38010"/>
                  <a:pt x="1171870" y="37962"/>
                </a:cubicBezTo>
                <a:cubicBezTo>
                  <a:pt x="1174445" y="37914"/>
                  <a:pt x="1177018" y="37890"/>
                  <a:pt x="1179591" y="37890"/>
                </a:cubicBezTo>
                <a:cubicBezTo>
                  <a:pt x="1179497" y="38461"/>
                  <a:pt x="1179425" y="39034"/>
                  <a:pt x="1179377" y="39607"/>
                </a:cubicBezTo>
                <a:cubicBezTo>
                  <a:pt x="1179329" y="40179"/>
                  <a:pt x="1179305" y="40750"/>
                  <a:pt x="1179305" y="41322"/>
                </a:cubicBezTo>
                <a:cubicBezTo>
                  <a:pt x="1179305" y="41893"/>
                  <a:pt x="1179329" y="42465"/>
                  <a:pt x="1179377" y="43037"/>
                </a:cubicBezTo>
                <a:cubicBezTo>
                  <a:pt x="1179425" y="43608"/>
                  <a:pt x="1179497" y="44181"/>
                  <a:pt x="1179591" y="44754"/>
                </a:cubicBezTo>
                <a:lnTo>
                  <a:pt x="1167009" y="44182"/>
                </a:lnTo>
                <a:lnTo>
                  <a:pt x="1166582" y="44468"/>
                </a:lnTo>
                <a:moveTo>
                  <a:pt x="1164293" y="122964"/>
                </a:moveTo>
                <a:cubicBezTo>
                  <a:pt x="1164293" y="120199"/>
                  <a:pt x="1163816" y="117935"/>
                  <a:pt x="1162862" y="116172"/>
                </a:cubicBezTo>
                <a:cubicBezTo>
                  <a:pt x="1161909" y="114409"/>
                  <a:pt x="1160551" y="113051"/>
                  <a:pt x="1158789" y="112097"/>
                </a:cubicBezTo>
                <a:cubicBezTo>
                  <a:pt x="1157026" y="111144"/>
                  <a:pt x="1154857" y="110500"/>
                  <a:pt x="1152283" y="110166"/>
                </a:cubicBezTo>
                <a:cubicBezTo>
                  <a:pt x="1149710" y="109833"/>
                  <a:pt x="1146802" y="109666"/>
                  <a:pt x="1143560" y="109666"/>
                </a:cubicBezTo>
                <a:cubicBezTo>
                  <a:pt x="1138603" y="109666"/>
                  <a:pt x="1135172" y="110143"/>
                  <a:pt x="1133267" y="111095"/>
                </a:cubicBezTo>
                <a:cubicBezTo>
                  <a:pt x="1132122" y="111668"/>
                  <a:pt x="1130906" y="113051"/>
                  <a:pt x="1129619" y="115243"/>
                </a:cubicBezTo>
                <a:cubicBezTo>
                  <a:pt x="1128333" y="117435"/>
                  <a:pt x="1127690" y="120199"/>
                  <a:pt x="1127690" y="123535"/>
                </a:cubicBezTo>
                <a:cubicBezTo>
                  <a:pt x="1127690" y="126300"/>
                  <a:pt x="1128191" y="128708"/>
                  <a:pt x="1129191" y="130757"/>
                </a:cubicBezTo>
                <a:cubicBezTo>
                  <a:pt x="1130192" y="132806"/>
                  <a:pt x="1131550" y="134498"/>
                  <a:pt x="1133265" y="135832"/>
                </a:cubicBezTo>
                <a:cubicBezTo>
                  <a:pt x="1134981" y="137167"/>
                  <a:pt x="1136959" y="138191"/>
                  <a:pt x="1139199" y="138906"/>
                </a:cubicBezTo>
                <a:cubicBezTo>
                  <a:pt x="1141440" y="139621"/>
                  <a:pt x="1143847" y="139979"/>
                  <a:pt x="1146420" y="139979"/>
                </a:cubicBezTo>
                <a:cubicBezTo>
                  <a:pt x="1149185" y="139979"/>
                  <a:pt x="1151664" y="139526"/>
                  <a:pt x="1153856" y="138620"/>
                </a:cubicBezTo>
                <a:cubicBezTo>
                  <a:pt x="1156048" y="137714"/>
                  <a:pt x="1157930" y="136474"/>
                  <a:pt x="1159502" y="134902"/>
                </a:cubicBezTo>
                <a:cubicBezTo>
                  <a:pt x="1161076" y="133330"/>
                  <a:pt x="1162268" y="131519"/>
                  <a:pt x="1163078" y="129470"/>
                </a:cubicBezTo>
                <a:cubicBezTo>
                  <a:pt x="1163888" y="127420"/>
                  <a:pt x="1164293" y="125252"/>
                  <a:pt x="1164293" y="122964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862BF-B956-4FAF-8D2A-DA607209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658" y="1973492"/>
            <a:ext cx="312266" cy="312264"/>
          </a:xfrm>
          <a:custGeom xmlns:a="http://schemas.openxmlformats.org/drawingml/2006/main">
            <a:pathLst>
              <a:path w="312266" h="312264">
                <a:moveTo>
                  <a:pt x="256714" y="55549"/>
                </a:moveTo>
                <a:cubicBezTo>
                  <a:pt x="312266" y="111099"/>
                  <a:pt x="312266" y="201165"/>
                  <a:pt x="256714" y="256714"/>
                </a:cubicBezTo>
                <a:cubicBezTo>
                  <a:pt x="201165" y="312264"/>
                  <a:pt x="111101" y="312264"/>
                  <a:pt x="55552" y="256714"/>
                </a:cubicBezTo>
                <a:cubicBezTo>
                  <a:pt x="0" y="201165"/>
                  <a:pt x="0" y="111099"/>
                  <a:pt x="55552" y="55549"/>
                </a:cubicBezTo>
                <a:cubicBezTo>
                  <a:pt x="111101" y="0"/>
                  <a:pt x="201165" y="0"/>
                  <a:pt x="256714" y="55549"/>
                </a:cubicBezTo>
                <a:close/>
                <a:moveTo>
                  <a:pt x="256714" y="55549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55BBD-D0CC-4507-AA23-71847420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660" y="1973492"/>
            <a:ext cx="312264" cy="312264"/>
          </a:xfrm>
          <a:custGeom xmlns:a="http://schemas.openxmlformats.org/drawingml/2006/main">
            <a:pathLst>
              <a:path w="312264" h="312264" fill="none">
                <a:moveTo>
                  <a:pt x="256714" y="55550"/>
                </a:moveTo>
                <a:cubicBezTo>
                  <a:pt x="312264" y="111100"/>
                  <a:pt x="312264" y="201164"/>
                  <a:pt x="256714" y="256714"/>
                </a:cubicBezTo>
                <a:cubicBezTo>
                  <a:pt x="201164" y="312264"/>
                  <a:pt x="111100" y="312264"/>
                  <a:pt x="55550" y="256714"/>
                </a:cubicBezTo>
                <a:cubicBezTo>
                  <a:pt x="0" y="201164"/>
                  <a:pt x="0" y="111100"/>
                  <a:pt x="55550" y="55550"/>
                </a:cubicBezTo>
                <a:cubicBezTo>
                  <a:pt x="111100" y="0"/>
                  <a:pt x="201164" y="0"/>
                  <a:pt x="256714" y="55550"/>
                </a:cubicBezTo>
                <a:close/>
                <a:moveTo>
                  <a:pt x="256714" y="55550"/>
                </a:move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919191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5174F-9C6D-4EC6-9EC0-70E6A6AD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6054" y="1999013"/>
            <a:ext cx="159476" cy="238997"/>
          </a:xfrm>
          <a:custGeom xmlns:a="http://schemas.openxmlformats.org/drawingml/2006/main">
            <a:pathLst>
              <a:path w="159476" h="238997">
                <a:moveTo>
                  <a:pt x="79711" y="0"/>
                </a:moveTo>
                <a:cubicBezTo>
                  <a:pt x="76245" y="0"/>
                  <a:pt x="73437" y="2808"/>
                  <a:pt x="73437" y="6274"/>
                </a:cubicBezTo>
                <a:lnTo>
                  <a:pt x="73437" y="17812"/>
                </a:lnTo>
                <a:cubicBezTo>
                  <a:pt x="58260" y="20739"/>
                  <a:pt x="46736" y="34177"/>
                  <a:pt x="46736" y="50188"/>
                </a:cubicBezTo>
                <a:cubicBezTo>
                  <a:pt x="46736" y="59330"/>
                  <a:pt x="50484" y="67628"/>
                  <a:pt x="56520" y="73604"/>
                </a:cubicBezTo>
                <a:lnTo>
                  <a:pt x="32153" y="157682"/>
                </a:lnTo>
                <a:lnTo>
                  <a:pt x="6274" y="157682"/>
                </a:lnTo>
                <a:cubicBezTo>
                  <a:pt x="2810" y="157682"/>
                  <a:pt x="0" y="160490"/>
                  <a:pt x="0" y="163956"/>
                </a:cubicBezTo>
                <a:cubicBezTo>
                  <a:pt x="0" y="167420"/>
                  <a:pt x="2810" y="170230"/>
                  <a:pt x="6274" y="170230"/>
                </a:cubicBezTo>
                <a:lnTo>
                  <a:pt x="28513" y="170230"/>
                </a:lnTo>
                <a:lnTo>
                  <a:pt x="17925" y="206789"/>
                </a:lnTo>
                <a:cubicBezTo>
                  <a:pt x="17507" y="208342"/>
                  <a:pt x="17990" y="209895"/>
                  <a:pt x="19064" y="210969"/>
                </a:cubicBezTo>
                <a:lnTo>
                  <a:pt x="16675" y="237260"/>
                </a:lnTo>
                <a:lnTo>
                  <a:pt x="22406" y="238942"/>
                </a:lnTo>
                <a:lnTo>
                  <a:pt x="33814" y="215339"/>
                </a:lnTo>
                <a:cubicBezTo>
                  <a:pt x="35369" y="215101"/>
                  <a:pt x="36753" y="213967"/>
                  <a:pt x="37232" y="212351"/>
                </a:cubicBezTo>
                <a:lnTo>
                  <a:pt x="49423" y="170230"/>
                </a:lnTo>
                <a:lnTo>
                  <a:pt x="74817" y="170230"/>
                </a:lnTo>
                <a:lnTo>
                  <a:pt x="74817" y="174655"/>
                </a:lnTo>
                <a:cubicBezTo>
                  <a:pt x="74817" y="176984"/>
                  <a:pt x="76730" y="178838"/>
                  <a:pt x="78999" y="178838"/>
                </a:cubicBezTo>
                <a:lnTo>
                  <a:pt x="79767" y="178838"/>
                </a:lnTo>
                <a:lnTo>
                  <a:pt x="79896" y="178838"/>
                </a:lnTo>
                <a:lnTo>
                  <a:pt x="80663" y="178838"/>
                </a:lnTo>
                <a:cubicBezTo>
                  <a:pt x="82993" y="178838"/>
                  <a:pt x="84846" y="176924"/>
                  <a:pt x="84846" y="174655"/>
                </a:cubicBezTo>
                <a:lnTo>
                  <a:pt x="84846" y="170285"/>
                </a:lnTo>
                <a:lnTo>
                  <a:pt x="110239" y="170285"/>
                </a:lnTo>
                <a:lnTo>
                  <a:pt x="122431" y="212409"/>
                </a:lnTo>
                <a:cubicBezTo>
                  <a:pt x="122909" y="214022"/>
                  <a:pt x="124275" y="215097"/>
                  <a:pt x="125830" y="215395"/>
                </a:cubicBezTo>
                <a:lnTo>
                  <a:pt x="137257" y="238997"/>
                </a:lnTo>
                <a:lnTo>
                  <a:pt x="142988" y="237317"/>
                </a:lnTo>
                <a:lnTo>
                  <a:pt x="140599" y="211027"/>
                </a:lnTo>
                <a:cubicBezTo>
                  <a:pt x="141673" y="209950"/>
                  <a:pt x="142216" y="208398"/>
                  <a:pt x="141738" y="206845"/>
                </a:cubicBezTo>
                <a:lnTo>
                  <a:pt x="130983" y="170285"/>
                </a:lnTo>
                <a:lnTo>
                  <a:pt x="153202" y="170285"/>
                </a:lnTo>
                <a:cubicBezTo>
                  <a:pt x="156668" y="170285"/>
                  <a:pt x="159476" y="167478"/>
                  <a:pt x="159476" y="164012"/>
                </a:cubicBezTo>
                <a:cubicBezTo>
                  <a:pt x="159476" y="160545"/>
                  <a:pt x="156670" y="157682"/>
                  <a:pt x="153146" y="157682"/>
                </a:cubicBezTo>
                <a:lnTo>
                  <a:pt x="127268" y="157682"/>
                </a:lnTo>
                <a:lnTo>
                  <a:pt x="102900" y="73604"/>
                </a:lnTo>
                <a:cubicBezTo>
                  <a:pt x="108936" y="67628"/>
                  <a:pt x="112684" y="59330"/>
                  <a:pt x="112684" y="50188"/>
                </a:cubicBezTo>
                <a:cubicBezTo>
                  <a:pt x="112684" y="34117"/>
                  <a:pt x="101160" y="20739"/>
                  <a:pt x="85983" y="17812"/>
                </a:cubicBezTo>
                <a:lnTo>
                  <a:pt x="85983" y="6274"/>
                </a:lnTo>
                <a:cubicBezTo>
                  <a:pt x="85983" y="2808"/>
                  <a:pt x="83175" y="0"/>
                  <a:pt x="79711" y="0"/>
                </a:cubicBezTo>
                <a:close/>
                <a:moveTo>
                  <a:pt x="73437" y="30771"/>
                </a:moveTo>
                <a:lnTo>
                  <a:pt x="73437" y="38949"/>
                </a:lnTo>
                <a:cubicBezTo>
                  <a:pt x="73437" y="42415"/>
                  <a:pt x="76245" y="45222"/>
                  <a:pt x="79711" y="45222"/>
                </a:cubicBezTo>
                <a:cubicBezTo>
                  <a:pt x="83175" y="45222"/>
                  <a:pt x="85983" y="42415"/>
                  <a:pt x="85983" y="38949"/>
                </a:cubicBezTo>
                <a:lnTo>
                  <a:pt x="85983" y="30771"/>
                </a:lnTo>
                <a:cubicBezTo>
                  <a:pt x="94170" y="33458"/>
                  <a:pt x="100081" y="41107"/>
                  <a:pt x="100081" y="50188"/>
                </a:cubicBezTo>
                <a:cubicBezTo>
                  <a:pt x="100081" y="61421"/>
                  <a:pt x="90946" y="70616"/>
                  <a:pt x="79653" y="70616"/>
                </a:cubicBezTo>
                <a:cubicBezTo>
                  <a:pt x="68361" y="70616"/>
                  <a:pt x="59207" y="61481"/>
                  <a:pt x="59207" y="50188"/>
                </a:cubicBezTo>
                <a:cubicBezTo>
                  <a:pt x="59268" y="41107"/>
                  <a:pt x="65250" y="33458"/>
                  <a:pt x="73437" y="30771"/>
                </a:cubicBezTo>
                <a:close/>
                <a:moveTo>
                  <a:pt x="74632" y="82752"/>
                </a:moveTo>
                <a:cubicBezTo>
                  <a:pt x="76305" y="82990"/>
                  <a:pt x="77978" y="83164"/>
                  <a:pt x="79711" y="83164"/>
                </a:cubicBezTo>
                <a:cubicBezTo>
                  <a:pt x="81442" y="83164"/>
                  <a:pt x="83115" y="82990"/>
                  <a:pt x="84788" y="82752"/>
                </a:cubicBezTo>
                <a:lnTo>
                  <a:pt x="106484" y="157682"/>
                </a:lnTo>
                <a:lnTo>
                  <a:pt x="84733" y="157682"/>
                </a:lnTo>
                <a:lnTo>
                  <a:pt x="84733" y="153257"/>
                </a:lnTo>
                <a:cubicBezTo>
                  <a:pt x="84733" y="150926"/>
                  <a:pt x="82822" y="149075"/>
                  <a:pt x="80550" y="149075"/>
                </a:cubicBezTo>
                <a:lnTo>
                  <a:pt x="79711" y="149075"/>
                </a:lnTo>
                <a:lnTo>
                  <a:pt x="78870" y="149075"/>
                </a:lnTo>
                <a:cubicBezTo>
                  <a:pt x="76538" y="149075"/>
                  <a:pt x="74688" y="150986"/>
                  <a:pt x="74688" y="153257"/>
                </a:cubicBezTo>
                <a:lnTo>
                  <a:pt x="74688" y="157682"/>
                </a:lnTo>
                <a:lnTo>
                  <a:pt x="52936" y="157682"/>
                </a:lnTo>
                <a:lnTo>
                  <a:pt x="74632" y="82752"/>
                </a:lnTo>
                <a:close/>
                <a:moveTo>
                  <a:pt x="74632" y="8275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002C3-A62D-4F6A-B637-1052AB9D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376" y="2253947"/>
            <a:ext cx="312264" cy="312266"/>
          </a:xfrm>
          <a:custGeom xmlns:a="http://schemas.openxmlformats.org/drawingml/2006/main">
            <a:pathLst>
              <a:path w="312264" h="312266">
                <a:moveTo>
                  <a:pt x="256714" y="55552"/>
                </a:moveTo>
                <a:cubicBezTo>
                  <a:pt x="312264" y="111101"/>
                  <a:pt x="312264" y="201165"/>
                  <a:pt x="256714" y="256714"/>
                </a:cubicBezTo>
                <a:cubicBezTo>
                  <a:pt x="201165" y="312266"/>
                  <a:pt x="111101" y="312266"/>
                  <a:pt x="55549" y="256714"/>
                </a:cubicBezTo>
                <a:cubicBezTo>
                  <a:pt x="0" y="201165"/>
                  <a:pt x="0" y="111101"/>
                  <a:pt x="55549" y="55552"/>
                </a:cubicBezTo>
                <a:cubicBezTo>
                  <a:pt x="111101" y="0"/>
                  <a:pt x="201165" y="0"/>
                  <a:pt x="256714" y="55552"/>
                </a:cubicBezTo>
                <a:close/>
                <a:moveTo>
                  <a:pt x="256714" y="55552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45FCD-DC3E-43BA-8881-5F73695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377" y="2253948"/>
            <a:ext cx="312264" cy="312264"/>
          </a:xfrm>
          <a:custGeom xmlns:a="http://schemas.openxmlformats.org/drawingml/2006/main">
            <a:pathLst>
              <a:path w="312264" h="312264" fill="none">
                <a:moveTo>
                  <a:pt x="256714" y="55550"/>
                </a:moveTo>
                <a:cubicBezTo>
                  <a:pt x="312264" y="111100"/>
                  <a:pt x="312264" y="201164"/>
                  <a:pt x="256714" y="256714"/>
                </a:cubicBezTo>
                <a:cubicBezTo>
                  <a:pt x="201164" y="312264"/>
                  <a:pt x="111100" y="312264"/>
                  <a:pt x="55550" y="256714"/>
                </a:cubicBezTo>
                <a:cubicBezTo>
                  <a:pt x="0" y="201164"/>
                  <a:pt x="0" y="111100"/>
                  <a:pt x="55550" y="55550"/>
                </a:cubicBezTo>
                <a:cubicBezTo>
                  <a:pt x="111100" y="0"/>
                  <a:pt x="201164" y="0"/>
                  <a:pt x="256714" y="55550"/>
                </a:cubicBezTo>
                <a:close/>
                <a:moveTo>
                  <a:pt x="256714" y="55550"/>
                </a:move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919191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82CA3-BF3F-41EE-AC1E-A7F9FBC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05" y="2311438"/>
            <a:ext cx="197807" cy="197285"/>
          </a:xfrm>
          <a:custGeom xmlns:a="http://schemas.openxmlformats.org/drawingml/2006/main">
            <a:pathLst>
              <a:path w="197807" h="197285">
                <a:moveTo>
                  <a:pt x="1772" y="0"/>
                </a:moveTo>
                <a:cubicBezTo>
                  <a:pt x="795" y="0"/>
                  <a:pt x="0" y="797"/>
                  <a:pt x="0" y="1772"/>
                </a:cubicBezTo>
                <a:lnTo>
                  <a:pt x="0" y="195496"/>
                </a:lnTo>
                <a:cubicBezTo>
                  <a:pt x="0" y="196474"/>
                  <a:pt x="795" y="197285"/>
                  <a:pt x="1772" y="197285"/>
                </a:cubicBezTo>
                <a:lnTo>
                  <a:pt x="196035" y="197285"/>
                </a:lnTo>
                <a:cubicBezTo>
                  <a:pt x="197012" y="197285"/>
                  <a:pt x="197807" y="196474"/>
                  <a:pt x="197807" y="195496"/>
                </a:cubicBezTo>
                <a:lnTo>
                  <a:pt x="197807" y="190179"/>
                </a:lnTo>
                <a:cubicBezTo>
                  <a:pt x="197807" y="189202"/>
                  <a:pt x="197012" y="188407"/>
                  <a:pt x="196035" y="188407"/>
                </a:cubicBezTo>
                <a:lnTo>
                  <a:pt x="10650" y="188407"/>
                </a:lnTo>
                <a:cubicBezTo>
                  <a:pt x="9675" y="188407"/>
                  <a:pt x="8878" y="187596"/>
                  <a:pt x="8878" y="186618"/>
                </a:cubicBezTo>
                <a:lnTo>
                  <a:pt x="8878" y="1772"/>
                </a:lnTo>
                <a:cubicBezTo>
                  <a:pt x="8878" y="797"/>
                  <a:pt x="8083" y="0"/>
                  <a:pt x="7106" y="0"/>
                </a:cubicBezTo>
                <a:lnTo>
                  <a:pt x="1772" y="0"/>
                </a:lnTo>
                <a:close/>
                <a:moveTo>
                  <a:pt x="154399" y="27438"/>
                </a:moveTo>
                <a:lnTo>
                  <a:pt x="154399" y="174131"/>
                </a:lnTo>
                <a:lnTo>
                  <a:pt x="179064" y="174131"/>
                </a:lnTo>
                <a:lnTo>
                  <a:pt x="179064" y="27438"/>
                </a:lnTo>
                <a:lnTo>
                  <a:pt x="154399" y="27438"/>
                </a:lnTo>
                <a:close/>
                <a:moveTo>
                  <a:pt x="66593" y="63219"/>
                </a:moveTo>
                <a:lnTo>
                  <a:pt x="66593" y="174131"/>
                </a:lnTo>
                <a:lnTo>
                  <a:pt x="91258" y="174131"/>
                </a:lnTo>
                <a:lnTo>
                  <a:pt x="91258" y="63219"/>
                </a:lnTo>
                <a:lnTo>
                  <a:pt x="66593" y="63219"/>
                </a:lnTo>
                <a:close/>
                <a:moveTo>
                  <a:pt x="110496" y="92492"/>
                </a:moveTo>
                <a:lnTo>
                  <a:pt x="110496" y="174131"/>
                </a:lnTo>
                <a:lnTo>
                  <a:pt x="135161" y="174131"/>
                </a:lnTo>
                <a:lnTo>
                  <a:pt x="135161" y="92492"/>
                </a:lnTo>
                <a:lnTo>
                  <a:pt x="110496" y="92492"/>
                </a:lnTo>
                <a:close/>
                <a:moveTo>
                  <a:pt x="22690" y="138383"/>
                </a:moveTo>
                <a:lnTo>
                  <a:pt x="22690" y="174131"/>
                </a:lnTo>
                <a:lnTo>
                  <a:pt x="47355" y="174131"/>
                </a:lnTo>
                <a:lnTo>
                  <a:pt x="47355" y="138383"/>
                </a:lnTo>
                <a:lnTo>
                  <a:pt x="22690" y="138383"/>
                </a:lnTo>
                <a:close/>
                <a:moveTo>
                  <a:pt x="22690" y="1383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8D798-FB21-4B15-BED6-1599B77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393" y="856722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137" name="Text StatedValueMatrix(T">
            <a:extLst xmlns:a="http://schemas.openxmlformats.org/drawingml/2006/main">
              <a:ext uri="{FF2B5EF4-FFF2-40B4-BE49-F238E27FC236}">
                <a16:creationId xmlns:a16="http://schemas.microsoft.com/office/drawing/2014/main" id="{BC6D2BAD-5A2A-49B2-99E5-B54770F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290" y="483023"/>
            <a:ext cx="1376907" cy="127109"/>
          </a:xfrm>
          <a:custGeom xmlns:a="http://schemas.openxmlformats.org/drawingml/2006/main">
            <a:pathLst>
              <a:path w="1376907" h="127109">
                <a:moveTo>
                  <a:pt x="49614" y="28882"/>
                </a:moveTo>
                <a:cubicBezTo>
                  <a:pt x="46564" y="20684"/>
                  <a:pt x="40797" y="16585"/>
                  <a:pt x="32313" y="16585"/>
                </a:cubicBezTo>
                <a:cubicBezTo>
                  <a:pt x="27928" y="16585"/>
                  <a:pt x="24353" y="17873"/>
                  <a:pt x="21588" y="20447"/>
                </a:cubicBezTo>
                <a:cubicBezTo>
                  <a:pt x="18825" y="23020"/>
                  <a:pt x="17443" y="26022"/>
                  <a:pt x="17443" y="29453"/>
                </a:cubicBezTo>
                <a:cubicBezTo>
                  <a:pt x="17443" y="32980"/>
                  <a:pt x="18515" y="35864"/>
                  <a:pt x="20659" y="38104"/>
                </a:cubicBezTo>
                <a:cubicBezTo>
                  <a:pt x="22804" y="40344"/>
                  <a:pt x="25497" y="42370"/>
                  <a:pt x="28738" y="44182"/>
                </a:cubicBezTo>
                <a:cubicBezTo>
                  <a:pt x="31980" y="45993"/>
                  <a:pt x="35459" y="47732"/>
                  <a:pt x="39177" y="49401"/>
                </a:cubicBezTo>
                <a:cubicBezTo>
                  <a:pt x="42895" y="51067"/>
                  <a:pt x="46374" y="53117"/>
                  <a:pt x="49614" y="55549"/>
                </a:cubicBezTo>
                <a:cubicBezTo>
                  <a:pt x="52855" y="57979"/>
                  <a:pt x="55547" y="60934"/>
                  <a:pt x="57691" y="64413"/>
                </a:cubicBezTo>
                <a:cubicBezTo>
                  <a:pt x="59837" y="67892"/>
                  <a:pt x="60909" y="72349"/>
                  <a:pt x="60909" y="77783"/>
                </a:cubicBezTo>
                <a:cubicBezTo>
                  <a:pt x="60909" y="82547"/>
                  <a:pt x="60004" y="86908"/>
                  <a:pt x="58193" y="90864"/>
                </a:cubicBezTo>
                <a:cubicBezTo>
                  <a:pt x="56382" y="94820"/>
                  <a:pt x="53808" y="98204"/>
                  <a:pt x="50472" y="101016"/>
                </a:cubicBezTo>
                <a:cubicBezTo>
                  <a:pt x="47135" y="103827"/>
                  <a:pt x="43155" y="105972"/>
                  <a:pt x="38531" y="107450"/>
                </a:cubicBezTo>
                <a:cubicBezTo>
                  <a:pt x="33909" y="108927"/>
                  <a:pt x="28738" y="109666"/>
                  <a:pt x="23019" y="109666"/>
                </a:cubicBezTo>
                <a:cubicBezTo>
                  <a:pt x="17872" y="109666"/>
                  <a:pt x="13273" y="109118"/>
                  <a:pt x="9222" y="108021"/>
                </a:cubicBezTo>
                <a:cubicBezTo>
                  <a:pt x="5171" y="106926"/>
                  <a:pt x="2097" y="105568"/>
                  <a:pt x="0" y="103948"/>
                </a:cubicBezTo>
                <a:cubicBezTo>
                  <a:pt x="953" y="100611"/>
                  <a:pt x="1763" y="97561"/>
                  <a:pt x="2430" y="94798"/>
                </a:cubicBezTo>
                <a:cubicBezTo>
                  <a:pt x="3098" y="92033"/>
                  <a:pt x="3670" y="89030"/>
                  <a:pt x="4145" y="85789"/>
                </a:cubicBezTo>
                <a:lnTo>
                  <a:pt x="6864" y="85789"/>
                </a:lnTo>
                <a:cubicBezTo>
                  <a:pt x="7245" y="87885"/>
                  <a:pt x="7959" y="89863"/>
                  <a:pt x="9006" y="91722"/>
                </a:cubicBezTo>
                <a:cubicBezTo>
                  <a:pt x="10055" y="93580"/>
                  <a:pt x="11389" y="95225"/>
                  <a:pt x="13010" y="96654"/>
                </a:cubicBezTo>
                <a:cubicBezTo>
                  <a:pt x="14631" y="98084"/>
                  <a:pt x="16585" y="99204"/>
                  <a:pt x="18872" y="100014"/>
                </a:cubicBezTo>
                <a:cubicBezTo>
                  <a:pt x="21160" y="100824"/>
                  <a:pt x="23734" y="101230"/>
                  <a:pt x="26595" y="101230"/>
                </a:cubicBezTo>
                <a:cubicBezTo>
                  <a:pt x="32314" y="101230"/>
                  <a:pt x="36531" y="99800"/>
                  <a:pt x="39247" y="96940"/>
                </a:cubicBezTo>
                <a:cubicBezTo>
                  <a:pt x="41964" y="94081"/>
                  <a:pt x="43322" y="90650"/>
                  <a:pt x="43322" y="86647"/>
                </a:cubicBezTo>
                <a:cubicBezTo>
                  <a:pt x="43322" y="83024"/>
                  <a:pt x="42274" y="80069"/>
                  <a:pt x="40176" y="77783"/>
                </a:cubicBezTo>
                <a:cubicBezTo>
                  <a:pt x="38080" y="75495"/>
                  <a:pt x="35459" y="73469"/>
                  <a:pt x="32313" y="71707"/>
                </a:cubicBezTo>
                <a:cubicBezTo>
                  <a:pt x="29167" y="69942"/>
                  <a:pt x="25736" y="68226"/>
                  <a:pt x="22018" y="66558"/>
                </a:cubicBezTo>
                <a:cubicBezTo>
                  <a:pt x="18300" y="64889"/>
                  <a:pt x="14868" y="62864"/>
                  <a:pt x="11722" y="60482"/>
                </a:cubicBezTo>
                <a:cubicBezTo>
                  <a:pt x="8578" y="58098"/>
                  <a:pt x="5957" y="55166"/>
                  <a:pt x="3859" y="51687"/>
                </a:cubicBezTo>
                <a:cubicBezTo>
                  <a:pt x="1764" y="48208"/>
                  <a:pt x="716" y="43752"/>
                  <a:pt x="716" y="38320"/>
                </a:cubicBezTo>
                <a:cubicBezTo>
                  <a:pt x="716" y="33363"/>
                  <a:pt x="1597" y="28978"/>
                  <a:pt x="3360" y="25166"/>
                </a:cubicBezTo>
                <a:cubicBezTo>
                  <a:pt x="5123" y="21352"/>
                  <a:pt x="7482" y="18159"/>
                  <a:pt x="10437" y="15586"/>
                </a:cubicBezTo>
                <a:cubicBezTo>
                  <a:pt x="13393" y="13012"/>
                  <a:pt x="16801" y="11058"/>
                  <a:pt x="20661" y="9724"/>
                </a:cubicBezTo>
                <a:cubicBezTo>
                  <a:pt x="24521" y="8389"/>
                  <a:pt x="28596" y="7721"/>
                  <a:pt x="32885" y="7721"/>
                </a:cubicBezTo>
                <a:cubicBezTo>
                  <a:pt x="38032" y="7721"/>
                  <a:pt x="42536" y="8341"/>
                  <a:pt x="46396" y="9580"/>
                </a:cubicBezTo>
                <a:cubicBezTo>
                  <a:pt x="50257" y="10819"/>
                  <a:pt x="53569" y="12535"/>
                  <a:pt x="56334" y="14727"/>
                </a:cubicBezTo>
                <a:cubicBezTo>
                  <a:pt x="55476" y="16918"/>
                  <a:pt x="54737" y="19040"/>
                  <a:pt x="54118" y="21091"/>
                </a:cubicBezTo>
                <a:cubicBezTo>
                  <a:pt x="53498" y="23140"/>
                  <a:pt x="52712" y="25737"/>
                  <a:pt x="51759" y="28882"/>
                </a:cubicBezTo>
                <a:lnTo>
                  <a:pt x="49614" y="28882"/>
                </a:lnTo>
                <a:close/>
                <a:moveTo>
                  <a:pt x="111381" y="39749"/>
                </a:moveTo>
                <a:cubicBezTo>
                  <a:pt x="111096" y="41178"/>
                  <a:pt x="110953" y="42465"/>
                  <a:pt x="110953" y="43608"/>
                </a:cubicBezTo>
                <a:cubicBezTo>
                  <a:pt x="110953" y="44847"/>
                  <a:pt x="111096" y="46039"/>
                  <a:pt x="111381" y="47184"/>
                </a:cubicBezTo>
                <a:lnTo>
                  <a:pt x="98799" y="46898"/>
                </a:lnTo>
                <a:cubicBezTo>
                  <a:pt x="98608" y="49090"/>
                  <a:pt x="98442" y="51616"/>
                  <a:pt x="98299" y="54475"/>
                </a:cubicBezTo>
                <a:cubicBezTo>
                  <a:pt x="98157" y="57335"/>
                  <a:pt x="98061" y="60242"/>
                  <a:pt x="98014" y="63198"/>
                </a:cubicBezTo>
                <a:cubicBezTo>
                  <a:pt x="97966" y="66152"/>
                  <a:pt x="97918" y="69011"/>
                  <a:pt x="97870" y="71776"/>
                </a:cubicBezTo>
                <a:cubicBezTo>
                  <a:pt x="97822" y="74541"/>
                  <a:pt x="97798" y="76876"/>
                  <a:pt x="97798" y="78782"/>
                </a:cubicBezTo>
                <a:cubicBezTo>
                  <a:pt x="97798" y="83739"/>
                  <a:pt x="97917" y="87742"/>
                  <a:pt x="98155" y="90792"/>
                </a:cubicBezTo>
                <a:cubicBezTo>
                  <a:pt x="98394" y="93842"/>
                  <a:pt x="98799" y="96178"/>
                  <a:pt x="99371" y="97800"/>
                </a:cubicBezTo>
                <a:cubicBezTo>
                  <a:pt x="99944" y="99420"/>
                  <a:pt x="100754" y="100516"/>
                  <a:pt x="101801" y="101088"/>
                </a:cubicBezTo>
                <a:cubicBezTo>
                  <a:pt x="102850" y="101659"/>
                  <a:pt x="104184" y="101945"/>
                  <a:pt x="105804" y="101945"/>
                </a:cubicBezTo>
                <a:cubicBezTo>
                  <a:pt x="107617" y="101945"/>
                  <a:pt x="108951" y="101826"/>
                  <a:pt x="109808" y="101587"/>
                </a:cubicBezTo>
                <a:cubicBezTo>
                  <a:pt x="110666" y="101349"/>
                  <a:pt x="111524" y="100992"/>
                  <a:pt x="112382" y="100516"/>
                </a:cubicBezTo>
                <a:lnTo>
                  <a:pt x="112382" y="106378"/>
                </a:lnTo>
                <a:cubicBezTo>
                  <a:pt x="110475" y="107236"/>
                  <a:pt x="108092" y="107999"/>
                  <a:pt x="105233" y="108665"/>
                </a:cubicBezTo>
                <a:cubicBezTo>
                  <a:pt x="102373" y="109332"/>
                  <a:pt x="99562" y="109666"/>
                  <a:pt x="96798" y="109666"/>
                </a:cubicBezTo>
                <a:cubicBezTo>
                  <a:pt x="84693" y="109666"/>
                  <a:pt x="78640" y="102422"/>
                  <a:pt x="78640" y="87934"/>
                </a:cubicBezTo>
                <a:cubicBezTo>
                  <a:pt x="78640" y="85169"/>
                  <a:pt x="78687" y="82047"/>
                  <a:pt x="78782" y="78568"/>
                </a:cubicBezTo>
                <a:cubicBezTo>
                  <a:pt x="78878" y="75089"/>
                  <a:pt x="78997" y="71515"/>
                  <a:pt x="79139" y="67845"/>
                </a:cubicBezTo>
                <a:cubicBezTo>
                  <a:pt x="79282" y="64175"/>
                  <a:pt x="79401" y="60553"/>
                  <a:pt x="79495" y="56978"/>
                </a:cubicBezTo>
                <a:cubicBezTo>
                  <a:pt x="79591" y="53403"/>
                  <a:pt x="79639" y="50090"/>
                  <a:pt x="79639" y="47040"/>
                </a:cubicBezTo>
                <a:lnTo>
                  <a:pt x="69632" y="47184"/>
                </a:lnTo>
                <a:cubicBezTo>
                  <a:pt x="69917" y="46039"/>
                  <a:pt x="70059" y="44847"/>
                  <a:pt x="70059" y="43608"/>
                </a:cubicBezTo>
                <a:cubicBezTo>
                  <a:pt x="70059" y="42465"/>
                  <a:pt x="69917" y="41178"/>
                  <a:pt x="69632" y="39749"/>
                </a:cubicBezTo>
                <a:lnTo>
                  <a:pt x="79639" y="40179"/>
                </a:lnTo>
                <a:cubicBezTo>
                  <a:pt x="79639" y="37223"/>
                  <a:pt x="79591" y="34459"/>
                  <a:pt x="79495" y="31886"/>
                </a:cubicBezTo>
                <a:cubicBezTo>
                  <a:pt x="79401" y="29311"/>
                  <a:pt x="79258" y="26213"/>
                  <a:pt x="79067" y="22592"/>
                </a:cubicBezTo>
                <a:cubicBezTo>
                  <a:pt x="82404" y="21256"/>
                  <a:pt x="85693" y="19850"/>
                  <a:pt x="88933" y="18372"/>
                </a:cubicBezTo>
                <a:cubicBezTo>
                  <a:pt x="92174" y="16894"/>
                  <a:pt x="95415" y="15345"/>
                  <a:pt x="98657" y="13725"/>
                </a:cubicBezTo>
                <a:lnTo>
                  <a:pt x="100086" y="14727"/>
                </a:lnTo>
                <a:cubicBezTo>
                  <a:pt x="99896" y="16252"/>
                  <a:pt x="99728" y="18040"/>
                  <a:pt x="99584" y="20089"/>
                </a:cubicBezTo>
                <a:cubicBezTo>
                  <a:pt x="99442" y="22139"/>
                  <a:pt x="99299" y="24283"/>
                  <a:pt x="99157" y="26523"/>
                </a:cubicBezTo>
                <a:cubicBezTo>
                  <a:pt x="99014" y="28763"/>
                  <a:pt x="98919" y="31051"/>
                  <a:pt x="98871" y="33387"/>
                </a:cubicBezTo>
                <a:cubicBezTo>
                  <a:pt x="98823" y="35721"/>
                  <a:pt x="98799" y="37937"/>
                  <a:pt x="98799" y="40035"/>
                </a:cubicBezTo>
                <a:lnTo>
                  <a:pt x="111381" y="39749"/>
                </a:lnTo>
                <a:close/>
                <a:moveTo>
                  <a:pt x="155992" y="86075"/>
                </a:moveTo>
                <a:cubicBezTo>
                  <a:pt x="155992" y="81977"/>
                  <a:pt x="156016" y="78855"/>
                  <a:pt x="156064" y="76709"/>
                </a:cubicBezTo>
                <a:cubicBezTo>
                  <a:pt x="156112" y="74564"/>
                  <a:pt x="156136" y="72681"/>
                  <a:pt x="156136" y="71061"/>
                </a:cubicBezTo>
                <a:cubicBezTo>
                  <a:pt x="154133" y="72205"/>
                  <a:pt x="152011" y="73136"/>
                  <a:pt x="149772" y="73851"/>
                </a:cubicBezTo>
                <a:cubicBezTo>
                  <a:pt x="147532" y="74565"/>
                  <a:pt x="145482" y="75471"/>
                  <a:pt x="143623" y="76567"/>
                </a:cubicBezTo>
                <a:cubicBezTo>
                  <a:pt x="141765" y="77663"/>
                  <a:pt x="140240" y="79164"/>
                  <a:pt x="139048" y="81070"/>
                </a:cubicBezTo>
                <a:cubicBezTo>
                  <a:pt x="137857" y="82977"/>
                  <a:pt x="137262" y="85741"/>
                  <a:pt x="137262" y="89363"/>
                </a:cubicBezTo>
                <a:cubicBezTo>
                  <a:pt x="137262" y="92890"/>
                  <a:pt x="138000" y="95583"/>
                  <a:pt x="139478" y="97442"/>
                </a:cubicBezTo>
                <a:cubicBezTo>
                  <a:pt x="140956" y="99301"/>
                  <a:pt x="142933" y="100230"/>
                  <a:pt x="145410" y="100230"/>
                </a:cubicBezTo>
                <a:cubicBezTo>
                  <a:pt x="148556" y="100230"/>
                  <a:pt x="151106" y="99039"/>
                  <a:pt x="153059" y="96657"/>
                </a:cubicBezTo>
                <a:cubicBezTo>
                  <a:pt x="155014" y="94273"/>
                  <a:pt x="155992" y="90746"/>
                  <a:pt x="155992" y="86075"/>
                </a:cubicBezTo>
                <a:moveTo>
                  <a:pt x="122105" y="47184"/>
                </a:moveTo>
                <a:cubicBezTo>
                  <a:pt x="126109" y="43943"/>
                  <a:pt x="130423" y="41465"/>
                  <a:pt x="135045" y="39749"/>
                </a:cubicBezTo>
                <a:cubicBezTo>
                  <a:pt x="139669" y="38032"/>
                  <a:pt x="144268" y="37174"/>
                  <a:pt x="148842" y="37174"/>
                </a:cubicBezTo>
                <a:cubicBezTo>
                  <a:pt x="152656" y="37174"/>
                  <a:pt x="156159" y="37603"/>
                  <a:pt x="159351" y="38461"/>
                </a:cubicBezTo>
                <a:cubicBezTo>
                  <a:pt x="162546" y="39320"/>
                  <a:pt x="165310" y="40678"/>
                  <a:pt x="167644" y="42537"/>
                </a:cubicBezTo>
                <a:cubicBezTo>
                  <a:pt x="169980" y="44396"/>
                  <a:pt x="171791" y="46803"/>
                  <a:pt x="173077" y="49758"/>
                </a:cubicBezTo>
                <a:cubicBezTo>
                  <a:pt x="174364" y="52712"/>
                  <a:pt x="175007" y="56287"/>
                  <a:pt x="175007" y="60482"/>
                </a:cubicBezTo>
                <a:cubicBezTo>
                  <a:pt x="175007" y="66582"/>
                  <a:pt x="174936" y="72229"/>
                  <a:pt x="174794" y="77425"/>
                </a:cubicBezTo>
                <a:cubicBezTo>
                  <a:pt x="174651" y="82619"/>
                  <a:pt x="174580" y="87789"/>
                  <a:pt x="174580" y="92937"/>
                </a:cubicBezTo>
                <a:cubicBezTo>
                  <a:pt x="174580" y="95225"/>
                  <a:pt x="174746" y="97012"/>
                  <a:pt x="175079" y="98299"/>
                </a:cubicBezTo>
                <a:cubicBezTo>
                  <a:pt x="175414" y="99587"/>
                  <a:pt x="175914" y="100564"/>
                  <a:pt x="176581" y="101232"/>
                </a:cubicBezTo>
                <a:cubicBezTo>
                  <a:pt x="177248" y="101898"/>
                  <a:pt x="178130" y="102326"/>
                  <a:pt x="179225" y="102517"/>
                </a:cubicBezTo>
                <a:cubicBezTo>
                  <a:pt x="180321" y="102707"/>
                  <a:pt x="181585" y="102803"/>
                  <a:pt x="183014" y="102803"/>
                </a:cubicBezTo>
                <a:lnTo>
                  <a:pt x="183014" y="106234"/>
                </a:lnTo>
                <a:cubicBezTo>
                  <a:pt x="180251" y="107379"/>
                  <a:pt x="177916" y="108237"/>
                  <a:pt x="176009" y="108809"/>
                </a:cubicBezTo>
                <a:cubicBezTo>
                  <a:pt x="174102" y="109380"/>
                  <a:pt x="172053" y="109666"/>
                  <a:pt x="169861" y="109666"/>
                </a:cubicBezTo>
                <a:cubicBezTo>
                  <a:pt x="166334" y="109666"/>
                  <a:pt x="163474" y="108809"/>
                  <a:pt x="161282" y="107094"/>
                </a:cubicBezTo>
                <a:cubicBezTo>
                  <a:pt x="159090" y="105378"/>
                  <a:pt x="157422" y="102899"/>
                  <a:pt x="156277" y="99659"/>
                </a:cubicBezTo>
                <a:cubicBezTo>
                  <a:pt x="154086" y="102709"/>
                  <a:pt x="151536" y="105139"/>
                  <a:pt x="148628" y="106950"/>
                </a:cubicBezTo>
                <a:cubicBezTo>
                  <a:pt x="145721" y="108761"/>
                  <a:pt x="142075" y="109666"/>
                  <a:pt x="137691" y="109666"/>
                </a:cubicBezTo>
                <a:cubicBezTo>
                  <a:pt x="134068" y="109666"/>
                  <a:pt x="130970" y="109189"/>
                  <a:pt x="128395" y="108235"/>
                </a:cubicBezTo>
                <a:cubicBezTo>
                  <a:pt x="125822" y="107282"/>
                  <a:pt x="123702" y="105925"/>
                  <a:pt x="122033" y="104162"/>
                </a:cubicBezTo>
                <a:cubicBezTo>
                  <a:pt x="120365" y="102397"/>
                  <a:pt x="119150" y="100395"/>
                  <a:pt x="118388" y="98155"/>
                </a:cubicBezTo>
                <a:cubicBezTo>
                  <a:pt x="117625" y="95916"/>
                  <a:pt x="117244" y="93652"/>
                  <a:pt x="117244" y="91364"/>
                </a:cubicBezTo>
                <a:cubicBezTo>
                  <a:pt x="117244" y="88219"/>
                  <a:pt x="117745" y="85503"/>
                  <a:pt x="118745" y="83215"/>
                </a:cubicBezTo>
                <a:cubicBezTo>
                  <a:pt x="119746" y="80927"/>
                  <a:pt x="121176" y="78973"/>
                  <a:pt x="123035" y="77353"/>
                </a:cubicBezTo>
                <a:cubicBezTo>
                  <a:pt x="124893" y="75732"/>
                  <a:pt x="127109" y="74374"/>
                  <a:pt x="129682" y="73277"/>
                </a:cubicBezTo>
                <a:cubicBezTo>
                  <a:pt x="132257" y="72181"/>
                  <a:pt x="135164" y="71251"/>
                  <a:pt x="138405" y="70489"/>
                </a:cubicBezTo>
                <a:cubicBezTo>
                  <a:pt x="142409" y="69536"/>
                  <a:pt x="145578" y="68703"/>
                  <a:pt x="147913" y="67989"/>
                </a:cubicBezTo>
                <a:cubicBezTo>
                  <a:pt x="150249" y="67273"/>
                  <a:pt x="151988" y="66558"/>
                  <a:pt x="153131" y="65844"/>
                </a:cubicBezTo>
                <a:cubicBezTo>
                  <a:pt x="154276" y="65129"/>
                  <a:pt x="155015" y="64342"/>
                  <a:pt x="155348" y="63484"/>
                </a:cubicBezTo>
                <a:cubicBezTo>
                  <a:pt x="155683" y="62625"/>
                  <a:pt x="155850" y="61577"/>
                  <a:pt x="155850" y="60338"/>
                </a:cubicBezTo>
                <a:cubicBezTo>
                  <a:pt x="155850" y="56906"/>
                  <a:pt x="154634" y="53976"/>
                  <a:pt x="152202" y="51545"/>
                </a:cubicBezTo>
                <a:cubicBezTo>
                  <a:pt x="149772" y="49113"/>
                  <a:pt x="146412" y="47897"/>
                  <a:pt x="142122" y="47897"/>
                </a:cubicBezTo>
                <a:cubicBezTo>
                  <a:pt x="140502" y="47897"/>
                  <a:pt x="138834" y="48112"/>
                  <a:pt x="137118" y="48541"/>
                </a:cubicBezTo>
                <a:cubicBezTo>
                  <a:pt x="135403" y="48970"/>
                  <a:pt x="133758" y="49566"/>
                  <a:pt x="132185" y="50330"/>
                </a:cubicBezTo>
                <a:cubicBezTo>
                  <a:pt x="130612" y="51092"/>
                  <a:pt x="129183" y="51926"/>
                  <a:pt x="127895" y="52832"/>
                </a:cubicBezTo>
                <a:cubicBezTo>
                  <a:pt x="126610" y="53737"/>
                  <a:pt x="125633" y="54714"/>
                  <a:pt x="124965" y="55763"/>
                </a:cubicBezTo>
                <a:lnTo>
                  <a:pt x="123964" y="55763"/>
                </a:lnTo>
                <a:lnTo>
                  <a:pt x="122105" y="47184"/>
                </a:lnTo>
                <a:close/>
                <a:moveTo>
                  <a:pt x="230484" y="39749"/>
                </a:moveTo>
                <a:cubicBezTo>
                  <a:pt x="230199" y="41178"/>
                  <a:pt x="230057" y="42465"/>
                  <a:pt x="230057" y="43608"/>
                </a:cubicBezTo>
                <a:cubicBezTo>
                  <a:pt x="230057" y="44847"/>
                  <a:pt x="230199" y="46039"/>
                  <a:pt x="230484" y="47184"/>
                </a:cubicBezTo>
                <a:lnTo>
                  <a:pt x="217902" y="46898"/>
                </a:lnTo>
                <a:cubicBezTo>
                  <a:pt x="217712" y="49090"/>
                  <a:pt x="217545" y="51616"/>
                  <a:pt x="217403" y="54475"/>
                </a:cubicBezTo>
                <a:cubicBezTo>
                  <a:pt x="217260" y="57335"/>
                  <a:pt x="217165" y="60242"/>
                  <a:pt x="217117" y="63198"/>
                </a:cubicBezTo>
                <a:cubicBezTo>
                  <a:pt x="217069" y="66152"/>
                  <a:pt x="217021" y="69011"/>
                  <a:pt x="216973" y="71776"/>
                </a:cubicBezTo>
                <a:cubicBezTo>
                  <a:pt x="216925" y="74541"/>
                  <a:pt x="216901" y="76876"/>
                  <a:pt x="216901" y="78782"/>
                </a:cubicBezTo>
                <a:cubicBezTo>
                  <a:pt x="216901" y="83739"/>
                  <a:pt x="217020" y="87742"/>
                  <a:pt x="217259" y="90792"/>
                </a:cubicBezTo>
                <a:cubicBezTo>
                  <a:pt x="217497" y="93842"/>
                  <a:pt x="217902" y="96178"/>
                  <a:pt x="218474" y="97800"/>
                </a:cubicBezTo>
                <a:cubicBezTo>
                  <a:pt x="219047" y="99420"/>
                  <a:pt x="219857" y="100516"/>
                  <a:pt x="220904" y="101088"/>
                </a:cubicBezTo>
                <a:cubicBezTo>
                  <a:pt x="221953" y="101659"/>
                  <a:pt x="223288" y="101945"/>
                  <a:pt x="224908" y="101945"/>
                </a:cubicBezTo>
                <a:cubicBezTo>
                  <a:pt x="226720" y="101945"/>
                  <a:pt x="228055" y="101826"/>
                  <a:pt x="228911" y="101587"/>
                </a:cubicBezTo>
                <a:cubicBezTo>
                  <a:pt x="229769" y="101349"/>
                  <a:pt x="230628" y="100992"/>
                  <a:pt x="231486" y="100516"/>
                </a:cubicBezTo>
                <a:lnTo>
                  <a:pt x="231486" y="106378"/>
                </a:lnTo>
                <a:cubicBezTo>
                  <a:pt x="229579" y="107236"/>
                  <a:pt x="227196" y="107999"/>
                  <a:pt x="224336" y="108665"/>
                </a:cubicBezTo>
                <a:cubicBezTo>
                  <a:pt x="221477" y="109332"/>
                  <a:pt x="218665" y="109666"/>
                  <a:pt x="215902" y="109666"/>
                </a:cubicBezTo>
                <a:cubicBezTo>
                  <a:pt x="203796" y="109666"/>
                  <a:pt x="197743" y="102422"/>
                  <a:pt x="197743" y="87934"/>
                </a:cubicBezTo>
                <a:cubicBezTo>
                  <a:pt x="197743" y="85169"/>
                  <a:pt x="197791" y="82047"/>
                  <a:pt x="197885" y="78568"/>
                </a:cubicBezTo>
                <a:cubicBezTo>
                  <a:pt x="197981" y="75089"/>
                  <a:pt x="198100" y="71515"/>
                  <a:pt x="198243" y="67845"/>
                </a:cubicBezTo>
                <a:cubicBezTo>
                  <a:pt x="198385" y="64175"/>
                  <a:pt x="198504" y="60553"/>
                  <a:pt x="198599" y="56978"/>
                </a:cubicBezTo>
                <a:cubicBezTo>
                  <a:pt x="198695" y="53403"/>
                  <a:pt x="198743" y="50090"/>
                  <a:pt x="198743" y="47040"/>
                </a:cubicBezTo>
                <a:lnTo>
                  <a:pt x="188735" y="47184"/>
                </a:lnTo>
                <a:cubicBezTo>
                  <a:pt x="189020" y="46039"/>
                  <a:pt x="189163" y="44847"/>
                  <a:pt x="189163" y="43608"/>
                </a:cubicBezTo>
                <a:cubicBezTo>
                  <a:pt x="189163" y="42465"/>
                  <a:pt x="189020" y="41178"/>
                  <a:pt x="188735" y="39749"/>
                </a:cubicBezTo>
                <a:lnTo>
                  <a:pt x="198743" y="40179"/>
                </a:lnTo>
                <a:cubicBezTo>
                  <a:pt x="198743" y="37223"/>
                  <a:pt x="198695" y="34459"/>
                  <a:pt x="198599" y="31886"/>
                </a:cubicBezTo>
                <a:cubicBezTo>
                  <a:pt x="198504" y="29311"/>
                  <a:pt x="198361" y="26213"/>
                  <a:pt x="198171" y="22592"/>
                </a:cubicBezTo>
                <a:cubicBezTo>
                  <a:pt x="201507" y="21256"/>
                  <a:pt x="204796" y="19850"/>
                  <a:pt x="208037" y="18372"/>
                </a:cubicBezTo>
                <a:cubicBezTo>
                  <a:pt x="211277" y="16894"/>
                  <a:pt x="214519" y="15345"/>
                  <a:pt x="217761" y="13725"/>
                </a:cubicBezTo>
                <a:lnTo>
                  <a:pt x="219190" y="14727"/>
                </a:lnTo>
                <a:cubicBezTo>
                  <a:pt x="218999" y="16252"/>
                  <a:pt x="218832" y="18040"/>
                  <a:pt x="218688" y="20089"/>
                </a:cubicBezTo>
                <a:cubicBezTo>
                  <a:pt x="218545" y="22139"/>
                  <a:pt x="218403" y="24283"/>
                  <a:pt x="218260" y="26523"/>
                </a:cubicBezTo>
                <a:cubicBezTo>
                  <a:pt x="218118" y="28763"/>
                  <a:pt x="218022" y="31051"/>
                  <a:pt x="217974" y="33387"/>
                </a:cubicBezTo>
                <a:cubicBezTo>
                  <a:pt x="217926" y="35721"/>
                  <a:pt x="217902" y="37937"/>
                  <a:pt x="217902" y="40035"/>
                </a:cubicBezTo>
                <a:lnTo>
                  <a:pt x="230484" y="39749"/>
                </a:lnTo>
                <a:close/>
                <a:moveTo>
                  <a:pt x="258795" y="73635"/>
                </a:moveTo>
                <a:cubicBezTo>
                  <a:pt x="258795" y="77447"/>
                  <a:pt x="259176" y="81022"/>
                  <a:pt x="259938" y="84358"/>
                </a:cubicBezTo>
                <a:cubicBezTo>
                  <a:pt x="260702" y="87695"/>
                  <a:pt x="261870" y="90578"/>
                  <a:pt x="263442" y="93009"/>
                </a:cubicBezTo>
                <a:cubicBezTo>
                  <a:pt x="265015" y="95439"/>
                  <a:pt x="267016" y="97346"/>
                  <a:pt x="269446" y="98729"/>
                </a:cubicBezTo>
                <a:cubicBezTo>
                  <a:pt x="271878" y="100111"/>
                  <a:pt x="274714" y="100802"/>
                  <a:pt x="277955" y="100802"/>
                </a:cubicBezTo>
                <a:cubicBezTo>
                  <a:pt x="284532" y="100802"/>
                  <a:pt x="290394" y="98657"/>
                  <a:pt x="295542" y="94368"/>
                </a:cubicBezTo>
                <a:lnTo>
                  <a:pt x="297257" y="95655"/>
                </a:lnTo>
                <a:lnTo>
                  <a:pt x="294111" y="103662"/>
                </a:lnTo>
                <a:cubicBezTo>
                  <a:pt x="291728" y="105473"/>
                  <a:pt x="288869" y="106926"/>
                  <a:pt x="285532" y="108021"/>
                </a:cubicBezTo>
                <a:cubicBezTo>
                  <a:pt x="282196" y="109118"/>
                  <a:pt x="277811" y="109666"/>
                  <a:pt x="272379" y="109666"/>
                </a:cubicBezTo>
                <a:cubicBezTo>
                  <a:pt x="267708" y="109666"/>
                  <a:pt x="263276" y="109023"/>
                  <a:pt x="259081" y="107735"/>
                </a:cubicBezTo>
                <a:cubicBezTo>
                  <a:pt x="254888" y="106450"/>
                  <a:pt x="251194" y="104329"/>
                  <a:pt x="248000" y="101373"/>
                </a:cubicBezTo>
                <a:cubicBezTo>
                  <a:pt x="244807" y="98418"/>
                  <a:pt x="242282" y="94676"/>
                  <a:pt x="240423" y="90149"/>
                </a:cubicBezTo>
                <a:cubicBezTo>
                  <a:pt x="238564" y="85621"/>
                  <a:pt x="237635" y="80212"/>
                  <a:pt x="237635" y="73921"/>
                </a:cubicBezTo>
                <a:cubicBezTo>
                  <a:pt x="237635" y="67725"/>
                  <a:pt x="238468" y="62340"/>
                  <a:pt x="240135" y="57765"/>
                </a:cubicBezTo>
                <a:cubicBezTo>
                  <a:pt x="241803" y="53190"/>
                  <a:pt x="244115" y="49377"/>
                  <a:pt x="247071" y="46327"/>
                </a:cubicBezTo>
                <a:cubicBezTo>
                  <a:pt x="250026" y="43275"/>
                  <a:pt x="253529" y="40987"/>
                  <a:pt x="257580" y="39463"/>
                </a:cubicBezTo>
                <a:cubicBezTo>
                  <a:pt x="261631" y="37937"/>
                  <a:pt x="266039" y="37174"/>
                  <a:pt x="270806" y="37174"/>
                </a:cubicBezTo>
                <a:cubicBezTo>
                  <a:pt x="280242" y="37174"/>
                  <a:pt x="287462" y="39939"/>
                  <a:pt x="292466" y="45467"/>
                </a:cubicBezTo>
                <a:cubicBezTo>
                  <a:pt x="297471" y="50995"/>
                  <a:pt x="299973" y="58812"/>
                  <a:pt x="299973" y="68916"/>
                </a:cubicBezTo>
                <a:lnTo>
                  <a:pt x="299973" y="71920"/>
                </a:lnTo>
                <a:cubicBezTo>
                  <a:pt x="299973" y="72777"/>
                  <a:pt x="299926" y="73349"/>
                  <a:pt x="299831" y="73635"/>
                </a:cubicBezTo>
                <a:lnTo>
                  <a:pt x="258795" y="73635"/>
                </a:lnTo>
                <a:moveTo>
                  <a:pt x="280815" y="67201"/>
                </a:moveTo>
                <a:cubicBezTo>
                  <a:pt x="280623" y="60052"/>
                  <a:pt x="279741" y="54333"/>
                  <a:pt x="278169" y="50044"/>
                </a:cubicBezTo>
                <a:cubicBezTo>
                  <a:pt x="276597" y="45754"/>
                  <a:pt x="273952" y="43608"/>
                  <a:pt x="270234" y="43608"/>
                </a:cubicBezTo>
                <a:cubicBezTo>
                  <a:pt x="268137" y="43608"/>
                  <a:pt x="266373" y="44323"/>
                  <a:pt x="264943" y="45753"/>
                </a:cubicBezTo>
                <a:cubicBezTo>
                  <a:pt x="263514" y="47183"/>
                  <a:pt x="262370" y="49018"/>
                  <a:pt x="261511" y="51259"/>
                </a:cubicBezTo>
                <a:cubicBezTo>
                  <a:pt x="260653" y="53499"/>
                  <a:pt x="260010" y="56025"/>
                  <a:pt x="259581" y="58837"/>
                </a:cubicBezTo>
                <a:cubicBezTo>
                  <a:pt x="259153" y="61648"/>
                  <a:pt x="258891" y="64436"/>
                  <a:pt x="258795" y="67201"/>
                </a:cubicBezTo>
                <a:lnTo>
                  <a:pt x="280815" y="67201"/>
                </a:lnTo>
                <a:close/>
                <a:moveTo>
                  <a:pt x="330286" y="75064"/>
                </a:moveTo>
                <a:cubicBezTo>
                  <a:pt x="330286" y="79926"/>
                  <a:pt x="330620" y="84026"/>
                  <a:pt x="331288" y="87363"/>
                </a:cubicBezTo>
                <a:cubicBezTo>
                  <a:pt x="331955" y="90698"/>
                  <a:pt x="332861" y="93390"/>
                  <a:pt x="334004" y="95439"/>
                </a:cubicBezTo>
                <a:cubicBezTo>
                  <a:pt x="335147" y="97489"/>
                  <a:pt x="336457" y="98966"/>
                  <a:pt x="337935" y="99872"/>
                </a:cubicBezTo>
                <a:cubicBezTo>
                  <a:pt x="339413" y="100777"/>
                  <a:pt x="340962" y="101230"/>
                  <a:pt x="342582" y="101230"/>
                </a:cubicBezTo>
                <a:cubicBezTo>
                  <a:pt x="346490" y="101230"/>
                  <a:pt x="349707" y="99014"/>
                  <a:pt x="352232" y="94582"/>
                </a:cubicBezTo>
                <a:cubicBezTo>
                  <a:pt x="354758" y="90150"/>
                  <a:pt x="356022" y="82787"/>
                  <a:pt x="356022" y="72492"/>
                </a:cubicBezTo>
                <a:cubicBezTo>
                  <a:pt x="356022" y="63627"/>
                  <a:pt x="354830" y="57169"/>
                  <a:pt x="352448" y="53118"/>
                </a:cubicBezTo>
                <a:cubicBezTo>
                  <a:pt x="350066" y="49066"/>
                  <a:pt x="347016" y="47040"/>
                  <a:pt x="343298" y="47040"/>
                </a:cubicBezTo>
                <a:cubicBezTo>
                  <a:pt x="341772" y="47040"/>
                  <a:pt x="340246" y="47469"/>
                  <a:pt x="338721" y="48327"/>
                </a:cubicBezTo>
                <a:cubicBezTo>
                  <a:pt x="337196" y="49185"/>
                  <a:pt x="335815" y="50687"/>
                  <a:pt x="334575" y="52832"/>
                </a:cubicBezTo>
                <a:cubicBezTo>
                  <a:pt x="333336" y="54976"/>
                  <a:pt x="332312" y="57860"/>
                  <a:pt x="331501" y="61483"/>
                </a:cubicBezTo>
                <a:cubicBezTo>
                  <a:pt x="330691" y="65105"/>
                  <a:pt x="330286" y="69632"/>
                  <a:pt x="330286" y="75064"/>
                </a:cubicBezTo>
                <a:moveTo>
                  <a:pt x="375182" y="58765"/>
                </a:moveTo>
                <a:cubicBezTo>
                  <a:pt x="375182" y="68107"/>
                  <a:pt x="375277" y="76686"/>
                  <a:pt x="375467" y="84502"/>
                </a:cubicBezTo>
                <a:cubicBezTo>
                  <a:pt x="375658" y="92319"/>
                  <a:pt x="375944" y="100087"/>
                  <a:pt x="376327" y="107807"/>
                </a:cubicBezTo>
                <a:cubicBezTo>
                  <a:pt x="375088" y="107617"/>
                  <a:pt x="373515" y="107522"/>
                  <a:pt x="371608" y="107522"/>
                </a:cubicBezTo>
                <a:cubicBezTo>
                  <a:pt x="369701" y="107522"/>
                  <a:pt x="367699" y="107522"/>
                  <a:pt x="365602" y="107522"/>
                </a:cubicBezTo>
                <a:cubicBezTo>
                  <a:pt x="363696" y="107522"/>
                  <a:pt x="361861" y="107522"/>
                  <a:pt x="360097" y="107522"/>
                </a:cubicBezTo>
                <a:cubicBezTo>
                  <a:pt x="358334" y="107522"/>
                  <a:pt x="356976" y="107617"/>
                  <a:pt x="356022" y="107807"/>
                </a:cubicBezTo>
                <a:cubicBezTo>
                  <a:pt x="356118" y="107617"/>
                  <a:pt x="356213" y="106997"/>
                  <a:pt x="356307" y="105949"/>
                </a:cubicBezTo>
                <a:cubicBezTo>
                  <a:pt x="356403" y="104900"/>
                  <a:pt x="356523" y="103709"/>
                  <a:pt x="356665" y="102375"/>
                </a:cubicBezTo>
                <a:cubicBezTo>
                  <a:pt x="356809" y="101040"/>
                  <a:pt x="356929" y="99800"/>
                  <a:pt x="357023" y="98657"/>
                </a:cubicBezTo>
                <a:cubicBezTo>
                  <a:pt x="357119" y="97513"/>
                  <a:pt x="357167" y="96798"/>
                  <a:pt x="357167" y="96513"/>
                </a:cubicBezTo>
                <a:lnTo>
                  <a:pt x="356881" y="96227"/>
                </a:lnTo>
                <a:cubicBezTo>
                  <a:pt x="355070" y="100516"/>
                  <a:pt x="352592" y="103829"/>
                  <a:pt x="349446" y="106165"/>
                </a:cubicBezTo>
                <a:cubicBezTo>
                  <a:pt x="346300" y="108499"/>
                  <a:pt x="341963" y="109666"/>
                  <a:pt x="336434" y="109666"/>
                </a:cubicBezTo>
                <a:cubicBezTo>
                  <a:pt x="331573" y="109666"/>
                  <a:pt x="327427" y="108737"/>
                  <a:pt x="323994" y="106878"/>
                </a:cubicBezTo>
                <a:cubicBezTo>
                  <a:pt x="320563" y="105019"/>
                  <a:pt x="317751" y="102422"/>
                  <a:pt x="315557" y="99087"/>
                </a:cubicBezTo>
                <a:cubicBezTo>
                  <a:pt x="313365" y="95750"/>
                  <a:pt x="311745" y="91842"/>
                  <a:pt x="310697" y="87363"/>
                </a:cubicBezTo>
                <a:cubicBezTo>
                  <a:pt x="309649" y="82881"/>
                  <a:pt x="309126" y="78067"/>
                  <a:pt x="309126" y="72920"/>
                </a:cubicBezTo>
                <a:cubicBezTo>
                  <a:pt x="309126" y="67772"/>
                  <a:pt x="309841" y="63031"/>
                  <a:pt x="311270" y="58695"/>
                </a:cubicBezTo>
                <a:cubicBezTo>
                  <a:pt x="312700" y="54357"/>
                  <a:pt x="314654" y="50593"/>
                  <a:pt x="317133" y="47400"/>
                </a:cubicBezTo>
                <a:cubicBezTo>
                  <a:pt x="319611" y="44206"/>
                  <a:pt x="322542" y="41704"/>
                  <a:pt x="325925" y="39893"/>
                </a:cubicBezTo>
                <a:cubicBezTo>
                  <a:pt x="329309" y="38080"/>
                  <a:pt x="332908" y="37174"/>
                  <a:pt x="336720" y="37174"/>
                </a:cubicBezTo>
                <a:cubicBezTo>
                  <a:pt x="341009" y="37174"/>
                  <a:pt x="344845" y="38176"/>
                  <a:pt x="348229" y="40179"/>
                </a:cubicBezTo>
                <a:cubicBezTo>
                  <a:pt x="351613" y="42180"/>
                  <a:pt x="354116" y="44706"/>
                  <a:pt x="355736" y="47756"/>
                </a:cubicBezTo>
                <a:lnTo>
                  <a:pt x="356022" y="47756"/>
                </a:lnTo>
                <a:cubicBezTo>
                  <a:pt x="356022" y="39177"/>
                  <a:pt x="355926" y="31099"/>
                  <a:pt x="355736" y="23521"/>
                </a:cubicBezTo>
                <a:cubicBezTo>
                  <a:pt x="355545" y="15942"/>
                  <a:pt x="355260" y="8101"/>
                  <a:pt x="354878" y="0"/>
                </a:cubicBezTo>
                <a:cubicBezTo>
                  <a:pt x="356118" y="191"/>
                  <a:pt x="357691" y="358"/>
                  <a:pt x="359598" y="502"/>
                </a:cubicBezTo>
                <a:cubicBezTo>
                  <a:pt x="361504" y="644"/>
                  <a:pt x="363506" y="716"/>
                  <a:pt x="365602" y="716"/>
                </a:cubicBezTo>
                <a:cubicBezTo>
                  <a:pt x="367699" y="716"/>
                  <a:pt x="369701" y="644"/>
                  <a:pt x="371608" y="502"/>
                </a:cubicBezTo>
                <a:cubicBezTo>
                  <a:pt x="373515" y="358"/>
                  <a:pt x="375088" y="191"/>
                  <a:pt x="376327" y="0"/>
                </a:cubicBezTo>
                <a:cubicBezTo>
                  <a:pt x="375944" y="8007"/>
                  <a:pt x="375658" y="15919"/>
                  <a:pt x="375467" y="23735"/>
                </a:cubicBezTo>
                <a:cubicBezTo>
                  <a:pt x="375277" y="31551"/>
                  <a:pt x="375182" y="40130"/>
                  <a:pt x="375182" y="49470"/>
                </a:cubicBezTo>
                <a:lnTo>
                  <a:pt x="375182" y="58765"/>
                </a:lnTo>
                <a:close/>
                <a:moveTo>
                  <a:pt x="464402" y="81356"/>
                </a:moveTo>
                <a:cubicBezTo>
                  <a:pt x="469358" y="69251"/>
                  <a:pt x="474172" y="57074"/>
                  <a:pt x="478842" y="44826"/>
                </a:cubicBezTo>
                <a:cubicBezTo>
                  <a:pt x="483513" y="32576"/>
                  <a:pt x="487707" y="20827"/>
                  <a:pt x="491424" y="9580"/>
                </a:cubicBezTo>
                <a:cubicBezTo>
                  <a:pt x="493808" y="10057"/>
                  <a:pt x="495906" y="10296"/>
                  <a:pt x="497716" y="10296"/>
                </a:cubicBezTo>
                <a:cubicBezTo>
                  <a:pt x="499527" y="10296"/>
                  <a:pt x="501625" y="10057"/>
                  <a:pt x="504008" y="9580"/>
                </a:cubicBezTo>
                <a:cubicBezTo>
                  <a:pt x="501625" y="15203"/>
                  <a:pt x="498764" y="21971"/>
                  <a:pt x="495428" y="29883"/>
                </a:cubicBezTo>
                <a:cubicBezTo>
                  <a:pt x="492093" y="37794"/>
                  <a:pt x="488614" y="46182"/>
                  <a:pt x="484990" y="55047"/>
                </a:cubicBezTo>
                <a:cubicBezTo>
                  <a:pt x="481369" y="63912"/>
                  <a:pt x="477794" y="72920"/>
                  <a:pt x="474267" y="82072"/>
                </a:cubicBezTo>
                <a:cubicBezTo>
                  <a:pt x="470740" y="91222"/>
                  <a:pt x="467595" y="99800"/>
                  <a:pt x="464831" y="107807"/>
                </a:cubicBezTo>
                <a:cubicBezTo>
                  <a:pt x="462925" y="107617"/>
                  <a:pt x="460827" y="107522"/>
                  <a:pt x="458539" y="107522"/>
                </a:cubicBezTo>
                <a:cubicBezTo>
                  <a:pt x="456251" y="107522"/>
                  <a:pt x="454155" y="107617"/>
                  <a:pt x="452249" y="107807"/>
                </a:cubicBezTo>
                <a:cubicBezTo>
                  <a:pt x="450818" y="103995"/>
                  <a:pt x="449078" y="99373"/>
                  <a:pt x="447029" y="93940"/>
                </a:cubicBezTo>
                <a:cubicBezTo>
                  <a:pt x="444979" y="88506"/>
                  <a:pt x="442787" y="82739"/>
                  <a:pt x="440451" y="76639"/>
                </a:cubicBezTo>
                <a:cubicBezTo>
                  <a:pt x="438116" y="70538"/>
                  <a:pt x="435662" y="64294"/>
                  <a:pt x="433087" y="57907"/>
                </a:cubicBezTo>
                <a:cubicBezTo>
                  <a:pt x="430514" y="51521"/>
                  <a:pt x="428036" y="45348"/>
                  <a:pt x="425652" y="39391"/>
                </a:cubicBezTo>
                <a:cubicBezTo>
                  <a:pt x="423270" y="33433"/>
                  <a:pt x="421030" y="27881"/>
                  <a:pt x="418932" y="22733"/>
                </a:cubicBezTo>
                <a:cubicBezTo>
                  <a:pt x="416836" y="17586"/>
                  <a:pt x="415026" y="13202"/>
                  <a:pt x="413500" y="9580"/>
                </a:cubicBezTo>
                <a:cubicBezTo>
                  <a:pt x="415693" y="9770"/>
                  <a:pt x="417862" y="9938"/>
                  <a:pt x="420006" y="10082"/>
                </a:cubicBezTo>
                <a:cubicBezTo>
                  <a:pt x="422151" y="10224"/>
                  <a:pt x="424272" y="10296"/>
                  <a:pt x="426368" y="10296"/>
                </a:cubicBezTo>
                <a:cubicBezTo>
                  <a:pt x="428465" y="10296"/>
                  <a:pt x="430562" y="10224"/>
                  <a:pt x="432660" y="10082"/>
                </a:cubicBezTo>
                <a:cubicBezTo>
                  <a:pt x="434757" y="9938"/>
                  <a:pt x="436854" y="9770"/>
                  <a:pt x="438952" y="9580"/>
                </a:cubicBezTo>
                <a:cubicBezTo>
                  <a:pt x="440572" y="14918"/>
                  <a:pt x="442407" y="20542"/>
                  <a:pt x="444456" y="26451"/>
                </a:cubicBezTo>
                <a:cubicBezTo>
                  <a:pt x="446506" y="32361"/>
                  <a:pt x="448626" y="38389"/>
                  <a:pt x="450818" y="44538"/>
                </a:cubicBezTo>
                <a:cubicBezTo>
                  <a:pt x="453010" y="50686"/>
                  <a:pt x="455274" y="56858"/>
                  <a:pt x="457610" y="63054"/>
                </a:cubicBezTo>
                <a:cubicBezTo>
                  <a:pt x="459946" y="69250"/>
                  <a:pt x="462210" y="75351"/>
                  <a:pt x="464402" y="81356"/>
                </a:cubicBezTo>
                <a:close/>
                <a:moveTo>
                  <a:pt x="540181" y="86075"/>
                </a:moveTo>
                <a:cubicBezTo>
                  <a:pt x="540181" y="81977"/>
                  <a:pt x="540205" y="78855"/>
                  <a:pt x="540253" y="76709"/>
                </a:cubicBezTo>
                <a:cubicBezTo>
                  <a:pt x="540301" y="74564"/>
                  <a:pt x="540325" y="72681"/>
                  <a:pt x="540325" y="71061"/>
                </a:cubicBezTo>
                <a:cubicBezTo>
                  <a:pt x="538323" y="72205"/>
                  <a:pt x="536201" y="73136"/>
                  <a:pt x="533961" y="73851"/>
                </a:cubicBezTo>
                <a:cubicBezTo>
                  <a:pt x="531721" y="74565"/>
                  <a:pt x="529672" y="75471"/>
                  <a:pt x="527813" y="76567"/>
                </a:cubicBezTo>
                <a:cubicBezTo>
                  <a:pt x="525954" y="77663"/>
                  <a:pt x="524429" y="79164"/>
                  <a:pt x="523238" y="81070"/>
                </a:cubicBezTo>
                <a:cubicBezTo>
                  <a:pt x="522047" y="82977"/>
                  <a:pt x="521451" y="85741"/>
                  <a:pt x="521451" y="89363"/>
                </a:cubicBezTo>
                <a:cubicBezTo>
                  <a:pt x="521451" y="92890"/>
                  <a:pt x="522190" y="95583"/>
                  <a:pt x="523668" y="97442"/>
                </a:cubicBezTo>
                <a:cubicBezTo>
                  <a:pt x="525146" y="99301"/>
                  <a:pt x="527123" y="100230"/>
                  <a:pt x="529600" y="100230"/>
                </a:cubicBezTo>
                <a:cubicBezTo>
                  <a:pt x="532746" y="100230"/>
                  <a:pt x="535296" y="99039"/>
                  <a:pt x="537249" y="96657"/>
                </a:cubicBezTo>
                <a:cubicBezTo>
                  <a:pt x="539204" y="94273"/>
                  <a:pt x="540181" y="90746"/>
                  <a:pt x="540181" y="86075"/>
                </a:cubicBezTo>
                <a:moveTo>
                  <a:pt x="506295" y="47184"/>
                </a:moveTo>
                <a:cubicBezTo>
                  <a:pt x="510299" y="43943"/>
                  <a:pt x="514612" y="41465"/>
                  <a:pt x="519235" y="39749"/>
                </a:cubicBezTo>
                <a:cubicBezTo>
                  <a:pt x="523858" y="38032"/>
                  <a:pt x="528458" y="37174"/>
                  <a:pt x="533032" y="37174"/>
                </a:cubicBezTo>
                <a:cubicBezTo>
                  <a:pt x="536846" y="37174"/>
                  <a:pt x="540349" y="37603"/>
                  <a:pt x="543541" y="38461"/>
                </a:cubicBezTo>
                <a:cubicBezTo>
                  <a:pt x="546735" y="39320"/>
                  <a:pt x="549499" y="40678"/>
                  <a:pt x="551834" y="42537"/>
                </a:cubicBezTo>
                <a:cubicBezTo>
                  <a:pt x="554170" y="44396"/>
                  <a:pt x="555981" y="46803"/>
                  <a:pt x="557266" y="49758"/>
                </a:cubicBezTo>
                <a:cubicBezTo>
                  <a:pt x="558554" y="52712"/>
                  <a:pt x="559197" y="56287"/>
                  <a:pt x="559197" y="60482"/>
                </a:cubicBezTo>
                <a:cubicBezTo>
                  <a:pt x="559197" y="66582"/>
                  <a:pt x="559126" y="72229"/>
                  <a:pt x="558983" y="77425"/>
                </a:cubicBezTo>
                <a:cubicBezTo>
                  <a:pt x="558841" y="82619"/>
                  <a:pt x="558770" y="87789"/>
                  <a:pt x="558770" y="92937"/>
                </a:cubicBezTo>
                <a:cubicBezTo>
                  <a:pt x="558770" y="95225"/>
                  <a:pt x="558936" y="97012"/>
                  <a:pt x="559269" y="98299"/>
                </a:cubicBezTo>
                <a:cubicBezTo>
                  <a:pt x="559604" y="99587"/>
                  <a:pt x="560104" y="100564"/>
                  <a:pt x="560770" y="101232"/>
                </a:cubicBezTo>
                <a:cubicBezTo>
                  <a:pt x="561438" y="101898"/>
                  <a:pt x="562319" y="102326"/>
                  <a:pt x="563414" y="102517"/>
                </a:cubicBezTo>
                <a:cubicBezTo>
                  <a:pt x="564511" y="102707"/>
                  <a:pt x="565774" y="102803"/>
                  <a:pt x="567204" y="102803"/>
                </a:cubicBezTo>
                <a:lnTo>
                  <a:pt x="567204" y="106234"/>
                </a:lnTo>
                <a:cubicBezTo>
                  <a:pt x="564441" y="107379"/>
                  <a:pt x="562105" y="108237"/>
                  <a:pt x="560199" y="108809"/>
                </a:cubicBezTo>
                <a:cubicBezTo>
                  <a:pt x="558292" y="109380"/>
                  <a:pt x="556242" y="109666"/>
                  <a:pt x="554051" y="109666"/>
                </a:cubicBezTo>
                <a:cubicBezTo>
                  <a:pt x="550523" y="109666"/>
                  <a:pt x="547664" y="108809"/>
                  <a:pt x="545472" y="107094"/>
                </a:cubicBezTo>
                <a:cubicBezTo>
                  <a:pt x="543280" y="105378"/>
                  <a:pt x="541612" y="102899"/>
                  <a:pt x="540467" y="99659"/>
                </a:cubicBezTo>
                <a:cubicBezTo>
                  <a:pt x="538275" y="102709"/>
                  <a:pt x="535726" y="105139"/>
                  <a:pt x="532818" y="106950"/>
                </a:cubicBezTo>
                <a:cubicBezTo>
                  <a:pt x="529911" y="108761"/>
                  <a:pt x="526265" y="109666"/>
                  <a:pt x="521881" y="109666"/>
                </a:cubicBezTo>
                <a:cubicBezTo>
                  <a:pt x="518258" y="109666"/>
                  <a:pt x="515159" y="109189"/>
                  <a:pt x="512585" y="108235"/>
                </a:cubicBezTo>
                <a:cubicBezTo>
                  <a:pt x="510012" y="107282"/>
                  <a:pt x="507891" y="105925"/>
                  <a:pt x="506223" y="104162"/>
                </a:cubicBezTo>
                <a:cubicBezTo>
                  <a:pt x="504555" y="102397"/>
                  <a:pt x="503339" y="100395"/>
                  <a:pt x="502577" y="98155"/>
                </a:cubicBezTo>
                <a:cubicBezTo>
                  <a:pt x="501815" y="95916"/>
                  <a:pt x="501434" y="93652"/>
                  <a:pt x="501434" y="91364"/>
                </a:cubicBezTo>
                <a:cubicBezTo>
                  <a:pt x="501434" y="88219"/>
                  <a:pt x="501934" y="85503"/>
                  <a:pt x="502935" y="83215"/>
                </a:cubicBezTo>
                <a:cubicBezTo>
                  <a:pt x="503936" y="80927"/>
                  <a:pt x="505366" y="78973"/>
                  <a:pt x="507224" y="77353"/>
                </a:cubicBezTo>
                <a:cubicBezTo>
                  <a:pt x="509083" y="75732"/>
                  <a:pt x="511299" y="74374"/>
                  <a:pt x="513872" y="73277"/>
                </a:cubicBezTo>
                <a:cubicBezTo>
                  <a:pt x="516446" y="72181"/>
                  <a:pt x="519354" y="71251"/>
                  <a:pt x="522595" y="70489"/>
                </a:cubicBezTo>
                <a:cubicBezTo>
                  <a:pt x="526599" y="69536"/>
                  <a:pt x="529768" y="68703"/>
                  <a:pt x="532102" y="67989"/>
                </a:cubicBezTo>
                <a:cubicBezTo>
                  <a:pt x="534438" y="67273"/>
                  <a:pt x="536178" y="66558"/>
                  <a:pt x="537321" y="65844"/>
                </a:cubicBezTo>
                <a:cubicBezTo>
                  <a:pt x="538466" y="65129"/>
                  <a:pt x="539205" y="64342"/>
                  <a:pt x="539538" y="63484"/>
                </a:cubicBezTo>
                <a:cubicBezTo>
                  <a:pt x="539872" y="62625"/>
                  <a:pt x="540040" y="61577"/>
                  <a:pt x="540040" y="60338"/>
                </a:cubicBezTo>
                <a:cubicBezTo>
                  <a:pt x="540040" y="56906"/>
                  <a:pt x="538824" y="53976"/>
                  <a:pt x="536392" y="51545"/>
                </a:cubicBezTo>
                <a:cubicBezTo>
                  <a:pt x="533961" y="49113"/>
                  <a:pt x="530601" y="47897"/>
                  <a:pt x="526312" y="47897"/>
                </a:cubicBezTo>
                <a:cubicBezTo>
                  <a:pt x="524692" y="47897"/>
                  <a:pt x="523024" y="48112"/>
                  <a:pt x="521307" y="48541"/>
                </a:cubicBezTo>
                <a:cubicBezTo>
                  <a:pt x="519593" y="48970"/>
                  <a:pt x="517948" y="49566"/>
                  <a:pt x="516374" y="50330"/>
                </a:cubicBezTo>
                <a:cubicBezTo>
                  <a:pt x="514802" y="51092"/>
                  <a:pt x="513372" y="51926"/>
                  <a:pt x="512085" y="52832"/>
                </a:cubicBezTo>
                <a:cubicBezTo>
                  <a:pt x="510799" y="53737"/>
                  <a:pt x="509823" y="54714"/>
                  <a:pt x="509155" y="55763"/>
                </a:cubicBezTo>
                <a:lnTo>
                  <a:pt x="508154" y="55763"/>
                </a:lnTo>
                <a:lnTo>
                  <a:pt x="506295" y="47184"/>
                </a:lnTo>
                <a:close/>
                <a:moveTo>
                  <a:pt x="579789" y="49470"/>
                </a:moveTo>
                <a:cubicBezTo>
                  <a:pt x="579789" y="40130"/>
                  <a:pt x="579693" y="31551"/>
                  <a:pt x="579501" y="23735"/>
                </a:cubicBezTo>
                <a:cubicBezTo>
                  <a:pt x="579310" y="15919"/>
                  <a:pt x="579025" y="8007"/>
                  <a:pt x="578644" y="0"/>
                </a:cubicBezTo>
                <a:cubicBezTo>
                  <a:pt x="579883" y="191"/>
                  <a:pt x="581456" y="358"/>
                  <a:pt x="583363" y="502"/>
                </a:cubicBezTo>
                <a:cubicBezTo>
                  <a:pt x="585269" y="644"/>
                  <a:pt x="587272" y="716"/>
                  <a:pt x="589369" y="716"/>
                </a:cubicBezTo>
                <a:cubicBezTo>
                  <a:pt x="591465" y="716"/>
                  <a:pt x="593466" y="644"/>
                  <a:pt x="595373" y="502"/>
                </a:cubicBezTo>
                <a:cubicBezTo>
                  <a:pt x="597280" y="358"/>
                  <a:pt x="598853" y="191"/>
                  <a:pt x="600092" y="0"/>
                </a:cubicBezTo>
                <a:cubicBezTo>
                  <a:pt x="599711" y="8007"/>
                  <a:pt x="599424" y="15919"/>
                  <a:pt x="599232" y="23735"/>
                </a:cubicBezTo>
                <a:cubicBezTo>
                  <a:pt x="599042" y="31551"/>
                  <a:pt x="598947" y="40130"/>
                  <a:pt x="598947" y="49470"/>
                </a:cubicBezTo>
                <a:lnTo>
                  <a:pt x="598947" y="58765"/>
                </a:lnTo>
                <a:cubicBezTo>
                  <a:pt x="598947" y="68107"/>
                  <a:pt x="599042" y="76686"/>
                  <a:pt x="599232" y="84502"/>
                </a:cubicBezTo>
                <a:cubicBezTo>
                  <a:pt x="599424" y="92319"/>
                  <a:pt x="599711" y="100087"/>
                  <a:pt x="600092" y="107807"/>
                </a:cubicBezTo>
                <a:cubicBezTo>
                  <a:pt x="598853" y="107617"/>
                  <a:pt x="597280" y="107522"/>
                  <a:pt x="595373" y="107522"/>
                </a:cubicBezTo>
                <a:cubicBezTo>
                  <a:pt x="593466" y="107522"/>
                  <a:pt x="591465" y="107522"/>
                  <a:pt x="589369" y="107522"/>
                </a:cubicBezTo>
                <a:cubicBezTo>
                  <a:pt x="587272" y="107522"/>
                  <a:pt x="585269" y="107522"/>
                  <a:pt x="583363" y="107522"/>
                </a:cubicBezTo>
                <a:cubicBezTo>
                  <a:pt x="581456" y="107522"/>
                  <a:pt x="579883" y="107617"/>
                  <a:pt x="578644" y="107807"/>
                </a:cubicBezTo>
                <a:cubicBezTo>
                  <a:pt x="579025" y="100087"/>
                  <a:pt x="579310" y="92319"/>
                  <a:pt x="579501" y="84502"/>
                </a:cubicBezTo>
                <a:cubicBezTo>
                  <a:pt x="579693" y="76686"/>
                  <a:pt x="579789" y="68107"/>
                  <a:pt x="579789" y="58765"/>
                </a:cubicBezTo>
                <a:lnTo>
                  <a:pt x="579789" y="49470"/>
                </a:lnTo>
                <a:close/>
                <a:moveTo>
                  <a:pt x="660857" y="97512"/>
                </a:moveTo>
                <a:cubicBezTo>
                  <a:pt x="658188" y="101516"/>
                  <a:pt x="655066" y="104543"/>
                  <a:pt x="651491" y="106592"/>
                </a:cubicBezTo>
                <a:cubicBezTo>
                  <a:pt x="647917" y="108642"/>
                  <a:pt x="643843" y="109666"/>
                  <a:pt x="639269" y="109666"/>
                </a:cubicBezTo>
                <a:cubicBezTo>
                  <a:pt x="632119" y="109666"/>
                  <a:pt x="626613" y="107665"/>
                  <a:pt x="622753" y="103662"/>
                </a:cubicBezTo>
                <a:cubicBezTo>
                  <a:pt x="618893" y="99658"/>
                  <a:pt x="616963" y="93033"/>
                  <a:pt x="616963" y="83787"/>
                </a:cubicBezTo>
                <a:cubicBezTo>
                  <a:pt x="616963" y="78926"/>
                  <a:pt x="617058" y="74637"/>
                  <a:pt x="617249" y="70919"/>
                </a:cubicBezTo>
                <a:cubicBezTo>
                  <a:pt x="617439" y="67201"/>
                  <a:pt x="617535" y="63484"/>
                  <a:pt x="617535" y="59766"/>
                </a:cubicBezTo>
                <a:cubicBezTo>
                  <a:pt x="617535" y="56716"/>
                  <a:pt x="617463" y="53404"/>
                  <a:pt x="617319" y="49830"/>
                </a:cubicBezTo>
                <a:cubicBezTo>
                  <a:pt x="617176" y="46255"/>
                  <a:pt x="617009" y="42656"/>
                  <a:pt x="616819" y="39033"/>
                </a:cubicBezTo>
                <a:cubicBezTo>
                  <a:pt x="618058" y="39224"/>
                  <a:pt x="619631" y="39391"/>
                  <a:pt x="621538" y="39535"/>
                </a:cubicBezTo>
                <a:cubicBezTo>
                  <a:pt x="623445" y="39677"/>
                  <a:pt x="625447" y="39749"/>
                  <a:pt x="627544" y="39749"/>
                </a:cubicBezTo>
                <a:cubicBezTo>
                  <a:pt x="629640" y="39749"/>
                  <a:pt x="631642" y="39677"/>
                  <a:pt x="633548" y="39535"/>
                </a:cubicBezTo>
                <a:cubicBezTo>
                  <a:pt x="635455" y="39391"/>
                  <a:pt x="637028" y="39224"/>
                  <a:pt x="638267" y="39033"/>
                </a:cubicBezTo>
                <a:cubicBezTo>
                  <a:pt x="637600" y="44181"/>
                  <a:pt x="637171" y="50138"/>
                  <a:pt x="636980" y="56906"/>
                </a:cubicBezTo>
                <a:cubicBezTo>
                  <a:pt x="636790" y="63673"/>
                  <a:pt x="636694" y="71395"/>
                  <a:pt x="636694" y="80069"/>
                </a:cubicBezTo>
                <a:cubicBezTo>
                  <a:pt x="636694" y="86075"/>
                  <a:pt x="637719" y="90483"/>
                  <a:pt x="639768" y="93295"/>
                </a:cubicBezTo>
                <a:cubicBezTo>
                  <a:pt x="641818" y="96106"/>
                  <a:pt x="644701" y="97512"/>
                  <a:pt x="648419" y="97512"/>
                </a:cubicBezTo>
                <a:cubicBezTo>
                  <a:pt x="652708" y="97512"/>
                  <a:pt x="655854" y="95654"/>
                  <a:pt x="657855" y="91938"/>
                </a:cubicBezTo>
                <a:cubicBezTo>
                  <a:pt x="659856" y="88220"/>
                  <a:pt x="660857" y="83073"/>
                  <a:pt x="660857" y="76495"/>
                </a:cubicBezTo>
                <a:lnTo>
                  <a:pt x="660857" y="70775"/>
                </a:lnTo>
                <a:cubicBezTo>
                  <a:pt x="660857" y="64961"/>
                  <a:pt x="660786" y="59505"/>
                  <a:pt x="660643" y="54405"/>
                </a:cubicBezTo>
                <a:cubicBezTo>
                  <a:pt x="660501" y="49305"/>
                  <a:pt x="660191" y="44181"/>
                  <a:pt x="659714" y="39033"/>
                </a:cubicBezTo>
                <a:cubicBezTo>
                  <a:pt x="662383" y="39510"/>
                  <a:pt x="665957" y="39749"/>
                  <a:pt x="670437" y="39749"/>
                </a:cubicBezTo>
                <a:cubicBezTo>
                  <a:pt x="672630" y="39749"/>
                  <a:pt x="674632" y="39677"/>
                  <a:pt x="676443" y="39535"/>
                </a:cubicBezTo>
                <a:cubicBezTo>
                  <a:pt x="678254" y="39391"/>
                  <a:pt x="679827" y="39224"/>
                  <a:pt x="681162" y="39033"/>
                </a:cubicBezTo>
                <a:cubicBezTo>
                  <a:pt x="680685" y="44181"/>
                  <a:pt x="680375" y="49305"/>
                  <a:pt x="680231" y="54405"/>
                </a:cubicBezTo>
                <a:cubicBezTo>
                  <a:pt x="680088" y="59505"/>
                  <a:pt x="680017" y="64961"/>
                  <a:pt x="680017" y="70775"/>
                </a:cubicBezTo>
                <a:lnTo>
                  <a:pt x="680017" y="76495"/>
                </a:lnTo>
                <a:cubicBezTo>
                  <a:pt x="680017" y="82309"/>
                  <a:pt x="680088" y="87789"/>
                  <a:pt x="680231" y="92937"/>
                </a:cubicBezTo>
                <a:cubicBezTo>
                  <a:pt x="680375" y="98084"/>
                  <a:pt x="680685" y="103041"/>
                  <a:pt x="681162" y="107807"/>
                </a:cubicBezTo>
                <a:cubicBezTo>
                  <a:pt x="679446" y="107617"/>
                  <a:pt x="677754" y="107522"/>
                  <a:pt x="676085" y="107522"/>
                </a:cubicBezTo>
                <a:cubicBezTo>
                  <a:pt x="674417" y="107522"/>
                  <a:pt x="672725" y="107522"/>
                  <a:pt x="671011" y="107522"/>
                </a:cubicBezTo>
                <a:cubicBezTo>
                  <a:pt x="669294" y="107522"/>
                  <a:pt x="667602" y="107522"/>
                  <a:pt x="665934" y="107522"/>
                </a:cubicBezTo>
                <a:cubicBezTo>
                  <a:pt x="664265" y="107522"/>
                  <a:pt x="662478" y="107617"/>
                  <a:pt x="660571" y="107807"/>
                </a:cubicBezTo>
                <a:lnTo>
                  <a:pt x="661145" y="97512"/>
                </a:lnTo>
                <a:lnTo>
                  <a:pt x="660857" y="97512"/>
                </a:lnTo>
                <a:close/>
                <a:moveTo>
                  <a:pt x="714619" y="73635"/>
                </a:moveTo>
                <a:cubicBezTo>
                  <a:pt x="714619" y="77447"/>
                  <a:pt x="715000" y="81022"/>
                  <a:pt x="715763" y="84358"/>
                </a:cubicBezTo>
                <a:cubicBezTo>
                  <a:pt x="716526" y="87695"/>
                  <a:pt x="717694" y="90578"/>
                  <a:pt x="719266" y="93009"/>
                </a:cubicBezTo>
                <a:cubicBezTo>
                  <a:pt x="720839" y="95439"/>
                  <a:pt x="722840" y="97346"/>
                  <a:pt x="725270" y="98729"/>
                </a:cubicBezTo>
                <a:cubicBezTo>
                  <a:pt x="727702" y="100111"/>
                  <a:pt x="730539" y="100802"/>
                  <a:pt x="733779" y="100802"/>
                </a:cubicBezTo>
                <a:cubicBezTo>
                  <a:pt x="740356" y="100802"/>
                  <a:pt x="746219" y="98657"/>
                  <a:pt x="751366" y="94368"/>
                </a:cubicBezTo>
                <a:lnTo>
                  <a:pt x="753081" y="95655"/>
                </a:lnTo>
                <a:lnTo>
                  <a:pt x="749935" y="103662"/>
                </a:lnTo>
                <a:cubicBezTo>
                  <a:pt x="747552" y="105473"/>
                  <a:pt x="744693" y="106926"/>
                  <a:pt x="741356" y="108021"/>
                </a:cubicBezTo>
                <a:cubicBezTo>
                  <a:pt x="738020" y="109118"/>
                  <a:pt x="733635" y="109666"/>
                  <a:pt x="728203" y="109666"/>
                </a:cubicBezTo>
                <a:cubicBezTo>
                  <a:pt x="723532" y="109666"/>
                  <a:pt x="719100" y="109023"/>
                  <a:pt x="714905" y="107735"/>
                </a:cubicBezTo>
                <a:cubicBezTo>
                  <a:pt x="710712" y="106450"/>
                  <a:pt x="707018" y="104329"/>
                  <a:pt x="703824" y="101373"/>
                </a:cubicBezTo>
                <a:cubicBezTo>
                  <a:pt x="700632" y="98418"/>
                  <a:pt x="698106" y="94676"/>
                  <a:pt x="696247" y="90149"/>
                </a:cubicBezTo>
                <a:cubicBezTo>
                  <a:pt x="694388" y="85621"/>
                  <a:pt x="693459" y="80212"/>
                  <a:pt x="693459" y="73921"/>
                </a:cubicBezTo>
                <a:cubicBezTo>
                  <a:pt x="693459" y="67725"/>
                  <a:pt x="694292" y="62340"/>
                  <a:pt x="695959" y="57765"/>
                </a:cubicBezTo>
                <a:cubicBezTo>
                  <a:pt x="697627" y="53190"/>
                  <a:pt x="699939" y="49377"/>
                  <a:pt x="702895" y="46327"/>
                </a:cubicBezTo>
                <a:cubicBezTo>
                  <a:pt x="705850" y="43275"/>
                  <a:pt x="709353" y="40987"/>
                  <a:pt x="713404" y="39463"/>
                </a:cubicBezTo>
                <a:cubicBezTo>
                  <a:pt x="717455" y="37937"/>
                  <a:pt x="721863" y="37174"/>
                  <a:pt x="726630" y="37174"/>
                </a:cubicBezTo>
                <a:cubicBezTo>
                  <a:pt x="736066" y="37174"/>
                  <a:pt x="743286" y="39939"/>
                  <a:pt x="748290" y="45467"/>
                </a:cubicBezTo>
                <a:cubicBezTo>
                  <a:pt x="753295" y="50995"/>
                  <a:pt x="755797" y="58812"/>
                  <a:pt x="755797" y="68916"/>
                </a:cubicBezTo>
                <a:lnTo>
                  <a:pt x="755797" y="71920"/>
                </a:lnTo>
                <a:cubicBezTo>
                  <a:pt x="755797" y="72777"/>
                  <a:pt x="755750" y="73349"/>
                  <a:pt x="755655" y="73635"/>
                </a:cubicBezTo>
                <a:lnTo>
                  <a:pt x="714619" y="73635"/>
                </a:lnTo>
                <a:moveTo>
                  <a:pt x="736639" y="67201"/>
                </a:moveTo>
                <a:cubicBezTo>
                  <a:pt x="736447" y="60052"/>
                  <a:pt x="735565" y="54333"/>
                  <a:pt x="733993" y="50044"/>
                </a:cubicBezTo>
                <a:cubicBezTo>
                  <a:pt x="732421" y="45754"/>
                  <a:pt x="729776" y="43608"/>
                  <a:pt x="726058" y="43608"/>
                </a:cubicBezTo>
                <a:cubicBezTo>
                  <a:pt x="723961" y="43608"/>
                  <a:pt x="722197" y="44323"/>
                  <a:pt x="720767" y="45753"/>
                </a:cubicBezTo>
                <a:cubicBezTo>
                  <a:pt x="719338" y="47183"/>
                  <a:pt x="718194" y="49018"/>
                  <a:pt x="717336" y="51259"/>
                </a:cubicBezTo>
                <a:cubicBezTo>
                  <a:pt x="716477" y="53499"/>
                  <a:pt x="715834" y="56025"/>
                  <a:pt x="715405" y="58837"/>
                </a:cubicBezTo>
                <a:cubicBezTo>
                  <a:pt x="714977" y="61648"/>
                  <a:pt x="714715" y="64436"/>
                  <a:pt x="714619" y="67201"/>
                </a:cubicBezTo>
                <a:lnTo>
                  <a:pt x="736639" y="67201"/>
                </a:lnTo>
                <a:close/>
                <a:moveTo>
                  <a:pt x="824144" y="43322"/>
                </a:moveTo>
                <a:cubicBezTo>
                  <a:pt x="822618" y="54285"/>
                  <a:pt x="821473" y="65104"/>
                  <a:pt x="820710" y="75780"/>
                </a:cubicBezTo>
                <a:cubicBezTo>
                  <a:pt x="819947" y="86456"/>
                  <a:pt x="819185" y="97132"/>
                  <a:pt x="818423" y="107807"/>
                </a:cubicBezTo>
                <a:cubicBezTo>
                  <a:pt x="817280" y="107617"/>
                  <a:pt x="816136" y="107522"/>
                  <a:pt x="814991" y="107522"/>
                </a:cubicBezTo>
                <a:cubicBezTo>
                  <a:pt x="813848" y="107522"/>
                  <a:pt x="812752" y="107522"/>
                  <a:pt x="811703" y="107522"/>
                </a:cubicBezTo>
                <a:cubicBezTo>
                  <a:pt x="810560" y="107522"/>
                  <a:pt x="809440" y="107522"/>
                  <a:pt x="808344" y="107522"/>
                </a:cubicBezTo>
                <a:cubicBezTo>
                  <a:pt x="807247" y="107522"/>
                  <a:pt x="806127" y="107617"/>
                  <a:pt x="804984" y="107807"/>
                </a:cubicBezTo>
                <a:cubicBezTo>
                  <a:pt x="808034" y="91413"/>
                  <a:pt x="810750" y="75113"/>
                  <a:pt x="813132" y="58909"/>
                </a:cubicBezTo>
                <a:cubicBezTo>
                  <a:pt x="815516" y="42704"/>
                  <a:pt x="817709" y="26261"/>
                  <a:pt x="819710" y="9580"/>
                </a:cubicBezTo>
                <a:cubicBezTo>
                  <a:pt x="820759" y="9770"/>
                  <a:pt x="821736" y="9938"/>
                  <a:pt x="822640" y="10082"/>
                </a:cubicBezTo>
                <a:cubicBezTo>
                  <a:pt x="823546" y="10224"/>
                  <a:pt x="824524" y="10296"/>
                  <a:pt x="825573" y="10296"/>
                </a:cubicBezTo>
                <a:cubicBezTo>
                  <a:pt x="826431" y="10296"/>
                  <a:pt x="827336" y="10224"/>
                  <a:pt x="828289" y="10082"/>
                </a:cubicBezTo>
                <a:cubicBezTo>
                  <a:pt x="829241" y="9938"/>
                  <a:pt x="830242" y="9770"/>
                  <a:pt x="831291" y="9580"/>
                </a:cubicBezTo>
                <a:cubicBezTo>
                  <a:pt x="833865" y="15299"/>
                  <a:pt x="836558" y="21113"/>
                  <a:pt x="839370" y="27023"/>
                </a:cubicBezTo>
                <a:cubicBezTo>
                  <a:pt x="842181" y="32932"/>
                  <a:pt x="844993" y="38819"/>
                  <a:pt x="847804" y="44682"/>
                </a:cubicBezTo>
                <a:cubicBezTo>
                  <a:pt x="850617" y="50543"/>
                  <a:pt x="853429" y="56286"/>
                  <a:pt x="856241" y="61911"/>
                </a:cubicBezTo>
                <a:cubicBezTo>
                  <a:pt x="859054" y="67535"/>
                  <a:pt x="861747" y="72873"/>
                  <a:pt x="864320" y="77924"/>
                </a:cubicBezTo>
                <a:cubicBezTo>
                  <a:pt x="870039" y="67249"/>
                  <a:pt x="875734" y="56072"/>
                  <a:pt x="881405" y="44396"/>
                </a:cubicBezTo>
                <a:cubicBezTo>
                  <a:pt x="887077" y="32719"/>
                  <a:pt x="892487" y="21114"/>
                  <a:pt x="897635" y="9580"/>
                </a:cubicBezTo>
                <a:cubicBezTo>
                  <a:pt x="900017" y="10057"/>
                  <a:pt x="902066" y="10296"/>
                  <a:pt x="903783" y="10296"/>
                </a:cubicBezTo>
                <a:cubicBezTo>
                  <a:pt x="905403" y="10296"/>
                  <a:pt x="907405" y="10057"/>
                  <a:pt x="909789" y="9580"/>
                </a:cubicBezTo>
                <a:cubicBezTo>
                  <a:pt x="910742" y="17777"/>
                  <a:pt x="911766" y="26594"/>
                  <a:pt x="912861" y="36031"/>
                </a:cubicBezTo>
                <a:cubicBezTo>
                  <a:pt x="913958" y="45468"/>
                  <a:pt x="915030" y="54690"/>
                  <a:pt x="916079" y="63697"/>
                </a:cubicBezTo>
                <a:cubicBezTo>
                  <a:pt x="917128" y="72705"/>
                  <a:pt x="918176" y="81117"/>
                  <a:pt x="919225" y="88933"/>
                </a:cubicBezTo>
                <a:cubicBezTo>
                  <a:pt x="920274" y="96750"/>
                  <a:pt x="921227" y="103041"/>
                  <a:pt x="922085" y="107807"/>
                </a:cubicBezTo>
                <a:cubicBezTo>
                  <a:pt x="920178" y="107617"/>
                  <a:pt x="918248" y="107522"/>
                  <a:pt x="916293" y="107522"/>
                </a:cubicBezTo>
                <a:cubicBezTo>
                  <a:pt x="914339" y="107522"/>
                  <a:pt x="912409" y="107522"/>
                  <a:pt x="910502" y="107522"/>
                </a:cubicBezTo>
                <a:cubicBezTo>
                  <a:pt x="908597" y="107522"/>
                  <a:pt x="906643" y="107522"/>
                  <a:pt x="904640" y="107522"/>
                </a:cubicBezTo>
                <a:cubicBezTo>
                  <a:pt x="902639" y="107522"/>
                  <a:pt x="900637" y="107617"/>
                  <a:pt x="898636" y="107807"/>
                </a:cubicBezTo>
                <a:cubicBezTo>
                  <a:pt x="898159" y="97990"/>
                  <a:pt x="897372" y="87362"/>
                  <a:pt x="896275" y="75924"/>
                </a:cubicBezTo>
                <a:cubicBezTo>
                  <a:pt x="895180" y="64484"/>
                  <a:pt x="894060" y="53141"/>
                  <a:pt x="892916" y="41893"/>
                </a:cubicBezTo>
                <a:lnTo>
                  <a:pt x="892630" y="41893"/>
                </a:lnTo>
                <a:cubicBezTo>
                  <a:pt x="887197" y="53141"/>
                  <a:pt x="881859" y="64198"/>
                  <a:pt x="876616" y="75064"/>
                </a:cubicBezTo>
                <a:cubicBezTo>
                  <a:pt x="871374" y="85931"/>
                  <a:pt x="866179" y="96845"/>
                  <a:pt x="861032" y="107807"/>
                </a:cubicBezTo>
                <a:cubicBezTo>
                  <a:pt x="860555" y="107713"/>
                  <a:pt x="860102" y="107642"/>
                  <a:pt x="859673" y="107594"/>
                </a:cubicBezTo>
                <a:cubicBezTo>
                  <a:pt x="859244" y="107546"/>
                  <a:pt x="858791" y="107522"/>
                  <a:pt x="858316" y="107522"/>
                </a:cubicBezTo>
                <a:cubicBezTo>
                  <a:pt x="857839" y="107522"/>
                  <a:pt x="857386" y="107546"/>
                  <a:pt x="856957" y="107594"/>
                </a:cubicBezTo>
                <a:cubicBezTo>
                  <a:pt x="856528" y="107642"/>
                  <a:pt x="856075" y="107713"/>
                  <a:pt x="855600" y="107807"/>
                </a:cubicBezTo>
                <a:cubicBezTo>
                  <a:pt x="850452" y="97132"/>
                  <a:pt x="845328" y="86456"/>
                  <a:pt x="840227" y="75780"/>
                </a:cubicBezTo>
                <a:cubicBezTo>
                  <a:pt x="835128" y="65104"/>
                  <a:pt x="829862" y="54285"/>
                  <a:pt x="824429" y="43322"/>
                </a:cubicBezTo>
                <a:lnTo>
                  <a:pt x="824144" y="43322"/>
                </a:lnTo>
                <a:close/>
                <a:moveTo>
                  <a:pt x="969268" y="86075"/>
                </a:moveTo>
                <a:cubicBezTo>
                  <a:pt x="969268" y="81977"/>
                  <a:pt x="969292" y="78855"/>
                  <a:pt x="969340" y="76709"/>
                </a:cubicBezTo>
                <a:cubicBezTo>
                  <a:pt x="969388" y="74564"/>
                  <a:pt x="969412" y="72681"/>
                  <a:pt x="969412" y="71061"/>
                </a:cubicBezTo>
                <a:cubicBezTo>
                  <a:pt x="967409" y="72205"/>
                  <a:pt x="965288" y="73136"/>
                  <a:pt x="963048" y="73851"/>
                </a:cubicBezTo>
                <a:cubicBezTo>
                  <a:pt x="960808" y="74565"/>
                  <a:pt x="958759" y="75471"/>
                  <a:pt x="956900" y="76567"/>
                </a:cubicBezTo>
                <a:cubicBezTo>
                  <a:pt x="955041" y="77663"/>
                  <a:pt x="953516" y="79164"/>
                  <a:pt x="952325" y="81070"/>
                </a:cubicBezTo>
                <a:cubicBezTo>
                  <a:pt x="951134" y="82977"/>
                  <a:pt x="950538" y="85741"/>
                  <a:pt x="950538" y="89363"/>
                </a:cubicBezTo>
                <a:cubicBezTo>
                  <a:pt x="950538" y="92890"/>
                  <a:pt x="951277" y="95583"/>
                  <a:pt x="952755" y="97442"/>
                </a:cubicBezTo>
                <a:cubicBezTo>
                  <a:pt x="954232" y="99301"/>
                  <a:pt x="956210" y="100230"/>
                  <a:pt x="958687" y="100230"/>
                </a:cubicBezTo>
                <a:cubicBezTo>
                  <a:pt x="961833" y="100230"/>
                  <a:pt x="964383" y="99039"/>
                  <a:pt x="966336" y="96657"/>
                </a:cubicBezTo>
                <a:cubicBezTo>
                  <a:pt x="968291" y="94273"/>
                  <a:pt x="969268" y="90746"/>
                  <a:pt x="969268" y="86075"/>
                </a:cubicBezTo>
                <a:moveTo>
                  <a:pt x="935382" y="47184"/>
                </a:moveTo>
                <a:cubicBezTo>
                  <a:pt x="939386" y="43943"/>
                  <a:pt x="943699" y="41465"/>
                  <a:pt x="948321" y="39749"/>
                </a:cubicBezTo>
                <a:cubicBezTo>
                  <a:pt x="952945" y="38032"/>
                  <a:pt x="957544" y="37174"/>
                  <a:pt x="962119" y="37174"/>
                </a:cubicBezTo>
                <a:cubicBezTo>
                  <a:pt x="965932" y="37174"/>
                  <a:pt x="969435" y="37603"/>
                  <a:pt x="972628" y="38461"/>
                </a:cubicBezTo>
                <a:cubicBezTo>
                  <a:pt x="975822" y="39320"/>
                  <a:pt x="978586" y="40678"/>
                  <a:pt x="980921" y="42537"/>
                </a:cubicBezTo>
                <a:cubicBezTo>
                  <a:pt x="983257" y="44396"/>
                  <a:pt x="985067" y="46803"/>
                  <a:pt x="986353" y="49758"/>
                </a:cubicBezTo>
                <a:cubicBezTo>
                  <a:pt x="987640" y="52712"/>
                  <a:pt x="988284" y="56287"/>
                  <a:pt x="988284" y="60482"/>
                </a:cubicBezTo>
                <a:cubicBezTo>
                  <a:pt x="988284" y="66582"/>
                  <a:pt x="988213" y="72229"/>
                  <a:pt x="988070" y="77425"/>
                </a:cubicBezTo>
                <a:cubicBezTo>
                  <a:pt x="987928" y="82619"/>
                  <a:pt x="987856" y="87789"/>
                  <a:pt x="987856" y="92937"/>
                </a:cubicBezTo>
                <a:cubicBezTo>
                  <a:pt x="987856" y="95225"/>
                  <a:pt x="988023" y="97012"/>
                  <a:pt x="988356" y="98299"/>
                </a:cubicBezTo>
                <a:cubicBezTo>
                  <a:pt x="988691" y="99587"/>
                  <a:pt x="989191" y="100564"/>
                  <a:pt x="989857" y="101232"/>
                </a:cubicBezTo>
                <a:cubicBezTo>
                  <a:pt x="990525" y="101898"/>
                  <a:pt x="991406" y="102326"/>
                  <a:pt x="992501" y="102517"/>
                </a:cubicBezTo>
                <a:cubicBezTo>
                  <a:pt x="993598" y="102707"/>
                  <a:pt x="994861" y="102803"/>
                  <a:pt x="996291" y="102803"/>
                </a:cubicBezTo>
                <a:lnTo>
                  <a:pt x="996291" y="106234"/>
                </a:lnTo>
                <a:cubicBezTo>
                  <a:pt x="993527" y="107379"/>
                  <a:pt x="991192" y="108237"/>
                  <a:pt x="989285" y="108809"/>
                </a:cubicBezTo>
                <a:cubicBezTo>
                  <a:pt x="987379" y="109380"/>
                  <a:pt x="985329" y="109666"/>
                  <a:pt x="983137" y="109666"/>
                </a:cubicBezTo>
                <a:cubicBezTo>
                  <a:pt x="979610" y="109666"/>
                  <a:pt x="976751" y="108809"/>
                  <a:pt x="974559" y="107094"/>
                </a:cubicBezTo>
                <a:cubicBezTo>
                  <a:pt x="972367" y="105378"/>
                  <a:pt x="970699" y="102899"/>
                  <a:pt x="969554" y="99659"/>
                </a:cubicBezTo>
                <a:cubicBezTo>
                  <a:pt x="967362" y="102709"/>
                  <a:pt x="964812" y="105139"/>
                  <a:pt x="961905" y="106950"/>
                </a:cubicBezTo>
                <a:cubicBezTo>
                  <a:pt x="958997" y="108761"/>
                  <a:pt x="955352" y="109666"/>
                  <a:pt x="950968" y="109666"/>
                </a:cubicBezTo>
                <a:cubicBezTo>
                  <a:pt x="947345" y="109666"/>
                  <a:pt x="944246" y="109189"/>
                  <a:pt x="941672" y="108235"/>
                </a:cubicBezTo>
                <a:cubicBezTo>
                  <a:pt x="939099" y="107282"/>
                  <a:pt x="936978" y="105925"/>
                  <a:pt x="935310" y="104162"/>
                </a:cubicBezTo>
                <a:cubicBezTo>
                  <a:pt x="933641" y="102397"/>
                  <a:pt x="932426" y="100395"/>
                  <a:pt x="931664" y="98155"/>
                </a:cubicBezTo>
                <a:cubicBezTo>
                  <a:pt x="930902" y="95916"/>
                  <a:pt x="930521" y="93652"/>
                  <a:pt x="930521" y="91364"/>
                </a:cubicBezTo>
                <a:cubicBezTo>
                  <a:pt x="930521" y="88219"/>
                  <a:pt x="931021" y="85503"/>
                  <a:pt x="932022" y="83215"/>
                </a:cubicBezTo>
                <a:cubicBezTo>
                  <a:pt x="933023" y="80927"/>
                  <a:pt x="934452" y="78973"/>
                  <a:pt x="936311" y="77353"/>
                </a:cubicBezTo>
                <a:cubicBezTo>
                  <a:pt x="938170" y="75732"/>
                  <a:pt x="940386" y="74374"/>
                  <a:pt x="942959" y="73277"/>
                </a:cubicBezTo>
                <a:cubicBezTo>
                  <a:pt x="945533" y="72181"/>
                  <a:pt x="948441" y="71251"/>
                  <a:pt x="951681" y="70489"/>
                </a:cubicBezTo>
                <a:cubicBezTo>
                  <a:pt x="955686" y="69536"/>
                  <a:pt x="958855" y="68703"/>
                  <a:pt x="961189" y="67989"/>
                </a:cubicBezTo>
                <a:cubicBezTo>
                  <a:pt x="963525" y="67273"/>
                  <a:pt x="965265" y="66558"/>
                  <a:pt x="966408" y="65844"/>
                </a:cubicBezTo>
                <a:cubicBezTo>
                  <a:pt x="967553" y="65129"/>
                  <a:pt x="968291" y="64342"/>
                  <a:pt x="968625" y="63484"/>
                </a:cubicBezTo>
                <a:cubicBezTo>
                  <a:pt x="968959" y="62625"/>
                  <a:pt x="969126" y="61577"/>
                  <a:pt x="969126" y="60338"/>
                </a:cubicBezTo>
                <a:cubicBezTo>
                  <a:pt x="969126" y="56906"/>
                  <a:pt x="967910" y="53976"/>
                  <a:pt x="965479" y="51545"/>
                </a:cubicBezTo>
                <a:cubicBezTo>
                  <a:pt x="963048" y="49113"/>
                  <a:pt x="959688" y="47897"/>
                  <a:pt x="955399" y="47897"/>
                </a:cubicBezTo>
                <a:cubicBezTo>
                  <a:pt x="953779" y="47897"/>
                  <a:pt x="952110" y="48112"/>
                  <a:pt x="950394" y="48541"/>
                </a:cubicBezTo>
                <a:cubicBezTo>
                  <a:pt x="948679" y="48970"/>
                  <a:pt x="947035" y="49566"/>
                  <a:pt x="945461" y="50330"/>
                </a:cubicBezTo>
                <a:cubicBezTo>
                  <a:pt x="943889" y="51092"/>
                  <a:pt x="942459" y="51926"/>
                  <a:pt x="941172" y="52832"/>
                </a:cubicBezTo>
                <a:cubicBezTo>
                  <a:pt x="939886" y="53737"/>
                  <a:pt x="938910" y="54714"/>
                  <a:pt x="938242" y="55763"/>
                </a:cubicBezTo>
                <a:lnTo>
                  <a:pt x="937241" y="55763"/>
                </a:lnTo>
                <a:lnTo>
                  <a:pt x="935382" y="47184"/>
                </a:lnTo>
                <a:close/>
                <a:moveTo>
                  <a:pt x="1043760" y="39749"/>
                </a:moveTo>
                <a:cubicBezTo>
                  <a:pt x="1043475" y="41178"/>
                  <a:pt x="1043333" y="42465"/>
                  <a:pt x="1043333" y="43608"/>
                </a:cubicBezTo>
                <a:cubicBezTo>
                  <a:pt x="1043333" y="44847"/>
                  <a:pt x="1043475" y="46039"/>
                  <a:pt x="1043760" y="47184"/>
                </a:cubicBezTo>
                <a:lnTo>
                  <a:pt x="1031178" y="46898"/>
                </a:lnTo>
                <a:cubicBezTo>
                  <a:pt x="1030988" y="49090"/>
                  <a:pt x="1030821" y="51616"/>
                  <a:pt x="1030679" y="54475"/>
                </a:cubicBezTo>
                <a:cubicBezTo>
                  <a:pt x="1030536" y="57335"/>
                  <a:pt x="1030441" y="60242"/>
                  <a:pt x="1030393" y="63198"/>
                </a:cubicBezTo>
                <a:cubicBezTo>
                  <a:pt x="1030345" y="66152"/>
                  <a:pt x="1030297" y="69011"/>
                  <a:pt x="1030249" y="71776"/>
                </a:cubicBezTo>
                <a:cubicBezTo>
                  <a:pt x="1030201" y="74541"/>
                  <a:pt x="1030177" y="76876"/>
                  <a:pt x="1030177" y="78782"/>
                </a:cubicBezTo>
                <a:cubicBezTo>
                  <a:pt x="1030177" y="83739"/>
                  <a:pt x="1030296" y="87742"/>
                  <a:pt x="1030535" y="90792"/>
                </a:cubicBezTo>
                <a:cubicBezTo>
                  <a:pt x="1030773" y="93842"/>
                  <a:pt x="1031178" y="96178"/>
                  <a:pt x="1031750" y="97800"/>
                </a:cubicBezTo>
                <a:cubicBezTo>
                  <a:pt x="1032323" y="99420"/>
                  <a:pt x="1033133" y="100516"/>
                  <a:pt x="1034180" y="101088"/>
                </a:cubicBezTo>
                <a:cubicBezTo>
                  <a:pt x="1035229" y="101659"/>
                  <a:pt x="1036564" y="101945"/>
                  <a:pt x="1038184" y="101945"/>
                </a:cubicBezTo>
                <a:cubicBezTo>
                  <a:pt x="1039996" y="101945"/>
                  <a:pt x="1041331" y="101826"/>
                  <a:pt x="1042187" y="101587"/>
                </a:cubicBezTo>
                <a:cubicBezTo>
                  <a:pt x="1043045" y="101349"/>
                  <a:pt x="1043904" y="100992"/>
                  <a:pt x="1044762" y="100516"/>
                </a:cubicBezTo>
                <a:lnTo>
                  <a:pt x="1044762" y="106378"/>
                </a:lnTo>
                <a:cubicBezTo>
                  <a:pt x="1042855" y="107236"/>
                  <a:pt x="1040472" y="107999"/>
                  <a:pt x="1037612" y="108665"/>
                </a:cubicBezTo>
                <a:cubicBezTo>
                  <a:pt x="1034753" y="109332"/>
                  <a:pt x="1031941" y="109666"/>
                  <a:pt x="1029178" y="109666"/>
                </a:cubicBezTo>
                <a:cubicBezTo>
                  <a:pt x="1017072" y="109666"/>
                  <a:pt x="1011019" y="102422"/>
                  <a:pt x="1011019" y="87934"/>
                </a:cubicBezTo>
                <a:cubicBezTo>
                  <a:pt x="1011019" y="85169"/>
                  <a:pt x="1011067" y="82047"/>
                  <a:pt x="1011161" y="78568"/>
                </a:cubicBezTo>
                <a:cubicBezTo>
                  <a:pt x="1011257" y="75089"/>
                  <a:pt x="1011376" y="71515"/>
                  <a:pt x="1011519" y="67845"/>
                </a:cubicBezTo>
                <a:cubicBezTo>
                  <a:pt x="1011661" y="64175"/>
                  <a:pt x="1011780" y="60553"/>
                  <a:pt x="1011874" y="56978"/>
                </a:cubicBezTo>
                <a:cubicBezTo>
                  <a:pt x="1011970" y="53403"/>
                  <a:pt x="1012018" y="50090"/>
                  <a:pt x="1012018" y="47040"/>
                </a:cubicBezTo>
                <a:lnTo>
                  <a:pt x="1002011" y="47184"/>
                </a:lnTo>
                <a:cubicBezTo>
                  <a:pt x="1002296" y="46039"/>
                  <a:pt x="1002439" y="44847"/>
                  <a:pt x="1002439" y="43608"/>
                </a:cubicBezTo>
                <a:cubicBezTo>
                  <a:pt x="1002439" y="42465"/>
                  <a:pt x="1002296" y="41178"/>
                  <a:pt x="1002011" y="39749"/>
                </a:cubicBezTo>
                <a:lnTo>
                  <a:pt x="1012018" y="40179"/>
                </a:lnTo>
                <a:cubicBezTo>
                  <a:pt x="1012018" y="37223"/>
                  <a:pt x="1011970" y="34459"/>
                  <a:pt x="1011874" y="31886"/>
                </a:cubicBezTo>
                <a:cubicBezTo>
                  <a:pt x="1011780" y="29311"/>
                  <a:pt x="1011637" y="26213"/>
                  <a:pt x="1011447" y="22592"/>
                </a:cubicBezTo>
                <a:cubicBezTo>
                  <a:pt x="1014783" y="21256"/>
                  <a:pt x="1018072" y="19850"/>
                  <a:pt x="1021313" y="18372"/>
                </a:cubicBezTo>
                <a:cubicBezTo>
                  <a:pt x="1024553" y="16894"/>
                  <a:pt x="1027794" y="15345"/>
                  <a:pt x="1031036" y="13725"/>
                </a:cubicBezTo>
                <a:lnTo>
                  <a:pt x="1032466" y="14727"/>
                </a:lnTo>
                <a:cubicBezTo>
                  <a:pt x="1032275" y="16252"/>
                  <a:pt x="1032108" y="18040"/>
                  <a:pt x="1031964" y="20089"/>
                </a:cubicBezTo>
                <a:cubicBezTo>
                  <a:pt x="1031821" y="22139"/>
                  <a:pt x="1031679" y="24283"/>
                  <a:pt x="1031536" y="26523"/>
                </a:cubicBezTo>
                <a:cubicBezTo>
                  <a:pt x="1031394" y="28763"/>
                  <a:pt x="1031298" y="31051"/>
                  <a:pt x="1031250" y="33387"/>
                </a:cubicBezTo>
                <a:cubicBezTo>
                  <a:pt x="1031202" y="35721"/>
                  <a:pt x="1031178" y="37937"/>
                  <a:pt x="1031178" y="40035"/>
                </a:cubicBezTo>
                <a:lnTo>
                  <a:pt x="1043760" y="39749"/>
                </a:lnTo>
                <a:close/>
                <a:moveTo>
                  <a:pt x="1074360" y="56764"/>
                </a:moveTo>
                <a:cubicBezTo>
                  <a:pt x="1076839" y="50187"/>
                  <a:pt x="1079841" y="45349"/>
                  <a:pt x="1083366" y="42251"/>
                </a:cubicBezTo>
                <a:cubicBezTo>
                  <a:pt x="1086894" y="39153"/>
                  <a:pt x="1091088" y="37604"/>
                  <a:pt x="1095951" y="37604"/>
                </a:cubicBezTo>
                <a:cubicBezTo>
                  <a:pt x="1096426" y="37604"/>
                  <a:pt x="1096831" y="37628"/>
                  <a:pt x="1097164" y="37676"/>
                </a:cubicBezTo>
                <a:cubicBezTo>
                  <a:pt x="1097498" y="37723"/>
                  <a:pt x="1097856" y="37746"/>
                  <a:pt x="1098237" y="37746"/>
                </a:cubicBezTo>
                <a:cubicBezTo>
                  <a:pt x="1097951" y="39176"/>
                  <a:pt x="1097736" y="40701"/>
                  <a:pt x="1097593" y="42323"/>
                </a:cubicBezTo>
                <a:cubicBezTo>
                  <a:pt x="1097451" y="43943"/>
                  <a:pt x="1097380" y="45850"/>
                  <a:pt x="1097380" y="48041"/>
                </a:cubicBezTo>
                <a:lnTo>
                  <a:pt x="1097380" y="52616"/>
                </a:lnTo>
                <a:cubicBezTo>
                  <a:pt x="1097380" y="53379"/>
                  <a:pt x="1097380" y="54189"/>
                  <a:pt x="1097380" y="55047"/>
                </a:cubicBezTo>
                <a:cubicBezTo>
                  <a:pt x="1097380" y="55905"/>
                  <a:pt x="1097427" y="56715"/>
                  <a:pt x="1097521" y="57477"/>
                </a:cubicBezTo>
                <a:lnTo>
                  <a:pt x="1096236" y="58623"/>
                </a:lnTo>
                <a:cubicBezTo>
                  <a:pt x="1095282" y="58050"/>
                  <a:pt x="1094210" y="57573"/>
                  <a:pt x="1093018" y="57192"/>
                </a:cubicBezTo>
                <a:cubicBezTo>
                  <a:pt x="1091827" y="56810"/>
                  <a:pt x="1090469" y="56620"/>
                  <a:pt x="1088943" y="56620"/>
                </a:cubicBezTo>
                <a:cubicBezTo>
                  <a:pt x="1084654" y="56620"/>
                  <a:pt x="1081270" y="58026"/>
                  <a:pt x="1078791" y="60839"/>
                </a:cubicBezTo>
                <a:cubicBezTo>
                  <a:pt x="1076313" y="63651"/>
                  <a:pt x="1075074" y="66963"/>
                  <a:pt x="1075074" y="70775"/>
                </a:cubicBezTo>
                <a:lnTo>
                  <a:pt x="1075074" y="76495"/>
                </a:lnTo>
                <a:cubicBezTo>
                  <a:pt x="1075074" y="82309"/>
                  <a:pt x="1075145" y="87789"/>
                  <a:pt x="1075288" y="92937"/>
                </a:cubicBezTo>
                <a:cubicBezTo>
                  <a:pt x="1075432" y="98084"/>
                  <a:pt x="1075742" y="103041"/>
                  <a:pt x="1076219" y="107807"/>
                </a:cubicBezTo>
                <a:cubicBezTo>
                  <a:pt x="1074980" y="107617"/>
                  <a:pt x="1073431" y="107522"/>
                  <a:pt x="1071572" y="107522"/>
                </a:cubicBezTo>
                <a:cubicBezTo>
                  <a:pt x="1069713" y="107522"/>
                  <a:pt x="1067687" y="107522"/>
                  <a:pt x="1065494" y="107522"/>
                </a:cubicBezTo>
                <a:cubicBezTo>
                  <a:pt x="1063302" y="107522"/>
                  <a:pt x="1061301" y="107522"/>
                  <a:pt x="1059490" y="107522"/>
                </a:cubicBezTo>
                <a:cubicBezTo>
                  <a:pt x="1057679" y="107522"/>
                  <a:pt x="1056106" y="107617"/>
                  <a:pt x="1054771" y="107807"/>
                </a:cubicBezTo>
                <a:cubicBezTo>
                  <a:pt x="1055248" y="103041"/>
                  <a:pt x="1055558" y="98084"/>
                  <a:pt x="1055700" y="92937"/>
                </a:cubicBezTo>
                <a:cubicBezTo>
                  <a:pt x="1055843" y="87789"/>
                  <a:pt x="1055914" y="82309"/>
                  <a:pt x="1055914" y="76495"/>
                </a:cubicBezTo>
                <a:lnTo>
                  <a:pt x="1055914" y="70775"/>
                </a:lnTo>
                <a:cubicBezTo>
                  <a:pt x="1055914" y="64961"/>
                  <a:pt x="1055843" y="59505"/>
                  <a:pt x="1055700" y="54405"/>
                </a:cubicBezTo>
                <a:cubicBezTo>
                  <a:pt x="1055558" y="49305"/>
                  <a:pt x="1055248" y="44181"/>
                  <a:pt x="1054771" y="39033"/>
                </a:cubicBezTo>
                <a:cubicBezTo>
                  <a:pt x="1056391" y="39224"/>
                  <a:pt x="1058035" y="39391"/>
                  <a:pt x="1059704" y="39535"/>
                </a:cubicBezTo>
                <a:cubicBezTo>
                  <a:pt x="1061372" y="39677"/>
                  <a:pt x="1063016" y="39749"/>
                  <a:pt x="1064636" y="39749"/>
                </a:cubicBezTo>
                <a:cubicBezTo>
                  <a:pt x="1066257" y="39749"/>
                  <a:pt x="1067901" y="39677"/>
                  <a:pt x="1069569" y="39535"/>
                </a:cubicBezTo>
                <a:cubicBezTo>
                  <a:pt x="1071238" y="39391"/>
                  <a:pt x="1072882" y="39224"/>
                  <a:pt x="1074502" y="39033"/>
                </a:cubicBezTo>
                <a:lnTo>
                  <a:pt x="1074075" y="56478"/>
                </a:lnTo>
                <a:lnTo>
                  <a:pt x="1074360" y="56764"/>
                </a:lnTo>
                <a:close/>
                <a:moveTo>
                  <a:pt x="1110390" y="12010"/>
                </a:moveTo>
                <a:cubicBezTo>
                  <a:pt x="1110390" y="8864"/>
                  <a:pt x="1111486" y="6195"/>
                  <a:pt x="1113677" y="4003"/>
                </a:cubicBezTo>
                <a:cubicBezTo>
                  <a:pt x="1115871" y="1812"/>
                  <a:pt x="1118541" y="716"/>
                  <a:pt x="1121687" y="716"/>
                </a:cubicBezTo>
                <a:cubicBezTo>
                  <a:pt x="1124831" y="716"/>
                  <a:pt x="1127499" y="1812"/>
                  <a:pt x="1129691" y="4003"/>
                </a:cubicBezTo>
                <a:cubicBezTo>
                  <a:pt x="1131885" y="6195"/>
                  <a:pt x="1132981" y="8864"/>
                  <a:pt x="1132981" y="12010"/>
                </a:cubicBezTo>
                <a:cubicBezTo>
                  <a:pt x="1132981" y="15156"/>
                  <a:pt x="1131885" y="17825"/>
                  <a:pt x="1129691" y="20017"/>
                </a:cubicBezTo>
                <a:cubicBezTo>
                  <a:pt x="1127499" y="22209"/>
                  <a:pt x="1124831" y="23305"/>
                  <a:pt x="1121687" y="23305"/>
                </a:cubicBezTo>
                <a:cubicBezTo>
                  <a:pt x="1118541" y="23305"/>
                  <a:pt x="1115871" y="22209"/>
                  <a:pt x="1113677" y="20017"/>
                </a:cubicBezTo>
                <a:cubicBezTo>
                  <a:pt x="1111486" y="17825"/>
                  <a:pt x="1110390" y="15156"/>
                  <a:pt x="1110390" y="12010"/>
                </a:cubicBezTo>
                <a:moveTo>
                  <a:pt x="1112107" y="70775"/>
                </a:moveTo>
                <a:cubicBezTo>
                  <a:pt x="1112107" y="64961"/>
                  <a:pt x="1112035" y="59505"/>
                  <a:pt x="1111891" y="54405"/>
                </a:cubicBezTo>
                <a:cubicBezTo>
                  <a:pt x="1111748" y="49305"/>
                  <a:pt x="1111438" y="44181"/>
                  <a:pt x="1110961" y="39033"/>
                </a:cubicBezTo>
                <a:cubicBezTo>
                  <a:pt x="1112296" y="39224"/>
                  <a:pt x="1113869" y="39391"/>
                  <a:pt x="1115680" y="39535"/>
                </a:cubicBezTo>
                <a:cubicBezTo>
                  <a:pt x="1117491" y="39677"/>
                  <a:pt x="1119493" y="39749"/>
                  <a:pt x="1121687" y="39749"/>
                </a:cubicBezTo>
                <a:cubicBezTo>
                  <a:pt x="1126166" y="39749"/>
                  <a:pt x="1129741" y="39510"/>
                  <a:pt x="1132410" y="39033"/>
                </a:cubicBezTo>
                <a:cubicBezTo>
                  <a:pt x="1131933" y="44181"/>
                  <a:pt x="1131622" y="49305"/>
                  <a:pt x="1131478" y="54405"/>
                </a:cubicBezTo>
                <a:cubicBezTo>
                  <a:pt x="1131336" y="59505"/>
                  <a:pt x="1131264" y="64961"/>
                  <a:pt x="1131264" y="70775"/>
                </a:cubicBezTo>
                <a:lnTo>
                  <a:pt x="1131264" y="76495"/>
                </a:lnTo>
                <a:cubicBezTo>
                  <a:pt x="1131264" y="82309"/>
                  <a:pt x="1131336" y="87789"/>
                  <a:pt x="1131478" y="92937"/>
                </a:cubicBezTo>
                <a:cubicBezTo>
                  <a:pt x="1131622" y="98084"/>
                  <a:pt x="1131933" y="103041"/>
                  <a:pt x="1132410" y="107807"/>
                </a:cubicBezTo>
                <a:cubicBezTo>
                  <a:pt x="1131171" y="107617"/>
                  <a:pt x="1129621" y="107522"/>
                  <a:pt x="1127763" y="107522"/>
                </a:cubicBezTo>
                <a:cubicBezTo>
                  <a:pt x="1125904" y="107522"/>
                  <a:pt x="1123878" y="107522"/>
                  <a:pt x="1121687" y="107522"/>
                </a:cubicBezTo>
                <a:cubicBezTo>
                  <a:pt x="1119493" y="107522"/>
                  <a:pt x="1117491" y="107522"/>
                  <a:pt x="1115680" y="107522"/>
                </a:cubicBezTo>
                <a:cubicBezTo>
                  <a:pt x="1113869" y="107522"/>
                  <a:pt x="1112296" y="107617"/>
                  <a:pt x="1110961" y="107807"/>
                </a:cubicBezTo>
                <a:cubicBezTo>
                  <a:pt x="1111438" y="103041"/>
                  <a:pt x="1111748" y="98084"/>
                  <a:pt x="1111891" y="92937"/>
                </a:cubicBezTo>
                <a:cubicBezTo>
                  <a:pt x="1112035" y="87789"/>
                  <a:pt x="1112107" y="82309"/>
                  <a:pt x="1112107" y="76495"/>
                </a:cubicBezTo>
                <a:lnTo>
                  <a:pt x="1112107" y="70775"/>
                </a:lnTo>
                <a:close/>
                <a:moveTo>
                  <a:pt x="1172730" y="83931"/>
                </a:moveTo>
                <a:cubicBezTo>
                  <a:pt x="1169965" y="87933"/>
                  <a:pt x="1167319" y="91961"/>
                  <a:pt x="1164793" y="96013"/>
                </a:cubicBezTo>
                <a:cubicBezTo>
                  <a:pt x="1162268" y="100064"/>
                  <a:pt x="1159862" y="103995"/>
                  <a:pt x="1157574" y="107807"/>
                </a:cubicBezTo>
                <a:cubicBezTo>
                  <a:pt x="1155667" y="107617"/>
                  <a:pt x="1153713" y="107522"/>
                  <a:pt x="1151711" y="107522"/>
                </a:cubicBezTo>
                <a:cubicBezTo>
                  <a:pt x="1150759" y="107522"/>
                  <a:pt x="1149781" y="107522"/>
                  <a:pt x="1148779" y="107522"/>
                </a:cubicBezTo>
                <a:cubicBezTo>
                  <a:pt x="1147778" y="107522"/>
                  <a:pt x="1146611" y="107617"/>
                  <a:pt x="1145277" y="107807"/>
                </a:cubicBezTo>
                <a:cubicBezTo>
                  <a:pt x="1145945" y="107236"/>
                  <a:pt x="1147208" y="105759"/>
                  <a:pt x="1149067" y="103376"/>
                </a:cubicBezTo>
                <a:cubicBezTo>
                  <a:pt x="1150926" y="100992"/>
                  <a:pt x="1152975" y="98251"/>
                  <a:pt x="1155215" y="95153"/>
                </a:cubicBezTo>
                <a:cubicBezTo>
                  <a:pt x="1157455" y="92055"/>
                  <a:pt x="1159742" y="88886"/>
                  <a:pt x="1162077" y="85645"/>
                </a:cubicBezTo>
                <a:cubicBezTo>
                  <a:pt x="1164413" y="82405"/>
                  <a:pt x="1166439" y="79497"/>
                  <a:pt x="1168155" y="76923"/>
                </a:cubicBezTo>
                <a:cubicBezTo>
                  <a:pt x="1166439" y="73778"/>
                  <a:pt x="1164461" y="70323"/>
                  <a:pt x="1162221" y="66558"/>
                </a:cubicBezTo>
                <a:cubicBezTo>
                  <a:pt x="1159981" y="62792"/>
                  <a:pt x="1157788" y="59098"/>
                  <a:pt x="1155643" y="55477"/>
                </a:cubicBezTo>
                <a:cubicBezTo>
                  <a:pt x="1153499" y="51855"/>
                  <a:pt x="1151498" y="48566"/>
                  <a:pt x="1149639" y="45611"/>
                </a:cubicBezTo>
                <a:cubicBezTo>
                  <a:pt x="1147780" y="42655"/>
                  <a:pt x="1146373" y="40463"/>
                  <a:pt x="1145419" y="39033"/>
                </a:cubicBezTo>
                <a:cubicBezTo>
                  <a:pt x="1147707" y="39224"/>
                  <a:pt x="1149852" y="39391"/>
                  <a:pt x="1151853" y="39535"/>
                </a:cubicBezTo>
                <a:cubicBezTo>
                  <a:pt x="1153856" y="39677"/>
                  <a:pt x="1155811" y="39749"/>
                  <a:pt x="1157718" y="39749"/>
                </a:cubicBezTo>
                <a:cubicBezTo>
                  <a:pt x="1159623" y="39749"/>
                  <a:pt x="1161552" y="39677"/>
                  <a:pt x="1163506" y="39535"/>
                </a:cubicBezTo>
                <a:cubicBezTo>
                  <a:pt x="1165461" y="39391"/>
                  <a:pt x="1167391" y="39224"/>
                  <a:pt x="1169298" y="39033"/>
                </a:cubicBezTo>
                <a:cubicBezTo>
                  <a:pt x="1171300" y="42751"/>
                  <a:pt x="1173301" y="46516"/>
                  <a:pt x="1175302" y="50330"/>
                </a:cubicBezTo>
                <a:cubicBezTo>
                  <a:pt x="1177305" y="54142"/>
                  <a:pt x="1179402" y="57954"/>
                  <a:pt x="1181594" y="61767"/>
                </a:cubicBezTo>
                <a:cubicBezTo>
                  <a:pt x="1184169" y="57764"/>
                  <a:pt x="1186718" y="53976"/>
                  <a:pt x="1189243" y="50402"/>
                </a:cubicBezTo>
                <a:cubicBezTo>
                  <a:pt x="1191770" y="46827"/>
                  <a:pt x="1194177" y="43037"/>
                  <a:pt x="1196465" y="39033"/>
                </a:cubicBezTo>
                <a:cubicBezTo>
                  <a:pt x="1197514" y="39224"/>
                  <a:pt x="1198514" y="39391"/>
                  <a:pt x="1199467" y="39535"/>
                </a:cubicBezTo>
                <a:cubicBezTo>
                  <a:pt x="1200420" y="39677"/>
                  <a:pt x="1201420" y="39749"/>
                  <a:pt x="1202469" y="39749"/>
                </a:cubicBezTo>
                <a:cubicBezTo>
                  <a:pt x="1203518" y="39749"/>
                  <a:pt x="1204566" y="39677"/>
                  <a:pt x="1205615" y="39535"/>
                </a:cubicBezTo>
                <a:cubicBezTo>
                  <a:pt x="1206664" y="39391"/>
                  <a:pt x="1207856" y="39224"/>
                  <a:pt x="1209191" y="39033"/>
                </a:cubicBezTo>
                <a:cubicBezTo>
                  <a:pt x="1208333" y="40082"/>
                  <a:pt x="1206974" y="41774"/>
                  <a:pt x="1205115" y="44110"/>
                </a:cubicBezTo>
                <a:cubicBezTo>
                  <a:pt x="1203257" y="46444"/>
                  <a:pt x="1201207" y="49042"/>
                  <a:pt x="1198967" y="51903"/>
                </a:cubicBezTo>
                <a:cubicBezTo>
                  <a:pt x="1196727" y="54763"/>
                  <a:pt x="1194440" y="57717"/>
                  <a:pt x="1192104" y="60767"/>
                </a:cubicBezTo>
                <a:cubicBezTo>
                  <a:pt x="1189768" y="63817"/>
                  <a:pt x="1187694" y="66582"/>
                  <a:pt x="1185884" y="69060"/>
                </a:cubicBezTo>
                <a:cubicBezTo>
                  <a:pt x="1189697" y="75637"/>
                  <a:pt x="1193558" y="82143"/>
                  <a:pt x="1197466" y="88578"/>
                </a:cubicBezTo>
                <a:cubicBezTo>
                  <a:pt x="1201375" y="95011"/>
                  <a:pt x="1205330" y="101421"/>
                  <a:pt x="1209333" y="107807"/>
                </a:cubicBezTo>
                <a:cubicBezTo>
                  <a:pt x="1207426" y="107617"/>
                  <a:pt x="1205472" y="107522"/>
                  <a:pt x="1203470" y="107522"/>
                </a:cubicBezTo>
                <a:cubicBezTo>
                  <a:pt x="1201469" y="107522"/>
                  <a:pt x="1199515" y="107522"/>
                  <a:pt x="1197608" y="107522"/>
                </a:cubicBezTo>
                <a:cubicBezTo>
                  <a:pt x="1195701" y="107522"/>
                  <a:pt x="1193747" y="107522"/>
                  <a:pt x="1191746" y="107522"/>
                </a:cubicBezTo>
                <a:cubicBezTo>
                  <a:pt x="1189744" y="107522"/>
                  <a:pt x="1187790" y="107617"/>
                  <a:pt x="1185884" y="107807"/>
                </a:cubicBezTo>
                <a:lnTo>
                  <a:pt x="1172730" y="83931"/>
                </a:lnTo>
                <a:close/>
                <a:moveTo>
                  <a:pt x="1297981" y="11439"/>
                </a:moveTo>
                <a:cubicBezTo>
                  <a:pt x="1294550" y="15347"/>
                  <a:pt x="1291666" y="19326"/>
                  <a:pt x="1289330" y="23377"/>
                </a:cubicBezTo>
                <a:cubicBezTo>
                  <a:pt x="1286996" y="27428"/>
                  <a:pt x="1285114" y="31765"/>
                  <a:pt x="1283684" y="36389"/>
                </a:cubicBezTo>
                <a:cubicBezTo>
                  <a:pt x="1282254" y="41011"/>
                  <a:pt x="1281229" y="46015"/>
                  <a:pt x="1280610" y="51401"/>
                </a:cubicBezTo>
                <a:cubicBezTo>
                  <a:pt x="1279990" y="56787"/>
                  <a:pt x="1279680" y="62769"/>
                  <a:pt x="1279680" y="69346"/>
                </a:cubicBezTo>
                <a:cubicBezTo>
                  <a:pt x="1279680" y="80593"/>
                  <a:pt x="1281038" y="90530"/>
                  <a:pt x="1283754" y="99157"/>
                </a:cubicBezTo>
                <a:cubicBezTo>
                  <a:pt x="1286471" y="107783"/>
                  <a:pt x="1291166" y="115910"/>
                  <a:pt x="1297839" y="123535"/>
                </a:cubicBezTo>
                <a:lnTo>
                  <a:pt x="1293977" y="127109"/>
                </a:lnTo>
                <a:cubicBezTo>
                  <a:pt x="1289497" y="123487"/>
                  <a:pt x="1285423" y="119651"/>
                  <a:pt x="1281753" y="115600"/>
                </a:cubicBezTo>
                <a:cubicBezTo>
                  <a:pt x="1278083" y="111550"/>
                  <a:pt x="1274961" y="107165"/>
                  <a:pt x="1272387" y="102447"/>
                </a:cubicBezTo>
                <a:cubicBezTo>
                  <a:pt x="1269814" y="97727"/>
                  <a:pt x="1267813" y="92556"/>
                  <a:pt x="1266383" y="86933"/>
                </a:cubicBezTo>
                <a:cubicBezTo>
                  <a:pt x="1264953" y="81308"/>
                  <a:pt x="1264238" y="75112"/>
                  <a:pt x="1264238" y="68344"/>
                </a:cubicBezTo>
                <a:cubicBezTo>
                  <a:pt x="1264238" y="60624"/>
                  <a:pt x="1264976" y="53785"/>
                  <a:pt x="1266453" y="47828"/>
                </a:cubicBezTo>
                <a:cubicBezTo>
                  <a:pt x="1267930" y="41870"/>
                  <a:pt x="1270004" y="36532"/>
                  <a:pt x="1272673" y="31814"/>
                </a:cubicBezTo>
                <a:cubicBezTo>
                  <a:pt x="1275343" y="27095"/>
                  <a:pt x="1278513" y="22806"/>
                  <a:pt x="1282183" y="18946"/>
                </a:cubicBezTo>
                <a:cubicBezTo>
                  <a:pt x="1285852" y="15084"/>
                  <a:pt x="1289879" y="11343"/>
                  <a:pt x="1294263" y="7721"/>
                </a:cubicBezTo>
                <a:lnTo>
                  <a:pt x="1297981" y="11439"/>
                </a:lnTo>
                <a:close/>
                <a:moveTo>
                  <a:pt x="1330009" y="32885"/>
                </a:moveTo>
                <a:cubicBezTo>
                  <a:pt x="1330009" y="30122"/>
                  <a:pt x="1329985" y="27596"/>
                  <a:pt x="1329937" y="25308"/>
                </a:cubicBezTo>
                <a:cubicBezTo>
                  <a:pt x="1329889" y="23020"/>
                  <a:pt x="1329770" y="21352"/>
                  <a:pt x="1329579" y="20303"/>
                </a:cubicBezTo>
                <a:cubicBezTo>
                  <a:pt x="1328150" y="20303"/>
                  <a:pt x="1326386" y="20351"/>
                  <a:pt x="1324289" y="20447"/>
                </a:cubicBezTo>
                <a:cubicBezTo>
                  <a:pt x="1322193" y="20542"/>
                  <a:pt x="1319953" y="20661"/>
                  <a:pt x="1317569" y="20805"/>
                </a:cubicBezTo>
                <a:cubicBezTo>
                  <a:pt x="1315187" y="20947"/>
                  <a:pt x="1312756" y="21138"/>
                  <a:pt x="1310278" y="21376"/>
                </a:cubicBezTo>
                <a:cubicBezTo>
                  <a:pt x="1307799" y="21614"/>
                  <a:pt x="1305511" y="21875"/>
                  <a:pt x="1303414" y="22162"/>
                </a:cubicBezTo>
                <a:cubicBezTo>
                  <a:pt x="1303605" y="21113"/>
                  <a:pt x="1303771" y="20065"/>
                  <a:pt x="1303914" y="19016"/>
                </a:cubicBezTo>
                <a:cubicBezTo>
                  <a:pt x="1304058" y="17967"/>
                  <a:pt x="1304130" y="16918"/>
                  <a:pt x="1304130" y="15870"/>
                </a:cubicBezTo>
                <a:cubicBezTo>
                  <a:pt x="1304130" y="14823"/>
                  <a:pt x="1304058" y="13775"/>
                  <a:pt x="1303914" y="12726"/>
                </a:cubicBezTo>
                <a:cubicBezTo>
                  <a:pt x="1303771" y="11677"/>
                  <a:pt x="1303605" y="10629"/>
                  <a:pt x="1303414" y="9580"/>
                </a:cubicBezTo>
                <a:cubicBezTo>
                  <a:pt x="1306655" y="9674"/>
                  <a:pt x="1309585" y="9770"/>
                  <a:pt x="1312206" y="9866"/>
                </a:cubicBezTo>
                <a:cubicBezTo>
                  <a:pt x="1314829" y="9960"/>
                  <a:pt x="1317498" y="10032"/>
                  <a:pt x="1320215" y="10080"/>
                </a:cubicBezTo>
                <a:cubicBezTo>
                  <a:pt x="1322932" y="10128"/>
                  <a:pt x="1325887" y="10176"/>
                  <a:pt x="1329080" y="10224"/>
                </a:cubicBezTo>
                <a:cubicBezTo>
                  <a:pt x="1332272" y="10272"/>
                  <a:pt x="1336109" y="10296"/>
                  <a:pt x="1340590" y="10296"/>
                </a:cubicBezTo>
                <a:cubicBezTo>
                  <a:pt x="1345070" y="10296"/>
                  <a:pt x="1348906" y="10272"/>
                  <a:pt x="1352099" y="10224"/>
                </a:cubicBezTo>
                <a:cubicBezTo>
                  <a:pt x="1355293" y="10176"/>
                  <a:pt x="1358225" y="10128"/>
                  <a:pt x="1360894" y="10080"/>
                </a:cubicBezTo>
                <a:cubicBezTo>
                  <a:pt x="1363562" y="10032"/>
                  <a:pt x="1366159" y="9960"/>
                  <a:pt x="1368684" y="9866"/>
                </a:cubicBezTo>
                <a:cubicBezTo>
                  <a:pt x="1371211" y="9770"/>
                  <a:pt x="1373952" y="9674"/>
                  <a:pt x="1376907" y="9580"/>
                </a:cubicBezTo>
                <a:cubicBezTo>
                  <a:pt x="1376717" y="10629"/>
                  <a:pt x="1376550" y="11677"/>
                  <a:pt x="1376406" y="12726"/>
                </a:cubicBezTo>
                <a:cubicBezTo>
                  <a:pt x="1376263" y="13775"/>
                  <a:pt x="1376192" y="14823"/>
                  <a:pt x="1376192" y="15870"/>
                </a:cubicBezTo>
                <a:cubicBezTo>
                  <a:pt x="1376192" y="16918"/>
                  <a:pt x="1376263" y="17967"/>
                  <a:pt x="1376406" y="19016"/>
                </a:cubicBezTo>
                <a:cubicBezTo>
                  <a:pt x="1376550" y="20065"/>
                  <a:pt x="1376717" y="21113"/>
                  <a:pt x="1376907" y="22162"/>
                </a:cubicBezTo>
                <a:cubicBezTo>
                  <a:pt x="1375001" y="21875"/>
                  <a:pt x="1372855" y="21614"/>
                  <a:pt x="1370471" y="21376"/>
                </a:cubicBezTo>
                <a:cubicBezTo>
                  <a:pt x="1368089" y="21138"/>
                  <a:pt x="1365730" y="20947"/>
                  <a:pt x="1363394" y="20805"/>
                </a:cubicBezTo>
                <a:cubicBezTo>
                  <a:pt x="1361059" y="20661"/>
                  <a:pt x="1358843" y="20542"/>
                  <a:pt x="1356746" y="20447"/>
                </a:cubicBezTo>
                <a:cubicBezTo>
                  <a:pt x="1354649" y="20351"/>
                  <a:pt x="1352885" y="20303"/>
                  <a:pt x="1351455" y="20303"/>
                </a:cubicBezTo>
                <a:cubicBezTo>
                  <a:pt x="1351361" y="20780"/>
                  <a:pt x="1351290" y="21448"/>
                  <a:pt x="1351242" y="22306"/>
                </a:cubicBezTo>
                <a:cubicBezTo>
                  <a:pt x="1351194" y="23163"/>
                  <a:pt x="1351170" y="24163"/>
                  <a:pt x="1351170" y="25308"/>
                </a:cubicBezTo>
                <a:lnTo>
                  <a:pt x="1351170" y="32885"/>
                </a:lnTo>
                <a:lnTo>
                  <a:pt x="1351170" y="68630"/>
                </a:lnTo>
                <a:cubicBezTo>
                  <a:pt x="1351170" y="76543"/>
                  <a:pt x="1351265" y="83573"/>
                  <a:pt x="1351455" y="89721"/>
                </a:cubicBezTo>
                <a:cubicBezTo>
                  <a:pt x="1351646" y="95869"/>
                  <a:pt x="1351932" y="101898"/>
                  <a:pt x="1352315" y="107807"/>
                </a:cubicBezTo>
                <a:cubicBezTo>
                  <a:pt x="1350693" y="107617"/>
                  <a:pt x="1348929" y="107522"/>
                  <a:pt x="1347022" y="107522"/>
                </a:cubicBezTo>
                <a:cubicBezTo>
                  <a:pt x="1345117" y="107522"/>
                  <a:pt x="1342973" y="107522"/>
                  <a:pt x="1340590" y="107522"/>
                </a:cubicBezTo>
                <a:cubicBezTo>
                  <a:pt x="1338207" y="107522"/>
                  <a:pt x="1336061" y="107522"/>
                  <a:pt x="1334154" y="107522"/>
                </a:cubicBezTo>
                <a:cubicBezTo>
                  <a:pt x="1332249" y="107522"/>
                  <a:pt x="1330486" y="107617"/>
                  <a:pt x="1328866" y="107807"/>
                </a:cubicBezTo>
                <a:cubicBezTo>
                  <a:pt x="1329247" y="101898"/>
                  <a:pt x="1329533" y="95869"/>
                  <a:pt x="1329723" y="89721"/>
                </a:cubicBezTo>
                <a:cubicBezTo>
                  <a:pt x="1329914" y="83573"/>
                  <a:pt x="1330009" y="76543"/>
                  <a:pt x="1330009" y="68630"/>
                </a:cubicBezTo>
                <a:lnTo>
                  <a:pt x="1330009" y="3288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ask1)">
            <a:extLst xmlns:a="http://schemas.openxmlformats.org/drawingml/2006/main">
              <a:ext uri="{FF2B5EF4-FFF2-40B4-BE49-F238E27FC236}">
                <a16:creationId xmlns:a16="http://schemas.microsoft.com/office/drawing/2014/main" id="{F0E2212C-81E2-4BA2-BB20-55DF93C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334" y="483023"/>
            <a:ext cx="310841" cy="127109"/>
          </a:xfrm>
          <a:custGeom xmlns:a="http://schemas.openxmlformats.org/drawingml/2006/main">
            <a:pathLst>
              <a:path w="310841" h="127109">
                <a:moveTo>
                  <a:pt x="38747" y="86075"/>
                </a:moveTo>
                <a:cubicBezTo>
                  <a:pt x="38747" y="81977"/>
                  <a:pt x="38771" y="78855"/>
                  <a:pt x="38819" y="76709"/>
                </a:cubicBezTo>
                <a:cubicBezTo>
                  <a:pt x="38867" y="74564"/>
                  <a:pt x="38891" y="72681"/>
                  <a:pt x="38891" y="71061"/>
                </a:cubicBezTo>
                <a:cubicBezTo>
                  <a:pt x="36888" y="72205"/>
                  <a:pt x="34767" y="73136"/>
                  <a:pt x="32527" y="73851"/>
                </a:cubicBezTo>
                <a:cubicBezTo>
                  <a:pt x="30287" y="74565"/>
                  <a:pt x="28238" y="75471"/>
                  <a:pt x="26379" y="76567"/>
                </a:cubicBezTo>
                <a:cubicBezTo>
                  <a:pt x="24520" y="77663"/>
                  <a:pt x="22995" y="79164"/>
                  <a:pt x="21804" y="81070"/>
                </a:cubicBezTo>
                <a:cubicBezTo>
                  <a:pt x="20613" y="82977"/>
                  <a:pt x="20017" y="85741"/>
                  <a:pt x="20017" y="89363"/>
                </a:cubicBezTo>
                <a:cubicBezTo>
                  <a:pt x="20017" y="92890"/>
                  <a:pt x="20756" y="95583"/>
                  <a:pt x="22234" y="97442"/>
                </a:cubicBezTo>
                <a:cubicBezTo>
                  <a:pt x="23712" y="99301"/>
                  <a:pt x="25689" y="100230"/>
                  <a:pt x="28166" y="100230"/>
                </a:cubicBezTo>
                <a:cubicBezTo>
                  <a:pt x="31312" y="100230"/>
                  <a:pt x="33862" y="99039"/>
                  <a:pt x="35815" y="96657"/>
                </a:cubicBezTo>
                <a:cubicBezTo>
                  <a:pt x="37770" y="94273"/>
                  <a:pt x="38747" y="90746"/>
                  <a:pt x="38747" y="86075"/>
                </a:cubicBezTo>
                <a:moveTo>
                  <a:pt x="4861" y="47184"/>
                </a:moveTo>
                <a:cubicBezTo>
                  <a:pt x="8865" y="43943"/>
                  <a:pt x="13178" y="41465"/>
                  <a:pt x="17801" y="39749"/>
                </a:cubicBezTo>
                <a:cubicBezTo>
                  <a:pt x="22424" y="38032"/>
                  <a:pt x="27023" y="37174"/>
                  <a:pt x="31598" y="37174"/>
                </a:cubicBezTo>
                <a:cubicBezTo>
                  <a:pt x="35411" y="37174"/>
                  <a:pt x="38915" y="37603"/>
                  <a:pt x="42107" y="38461"/>
                </a:cubicBezTo>
                <a:cubicBezTo>
                  <a:pt x="45301" y="39320"/>
                  <a:pt x="48065" y="40678"/>
                  <a:pt x="50400" y="42537"/>
                </a:cubicBezTo>
                <a:cubicBezTo>
                  <a:pt x="52736" y="44396"/>
                  <a:pt x="54547" y="46803"/>
                  <a:pt x="55832" y="49758"/>
                </a:cubicBezTo>
                <a:cubicBezTo>
                  <a:pt x="57120" y="52712"/>
                  <a:pt x="57763" y="56287"/>
                  <a:pt x="57763" y="60482"/>
                </a:cubicBezTo>
                <a:cubicBezTo>
                  <a:pt x="57763" y="66582"/>
                  <a:pt x="57692" y="72229"/>
                  <a:pt x="57549" y="77425"/>
                </a:cubicBezTo>
                <a:cubicBezTo>
                  <a:pt x="57407" y="82619"/>
                  <a:pt x="57336" y="87789"/>
                  <a:pt x="57336" y="92937"/>
                </a:cubicBezTo>
                <a:cubicBezTo>
                  <a:pt x="57336" y="95225"/>
                  <a:pt x="57502" y="97012"/>
                  <a:pt x="57835" y="98299"/>
                </a:cubicBezTo>
                <a:cubicBezTo>
                  <a:pt x="58170" y="99587"/>
                  <a:pt x="58670" y="100564"/>
                  <a:pt x="59336" y="101232"/>
                </a:cubicBezTo>
                <a:cubicBezTo>
                  <a:pt x="60004" y="101898"/>
                  <a:pt x="60885" y="102326"/>
                  <a:pt x="61980" y="102517"/>
                </a:cubicBezTo>
                <a:cubicBezTo>
                  <a:pt x="63077" y="102707"/>
                  <a:pt x="64340" y="102803"/>
                  <a:pt x="65770" y="102803"/>
                </a:cubicBezTo>
                <a:lnTo>
                  <a:pt x="65770" y="106234"/>
                </a:lnTo>
                <a:cubicBezTo>
                  <a:pt x="63007" y="107379"/>
                  <a:pt x="60671" y="108237"/>
                  <a:pt x="58765" y="108809"/>
                </a:cubicBezTo>
                <a:cubicBezTo>
                  <a:pt x="56858" y="109380"/>
                  <a:pt x="54808" y="109666"/>
                  <a:pt x="52616" y="109666"/>
                </a:cubicBezTo>
                <a:cubicBezTo>
                  <a:pt x="49089" y="109666"/>
                  <a:pt x="46230" y="108809"/>
                  <a:pt x="44038" y="107094"/>
                </a:cubicBezTo>
                <a:cubicBezTo>
                  <a:pt x="41846" y="105378"/>
                  <a:pt x="40178" y="102899"/>
                  <a:pt x="39033" y="99659"/>
                </a:cubicBezTo>
                <a:cubicBezTo>
                  <a:pt x="36841" y="102709"/>
                  <a:pt x="34292" y="105139"/>
                  <a:pt x="31384" y="106950"/>
                </a:cubicBezTo>
                <a:cubicBezTo>
                  <a:pt x="28477" y="108761"/>
                  <a:pt x="24831" y="109666"/>
                  <a:pt x="20447" y="109666"/>
                </a:cubicBezTo>
                <a:cubicBezTo>
                  <a:pt x="16824" y="109666"/>
                  <a:pt x="13725" y="109189"/>
                  <a:pt x="11151" y="108235"/>
                </a:cubicBezTo>
                <a:cubicBezTo>
                  <a:pt x="8578" y="107282"/>
                  <a:pt x="6457" y="105925"/>
                  <a:pt x="4789" y="104162"/>
                </a:cubicBezTo>
                <a:cubicBezTo>
                  <a:pt x="3121" y="102397"/>
                  <a:pt x="1905" y="100395"/>
                  <a:pt x="1143" y="98155"/>
                </a:cubicBezTo>
                <a:cubicBezTo>
                  <a:pt x="381" y="95916"/>
                  <a:pt x="0" y="93652"/>
                  <a:pt x="0" y="91364"/>
                </a:cubicBezTo>
                <a:cubicBezTo>
                  <a:pt x="0" y="88219"/>
                  <a:pt x="500" y="85503"/>
                  <a:pt x="1501" y="83215"/>
                </a:cubicBezTo>
                <a:cubicBezTo>
                  <a:pt x="2502" y="80927"/>
                  <a:pt x="3931" y="78973"/>
                  <a:pt x="5790" y="77353"/>
                </a:cubicBezTo>
                <a:cubicBezTo>
                  <a:pt x="7649" y="75732"/>
                  <a:pt x="9865" y="74374"/>
                  <a:pt x="12438" y="73277"/>
                </a:cubicBezTo>
                <a:cubicBezTo>
                  <a:pt x="15012" y="72181"/>
                  <a:pt x="17920" y="71251"/>
                  <a:pt x="21160" y="70489"/>
                </a:cubicBezTo>
                <a:cubicBezTo>
                  <a:pt x="25165" y="69536"/>
                  <a:pt x="28334" y="68703"/>
                  <a:pt x="30668" y="67989"/>
                </a:cubicBezTo>
                <a:cubicBezTo>
                  <a:pt x="33004" y="67273"/>
                  <a:pt x="34744" y="66558"/>
                  <a:pt x="35887" y="65844"/>
                </a:cubicBezTo>
                <a:cubicBezTo>
                  <a:pt x="37032" y="65129"/>
                  <a:pt x="37771" y="64342"/>
                  <a:pt x="38104" y="63484"/>
                </a:cubicBezTo>
                <a:cubicBezTo>
                  <a:pt x="38438" y="62625"/>
                  <a:pt x="38605" y="61577"/>
                  <a:pt x="38605" y="60338"/>
                </a:cubicBezTo>
                <a:cubicBezTo>
                  <a:pt x="38605" y="56906"/>
                  <a:pt x="37390" y="53976"/>
                  <a:pt x="34958" y="51545"/>
                </a:cubicBezTo>
                <a:cubicBezTo>
                  <a:pt x="32527" y="49113"/>
                  <a:pt x="29167" y="47897"/>
                  <a:pt x="24878" y="47897"/>
                </a:cubicBezTo>
                <a:cubicBezTo>
                  <a:pt x="23258" y="47897"/>
                  <a:pt x="21590" y="48112"/>
                  <a:pt x="19873" y="48541"/>
                </a:cubicBezTo>
                <a:cubicBezTo>
                  <a:pt x="18158" y="48970"/>
                  <a:pt x="16514" y="49566"/>
                  <a:pt x="14940" y="50330"/>
                </a:cubicBezTo>
                <a:cubicBezTo>
                  <a:pt x="13368" y="51092"/>
                  <a:pt x="11938" y="51926"/>
                  <a:pt x="10651" y="52832"/>
                </a:cubicBezTo>
                <a:cubicBezTo>
                  <a:pt x="9365" y="53737"/>
                  <a:pt x="8389" y="54714"/>
                  <a:pt x="7721" y="55763"/>
                </a:cubicBezTo>
                <a:lnTo>
                  <a:pt x="6720" y="55763"/>
                </a:lnTo>
                <a:lnTo>
                  <a:pt x="4861" y="47184"/>
                </a:lnTo>
                <a:close/>
                <a:moveTo>
                  <a:pt x="77924" y="90221"/>
                </a:moveTo>
                <a:cubicBezTo>
                  <a:pt x="78495" y="91746"/>
                  <a:pt x="79233" y="93200"/>
                  <a:pt x="80138" y="94582"/>
                </a:cubicBezTo>
                <a:cubicBezTo>
                  <a:pt x="81044" y="95964"/>
                  <a:pt x="82164" y="97203"/>
                  <a:pt x="83498" y="98299"/>
                </a:cubicBezTo>
                <a:cubicBezTo>
                  <a:pt x="84833" y="99396"/>
                  <a:pt x="86430" y="100278"/>
                  <a:pt x="88289" y="100946"/>
                </a:cubicBezTo>
                <a:cubicBezTo>
                  <a:pt x="90148" y="101612"/>
                  <a:pt x="92316" y="101945"/>
                  <a:pt x="94795" y="101945"/>
                </a:cubicBezTo>
                <a:cubicBezTo>
                  <a:pt x="98131" y="101945"/>
                  <a:pt x="100705" y="101088"/>
                  <a:pt x="102516" y="99373"/>
                </a:cubicBezTo>
                <a:cubicBezTo>
                  <a:pt x="104327" y="97657"/>
                  <a:pt x="105232" y="95798"/>
                  <a:pt x="105232" y="93796"/>
                </a:cubicBezTo>
                <a:cubicBezTo>
                  <a:pt x="105232" y="91603"/>
                  <a:pt x="104422" y="89839"/>
                  <a:pt x="102802" y="88506"/>
                </a:cubicBezTo>
                <a:cubicBezTo>
                  <a:pt x="101182" y="87171"/>
                  <a:pt x="99156" y="85955"/>
                  <a:pt x="96726" y="84860"/>
                </a:cubicBezTo>
                <a:cubicBezTo>
                  <a:pt x="94295" y="83763"/>
                  <a:pt x="91650" y="82643"/>
                  <a:pt x="88791" y="81500"/>
                </a:cubicBezTo>
                <a:cubicBezTo>
                  <a:pt x="85931" y="80356"/>
                  <a:pt x="83286" y="78902"/>
                  <a:pt x="80854" y="77139"/>
                </a:cubicBezTo>
                <a:cubicBezTo>
                  <a:pt x="78423" y="75375"/>
                  <a:pt x="76398" y="73158"/>
                  <a:pt x="74778" y="70489"/>
                </a:cubicBezTo>
                <a:cubicBezTo>
                  <a:pt x="73157" y="67820"/>
                  <a:pt x="72347" y="64389"/>
                  <a:pt x="72347" y="60196"/>
                </a:cubicBezTo>
                <a:cubicBezTo>
                  <a:pt x="72347" y="56192"/>
                  <a:pt x="73086" y="52736"/>
                  <a:pt x="74564" y="49828"/>
                </a:cubicBezTo>
                <a:cubicBezTo>
                  <a:pt x="76042" y="46921"/>
                  <a:pt x="77972" y="44538"/>
                  <a:pt x="80354" y="42679"/>
                </a:cubicBezTo>
                <a:cubicBezTo>
                  <a:pt x="82737" y="40820"/>
                  <a:pt x="85429" y="39438"/>
                  <a:pt x="88431" y="38533"/>
                </a:cubicBezTo>
                <a:cubicBezTo>
                  <a:pt x="91434" y="37627"/>
                  <a:pt x="94414" y="37174"/>
                  <a:pt x="97369" y="37174"/>
                </a:cubicBezTo>
                <a:cubicBezTo>
                  <a:pt x="101372" y="37174"/>
                  <a:pt x="104922" y="37747"/>
                  <a:pt x="108020" y="38891"/>
                </a:cubicBezTo>
                <a:cubicBezTo>
                  <a:pt x="111119" y="40035"/>
                  <a:pt x="114288" y="41702"/>
                  <a:pt x="117528" y="43894"/>
                </a:cubicBezTo>
                <a:cubicBezTo>
                  <a:pt x="116672" y="45801"/>
                  <a:pt x="115957" y="47851"/>
                  <a:pt x="115384" y="50044"/>
                </a:cubicBezTo>
                <a:cubicBezTo>
                  <a:pt x="114812" y="52236"/>
                  <a:pt x="114384" y="54381"/>
                  <a:pt x="114099" y="56478"/>
                </a:cubicBezTo>
                <a:lnTo>
                  <a:pt x="110095" y="56478"/>
                </a:lnTo>
                <a:cubicBezTo>
                  <a:pt x="109809" y="55333"/>
                  <a:pt x="109332" y="54070"/>
                  <a:pt x="108664" y="52688"/>
                </a:cubicBezTo>
                <a:cubicBezTo>
                  <a:pt x="107996" y="51307"/>
                  <a:pt x="107091" y="49996"/>
                  <a:pt x="105948" y="48757"/>
                </a:cubicBezTo>
                <a:cubicBezTo>
                  <a:pt x="104805" y="47518"/>
                  <a:pt x="103422" y="46493"/>
                  <a:pt x="101800" y="45683"/>
                </a:cubicBezTo>
                <a:cubicBezTo>
                  <a:pt x="100180" y="44873"/>
                  <a:pt x="98227" y="44468"/>
                  <a:pt x="95940" y="44468"/>
                </a:cubicBezTo>
                <a:cubicBezTo>
                  <a:pt x="93079" y="44468"/>
                  <a:pt x="90671" y="45231"/>
                  <a:pt x="88717" y="46756"/>
                </a:cubicBezTo>
                <a:cubicBezTo>
                  <a:pt x="86763" y="48281"/>
                  <a:pt x="85787" y="50282"/>
                  <a:pt x="85787" y="52760"/>
                </a:cubicBezTo>
                <a:cubicBezTo>
                  <a:pt x="85787" y="55048"/>
                  <a:pt x="86621" y="56883"/>
                  <a:pt x="88289" y="58265"/>
                </a:cubicBezTo>
                <a:cubicBezTo>
                  <a:pt x="89957" y="59647"/>
                  <a:pt x="92031" y="60862"/>
                  <a:pt x="94509" y="61911"/>
                </a:cubicBezTo>
                <a:cubicBezTo>
                  <a:pt x="96988" y="62959"/>
                  <a:pt x="99704" y="64008"/>
                  <a:pt x="102658" y="65057"/>
                </a:cubicBezTo>
                <a:cubicBezTo>
                  <a:pt x="105613" y="66105"/>
                  <a:pt x="108330" y="67464"/>
                  <a:pt x="110809" y="69132"/>
                </a:cubicBezTo>
                <a:cubicBezTo>
                  <a:pt x="113287" y="70799"/>
                  <a:pt x="115360" y="72967"/>
                  <a:pt x="117029" y="75636"/>
                </a:cubicBezTo>
                <a:cubicBezTo>
                  <a:pt x="118697" y="78305"/>
                  <a:pt x="119531" y="81737"/>
                  <a:pt x="119531" y="85931"/>
                </a:cubicBezTo>
                <a:cubicBezTo>
                  <a:pt x="119531" y="90126"/>
                  <a:pt x="118768" y="93724"/>
                  <a:pt x="117243" y="96726"/>
                </a:cubicBezTo>
                <a:cubicBezTo>
                  <a:pt x="115718" y="99728"/>
                  <a:pt x="113669" y="102207"/>
                  <a:pt x="111095" y="104162"/>
                </a:cubicBezTo>
                <a:cubicBezTo>
                  <a:pt x="108522" y="106115"/>
                  <a:pt x="105591" y="107521"/>
                  <a:pt x="102302" y="108379"/>
                </a:cubicBezTo>
                <a:cubicBezTo>
                  <a:pt x="99014" y="109237"/>
                  <a:pt x="95558" y="109666"/>
                  <a:pt x="91937" y="109666"/>
                </a:cubicBezTo>
                <a:cubicBezTo>
                  <a:pt x="87646" y="109666"/>
                  <a:pt x="83785" y="109047"/>
                  <a:pt x="80354" y="107807"/>
                </a:cubicBezTo>
                <a:cubicBezTo>
                  <a:pt x="76923" y="106568"/>
                  <a:pt x="74207" y="105282"/>
                  <a:pt x="72205" y="103948"/>
                </a:cubicBezTo>
                <a:cubicBezTo>
                  <a:pt x="73349" y="99372"/>
                  <a:pt x="74063" y="94796"/>
                  <a:pt x="74350" y="90221"/>
                </a:cubicBezTo>
                <a:lnTo>
                  <a:pt x="77924" y="90221"/>
                </a:lnTo>
                <a:close/>
                <a:moveTo>
                  <a:pt x="132400" y="49470"/>
                </a:moveTo>
                <a:cubicBezTo>
                  <a:pt x="132400" y="40130"/>
                  <a:pt x="132304" y="31551"/>
                  <a:pt x="132114" y="23735"/>
                </a:cubicBezTo>
                <a:cubicBezTo>
                  <a:pt x="131923" y="15919"/>
                  <a:pt x="131637" y="8007"/>
                  <a:pt x="131254" y="0"/>
                </a:cubicBezTo>
                <a:cubicBezTo>
                  <a:pt x="132494" y="191"/>
                  <a:pt x="134067" y="358"/>
                  <a:pt x="135973" y="502"/>
                </a:cubicBezTo>
                <a:cubicBezTo>
                  <a:pt x="137880" y="644"/>
                  <a:pt x="139882" y="716"/>
                  <a:pt x="141980" y="716"/>
                </a:cubicBezTo>
                <a:cubicBezTo>
                  <a:pt x="144076" y="716"/>
                  <a:pt x="146077" y="644"/>
                  <a:pt x="147984" y="502"/>
                </a:cubicBezTo>
                <a:cubicBezTo>
                  <a:pt x="149891" y="358"/>
                  <a:pt x="151464" y="191"/>
                  <a:pt x="152703" y="0"/>
                </a:cubicBezTo>
                <a:cubicBezTo>
                  <a:pt x="152512" y="4003"/>
                  <a:pt x="152345" y="8054"/>
                  <a:pt x="152201" y="12154"/>
                </a:cubicBezTo>
                <a:cubicBezTo>
                  <a:pt x="152058" y="16253"/>
                  <a:pt x="151939" y="20876"/>
                  <a:pt x="151843" y="26024"/>
                </a:cubicBezTo>
                <a:cubicBezTo>
                  <a:pt x="151749" y="31169"/>
                  <a:pt x="151677" y="37055"/>
                  <a:pt x="151629" y="43680"/>
                </a:cubicBezTo>
                <a:cubicBezTo>
                  <a:pt x="151583" y="50305"/>
                  <a:pt x="151560" y="58193"/>
                  <a:pt x="151560" y="67343"/>
                </a:cubicBezTo>
                <a:cubicBezTo>
                  <a:pt x="151560" y="68678"/>
                  <a:pt x="151583" y="69536"/>
                  <a:pt x="151629" y="69917"/>
                </a:cubicBezTo>
                <a:cubicBezTo>
                  <a:pt x="151677" y="70299"/>
                  <a:pt x="151892" y="70489"/>
                  <a:pt x="152273" y="70489"/>
                </a:cubicBezTo>
                <a:cubicBezTo>
                  <a:pt x="152654" y="70489"/>
                  <a:pt x="153583" y="69751"/>
                  <a:pt x="155061" y="68275"/>
                </a:cubicBezTo>
                <a:cubicBezTo>
                  <a:pt x="156539" y="66797"/>
                  <a:pt x="158445" y="64676"/>
                  <a:pt x="160779" y="61911"/>
                </a:cubicBezTo>
                <a:cubicBezTo>
                  <a:pt x="163115" y="59146"/>
                  <a:pt x="165832" y="55833"/>
                  <a:pt x="168930" y="51973"/>
                </a:cubicBezTo>
                <a:cubicBezTo>
                  <a:pt x="172028" y="48113"/>
                  <a:pt x="175436" y="43799"/>
                  <a:pt x="179154" y="39033"/>
                </a:cubicBezTo>
                <a:cubicBezTo>
                  <a:pt x="180297" y="39224"/>
                  <a:pt x="181417" y="39391"/>
                  <a:pt x="182514" y="39535"/>
                </a:cubicBezTo>
                <a:cubicBezTo>
                  <a:pt x="183610" y="39677"/>
                  <a:pt x="184730" y="39749"/>
                  <a:pt x="185874" y="39749"/>
                </a:cubicBezTo>
                <a:cubicBezTo>
                  <a:pt x="186922" y="39749"/>
                  <a:pt x="188066" y="39677"/>
                  <a:pt x="189305" y="39535"/>
                </a:cubicBezTo>
                <a:cubicBezTo>
                  <a:pt x="190545" y="39391"/>
                  <a:pt x="192070" y="39224"/>
                  <a:pt x="193880" y="39033"/>
                </a:cubicBezTo>
                <a:cubicBezTo>
                  <a:pt x="192641" y="40463"/>
                  <a:pt x="190806" y="42417"/>
                  <a:pt x="188376" y="44895"/>
                </a:cubicBezTo>
                <a:cubicBezTo>
                  <a:pt x="185946" y="47374"/>
                  <a:pt x="183443" y="49924"/>
                  <a:pt x="180869" y="52547"/>
                </a:cubicBezTo>
                <a:cubicBezTo>
                  <a:pt x="178296" y="55168"/>
                  <a:pt x="175865" y="57669"/>
                  <a:pt x="173577" y="60052"/>
                </a:cubicBezTo>
                <a:cubicBezTo>
                  <a:pt x="171290" y="62434"/>
                  <a:pt x="169621" y="64198"/>
                  <a:pt x="168573" y="65342"/>
                </a:cubicBezTo>
                <a:cubicBezTo>
                  <a:pt x="168954" y="65914"/>
                  <a:pt x="169788" y="67249"/>
                  <a:pt x="171075" y="69346"/>
                </a:cubicBezTo>
                <a:cubicBezTo>
                  <a:pt x="172362" y="71443"/>
                  <a:pt x="173911" y="73946"/>
                  <a:pt x="175722" y="76853"/>
                </a:cubicBezTo>
                <a:cubicBezTo>
                  <a:pt x="177533" y="79759"/>
                  <a:pt x="179439" y="82857"/>
                  <a:pt x="181440" y="86145"/>
                </a:cubicBezTo>
                <a:cubicBezTo>
                  <a:pt x="183443" y="89434"/>
                  <a:pt x="185326" y="92580"/>
                  <a:pt x="187089" y="95583"/>
                </a:cubicBezTo>
                <a:cubicBezTo>
                  <a:pt x="188853" y="98585"/>
                  <a:pt x="190402" y="101206"/>
                  <a:pt x="191736" y="103446"/>
                </a:cubicBezTo>
                <a:cubicBezTo>
                  <a:pt x="193071" y="105686"/>
                  <a:pt x="193929" y="107140"/>
                  <a:pt x="194310" y="107807"/>
                </a:cubicBezTo>
                <a:cubicBezTo>
                  <a:pt x="192309" y="107617"/>
                  <a:pt x="190402" y="107522"/>
                  <a:pt x="188590" y="107522"/>
                </a:cubicBezTo>
                <a:cubicBezTo>
                  <a:pt x="186779" y="107522"/>
                  <a:pt x="184920" y="107522"/>
                  <a:pt x="183013" y="107522"/>
                </a:cubicBezTo>
                <a:cubicBezTo>
                  <a:pt x="181108" y="107522"/>
                  <a:pt x="179273" y="107522"/>
                  <a:pt x="177509" y="107522"/>
                </a:cubicBezTo>
                <a:cubicBezTo>
                  <a:pt x="175746" y="107522"/>
                  <a:pt x="173959" y="107617"/>
                  <a:pt x="172148" y="107807"/>
                </a:cubicBezTo>
                <a:cubicBezTo>
                  <a:pt x="171671" y="107330"/>
                  <a:pt x="170884" y="106139"/>
                  <a:pt x="169788" y="104234"/>
                </a:cubicBezTo>
                <a:cubicBezTo>
                  <a:pt x="168693" y="102327"/>
                  <a:pt x="167453" y="100158"/>
                  <a:pt x="166070" y="97728"/>
                </a:cubicBezTo>
                <a:cubicBezTo>
                  <a:pt x="164688" y="95297"/>
                  <a:pt x="163259" y="92748"/>
                  <a:pt x="161781" y="90079"/>
                </a:cubicBezTo>
                <a:cubicBezTo>
                  <a:pt x="160305" y="87410"/>
                  <a:pt x="158899" y="84955"/>
                  <a:pt x="157564" y="82715"/>
                </a:cubicBezTo>
                <a:cubicBezTo>
                  <a:pt x="156230" y="80474"/>
                  <a:pt x="155039" y="78639"/>
                  <a:pt x="153990" y="77209"/>
                </a:cubicBezTo>
                <a:cubicBezTo>
                  <a:pt x="152941" y="75779"/>
                  <a:pt x="152226" y="75064"/>
                  <a:pt x="151845" y="75064"/>
                </a:cubicBezTo>
                <a:cubicBezTo>
                  <a:pt x="151463" y="75064"/>
                  <a:pt x="151200" y="75351"/>
                  <a:pt x="151058" y="75924"/>
                </a:cubicBezTo>
                <a:cubicBezTo>
                  <a:pt x="150915" y="76495"/>
                  <a:pt x="150844" y="78258"/>
                  <a:pt x="150844" y="81212"/>
                </a:cubicBezTo>
                <a:lnTo>
                  <a:pt x="150844" y="89219"/>
                </a:lnTo>
                <a:cubicBezTo>
                  <a:pt x="150844" y="90458"/>
                  <a:pt x="150867" y="91984"/>
                  <a:pt x="150914" y="93796"/>
                </a:cubicBezTo>
                <a:cubicBezTo>
                  <a:pt x="150962" y="95607"/>
                  <a:pt x="151010" y="97442"/>
                  <a:pt x="151058" y="99301"/>
                </a:cubicBezTo>
                <a:cubicBezTo>
                  <a:pt x="151106" y="101160"/>
                  <a:pt x="151201" y="102899"/>
                  <a:pt x="151344" y="104520"/>
                </a:cubicBezTo>
                <a:cubicBezTo>
                  <a:pt x="151488" y="106140"/>
                  <a:pt x="151655" y="107236"/>
                  <a:pt x="151845" y="107807"/>
                </a:cubicBezTo>
                <a:cubicBezTo>
                  <a:pt x="150129" y="107617"/>
                  <a:pt x="148413" y="107522"/>
                  <a:pt x="146696" y="107522"/>
                </a:cubicBezTo>
                <a:cubicBezTo>
                  <a:pt x="144982" y="107522"/>
                  <a:pt x="143266" y="107522"/>
                  <a:pt x="141550" y="107522"/>
                </a:cubicBezTo>
                <a:cubicBezTo>
                  <a:pt x="139834" y="107522"/>
                  <a:pt x="138117" y="107522"/>
                  <a:pt x="136401" y="107522"/>
                </a:cubicBezTo>
                <a:cubicBezTo>
                  <a:pt x="134686" y="107522"/>
                  <a:pt x="132971" y="107617"/>
                  <a:pt x="131254" y="107807"/>
                </a:cubicBezTo>
                <a:cubicBezTo>
                  <a:pt x="131637" y="100087"/>
                  <a:pt x="131923" y="92319"/>
                  <a:pt x="132114" y="84502"/>
                </a:cubicBezTo>
                <a:cubicBezTo>
                  <a:pt x="132304" y="76686"/>
                  <a:pt x="132400" y="68107"/>
                  <a:pt x="132400" y="58765"/>
                </a:cubicBezTo>
                <a:lnTo>
                  <a:pt x="132400" y="49470"/>
                </a:lnTo>
                <a:close/>
                <a:moveTo>
                  <a:pt x="248070" y="11439"/>
                </a:moveTo>
                <a:cubicBezTo>
                  <a:pt x="247880" y="14298"/>
                  <a:pt x="247713" y="17468"/>
                  <a:pt x="247571" y="20947"/>
                </a:cubicBezTo>
                <a:cubicBezTo>
                  <a:pt x="247428" y="24426"/>
                  <a:pt x="247285" y="28024"/>
                  <a:pt x="247141" y="31742"/>
                </a:cubicBezTo>
                <a:cubicBezTo>
                  <a:pt x="246998" y="35459"/>
                  <a:pt x="246879" y="39225"/>
                  <a:pt x="246783" y="43039"/>
                </a:cubicBezTo>
                <a:cubicBezTo>
                  <a:pt x="246689" y="46851"/>
                  <a:pt x="246641" y="50568"/>
                  <a:pt x="246641" y="54189"/>
                </a:cubicBezTo>
                <a:lnTo>
                  <a:pt x="246641" y="62912"/>
                </a:lnTo>
                <a:lnTo>
                  <a:pt x="246641" y="73779"/>
                </a:lnTo>
                <a:cubicBezTo>
                  <a:pt x="246641" y="78831"/>
                  <a:pt x="246713" y="84025"/>
                  <a:pt x="246855" y="89363"/>
                </a:cubicBezTo>
                <a:cubicBezTo>
                  <a:pt x="246999" y="94701"/>
                  <a:pt x="247214" y="100849"/>
                  <a:pt x="247499" y="107807"/>
                </a:cubicBezTo>
                <a:cubicBezTo>
                  <a:pt x="245592" y="107617"/>
                  <a:pt x="243733" y="107522"/>
                  <a:pt x="241922" y="107522"/>
                </a:cubicBezTo>
                <a:cubicBezTo>
                  <a:pt x="240112" y="107522"/>
                  <a:pt x="238253" y="107522"/>
                  <a:pt x="236346" y="107522"/>
                </a:cubicBezTo>
                <a:cubicBezTo>
                  <a:pt x="234440" y="107522"/>
                  <a:pt x="232558" y="107522"/>
                  <a:pt x="230700" y="107522"/>
                </a:cubicBezTo>
                <a:cubicBezTo>
                  <a:pt x="228841" y="107522"/>
                  <a:pt x="226958" y="107617"/>
                  <a:pt x="225051" y="107807"/>
                </a:cubicBezTo>
                <a:cubicBezTo>
                  <a:pt x="225147" y="106282"/>
                  <a:pt x="225290" y="104089"/>
                  <a:pt x="225481" y="101230"/>
                </a:cubicBezTo>
                <a:cubicBezTo>
                  <a:pt x="225671" y="98370"/>
                  <a:pt x="225838" y="95201"/>
                  <a:pt x="225981" y="91722"/>
                </a:cubicBezTo>
                <a:cubicBezTo>
                  <a:pt x="226123" y="88242"/>
                  <a:pt x="226266" y="84549"/>
                  <a:pt x="226408" y="80641"/>
                </a:cubicBezTo>
                <a:cubicBezTo>
                  <a:pt x="226552" y="76732"/>
                  <a:pt x="226624" y="72777"/>
                  <a:pt x="226624" y="68774"/>
                </a:cubicBezTo>
                <a:lnTo>
                  <a:pt x="226624" y="28454"/>
                </a:lnTo>
                <a:cubicBezTo>
                  <a:pt x="225957" y="28739"/>
                  <a:pt x="224955" y="29215"/>
                  <a:pt x="223620" y="29883"/>
                </a:cubicBezTo>
                <a:cubicBezTo>
                  <a:pt x="222286" y="30551"/>
                  <a:pt x="220832" y="31289"/>
                  <a:pt x="219259" y="32100"/>
                </a:cubicBezTo>
                <a:cubicBezTo>
                  <a:pt x="217686" y="32910"/>
                  <a:pt x="216090" y="33720"/>
                  <a:pt x="214470" y="34530"/>
                </a:cubicBezTo>
                <a:cubicBezTo>
                  <a:pt x="212849" y="35340"/>
                  <a:pt x="211372" y="36031"/>
                  <a:pt x="210039" y="36603"/>
                </a:cubicBezTo>
                <a:cubicBezTo>
                  <a:pt x="208990" y="35173"/>
                  <a:pt x="207774" y="33672"/>
                  <a:pt x="206391" y="32100"/>
                </a:cubicBezTo>
                <a:cubicBezTo>
                  <a:pt x="205009" y="30526"/>
                  <a:pt x="203889" y="29406"/>
                  <a:pt x="203031" y="28740"/>
                </a:cubicBezTo>
                <a:cubicBezTo>
                  <a:pt x="210466" y="26071"/>
                  <a:pt x="217520" y="23283"/>
                  <a:pt x="224192" y="20375"/>
                </a:cubicBezTo>
                <a:cubicBezTo>
                  <a:pt x="230865" y="17468"/>
                  <a:pt x="237919" y="14108"/>
                  <a:pt x="245354" y="10296"/>
                </a:cubicBezTo>
                <a:lnTo>
                  <a:pt x="248070" y="11439"/>
                </a:lnTo>
                <a:close/>
                <a:moveTo>
                  <a:pt x="280814" y="7721"/>
                </a:moveTo>
                <a:cubicBezTo>
                  <a:pt x="285199" y="11343"/>
                  <a:pt x="289227" y="15084"/>
                  <a:pt x="292896" y="18946"/>
                </a:cubicBezTo>
                <a:cubicBezTo>
                  <a:pt x="296566" y="22806"/>
                  <a:pt x="299735" y="27095"/>
                  <a:pt x="302404" y="31814"/>
                </a:cubicBezTo>
                <a:cubicBezTo>
                  <a:pt x="305073" y="36532"/>
                  <a:pt x="307147" y="41870"/>
                  <a:pt x="308624" y="47828"/>
                </a:cubicBezTo>
                <a:cubicBezTo>
                  <a:pt x="310102" y="53785"/>
                  <a:pt x="310841" y="60624"/>
                  <a:pt x="310841" y="68344"/>
                </a:cubicBezTo>
                <a:cubicBezTo>
                  <a:pt x="310841" y="75112"/>
                  <a:pt x="310126" y="81308"/>
                  <a:pt x="308696" y="86933"/>
                </a:cubicBezTo>
                <a:cubicBezTo>
                  <a:pt x="307267" y="92556"/>
                  <a:pt x="305265" y="97727"/>
                  <a:pt x="302690" y="102447"/>
                </a:cubicBezTo>
                <a:cubicBezTo>
                  <a:pt x="300117" y="107165"/>
                  <a:pt x="296995" y="111550"/>
                  <a:pt x="293324" y="115600"/>
                </a:cubicBezTo>
                <a:cubicBezTo>
                  <a:pt x="289654" y="119651"/>
                  <a:pt x="285580" y="123487"/>
                  <a:pt x="281100" y="127109"/>
                </a:cubicBezTo>
                <a:lnTo>
                  <a:pt x="277240" y="123535"/>
                </a:lnTo>
                <a:cubicBezTo>
                  <a:pt x="283912" y="115910"/>
                  <a:pt x="288607" y="107783"/>
                  <a:pt x="291323" y="99157"/>
                </a:cubicBezTo>
                <a:cubicBezTo>
                  <a:pt x="294040" y="90530"/>
                  <a:pt x="295399" y="80593"/>
                  <a:pt x="295399" y="69346"/>
                </a:cubicBezTo>
                <a:cubicBezTo>
                  <a:pt x="295399" y="62769"/>
                  <a:pt x="295089" y="56787"/>
                  <a:pt x="294470" y="51401"/>
                </a:cubicBezTo>
                <a:cubicBezTo>
                  <a:pt x="293850" y="46015"/>
                  <a:pt x="292825" y="41011"/>
                  <a:pt x="291395" y="36389"/>
                </a:cubicBezTo>
                <a:cubicBezTo>
                  <a:pt x="289966" y="31765"/>
                  <a:pt x="288083" y="27428"/>
                  <a:pt x="285747" y="23377"/>
                </a:cubicBezTo>
                <a:cubicBezTo>
                  <a:pt x="283411" y="19326"/>
                  <a:pt x="280528" y="15347"/>
                  <a:pt x="277096" y="11439"/>
                </a:cubicBezTo>
                <a:lnTo>
                  <a:pt x="280814" y="7721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32647-FD06-4852-BF7C-03883B9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414" y="850141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140" name="Text Scenario">
            <a:extLst xmlns:a="http://schemas.openxmlformats.org/drawingml/2006/main">
              <a:ext uri="{FF2B5EF4-FFF2-40B4-BE49-F238E27FC236}">
                <a16:creationId xmlns:a16="http://schemas.microsoft.com/office/drawing/2014/main" id="{4AA609A8-A977-4BFF-9E2E-25D73A36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391" y="893225"/>
            <a:ext cx="424253" cy="87160"/>
          </a:xfrm>
          <a:custGeom xmlns:a="http://schemas.openxmlformats.org/drawingml/2006/main">
            <a:pathLst>
              <a:path w="424253" h="87160">
                <a:moveTo>
                  <a:pt x="39692" y="22533"/>
                </a:moveTo>
                <a:cubicBezTo>
                  <a:pt x="37252" y="15975"/>
                  <a:pt x="32638" y="12696"/>
                  <a:pt x="25851" y="12696"/>
                </a:cubicBezTo>
                <a:cubicBezTo>
                  <a:pt x="22343" y="12696"/>
                  <a:pt x="19482" y="13726"/>
                  <a:pt x="17270" y="15785"/>
                </a:cubicBezTo>
                <a:cubicBezTo>
                  <a:pt x="15060" y="17844"/>
                  <a:pt x="13954" y="20245"/>
                  <a:pt x="13954" y="22990"/>
                </a:cubicBezTo>
                <a:cubicBezTo>
                  <a:pt x="13954" y="25812"/>
                  <a:pt x="14812" y="28119"/>
                  <a:pt x="16527" y="29910"/>
                </a:cubicBezTo>
                <a:cubicBezTo>
                  <a:pt x="18243" y="31702"/>
                  <a:pt x="20398" y="33323"/>
                  <a:pt x="22990" y="34773"/>
                </a:cubicBezTo>
                <a:cubicBezTo>
                  <a:pt x="25584" y="36222"/>
                  <a:pt x="28368" y="37613"/>
                  <a:pt x="31342" y="38948"/>
                </a:cubicBezTo>
                <a:cubicBezTo>
                  <a:pt x="34316" y="40281"/>
                  <a:pt x="37099" y="41921"/>
                  <a:pt x="39692" y="43866"/>
                </a:cubicBezTo>
                <a:cubicBezTo>
                  <a:pt x="42284" y="45811"/>
                  <a:pt x="44438" y="48175"/>
                  <a:pt x="46153" y="50958"/>
                </a:cubicBezTo>
                <a:cubicBezTo>
                  <a:pt x="47869" y="53741"/>
                  <a:pt x="48727" y="57306"/>
                  <a:pt x="48727" y="61654"/>
                </a:cubicBezTo>
                <a:cubicBezTo>
                  <a:pt x="48727" y="65465"/>
                  <a:pt x="48003" y="68954"/>
                  <a:pt x="46554" y="72119"/>
                </a:cubicBezTo>
                <a:cubicBezTo>
                  <a:pt x="45106" y="75284"/>
                  <a:pt x="43047" y="77991"/>
                  <a:pt x="40377" y="80240"/>
                </a:cubicBezTo>
                <a:cubicBezTo>
                  <a:pt x="37708" y="82489"/>
                  <a:pt x="34524" y="84205"/>
                  <a:pt x="30825" y="85387"/>
                </a:cubicBezTo>
                <a:cubicBezTo>
                  <a:pt x="27127" y="86569"/>
                  <a:pt x="22991" y="87160"/>
                  <a:pt x="18415" y="87160"/>
                </a:cubicBezTo>
                <a:cubicBezTo>
                  <a:pt x="14298" y="87160"/>
                  <a:pt x="10618" y="86722"/>
                  <a:pt x="7378" y="85844"/>
                </a:cubicBezTo>
                <a:cubicBezTo>
                  <a:pt x="4137" y="84968"/>
                  <a:pt x="1678" y="83882"/>
                  <a:pt x="0" y="82586"/>
                </a:cubicBezTo>
                <a:cubicBezTo>
                  <a:pt x="762" y="79917"/>
                  <a:pt x="1410" y="77477"/>
                  <a:pt x="1944" y="75266"/>
                </a:cubicBezTo>
                <a:cubicBezTo>
                  <a:pt x="2478" y="73054"/>
                  <a:pt x="2936" y="70652"/>
                  <a:pt x="3316" y="68059"/>
                </a:cubicBezTo>
                <a:lnTo>
                  <a:pt x="5491" y="68059"/>
                </a:lnTo>
                <a:cubicBezTo>
                  <a:pt x="5796" y="69736"/>
                  <a:pt x="6367" y="71318"/>
                  <a:pt x="7205" y="72805"/>
                </a:cubicBezTo>
                <a:cubicBezTo>
                  <a:pt x="8044" y="74292"/>
                  <a:pt x="9111" y="75607"/>
                  <a:pt x="10408" y="76751"/>
                </a:cubicBezTo>
                <a:cubicBezTo>
                  <a:pt x="11705" y="77895"/>
                  <a:pt x="13268" y="78791"/>
                  <a:pt x="15097" y="79439"/>
                </a:cubicBezTo>
                <a:cubicBezTo>
                  <a:pt x="16928" y="80087"/>
                  <a:pt x="18987" y="80411"/>
                  <a:pt x="21276" y="80411"/>
                </a:cubicBezTo>
                <a:cubicBezTo>
                  <a:pt x="25851" y="80411"/>
                  <a:pt x="29225" y="79267"/>
                  <a:pt x="31398" y="76980"/>
                </a:cubicBezTo>
                <a:cubicBezTo>
                  <a:pt x="33571" y="74692"/>
                  <a:pt x="34658" y="71947"/>
                  <a:pt x="34658" y="68745"/>
                </a:cubicBezTo>
                <a:cubicBezTo>
                  <a:pt x="34658" y="65847"/>
                  <a:pt x="33819" y="63483"/>
                  <a:pt x="32141" y="61654"/>
                </a:cubicBezTo>
                <a:cubicBezTo>
                  <a:pt x="30464" y="59823"/>
                  <a:pt x="28368" y="58203"/>
                  <a:pt x="25851" y="56793"/>
                </a:cubicBezTo>
                <a:cubicBezTo>
                  <a:pt x="23334" y="55381"/>
                  <a:pt x="20588" y="54008"/>
                  <a:pt x="17614" y="52674"/>
                </a:cubicBezTo>
                <a:cubicBezTo>
                  <a:pt x="14640" y="51339"/>
                  <a:pt x="11895" y="49719"/>
                  <a:pt x="9378" y="47813"/>
                </a:cubicBezTo>
                <a:cubicBezTo>
                  <a:pt x="6862" y="45906"/>
                  <a:pt x="4765" y="43560"/>
                  <a:pt x="3088" y="40777"/>
                </a:cubicBezTo>
                <a:cubicBezTo>
                  <a:pt x="1411" y="37994"/>
                  <a:pt x="572" y="34429"/>
                  <a:pt x="572" y="30083"/>
                </a:cubicBezTo>
                <a:cubicBezTo>
                  <a:pt x="572" y="26118"/>
                  <a:pt x="1278" y="22610"/>
                  <a:pt x="2688" y="19560"/>
                </a:cubicBezTo>
                <a:cubicBezTo>
                  <a:pt x="4098" y="16509"/>
                  <a:pt x="5985" y="13955"/>
                  <a:pt x="8350" y="11896"/>
                </a:cubicBezTo>
                <a:cubicBezTo>
                  <a:pt x="10714" y="9837"/>
                  <a:pt x="13441" y="8274"/>
                  <a:pt x="16529" y="7207"/>
                </a:cubicBezTo>
                <a:cubicBezTo>
                  <a:pt x="19617" y="6138"/>
                  <a:pt x="22877" y="5604"/>
                  <a:pt x="26308" y="5604"/>
                </a:cubicBezTo>
                <a:cubicBezTo>
                  <a:pt x="30426" y="5604"/>
                  <a:pt x="34029" y="6100"/>
                  <a:pt x="37117" y="7091"/>
                </a:cubicBezTo>
                <a:cubicBezTo>
                  <a:pt x="40205" y="8083"/>
                  <a:pt x="42855" y="9455"/>
                  <a:pt x="45067" y="11209"/>
                </a:cubicBezTo>
                <a:cubicBezTo>
                  <a:pt x="44381" y="12962"/>
                  <a:pt x="43790" y="14659"/>
                  <a:pt x="43294" y="16300"/>
                </a:cubicBezTo>
                <a:cubicBezTo>
                  <a:pt x="42798" y="17940"/>
                  <a:pt x="42169" y="20017"/>
                  <a:pt x="41407" y="22533"/>
                </a:cubicBezTo>
                <a:lnTo>
                  <a:pt x="39692" y="22533"/>
                </a:lnTo>
                <a:close/>
                <a:moveTo>
                  <a:pt x="100659" y="46439"/>
                </a:moveTo>
                <a:cubicBezTo>
                  <a:pt x="100048" y="43008"/>
                  <a:pt x="98847" y="40244"/>
                  <a:pt x="97055" y="38147"/>
                </a:cubicBezTo>
                <a:cubicBezTo>
                  <a:pt x="95263" y="36050"/>
                  <a:pt x="92613" y="35002"/>
                  <a:pt x="89105" y="35002"/>
                </a:cubicBezTo>
                <a:cubicBezTo>
                  <a:pt x="84530" y="35002"/>
                  <a:pt x="81098" y="37080"/>
                  <a:pt x="78811" y="41236"/>
                </a:cubicBezTo>
                <a:cubicBezTo>
                  <a:pt x="76523" y="45391"/>
                  <a:pt x="75379" y="51167"/>
                  <a:pt x="75379" y="58564"/>
                </a:cubicBezTo>
                <a:cubicBezTo>
                  <a:pt x="75379" y="65504"/>
                  <a:pt x="76828" y="70823"/>
                  <a:pt x="79725" y="74522"/>
                </a:cubicBezTo>
                <a:cubicBezTo>
                  <a:pt x="82624" y="78220"/>
                  <a:pt x="86856" y="80069"/>
                  <a:pt x="92423" y="80069"/>
                </a:cubicBezTo>
                <a:cubicBezTo>
                  <a:pt x="94787" y="80069"/>
                  <a:pt x="97075" y="79516"/>
                  <a:pt x="99286" y="78411"/>
                </a:cubicBezTo>
                <a:cubicBezTo>
                  <a:pt x="101498" y="77304"/>
                  <a:pt x="103137" y="76065"/>
                  <a:pt x="104204" y="74693"/>
                </a:cubicBezTo>
                <a:lnTo>
                  <a:pt x="105578" y="75836"/>
                </a:lnTo>
                <a:cubicBezTo>
                  <a:pt x="105044" y="76903"/>
                  <a:pt x="104586" y="78009"/>
                  <a:pt x="104204" y="79154"/>
                </a:cubicBezTo>
                <a:cubicBezTo>
                  <a:pt x="103823" y="80298"/>
                  <a:pt x="103441" y="81442"/>
                  <a:pt x="103061" y="82586"/>
                </a:cubicBezTo>
                <a:cubicBezTo>
                  <a:pt x="101383" y="83882"/>
                  <a:pt x="99267" y="84968"/>
                  <a:pt x="96711" y="85844"/>
                </a:cubicBezTo>
                <a:cubicBezTo>
                  <a:pt x="94157" y="86722"/>
                  <a:pt x="91126" y="87160"/>
                  <a:pt x="87618" y="87160"/>
                </a:cubicBezTo>
                <a:cubicBezTo>
                  <a:pt x="82051" y="87160"/>
                  <a:pt x="77362" y="86360"/>
                  <a:pt x="73548" y="84759"/>
                </a:cubicBezTo>
                <a:cubicBezTo>
                  <a:pt x="69737" y="83158"/>
                  <a:pt x="66668" y="80985"/>
                  <a:pt x="64342" y="78240"/>
                </a:cubicBezTo>
                <a:cubicBezTo>
                  <a:pt x="62016" y="75494"/>
                  <a:pt x="60357" y="72386"/>
                  <a:pt x="59366" y="68916"/>
                </a:cubicBezTo>
                <a:cubicBezTo>
                  <a:pt x="58374" y="65446"/>
                  <a:pt x="57879" y="61958"/>
                  <a:pt x="57879" y="58451"/>
                </a:cubicBezTo>
                <a:cubicBezTo>
                  <a:pt x="57879" y="54256"/>
                  <a:pt x="58584" y="50367"/>
                  <a:pt x="59994" y="46783"/>
                </a:cubicBezTo>
                <a:cubicBezTo>
                  <a:pt x="61405" y="43199"/>
                  <a:pt x="63426" y="40111"/>
                  <a:pt x="66057" y="37519"/>
                </a:cubicBezTo>
                <a:cubicBezTo>
                  <a:pt x="68688" y="34925"/>
                  <a:pt x="71872" y="32885"/>
                  <a:pt x="75608" y="31398"/>
                </a:cubicBezTo>
                <a:cubicBezTo>
                  <a:pt x="79344" y="29910"/>
                  <a:pt x="83501" y="29167"/>
                  <a:pt x="88077" y="29167"/>
                </a:cubicBezTo>
                <a:cubicBezTo>
                  <a:pt x="92423" y="29167"/>
                  <a:pt x="96102" y="29663"/>
                  <a:pt x="99113" y="30654"/>
                </a:cubicBezTo>
                <a:cubicBezTo>
                  <a:pt x="102125" y="31645"/>
                  <a:pt x="105005" y="32942"/>
                  <a:pt x="107751" y="34543"/>
                </a:cubicBezTo>
                <a:cubicBezTo>
                  <a:pt x="106835" y="36068"/>
                  <a:pt x="105977" y="37937"/>
                  <a:pt x="105176" y="40149"/>
                </a:cubicBezTo>
                <a:cubicBezTo>
                  <a:pt x="104376" y="42360"/>
                  <a:pt x="103785" y="44456"/>
                  <a:pt x="103403" y="46439"/>
                </a:cubicBezTo>
                <a:lnTo>
                  <a:pt x="100659" y="46439"/>
                </a:lnTo>
                <a:close/>
                <a:moveTo>
                  <a:pt x="130855" y="58336"/>
                </a:moveTo>
                <a:cubicBezTo>
                  <a:pt x="130855" y="61385"/>
                  <a:pt x="131160" y="64245"/>
                  <a:pt x="131770" y="66914"/>
                </a:cubicBezTo>
                <a:cubicBezTo>
                  <a:pt x="132381" y="69583"/>
                  <a:pt x="133315" y="71890"/>
                  <a:pt x="134573" y="73835"/>
                </a:cubicBezTo>
                <a:cubicBezTo>
                  <a:pt x="135831" y="75779"/>
                  <a:pt x="137432" y="77304"/>
                  <a:pt x="139376" y="78411"/>
                </a:cubicBezTo>
                <a:cubicBezTo>
                  <a:pt x="141322" y="79516"/>
                  <a:pt x="143591" y="80069"/>
                  <a:pt x="146183" y="80069"/>
                </a:cubicBezTo>
                <a:cubicBezTo>
                  <a:pt x="151445" y="80069"/>
                  <a:pt x="156135" y="78353"/>
                  <a:pt x="160252" y="74922"/>
                </a:cubicBezTo>
                <a:lnTo>
                  <a:pt x="161624" y="75952"/>
                </a:lnTo>
                <a:lnTo>
                  <a:pt x="159107" y="82357"/>
                </a:lnTo>
                <a:cubicBezTo>
                  <a:pt x="157202" y="83806"/>
                  <a:pt x="154914" y="84968"/>
                  <a:pt x="152245" y="85844"/>
                </a:cubicBezTo>
                <a:cubicBezTo>
                  <a:pt x="149575" y="86722"/>
                  <a:pt x="146068" y="87160"/>
                  <a:pt x="141722" y="87160"/>
                </a:cubicBezTo>
                <a:cubicBezTo>
                  <a:pt x="137986" y="87160"/>
                  <a:pt x="134440" y="86646"/>
                  <a:pt x="131084" y="85616"/>
                </a:cubicBezTo>
                <a:cubicBezTo>
                  <a:pt x="127729" y="84587"/>
                  <a:pt x="124774" y="82891"/>
                  <a:pt x="122219" y="80526"/>
                </a:cubicBezTo>
                <a:cubicBezTo>
                  <a:pt x="119665" y="78162"/>
                  <a:pt x="117644" y="75169"/>
                  <a:pt x="116157" y="71546"/>
                </a:cubicBezTo>
                <a:cubicBezTo>
                  <a:pt x="114670" y="67924"/>
                  <a:pt x="113927" y="63597"/>
                  <a:pt x="113927" y="58564"/>
                </a:cubicBezTo>
                <a:cubicBezTo>
                  <a:pt x="113927" y="53607"/>
                  <a:pt x="114593" y="49299"/>
                  <a:pt x="115927" y="45640"/>
                </a:cubicBezTo>
                <a:cubicBezTo>
                  <a:pt x="117262" y="41979"/>
                  <a:pt x="119111" y="38929"/>
                  <a:pt x="121475" y="36489"/>
                </a:cubicBezTo>
                <a:cubicBezTo>
                  <a:pt x="123840" y="34048"/>
                  <a:pt x="126642" y="32217"/>
                  <a:pt x="129883" y="30998"/>
                </a:cubicBezTo>
                <a:cubicBezTo>
                  <a:pt x="133124" y="29777"/>
                  <a:pt x="136650" y="29167"/>
                  <a:pt x="140463" y="29167"/>
                </a:cubicBezTo>
                <a:cubicBezTo>
                  <a:pt x="148013" y="29167"/>
                  <a:pt x="153789" y="31378"/>
                  <a:pt x="157791" y="35801"/>
                </a:cubicBezTo>
                <a:cubicBezTo>
                  <a:pt x="161795" y="40224"/>
                  <a:pt x="163797" y="46477"/>
                  <a:pt x="163797" y="54560"/>
                </a:cubicBezTo>
                <a:lnTo>
                  <a:pt x="163797" y="56964"/>
                </a:lnTo>
                <a:cubicBezTo>
                  <a:pt x="163797" y="57649"/>
                  <a:pt x="163759" y="58106"/>
                  <a:pt x="163684" y="58336"/>
                </a:cubicBezTo>
                <a:lnTo>
                  <a:pt x="130855" y="58336"/>
                </a:lnTo>
                <a:moveTo>
                  <a:pt x="148471" y="53189"/>
                </a:moveTo>
                <a:cubicBezTo>
                  <a:pt x="148318" y="47470"/>
                  <a:pt x="147612" y="42894"/>
                  <a:pt x="146354" y="39463"/>
                </a:cubicBezTo>
                <a:cubicBezTo>
                  <a:pt x="145096" y="36030"/>
                  <a:pt x="142980" y="34314"/>
                  <a:pt x="140006" y="34314"/>
                </a:cubicBezTo>
                <a:cubicBezTo>
                  <a:pt x="138328" y="34314"/>
                  <a:pt x="136917" y="34886"/>
                  <a:pt x="135774" y="36030"/>
                </a:cubicBezTo>
                <a:cubicBezTo>
                  <a:pt x="134630" y="37174"/>
                  <a:pt x="133715" y="38642"/>
                  <a:pt x="133028" y="40435"/>
                </a:cubicBezTo>
                <a:cubicBezTo>
                  <a:pt x="132342" y="42227"/>
                  <a:pt x="131827" y="44248"/>
                  <a:pt x="131483" y="46497"/>
                </a:cubicBezTo>
                <a:cubicBezTo>
                  <a:pt x="131141" y="48746"/>
                  <a:pt x="130932" y="50977"/>
                  <a:pt x="130855" y="53189"/>
                </a:cubicBezTo>
                <a:lnTo>
                  <a:pt x="148471" y="53189"/>
                </a:lnTo>
                <a:close/>
                <a:moveTo>
                  <a:pt x="189650" y="39233"/>
                </a:moveTo>
                <a:cubicBezTo>
                  <a:pt x="191785" y="36030"/>
                  <a:pt x="194282" y="33552"/>
                  <a:pt x="197141" y="31799"/>
                </a:cubicBezTo>
                <a:cubicBezTo>
                  <a:pt x="200001" y="30044"/>
                  <a:pt x="203261" y="29167"/>
                  <a:pt x="206921" y="29167"/>
                </a:cubicBezTo>
                <a:cubicBezTo>
                  <a:pt x="212641" y="29167"/>
                  <a:pt x="217045" y="30826"/>
                  <a:pt x="220133" y="34143"/>
                </a:cubicBezTo>
                <a:cubicBezTo>
                  <a:pt x="223221" y="37460"/>
                  <a:pt x="224765" y="42818"/>
                  <a:pt x="224765" y="50214"/>
                </a:cubicBezTo>
                <a:cubicBezTo>
                  <a:pt x="224765" y="54103"/>
                  <a:pt x="224689" y="57534"/>
                  <a:pt x="224537" y="60509"/>
                </a:cubicBezTo>
                <a:cubicBezTo>
                  <a:pt x="224384" y="63483"/>
                  <a:pt x="224308" y="66457"/>
                  <a:pt x="224308" y="69431"/>
                </a:cubicBezTo>
                <a:cubicBezTo>
                  <a:pt x="224308" y="71871"/>
                  <a:pt x="224365" y="74521"/>
                  <a:pt x="224479" y="77381"/>
                </a:cubicBezTo>
                <a:cubicBezTo>
                  <a:pt x="224594" y="80240"/>
                  <a:pt x="224728" y="83004"/>
                  <a:pt x="224881" y="85673"/>
                </a:cubicBezTo>
                <a:cubicBezTo>
                  <a:pt x="223889" y="85521"/>
                  <a:pt x="222631" y="85445"/>
                  <a:pt x="221105" y="85445"/>
                </a:cubicBezTo>
                <a:cubicBezTo>
                  <a:pt x="219580" y="85445"/>
                  <a:pt x="217978" y="85445"/>
                  <a:pt x="216300" y="85445"/>
                </a:cubicBezTo>
                <a:cubicBezTo>
                  <a:pt x="214624" y="85445"/>
                  <a:pt x="213023" y="85445"/>
                  <a:pt x="211497" y="85445"/>
                </a:cubicBezTo>
                <a:cubicBezTo>
                  <a:pt x="209972" y="85445"/>
                  <a:pt x="208713" y="85521"/>
                  <a:pt x="207722" y="85673"/>
                </a:cubicBezTo>
                <a:cubicBezTo>
                  <a:pt x="208256" y="81708"/>
                  <a:pt x="208599" y="77037"/>
                  <a:pt x="208752" y="71662"/>
                </a:cubicBezTo>
                <a:cubicBezTo>
                  <a:pt x="208904" y="66286"/>
                  <a:pt x="208980" y="60128"/>
                  <a:pt x="208980" y="53189"/>
                </a:cubicBezTo>
                <a:cubicBezTo>
                  <a:pt x="208980" y="48384"/>
                  <a:pt x="208160" y="44857"/>
                  <a:pt x="206521" y="42608"/>
                </a:cubicBezTo>
                <a:cubicBezTo>
                  <a:pt x="204882" y="40358"/>
                  <a:pt x="202575" y="39233"/>
                  <a:pt x="199601" y="39233"/>
                </a:cubicBezTo>
                <a:cubicBezTo>
                  <a:pt x="196169" y="39233"/>
                  <a:pt x="193653" y="40720"/>
                  <a:pt x="192052" y="43694"/>
                </a:cubicBezTo>
                <a:cubicBezTo>
                  <a:pt x="190451" y="46668"/>
                  <a:pt x="189650" y="50786"/>
                  <a:pt x="189650" y="56047"/>
                </a:cubicBezTo>
                <a:lnTo>
                  <a:pt x="189650" y="60624"/>
                </a:lnTo>
                <a:cubicBezTo>
                  <a:pt x="189650" y="65275"/>
                  <a:pt x="189707" y="69659"/>
                  <a:pt x="189821" y="73777"/>
                </a:cubicBezTo>
                <a:cubicBezTo>
                  <a:pt x="189935" y="77895"/>
                  <a:pt x="190183" y="81860"/>
                  <a:pt x="190565" y="85673"/>
                </a:cubicBezTo>
                <a:cubicBezTo>
                  <a:pt x="189573" y="85521"/>
                  <a:pt x="188334" y="85445"/>
                  <a:pt x="186847" y="85445"/>
                </a:cubicBezTo>
                <a:cubicBezTo>
                  <a:pt x="185360" y="85445"/>
                  <a:pt x="183740" y="85445"/>
                  <a:pt x="181986" y="85445"/>
                </a:cubicBezTo>
                <a:cubicBezTo>
                  <a:pt x="180232" y="85445"/>
                  <a:pt x="178630" y="85445"/>
                  <a:pt x="177181" y="85445"/>
                </a:cubicBezTo>
                <a:cubicBezTo>
                  <a:pt x="175733" y="85445"/>
                  <a:pt x="174474" y="85521"/>
                  <a:pt x="173406" y="85673"/>
                </a:cubicBezTo>
                <a:cubicBezTo>
                  <a:pt x="173788" y="81860"/>
                  <a:pt x="174036" y="77895"/>
                  <a:pt x="174150" y="73777"/>
                </a:cubicBezTo>
                <a:cubicBezTo>
                  <a:pt x="174265" y="69659"/>
                  <a:pt x="174322" y="65275"/>
                  <a:pt x="174322" y="60624"/>
                </a:cubicBezTo>
                <a:lnTo>
                  <a:pt x="174322" y="56047"/>
                </a:lnTo>
                <a:cubicBezTo>
                  <a:pt x="174322" y="51397"/>
                  <a:pt x="174265" y="47031"/>
                  <a:pt x="174150" y="42952"/>
                </a:cubicBezTo>
                <a:cubicBezTo>
                  <a:pt x="174036" y="38871"/>
                  <a:pt x="173788" y="34772"/>
                  <a:pt x="173406" y="30654"/>
                </a:cubicBezTo>
                <a:cubicBezTo>
                  <a:pt x="174779" y="30806"/>
                  <a:pt x="176133" y="30940"/>
                  <a:pt x="177468" y="31055"/>
                </a:cubicBezTo>
                <a:cubicBezTo>
                  <a:pt x="178802" y="31169"/>
                  <a:pt x="180155" y="31226"/>
                  <a:pt x="181527" y="31226"/>
                </a:cubicBezTo>
                <a:cubicBezTo>
                  <a:pt x="182900" y="31226"/>
                  <a:pt x="184254" y="31169"/>
                  <a:pt x="185589" y="31055"/>
                </a:cubicBezTo>
                <a:cubicBezTo>
                  <a:pt x="186923" y="30940"/>
                  <a:pt x="188353" y="30806"/>
                  <a:pt x="189879" y="30654"/>
                </a:cubicBezTo>
                <a:lnTo>
                  <a:pt x="189420" y="39233"/>
                </a:lnTo>
                <a:lnTo>
                  <a:pt x="189650" y="39233"/>
                </a:lnTo>
                <a:close/>
                <a:moveTo>
                  <a:pt x="264686" y="68288"/>
                </a:moveTo>
                <a:cubicBezTo>
                  <a:pt x="264686" y="65009"/>
                  <a:pt x="264705" y="62511"/>
                  <a:pt x="264743" y="60795"/>
                </a:cubicBezTo>
                <a:cubicBezTo>
                  <a:pt x="264782" y="59079"/>
                  <a:pt x="264801" y="57572"/>
                  <a:pt x="264801" y="56276"/>
                </a:cubicBezTo>
                <a:cubicBezTo>
                  <a:pt x="263199" y="57192"/>
                  <a:pt x="261502" y="57936"/>
                  <a:pt x="259710" y="58508"/>
                </a:cubicBezTo>
                <a:cubicBezTo>
                  <a:pt x="257918" y="59080"/>
                  <a:pt x="256278" y="59804"/>
                  <a:pt x="254791" y="60681"/>
                </a:cubicBezTo>
                <a:cubicBezTo>
                  <a:pt x="253304" y="61558"/>
                  <a:pt x="252084" y="62758"/>
                  <a:pt x="251131" y="64284"/>
                </a:cubicBezTo>
                <a:cubicBezTo>
                  <a:pt x="250178" y="65809"/>
                  <a:pt x="249702" y="68021"/>
                  <a:pt x="249702" y="70918"/>
                </a:cubicBezTo>
                <a:cubicBezTo>
                  <a:pt x="249702" y="73740"/>
                  <a:pt x="250293" y="75894"/>
                  <a:pt x="251475" y="77381"/>
                </a:cubicBezTo>
                <a:cubicBezTo>
                  <a:pt x="252657" y="78868"/>
                  <a:pt x="254239" y="79612"/>
                  <a:pt x="256221" y="79612"/>
                </a:cubicBezTo>
                <a:cubicBezTo>
                  <a:pt x="258738" y="79612"/>
                  <a:pt x="260777" y="78659"/>
                  <a:pt x="262340" y="76753"/>
                </a:cubicBezTo>
                <a:cubicBezTo>
                  <a:pt x="263904" y="74846"/>
                  <a:pt x="264686" y="72024"/>
                  <a:pt x="264686" y="68288"/>
                </a:cubicBezTo>
                <a:moveTo>
                  <a:pt x="237577" y="37175"/>
                </a:moveTo>
                <a:cubicBezTo>
                  <a:pt x="240780" y="34582"/>
                  <a:pt x="244231" y="32600"/>
                  <a:pt x="247929" y="31226"/>
                </a:cubicBezTo>
                <a:cubicBezTo>
                  <a:pt x="251628" y="29853"/>
                  <a:pt x="255307" y="29167"/>
                  <a:pt x="258966" y="29167"/>
                </a:cubicBezTo>
                <a:cubicBezTo>
                  <a:pt x="262017" y="29167"/>
                  <a:pt x="264820" y="29510"/>
                  <a:pt x="267374" y="30197"/>
                </a:cubicBezTo>
                <a:cubicBezTo>
                  <a:pt x="269929" y="30883"/>
                  <a:pt x="272140" y="31970"/>
                  <a:pt x="274008" y="33457"/>
                </a:cubicBezTo>
                <a:cubicBezTo>
                  <a:pt x="275877" y="34944"/>
                  <a:pt x="277325" y="36870"/>
                  <a:pt x="278354" y="39234"/>
                </a:cubicBezTo>
                <a:cubicBezTo>
                  <a:pt x="279384" y="41597"/>
                  <a:pt x="279899" y="44457"/>
                  <a:pt x="279899" y="47813"/>
                </a:cubicBezTo>
                <a:cubicBezTo>
                  <a:pt x="279899" y="52693"/>
                  <a:pt x="279842" y="57211"/>
                  <a:pt x="279728" y="61367"/>
                </a:cubicBezTo>
                <a:cubicBezTo>
                  <a:pt x="279613" y="65522"/>
                  <a:pt x="279556" y="69659"/>
                  <a:pt x="279556" y="73777"/>
                </a:cubicBezTo>
                <a:cubicBezTo>
                  <a:pt x="279556" y="75607"/>
                  <a:pt x="279690" y="77037"/>
                  <a:pt x="279956" y="78067"/>
                </a:cubicBezTo>
                <a:cubicBezTo>
                  <a:pt x="280224" y="79097"/>
                  <a:pt x="280624" y="79879"/>
                  <a:pt x="281157" y="80413"/>
                </a:cubicBezTo>
                <a:cubicBezTo>
                  <a:pt x="281691" y="80946"/>
                  <a:pt x="282396" y="81288"/>
                  <a:pt x="283272" y="81441"/>
                </a:cubicBezTo>
                <a:cubicBezTo>
                  <a:pt x="284150" y="81593"/>
                  <a:pt x="285160" y="81670"/>
                  <a:pt x="286304" y="81670"/>
                </a:cubicBezTo>
                <a:lnTo>
                  <a:pt x="286304" y="84415"/>
                </a:lnTo>
                <a:cubicBezTo>
                  <a:pt x="284093" y="85331"/>
                  <a:pt x="282225" y="86017"/>
                  <a:pt x="280700" y="86475"/>
                </a:cubicBezTo>
                <a:cubicBezTo>
                  <a:pt x="279174" y="86932"/>
                  <a:pt x="277535" y="87160"/>
                  <a:pt x="275781" y="87160"/>
                </a:cubicBezTo>
                <a:cubicBezTo>
                  <a:pt x="272960" y="87160"/>
                  <a:pt x="270672" y="86475"/>
                  <a:pt x="268918" y="85103"/>
                </a:cubicBezTo>
                <a:cubicBezTo>
                  <a:pt x="267165" y="83730"/>
                  <a:pt x="265830" y="81747"/>
                  <a:pt x="264915" y="79154"/>
                </a:cubicBezTo>
                <a:cubicBezTo>
                  <a:pt x="263161" y="81594"/>
                  <a:pt x="261121" y="83539"/>
                  <a:pt x="258795" y="84987"/>
                </a:cubicBezTo>
                <a:cubicBezTo>
                  <a:pt x="256469" y="86436"/>
                  <a:pt x="253553" y="87160"/>
                  <a:pt x="250046" y="87160"/>
                </a:cubicBezTo>
                <a:cubicBezTo>
                  <a:pt x="247147" y="87160"/>
                  <a:pt x="244668" y="86779"/>
                  <a:pt x="242609" y="86016"/>
                </a:cubicBezTo>
                <a:cubicBezTo>
                  <a:pt x="240550" y="85253"/>
                  <a:pt x="238854" y="84167"/>
                  <a:pt x="237519" y="82757"/>
                </a:cubicBezTo>
                <a:cubicBezTo>
                  <a:pt x="236185" y="81345"/>
                  <a:pt x="235212" y="79744"/>
                  <a:pt x="234603" y="77952"/>
                </a:cubicBezTo>
                <a:cubicBezTo>
                  <a:pt x="233993" y="76160"/>
                  <a:pt x="233688" y="74349"/>
                  <a:pt x="233688" y="72519"/>
                </a:cubicBezTo>
                <a:cubicBezTo>
                  <a:pt x="233688" y="70003"/>
                  <a:pt x="234088" y="67830"/>
                  <a:pt x="234889" y="66000"/>
                </a:cubicBezTo>
                <a:cubicBezTo>
                  <a:pt x="235689" y="64169"/>
                  <a:pt x="236833" y="62606"/>
                  <a:pt x="238320" y="61310"/>
                </a:cubicBezTo>
                <a:cubicBezTo>
                  <a:pt x="239807" y="60014"/>
                  <a:pt x="241580" y="58927"/>
                  <a:pt x="243638" y="58049"/>
                </a:cubicBezTo>
                <a:cubicBezTo>
                  <a:pt x="245698" y="57172"/>
                  <a:pt x="248024" y="56429"/>
                  <a:pt x="250616" y="55819"/>
                </a:cubicBezTo>
                <a:cubicBezTo>
                  <a:pt x="253820" y="55057"/>
                  <a:pt x="256355" y="54390"/>
                  <a:pt x="258223" y="53819"/>
                </a:cubicBezTo>
                <a:cubicBezTo>
                  <a:pt x="260091" y="53246"/>
                  <a:pt x="261483" y="52674"/>
                  <a:pt x="262398" y="52103"/>
                </a:cubicBezTo>
                <a:cubicBezTo>
                  <a:pt x="263313" y="51530"/>
                  <a:pt x="263905" y="50901"/>
                  <a:pt x="264171" y="50214"/>
                </a:cubicBezTo>
                <a:cubicBezTo>
                  <a:pt x="264439" y="49528"/>
                  <a:pt x="264572" y="48689"/>
                  <a:pt x="264572" y="47698"/>
                </a:cubicBezTo>
                <a:cubicBezTo>
                  <a:pt x="264572" y="44953"/>
                  <a:pt x="263600" y="42608"/>
                  <a:pt x="261654" y="40664"/>
                </a:cubicBezTo>
                <a:cubicBezTo>
                  <a:pt x="259710" y="38718"/>
                  <a:pt x="257022" y="37745"/>
                  <a:pt x="253591" y="37745"/>
                </a:cubicBezTo>
                <a:cubicBezTo>
                  <a:pt x="252294" y="37745"/>
                  <a:pt x="250960" y="37917"/>
                  <a:pt x="249587" y="38260"/>
                </a:cubicBezTo>
                <a:cubicBezTo>
                  <a:pt x="248215" y="38604"/>
                  <a:pt x="246899" y="39081"/>
                  <a:pt x="245640" y="39692"/>
                </a:cubicBezTo>
                <a:cubicBezTo>
                  <a:pt x="244383" y="40301"/>
                  <a:pt x="243239" y="40969"/>
                  <a:pt x="242209" y="41693"/>
                </a:cubicBezTo>
                <a:cubicBezTo>
                  <a:pt x="241180" y="42417"/>
                  <a:pt x="240399" y="43199"/>
                  <a:pt x="239865" y="44038"/>
                </a:cubicBezTo>
                <a:lnTo>
                  <a:pt x="239064" y="44038"/>
                </a:lnTo>
                <a:lnTo>
                  <a:pt x="237577" y="37175"/>
                </a:lnTo>
                <a:close/>
                <a:moveTo>
                  <a:pt x="310670" y="44839"/>
                </a:moveTo>
                <a:cubicBezTo>
                  <a:pt x="312653" y="39577"/>
                  <a:pt x="315054" y="35707"/>
                  <a:pt x="317875" y="33228"/>
                </a:cubicBezTo>
                <a:cubicBezTo>
                  <a:pt x="320697" y="30750"/>
                  <a:pt x="324052" y="29511"/>
                  <a:pt x="327942" y="29511"/>
                </a:cubicBezTo>
                <a:cubicBezTo>
                  <a:pt x="328323" y="29511"/>
                  <a:pt x="328646" y="29530"/>
                  <a:pt x="328913" y="29568"/>
                </a:cubicBezTo>
                <a:cubicBezTo>
                  <a:pt x="329180" y="29606"/>
                  <a:pt x="329466" y="29624"/>
                  <a:pt x="329771" y="29624"/>
                </a:cubicBezTo>
                <a:cubicBezTo>
                  <a:pt x="329542" y="30768"/>
                  <a:pt x="329370" y="31989"/>
                  <a:pt x="329256" y="33286"/>
                </a:cubicBezTo>
                <a:cubicBezTo>
                  <a:pt x="329142" y="34582"/>
                  <a:pt x="329085" y="36107"/>
                  <a:pt x="329085" y="37861"/>
                </a:cubicBezTo>
                <a:lnTo>
                  <a:pt x="329085" y="41521"/>
                </a:lnTo>
                <a:cubicBezTo>
                  <a:pt x="329085" y="42130"/>
                  <a:pt x="329085" y="42779"/>
                  <a:pt x="329085" y="43465"/>
                </a:cubicBezTo>
                <a:cubicBezTo>
                  <a:pt x="329085" y="44152"/>
                  <a:pt x="329123" y="44800"/>
                  <a:pt x="329199" y="45409"/>
                </a:cubicBezTo>
                <a:lnTo>
                  <a:pt x="328171" y="46326"/>
                </a:lnTo>
                <a:cubicBezTo>
                  <a:pt x="327408" y="45867"/>
                  <a:pt x="326549" y="45486"/>
                  <a:pt x="325596" y="45181"/>
                </a:cubicBezTo>
                <a:cubicBezTo>
                  <a:pt x="324643" y="44876"/>
                  <a:pt x="323557" y="44723"/>
                  <a:pt x="322336" y="44723"/>
                </a:cubicBezTo>
                <a:cubicBezTo>
                  <a:pt x="318905" y="44723"/>
                  <a:pt x="316198" y="45849"/>
                  <a:pt x="314215" y="48099"/>
                </a:cubicBezTo>
                <a:cubicBezTo>
                  <a:pt x="312232" y="50348"/>
                  <a:pt x="311241" y="52998"/>
                  <a:pt x="311241" y="56047"/>
                </a:cubicBezTo>
                <a:lnTo>
                  <a:pt x="311241" y="60624"/>
                </a:lnTo>
                <a:cubicBezTo>
                  <a:pt x="311241" y="65275"/>
                  <a:pt x="311298" y="69659"/>
                  <a:pt x="311412" y="73777"/>
                </a:cubicBezTo>
                <a:cubicBezTo>
                  <a:pt x="311527" y="77895"/>
                  <a:pt x="311775" y="81860"/>
                  <a:pt x="312157" y="85673"/>
                </a:cubicBezTo>
                <a:cubicBezTo>
                  <a:pt x="311166" y="85521"/>
                  <a:pt x="309926" y="85445"/>
                  <a:pt x="308439" y="85445"/>
                </a:cubicBezTo>
                <a:cubicBezTo>
                  <a:pt x="306952" y="85445"/>
                  <a:pt x="305331" y="85445"/>
                  <a:pt x="303577" y="85445"/>
                </a:cubicBezTo>
                <a:cubicBezTo>
                  <a:pt x="301823" y="85445"/>
                  <a:pt x="300222" y="85445"/>
                  <a:pt x="298773" y="85445"/>
                </a:cubicBezTo>
                <a:cubicBezTo>
                  <a:pt x="297325" y="85445"/>
                  <a:pt x="296066" y="85521"/>
                  <a:pt x="294998" y="85673"/>
                </a:cubicBezTo>
                <a:cubicBezTo>
                  <a:pt x="295380" y="81860"/>
                  <a:pt x="295628" y="77895"/>
                  <a:pt x="295742" y="73777"/>
                </a:cubicBezTo>
                <a:cubicBezTo>
                  <a:pt x="295856" y="69659"/>
                  <a:pt x="295913" y="65275"/>
                  <a:pt x="295913" y="60624"/>
                </a:cubicBezTo>
                <a:lnTo>
                  <a:pt x="295913" y="56047"/>
                </a:lnTo>
                <a:cubicBezTo>
                  <a:pt x="295913" y="51397"/>
                  <a:pt x="295856" y="47031"/>
                  <a:pt x="295742" y="42952"/>
                </a:cubicBezTo>
                <a:cubicBezTo>
                  <a:pt x="295628" y="38871"/>
                  <a:pt x="295380" y="34772"/>
                  <a:pt x="294998" y="30654"/>
                </a:cubicBezTo>
                <a:cubicBezTo>
                  <a:pt x="296294" y="30806"/>
                  <a:pt x="297610" y="30940"/>
                  <a:pt x="298945" y="31055"/>
                </a:cubicBezTo>
                <a:cubicBezTo>
                  <a:pt x="300279" y="31169"/>
                  <a:pt x="301595" y="31226"/>
                  <a:pt x="302891" y="31226"/>
                </a:cubicBezTo>
                <a:cubicBezTo>
                  <a:pt x="304187" y="31226"/>
                  <a:pt x="305502" y="31169"/>
                  <a:pt x="306837" y="31055"/>
                </a:cubicBezTo>
                <a:cubicBezTo>
                  <a:pt x="308172" y="30940"/>
                  <a:pt x="309487" y="30806"/>
                  <a:pt x="310783" y="30654"/>
                </a:cubicBezTo>
                <a:lnTo>
                  <a:pt x="310441" y="44610"/>
                </a:lnTo>
                <a:lnTo>
                  <a:pt x="310670" y="44839"/>
                </a:lnTo>
                <a:close/>
                <a:moveTo>
                  <a:pt x="339493" y="9036"/>
                </a:moveTo>
                <a:cubicBezTo>
                  <a:pt x="339493" y="6519"/>
                  <a:pt x="340370" y="4384"/>
                  <a:pt x="342123" y="2630"/>
                </a:cubicBezTo>
                <a:cubicBezTo>
                  <a:pt x="343878" y="877"/>
                  <a:pt x="346014" y="0"/>
                  <a:pt x="348530" y="0"/>
                </a:cubicBezTo>
                <a:cubicBezTo>
                  <a:pt x="351046" y="0"/>
                  <a:pt x="353181" y="877"/>
                  <a:pt x="354934" y="2630"/>
                </a:cubicBezTo>
                <a:cubicBezTo>
                  <a:pt x="356689" y="4384"/>
                  <a:pt x="357566" y="6519"/>
                  <a:pt x="357566" y="9036"/>
                </a:cubicBezTo>
                <a:cubicBezTo>
                  <a:pt x="357566" y="11553"/>
                  <a:pt x="356689" y="13688"/>
                  <a:pt x="354934" y="15441"/>
                </a:cubicBezTo>
                <a:cubicBezTo>
                  <a:pt x="353181" y="17195"/>
                  <a:pt x="351046" y="18072"/>
                  <a:pt x="348530" y="18072"/>
                </a:cubicBezTo>
                <a:cubicBezTo>
                  <a:pt x="346014" y="18072"/>
                  <a:pt x="343878" y="17195"/>
                  <a:pt x="342123" y="15441"/>
                </a:cubicBezTo>
                <a:cubicBezTo>
                  <a:pt x="340370" y="13688"/>
                  <a:pt x="339493" y="11553"/>
                  <a:pt x="339493" y="9036"/>
                </a:cubicBezTo>
                <a:moveTo>
                  <a:pt x="340867" y="56047"/>
                </a:moveTo>
                <a:cubicBezTo>
                  <a:pt x="340867" y="51397"/>
                  <a:pt x="340809" y="47031"/>
                  <a:pt x="340694" y="42952"/>
                </a:cubicBezTo>
                <a:cubicBezTo>
                  <a:pt x="340580" y="38871"/>
                  <a:pt x="340332" y="34772"/>
                  <a:pt x="339950" y="30654"/>
                </a:cubicBezTo>
                <a:cubicBezTo>
                  <a:pt x="341018" y="30806"/>
                  <a:pt x="342277" y="30940"/>
                  <a:pt x="343725" y="31055"/>
                </a:cubicBezTo>
                <a:cubicBezTo>
                  <a:pt x="345174" y="31169"/>
                  <a:pt x="346776" y="31226"/>
                  <a:pt x="348530" y="31226"/>
                </a:cubicBezTo>
                <a:cubicBezTo>
                  <a:pt x="352114" y="31226"/>
                  <a:pt x="354974" y="31036"/>
                  <a:pt x="357109" y="30654"/>
                </a:cubicBezTo>
                <a:cubicBezTo>
                  <a:pt x="356727" y="34772"/>
                  <a:pt x="356479" y="38871"/>
                  <a:pt x="356364" y="42952"/>
                </a:cubicBezTo>
                <a:cubicBezTo>
                  <a:pt x="356250" y="47031"/>
                  <a:pt x="356193" y="51397"/>
                  <a:pt x="356193" y="56047"/>
                </a:cubicBezTo>
                <a:lnTo>
                  <a:pt x="356193" y="60624"/>
                </a:lnTo>
                <a:cubicBezTo>
                  <a:pt x="356193" y="65275"/>
                  <a:pt x="356250" y="69659"/>
                  <a:pt x="356364" y="73777"/>
                </a:cubicBezTo>
                <a:cubicBezTo>
                  <a:pt x="356479" y="77895"/>
                  <a:pt x="356727" y="81860"/>
                  <a:pt x="357109" y="85673"/>
                </a:cubicBezTo>
                <a:cubicBezTo>
                  <a:pt x="356118" y="85521"/>
                  <a:pt x="354878" y="85445"/>
                  <a:pt x="353391" y="85445"/>
                </a:cubicBezTo>
                <a:cubicBezTo>
                  <a:pt x="351904" y="85445"/>
                  <a:pt x="350284" y="85445"/>
                  <a:pt x="348530" y="85445"/>
                </a:cubicBezTo>
                <a:cubicBezTo>
                  <a:pt x="346776" y="85445"/>
                  <a:pt x="345174" y="85445"/>
                  <a:pt x="343725" y="85445"/>
                </a:cubicBezTo>
                <a:cubicBezTo>
                  <a:pt x="342277" y="85445"/>
                  <a:pt x="341018" y="85521"/>
                  <a:pt x="339950" y="85673"/>
                </a:cubicBezTo>
                <a:cubicBezTo>
                  <a:pt x="340332" y="81860"/>
                  <a:pt x="340580" y="77895"/>
                  <a:pt x="340694" y="73777"/>
                </a:cubicBezTo>
                <a:cubicBezTo>
                  <a:pt x="340809" y="69659"/>
                  <a:pt x="340867" y="65275"/>
                  <a:pt x="340867" y="60624"/>
                </a:cubicBezTo>
                <a:lnTo>
                  <a:pt x="340867" y="56047"/>
                </a:lnTo>
                <a:close/>
                <a:moveTo>
                  <a:pt x="407324" y="55477"/>
                </a:moveTo>
                <a:cubicBezTo>
                  <a:pt x="407324" y="48765"/>
                  <a:pt x="406485" y="43560"/>
                  <a:pt x="404808" y="39863"/>
                </a:cubicBezTo>
                <a:cubicBezTo>
                  <a:pt x="403130" y="36164"/>
                  <a:pt x="400346" y="34314"/>
                  <a:pt x="396458" y="34314"/>
                </a:cubicBezTo>
                <a:cubicBezTo>
                  <a:pt x="392950" y="34314"/>
                  <a:pt x="390185" y="36373"/>
                  <a:pt x="388164" y="40491"/>
                </a:cubicBezTo>
                <a:cubicBezTo>
                  <a:pt x="386144" y="44609"/>
                  <a:pt x="385134" y="51053"/>
                  <a:pt x="385134" y="59823"/>
                </a:cubicBezTo>
                <a:cubicBezTo>
                  <a:pt x="385134" y="63025"/>
                  <a:pt x="385324" y="65999"/>
                  <a:pt x="385704" y="68745"/>
                </a:cubicBezTo>
                <a:cubicBezTo>
                  <a:pt x="386086" y="71490"/>
                  <a:pt x="386716" y="73873"/>
                  <a:pt x="387593" y="75894"/>
                </a:cubicBezTo>
                <a:cubicBezTo>
                  <a:pt x="388470" y="77914"/>
                  <a:pt x="389614" y="79497"/>
                  <a:pt x="391024" y="80641"/>
                </a:cubicBezTo>
                <a:cubicBezTo>
                  <a:pt x="392436" y="81785"/>
                  <a:pt x="394209" y="82357"/>
                  <a:pt x="396344" y="82357"/>
                </a:cubicBezTo>
                <a:cubicBezTo>
                  <a:pt x="403664" y="82357"/>
                  <a:pt x="407324" y="73397"/>
                  <a:pt x="407324" y="55477"/>
                </a:cubicBezTo>
                <a:moveTo>
                  <a:pt x="368205" y="59707"/>
                </a:moveTo>
                <a:cubicBezTo>
                  <a:pt x="368205" y="54598"/>
                  <a:pt x="368987" y="50138"/>
                  <a:pt x="370549" y="46326"/>
                </a:cubicBezTo>
                <a:cubicBezTo>
                  <a:pt x="372113" y="42513"/>
                  <a:pt x="374191" y="39329"/>
                  <a:pt x="376784" y="36775"/>
                </a:cubicBezTo>
                <a:cubicBezTo>
                  <a:pt x="379376" y="34220"/>
                  <a:pt x="382369" y="32313"/>
                  <a:pt x="385762" y="31055"/>
                </a:cubicBezTo>
                <a:cubicBezTo>
                  <a:pt x="389156" y="29796"/>
                  <a:pt x="392645" y="29167"/>
                  <a:pt x="396229" y="29167"/>
                </a:cubicBezTo>
                <a:cubicBezTo>
                  <a:pt x="405151" y="29167"/>
                  <a:pt x="412053" y="31684"/>
                  <a:pt x="416933" y="36717"/>
                </a:cubicBezTo>
                <a:cubicBezTo>
                  <a:pt x="421813" y="41750"/>
                  <a:pt x="424253" y="48575"/>
                  <a:pt x="424253" y="57192"/>
                </a:cubicBezTo>
                <a:cubicBezTo>
                  <a:pt x="424253" y="61843"/>
                  <a:pt x="423566" y="66037"/>
                  <a:pt x="422193" y="69775"/>
                </a:cubicBezTo>
                <a:cubicBezTo>
                  <a:pt x="420821" y="73511"/>
                  <a:pt x="418896" y="76695"/>
                  <a:pt x="416418" y="79325"/>
                </a:cubicBezTo>
                <a:cubicBezTo>
                  <a:pt x="413939" y="81956"/>
                  <a:pt x="410984" y="83920"/>
                  <a:pt x="407553" y="85216"/>
                </a:cubicBezTo>
                <a:cubicBezTo>
                  <a:pt x="404122" y="86512"/>
                  <a:pt x="400347" y="87160"/>
                  <a:pt x="396229" y="87160"/>
                </a:cubicBezTo>
                <a:cubicBezTo>
                  <a:pt x="392798" y="87160"/>
                  <a:pt x="389423" y="86703"/>
                  <a:pt x="386106" y="85787"/>
                </a:cubicBezTo>
                <a:cubicBezTo>
                  <a:pt x="382789" y="84872"/>
                  <a:pt x="379795" y="83329"/>
                  <a:pt x="377126" y="81156"/>
                </a:cubicBezTo>
                <a:cubicBezTo>
                  <a:pt x="374458" y="78983"/>
                  <a:pt x="372304" y="76142"/>
                  <a:pt x="370665" y="72634"/>
                </a:cubicBezTo>
                <a:cubicBezTo>
                  <a:pt x="369025" y="69126"/>
                  <a:pt x="368205" y="64817"/>
                  <a:pt x="368205" y="59707"/>
                </a:cubicBezTo>
                <a:close/>
              </a:path>
            </a:pathLst>
          </a:custGeom>
          <a:solidFill xmlns:a="http://schemas.openxmlformats.org/drawingml/2006/main">
            <a:srgbClr val="6647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_1">
            <a:extLst xmlns:a="http://schemas.openxmlformats.org/drawingml/2006/main">
              <a:ext uri="{FF2B5EF4-FFF2-40B4-BE49-F238E27FC236}">
                <a16:creationId xmlns:a16="http://schemas.microsoft.com/office/drawing/2014/main" id="{FF6FF970-5964-4A67-AD9C-1F42147C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419" y="900889"/>
            <a:ext cx="99514" cy="91850"/>
          </a:xfrm>
          <a:custGeom xmlns:a="http://schemas.openxmlformats.org/drawingml/2006/main">
            <a:pathLst>
              <a:path w="99514" h="91850">
                <a:moveTo>
                  <a:pt x="57192" y="86131"/>
                </a:moveTo>
                <a:lnTo>
                  <a:pt x="57192" y="91850"/>
                </a:lnTo>
                <a:lnTo>
                  <a:pt x="0" y="91850"/>
                </a:lnTo>
                <a:lnTo>
                  <a:pt x="0" y="86131"/>
                </a:lnTo>
                <a:lnTo>
                  <a:pt x="57192" y="86131"/>
                </a:lnTo>
                <a:close/>
                <a:moveTo>
                  <a:pt x="99514" y="915"/>
                </a:moveTo>
                <a:cubicBezTo>
                  <a:pt x="99361" y="3202"/>
                  <a:pt x="99228" y="5738"/>
                  <a:pt x="99114" y="8521"/>
                </a:cubicBezTo>
                <a:cubicBezTo>
                  <a:pt x="99000" y="11304"/>
                  <a:pt x="98885" y="14183"/>
                  <a:pt x="98770" y="17157"/>
                </a:cubicBezTo>
                <a:cubicBezTo>
                  <a:pt x="98656" y="20131"/>
                  <a:pt x="98561" y="23144"/>
                  <a:pt x="98484" y="26195"/>
                </a:cubicBezTo>
                <a:cubicBezTo>
                  <a:pt x="98408" y="29244"/>
                  <a:pt x="98370" y="32218"/>
                  <a:pt x="98370" y="35115"/>
                </a:cubicBezTo>
                <a:lnTo>
                  <a:pt x="98370" y="42093"/>
                </a:lnTo>
                <a:lnTo>
                  <a:pt x="98370" y="50787"/>
                </a:lnTo>
                <a:cubicBezTo>
                  <a:pt x="98370" y="54828"/>
                  <a:pt x="98427" y="58984"/>
                  <a:pt x="98541" y="63254"/>
                </a:cubicBezTo>
                <a:cubicBezTo>
                  <a:pt x="98657" y="67524"/>
                  <a:pt x="98828" y="72443"/>
                  <a:pt x="99056" y="78009"/>
                </a:cubicBezTo>
                <a:cubicBezTo>
                  <a:pt x="97531" y="77857"/>
                  <a:pt x="96044" y="77781"/>
                  <a:pt x="94595" y="77781"/>
                </a:cubicBezTo>
                <a:cubicBezTo>
                  <a:pt x="93146" y="77781"/>
                  <a:pt x="91659" y="77781"/>
                  <a:pt x="90134" y="77781"/>
                </a:cubicBezTo>
                <a:cubicBezTo>
                  <a:pt x="88610" y="77781"/>
                  <a:pt x="87104" y="77781"/>
                  <a:pt x="85617" y="77781"/>
                </a:cubicBezTo>
                <a:cubicBezTo>
                  <a:pt x="84130" y="77781"/>
                  <a:pt x="82624" y="77857"/>
                  <a:pt x="81098" y="78009"/>
                </a:cubicBezTo>
                <a:cubicBezTo>
                  <a:pt x="81175" y="76789"/>
                  <a:pt x="81290" y="75035"/>
                  <a:pt x="81442" y="72747"/>
                </a:cubicBezTo>
                <a:cubicBezTo>
                  <a:pt x="81594" y="70460"/>
                  <a:pt x="81728" y="67924"/>
                  <a:pt x="81842" y="65141"/>
                </a:cubicBezTo>
                <a:cubicBezTo>
                  <a:pt x="81956" y="62358"/>
                  <a:pt x="82070" y="59403"/>
                  <a:pt x="82184" y="56276"/>
                </a:cubicBezTo>
                <a:cubicBezTo>
                  <a:pt x="82299" y="53150"/>
                  <a:pt x="82357" y="49985"/>
                  <a:pt x="82357" y="46783"/>
                </a:cubicBezTo>
                <a:lnTo>
                  <a:pt x="82357" y="14527"/>
                </a:lnTo>
                <a:cubicBezTo>
                  <a:pt x="81822" y="14755"/>
                  <a:pt x="81021" y="15136"/>
                  <a:pt x="79953" y="15670"/>
                </a:cubicBezTo>
                <a:cubicBezTo>
                  <a:pt x="78886" y="16204"/>
                  <a:pt x="77723" y="16795"/>
                  <a:pt x="76464" y="17443"/>
                </a:cubicBezTo>
                <a:cubicBezTo>
                  <a:pt x="75206" y="18091"/>
                  <a:pt x="73929" y="18740"/>
                  <a:pt x="72633" y="19388"/>
                </a:cubicBezTo>
                <a:cubicBezTo>
                  <a:pt x="71337" y="20036"/>
                  <a:pt x="70155" y="20588"/>
                  <a:pt x="69088" y="21046"/>
                </a:cubicBezTo>
                <a:cubicBezTo>
                  <a:pt x="68249" y="19902"/>
                  <a:pt x="67276" y="18701"/>
                  <a:pt x="66170" y="17443"/>
                </a:cubicBezTo>
                <a:cubicBezTo>
                  <a:pt x="65065" y="16184"/>
                  <a:pt x="64169" y="15288"/>
                  <a:pt x="63482" y="14755"/>
                </a:cubicBezTo>
                <a:cubicBezTo>
                  <a:pt x="69430" y="12620"/>
                  <a:pt x="75073" y="10390"/>
                  <a:pt x="80410" y="8064"/>
                </a:cubicBezTo>
                <a:cubicBezTo>
                  <a:pt x="85749" y="5738"/>
                  <a:pt x="91392" y="3050"/>
                  <a:pt x="97341" y="0"/>
                </a:cubicBezTo>
                <a:lnTo>
                  <a:pt x="99514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Scenario">
            <a:extLst xmlns:a="http://schemas.openxmlformats.org/drawingml/2006/main">
              <a:ext uri="{FF2B5EF4-FFF2-40B4-BE49-F238E27FC236}">
                <a16:creationId xmlns:a16="http://schemas.microsoft.com/office/drawing/2014/main" id="{5E1FFDC1-9668-4F69-94AD-CA2AA3F1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391" y="1078129"/>
            <a:ext cx="424253" cy="87160"/>
          </a:xfrm>
          <a:custGeom xmlns:a="http://schemas.openxmlformats.org/drawingml/2006/main">
            <a:pathLst>
              <a:path w="424253" h="87160">
                <a:moveTo>
                  <a:pt x="39692" y="22533"/>
                </a:moveTo>
                <a:cubicBezTo>
                  <a:pt x="37252" y="15975"/>
                  <a:pt x="32638" y="12696"/>
                  <a:pt x="25851" y="12696"/>
                </a:cubicBezTo>
                <a:cubicBezTo>
                  <a:pt x="22343" y="12696"/>
                  <a:pt x="19482" y="13726"/>
                  <a:pt x="17270" y="15785"/>
                </a:cubicBezTo>
                <a:cubicBezTo>
                  <a:pt x="15060" y="17844"/>
                  <a:pt x="13954" y="20245"/>
                  <a:pt x="13954" y="22990"/>
                </a:cubicBezTo>
                <a:cubicBezTo>
                  <a:pt x="13954" y="25812"/>
                  <a:pt x="14812" y="28119"/>
                  <a:pt x="16527" y="29910"/>
                </a:cubicBezTo>
                <a:cubicBezTo>
                  <a:pt x="18243" y="31702"/>
                  <a:pt x="20398" y="33323"/>
                  <a:pt x="22990" y="34773"/>
                </a:cubicBezTo>
                <a:cubicBezTo>
                  <a:pt x="25584" y="36222"/>
                  <a:pt x="28368" y="37613"/>
                  <a:pt x="31342" y="38948"/>
                </a:cubicBezTo>
                <a:cubicBezTo>
                  <a:pt x="34316" y="40281"/>
                  <a:pt x="37099" y="41921"/>
                  <a:pt x="39692" y="43866"/>
                </a:cubicBezTo>
                <a:cubicBezTo>
                  <a:pt x="42284" y="45811"/>
                  <a:pt x="44438" y="48175"/>
                  <a:pt x="46153" y="50958"/>
                </a:cubicBezTo>
                <a:cubicBezTo>
                  <a:pt x="47869" y="53741"/>
                  <a:pt x="48727" y="57306"/>
                  <a:pt x="48727" y="61654"/>
                </a:cubicBezTo>
                <a:cubicBezTo>
                  <a:pt x="48727" y="65465"/>
                  <a:pt x="48003" y="68954"/>
                  <a:pt x="46554" y="72119"/>
                </a:cubicBezTo>
                <a:cubicBezTo>
                  <a:pt x="45106" y="75284"/>
                  <a:pt x="43047" y="77991"/>
                  <a:pt x="40377" y="80240"/>
                </a:cubicBezTo>
                <a:cubicBezTo>
                  <a:pt x="37708" y="82489"/>
                  <a:pt x="34524" y="84205"/>
                  <a:pt x="30825" y="85387"/>
                </a:cubicBezTo>
                <a:cubicBezTo>
                  <a:pt x="27127" y="86569"/>
                  <a:pt x="22991" y="87160"/>
                  <a:pt x="18415" y="87160"/>
                </a:cubicBezTo>
                <a:cubicBezTo>
                  <a:pt x="14298" y="87160"/>
                  <a:pt x="10618" y="86722"/>
                  <a:pt x="7378" y="85844"/>
                </a:cubicBezTo>
                <a:cubicBezTo>
                  <a:pt x="4137" y="84968"/>
                  <a:pt x="1678" y="83882"/>
                  <a:pt x="0" y="82586"/>
                </a:cubicBezTo>
                <a:cubicBezTo>
                  <a:pt x="762" y="79917"/>
                  <a:pt x="1410" y="77477"/>
                  <a:pt x="1944" y="75266"/>
                </a:cubicBezTo>
                <a:cubicBezTo>
                  <a:pt x="2478" y="73054"/>
                  <a:pt x="2936" y="70652"/>
                  <a:pt x="3316" y="68059"/>
                </a:cubicBezTo>
                <a:lnTo>
                  <a:pt x="5491" y="68059"/>
                </a:lnTo>
                <a:cubicBezTo>
                  <a:pt x="5796" y="69736"/>
                  <a:pt x="6367" y="71318"/>
                  <a:pt x="7205" y="72805"/>
                </a:cubicBezTo>
                <a:cubicBezTo>
                  <a:pt x="8044" y="74292"/>
                  <a:pt x="9111" y="75607"/>
                  <a:pt x="10408" y="76751"/>
                </a:cubicBezTo>
                <a:cubicBezTo>
                  <a:pt x="11705" y="77895"/>
                  <a:pt x="13268" y="78791"/>
                  <a:pt x="15097" y="79439"/>
                </a:cubicBezTo>
                <a:cubicBezTo>
                  <a:pt x="16928" y="80087"/>
                  <a:pt x="18987" y="80411"/>
                  <a:pt x="21276" y="80411"/>
                </a:cubicBezTo>
                <a:cubicBezTo>
                  <a:pt x="25851" y="80411"/>
                  <a:pt x="29225" y="79267"/>
                  <a:pt x="31398" y="76980"/>
                </a:cubicBezTo>
                <a:cubicBezTo>
                  <a:pt x="33571" y="74692"/>
                  <a:pt x="34658" y="71947"/>
                  <a:pt x="34658" y="68745"/>
                </a:cubicBezTo>
                <a:cubicBezTo>
                  <a:pt x="34658" y="65847"/>
                  <a:pt x="33819" y="63483"/>
                  <a:pt x="32141" y="61654"/>
                </a:cubicBezTo>
                <a:cubicBezTo>
                  <a:pt x="30464" y="59823"/>
                  <a:pt x="28368" y="58203"/>
                  <a:pt x="25851" y="56793"/>
                </a:cubicBezTo>
                <a:cubicBezTo>
                  <a:pt x="23334" y="55381"/>
                  <a:pt x="20588" y="54008"/>
                  <a:pt x="17614" y="52674"/>
                </a:cubicBezTo>
                <a:cubicBezTo>
                  <a:pt x="14640" y="51339"/>
                  <a:pt x="11895" y="49719"/>
                  <a:pt x="9378" y="47813"/>
                </a:cubicBezTo>
                <a:cubicBezTo>
                  <a:pt x="6862" y="45906"/>
                  <a:pt x="4765" y="43560"/>
                  <a:pt x="3088" y="40777"/>
                </a:cubicBezTo>
                <a:cubicBezTo>
                  <a:pt x="1411" y="37994"/>
                  <a:pt x="572" y="34429"/>
                  <a:pt x="572" y="30083"/>
                </a:cubicBezTo>
                <a:cubicBezTo>
                  <a:pt x="572" y="26118"/>
                  <a:pt x="1278" y="22610"/>
                  <a:pt x="2688" y="19560"/>
                </a:cubicBezTo>
                <a:cubicBezTo>
                  <a:pt x="4098" y="16509"/>
                  <a:pt x="5985" y="13955"/>
                  <a:pt x="8350" y="11896"/>
                </a:cubicBezTo>
                <a:cubicBezTo>
                  <a:pt x="10714" y="9837"/>
                  <a:pt x="13441" y="8274"/>
                  <a:pt x="16529" y="7207"/>
                </a:cubicBezTo>
                <a:cubicBezTo>
                  <a:pt x="19617" y="6138"/>
                  <a:pt x="22877" y="5604"/>
                  <a:pt x="26308" y="5604"/>
                </a:cubicBezTo>
                <a:cubicBezTo>
                  <a:pt x="30426" y="5604"/>
                  <a:pt x="34029" y="6100"/>
                  <a:pt x="37117" y="7091"/>
                </a:cubicBezTo>
                <a:cubicBezTo>
                  <a:pt x="40205" y="8083"/>
                  <a:pt x="42855" y="9455"/>
                  <a:pt x="45067" y="11209"/>
                </a:cubicBezTo>
                <a:cubicBezTo>
                  <a:pt x="44381" y="12962"/>
                  <a:pt x="43790" y="14659"/>
                  <a:pt x="43294" y="16300"/>
                </a:cubicBezTo>
                <a:cubicBezTo>
                  <a:pt x="42798" y="17940"/>
                  <a:pt x="42169" y="20017"/>
                  <a:pt x="41407" y="22533"/>
                </a:cubicBezTo>
                <a:lnTo>
                  <a:pt x="39692" y="22533"/>
                </a:lnTo>
                <a:close/>
                <a:moveTo>
                  <a:pt x="100659" y="46439"/>
                </a:moveTo>
                <a:cubicBezTo>
                  <a:pt x="100048" y="43008"/>
                  <a:pt x="98847" y="40244"/>
                  <a:pt x="97055" y="38147"/>
                </a:cubicBezTo>
                <a:cubicBezTo>
                  <a:pt x="95263" y="36050"/>
                  <a:pt x="92613" y="35002"/>
                  <a:pt x="89105" y="35002"/>
                </a:cubicBezTo>
                <a:cubicBezTo>
                  <a:pt x="84530" y="35002"/>
                  <a:pt x="81098" y="37080"/>
                  <a:pt x="78811" y="41236"/>
                </a:cubicBezTo>
                <a:cubicBezTo>
                  <a:pt x="76523" y="45391"/>
                  <a:pt x="75379" y="51167"/>
                  <a:pt x="75379" y="58564"/>
                </a:cubicBezTo>
                <a:cubicBezTo>
                  <a:pt x="75379" y="65504"/>
                  <a:pt x="76828" y="70823"/>
                  <a:pt x="79725" y="74522"/>
                </a:cubicBezTo>
                <a:cubicBezTo>
                  <a:pt x="82624" y="78220"/>
                  <a:pt x="86856" y="80069"/>
                  <a:pt x="92423" y="80069"/>
                </a:cubicBezTo>
                <a:cubicBezTo>
                  <a:pt x="94787" y="80069"/>
                  <a:pt x="97075" y="79516"/>
                  <a:pt x="99286" y="78411"/>
                </a:cubicBezTo>
                <a:cubicBezTo>
                  <a:pt x="101498" y="77304"/>
                  <a:pt x="103137" y="76065"/>
                  <a:pt x="104204" y="74693"/>
                </a:cubicBezTo>
                <a:lnTo>
                  <a:pt x="105578" y="75836"/>
                </a:lnTo>
                <a:cubicBezTo>
                  <a:pt x="105044" y="76903"/>
                  <a:pt x="104586" y="78009"/>
                  <a:pt x="104204" y="79154"/>
                </a:cubicBezTo>
                <a:cubicBezTo>
                  <a:pt x="103823" y="80298"/>
                  <a:pt x="103441" y="81442"/>
                  <a:pt x="103061" y="82586"/>
                </a:cubicBezTo>
                <a:cubicBezTo>
                  <a:pt x="101383" y="83882"/>
                  <a:pt x="99267" y="84968"/>
                  <a:pt x="96711" y="85844"/>
                </a:cubicBezTo>
                <a:cubicBezTo>
                  <a:pt x="94157" y="86722"/>
                  <a:pt x="91126" y="87160"/>
                  <a:pt x="87618" y="87160"/>
                </a:cubicBezTo>
                <a:cubicBezTo>
                  <a:pt x="82051" y="87160"/>
                  <a:pt x="77362" y="86360"/>
                  <a:pt x="73548" y="84759"/>
                </a:cubicBezTo>
                <a:cubicBezTo>
                  <a:pt x="69737" y="83158"/>
                  <a:pt x="66668" y="80985"/>
                  <a:pt x="64342" y="78240"/>
                </a:cubicBezTo>
                <a:cubicBezTo>
                  <a:pt x="62016" y="75494"/>
                  <a:pt x="60357" y="72386"/>
                  <a:pt x="59366" y="68916"/>
                </a:cubicBezTo>
                <a:cubicBezTo>
                  <a:pt x="58374" y="65446"/>
                  <a:pt x="57879" y="61958"/>
                  <a:pt x="57879" y="58451"/>
                </a:cubicBezTo>
                <a:cubicBezTo>
                  <a:pt x="57879" y="54256"/>
                  <a:pt x="58584" y="50367"/>
                  <a:pt x="59994" y="46783"/>
                </a:cubicBezTo>
                <a:cubicBezTo>
                  <a:pt x="61405" y="43199"/>
                  <a:pt x="63426" y="40111"/>
                  <a:pt x="66057" y="37519"/>
                </a:cubicBezTo>
                <a:cubicBezTo>
                  <a:pt x="68688" y="34925"/>
                  <a:pt x="71872" y="32885"/>
                  <a:pt x="75608" y="31398"/>
                </a:cubicBezTo>
                <a:cubicBezTo>
                  <a:pt x="79344" y="29910"/>
                  <a:pt x="83501" y="29167"/>
                  <a:pt x="88077" y="29167"/>
                </a:cubicBezTo>
                <a:cubicBezTo>
                  <a:pt x="92423" y="29167"/>
                  <a:pt x="96102" y="29663"/>
                  <a:pt x="99113" y="30654"/>
                </a:cubicBezTo>
                <a:cubicBezTo>
                  <a:pt x="102125" y="31645"/>
                  <a:pt x="105005" y="32942"/>
                  <a:pt x="107751" y="34543"/>
                </a:cubicBezTo>
                <a:cubicBezTo>
                  <a:pt x="106835" y="36068"/>
                  <a:pt x="105977" y="37937"/>
                  <a:pt x="105176" y="40149"/>
                </a:cubicBezTo>
                <a:cubicBezTo>
                  <a:pt x="104376" y="42360"/>
                  <a:pt x="103785" y="44456"/>
                  <a:pt x="103403" y="46439"/>
                </a:cubicBezTo>
                <a:lnTo>
                  <a:pt x="100659" y="46439"/>
                </a:lnTo>
                <a:close/>
                <a:moveTo>
                  <a:pt x="130855" y="58336"/>
                </a:moveTo>
                <a:cubicBezTo>
                  <a:pt x="130855" y="61385"/>
                  <a:pt x="131160" y="64245"/>
                  <a:pt x="131770" y="66914"/>
                </a:cubicBezTo>
                <a:cubicBezTo>
                  <a:pt x="132381" y="69583"/>
                  <a:pt x="133315" y="71890"/>
                  <a:pt x="134573" y="73835"/>
                </a:cubicBezTo>
                <a:cubicBezTo>
                  <a:pt x="135831" y="75779"/>
                  <a:pt x="137432" y="77304"/>
                  <a:pt x="139376" y="78411"/>
                </a:cubicBezTo>
                <a:cubicBezTo>
                  <a:pt x="141322" y="79516"/>
                  <a:pt x="143591" y="80069"/>
                  <a:pt x="146183" y="80069"/>
                </a:cubicBezTo>
                <a:cubicBezTo>
                  <a:pt x="151445" y="80069"/>
                  <a:pt x="156135" y="78353"/>
                  <a:pt x="160252" y="74922"/>
                </a:cubicBezTo>
                <a:lnTo>
                  <a:pt x="161624" y="75952"/>
                </a:lnTo>
                <a:lnTo>
                  <a:pt x="159107" y="82357"/>
                </a:lnTo>
                <a:cubicBezTo>
                  <a:pt x="157202" y="83806"/>
                  <a:pt x="154914" y="84968"/>
                  <a:pt x="152245" y="85844"/>
                </a:cubicBezTo>
                <a:cubicBezTo>
                  <a:pt x="149575" y="86722"/>
                  <a:pt x="146068" y="87160"/>
                  <a:pt x="141722" y="87160"/>
                </a:cubicBezTo>
                <a:cubicBezTo>
                  <a:pt x="137986" y="87160"/>
                  <a:pt x="134440" y="86646"/>
                  <a:pt x="131084" y="85616"/>
                </a:cubicBezTo>
                <a:cubicBezTo>
                  <a:pt x="127729" y="84587"/>
                  <a:pt x="124774" y="82891"/>
                  <a:pt x="122219" y="80526"/>
                </a:cubicBezTo>
                <a:cubicBezTo>
                  <a:pt x="119665" y="78162"/>
                  <a:pt x="117644" y="75169"/>
                  <a:pt x="116157" y="71546"/>
                </a:cubicBezTo>
                <a:cubicBezTo>
                  <a:pt x="114670" y="67924"/>
                  <a:pt x="113927" y="63597"/>
                  <a:pt x="113927" y="58564"/>
                </a:cubicBezTo>
                <a:cubicBezTo>
                  <a:pt x="113927" y="53607"/>
                  <a:pt x="114593" y="49299"/>
                  <a:pt x="115927" y="45640"/>
                </a:cubicBezTo>
                <a:cubicBezTo>
                  <a:pt x="117262" y="41979"/>
                  <a:pt x="119111" y="38929"/>
                  <a:pt x="121475" y="36489"/>
                </a:cubicBezTo>
                <a:cubicBezTo>
                  <a:pt x="123840" y="34048"/>
                  <a:pt x="126642" y="32217"/>
                  <a:pt x="129883" y="30998"/>
                </a:cubicBezTo>
                <a:cubicBezTo>
                  <a:pt x="133124" y="29777"/>
                  <a:pt x="136650" y="29167"/>
                  <a:pt x="140463" y="29167"/>
                </a:cubicBezTo>
                <a:cubicBezTo>
                  <a:pt x="148013" y="29167"/>
                  <a:pt x="153789" y="31378"/>
                  <a:pt x="157791" y="35801"/>
                </a:cubicBezTo>
                <a:cubicBezTo>
                  <a:pt x="161795" y="40224"/>
                  <a:pt x="163797" y="46477"/>
                  <a:pt x="163797" y="54560"/>
                </a:cubicBezTo>
                <a:lnTo>
                  <a:pt x="163797" y="56964"/>
                </a:lnTo>
                <a:cubicBezTo>
                  <a:pt x="163797" y="57649"/>
                  <a:pt x="163759" y="58106"/>
                  <a:pt x="163684" y="58336"/>
                </a:cubicBezTo>
                <a:lnTo>
                  <a:pt x="130855" y="58336"/>
                </a:lnTo>
                <a:moveTo>
                  <a:pt x="148471" y="53189"/>
                </a:moveTo>
                <a:cubicBezTo>
                  <a:pt x="148318" y="47470"/>
                  <a:pt x="147612" y="42894"/>
                  <a:pt x="146354" y="39463"/>
                </a:cubicBezTo>
                <a:cubicBezTo>
                  <a:pt x="145096" y="36030"/>
                  <a:pt x="142980" y="34314"/>
                  <a:pt x="140006" y="34314"/>
                </a:cubicBezTo>
                <a:cubicBezTo>
                  <a:pt x="138328" y="34314"/>
                  <a:pt x="136917" y="34886"/>
                  <a:pt x="135774" y="36030"/>
                </a:cubicBezTo>
                <a:cubicBezTo>
                  <a:pt x="134630" y="37174"/>
                  <a:pt x="133715" y="38642"/>
                  <a:pt x="133028" y="40435"/>
                </a:cubicBezTo>
                <a:cubicBezTo>
                  <a:pt x="132342" y="42227"/>
                  <a:pt x="131827" y="44248"/>
                  <a:pt x="131483" y="46497"/>
                </a:cubicBezTo>
                <a:cubicBezTo>
                  <a:pt x="131141" y="48746"/>
                  <a:pt x="130932" y="50977"/>
                  <a:pt x="130855" y="53189"/>
                </a:cubicBezTo>
                <a:lnTo>
                  <a:pt x="148471" y="53189"/>
                </a:lnTo>
                <a:close/>
                <a:moveTo>
                  <a:pt x="189650" y="39233"/>
                </a:moveTo>
                <a:cubicBezTo>
                  <a:pt x="191785" y="36030"/>
                  <a:pt x="194282" y="33552"/>
                  <a:pt x="197141" y="31799"/>
                </a:cubicBezTo>
                <a:cubicBezTo>
                  <a:pt x="200001" y="30044"/>
                  <a:pt x="203261" y="29167"/>
                  <a:pt x="206921" y="29167"/>
                </a:cubicBezTo>
                <a:cubicBezTo>
                  <a:pt x="212641" y="29167"/>
                  <a:pt x="217045" y="30826"/>
                  <a:pt x="220133" y="34143"/>
                </a:cubicBezTo>
                <a:cubicBezTo>
                  <a:pt x="223221" y="37460"/>
                  <a:pt x="224765" y="42818"/>
                  <a:pt x="224765" y="50214"/>
                </a:cubicBezTo>
                <a:cubicBezTo>
                  <a:pt x="224765" y="54103"/>
                  <a:pt x="224689" y="57534"/>
                  <a:pt x="224537" y="60509"/>
                </a:cubicBezTo>
                <a:cubicBezTo>
                  <a:pt x="224384" y="63483"/>
                  <a:pt x="224308" y="66457"/>
                  <a:pt x="224308" y="69431"/>
                </a:cubicBezTo>
                <a:cubicBezTo>
                  <a:pt x="224308" y="71871"/>
                  <a:pt x="224365" y="74521"/>
                  <a:pt x="224479" y="77381"/>
                </a:cubicBezTo>
                <a:cubicBezTo>
                  <a:pt x="224594" y="80240"/>
                  <a:pt x="224728" y="83004"/>
                  <a:pt x="224881" y="85673"/>
                </a:cubicBezTo>
                <a:cubicBezTo>
                  <a:pt x="223889" y="85521"/>
                  <a:pt x="222631" y="85445"/>
                  <a:pt x="221105" y="85445"/>
                </a:cubicBezTo>
                <a:cubicBezTo>
                  <a:pt x="219580" y="85445"/>
                  <a:pt x="217978" y="85445"/>
                  <a:pt x="216300" y="85445"/>
                </a:cubicBezTo>
                <a:cubicBezTo>
                  <a:pt x="214624" y="85445"/>
                  <a:pt x="213023" y="85445"/>
                  <a:pt x="211497" y="85445"/>
                </a:cubicBezTo>
                <a:cubicBezTo>
                  <a:pt x="209972" y="85445"/>
                  <a:pt x="208713" y="85521"/>
                  <a:pt x="207722" y="85673"/>
                </a:cubicBezTo>
                <a:cubicBezTo>
                  <a:pt x="208256" y="81708"/>
                  <a:pt x="208599" y="77037"/>
                  <a:pt x="208752" y="71662"/>
                </a:cubicBezTo>
                <a:cubicBezTo>
                  <a:pt x="208904" y="66286"/>
                  <a:pt x="208980" y="60128"/>
                  <a:pt x="208980" y="53189"/>
                </a:cubicBezTo>
                <a:cubicBezTo>
                  <a:pt x="208980" y="48384"/>
                  <a:pt x="208160" y="44857"/>
                  <a:pt x="206521" y="42608"/>
                </a:cubicBezTo>
                <a:cubicBezTo>
                  <a:pt x="204882" y="40358"/>
                  <a:pt x="202575" y="39233"/>
                  <a:pt x="199601" y="39233"/>
                </a:cubicBezTo>
                <a:cubicBezTo>
                  <a:pt x="196169" y="39233"/>
                  <a:pt x="193653" y="40720"/>
                  <a:pt x="192052" y="43694"/>
                </a:cubicBezTo>
                <a:cubicBezTo>
                  <a:pt x="190451" y="46668"/>
                  <a:pt x="189650" y="50786"/>
                  <a:pt x="189650" y="56047"/>
                </a:cubicBezTo>
                <a:lnTo>
                  <a:pt x="189650" y="60624"/>
                </a:lnTo>
                <a:cubicBezTo>
                  <a:pt x="189650" y="65275"/>
                  <a:pt x="189707" y="69659"/>
                  <a:pt x="189821" y="73777"/>
                </a:cubicBezTo>
                <a:cubicBezTo>
                  <a:pt x="189935" y="77895"/>
                  <a:pt x="190183" y="81860"/>
                  <a:pt x="190565" y="85673"/>
                </a:cubicBezTo>
                <a:cubicBezTo>
                  <a:pt x="189573" y="85521"/>
                  <a:pt x="188334" y="85445"/>
                  <a:pt x="186847" y="85445"/>
                </a:cubicBezTo>
                <a:cubicBezTo>
                  <a:pt x="185360" y="85445"/>
                  <a:pt x="183740" y="85445"/>
                  <a:pt x="181986" y="85445"/>
                </a:cubicBezTo>
                <a:cubicBezTo>
                  <a:pt x="180232" y="85445"/>
                  <a:pt x="178630" y="85445"/>
                  <a:pt x="177181" y="85445"/>
                </a:cubicBezTo>
                <a:cubicBezTo>
                  <a:pt x="175733" y="85445"/>
                  <a:pt x="174474" y="85521"/>
                  <a:pt x="173406" y="85673"/>
                </a:cubicBezTo>
                <a:cubicBezTo>
                  <a:pt x="173788" y="81860"/>
                  <a:pt x="174036" y="77895"/>
                  <a:pt x="174150" y="73777"/>
                </a:cubicBezTo>
                <a:cubicBezTo>
                  <a:pt x="174265" y="69659"/>
                  <a:pt x="174322" y="65275"/>
                  <a:pt x="174322" y="60624"/>
                </a:cubicBezTo>
                <a:lnTo>
                  <a:pt x="174322" y="56047"/>
                </a:lnTo>
                <a:cubicBezTo>
                  <a:pt x="174322" y="51397"/>
                  <a:pt x="174265" y="47031"/>
                  <a:pt x="174150" y="42952"/>
                </a:cubicBezTo>
                <a:cubicBezTo>
                  <a:pt x="174036" y="38871"/>
                  <a:pt x="173788" y="34772"/>
                  <a:pt x="173406" y="30654"/>
                </a:cubicBezTo>
                <a:cubicBezTo>
                  <a:pt x="174779" y="30806"/>
                  <a:pt x="176133" y="30940"/>
                  <a:pt x="177468" y="31055"/>
                </a:cubicBezTo>
                <a:cubicBezTo>
                  <a:pt x="178802" y="31169"/>
                  <a:pt x="180155" y="31226"/>
                  <a:pt x="181527" y="31226"/>
                </a:cubicBezTo>
                <a:cubicBezTo>
                  <a:pt x="182900" y="31226"/>
                  <a:pt x="184254" y="31169"/>
                  <a:pt x="185589" y="31055"/>
                </a:cubicBezTo>
                <a:cubicBezTo>
                  <a:pt x="186923" y="30940"/>
                  <a:pt x="188353" y="30806"/>
                  <a:pt x="189879" y="30654"/>
                </a:cubicBezTo>
                <a:lnTo>
                  <a:pt x="189420" y="39233"/>
                </a:lnTo>
                <a:lnTo>
                  <a:pt x="189650" y="39233"/>
                </a:lnTo>
                <a:close/>
                <a:moveTo>
                  <a:pt x="264686" y="68288"/>
                </a:moveTo>
                <a:cubicBezTo>
                  <a:pt x="264686" y="65009"/>
                  <a:pt x="264705" y="62511"/>
                  <a:pt x="264743" y="60795"/>
                </a:cubicBezTo>
                <a:cubicBezTo>
                  <a:pt x="264782" y="59079"/>
                  <a:pt x="264801" y="57572"/>
                  <a:pt x="264801" y="56276"/>
                </a:cubicBezTo>
                <a:cubicBezTo>
                  <a:pt x="263199" y="57192"/>
                  <a:pt x="261502" y="57936"/>
                  <a:pt x="259710" y="58508"/>
                </a:cubicBezTo>
                <a:cubicBezTo>
                  <a:pt x="257918" y="59080"/>
                  <a:pt x="256278" y="59804"/>
                  <a:pt x="254791" y="60681"/>
                </a:cubicBezTo>
                <a:cubicBezTo>
                  <a:pt x="253304" y="61558"/>
                  <a:pt x="252084" y="62758"/>
                  <a:pt x="251131" y="64284"/>
                </a:cubicBezTo>
                <a:cubicBezTo>
                  <a:pt x="250178" y="65809"/>
                  <a:pt x="249702" y="68021"/>
                  <a:pt x="249702" y="70918"/>
                </a:cubicBezTo>
                <a:cubicBezTo>
                  <a:pt x="249702" y="73740"/>
                  <a:pt x="250293" y="75894"/>
                  <a:pt x="251475" y="77381"/>
                </a:cubicBezTo>
                <a:cubicBezTo>
                  <a:pt x="252657" y="78868"/>
                  <a:pt x="254239" y="79612"/>
                  <a:pt x="256221" y="79612"/>
                </a:cubicBezTo>
                <a:cubicBezTo>
                  <a:pt x="258738" y="79612"/>
                  <a:pt x="260777" y="78659"/>
                  <a:pt x="262340" y="76753"/>
                </a:cubicBezTo>
                <a:cubicBezTo>
                  <a:pt x="263904" y="74846"/>
                  <a:pt x="264686" y="72024"/>
                  <a:pt x="264686" y="68288"/>
                </a:cubicBezTo>
                <a:moveTo>
                  <a:pt x="237577" y="37175"/>
                </a:moveTo>
                <a:cubicBezTo>
                  <a:pt x="240780" y="34582"/>
                  <a:pt x="244231" y="32600"/>
                  <a:pt x="247929" y="31226"/>
                </a:cubicBezTo>
                <a:cubicBezTo>
                  <a:pt x="251628" y="29853"/>
                  <a:pt x="255307" y="29167"/>
                  <a:pt x="258966" y="29167"/>
                </a:cubicBezTo>
                <a:cubicBezTo>
                  <a:pt x="262017" y="29167"/>
                  <a:pt x="264820" y="29510"/>
                  <a:pt x="267374" y="30197"/>
                </a:cubicBezTo>
                <a:cubicBezTo>
                  <a:pt x="269929" y="30883"/>
                  <a:pt x="272140" y="31970"/>
                  <a:pt x="274008" y="33457"/>
                </a:cubicBezTo>
                <a:cubicBezTo>
                  <a:pt x="275877" y="34944"/>
                  <a:pt x="277325" y="36870"/>
                  <a:pt x="278354" y="39234"/>
                </a:cubicBezTo>
                <a:cubicBezTo>
                  <a:pt x="279384" y="41597"/>
                  <a:pt x="279899" y="44457"/>
                  <a:pt x="279899" y="47813"/>
                </a:cubicBezTo>
                <a:cubicBezTo>
                  <a:pt x="279899" y="52693"/>
                  <a:pt x="279842" y="57211"/>
                  <a:pt x="279728" y="61367"/>
                </a:cubicBezTo>
                <a:cubicBezTo>
                  <a:pt x="279613" y="65522"/>
                  <a:pt x="279556" y="69659"/>
                  <a:pt x="279556" y="73777"/>
                </a:cubicBezTo>
                <a:cubicBezTo>
                  <a:pt x="279556" y="75607"/>
                  <a:pt x="279690" y="77037"/>
                  <a:pt x="279956" y="78067"/>
                </a:cubicBezTo>
                <a:cubicBezTo>
                  <a:pt x="280224" y="79097"/>
                  <a:pt x="280624" y="79879"/>
                  <a:pt x="281157" y="80413"/>
                </a:cubicBezTo>
                <a:cubicBezTo>
                  <a:pt x="281691" y="80946"/>
                  <a:pt x="282396" y="81288"/>
                  <a:pt x="283272" y="81441"/>
                </a:cubicBezTo>
                <a:cubicBezTo>
                  <a:pt x="284150" y="81593"/>
                  <a:pt x="285160" y="81670"/>
                  <a:pt x="286304" y="81670"/>
                </a:cubicBezTo>
                <a:lnTo>
                  <a:pt x="286304" y="84415"/>
                </a:lnTo>
                <a:cubicBezTo>
                  <a:pt x="284093" y="85331"/>
                  <a:pt x="282225" y="86017"/>
                  <a:pt x="280700" y="86475"/>
                </a:cubicBezTo>
                <a:cubicBezTo>
                  <a:pt x="279174" y="86932"/>
                  <a:pt x="277535" y="87160"/>
                  <a:pt x="275781" y="87160"/>
                </a:cubicBezTo>
                <a:cubicBezTo>
                  <a:pt x="272960" y="87160"/>
                  <a:pt x="270672" y="86475"/>
                  <a:pt x="268918" y="85103"/>
                </a:cubicBezTo>
                <a:cubicBezTo>
                  <a:pt x="267165" y="83730"/>
                  <a:pt x="265830" y="81747"/>
                  <a:pt x="264915" y="79154"/>
                </a:cubicBezTo>
                <a:cubicBezTo>
                  <a:pt x="263161" y="81594"/>
                  <a:pt x="261121" y="83539"/>
                  <a:pt x="258795" y="84987"/>
                </a:cubicBezTo>
                <a:cubicBezTo>
                  <a:pt x="256469" y="86436"/>
                  <a:pt x="253553" y="87160"/>
                  <a:pt x="250046" y="87160"/>
                </a:cubicBezTo>
                <a:cubicBezTo>
                  <a:pt x="247147" y="87160"/>
                  <a:pt x="244668" y="86779"/>
                  <a:pt x="242609" y="86016"/>
                </a:cubicBezTo>
                <a:cubicBezTo>
                  <a:pt x="240550" y="85253"/>
                  <a:pt x="238854" y="84167"/>
                  <a:pt x="237519" y="82757"/>
                </a:cubicBezTo>
                <a:cubicBezTo>
                  <a:pt x="236185" y="81345"/>
                  <a:pt x="235212" y="79744"/>
                  <a:pt x="234603" y="77952"/>
                </a:cubicBezTo>
                <a:cubicBezTo>
                  <a:pt x="233993" y="76160"/>
                  <a:pt x="233688" y="74349"/>
                  <a:pt x="233688" y="72519"/>
                </a:cubicBezTo>
                <a:cubicBezTo>
                  <a:pt x="233688" y="70003"/>
                  <a:pt x="234088" y="67830"/>
                  <a:pt x="234889" y="66000"/>
                </a:cubicBezTo>
                <a:cubicBezTo>
                  <a:pt x="235689" y="64169"/>
                  <a:pt x="236833" y="62606"/>
                  <a:pt x="238320" y="61310"/>
                </a:cubicBezTo>
                <a:cubicBezTo>
                  <a:pt x="239807" y="60014"/>
                  <a:pt x="241580" y="58927"/>
                  <a:pt x="243638" y="58049"/>
                </a:cubicBezTo>
                <a:cubicBezTo>
                  <a:pt x="245698" y="57172"/>
                  <a:pt x="248024" y="56429"/>
                  <a:pt x="250616" y="55819"/>
                </a:cubicBezTo>
                <a:cubicBezTo>
                  <a:pt x="253820" y="55057"/>
                  <a:pt x="256355" y="54390"/>
                  <a:pt x="258223" y="53819"/>
                </a:cubicBezTo>
                <a:cubicBezTo>
                  <a:pt x="260091" y="53246"/>
                  <a:pt x="261483" y="52674"/>
                  <a:pt x="262398" y="52103"/>
                </a:cubicBezTo>
                <a:cubicBezTo>
                  <a:pt x="263313" y="51530"/>
                  <a:pt x="263905" y="50901"/>
                  <a:pt x="264171" y="50214"/>
                </a:cubicBezTo>
                <a:cubicBezTo>
                  <a:pt x="264439" y="49528"/>
                  <a:pt x="264572" y="48689"/>
                  <a:pt x="264572" y="47698"/>
                </a:cubicBezTo>
                <a:cubicBezTo>
                  <a:pt x="264572" y="44953"/>
                  <a:pt x="263600" y="42608"/>
                  <a:pt x="261654" y="40664"/>
                </a:cubicBezTo>
                <a:cubicBezTo>
                  <a:pt x="259710" y="38718"/>
                  <a:pt x="257022" y="37745"/>
                  <a:pt x="253591" y="37745"/>
                </a:cubicBezTo>
                <a:cubicBezTo>
                  <a:pt x="252294" y="37745"/>
                  <a:pt x="250960" y="37917"/>
                  <a:pt x="249587" y="38260"/>
                </a:cubicBezTo>
                <a:cubicBezTo>
                  <a:pt x="248215" y="38604"/>
                  <a:pt x="246899" y="39081"/>
                  <a:pt x="245640" y="39692"/>
                </a:cubicBezTo>
                <a:cubicBezTo>
                  <a:pt x="244383" y="40301"/>
                  <a:pt x="243239" y="40969"/>
                  <a:pt x="242209" y="41693"/>
                </a:cubicBezTo>
                <a:cubicBezTo>
                  <a:pt x="241180" y="42417"/>
                  <a:pt x="240399" y="43199"/>
                  <a:pt x="239865" y="44038"/>
                </a:cubicBezTo>
                <a:lnTo>
                  <a:pt x="239064" y="44038"/>
                </a:lnTo>
                <a:lnTo>
                  <a:pt x="237577" y="37175"/>
                </a:lnTo>
                <a:close/>
                <a:moveTo>
                  <a:pt x="310670" y="44839"/>
                </a:moveTo>
                <a:cubicBezTo>
                  <a:pt x="312653" y="39577"/>
                  <a:pt x="315054" y="35707"/>
                  <a:pt x="317875" y="33228"/>
                </a:cubicBezTo>
                <a:cubicBezTo>
                  <a:pt x="320697" y="30750"/>
                  <a:pt x="324052" y="29511"/>
                  <a:pt x="327942" y="29511"/>
                </a:cubicBezTo>
                <a:cubicBezTo>
                  <a:pt x="328323" y="29511"/>
                  <a:pt x="328646" y="29530"/>
                  <a:pt x="328913" y="29568"/>
                </a:cubicBezTo>
                <a:cubicBezTo>
                  <a:pt x="329180" y="29606"/>
                  <a:pt x="329466" y="29624"/>
                  <a:pt x="329771" y="29624"/>
                </a:cubicBezTo>
                <a:cubicBezTo>
                  <a:pt x="329542" y="30768"/>
                  <a:pt x="329370" y="31989"/>
                  <a:pt x="329256" y="33286"/>
                </a:cubicBezTo>
                <a:cubicBezTo>
                  <a:pt x="329142" y="34582"/>
                  <a:pt x="329085" y="36107"/>
                  <a:pt x="329085" y="37861"/>
                </a:cubicBezTo>
                <a:lnTo>
                  <a:pt x="329085" y="41521"/>
                </a:lnTo>
                <a:cubicBezTo>
                  <a:pt x="329085" y="42130"/>
                  <a:pt x="329085" y="42779"/>
                  <a:pt x="329085" y="43465"/>
                </a:cubicBezTo>
                <a:cubicBezTo>
                  <a:pt x="329085" y="44152"/>
                  <a:pt x="329123" y="44800"/>
                  <a:pt x="329199" y="45409"/>
                </a:cubicBezTo>
                <a:lnTo>
                  <a:pt x="328171" y="46326"/>
                </a:lnTo>
                <a:cubicBezTo>
                  <a:pt x="327408" y="45867"/>
                  <a:pt x="326549" y="45486"/>
                  <a:pt x="325596" y="45181"/>
                </a:cubicBezTo>
                <a:cubicBezTo>
                  <a:pt x="324643" y="44876"/>
                  <a:pt x="323557" y="44723"/>
                  <a:pt x="322336" y="44723"/>
                </a:cubicBezTo>
                <a:cubicBezTo>
                  <a:pt x="318905" y="44723"/>
                  <a:pt x="316198" y="45849"/>
                  <a:pt x="314215" y="48099"/>
                </a:cubicBezTo>
                <a:cubicBezTo>
                  <a:pt x="312232" y="50348"/>
                  <a:pt x="311241" y="52998"/>
                  <a:pt x="311241" y="56047"/>
                </a:cubicBezTo>
                <a:lnTo>
                  <a:pt x="311241" y="60624"/>
                </a:lnTo>
                <a:cubicBezTo>
                  <a:pt x="311241" y="65275"/>
                  <a:pt x="311298" y="69659"/>
                  <a:pt x="311412" y="73777"/>
                </a:cubicBezTo>
                <a:cubicBezTo>
                  <a:pt x="311527" y="77895"/>
                  <a:pt x="311775" y="81860"/>
                  <a:pt x="312157" y="85673"/>
                </a:cubicBezTo>
                <a:cubicBezTo>
                  <a:pt x="311166" y="85521"/>
                  <a:pt x="309926" y="85445"/>
                  <a:pt x="308439" y="85445"/>
                </a:cubicBezTo>
                <a:cubicBezTo>
                  <a:pt x="306952" y="85445"/>
                  <a:pt x="305331" y="85445"/>
                  <a:pt x="303577" y="85445"/>
                </a:cubicBezTo>
                <a:cubicBezTo>
                  <a:pt x="301823" y="85445"/>
                  <a:pt x="300222" y="85445"/>
                  <a:pt x="298773" y="85445"/>
                </a:cubicBezTo>
                <a:cubicBezTo>
                  <a:pt x="297325" y="85445"/>
                  <a:pt x="296066" y="85521"/>
                  <a:pt x="294998" y="85673"/>
                </a:cubicBezTo>
                <a:cubicBezTo>
                  <a:pt x="295380" y="81860"/>
                  <a:pt x="295628" y="77895"/>
                  <a:pt x="295742" y="73777"/>
                </a:cubicBezTo>
                <a:cubicBezTo>
                  <a:pt x="295856" y="69659"/>
                  <a:pt x="295913" y="65275"/>
                  <a:pt x="295913" y="60624"/>
                </a:cubicBezTo>
                <a:lnTo>
                  <a:pt x="295913" y="56047"/>
                </a:lnTo>
                <a:cubicBezTo>
                  <a:pt x="295913" y="51397"/>
                  <a:pt x="295856" y="47031"/>
                  <a:pt x="295742" y="42952"/>
                </a:cubicBezTo>
                <a:cubicBezTo>
                  <a:pt x="295628" y="38871"/>
                  <a:pt x="295380" y="34772"/>
                  <a:pt x="294998" y="30654"/>
                </a:cubicBezTo>
                <a:cubicBezTo>
                  <a:pt x="296294" y="30806"/>
                  <a:pt x="297610" y="30940"/>
                  <a:pt x="298945" y="31055"/>
                </a:cubicBezTo>
                <a:cubicBezTo>
                  <a:pt x="300279" y="31169"/>
                  <a:pt x="301595" y="31226"/>
                  <a:pt x="302891" y="31226"/>
                </a:cubicBezTo>
                <a:cubicBezTo>
                  <a:pt x="304187" y="31226"/>
                  <a:pt x="305502" y="31169"/>
                  <a:pt x="306837" y="31055"/>
                </a:cubicBezTo>
                <a:cubicBezTo>
                  <a:pt x="308172" y="30940"/>
                  <a:pt x="309487" y="30806"/>
                  <a:pt x="310783" y="30654"/>
                </a:cubicBezTo>
                <a:lnTo>
                  <a:pt x="310441" y="44610"/>
                </a:lnTo>
                <a:lnTo>
                  <a:pt x="310670" y="44839"/>
                </a:lnTo>
                <a:close/>
                <a:moveTo>
                  <a:pt x="339493" y="9036"/>
                </a:moveTo>
                <a:cubicBezTo>
                  <a:pt x="339493" y="6519"/>
                  <a:pt x="340370" y="4384"/>
                  <a:pt x="342123" y="2630"/>
                </a:cubicBezTo>
                <a:cubicBezTo>
                  <a:pt x="343878" y="877"/>
                  <a:pt x="346014" y="0"/>
                  <a:pt x="348530" y="0"/>
                </a:cubicBezTo>
                <a:cubicBezTo>
                  <a:pt x="351046" y="0"/>
                  <a:pt x="353181" y="877"/>
                  <a:pt x="354934" y="2630"/>
                </a:cubicBezTo>
                <a:cubicBezTo>
                  <a:pt x="356689" y="4384"/>
                  <a:pt x="357566" y="6519"/>
                  <a:pt x="357566" y="9036"/>
                </a:cubicBezTo>
                <a:cubicBezTo>
                  <a:pt x="357566" y="11553"/>
                  <a:pt x="356689" y="13688"/>
                  <a:pt x="354934" y="15441"/>
                </a:cubicBezTo>
                <a:cubicBezTo>
                  <a:pt x="353181" y="17195"/>
                  <a:pt x="351046" y="18072"/>
                  <a:pt x="348530" y="18072"/>
                </a:cubicBezTo>
                <a:cubicBezTo>
                  <a:pt x="346014" y="18072"/>
                  <a:pt x="343878" y="17195"/>
                  <a:pt x="342123" y="15441"/>
                </a:cubicBezTo>
                <a:cubicBezTo>
                  <a:pt x="340370" y="13688"/>
                  <a:pt x="339493" y="11553"/>
                  <a:pt x="339493" y="9036"/>
                </a:cubicBezTo>
                <a:moveTo>
                  <a:pt x="340867" y="56047"/>
                </a:moveTo>
                <a:cubicBezTo>
                  <a:pt x="340867" y="51397"/>
                  <a:pt x="340809" y="47031"/>
                  <a:pt x="340694" y="42952"/>
                </a:cubicBezTo>
                <a:cubicBezTo>
                  <a:pt x="340580" y="38871"/>
                  <a:pt x="340332" y="34772"/>
                  <a:pt x="339950" y="30654"/>
                </a:cubicBezTo>
                <a:cubicBezTo>
                  <a:pt x="341018" y="30806"/>
                  <a:pt x="342277" y="30940"/>
                  <a:pt x="343725" y="31055"/>
                </a:cubicBezTo>
                <a:cubicBezTo>
                  <a:pt x="345174" y="31169"/>
                  <a:pt x="346776" y="31226"/>
                  <a:pt x="348530" y="31226"/>
                </a:cubicBezTo>
                <a:cubicBezTo>
                  <a:pt x="352114" y="31226"/>
                  <a:pt x="354974" y="31036"/>
                  <a:pt x="357109" y="30654"/>
                </a:cubicBezTo>
                <a:cubicBezTo>
                  <a:pt x="356727" y="34772"/>
                  <a:pt x="356479" y="38871"/>
                  <a:pt x="356364" y="42952"/>
                </a:cubicBezTo>
                <a:cubicBezTo>
                  <a:pt x="356250" y="47031"/>
                  <a:pt x="356193" y="51397"/>
                  <a:pt x="356193" y="56047"/>
                </a:cubicBezTo>
                <a:lnTo>
                  <a:pt x="356193" y="60624"/>
                </a:lnTo>
                <a:cubicBezTo>
                  <a:pt x="356193" y="65275"/>
                  <a:pt x="356250" y="69659"/>
                  <a:pt x="356364" y="73777"/>
                </a:cubicBezTo>
                <a:cubicBezTo>
                  <a:pt x="356479" y="77895"/>
                  <a:pt x="356727" y="81860"/>
                  <a:pt x="357109" y="85673"/>
                </a:cubicBezTo>
                <a:cubicBezTo>
                  <a:pt x="356118" y="85521"/>
                  <a:pt x="354878" y="85445"/>
                  <a:pt x="353391" y="85445"/>
                </a:cubicBezTo>
                <a:cubicBezTo>
                  <a:pt x="351904" y="85445"/>
                  <a:pt x="350284" y="85445"/>
                  <a:pt x="348530" y="85445"/>
                </a:cubicBezTo>
                <a:cubicBezTo>
                  <a:pt x="346776" y="85445"/>
                  <a:pt x="345174" y="85445"/>
                  <a:pt x="343725" y="85445"/>
                </a:cubicBezTo>
                <a:cubicBezTo>
                  <a:pt x="342277" y="85445"/>
                  <a:pt x="341018" y="85521"/>
                  <a:pt x="339950" y="85673"/>
                </a:cubicBezTo>
                <a:cubicBezTo>
                  <a:pt x="340332" y="81860"/>
                  <a:pt x="340580" y="77895"/>
                  <a:pt x="340694" y="73777"/>
                </a:cubicBezTo>
                <a:cubicBezTo>
                  <a:pt x="340809" y="69659"/>
                  <a:pt x="340867" y="65275"/>
                  <a:pt x="340867" y="60624"/>
                </a:cubicBezTo>
                <a:lnTo>
                  <a:pt x="340867" y="56047"/>
                </a:lnTo>
                <a:close/>
                <a:moveTo>
                  <a:pt x="407324" y="55477"/>
                </a:moveTo>
                <a:cubicBezTo>
                  <a:pt x="407324" y="48765"/>
                  <a:pt x="406485" y="43560"/>
                  <a:pt x="404808" y="39863"/>
                </a:cubicBezTo>
                <a:cubicBezTo>
                  <a:pt x="403130" y="36164"/>
                  <a:pt x="400346" y="34314"/>
                  <a:pt x="396458" y="34314"/>
                </a:cubicBezTo>
                <a:cubicBezTo>
                  <a:pt x="392950" y="34314"/>
                  <a:pt x="390185" y="36373"/>
                  <a:pt x="388164" y="40491"/>
                </a:cubicBezTo>
                <a:cubicBezTo>
                  <a:pt x="386144" y="44609"/>
                  <a:pt x="385134" y="51053"/>
                  <a:pt x="385134" y="59823"/>
                </a:cubicBezTo>
                <a:cubicBezTo>
                  <a:pt x="385134" y="63025"/>
                  <a:pt x="385324" y="65999"/>
                  <a:pt x="385704" y="68745"/>
                </a:cubicBezTo>
                <a:cubicBezTo>
                  <a:pt x="386086" y="71490"/>
                  <a:pt x="386716" y="73873"/>
                  <a:pt x="387593" y="75894"/>
                </a:cubicBezTo>
                <a:cubicBezTo>
                  <a:pt x="388470" y="77914"/>
                  <a:pt x="389614" y="79497"/>
                  <a:pt x="391024" y="80641"/>
                </a:cubicBezTo>
                <a:cubicBezTo>
                  <a:pt x="392436" y="81785"/>
                  <a:pt x="394209" y="82357"/>
                  <a:pt x="396344" y="82357"/>
                </a:cubicBezTo>
                <a:cubicBezTo>
                  <a:pt x="403664" y="82357"/>
                  <a:pt x="407324" y="73397"/>
                  <a:pt x="407324" y="55477"/>
                </a:cubicBezTo>
                <a:moveTo>
                  <a:pt x="368205" y="59707"/>
                </a:moveTo>
                <a:cubicBezTo>
                  <a:pt x="368205" y="54598"/>
                  <a:pt x="368987" y="50138"/>
                  <a:pt x="370549" y="46326"/>
                </a:cubicBezTo>
                <a:cubicBezTo>
                  <a:pt x="372113" y="42513"/>
                  <a:pt x="374191" y="39329"/>
                  <a:pt x="376784" y="36775"/>
                </a:cubicBezTo>
                <a:cubicBezTo>
                  <a:pt x="379376" y="34220"/>
                  <a:pt x="382369" y="32313"/>
                  <a:pt x="385762" y="31055"/>
                </a:cubicBezTo>
                <a:cubicBezTo>
                  <a:pt x="389156" y="29796"/>
                  <a:pt x="392645" y="29167"/>
                  <a:pt x="396229" y="29167"/>
                </a:cubicBezTo>
                <a:cubicBezTo>
                  <a:pt x="405151" y="29167"/>
                  <a:pt x="412053" y="31684"/>
                  <a:pt x="416933" y="36717"/>
                </a:cubicBezTo>
                <a:cubicBezTo>
                  <a:pt x="421813" y="41750"/>
                  <a:pt x="424253" y="48575"/>
                  <a:pt x="424253" y="57192"/>
                </a:cubicBezTo>
                <a:cubicBezTo>
                  <a:pt x="424253" y="61843"/>
                  <a:pt x="423566" y="66037"/>
                  <a:pt x="422193" y="69775"/>
                </a:cubicBezTo>
                <a:cubicBezTo>
                  <a:pt x="420821" y="73511"/>
                  <a:pt x="418896" y="76695"/>
                  <a:pt x="416418" y="79325"/>
                </a:cubicBezTo>
                <a:cubicBezTo>
                  <a:pt x="413939" y="81956"/>
                  <a:pt x="410984" y="83920"/>
                  <a:pt x="407553" y="85216"/>
                </a:cubicBezTo>
                <a:cubicBezTo>
                  <a:pt x="404122" y="86512"/>
                  <a:pt x="400347" y="87160"/>
                  <a:pt x="396229" y="87160"/>
                </a:cubicBezTo>
                <a:cubicBezTo>
                  <a:pt x="392798" y="87160"/>
                  <a:pt x="389423" y="86703"/>
                  <a:pt x="386106" y="85787"/>
                </a:cubicBezTo>
                <a:cubicBezTo>
                  <a:pt x="382789" y="84872"/>
                  <a:pt x="379795" y="83329"/>
                  <a:pt x="377126" y="81156"/>
                </a:cubicBezTo>
                <a:cubicBezTo>
                  <a:pt x="374458" y="78983"/>
                  <a:pt x="372304" y="76142"/>
                  <a:pt x="370665" y="72634"/>
                </a:cubicBezTo>
                <a:cubicBezTo>
                  <a:pt x="369025" y="69126"/>
                  <a:pt x="368205" y="64817"/>
                  <a:pt x="368205" y="59707"/>
                </a:cubicBezTo>
                <a:close/>
              </a:path>
            </a:pathLst>
          </a:custGeom>
          <a:solidFill xmlns:a="http://schemas.openxmlformats.org/drawingml/2006/main">
            <a:srgbClr val="6647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_2">
            <a:extLst xmlns:a="http://schemas.openxmlformats.org/drawingml/2006/main">
              <a:ext uri="{FF2B5EF4-FFF2-40B4-BE49-F238E27FC236}">
                <a16:creationId xmlns:a16="http://schemas.microsoft.com/office/drawing/2014/main" id="{F6F4DBBF-C2BF-446A-A6C2-829F8DDF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419" y="1086707"/>
            <a:ext cx="112440" cy="90936"/>
          </a:xfrm>
          <a:custGeom xmlns:a="http://schemas.openxmlformats.org/drawingml/2006/main">
            <a:pathLst>
              <a:path w="112440" h="90936">
                <a:moveTo>
                  <a:pt x="57192" y="85216"/>
                </a:moveTo>
                <a:lnTo>
                  <a:pt x="57192" y="90936"/>
                </a:lnTo>
                <a:lnTo>
                  <a:pt x="0" y="90936"/>
                </a:lnTo>
                <a:lnTo>
                  <a:pt x="0" y="85216"/>
                </a:lnTo>
                <a:lnTo>
                  <a:pt x="57192" y="85216"/>
                </a:lnTo>
                <a:close/>
                <a:moveTo>
                  <a:pt x="61997" y="72292"/>
                </a:moveTo>
                <a:cubicBezTo>
                  <a:pt x="67868" y="66953"/>
                  <a:pt x="72863" y="62015"/>
                  <a:pt x="76981" y="57479"/>
                </a:cubicBezTo>
                <a:cubicBezTo>
                  <a:pt x="81099" y="52941"/>
                  <a:pt x="84454" y="48651"/>
                  <a:pt x="87046" y="44610"/>
                </a:cubicBezTo>
                <a:cubicBezTo>
                  <a:pt x="89639" y="40568"/>
                  <a:pt x="91507" y="36678"/>
                  <a:pt x="92651" y="32942"/>
                </a:cubicBezTo>
                <a:cubicBezTo>
                  <a:pt x="93795" y="29206"/>
                  <a:pt x="94366" y="25470"/>
                  <a:pt x="94366" y="21733"/>
                </a:cubicBezTo>
                <a:cubicBezTo>
                  <a:pt x="94366" y="18607"/>
                  <a:pt x="94042" y="15995"/>
                  <a:pt x="93394" y="13898"/>
                </a:cubicBezTo>
                <a:cubicBezTo>
                  <a:pt x="92746" y="11800"/>
                  <a:pt x="91869" y="10103"/>
                  <a:pt x="90764" y="8807"/>
                </a:cubicBezTo>
                <a:cubicBezTo>
                  <a:pt x="89659" y="7511"/>
                  <a:pt x="88419" y="6577"/>
                  <a:pt x="87046" y="6006"/>
                </a:cubicBezTo>
                <a:cubicBezTo>
                  <a:pt x="85673" y="5433"/>
                  <a:pt x="84262" y="5147"/>
                  <a:pt x="82814" y="5147"/>
                </a:cubicBezTo>
                <a:cubicBezTo>
                  <a:pt x="80679" y="5147"/>
                  <a:pt x="78905" y="5738"/>
                  <a:pt x="77494" y="6920"/>
                </a:cubicBezTo>
                <a:cubicBezTo>
                  <a:pt x="76084" y="8103"/>
                  <a:pt x="74959" y="9552"/>
                  <a:pt x="74120" y="11268"/>
                </a:cubicBezTo>
                <a:cubicBezTo>
                  <a:pt x="73281" y="12983"/>
                  <a:pt x="72709" y="14794"/>
                  <a:pt x="72404" y="16700"/>
                </a:cubicBezTo>
                <a:cubicBezTo>
                  <a:pt x="72100" y="18606"/>
                  <a:pt x="71947" y="20321"/>
                  <a:pt x="71947" y="21847"/>
                </a:cubicBezTo>
                <a:lnTo>
                  <a:pt x="70804" y="22191"/>
                </a:lnTo>
                <a:cubicBezTo>
                  <a:pt x="69278" y="20742"/>
                  <a:pt x="67791" y="19427"/>
                  <a:pt x="66343" y="18244"/>
                </a:cubicBezTo>
                <a:cubicBezTo>
                  <a:pt x="64894" y="17062"/>
                  <a:pt x="63407" y="15861"/>
                  <a:pt x="61882" y="14640"/>
                </a:cubicBezTo>
                <a:cubicBezTo>
                  <a:pt x="63255" y="10522"/>
                  <a:pt x="65885" y="7053"/>
                  <a:pt x="69774" y="4233"/>
                </a:cubicBezTo>
                <a:cubicBezTo>
                  <a:pt x="73663" y="1411"/>
                  <a:pt x="78962" y="0"/>
                  <a:pt x="85673" y="0"/>
                </a:cubicBezTo>
                <a:cubicBezTo>
                  <a:pt x="90934" y="0"/>
                  <a:pt x="95300" y="610"/>
                  <a:pt x="98770" y="1831"/>
                </a:cubicBezTo>
                <a:cubicBezTo>
                  <a:pt x="102240" y="3050"/>
                  <a:pt x="104985" y="4632"/>
                  <a:pt x="107006" y="6577"/>
                </a:cubicBezTo>
                <a:cubicBezTo>
                  <a:pt x="109028" y="8521"/>
                  <a:pt x="110438" y="10656"/>
                  <a:pt x="111239" y="12982"/>
                </a:cubicBezTo>
                <a:cubicBezTo>
                  <a:pt x="112040" y="15308"/>
                  <a:pt x="112440" y="17577"/>
                  <a:pt x="112440" y="19789"/>
                </a:cubicBezTo>
                <a:cubicBezTo>
                  <a:pt x="112440" y="22305"/>
                  <a:pt x="111982" y="24916"/>
                  <a:pt x="111066" y="27624"/>
                </a:cubicBezTo>
                <a:cubicBezTo>
                  <a:pt x="110152" y="30331"/>
                  <a:pt x="108493" y="33381"/>
                  <a:pt x="106090" y="36775"/>
                </a:cubicBezTo>
                <a:cubicBezTo>
                  <a:pt x="103688" y="40168"/>
                  <a:pt x="100372" y="44000"/>
                  <a:pt x="96140" y="48270"/>
                </a:cubicBezTo>
                <a:cubicBezTo>
                  <a:pt x="91908" y="52540"/>
                  <a:pt x="86474" y="57497"/>
                  <a:pt x="79840" y="63141"/>
                </a:cubicBezTo>
                <a:lnTo>
                  <a:pt x="79955" y="63369"/>
                </a:lnTo>
                <a:cubicBezTo>
                  <a:pt x="85445" y="63292"/>
                  <a:pt x="90840" y="63216"/>
                  <a:pt x="96140" y="63141"/>
                </a:cubicBezTo>
                <a:cubicBezTo>
                  <a:pt x="101440" y="63064"/>
                  <a:pt x="106835" y="62835"/>
                  <a:pt x="112325" y="62453"/>
                </a:cubicBezTo>
                <a:cubicBezTo>
                  <a:pt x="112249" y="63750"/>
                  <a:pt x="112154" y="64990"/>
                  <a:pt x="112038" y="66172"/>
                </a:cubicBezTo>
                <a:cubicBezTo>
                  <a:pt x="111924" y="67353"/>
                  <a:pt x="111867" y="68592"/>
                  <a:pt x="111867" y="69888"/>
                </a:cubicBezTo>
                <a:cubicBezTo>
                  <a:pt x="111867" y="71184"/>
                  <a:pt x="111924" y="72443"/>
                  <a:pt x="112038" y="73664"/>
                </a:cubicBezTo>
                <a:cubicBezTo>
                  <a:pt x="112154" y="74884"/>
                  <a:pt x="112249" y="76028"/>
                  <a:pt x="112325" y="77095"/>
                </a:cubicBezTo>
                <a:cubicBezTo>
                  <a:pt x="107979" y="76942"/>
                  <a:pt x="103708" y="76866"/>
                  <a:pt x="99514" y="76866"/>
                </a:cubicBezTo>
                <a:cubicBezTo>
                  <a:pt x="95320" y="76866"/>
                  <a:pt x="91050" y="76866"/>
                  <a:pt x="86702" y="76866"/>
                </a:cubicBezTo>
                <a:cubicBezTo>
                  <a:pt x="82585" y="76866"/>
                  <a:pt x="78467" y="76866"/>
                  <a:pt x="74349" y="76866"/>
                </a:cubicBezTo>
                <a:cubicBezTo>
                  <a:pt x="70231" y="76866"/>
                  <a:pt x="66113" y="76942"/>
                  <a:pt x="61997" y="77095"/>
                </a:cubicBezTo>
                <a:lnTo>
                  <a:pt x="61997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Scenario">
            <a:extLst xmlns:a="http://schemas.openxmlformats.org/drawingml/2006/main">
              <a:ext uri="{FF2B5EF4-FFF2-40B4-BE49-F238E27FC236}">
                <a16:creationId xmlns:a16="http://schemas.microsoft.com/office/drawing/2014/main" id="{94D7732B-7085-45E4-A92F-10386FA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391" y="1469406"/>
            <a:ext cx="424253" cy="87160"/>
          </a:xfrm>
          <a:custGeom xmlns:a="http://schemas.openxmlformats.org/drawingml/2006/main">
            <a:pathLst>
              <a:path w="424253" h="87160">
                <a:moveTo>
                  <a:pt x="39692" y="22533"/>
                </a:moveTo>
                <a:cubicBezTo>
                  <a:pt x="37252" y="15975"/>
                  <a:pt x="32638" y="12696"/>
                  <a:pt x="25851" y="12696"/>
                </a:cubicBezTo>
                <a:cubicBezTo>
                  <a:pt x="22343" y="12696"/>
                  <a:pt x="19482" y="13726"/>
                  <a:pt x="17270" y="15785"/>
                </a:cubicBezTo>
                <a:cubicBezTo>
                  <a:pt x="15060" y="17844"/>
                  <a:pt x="13954" y="20245"/>
                  <a:pt x="13954" y="22990"/>
                </a:cubicBezTo>
                <a:cubicBezTo>
                  <a:pt x="13954" y="25812"/>
                  <a:pt x="14812" y="28119"/>
                  <a:pt x="16527" y="29910"/>
                </a:cubicBezTo>
                <a:cubicBezTo>
                  <a:pt x="18243" y="31702"/>
                  <a:pt x="20398" y="33323"/>
                  <a:pt x="22990" y="34773"/>
                </a:cubicBezTo>
                <a:cubicBezTo>
                  <a:pt x="25584" y="36222"/>
                  <a:pt x="28368" y="37613"/>
                  <a:pt x="31342" y="38948"/>
                </a:cubicBezTo>
                <a:cubicBezTo>
                  <a:pt x="34316" y="40281"/>
                  <a:pt x="37099" y="41921"/>
                  <a:pt x="39692" y="43866"/>
                </a:cubicBezTo>
                <a:cubicBezTo>
                  <a:pt x="42284" y="45811"/>
                  <a:pt x="44438" y="48175"/>
                  <a:pt x="46153" y="50958"/>
                </a:cubicBezTo>
                <a:cubicBezTo>
                  <a:pt x="47869" y="53741"/>
                  <a:pt x="48727" y="57306"/>
                  <a:pt x="48727" y="61654"/>
                </a:cubicBezTo>
                <a:cubicBezTo>
                  <a:pt x="48727" y="65465"/>
                  <a:pt x="48003" y="68954"/>
                  <a:pt x="46554" y="72119"/>
                </a:cubicBezTo>
                <a:cubicBezTo>
                  <a:pt x="45106" y="75284"/>
                  <a:pt x="43047" y="77991"/>
                  <a:pt x="40377" y="80240"/>
                </a:cubicBezTo>
                <a:cubicBezTo>
                  <a:pt x="37708" y="82489"/>
                  <a:pt x="34524" y="84205"/>
                  <a:pt x="30825" y="85387"/>
                </a:cubicBezTo>
                <a:cubicBezTo>
                  <a:pt x="27127" y="86569"/>
                  <a:pt x="22991" y="87160"/>
                  <a:pt x="18415" y="87160"/>
                </a:cubicBezTo>
                <a:cubicBezTo>
                  <a:pt x="14298" y="87160"/>
                  <a:pt x="10618" y="86722"/>
                  <a:pt x="7378" y="85844"/>
                </a:cubicBezTo>
                <a:cubicBezTo>
                  <a:pt x="4137" y="84968"/>
                  <a:pt x="1678" y="83882"/>
                  <a:pt x="0" y="82586"/>
                </a:cubicBezTo>
                <a:cubicBezTo>
                  <a:pt x="762" y="79917"/>
                  <a:pt x="1410" y="77477"/>
                  <a:pt x="1944" y="75266"/>
                </a:cubicBezTo>
                <a:cubicBezTo>
                  <a:pt x="2478" y="73054"/>
                  <a:pt x="2936" y="70652"/>
                  <a:pt x="3316" y="68059"/>
                </a:cubicBezTo>
                <a:lnTo>
                  <a:pt x="5491" y="68059"/>
                </a:lnTo>
                <a:cubicBezTo>
                  <a:pt x="5796" y="69736"/>
                  <a:pt x="6367" y="71318"/>
                  <a:pt x="7205" y="72805"/>
                </a:cubicBezTo>
                <a:cubicBezTo>
                  <a:pt x="8044" y="74292"/>
                  <a:pt x="9111" y="75607"/>
                  <a:pt x="10408" y="76751"/>
                </a:cubicBezTo>
                <a:cubicBezTo>
                  <a:pt x="11705" y="77895"/>
                  <a:pt x="13268" y="78791"/>
                  <a:pt x="15097" y="79439"/>
                </a:cubicBezTo>
                <a:cubicBezTo>
                  <a:pt x="16928" y="80087"/>
                  <a:pt x="18987" y="80411"/>
                  <a:pt x="21276" y="80411"/>
                </a:cubicBezTo>
                <a:cubicBezTo>
                  <a:pt x="25851" y="80411"/>
                  <a:pt x="29225" y="79267"/>
                  <a:pt x="31398" y="76980"/>
                </a:cubicBezTo>
                <a:cubicBezTo>
                  <a:pt x="33571" y="74692"/>
                  <a:pt x="34658" y="71947"/>
                  <a:pt x="34658" y="68745"/>
                </a:cubicBezTo>
                <a:cubicBezTo>
                  <a:pt x="34658" y="65847"/>
                  <a:pt x="33819" y="63483"/>
                  <a:pt x="32141" y="61654"/>
                </a:cubicBezTo>
                <a:cubicBezTo>
                  <a:pt x="30464" y="59823"/>
                  <a:pt x="28368" y="58203"/>
                  <a:pt x="25851" y="56793"/>
                </a:cubicBezTo>
                <a:cubicBezTo>
                  <a:pt x="23334" y="55381"/>
                  <a:pt x="20588" y="54008"/>
                  <a:pt x="17614" y="52674"/>
                </a:cubicBezTo>
                <a:cubicBezTo>
                  <a:pt x="14640" y="51339"/>
                  <a:pt x="11895" y="49719"/>
                  <a:pt x="9378" y="47813"/>
                </a:cubicBezTo>
                <a:cubicBezTo>
                  <a:pt x="6862" y="45906"/>
                  <a:pt x="4765" y="43560"/>
                  <a:pt x="3088" y="40777"/>
                </a:cubicBezTo>
                <a:cubicBezTo>
                  <a:pt x="1411" y="37994"/>
                  <a:pt x="572" y="34429"/>
                  <a:pt x="572" y="30083"/>
                </a:cubicBezTo>
                <a:cubicBezTo>
                  <a:pt x="572" y="26118"/>
                  <a:pt x="1278" y="22610"/>
                  <a:pt x="2688" y="19560"/>
                </a:cubicBezTo>
                <a:cubicBezTo>
                  <a:pt x="4098" y="16509"/>
                  <a:pt x="5985" y="13955"/>
                  <a:pt x="8350" y="11896"/>
                </a:cubicBezTo>
                <a:cubicBezTo>
                  <a:pt x="10714" y="9837"/>
                  <a:pt x="13441" y="8274"/>
                  <a:pt x="16529" y="7207"/>
                </a:cubicBezTo>
                <a:cubicBezTo>
                  <a:pt x="19617" y="6138"/>
                  <a:pt x="22877" y="5604"/>
                  <a:pt x="26308" y="5604"/>
                </a:cubicBezTo>
                <a:cubicBezTo>
                  <a:pt x="30426" y="5604"/>
                  <a:pt x="34029" y="6100"/>
                  <a:pt x="37117" y="7091"/>
                </a:cubicBezTo>
                <a:cubicBezTo>
                  <a:pt x="40205" y="8083"/>
                  <a:pt x="42855" y="9455"/>
                  <a:pt x="45067" y="11209"/>
                </a:cubicBezTo>
                <a:cubicBezTo>
                  <a:pt x="44381" y="12962"/>
                  <a:pt x="43790" y="14659"/>
                  <a:pt x="43294" y="16300"/>
                </a:cubicBezTo>
                <a:cubicBezTo>
                  <a:pt x="42798" y="17940"/>
                  <a:pt x="42169" y="20017"/>
                  <a:pt x="41407" y="22533"/>
                </a:cubicBezTo>
                <a:lnTo>
                  <a:pt x="39692" y="22533"/>
                </a:lnTo>
                <a:close/>
                <a:moveTo>
                  <a:pt x="100659" y="46439"/>
                </a:moveTo>
                <a:cubicBezTo>
                  <a:pt x="100048" y="43008"/>
                  <a:pt x="98847" y="40244"/>
                  <a:pt x="97055" y="38147"/>
                </a:cubicBezTo>
                <a:cubicBezTo>
                  <a:pt x="95263" y="36050"/>
                  <a:pt x="92613" y="35002"/>
                  <a:pt x="89105" y="35002"/>
                </a:cubicBezTo>
                <a:cubicBezTo>
                  <a:pt x="84530" y="35002"/>
                  <a:pt x="81098" y="37080"/>
                  <a:pt x="78811" y="41236"/>
                </a:cubicBezTo>
                <a:cubicBezTo>
                  <a:pt x="76523" y="45391"/>
                  <a:pt x="75379" y="51167"/>
                  <a:pt x="75379" y="58564"/>
                </a:cubicBezTo>
                <a:cubicBezTo>
                  <a:pt x="75379" y="65504"/>
                  <a:pt x="76828" y="70823"/>
                  <a:pt x="79725" y="74522"/>
                </a:cubicBezTo>
                <a:cubicBezTo>
                  <a:pt x="82624" y="78220"/>
                  <a:pt x="86856" y="80069"/>
                  <a:pt x="92423" y="80069"/>
                </a:cubicBezTo>
                <a:cubicBezTo>
                  <a:pt x="94787" y="80069"/>
                  <a:pt x="97075" y="79516"/>
                  <a:pt x="99286" y="78411"/>
                </a:cubicBezTo>
                <a:cubicBezTo>
                  <a:pt x="101498" y="77304"/>
                  <a:pt x="103137" y="76065"/>
                  <a:pt x="104204" y="74693"/>
                </a:cubicBezTo>
                <a:lnTo>
                  <a:pt x="105578" y="75836"/>
                </a:lnTo>
                <a:cubicBezTo>
                  <a:pt x="105044" y="76903"/>
                  <a:pt x="104586" y="78009"/>
                  <a:pt x="104204" y="79154"/>
                </a:cubicBezTo>
                <a:cubicBezTo>
                  <a:pt x="103823" y="80298"/>
                  <a:pt x="103441" y="81442"/>
                  <a:pt x="103061" y="82586"/>
                </a:cubicBezTo>
                <a:cubicBezTo>
                  <a:pt x="101383" y="83882"/>
                  <a:pt x="99267" y="84968"/>
                  <a:pt x="96711" y="85844"/>
                </a:cubicBezTo>
                <a:cubicBezTo>
                  <a:pt x="94157" y="86722"/>
                  <a:pt x="91126" y="87160"/>
                  <a:pt x="87618" y="87160"/>
                </a:cubicBezTo>
                <a:cubicBezTo>
                  <a:pt x="82051" y="87160"/>
                  <a:pt x="77362" y="86360"/>
                  <a:pt x="73548" y="84759"/>
                </a:cubicBezTo>
                <a:cubicBezTo>
                  <a:pt x="69737" y="83158"/>
                  <a:pt x="66668" y="80985"/>
                  <a:pt x="64342" y="78240"/>
                </a:cubicBezTo>
                <a:cubicBezTo>
                  <a:pt x="62016" y="75494"/>
                  <a:pt x="60357" y="72386"/>
                  <a:pt x="59366" y="68916"/>
                </a:cubicBezTo>
                <a:cubicBezTo>
                  <a:pt x="58374" y="65446"/>
                  <a:pt x="57879" y="61958"/>
                  <a:pt x="57879" y="58451"/>
                </a:cubicBezTo>
                <a:cubicBezTo>
                  <a:pt x="57879" y="54256"/>
                  <a:pt x="58584" y="50367"/>
                  <a:pt x="59994" y="46783"/>
                </a:cubicBezTo>
                <a:cubicBezTo>
                  <a:pt x="61405" y="43199"/>
                  <a:pt x="63426" y="40111"/>
                  <a:pt x="66057" y="37519"/>
                </a:cubicBezTo>
                <a:cubicBezTo>
                  <a:pt x="68688" y="34925"/>
                  <a:pt x="71872" y="32885"/>
                  <a:pt x="75608" y="31398"/>
                </a:cubicBezTo>
                <a:cubicBezTo>
                  <a:pt x="79344" y="29910"/>
                  <a:pt x="83501" y="29167"/>
                  <a:pt x="88077" y="29167"/>
                </a:cubicBezTo>
                <a:cubicBezTo>
                  <a:pt x="92423" y="29167"/>
                  <a:pt x="96102" y="29663"/>
                  <a:pt x="99113" y="30654"/>
                </a:cubicBezTo>
                <a:cubicBezTo>
                  <a:pt x="102125" y="31645"/>
                  <a:pt x="105005" y="32942"/>
                  <a:pt x="107751" y="34543"/>
                </a:cubicBezTo>
                <a:cubicBezTo>
                  <a:pt x="106835" y="36068"/>
                  <a:pt x="105977" y="37937"/>
                  <a:pt x="105176" y="40149"/>
                </a:cubicBezTo>
                <a:cubicBezTo>
                  <a:pt x="104376" y="42360"/>
                  <a:pt x="103785" y="44456"/>
                  <a:pt x="103403" y="46439"/>
                </a:cubicBezTo>
                <a:lnTo>
                  <a:pt x="100659" y="46439"/>
                </a:lnTo>
                <a:close/>
                <a:moveTo>
                  <a:pt x="130855" y="58336"/>
                </a:moveTo>
                <a:cubicBezTo>
                  <a:pt x="130855" y="61385"/>
                  <a:pt x="131160" y="64245"/>
                  <a:pt x="131770" y="66914"/>
                </a:cubicBezTo>
                <a:cubicBezTo>
                  <a:pt x="132381" y="69583"/>
                  <a:pt x="133315" y="71890"/>
                  <a:pt x="134573" y="73835"/>
                </a:cubicBezTo>
                <a:cubicBezTo>
                  <a:pt x="135831" y="75779"/>
                  <a:pt x="137432" y="77304"/>
                  <a:pt x="139376" y="78411"/>
                </a:cubicBezTo>
                <a:cubicBezTo>
                  <a:pt x="141322" y="79516"/>
                  <a:pt x="143591" y="80069"/>
                  <a:pt x="146183" y="80069"/>
                </a:cubicBezTo>
                <a:cubicBezTo>
                  <a:pt x="151445" y="80069"/>
                  <a:pt x="156135" y="78353"/>
                  <a:pt x="160252" y="74922"/>
                </a:cubicBezTo>
                <a:lnTo>
                  <a:pt x="161624" y="75952"/>
                </a:lnTo>
                <a:lnTo>
                  <a:pt x="159107" y="82357"/>
                </a:lnTo>
                <a:cubicBezTo>
                  <a:pt x="157202" y="83806"/>
                  <a:pt x="154914" y="84968"/>
                  <a:pt x="152245" y="85844"/>
                </a:cubicBezTo>
                <a:cubicBezTo>
                  <a:pt x="149575" y="86722"/>
                  <a:pt x="146068" y="87160"/>
                  <a:pt x="141722" y="87160"/>
                </a:cubicBezTo>
                <a:cubicBezTo>
                  <a:pt x="137986" y="87160"/>
                  <a:pt x="134440" y="86646"/>
                  <a:pt x="131084" y="85616"/>
                </a:cubicBezTo>
                <a:cubicBezTo>
                  <a:pt x="127729" y="84587"/>
                  <a:pt x="124774" y="82891"/>
                  <a:pt x="122219" y="80526"/>
                </a:cubicBezTo>
                <a:cubicBezTo>
                  <a:pt x="119665" y="78162"/>
                  <a:pt x="117644" y="75169"/>
                  <a:pt x="116157" y="71546"/>
                </a:cubicBezTo>
                <a:cubicBezTo>
                  <a:pt x="114670" y="67924"/>
                  <a:pt x="113927" y="63597"/>
                  <a:pt x="113927" y="58564"/>
                </a:cubicBezTo>
                <a:cubicBezTo>
                  <a:pt x="113927" y="53607"/>
                  <a:pt x="114593" y="49299"/>
                  <a:pt x="115927" y="45640"/>
                </a:cubicBezTo>
                <a:cubicBezTo>
                  <a:pt x="117262" y="41979"/>
                  <a:pt x="119111" y="38929"/>
                  <a:pt x="121475" y="36489"/>
                </a:cubicBezTo>
                <a:cubicBezTo>
                  <a:pt x="123840" y="34048"/>
                  <a:pt x="126642" y="32217"/>
                  <a:pt x="129883" y="30998"/>
                </a:cubicBezTo>
                <a:cubicBezTo>
                  <a:pt x="133124" y="29777"/>
                  <a:pt x="136650" y="29167"/>
                  <a:pt x="140463" y="29167"/>
                </a:cubicBezTo>
                <a:cubicBezTo>
                  <a:pt x="148013" y="29167"/>
                  <a:pt x="153789" y="31378"/>
                  <a:pt x="157791" y="35801"/>
                </a:cubicBezTo>
                <a:cubicBezTo>
                  <a:pt x="161795" y="40224"/>
                  <a:pt x="163797" y="46477"/>
                  <a:pt x="163797" y="54560"/>
                </a:cubicBezTo>
                <a:lnTo>
                  <a:pt x="163797" y="56964"/>
                </a:lnTo>
                <a:cubicBezTo>
                  <a:pt x="163797" y="57649"/>
                  <a:pt x="163759" y="58106"/>
                  <a:pt x="163684" y="58336"/>
                </a:cubicBezTo>
                <a:lnTo>
                  <a:pt x="130855" y="58336"/>
                </a:lnTo>
                <a:moveTo>
                  <a:pt x="148471" y="53189"/>
                </a:moveTo>
                <a:cubicBezTo>
                  <a:pt x="148318" y="47470"/>
                  <a:pt x="147612" y="42894"/>
                  <a:pt x="146354" y="39463"/>
                </a:cubicBezTo>
                <a:cubicBezTo>
                  <a:pt x="145096" y="36030"/>
                  <a:pt x="142980" y="34314"/>
                  <a:pt x="140006" y="34314"/>
                </a:cubicBezTo>
                <a:cubicBezTo>
                  <a:pt x="138328" y="34314"/>
                  <a:pt x="136917" y="34886"/>
                  <a:pt x="135774" y="36030"/>
                </a:cubicBezTo>
                <a:cubicBezTo>
                  <a:pt x="134630" y="37174"/>
                  <a:pt x="133715" y="38642"/>
                  <a:pt x="133028" y="40435"/>
                </a:cubicBezTo>
                <a:cubicBezTo>
                  <a:pt x="132342" y="42227"/>
                  <a:pt x="131827" y="44248"/>
                  <a:pt x="131483" y="46497"/>
                </a:cubicBezTo>
                <a:cubicBezTo>
                  <a:pt x="131141" y="48746"/>
                  <a:pt x="130932" y="50977"/>
                  <a:pt x="130855" y="53189"/>
                </a:cubicBezTo>
                <a:lnTo>
                  <a:pt x="148471" y="53189"/>
                </a:lnTo>
                <a:close/>
                <a:moveTo>
                  <a:pt x="189650" y="39233"/>
                </a:moveTo>
                <a:cubicBezTo>
                  <a:pt x="191785" y="36030"/>
                  <a:pt x="194282" y="33552"/>
                  <a:pt x="197141" y="31799"/>
                </a:cubicBezTo>
                <a:cubicBezTo>
                  <a:pt x="200001" y="30044"/>
                  <a:pt x="203261" y="29167"/>
                  <a:pt x="206921" y="29167"/>
                </a:cubicBezTo>
                <a:cubicBezTo>
                  <a:pt x="212641" y="29167"/>
                  <a:pt x="217045" y="30826"/>
                  <a:pt x="220133" y="34143"/>
                </a:cubicBezTo>
                <a:cubicBezTo>
                  <a:pt x="223221" y="37460"/>
                  <a:pt x="224765" y="42818"/>
                  <a:pt x="224765" y="50214"/>
                </a:cubicBezTo>
                <a:cubicBezTo>
                  <a:pt x="224765" y="54103"/>
                  <a:pt x="224689" y="57534"/>
                  <a:pt x="224537" y="60509"/>
                </a:cubicBezTo>
                <a:cubicBezTo>
                  <a:pt x="224384" y="63483"/>
                  <a:pt x="224308" y="66457"/>
                  <a:pt x="224308" y="69431"/>
                </a:cubicBezTo>
                <a:cubicBezTo>
                  <a:pt x="224308" y="71871"/>
                  <a:pt x="224365" y="74521"/>
                  <a:pt x="224479" y="77381"/>
                </a:cubicBezTo>
                <a:cubicBezTo>
                  <a:pt x="224594" y="80240"/>
                  <a:pt x="224728" y="83004"/>
                  <a:pt x="224881" y="85673"/>
                </a:cubicBezTo>
                <a:cubicBezTo>
                  <a:pt x="223889" y="85521"/>
                  <a:pt x="222631" y="85445"/>
                  <a:pt x="221105" y="85445"/>
                </a:cubicBezTo>
                <a:cubicBezTo>
                  <a:pt x="219580" y="85445"/>
                  <a:pt x="217978" y="85445"/>
                  <a:pt x="216300" y="85445"/>
                </a:cubicBezTo>
                <a:cubicBezTo>
                  <a:pt x="214624" y="85445"/>
                  <a:pt x="213023" y="85445"/>
                  <a:pt x="211497" y="85445"/>
                </a:cubicBezTo>
                <a:cubicBezTo>
                  <a:pt x="209972" y="85445"/>
                  <a:pt x="208713" y="85521"/>
                  <a:pt x="207722" y="85673"/>
                </a:cubicBezTo>
                <a:cubicBezTo>
                  <a:pt x="208256" y="81708"/>
                  <a:pt x="208599" y="77037"/>
                  <a:pt x="208752" y="71662"/>
                </a:cubicBezTo>
                <a:cubicBezTo>
                  <a:pt x="208904" y="66286"/>
                  <a:pt x="208980" y="60128"/>
                  <a:pt x="208980" y="53189"/>
                </a:cubicBezTo>
                <a:cubicBezTo>
                  <a:pt x="208980" y="48384"/>
                  <a:pt x="208160" y="44857"/>
                  <a:pt x="206521" y="42608"/>
                </a:cubicBezTo>
                <a:cubicBezTo>
                  <a:pt x="204882" y="40358"/>
                  <a:pt x="202575" y="39233"/>
                  <a:pt x="199601" y="39233"/>
                </a:cubicBezTo>
                <a:cubicBezTo>
                  <a:pt x="196169" y="39233"/>
                  <a:pt x="193653" y="40720"/>
                  <a:pt x="192052" y="43694"/>
                </a:cubicBezTo>
                <a:cubicBezTo>
                  <a:pt x="190451" y="46668"/>
                  <a:pt x="189650" y="50786"/>
                  <a:pt x="189650" y="56047"/>
                </a:cubicBezTo>
                <a:lnTo>
                  <a:pt x="189650" y="60624"/>
                </a:lnTo>
                <a:cubicBezTo>
                  <a:pt x="189650" y="65275"/>
                  <a:pt x="189707" y="69659"/>
                  <a:pt x="189821" y="73777"/>
                </a:cubicBezTo>
                <a:cubicBezTo>
                  <a:pt x="189935" y="77895"/>
                  <a:pt x="190183" y="81860"/>
                  <a:pt x="190565" y="85673"/>
                </a:cubicBezTo>
                <a:cubicBezTo>
                  <a:pt x="189573" y="85521"/>
                  <a:pt x="188334" y="85445"/>
                  <a:pt x="186847" y="85445"/>
                </a:cubicBezTo>
                <a:cubicBezTo>
                  <a:pt x="185360" y="85445"/>
                  <a:pt x="183740" y="85445"/>
                  <a:pt x="181986" y="85445"/>
                </a:cubicBezTo>
                <a:cubicBezTo>
                  <a:pt x="180232" y="85445"/>
                  <a:pt x="178630" y="85445"/>
                  <a:pt x="177181" y="85445"/>
                </a:cubicBezTo>
                <a:cubicBezTo>
                  <a:pt x="175733" y="85445"/>
                  <a:pt x="174474" y="85521"/>
                  <a:pt x="173406" y="85673"/>
                </a:cubicBezTo>
                <a:cubicBezTo>
                  <a:pt x="173788" y="81860"/>
                  <a:pt x="174036" y="77895"/>
                  <a:pt x="174150" y="73777"/>
                </a:cubicBezTo>
                <a:cubicBezTo>
                  <a:pt x="174265" y="69659"/>
                  <a:pt x="174322" y="65275"/>
                  <a:pt x="174322" y="60624"/>
                </a:cubicBezTo>
                <a:lnTo>
                  <a:pt x="174322" y="56047"/>
                </a:lnTo>
                <a:cubicBezTo>
                  <a:pt x="174322" y="51397"/>
                  <a:pt x="174265" y="47031"/>
                  <a:pt x="174150" y="42952"/>
                </a:cubicBezTo>
                <a:cubicBezTo>
                  <a:pt x="174036" y="38871"/>
                  <a:pt x="173788" y="34772"/>
                  <a:pt x="173406" y="30654"/>
                </a:cubicBezTo>
                <a:cubicBezTo>
                  <a:pt x="174779" y="30806"/>
                  <a:pt x="176133" y="30940"/>
                  <a:pt x="177468" y="31055"/>
                </a:cubicBezTo>
                <a:cubicBezTo>
                  <a:pt x="178802" y="31169"/>
                  <a:pt x="180155" y="31226"/>
                  <a:pt x="181527" y="31226"/>
                </a:cubicBezTo>
                <a:cubicBezTo>
                  <a:pt x="182900" y="31226"/>
                  <a:pt x="184254" y="31169"/>
                  <a:pt x="185589" y="31055"/>
                </a:cubicBezTo>
                <a:cubicBezTo>
                  <a:pt x="186923" y="30940"/>
                  <a:pt x="188353" y="30806"/>
                  <a:pt x="189879" y="30654"/>
                </a:cubicBezTo>
                <a:lnTo>
                  <a:pt x="189420" y="39233"/>
                </a:lnTo>
                <a:lnTo>
                  <a:pt x="189650" y="39233"/>
                </a:lnTo>
                <a:close/>
                <a:moveTo>
                  <a:pt x="264686" y="68288"/>
                </a:moveTo>
                <a:cubicBezTo>
                  <a:pt x="264686" y="65009"/>
                  <a:pt x="264705" y="62511"/>
                  <a:pt x="264743" y="60795"/>
                </a:cubicBezTo>
                <a:cubicBezTo>
                  <a:pt x="264782" y="59079"/>
                  <a:pt x="264801" y="57572"/>
                  <a:pt x="264801" y="56276"/>
                </a:cubicBezTo>
                <a:cubicBezTo>
                  <a:pt x="263199" y="57192"/>
                  <a:pt x="261502" y="57936"/>
                  <a:pt x="259710" y="58508"/>
                </a:cubicBezTo>
                <a:cubicBezTo>
                  <a:pt x="257918" y="59080"/>
                  <a:pt x="256278" y="59804"/>
                  <a:pt x="254791" y="60681"/>
                </a:cubicBezTo>
                <a:cubicBezTo>
                  <a:pt x="253304" y="61558"/>
                  <a:pt x="252084" y="62758"/>
                  <a:pt x="251131" y="64284"/>
                </a:cubicBezTo>
                <a:cubicBezTo>
                  <a:pt x="250178" y="65809"/>
                  <a:pt x="249702" y="68021"/>
                  <a:pt x="249702" y="70918"/>
                </a:cubicBezTo>
                <a:cubicBezTo>
                  <a:pt x="249702" y="73740"/>
                  <a:pt x="250293" y="75894"/>
                  <a:pt x="251475" y="77381"/>
                </a:cubicBezTo>
                <a:cubicBezTo>
                  <a:pt x="252657" y="78868"/>
                  <a:pt x="254239" y="79612"/>
                  <a:pt x="256221" y="79612"/>
                </a:cubicBezTo>
                <a:cubicBezTo>
                  <a:pt x="258738" y="79612"/>
                  <a:pt x="260777" y="78659"/>
                  <a:pt x="262340" y="76753"/>
                </a:cubicBezTo>
                <a:cubicBezTo>
                  <a:pt x="263904" y="74846"/>
                  <a:pt x="264686" y="72024"/>
                  <a:pt x="264686" y="68288"/>
                </a:cubicBezTo>
                <a:moveTo>
                  <a:pt x="237577" y="37175"/>
                </a:moveTo>
                <a:cubicBezTo>
                  <a:pt x="240780" y="34582"/>
                  <a:pt x="244231" y="32600"/>
                  <a:pt x="247929" y="31226"/>
                </a:cubicBezTo>
                <a:cubicBezTo>
                  <a:pt x="251628" y="29853"/>
                  <a:pt x="255307" y="29167"/>
                  <a:pt x="258966" y="29167"/>
                </a:cubicBezTo>
                <a:cubicBezTo>
                  <a:pt x="262017" y="29167"/>
                  <a:pt x="264820" y="29510"/>
                  <a:pt x="267374" y="30197"/>
                </a:cubicBezTo>
                <a:cubicBezTo>
                  <a:pt x="269929" y="30883"/>
                  <a:pt x="272140" y="31970"/>
                  <a:pt x="274008" y="33457"/>
                </a:cubicBezTo>
                <a:cubicBezTo>
                  <a:pt x="275877" y="34944"/>
                  <a:pt x="277325" y="36870"/>
                  <a:pt x="278354" y="39234"/>
                </a:cubicBezTo>
                <a:cubicBezTo>
                  <a:pt x="279384" y="41597"/>
                  <a:pt x="279899" y="44457"/>
                  <a:pt x="279899" y="47813"/>
                </a:cubicBezTo>
                <a:cubicBezTo>
                  <a:pt x="279899" y="52693"/>
                  <a:pt x="279842" y="57211"/>
                  <a:pt x="279728" y="61367"/>
                </a:cubicBezTo>
                <a:cubicBezTo>
                  <a:pt x="279613" y="65522"/>
                  <a:pt x="279556" y="69659"/>
                  <a:pt x="279556" y="73777"/>
                </a:cubicBezTo>
                <a:cubicBezTo>
                  <a:pt x="279556" y="75607"/>
                  <a:pt x="279690" y="77037"/>
                  <a:pt x="279956" y="78067"/>
                </a:cubicBezTo>
                <a:cubicBezTo>
                  <a:pt x="280224" y="79097"/>
                  <a:pt x="280624" y="79879"/>
                  <a:pt x="281157" y="80413"/>
                </a:cubicBezTo>
                <a:cubicBezTo>
                  <a:pt x="281691" y="80946"/>
                  <a:pt x="282396" y="81288"/>
                  <a:pt x="283272" y="81441"/>
                </a:cubicBezTo>
                <a:cubicBezTo>
                  <a:pt x="284150" y="81593"/>
                  <a:pt x="285160" y="81670"/>
                  <a:pt x="286304" y="81670"/>
                </a:cubicBezTo>
                <a:lnTo>
                  <a:pt x="286304" y="84415"/>
                </a:lnTo>
                <a:cubicBezTo>
                  <a:pt x="284093" y="85331"/>
                  <a:pt x="282225" y="86017"/>
                  <a:pt x="280700" y="86475"/>
                </a:cubicBezTo>
                <a:cubicBezTo>
                  <a:pt x="279174" y="86932"/>
                  <a:pt x="277535" y="87160"/>
                  <a:pt x="275781" y="87160"/>
                </a:cubicBezTo>
                <a:cubicBezTo>
                  <a:pt x="272960" y="87160"/>
                  <a:pt x="270672" y="86475"/>
                  <a:pt x="268918" y="85103"/>
                </a:cubicBezTo>
                <a:cubicBezTo>
                  <a:pt x="267165" y="83730"/>
                  <a:pt x="265830" y="81747"/>
                  <a:pt x="264915" y="79154"/>
                </a:cubicBezTo>
                <a:cubicBezTo>
                  <a:pt x="263161" y="81594"/>
                  <a:pt x="261121" y="83539"/>
                  <a:pt x="258795" y="84987"/>
                </a:cubicBezTo>
                <a:cubicBezTo>
                  <a:pt x="256469" y="86436"/>
                  <a:pt x="253553" y="87160"/>
                  <a:pt x="250046" y="87160"/>
                </a:cubicBezTo>
                <a:cubicBezTo>
                  <a:pt x="247147" y="87160"/>
                  <a:pt x="244668" y="86779"/>
                  <a:pt x="242609" y="86016"/>
                </a:cubicBezTo>
                <a:cubicBezTo>
                  <a:pt x="240550" y="85253"/>
                  <a:pt x="238854" y="84167"/>
                  <a:pt x="237519" y="82757"/>
                </a:cubicBezTo>
                <a:cubicBezTo>
                  <a:pt x="236185" y="81345"/>
                  <a:pt x="235212" y="79744"/>
                  <a:pt x="234603" y="77952"/>
                </a:cubicBezTo>
                <a:cubicBezTo>
                  <a:pt x="233993" y="76160"/>
                  <a:pt x="233688" y="74349"/>
                  <a:pt x="233688" y="72519"/>
                </a:cubicBezTo>
                <a:cubicBezTo>
                  <a:pt x="233688" y="70003"/>
                  <a:pt x="234088" y="67830"/>
                  <a:pt x="234889" y="66000"/>
                </a:cubicBezTo>
                <a:cubicBezTo>
                  <a:pt x="235689" y="64169"/>
                  <a:pt x="236833" y="62606"/>
                  <a:pt x="238320" y="61310"/>
                </a:cubicBezTo>
                <a:cubicBezTo>
                  <a:pt x="239807" y="60014"/>
                  <a:pt x="241580" y="58927"/>
                  <a:pt x="243638" y="58049"/>
                </a:cubicBezTo>
                <a:cubicBezTo>
                  <a:pt x="245698" y="57172"/>
                  <a:pt x="248024" y="56429"/>
                  <a:pt x="250616" y="55819"/>
                </a:cubicBezTo>
                <a:cubicBezTo>
                  <a:pt x="253820" y="55057"/>
                  <a:pt x="256355" y="54390"/>
                  <a:pt x="258223" y="53819"/>
                </a:cubicBezTo>
                <a:cubicBezTo>
                  <a:pt x="260091" y="53246"/>
                  <a:pt x="261483" y="52674"/>
                  <a:pt x="262398" y="52103"/>
                </a:cubicBezTo>
                <a:cubicBezTo>
                  <a:pt x="263313" y="51530"/>
                  <a:pt x="263905" y="50901"/>
                  <a:pt x="264171" y="50214"/>
                </a:cubicBezTo>
                <a:cubicBezTo>
                  <a:pt x="264439" y="49528"/>
                  <a:pt x="264572" y="48689"/>
                  <a:pt x="264572" y="47698"/>
                </a:cubicBezTo>
                <a:cubicBezTo>
                  <a:pt x="264572" y="44953"/>
                  <a:pt x="263600" y="42608"/>
                  <a:pt x="261654" y="40664"/>
                </a:cubicBezTo>
                <a:cubicBezTo>
                  <a:pt x="259710" y="38718"/>
                  <a:pt x="257022" y="37745"/>
                  <a:pt x="253591" y="37745"/>
                </a:cubicBezTo>
                <a:cubicBezTo>
                  <a:pt x="252294" y="37745"/>
                  <a:pt x="250960" y="37917"/>
                  <a:pt x="249587" y="38260"/>
                </a:cubicBezTo>
                <a:cubicBezTo>
                  <a:pt x="248215" y="38604"/>
                  <a:pt x="246899" y="39081"/>
                  <a:pt x="245640" y="39692"/>
                </a:cubicBezTo>
                <a:cubicBezTo>
                  <a:pt x="244383" y="40301"/>
                  <a:pt x="243239" y="40969"/>
                  <a:pt x="242209" y="41693"/>
                </a:cubicBezTo>
                <a:cubicBezTo>
                  <a:pt x="241180" y="42417"/>
                  <a:pt x="240399" y="43199"/>
                  <a:pt x="239865" y="44038"/>
                </a:cubicBezTo>
                <a:lnTo>
                  <a:pt x="239064" y="44038"/>
                </a:lnTo>
                <a:lnTo>
                  <a:pt x="237577" y="37175"/>
                </a:lnTo>
                <a:close/>
                <a:moveTo>
                  <a:pt x="310670" y="44839"/>
                </a:moveTo>
                <a:cubicBezTo>
                  <a:pt x="312653" y="39577"/>
                  <a:pt x="315054" y="35707"/>
                  <a:pt x="317875" y="33228"/>
                </a:cubicBezTo>
                <a:cubicBezTo>
                  <a:pt x="320697" y="30750"/>
                  <a:pt x="324052" y="29511"/>
                  <a:pt x="327942" y="29511"/>
                </a:cubicBezTo>
                <a:cubicBezTo>
                  <a:pt x="328323" y="29511"/>
                  <a:pt x="328646" y="29530"/>
                  <a:pt x="328913" y="29568"/>
                </a:cubicBezTo>
                <a:cubicBezTo>
                  <a:pt x="329180" y="29606"/>
                  <a:pt x="329466" y="29624"/>
                  <a:pt x="329771" y="29624"/>
                </a:cubicBezTo>
                <a:cubicBezTo>
                  <a:pt x="329542" y="30768"/>
                  <a:pt x="329370" y="31989"/>
                  <a:pt x="329256" y="33286"/>
                </a:cubicBezTo>
                <a:cubicBezTo>
                  <a:pt x="329142" y="34582"/>
                  <a:pt x="329085" y="36107"/>
                  <a:pt x="329085" y="37861"/>
                </a:cubicBezTo>
                <a:lnTo>
                  <a:pt x="329085" y="41521"/>
                </a:lnTo>
                <a:cubicBezTo>
                  <a:pt x="329085" y="42130"/>
                  <a:pt x="329085" y="42779"/>
                  <a:pt x="329085" y="43465"/>
                </a:cubicBezTo>
                <a:cubicBezTo>
                  <a:pt x="329085" y="44152"/>
                  <a:pt x="329123" y="44800"/>
                  <a:pt x="329199" y="45409"/>
                </a:cubicBezTo>
                <a:lnTo>
                  <a:pt x="328171" y="46326"/>
                </a:lnTo>
                <a:cubicBezTo>
                  <a:pt x="327408" y="45867"/>
                  <a:pt x="326549" y="45486"/>
                  <a:pt x="325596" y="45181"/>
                </a:cubicBezTo>
                <a:cubicBezTo>
                  <a:pt x="324643" y="44876"/>
                  <a:pt x="323557" y="44723"/>
                  <a:pt x="322336" y="44723"/>
                </a:cubicBezTo>
                <a:cubicBezTo>
                  <a:pt x="318905" y="44723"/>
                  <a:pt x="316198" y="45849"/>
                  <a:pt x="314215" y="48099"/>
                </a:cubicBezTo>
                <a:cubicBezTo>
                  <a:pt x="312232" y="50348"/>
                  <a:pt x="311241" y="52998"/>
                  <a:pt x="311241" y="56047"/>
                </a:cubicBezTo>
                <a:lnTo>
                  <a:pt x="311241" y="60624"/>
                </a:lnTo>
                <a:cubicBezTo>
                  <a:pt x="311241" y="65275"/>
                  <a:pt x="311298" y="69659"/>
                  <a:pt x="311412" y="73777"/>
                </a:cubicBezTo>
                <a:cubicBezTo>
                  <a:pt x="311527" y="77895"/>
                  <a:pt x="311775" y="81860"/>
                  <a:pt x="312157" y="85673"/>
                </a:cubicBezTo>
                <a:cubicBezTo>
                  <a:pt x="311166" y="85521"/>
                  <a:pt x="309926" y="85445"/>
                  <a:pt x="308439" y="85445"/>
                </a:cubicBezTo>
                <a:cubicBezTo>
                  <a:pt x="306952" y="85445"/>
                  <a:pt x="305331" y="85445"/>
                  <a:pt x="303577" y="85445"/>
                </a:cubicBezTo>
                <a:cubicBezTo>
                  <a:pt x="301823" y="85445"/>
                  <a:pt x="300222" y="85445"/>
                  <a:pt x="298773" y="85445"/>
                </a:cubicBezTo>
                <a:cubicBezTo>
                  <a:pt x="297325" y="85445"/>
                  <a:pt x="296066" y="85521"/>
                  <a:pt x="294998" y="85673"/>
                </a:cubicBezTo>
                <a:cubicBezTo>
                  <a:pt x="295380" y="81860"/>
                  <a:pt x="295628" y="77895"/>
                  <a:pt x="295742" y="73777"/>
                </a:cubicBezTo>
                <a:cubicBezTo>
                  <a:pt x="295856" y="69659"/>
                  <a:pt x="295913" y="65275"/>
                  <a:pt x="295913" y="60624"/>
                </a:cubicBezTo>
                <a:lnTo>
                  <a:pt x="295913" y="56047"/>
                </a:lnTo>
                <a:cubicBezTo>
                  <a:pt x="295913" y="51397"/>
                  <a:pt x="295856" y="47031"/>
                  <a:pt x="295742" y="42952"/>
                </a:cubicBezTo>
                <a:cubicBezTo>
                  <a:pt x="295628" y="38871"/>
                  <a:pt x="295380" y="34772"/>
                  <a:pt x="294998" y="30654"/>
                </a:cubicBezTo>
                <a:cubicBezTo>
                  <a:pt x="296294" y="30806"/>
                  <a:pt x="297610" y="30940"/>
                  <a:pt x="298945" y="31055"/>
                </a:cubicBezTo>
                <a:cubicBezTo>
                  <a:pt x="300279" y="31169"/>
                  <a:pt x="301595" y="31226"/>
                  <a:pt x="302891" y="31226"/>
                </a:cubicBezTo>
                <a:cubicBezTo>
                  <a:pt x="304187" y="31226"/>
                  <a:pt x="305502" y="31169"/>
                  <a:pt x="306837" y="31055"/>
                </a:cubicBezTo>
                <a:cubicBezTo>
                  <a:pt x="308172" y="30940"/>
                  <a:pt x="309487" y="30806"/>
                  <a:pt x="310783" y="30654"/>
                </a:cubicBezTo>
                <a:lnTo>
                  <a:pt x="310441" y="44610"/>
                </a:lnTo>
                <a:lnTo>
                  <a:pt x="310670" y="44839"/>
                </a:lnTo>
                <a:close/>
                <a:moveTo>
                  <a:pt x="339493" y="9036"/>
                </a:moveTo>
                <a:cubicBezTo>
                  <a:pt x="339493" y="6519"/>
                  <a:pt x="340370" y="4384"/>
                  <a:pt x="342123" y="2630"/>
                </a:cubicBezTo>
                <a:cubicBezTo>
                  <a:pt x="343878" y="877"/>
                  <a:pt x="346014" y="0"/>
                  <a:pt x="348530" y="0"/>
                </a:cubicBezTo>
                <a:cubicBezTo>
                  <a:pt x="351046" y="0"/>
                  <a:pt x="353181" y="877"/>
                  <a:pt x="354934" y="2630"/>
                </a:cubicBezTo>
                <a:cubicBezTo>
                  <a:pt x="356689" y="4384"/>
                  <a:pt x="357566" y="6519"/>
                  <a:pt x="357566" y="9036"/>
                </a:cubicBezTo>
                <a:cubicBezTo>
                  <a:pt x="357566" y="11553"/>
                  <a:pt x="356689" y="13688"/>
                  <a:pt x="354934" y="15441"/>
                </a:cubicBezTo>
                <a:cubicBezTo>
                  <a:pt x="353181" y="17195"/>
                  <a:pt x="351046" y="18072"/>
                  <a:pt x="348530" y="18072"/>
                </a:cubicBezTo>
                <a:cubicBezTo>
                  <a:pt x="346014" y="18072"/>
                  <a:pt x="343878" y="17195"/>
                  <a:pt x="342123" y="15441"/>
                </a:cubicBezTo>
                <a:cubicBezTo>
                  <a:pt x="340370" y="13688"/>
                  <a:pt x="339493" y="11553"/>
                  <a:pt x="339493" y="9036"/>
                </a:cubicBezTo>
                <a:moveTo>
                  <a:pt x="340867" y="56047"/>
                </a:moveTo>
                <a:cubicBezTo>
                  <a:pt x="340867" y="51397"/>
                  <a:pt x="340809" y="47031"/>
                  <a:pt x="340694" y="42952"/>
                </a:cubicBezTo>
                <a:cubicBezTo>
                  <a:pt x="340580" y="38871"/>
                  <a:pt x="340332" y="34772"/>
                  <a:pt x="339950" y="30654"/>
                </a:cubicBezTo>
                <a:cubicBezTo>
                  <a:pt x="341018" y="30806"/>
                  <a:pt x="342277" y="30940"/>
                  <a:pt x="343725" y="31055"/>
                </a:cubicBezTo>
                <a:cubicBezTo>
                  <a:pt x="345174" y="31169"/>
                  <a:pt x="346776" y="31226"/>
                  <a:pt x="348530" y="31226"/>
                </a:cubicBezTo>
                <a:cubicBezTo>
                  <a:pt x="352114" y="31226"/>
                  <a:pt x="354974" y="31036"/>
                  <a:pt x="357109" y="30654"/>
                </a:cubicBezTo>
                <a:cubicBezTo>
                  <a:pt x="356727" y="34772"/>
                  <a:pt x="356479" y="38871"/>
                  <a:pt x="356364" y="42952"/>
                </a:cubicBezTo>
                <a:cubicBezTo>
                  <a:pt x="356250" y="47031"/>
                  <a:pt x="356193" y="51397"/>
                  <a:pt x="356193" y="56047"/>
                </a:cubicBezTo>
                <a:lnTo>
                  <a:pt x="356193" y="60624"/>
                </a:lnTo>
                <a:cubicBezTo>
                  <a:pt x="356193" y="65275"/>
                  <a:pt x="356250" y="69659"/>
                  <a:pt x="356364" y="73777"/>
                </a:cubicBezTo>
                <a:cubicBezTo>
                  <a:pt x="356479" y="77895"/>
                  <a:pt x="356727" y="81860"/>
                  <a:pt x="357109" y="85673"/>
                </a:cubicBezTo>
                <a:cubicBezTo>
                  <a:pt x="356118" y="85521"/>
                  <a:pt x="354878" y="85445"/>
                  <a:pt x="353391" y="85445"/>
                </a:cubicBezTo>
                <a:cubicBezTo>
                  <a:pt x="351904" y="85445"/>
                  <a:pt x="350284" y="85445"/>
                  <a:pt x="348530" y="85445"/>
                </a:cubicBezTo>
                <a:cubicBezTo>
                  <a:pt x="346776" y="85445"/>
                  <a:pt x="345174" y="85445"/>
                  <a:pt x="343725" y="85445"/>
                </a:cubicBezTo>
                <a:cubicBezTo>
                  <a:pt x="342277" y="85445"/>
                  <a:pt x="341018" y="85521"/>
                  <a:pt x="339950" y="85673"/>
                </a:cubicBezTo>
                <a:cubicBezTo>
                  <a:pt x="340332" y="81860"/>
                  <a:pt x="340580" y="77895"/>
                  <a:pt x="340694" y="73777"/>
                </a:cubicBezTo>
                <a:cubicBezTo>
                  <a:pt x="340809" y="69659"/>
                  <a:pt x="340867" y="65275"/>
                  <a:pt x="340867" y="60624"/>
                </a:cubicBezTo>
                <a:lnTo>
                  <a:pt x="340867" y="56047"/>
                </a:lnTo>
                <a:close/>
                <a:moveTo>
                  <a:pt x="407324" y="55477"/>
                </a:moveTo>
                <a:cubicBezTo>
                  <a:pt x="407324" y="48765"/>
                  <a:pt x="406485" y="43560"/>
                  <a:pt x="404808" y="39863"/>
                </a:cubicBezTo>
                <a:cubicBezTo>
                  <a:pt x="403130" y="36164"/>
                  <a:pt x="400346" y="34314"/>
                  <a:pt x="396458" y="34314"/>
                </a:cubicBezTo>
                <a:cubicBezTo>
                  <a:pt x="392950" y="34314"/>
                  <a:pt x="390185" y="36373"/>
                  <a:pt x="388164" y="40491"/>
                </a:cubicBezTo>
                <a:cubicBezTo>
                  <a:pt x="386144" y="44609"/>
                  <a:pt x="385134" y="51053"/>
                  <a:pt x="385134" y="59823"/>
                </a:cubicBezTo>
                <a:cubicBezTo>
                  <a:pt x="385134" y="63025"/>
                  <a:pt x="385324" y="65999"/>
                  <a:pt x="385704" y="68745"/>
                </a:cubicBezTo>
                <a:cubicBezTo>
                  <a:pt x="386086" y="71490"/>
                  <a:pt x="386716" y="73873"/>
                  <a:pt x="387593" y="75894"/>
                </a:cubicBezTo>
                <a:cubicBezTo>
                  <a:pt x="388470" y="77914"/>
                  <a:pt x="389614" y="79497"/>
                  <a:pt x="391024" y="80641"/>
                </a:cubicBezTo>
                <a:cubicBezTo>
                  <a:pt x="392436" y="81785"/>
                  <a:pt x="394209" y="82357"/>
                  <a:pt x="396344" y="82357"/>
                </a:cubicBezTo>
                <a:cubicBezTo>
                  <a:pt x="403664" y="82357"/>
                  <a:pt x="407324" y="73397"/>
                  <a:pt x="407324" y="55477"/>
                </a:cubicBezTo>
                <a:moveTo>
                  <a:pt x="368205" y="59707"/>
                </a:moveTo>
                <a:cubicBezTo>
                  <a:pt x="368205" y="54598"/>
                  <a:pt x="368987" y="50138"/>
                  <a:pt x="370549" y="46326"/>
                </a:cubicBezTo>
                <a:cubicBezTo>
                  <a:pt x="372113" y="42513"/>
                  <a:pt x="374191" y="39329"/>
                  <a:pt x="376784" y="36775"/>
                </a:cubicBezTo>
                <a:cubicBezTo>
                  <a:pt x="379376" y="34220"/>
                  <a:pt x="382369" y="32313"/>
                  <a:pt x="385762" y="31055"/>
                </a:cubicBezTo>
                <a:cubicBezTo>
                  <a:pt x="389156" y="29796"/>
                  <a:pt x="392645" y="29167"/>
                  <a:pt x="396229" y="29167"/>
                </a:cubicBezTo>
                <a:cubicBezTo>
                  <a:pt x="405151" y="29167"/>
                  <a:pt x="412053" y="31684"/>
                  <a:pt x="416933" y="36717"/>
                </a:cubicBezTo>
                <a:cubicBezTo>
                  <a:pt x="421813" y="41750"/>
                  <a:pt x="424253" y="48575"/>
                  <a:pt x="424253" y="57192"/>
                </a:cubicBezTo>
                <a:cubicBezTo>
                  <a:pt x="424253" y="61843"/>
                  <a:pt x="423566" y="66037"/>
                  <a:pt x="422193" y="69775"/>
                </a:cubicBezTo>
                <a:cubicBezTo>
                  <a:pt x="420821" y="73511"/>
                  <a:pt x="418896" y="76695"/>
                  <a:pt x="416418" y="79325"/>
                </a:cubicBezTo>
                <a:cubicBezTo>
                  <a:pt x="413939" y="81956"/>
                  <a:pt x="410984" y="83920"/>
                  <a:pt x="407553" y="85216"/>
                </a:cubicBezTo>
                <a:cubicBezTo>
                  <a:pt x="404122" y="86512"/>
                  <a:pt x="400347" y="87160"/>
                  <a:pt x="396229" y="87160"/>
                </a:cubicBezTo>
                <a:cubicBezTo>
                  <a:pt x="392798" y="87160"/>
                  <a:pt x="389423" y="86703"/>
                  <a:pt x="386106" y="85787"/>
                </a:cubicBezTo>
                <a:cubicBezTo>
                  <a:pt x="382789" y="84872"/>
                  <a:pt x="379795" y="83329"/>
                  <a:pt x="377126" y="81156"/>
                </a:cubicBezTo>
                <a:cubicBezTo>
                  <a:pt x="374458" y="78983"/>
                  <a:pt x="372304" y="76142"/>
                  <a:pt x="370665" y="72634"/>
                </a:cubicBezTo>
                <a:cubicBezTo>
                  <a:pt x="369025" y="69126"/>
                  <a:pt x="368205" y="64817"/>
                  <a:pt x="368205" y="59707"/>
                </a:cubicBezTo>
                <a:close/>
              </a:path>
            </a:pathLst>
          </a:custGeom>
          <a:solidFill xmlns:a="http://schemas.openxmlformats.org/drawingml/2006/main">
            <a:srgbClr val="6647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_N">
            <a:extLst xmlns:a="http://schemas.openxmlformats.org/drawingml/2006/main">
              <a:ext uri="{FF2B5EF4-FFF2-40B4-BE49-F238E27FC236}">
                <a16:creationId xmlns:a16="http://schemas.microsoft.com/office/drawing/2014/main" id="{CBE47D23-6701-46B0-A6F2-95B8DEAA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419" y="1476497"/>
            <a:ext cx="137261" cy="92423"/>
          </a:xfrm>
          <a:custGeom xmlns:a="http://schemas.openxmlformats.org/drawingml/2006/main">
            <a:pathLst>
              <a:path w="137261" h="92423">
                <a:moveTo>
                  <a:pt x="57192" y="86703"/>
                </a:moveTo>
                <a:lnTo>
                  <a:pt x="57192" y="92423"/>
                </a:lnTo>
                <a:lnTo>
                  <a:pt x="0" y="92423"/>
                </a:lnTo>
                <a:lnTo>
                  <a:pt x="0" y="86703"/>
                </a:lnTo>
                <a:lnTo>
                  <a:pt x="57192" y="86703"/>
                </a:lnTo>
                <a:close/>
                <a:moveTo>
                  <a:pt x="68402" y="22763"/>
                </a:moveTo>
                <a:cubicBezTo>
                  <a:pt x="68402" y="17501"/>
                  <a:pt x="68325" y="13079"/>
                  <a:pt x="68172" y="9495"/>
                </a:cubicBezTo>
                <a:cubicBezTo>
                  <a:pt x="68019" y="5910"/>
                  <a:pt x="67905" y="2745"/>
                  <a:pt x="67830" y="0"/>
                </a:cubicBezTo>
                <a:cubicBezTo>
                  <a:pt x="69965" y="382"/>
                  <a:pt x="71681" y="572"/>
                  <a:pt x="72977" y="572"/>
                </a:cubicBezTo>
                <a:cubicBezTo>
                  <a:pt x="74273" y="572"/>
                  <a:pt x="75989" y="382"/>
                  <a:pt x="78124" y="0"/>
                </a:cubicBezTo>
                <a:cubicBezTo>
                  <a:pt x="86437" y="9227"/>
                  <a:pt x="94653" y="18302"/>
                  <a:pt x="102774" y="27224"/>
                </a:cubicBezTo>
                <a:cubicBezTo>
                  <a:pt x="110896" y="36146"/>
                  <a:pt x="119227" y="45220"/>
                  <a:pt x="127768" y="54447"/>
                </a:cubicBezTo>
                <a:lnTo>
                  <a:pt x="127768" y="44495"/>
                </a:lnTo>
                <a:lnTo>
                  <a:pt x="127768" y="33399"/>
                </a:lnTo>
                <a:cubicBezTo>
                  <a:pt x="127768" y="29663"/>
                  <a:pt x="127748" y="25984"/>
                  <a:pt x="127710" y="22362"/>
                </a:cubicBezTo>
                <a:cubicBezTo>
                  <a:pt x="127672" y="18740"/>
                  <a:pt x="127633" y="15404"/>
                  <a:pt x="127595" y="12354"/>
                </a:cubicBezTo>
                <a:cubicBezTo>
                  <a:pt x="127558" y="9303"/>
                  <a:pt x="127481" y="6672"/>
                  <a:pt x="127366" y="4461"/>
                </a:cubicBezTo>
                <a:cubicBezTo>
                  <a:pt x="127252" y="2249"/>
                  <a:pt x="127119" y="762"/>
                  <a:pt x="126967" y="0"/>
                </a:cubicBezTo>
                <a:cubicBezTo>
                  <a:pt x="129102" y="382"/>
                  <a:pt x="130817" y="572"/>
                  <a:pt x="132114" y="572"/>
                </a:cubicBezTo>
                <a:cubicBezTo>
                  <a:pt x="133410" y="572"/>
                  <a:pt x="135126" y="382"/>
                  <a:pt x="137261" y="0"/>
                </a:cubicBezTo>
                <a:cubicBezTo>
                  <a:pt x="136880" y="6940"/>
                  <a:pt x="136575" y="13212"/>
                  <a:pt x="136346" y="18817"/>
                </a:cubicBezTo>
                <a:cubicBezTo>
                  <a:pt x="136117" y="24421"/>
                  <a:pt x="135926" y="29701"/>
                  <a:pt x="135774" y="34658"/>
                </a:cubicBezTo>
                <a:cubicBezTo>
                  <a:pt x="135621" y="39615"/>
                  <a:pt x="135526" y="44515"/>
                  <a:pt x="135487" y="49357"/>
                </a:cubicBezTo>
                <a:cubicBezTo>
                  <a:pt x="135450" y="54199"/>
                  <a:pt x="135432" y="59365"/>
                  <a:pt x="135432" y="64856"/>
                </a:cubicBezTo>
                <a:lnTo>
                  <a:pt x="135432" y="78582"/>
                </a:lnTo>
                <a:cubicBezTo>
                  <a:pt x="133906" y="78430"/>
                  <a:pt x="132343" y="78353"/>
                  <a:pt x="130742" y="78353"/>
                </a:cubicBezTo>
                <a:cubicBezTo>
                  <a:pt x="129064" y="78353"/>
                  <a:pt x="127577" y="78430"/>
                  <a:pt x="126281" y="78582"/>
                </a:cubicBezTo>
                <a:cubicBezTo>
                  <a:pt x="110571" y="60280"/>
                  <a:pt x="93909" y="41864"/>
                  <a:pt x="76295" y="23334"/>
                </a:cubicBezTo>
                <a:cubicBezTo>
                  <a:pt x="76218" y="25546"/>
                  <a:pt x="76160" y="27758"/>
                  <a:pt x="76122" y="29970"/>
                </a:cubicBezTo>
                <a:cubicBezTo>
                  <a:pt x="76084" y="32181"/>
                  <a:pt x="76064" y="34430"/>
                  <a:pt x="76064" y="36717"/>
                </a:cubicBezTo>
                <a:lnTo>
                  <a:pt x="76064" y="49986"/>
                </a:lnTo>
                <a:cubicBezTo>
                  <a:pt x="76064" y="54561"/>
                  <a:pt x="76084" y="58450"/>
                  <a:pt x="76122" y="61654"/>
                </a:cubicBezTo>
                <a:cubicBezTo>
                  <a:pt x="76160" y="64856"/>
                  <a:pt x="76217" y="67563"/>
                  <a:pt x="76293" y="69775"/>
                </a:cubicBezTo>
                <a:cubicBezTo>
                  <a:pt x="76370" y="71986"/>
                  <a:pt x="76446" y="73797"/>
                  <a:pt x="76522" y="75208"/>
                </a:cubicBezTo>
                <a:cubicBezTo>
                  <a:pt x="76599" y="76618"/>
                  <a:pt x="76675" y="77743"/>
                  <a:pt x="76752" y="78582"/>
                </a:cubicBezTo>
                <a:cubicBezTo>
                  <a:pt x="75836" y="78430"/>
                  <a:pt x="74921" y="78353"/>
                  <a:pt x="74005" y="78353"/>
                </a:cubicBezTo>
                <a:cubicBezTo>
                  <a:pt x="73090" y="78353"/>
                  <a:pt x="72214" y="78353"/>
                  <a:pt x="71375" y="78353"/>
                </a:cubicBezTo>
                <a:cubicBezTo>
                  <a:pt x="69621" y="78353"/>
                  <a:pt x="67868" y="78430"/>
                  <a:pt x="66114" y="78582"/>
                </a:cubicBezTo>
                <a:cubicBezTo>
                  <a:pt x="66266" y="77972"/>
                  <a:pt x="66457" y="75799"/>
                  <a:pt x="66685" y="72063"/>
                </a:cubicBezTo>
                <a:cubicBezTo>
                  <a:pt x="66914" y="68326"/>
                  <a:pt x="67162" y="63769"/>
                  <a:pt x="67428" y="58393"/>
                </a:cubicBezTo>
                <a:cubicBezTo>
                  <a:pt x="67696" y="53017"/>
                  <a:pt x="67925" y="47184"/>
                  <a:pt x="68116" y="40892"/>
                </a:cubicBezTo>
                <a:cubicBezTo>
                  <a:pt x="68307" y="34601"/>
                  <a:pt x="68402" y="28558"/>
                  <a:pt x="68402" y="22763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Value">
            <a:extLst xmlns:a="http://schemas.openxmlformats.org/drawingml/2006/main">
              <a:ext uri="{FF2B5EF4-FFF2-40B4-BE49-F238E27FC236}">
                <a16:creationId xmlns:a16="http://schemas.microsoft.com/office/drawing/2014/main" id="{922D43A5-6047-4ECA-9368-3911440D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24" y="715195"/>
            <a:ext cx="273837" cy="87733"/>
          </a:xfrm>
          <a:custGeom xmlns:a="http://schemas.openxmlformats.org/drawingml/2006/main">
            <a:pathLst>
              <a:path w="273837" h="87733">
                <a:moveTo>
                  <a:pt x="40721" y="65085"/>
                </a:moveTo>
                <a:cubicBezTo>
                  <a:pt x="44687" y="55400"/>
                  <a:pt x="48538" y="45659"/>
                  <a:pt x="52274" y="35860"/>
                </a:cubicBezTo>
                <a:cubicBezTo>
                  <a:pt x="56010" y="26061"/>
                  <a:pt x="59365" y="16662"/>
                  <a:pt x="62340" y="7664"/>
                </a:cubicBezTo>
                <a:cubicBezTo>
                  <a:pt x="64247" y="8046"/>
                  <a:pt x="65925" y="8236"/>
                  <a:pt x="67373" y="8236"/>
                </a:cubicBezTo>
                <a:cubicBezTo>
                  <a:pt x="68822" y="8236"/>
                  <a:pt x="70500" y="8046"/>
                  <a:pt x="72407" y="7664"/>
                </a:cubicBezTo>
                <a:cubicBezTo>
                  <a:pt x="70500" y="12162"/>
                  <a:pt x="68212" y="17576"/>
                  <a:pt x="65542" y="23906"/>
                </a:cubicBezTo>
                <a:cubicBezTo>
                  <a:pt x="62874" y="30235"/>
                  <a:pt x="60091" y="36945"/>
                  <a:pt x="57192" y="44038"/>
                </a:cubicBezTo>
                <a:cubicBezTo>
                  <a:pt x="54295" y="51130"/>
                  <a:pt x="51436" y="58336"/>
                  <a:pt x="48614" y="65657"/>
                </a:cubicBezTo>
                <a:cubicBezTo>
                  <a:pt x="45792" y="72978"/>
                  <a:pt x="43276" y="79840"/>
                  <a:pt x="41065" y="86246"/>
                </a:cubicBezTo>
                <a:cubicBezTo>
                  <a:pt x="39540" y="86093"/>
                  <a:pt x="37862" y="86017"/>
                  <a:pt x="36031" y="86017"/>
                </a:cubicBezTo>
                <a:cubicBezTo>
                  <a:pt x="34201" y="86017"/>
                  <a:pt x="32524" y="86093"/>
                  <a:pt x="31000" y="86246"/>
                </a:cubicBezTo>
                <a:cubicBezTo>
                  <a:pt x="29855" y="83196"/>
                  <a:pt x="28462" y="79498"/>
                  <a:pt x="26823" y="75152"/>
                </a:cubicBezTo>
                <a:cubicBezTo>
                  <a:pt x="25183" y="70805"/>
                  <a:pt x="23429" y="66192"/>
                  <a:pt x="21561" y="61311"/>
                </a:cubicBezTo>
                <a:cubicBezTo>
                  <a:pt x="19693" y="56430"/>
                  <a:pt x="17730" y="51435"/>
                  <a:pt x="15670" y="46326"/>
                </a:cubicBezTo>
                <a:cubicBezTo>
                  <a:pt x="13612" y="41216"/>
                  <a:pt x="11629" y="36279"/>
                  <a:pt x="9722" y="31513"/>
                </a:cubicBezTo>
                <a:cubicBezTo>
                  <a:pt x="7816" y="26747"/>
                  <a:pt x="6024" y="22305"/>
                  <a:pt x="4346" y="18187"/>
                </a:cubicBezTo>
                <a:cubicBezTo>
                  <a:pt x="2669" y="14069"/>
                  <a:pt x="1221" y="10561"/>
                  <a:pt x="0" y="7664"/>
                </a:cubicBezTo>
                <a:cubicBezTo>
                  <a:pt x="1755" y="7816"/>
                  <a:pt x="3490" y="7950"/>
                  <a:pt x="5205" y="8065"/>
                </a:cubicBezTo>
                <a:cubicBezTo>
                  <a:pt x="6921" y="8179"/>
                  <a:pt x="8617" y="8236"/>
                  <a:pt x="10294" y="8236"/>
                </a:cubicBezTo>
                <a:cubicBezTo>
                  <a:pt x="11972" y="8236"/>
                  <a:pt x="13650" y="8179"/>
                  <a:pt x="15328" y="8065"/>
                </a:cubicBezTo>
                <a:cubicBezTo>
                  <a:pt x="17006" y="7950"/>
                  <a:pt x="18684" y="7816"/>
                  <a:pt x="20362" y="7664"/>
                </a:cubicBezTo>
                <a:cubicBezTo>
                  <a:pt x="21658" y="11934"/>
                  <a:pt x="23126" y="16433"/>
                  <a:pt x="24765" y="21161"/>
                </a:cubicBezTo>
                <a:cubicBezTo>
                  <a:pt x="26405" y="25889"/>
                  <a:pt x="28101" y="30712"/>
                  <a:pt x="29855" y="35630"/>
                </a:cubicBezTo>
                <a:cubicBezTo>
                  <a:pt x="31608" y="40549"/>
                  <a:pt x="33419" y="45486"/>
                  <a:pt x="35288" y="50443"/>
                </a:cubicBezTo>
                <a:cubicBezTo>
                  <a:pt x="37157" y="55400"/>
                  <a:pt x="38968" y="60281"/>
                  <a:pt x="40721" y="65085"/>
                </a:cubicBezTo>
                <a:close/>
                <a:moveTo>
                  <a:pt x="101346" y="68860"/>
                </a:moveTo>
                <a:cubicBezTo>
                  <a:pt x="101346" y="65581"/>
                  <a:pt x="101365" y="63084"/>
                  <a:pt x="101403" y="61367"/>
                </a:cubicBezTo>
                <a:cubicBezTo>
                  <a:pt x="101442" y="59651"/>
                  <a:pt x="101461" y="58145"/>
                  <a:pt x="101461" y="56849"/>
                </a:cubicBezTo>
                <a:cubicBezTo>
                  <a:pt x="99859" y="57764"/>
                  <a:pt x="98162" y="58508"/>
                  <a:pt x="96370" y="59081"/>
                </a:cubicBezTo>
                <a:cubicBezTo>
                  <a:pt x="94578" y="59652"/>
                  <a:pt x="92938" y="60377"/>
                  <a:pt x="91451" y="61254"/>
                </a:cubicBezTo>
                <a:cubicBezTo>
                  <a:pt x="89964" y="62130"/>
                  <a:pt x="88744" y="63331"/>
                  <a:pt x="87791" y="64856"/>
                </a:cubicBezTo>
                <a:cubicBezTo>
                  <a:pt x="86838" y="66382"/>
                  <a:pt x="86362" y="68593"/>
                  <a:pt x="86362" y="71491"/>
                </a:cubicBezTo>
                <a:cubicBezTo>
                  <a:pt x="86362" y="74312"/>
                  <a:pt x="86953" y="76467"/>
                  <a:pt x="88135" y="77954"/>
                </a:cubicBezTo>
                <a:cubicBezTo>
                  <a:pt x="89317" y="79441"/>
                  <a:pt x="90899" y="80184"/>
                  <a:pt x="92881" y="80184"/>
                </a:cubicBezTo>
                <a:cubicBezTo>
                  <a:pt x="95398" y="80184"/>
                  <a:pt x="97437" y="79231"/>
                  <a:pt x="99000" y="77325"/>
                </a:cubicBezTo>
                <a:cubicBezTo>
                  <a:pt x="100564" y="75418"/>
                  <a:pt x="101346" y="72596"/>
                  <a:pt x="101346" y="68860"/>
                </a:cubicBezTo>
                <a:moveTo>
                  <a:pt x="74237" y="37747"/>
                </a:moveTo>
                <a:cubicBezTo>
                  <a:pt x="77440" y="35155"/>
                  <a:pt x="80891" y="33172"/>
                  <a:pt x="84589" y="31799"/>
                </a:cubicBezTo>
                <a:cubicBezTo>
                  <a:pt x="88288" y="30426"/>
                  <a:pt x="91967" y="29739"/>
                  <a:pt x="95626" y="29739"/>
                </a:cubicBezTo>
                <a:cubicBezTo>
                  <a:pt x="98677" y="29739"/>
                  <a:pt x="101480" y="30083"/>
                  <a:pt x="104034" y="30769"/>
                </a:cubicBezTo>
                <a:cubicBezTo>
                  <a:pt x="106589" y="31456"/>
                  <a:pt x="108800" y="32542"/>
                  <a:pt x="110668" y="34030"/>
                </a:cubicBezTo>
                <a:cubicBezTo>
                  <a:pt x="112537" y="35517"/>
                  <a:pt x="113985" y="37442"/>
                  <a:pt x="115014" y="39807"/>
                </a:cubicBezTo>
                <a:cubicBezTo>
                  <a:pt x="116044" y="42170"/>
                  <a:pt x="116559" y="45029"/>
                  <a:pt x="116559" y="48385"/>
                </a:cubicBezTo>
                <a:cubicBezTo>
                  <a:pt x="116559" y="53265"/>
                  <a:pt x="116502" y="57784"/>
                  <a:pt x="116387" y="61940"/>
                </a:cubicBezTo>
                <a:cubicBezTo>
                  <a:pt x="116273" y="66095"/>
                  <a:pt x="116216" y="70232"/>
                  <a:pt x="116216" y="74349"/>
                </a:cubicBezTo>
                <a:cubicBezTo>
                  <a:pt x="116216" y="76180"/>
                  <a:pt x="116350" y="77610"/>
                  <a:pt x="116616" y="78640"/>
                </a:cubicBezTo>
                <a:cubicBezTo>
                  <a:pt x="116884" y="79669"/>
                  <a:pt x="117284" y="80451"/>
                  <a:pt x="117817" y="80985"/>
                </a:cubicBezTo>
                <a:cubicBezTo>
                  <a:pt x="118351" y="81518"/>
                  <a:pt x="119056" y="81861"/>
                  <a:pt x="119932" y="82013"/>
                </a:cubicBezTo>
                <a:cubicBezTo>
                  <a:pt x="120810" y="82166"/>
                  <a:pt x="121820" y="82242"/>
                  <a:pt x="122964" y="82242"/>
                </a:cubicBezTo>
                <a:lnTo>
                  <a:pt x="122964" y="84987"/>
                </a:lnTo>
                <a:cubicBezTo>
                  <a:pt x="120753" y="85903"/>
                  <a:pt x="118885" y="86590"/>
                  <a:pt x="117360" y="87047"/>
                </a:cubicBezTo>
                <a:cubicBezTo>
                  <a:pt x="115834" y="87504"/>
                  <a:pt x="114195" y="87733"/>
                  <a:pt x="112441" y="87733"/>
                </a:cubicBezTo>
                <a:cubicBezTo>
                  <a:pt x="109620" y="87733"/>
                  <a:pt x="107332" y="87047"/>
                  <a:pt x="105578" y="85675"/>
                </a:cubicBezTo>
                <a:cubicBezTo>
                  <a:pt x="103825" y="84302"/>
                  <a:pt x="102490" y="82319"/>
                  <a:pt x="101574" y="79727"/>
                </a:cubicBezTo>
                <a:cubicBezTo>
                  <a:pt x="99821" y="82167"/>
                  <a:pt x="97781" y="84111"/>
                  <a:pt x="95455" y="85560"/>
                </a:cubicBezTo>
                <a:cubicBezTo>
                  <a:pt x="93129" y="87009"/>
                  <a:pt x="90213" y="87733"/>
                  <a:pt x="86706" y="87733"/>
                </a:cubicBezTo>
                <a:cubicBezTo>
                  <a:pt x="83807" y="87733"/>
                  <a:pt x="81328" y="87351"/>
                  <a:pt x="79269" y="86588"/>
                </a:cubicBezTo>
                <a:cubicBezTo>
                  <a:pt x="77210" y="85826"/>
                  <a:pt x="75514" y="84740"/>
                  <a:pt x="74179" y="83329"/>
                </a:cubicBezTo>
                <a:cubicBezTo>
                  <a:pt x="72844" y="81918"/>
                  <a:pt x="71872" y="80316"/>
                  <a:pt x="71263" y="78524"/>
                </a:cubicBezTo>
                <a:cubicBezTo>
                  <a:pt x="70653" y="76732"/>
                  <a:pt x="70348" y="74921"/>
                  <a:pt x="70348" y="73091"/>
                </a:cubicBezTo>
                <a:cubicBezTo>
                  <a:pt x="70348" y="70575"/>
                  <a:pt x="70748" y="68402"/>
                  <a:pt x="71549" y="66572"/>
                </a:cubicBezTo>
                <a:cubicBezTo>
                  <a:pt x="72349" y="64742"/>
                  <a:pt x="73493" y="63178"/>
                  <a:pt x="74980" y="61882"/>
                </a:cubicBezTo>
                <a:cubicBezTo>
                  <a:pt x="76467" y="60586"/>
                  <a:pt x="78240" y="59499"/>
                  <a:pt x="80298" y="58622"/>
                </a:cubicBezTo>
                <a:cubicBezTo>
                  <a:pt x="82358" y="57745"/>
                  <a:pt x="84684" y="57001"/>
                  <a:pt x="87276" y="56391"/>
                </a:cubicBezTo>
                <a:cubicBezTo>
                  <a:pt x="90480" y="55629"/>
                  <a:pt x="93015" y="54962"/>
                  <a:pt x="94883" y="54391"/>
                </a:cubicBezTo>
                <a:cubicBezTo>
                  <a:pt x="96751" y="53819"/>
                  <a:pt x="98143" y="53247"/>
                  <a:pt x="99058" y="52675"/>
                </a:cubicBezTo>
                <a:cubicBezTo>
                  <a:pt x="99973" y="52103"/>
                  <a:pt x="100565" y="51473"/>
                  <a:pt x="100831" y="50787"/>
                </a:cubicBezTo>
                <a:cubicBezTo>
                  <a:pt x="101099" y="50100"/>
                  <a:pt x="101232" y="49261"/>
                  <a:pt x="101232" y="48270"/>
                </a:cubicBezTo>
                <a:cubicBezTo>
                  <a:pt x="101232" y="45525"/>
                  <a:pt x="100260" y="43181"/>
                  <a:pt x="98314" y="41236"/>
                </a:cubicBezTo>
                <a:cubicBezTo>
                  <a:pt x="96370" y="39291"/>
                  <a:pt x="93682" y="38318"/>
                  <a:pt x="90251" y="38318"/>
                </a:cubicBezTo>
                <a:cubicBezTo>
                  <a:pt x="88954" y="38318"/>
                  <a:pt x="87620" y="38490"/>
                  <a:pt x="86247" y="38833"/>
                </a:cubicBezTo>
                <a:cubicBezTo>
                  <a:pt x="84875" y="39176"/>
                  <a:pt x="83559" y="39653"/>
                  <a:pt x="82300" y="40264"/>
                </a:cubicBezTo>
                <a:cubicBezTo>
                  <a:pt x="81043" y="40874"/>
                  <a:pt x="79899" y="41541"/>
                  <a:pt x="78869" y="42266"/>
                </a:cubicBezTo>
                <a:cubicBezTo>
                  <a:pt x="77840" y="42990"/>
                  <a:pt x="77059" y="43771"/>
                  <a:pt x="76525" y="44610"/>
                </a:cubicBezTo>
                <a:lnTo>
                  <a:pt x="75724" y="44610"/>
                </a:lnTo>
                <a:lnTo>
                  <a:pt x="74237" y="37747"/>
                </a:lnTo>
                <a:close/>
                <a:moveTo>
                  <a:pt x="133031" y="39576"/>
                </a:moveTo>
                <a:cubicBezTo>
                  <a:pt x="133031" y="32104"/>
                  <a:pt x="132954" y="25241"/>
                  <a:pt x="132800" y="18988"/>
                </a:cubicBezTo>
                <a:cubicBezTo>
                  <a:pt x="132648" y="12735"/>
                  <a:pt x="132419" y="6406"/>
                  <a:pt x="132114" y="0"/>
                </a:cubicBezTo>
                <a:cubicBezTo>
                  <a:pt x="133106" y="152"/>
                  <a:pt x="134364" y="286"/>
                  <a:pt x="135890" y="401"/>
                </a:cubicBezTo>
                <a:cubicBezTo>
                  <a:pt x="137415" y="515"/>
                  <a:pt x="139017" y="572"/>
                  <a:pt x="140695" y="572"/>
                </a:cubicBezTo>
                <a:cubicBezTo>
                  <a:pt x="142371" y="572"/>
                  <a:pt x="143972" y="515"/>
                  <a:pt x="145498" y="401"/>
                </a:cubicBezTo>
                <a:cubicBezTo>
                  <a:pt x="147023" y="286"/>
                  <a:pt x="148282" y="152"/>
                  <a:pt x="149273" y="0"/>
                </a:cubicBezTo>
                <a:cubicBezTo>
                  <a:pt x="148968" y="6406"/>
                  <a:pt x="148739" y="12735"/>
                  <a:pt x="148585" y="18988"/>
                </a:cubicBezTo>
                <a:cubicBezTo>
                  <a:pt x="148433" y="25241"/>
                  <a:pt x="148357" y="32104"/>
                  <a:pt x="148357" y="39576"/>
                </a:cubicBezTo>
                <a:lnTo>
                  <a:pt x="148357" y="47012"/>
                </a:lnTo>
                <a:cubicBezTo>
                  <a:pt x="148357" y="54485"/>
                  <a:pt x="148433" y="61349"/>
                  <a:pt x="148585" y="67602"/>
                </a:cubicBezTo>
                <a:cubicBezTo>
                  <a:pt x="148739" y="73855"/>
                  <a:pt x="148968" y="80070"/>
                  <a:pt x="149273" y="86246"/>
                </a:cubicBezTo>
                <a:cubicBezTo>
                  <a:pt x="148282" y="86093"/>
                  <a:pt x="147023" y="86017"/>
                  <a:pt x="145498" y="86017"/>
                </a:cubicBezTo>
                <a:cubicBezTo>
                  <a:pt x="143972" y="86017"/>
                  <a:pt x="142371" y="86017"/>
                  <a:pt x="140695" y="86017"/>
                </a:cubicBezTo>
                <a:cubicBezTo>
                  <a:pt x="139017" y="86017"/>
                  <a:pt x="137415" y="86017"/>
                  <a:pt x="135890" y="86017"/>
                </a:cubicBezTo>
                <a:cubicBezTo>
                  <a:pt x="134364" y="86017"/>
                  <a:pt x="133106" y="86093"/>
                  <a:pt x="132114" y="86246"/>
                </a:cubicBezTo>
                <a:cubicBezTo>
                  <a:pt x="132419" y="80070"/>
                  <a:pt x="132648" y="73855"/>
                  <a:pt x="132800" y="67602"/>
                </a:cubicBezTo>
                <a:cubicBezTo>
                  <a:pt x="132954" y="61349"/>
                  <a:pt x="133031" y="54485"/>
                  <a:pt x="133031" y="47012"/>
                </a:cubicBezTo>
                <a:lnTo>
                  <a:pt x="133031" y="39576"/>
                </a:lnTo>
                <a:close/>
                <a:moveTo>
                  <a:pt x="197885" y="78009"/>
                </a:moveTo>
                <a:cubicBezTo>
                  <a:pt x="195750" y="81213"/>
                  <a:pt x="193253" y="83634"/>
                  <a:pt x="190393" y="85274"/>
                </a:cubicBezTo>
                <a:cubicBezTo>
                  <a:pt x="187534" y="86913"/>
                  <a:pt x="184274" y="87733"/>
                  <a:pt x="180615" y="87733"/>
                </a:cubicBezTo>
                <a:cubicBezTo>
                  <a:pt x="174895" y="87733"/>
                  <a:pt x="170491" y="86132"/>
                  <a:pt x="167402" y="82930"/>
                </a:cubicBezTo>
                <a:cubicBezTo>
                  <a:pt x="164314" y="79726"/>
                  <a:pt x="162770" y="74426"/>
                  <a:pt x="162770" y="67029"/>
                </a:cubicBezTo>
                <a:cubicBezTo>
                  <a:pt x="162770" y="63141"/>
                  <a:pt x="162846" y="59709"/>
                  <a:pt x="162999" y="56735"/>
                </a:cubicBezTo>
                <a:cubicBezTo>
                  <a:pt x="163151" y="53761"/>
                  <a:pt x="163228" y="50787"/>
                  <a:pt x="163228" y="47813"/>
                </a:cubicBezTo>
                <a:cubicBezTo>
                  <a:pt x="163228" y="45373"/>
                  <a:pt x="163170" y="42723"/>
                  <a:pt x="163055" y="39864"/>
                </a:cubicBezTo>
                <a:cubicBezTo>
                  <a:pt x="162941" y="37004"/>
                  <a:pt x="162807" y="34125"/>
                  <a:pt x="162655" y="31226"/>
                </a:cubicBezTo>
                <a:cubicBezTo>
                  <a:pt x="163646" y="31379"/>
                  <a:pt x="164905" y="31513"/>
                  <a:pt x="166430" y="31628"/>
                </a:cubicBezTo>
                <a:cubicBezTo>
                  <a:pt x="167956" y="31742"/>
                  <a:pt x="169557" y="31799"/>
                  <a:pt x="171235" y="31799"/>
                </a:cubicBezTo>
                <a:cubicBezTo>
                  <a:pt x="172912" y="31799"/>
                  <a:pt x="174513" y="31742"/>
                  <a:pt x="176039" y="31628"/>
                </a:cubicBezTo>
                <a:cubicBezTo>
                  <a:pt x="177564" y="31513"/>
                  <a:pt x="178822" y="31379"/>
                  <a:pt x="179814" y="31226"/>
                </a:cubicBezTo>
                <a:cubicBezTo>
                  <a:pt x="179280" y="35344"/>
                  <a:pt x="178936" y="40110"/>
                  <a:pt x="178784" y="45525"/>
                </a:cubicBezTo>
                <a:cubicBezTo>
                  <a:pt x="178632" y="50939"/>
                  <a:pt x="178555" y="57116"/>
                  <a:pt x="178555" y="64055"/>
                </a:cubicBezTo>
                <a:cubicBezTo>
                  <a:pt x="178555" y="68860"/>
                  <a:pt x="179375" y="72386"/>
                  <a:pt x="181015" y="74636"/>
                </a:cubicBezTo>
                <a:cubicBezTo>
                  <a:pt x="182654" y="76885"/>
                  <a:pt x="184961" y="78009"/>
                  <a:pt x="187935" y="78009"/>
                </a:cubicBezTo>
                <a:cubicBezTo>
                  <a:pt x="191366" y="78009"/>
                  <a:pt x="193883" y="76523"/>
                  <a:pt x="195484" y="73550"/>
                </a:cubicBezTo>
                <a:cubicBezTo>
                  <a:pt x="197085" y="70576"/>
                  <a:pt x="197885" y="66458"/>
                  <a:pt x="197885" y="61196"/>
                </a:cubicBezTo>
                <a:lnTo>
                  <a:pt x="197885" y="56620"/>
                </a:lnTo>
                <a:cubicBezTo>
                  <a:pt x="197885" y="51969"/>
                  <a:pt x="197828" y="47604"/>
                  <a:pt x="197714" y="43524"/>
                </a:cubicBezTo>
                <a:cubicBezTo>
                  <a:pt x="197600" y="39444"/>
                  <a:pt x="197353" y="35344"/>
                  <a:pt x="196971" y="31226"/>
                </a:cubicBezTo>
                <a:cubicBezTo>
                  <a:pt x="199106" y="31608"/>
                  <a:pt x="201966" y="31799"/>
                  <a:pt x="205549" y="31799"/>
                </a:cubicBezTo>
                <a:cubicBezTo>
                  <a:pt x="207304" y="31799"/>
                  <a:pt x="208906" y="31742"/>
                  <a:pt x="210354" y="31628"/>
                </a:cubicBezTo>
                <a:cubicBezTo>
                  <a:pt x="211803" y="31513"/>
                  <a:pt x="213061" y="31379"/>
                  <a:pt x="214130" y="31226"/>
                </a:cubicBezTo>
                <a:cubicBezTo>
                  <a:pt x="213748" y="35344"/>
                  <a:pt x="213500" y="39444"/>
                  <a:pt x="213384" y="43524"/>
                </a:cubicBezTo>
                <a:cubicBezTo>
                  <a:pt x="213270" y="47604"/>
                  <a:pt x="213213" y="51969"/>
                  <a:pt x="213213" y="56620"/>
                </a:cubicBezTo>
                <a:lnTo>
                  <a:pt x="213213" y="61196"/>
                </a:lnTo>
                <a:cubicBezTo>
                  <a:pt x="213213" y="65847"/>
                  <a:pt x="213270" y="70232"/>
                  <a:pt x="213384" y="74349"/>
                </a:cubicBezTo>
                <a:cubicBezTo>
                  <a:pt x="213500" y="78467"/>
                  <a:pt x="213748" y="82433"/>
                  <a:pt x="214130" y="86246"/>
                </a:cubicBezTo>
                <a:cubicBezTo>
                  <a:pt x="212757" y="86093"/>
                  <a:pt x="211403" y="86017"/>
                  <a:pt x="210068" y="86017"/>
                </a:cubicBezTo>
                <a:cubicBezTo>
                  <a:pt x="208734" y="86017"/>
                  <a:pt x="207380" y="86017"/>
                  <a:pt x="206008" y="86017"/>
                </a:cubicBezTo>
                <a:cubicBezTo>
                  <a:pt x="204635" y="86017"/>
                  <a:pt x="203282" y="86017"/>
                  <a:pt x="201947" y="86017"/>
                </a:cubicBezTo>
                <a:cubicBezTo>
                  <a:pt x="200612" y="86017"/>
                  <a:pt x="199182" y="86093"/>
                  <a:pt x="197657" y="86246"/>
                </a:cubicBezTo>
                <a:lnTo>
                  <a:pt x="198116" y="78009"/>
                </a:lnTo>
                <a:lnTo>
                  <a:pt x="197885" y="78009"/>
                </a:lnTo>
                <a:close/>
                <a:moveTo>
                  <a:pt x="240895" y="58908"/>
                </a:moveTo>
                <a:cubicBezTo>
                  <a:pt x="240895" y="61958"/>
                  <a:pt x="241200" y="64817"/>
                  <a:pt x="241810" y="67487"/>
                </a:cubicBezTo>
                <a:cubicBezTo>
                  <a:pt x="242420" y="70156"/>
                  <a:pt x="243355" y="72463"/>
                  <a:pt x="244613" y="74407"/>
                </a:cubicBezTo>
                <a:cubicBezTo>
                  <a:pt x="245870" y="76351"/>
                  <a:pt x="247472" y="77877"/>
                  <a:pt x="249416" y="78983"/>
                </a:cubicBezTo>
                <a:cubicBezTo>
                  <a:pt x="251361" y="80089"/>
                  <a:pt x="253630" y="80642"/>
                  <a:pt x="256223" y="80642"/>
                </a:cubicBezTo>
                <a:cubicBezTo>
                  <a:pt x="261485" y="80642"/>
                  <a:pt x="266174" y="78926"/>
                  <a:pt x="270292" y="75494"/>
                </a:cubicBezTo>
                <a:lnTo>
                  <a:pt x="271664" y="76524"/>
                </a:lnTo>
                <a:lnTo>
                  <a:pt x="269147" y="82930"/>
                </a:lnTo>
                <a:cubicBezTo>
                  <a:pt x="267241" y="84378"/>
                  <a:pt x="264954" y="85541"/>
                  <a:pt x="262285" y="86417"/>
                </a:cubicBezTo>
                <a:cubicBezTo>
                  <a:pt x="259615" y="87294"/>
                  <a:pt x="256108" y="87733"/>
                  <a:pt x="251762" y="87733"/>
                </a:cubicBezTo>
                <a:cubicBezTo>
                  <a:pt x="248025" y="87733"/>
                  <a:pt x="244479" y="87218"/>
                  <a:pt x="241124" y="86188"/>
                </a:cubicBezTo>
                <a:cubicBezTo>
                  <a:pt x="237769" y="85160"/>
                  <a:pt x="234814" y="83463"/>
                  <a:pt x="232259" y="81099"/>
                </a:cubicBezTo>
                <a:cubicBezTo>
                  <a:pt x="229705" y="78734"/>
                  <a:pt x="227684" y="75741"/>
                  <a:pt x="226197" y="72119"/>
                </a:cubicBezTo>
                <a:cubicBezTo>
                  <a:pt x="224710" y="68497"/>
                  <a:pt x="223967" y="64169"/>
                  <a:pt x="223967" y="59137"/>
                </a:cubicBezTo>
                <a:cubicBezTo>
                  <a:pt x="223967" y="54180"/>
                  <a:pt x="224633" y="49872"/>
                  <a:pt x="225967" y="46212"/>
                </a:cubicBezTo>
                <a:cubicBezTo>
                  <a:pt x="227301" y="42552"/>
                  <a:pt x="229151" y="39501"/>
                  <a:pt x="231515" y="37061"/>
                </a:cubicBezTo>
                <a:cubicBezTo>
                  <a:pt x="233880" y="34620"/>
                  <a:pt x="236682" y="32790"/>
                  <a:pt x="239923" y="31570"/>
                </a:cubicBezTo>
                <a:cubicBezTo>
                  <a:pt x="243163" y="30350"/>
                  <a:pt x="246690" y="29739"/>
                  <a:pt x="250503" y="29739"/>
                </a:cubicBezTo>
                <a:cubicBezTo>
                  <a:pt x="258053" y="29739"/>
                  <a:pt x="263829" y="31951"/>
                  <a:pt x="267831" y="36374"/>
                </a:cubicBezTo>
                <a:cubicBezTo>
                  <a:pt x="271835" y="40796"/>
                  <a:pt x="273837" y="47049"/>
                  <a:pt x="273837" y="55133"/>
                </a:cubicBezTo>
                <a:lnTo>
                  <a:pt x="273837" y="57536"/>
                </a:lnTo>
                <a:cubicBezTo>
                  <a:pt x="273837" y="58222"/>
                  <a:pt x="273799" y="58679"/>
                  <a:pt x="273724" y="58908"/>
                </a:cubicBezTo>
                <a:lnTo>
                  <a:pt x="240895" y="58908"/>
                </a:lnTo>
                <a:moveTo>
                  <a:pt x="258511" y="53761"/>
                </a:moveTo>
                <a:cubicBezTo>
                  <a:pt x="258357" y="48042"/>
                  <a:pt x="257652" y="43467"/>
                  <a:pt x="256394" y="40035"/>
                </a:cubicBezTo>
                <a:cubicBezTo>
                  <a:pt x="255136" y="36603"/>
                  <a:pt x="253020" y="34887"/>
                  <a:pt x="250046" y="34887"/>
                </a:cubicBezTo>
                <a:cubicBezTo>
                  <a:pt x="248368" y="34887"/>
                  <a:pt x="246957" y="35458"/>
                  <a:pt x="245813" y="36602"/>
                </a:cubicBezTo>
                <a:cubicBezTo>
                  <a:pt x="244670" y="37746"/>
                  <a:pt x="243754" y="39214"/>
                  <a:pt x="243068" y="41008"/>
                </a:cubicBezTo>
                <a:cubicBezTo>
                  <a:pt x="242381" y="42799"/>
                  <a:pt x="241867" y="44820"/>
                  <a:pt x="241523" y="47069"/>
                </a:cubicBezTo>
                <a:cubicBezTo>
                  <a:pt x="241181" y="49318"/>
                  <a:pt x="240972" y="51549"/>
                  <a:pt x="240895" y="53761"/>
                </a:cubicBezTo>
                <a:lnTo>
                  <a:pt x="258511" y="53761"/>
                </a:lnTo>
                <a:close/>
              </a:path>
            </a:pathLst>
          </a:custGeom>
          <a:solidFill xmlns:a="http://schemas.openxmlformats.org/drawingml/2006/main">
            <a:srgbClr val="BF36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_1">
            <a:extLst xmlns:a="http://schemas.openxmlformats.org/drawingml/2006/main">
              <a:ext uri="{FF2B5EF4-FFF2-40B4-BE49-F238E27FC236}">
                <a16:creationId xmlns:a16="http://schemas.microsoft.com/office/drawing/2014/main" id="{C225935C-49E3-42F7-861E-D5475D2A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308" y="723431"/>
            <a:ext cx="99515" cy="91850"/>
          </a:xfrm>
          <a:custGeom xmlns:a="http://schemas.openxmlformats.org/drawingml/2006/main">
            <a:pathLst>
              <a:path w="99515" h="91850">
                <a:moveTo>
                  <a:pt x="57192" y="86131"/>
                </a:moveTo>
                <a:lnTo>
                  <a:pt x="57192" y="91850"/>
                </a:lnTo>
                <a:lnTo>
                  <a:pt x="0" y="91850"/>
                </a:lnTo>
                <a:lnTo>
                  <a:pt x="0" y="86131"/>
                </a:lnTo>
                <a:lnTo>
                  <a:pt x="57192" y="86131"/>
                </a:lnTo>
                <a:close/>
                <a:moveTo>
                  <a:pt x="99515" y="915"/>
                </a:moveTo>
                <a:cubicBezTo>
                  <a:pt x="99362" y="3202"/>
                  <a:pt x="99229" y="5738"/>
                  <a:pt x="99115" y="8521"/>
                </a:cubicBezTo>
                <a:cubicBezTo>
                  <a:pt x="99001" y="11304"/>
                  <a:pt x="98886" y="14183"/>
                  <a:pt x="98771" y="17157"/>
                </a:cubicBezTo>
                <a:cubicBezTo>
                  <a:pt x="98657" y="20131"/>
                  <a:pt x="98562" y="23144"/>
                  <a:pt x="98485" y="26195"/>
                </a:cubicBezTo>
                <a:cubicBezTo>
                  <a:pt x="98409" y="29244"/>
                  <a:pt x="98371" y="32218"/>
                  <a:pt x="98371" y="35115"/>
                </a:cubicBezTo>
                <a:lnTo>
                  <a:pt x="98371" y="42093"/>
                </a:lnTo>
                <a:lnTo>
                  <a:pt x="98371" y="50787"/>
                </a:lnTo>
                <a:cubicBezTo>
                  <a:pt x="98371" y="54828"/>
                  <a:pt x="98428" y="58984"/>
                  <a:pt x="98543" y="63254"/>
                </a:cubicBezTo>
                <a:cubicBezTo>
                  <a:pt x="98658" y="67524"/>
                  <a:pt x="98829" y="72443"/>
                  <a:pt x="99057" y="78009"/>
                </a:cubicBezTo>
                <a:cubicBezTo>
                  <a:pt x="97532" y="77857"/>
                  <a:pt x="96045" y="77781"/>
                  <a:pt x="94596" y="77781"/>
                </a:cubicBezTo>
                <a:cubicBezTo>
                  <a:pt x="93148" y="77781"/>
                  <a:pt x="91661" y="77781"/>
                  <a:pt x="90135" y="77781"/>
                </a:cubicBezTo>
                <a:cubicBezTo>
                  <a:pt x="88611" y="77781"/>
                  <a:pt x="87105" y="77781"/>
                  <a:pt x="85618" y="77781"/>
                </a:cubicBezTo>
                <a:cubicBezTo>
                  <a:pt x="84131" y="77781"/>
                  <a:pt x="82625" y="77857"/>
                  <a:pt x="81099" y="78009"/>
                </a:cubicBezTo>
                <a:cubicBezTo>
                  <a:pt x="81176" y="76789"/>
                  <a:pt x="81291" y="75035"/>
                  <a:pt x="81443" y="72747"/>
                </a:cubicBezTo>
                <a:cubicBezTo>
                  <a:pt x="81596" y="70460"/>
                  <a:pt x="81729" y="67924"/>
                  <a:pt x="81843" y="65141"/>
                </a:cubicBezTo>
                <a:cubicBezTo>
                  <a:pt x="81957" y="62358"/>
                  <a:pt x="82071" y="59403"/>
                  <a:pt x="82185" y="56276"/>
                </a:cubicBezTo>
                <a:cubicBezTo>
                  <a:pt x="82300" y="53150"/>
                  <a:pt x="82358" y="49985"/>
                  <a:pt x="82358" y="46783"/>
                </a:cubicBezTo>
                <a:lnTo>
                  <a:pt x="82358" y="14527"/>
                </a:lnTo>
                <a:cubicBezTo>
                  <a:pt x="81824" y="14755"/>
                  <a:pt x="81022" y="15136"/>
                  <a:pt x="79954" y="15670"/>
                </a:cubicBezTo>
                <a:cubicBezTo>
                  <a:pt x="78887" y="16204"/>
                  <a:pt x="77724" y="16795"/>
                  <a:pt x="76465" y="17443"/>
                </a:cubicBezTo>
                <a:cubicBezTo>
                  <a:pt x="75207" y="18091"/>
                  <a:pt x="73930" y="18740"/>
                  <a:pt x="72634" y="19388"/>
                </a:cubicBezTo>
                <a:cubicBezTo>
                  <a:pt x="71338" y="20036"/>
                  <a:pt x="70156" y="20588"/>
                  <a:pt x="69089" y="21046"/>
                </a:cubicBezTo>
                <a:cubicBezTo>
                  <a:pt x="68250" y="19902"/>
                  <a:pt x="67278" y="18701"/>
                  <a:pt x="66171" y="17443"/>
                </a:cubicBezTo>
                <a:cubicBezTo>
                  <a:pt x="65066" y="16184"/>
                  <a:pt x="64170" y="15288"/>
                  <a:pt x="63483" y="14755"/>
                </a:cubicBezTo>
                <a:cubicBezTo>
                  <a:pt x="69431" y="12620"/>
                  <a:pt x="75074" y="10390"/>
                  <a:pt x="80412" y="8064"/>
                </a:cubicBezTo>
                <a:cubicBezTo>
                  <a:pt x="85750" y="5738"/>
                  <a:pt x="91393" y="3050"/>
                  <a:pt x="97342" y="0"/>
                </a:cubicBezTo>
                <a:lnTo>
                  <a:pt x="99515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Value">
            <a:extLst xmlns:a="http://schemas.openxmlformats.org/drawingml/2006/main">
              <a:ext uri="{FF2B5EF4-FFF2-40B4-BE49-F238E27FC236}">
                <a16:creationId xmlns:a16="http://schemas.microsoft.com/office/drawing/2014/main" id="{F584B9EC-0687-41AF-BA54-0E25976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267" y="720276"/>
            <a:ext cx="273837" cy="87733"/>
          </a:xfrm>
          <a:custGeom xmlns:a="http://schemas.openxmlformats.org/drawingml/2006/main">
            <a:pathLst>
              <a:path w="273837" h="87733">
                <a:moveTo>
                  <a:pt x="40721" y="65085"/>
                </a:moveTo>
                <a:cubicBezTo>
                  <a:pt x="44687" y="55400"/>
                  <a:pt x="48538" y="45659"/>
                  <a:pt x="52274" y="35860"/>
                </a:cubicBezTo>
                <a:cubicBezTo>
                  <a:pt x="56010" y="26061"/>
                  <a:pt x="59365" y="16662"/>
                  <a:pt x="62340" y="7664"/>
                </a:cubicBezTo>
                <a:cubicBezTo>
                  <a:pt x="64247" y="8046"/>
                  <a:pt x="65925" y="8236"/>
                  <a:pt x="67373" y="8236"/>
                </a:cubicBezTo>
                <a:cubicBezTo>
                  <a:pt x="68822" y="8236"/>
                  <a:pt x="70500" y="8046"/>
                  <a:pt x="72407" y="7664"/>
                </a:cubicBezTo>
                <a:cubicBezTo>
                  <a:pt x="70500" y="12162"/>
                  <a:pt x="68212" y="17576"/>
                  <a:pt x="65542" y="23906"/>
                </a:cubicBezTo>
                <a:cubicBezTo>
                  <a:pt x="62874" y="30235"/>
                  <a:pt x="60091" y="36945"/>
                  <a:pt x="57192" y="44038"/>
                </a:cubicBezTo>
                <a:cubicBezTo>
                  <a:pt x="54295" y="51130"/>
                  <a:pt x="51436" y="58336"/>
                  <a:pt x="48614" y="65657"/>
                </a:cubicBezTo>
                <a:cubicBezTo>
                  <a:pt x="45792" y="72978"/>
                  <a:pt x="43276" y="79840"/>
                  <a:pt x="41065" y="86246"/>
                </a:cubicBezTo>
                <a:cubicBezTo>
                  <a:pt x="39540" y="86093"/>
                  <a:pt x="37862" y="86017"/>
                  <a:pt x="36031" y="86017"/>
                </a:cubicBezTo>
                <a:cubicBezTo>
                  <a:pt x="34201" y="86017"/>
                  <a:pt x="32524" y="86093"/>
                  <a:pt x="31000" y="86246"/>
                </a:cubicBezTo>
                <a:cubicBezTo>
                  <a:pt x="29855" y="83196"/>
                  <a:pt x="28462" y="79498"/>
                  <a:pt x="26823" y="75152"/>
                </a:cubicBezTo>
                <a:cubicBezTo>
                  <a:pt x="25183" y="70805"/>
                  <a:pt x="23429" y="66192"/>
                  <a:pt x="21561" y="61311"/>
                </a:cubicBezTo>
                <a:cubicBezTo>
                  <a:pt x="19693" y="56430"/>
                  <a:pt x="17730" y="51435"/>
                  <a:pt x="15670" y="46326"/>
                </a:cubicBezTo>
                <a:cubicBezTo>
                  <a:pt x="13612" y="41216"/>
                  <a:pt x="11629" y="36279"/>
                  <a:pt x="9722" y="31513"/>
                </a:cubicBezTo>
                <a:cubicBezTo>
                  <a:pt x="7816" y="26747"/>
                  <a:pt x="6024" y="22305"/>
                  <a:pt x="4346" y="18187"/>
                </a:cubicBezTo>
                <a:cubicBezTo>
                  <a:pt x="2669" y="14069"/>
                  <a:pt x="1221" y="10561"/>
                  <a:pt x="0" y="7664"/>
                </a:cubicBezTo>
                <a:cubicBezTo>
                  <a:pt x="1755" y="7816"/>
                  <a:pt x="3490" y="7950"/>
                  <a:pt x="5205" y="8065"/>
                </a:cubicBezTo>
                <a:cubicBezTo>
                  <a:pt x="6921" y="8179"/>
                  <a:pt x="8617" y="8236"/>
                  <a:pt x="10294" y="8236"/>
                </a:cubicBezTo>
                <a:cubicBezTo>
                  <a:pt x="11972" y="8236"/>
                  <a:pt x="13650" y="8179"/>
                  <a:pt x="15328" y="8065"/>
                </a:cubicBezTo>
                <a:cubicBezTo>
                  <a:pt x="17006" y="7950"/>
                  <a:pt x="18684" y="7816"/>
                  <a:pt x="20362" y="7664"/>
                </a:cubicBezTo>
                <a:cubicBezTo>
                  <a:pt x="21658" y="11934"/>
                  <a:pt x="23126" y="16433"/>
                  <a:pt x="24765" y="21161"/>
                </a:cubicBezTo>
                <a:cubicBezTo>
                  <a:pt x="26405" y="25889"/>
                  <a:pt x="28101" y="30712"/>
                  <a:pt x="29855" y="35630"/>
                </a:cubicBezTo>
                <a:cubicBezTo>
                  <a:pt x="31608" y="40549"/>
                  <a:pt x="33419" y="45486"/>
                  <a:pt x="35288" y="50443"/>
                </a:cubicBezTo>
                <a:cubicBezTo>
                  <a:pt x="37157" y="55400"/>
                  <a:pt x="38968" y="60281"/>
                  <a:pt x="40721" y="65085"/>
                </a:cubicBezTo>
                <a:close/>
                <a:moveTo>
                  <a:pt x="101345" y="68860"/>
                </a:moveTo>
                <a:cubicBezTo>
                  <a:pt x="101345" y="65581"/>
                  <a:pt x="101364" y="63084"/>
                  <a:pt x="101403" y="61367"/>
                </a:cubicBezTo>
                <a:cubicBezTo>
                  <a:pt x="101441" y="59651"/>
                  <a:pt x="101460" y="58145"/>
                  <a:pt x="101460" y="56849"/>
                </a:cubicBezTo>
                <a:cubicBezTo>
                  <a:pt x="99858" y="57764"/>
                  <a:pt x="98161" y="58508"/>
                  <a:pt x="96369" y="59081"/>
                </a:cubicBezTo>
                <a:cubicBezTo>
                  <a:pt x="94577" y="59652"/>
                  <a:pt x="92938" y="60377"/>
                  <a:pt x="91450" y="61254"/>
                </a:cubicBezTo>
                <a:cubicBezTo>
                  <a:pt x="89963" y="62130"/>
                  <a:pt x="88743" y="63331"/>
                  <a:pt x="87790" y="64856"/>
                </a:cubicBezTo>
                <a:cubicBezTo>
                  <a:pt x="86837" y="66382"/>
                  <a:pt x="86361" y="68593"/>
                  <a:pt x="86361" y="71491"/>
                </a:cubicBezTo>
                <a:cubicBezTo>
                  <a:pt x="86361" y="74312"/>
                  <a:pt x="86952" y="76467"/>
                  <a:pt x="88134" y="77954"/>
                </a:cubicBezTo>
                <a:cubicBezTo>
                  <a:pt x="89316" y="79441"/>
                  <a:pt x="90898" y="80184"/>
                  <a:pt x="92880" y="80184"/>
                </a:cubicBezTo>
                <a:cubicBezTo>
                  <a:pt x="95397" y="80184"/>
                  <a:pt x="97437" y="79231"/>
                  <a:pt x="98999" y="77325"/>
                </a:cubicBezTo>
                <a:cubicBezTo>
                  <a:pt x="100563" y="75418"/>
                  <a:pt x="101345" y="72596"/>
                  <a:pt x="101345" y="68860"/>
                </a:cubicBezTo>
                <a:moveTo>
                  <a:pt x="74236" y="37747"/>
                </a:moveTo>
                <a:cubicBezTo>
                  <a:pt x="77439" y="35155"/>
                  <a:pt x="80890" y="33172"/>
                  <a:pt x="84588" y="31799"/>
                </a:cubicBezTo>
                <a:cubicBezTo>
                  <a:pt x="88287" y="30426"/>
                  <a:pt x="91966" y="29739"/>
                  <a:pt x="95625" y="29739"/>
                </a:cubicBezTo>
                <a:cubicBezTo>
                  <a:pt x="98676" y="29739"/>
                  <a:pt x="101479" y="30083"/>
                  <a:pt x="104033" y="30769"/>
                </a:cubicBezTo>
                <a:cubicBezTo>
                  <a:pt x="106588" y="31456"/>
                  <a:pt x="108799" y="32542"/>
                  <a:pt x="110667" y="34030"/>
                </a:cubicBezTo>
                <a:cubicBezTo>
                  <a:pt x="112536" y="35517"/>
                  <a:pt x="113984" y="37442"/>
                  <a:pt x="115013" y="39807"/>
                </a:cubicBezTo>
                <a:cubicBezTo>
                  <a:pt x="116043" y="42170"/>
                  <a:pt x="116558" y="45029"/>
                  <a:pt x="116558" y="48385"/>
                </a:cubicBezTo>
                <a:cubicBezTo>
                  <a:pt x="116558" y="53265"/>
                  <a:pt x="116501" y="57784"/>
                  <a:pt x="116387" y="61940"/>
                </a:cubicBezTo>
                <a:cubicBezTo>
                  <a:pt x="116273" y="66095"/>
                  <a:pt x="116216" y="70232"/>
                  <a:pt x="116216" y="74349"/>
                </a:cubicBezTo>
                <a:cubicBezTo>
                  <a:pt x="116216" y="76180"/>
                  <a:pt x="116349" y="77610"/>
                  <a:pt x="116615" y="78640"/>
                </a:cubicBezTo>
                <a:cubicBezTo>
                  <a:pt x="116883" y="79669"/>
                  <a:pt x="117283" y="80451"/>
                  <a:pt x="117816" y="80985"/>
                </a:cubicBezTo>
                <a:cubicBezTo>
                  <a:pt x="118350" y="81518"/>
                  <a:pt x="119055" y="81861"/>
                  <a:pt x="119931" y="82013"/>
                </a:cubicBezTo>
                <a:cubicBezTo>
                  <a:pt x="120809" y="82166"/>
                  <a:pt x="121819" y="82242"/>
                  <a:pt x="122963" y="82242"/>
                </a:cubicBezTo>
                <a:lnTo>
                  <a:pt x="122963" y="84987"/>
                </a:lnTo>
                <a:cubicBezTo>
                  <a:pt x="120752" y="85903"/>
                  <a:pt x="118884" y="86590"/>
                  <a:pt x="117359" y="87047"/>
                </a:cubicBezTo>
                <a:cubicBezTo>
                  <a:pt x="115833" y="87504"/>
                  <a:pt x="114194" y="87733"/>
                  <a:pt x="112440" y="87733"/>
                </a:cubicBezTo>
                <a:cubicBezTo>
                  <a:pt x="109619" y="87733"/>
                  <a:pt x="107331" y="87047"/>
                  <a:pt x="105578" y="85675"/>
                </a:cubicBezTo>
                <a:cubicBezTo>
                  <a:pt x="103824" y="84302"/>
                  <a:pt x="102489" y="82319"/>
                  <a:pt x="101574" y="79727"/>
                </a:cubicBezTo>
                <a:cubicBezTo>
                  <a:pt x="99820" y="82167"/>
                  <a:pt x="97780" y="84111"/>
                  <a:pt x="95454" y="85560"/>
                </a:cubicBezTo>
                <a:cubicBezTo>
                  <a:pt x="93128" y="87009"/>
                  <a:pt x="90212" y="87733"/>
                  <a:pt x="86705" y="87733"/>
                </a:cubicBezTo>
                <a:cubicBezTo>
                  <a:pt x="83806" y="87733"/>
                  <a:pt x="81327" y="87351"/>
                  <a:pt x="79268" y="86588"/>
                </a:cubicBezTo>
                <a:cubicBezTo>
                  <a:pt x="77209" y="85826"/>
                  <a:pt x="75513" y="84740"/>
                  <a:pt x="74178" y="83329"/>
                </a:cubicBezTo>
                <a:cubicBezTo>
                  <a:pt x="72844" y="81918"/>
                  <a:pt x="71871" y="80316"/>
                  <a:pt x="71262" y="78524"/>
                </a:cubicBezTo>
                <a:cubicBezTo>
                  <a:pt x="70652" y="76732"/>
                  <a:pt x="70347" y="74921"/>
                  <a:pt x="70347" y="73091"/>
                </a:cubicBezTo>
                <a:cubicBezTo>
                  <a:pt x="70347" y="70575"/>
                  <a:pt x="70747" y="68402"/>
                  <a:pt x="71548" y="66572"/>
                </a:cubicBezTo>
                <a:cubicBezTo>
                  <a:pt x="72349" y="64742"/>
                  <a:pt x="73492" y="63178"/>
                  <a:pt x="74979" y="61882"/>
                </a:cubicBezTo>
                <a:cubicBezTo>
                  <a:pt x="76466" y="60586"/>
                  <a:pt x="78239" y="59499"/>
                  <a:pt x="80298" y="58622"/>
                </a:cubicBezTo>
                <a:cubicBezTo>
                  <a:pt x="82357" y="57745"/>
                  <a:pt x="84683" y="57001"/>
                  <a:pt x="87276" y="56391"/>
                </a:cubicBezTo>
                <a:cubicBezTo>
                  <a:pt x="90479" y="55629"/>
                  <a:pt x="93014" y="54962"/>
                  <a:pt x="94882" y="54391"/>
                </a:cubicBezTo>
                <a:cubicBezTo>
                  <a:pt x="96751" y="53819"/>
                  <a:pt x="98142" y="53247"/>
                  <a:pt x="99057" y="52675"/>
                </a:cubicBezTo>
                <a:cubicBezTo>
                  <a:pt x="99973" y="52103"/>
                  <a:pt x="100564" y="51473"/>
                  <a:pt x="100830" y="50787"/>
                </a:cubicBezTo>
                <a:cubicBezTo>
                  <a:pt x="101098" y="50100"/>
                  <a:pt x="101232" y="49261"/>
                  <a:pt x="101232" y="48270"/>
                </a:cubicBezTo>
                <a:cubicBezTo>
                  <a:pt x="101232" y="45525"/>
                  <a:pt x="100259" y="43181"/>
                  <a:pt x="98313" y="41236"/>
                </a:cubicBezTo>
                <a:cubicBezTo>
                  <a:pt x="96369" y="39291"/>
                  <a:pt x="93681" y="38318"/>
                  <a:pt x="90250" y="38318"/>
                </a:cubicBezTo>
                <a:cubicBezTo>
                  <a:pt x="88953" y="38318"/>
                  <a:pt x="87619" y="38490"/>
                  <a:pt x="86246" y="38833"/>
                </a:cubicBezTo>
                <a:cubicBezTo>
                  <a:pt x="84874" y="39176"/>
                  <a:pt x="83558" y="39653"/>
                  <a:pt x="82299" y="40264"/>
                </a:cubicBezTo>
                <a:cubicBezTo>
                  <a:pt x="81042" y="40874"/>
                  <a:pt x="79898" y="41541"/>
                  <a:pt x="78868" y="42266"/>
                </a:cubicBezTo>
                <a:cubicBezTo>
                  <a:pt x="77839" y="42990"/>
                  <a:pt x="77058" y="43771"/>
                  <a:pt x="76524" y="44610"/>
                </a:cubicBezTo>
                <a:lnTo>
                  <a:pt x="75723" y="44610"/>
                </a:lnTo>
                <a:lnTo>
                  <a:pt x="74236" y="37747"/>
                </a:lnTo>
                <a:close/>
                <a:moveTo>
                  <a:pt x="133031" y="39576"/>
                </a:moveTo>
                <a:cubicBezTo>
                  <a:pt x="133031" y="32104"/>
                  <a:pt x="132954" y="25241"/>
                  <a:pt x="132800" y="18988"/>
                </a:cubicBezTo>
                <a:cubicBezTo>
                  <a:pt x="132648" y="12735"/>
                  <a:pt x="132419" y="6406"/>
                  <a:pt x="132114" y="0"/>
                </a:cubicBezTo>
                <a:cubicBezTo>
                  <a:pt x="133106" y="152"/>
                  <a:pt x="134364" y="286"/>
                  <a:pt x="135890" y="401"/>
                </a:cubicBezTo>
                <a:cubicBezTo>
                  <a:pt x="137415" y="515"/>
                  <a:pt x="139017" y="572"/>
                  <a:pt x="140695" y="572"/>
                </a:cubicBezTo>
                <a:cubicBezTo>
                  <a:pt x="142371" y="572"/>
                  <a:pt x="143972" y="515"/>
                  <a:pt x="145498" y="401"/>
                </a:cubicBezTo>
                <a:cubicBezTo>
                  <a:pt x="147023" y="286"/>
                  <a:pt x="148282" y="152"/>
                  <a:pt x="149273" y="0"/>
                </a:cubicBezTo>
                <a:cubicBezTo>
                  <a:pt x="148968" y="6406"/>
                  <a:pt x="148739" y="12735"/>
                  <a:pt x="148585" y="18988"/>
                </a:cubicBezTo>
                <a:cubicBezTo>
                  <a:pt x="148433" y="25241"/>
                  <a:pt x="148357" y="32104"/>
                  <a:pt x="148357" y="39576"/>
                </a:cubicBezTo>
                <a:lnTo>
                  <a:pt x="148357" y="47012"/>
                </a:lnTo>
                <a:cubicBezTo>
                  <a:pt x="148357" y="54485"/>
                  <a:pt x="148433" y="61349"/>
                  <a:pt x="148585" y="67602"/>
                </a:cubicBezTo>
                <a:cubicBezTo>
                  <a:pt x="148739" y="73855"/>
                  <a:pt x="148968" y="80070"/>
                  <a:pt x="149273" y="86246"/>
                </a:cubicBezTo>
                <a:cubicBezTo>
                  <a:pt x="148282" y="86093"/>
                  <a:pt x="147023" y="86017"/>
                  <a:pt x="145498" y="86017"/>
                </a:cubicBezTo>
                <a:cubicBezTo>
                  <a:pt x="143972" y="86017"/>
                  <a:pt x="142371" y="86017"/>
                  <a:pt x="140695" y="86017"/>
                </a:cubicBezTo>
                <a:cubicBezTo>
                  <a:pt x="139017" y="86017"/>
                  <a:pt x="137415" y="86017"/>
                  <a:pt x="135890" y="86017"/>
                </a:cubicBezTo>
                <a:cubicBezTo>
                  <a:pt x="134364" y="86017"/>
                  <a:pt x="133106" y="86093"/>
                  <a:pt x="132114" y="86246"/>
                </a:cubicBezTo>
                <a:cubicBezTo>
                  <a:pt x="132419" y="80070"/>
                  <a:pt x="132648" y="73855"/>
                  <a:pt x="132800" y="67602"/>
                </a:cubicBezTo>
                <a:cubicBezTo>
                  <a:pt x="132954" y="61349"/>
                  <a:pt x="133031" y="54485"/>
                  <a:pt x="133031" y="47012"/>
                </a:cubicBezTo>
                <a:lnTo>
                  <a:pt x="133031" y="39576"/>
                </a:lnTo>
                <a:close/>
                <a:moveTo>
                  <a:pt x="197885" y="78009"/>
                </a:moveTo>
                <a:cubicBezTo>
                  <a:pt x="195750" y="81213"/>
                  <a:pt x="193252" y="83634"/>
                  <a:pt x="190392" y="85274"/>
                </a:cubicBezTo>
                <a:cubicBezTo>
                  <a:pt x="187533" y="86913"/>
                  <a:pt x="184274" y="87733"/>
                  <a:pt x="180614" y="87733"/>
                </a:cubicBezTo>
                <a:cubicBezTo>
                  <a:pt x="174894" y="87733"/>
                  <a:pt x="170490" y="86132"/>
                  <a:pt x="167402" y="82930"/>
                </a:cubicBezTo>
                <a:cubicBezTo>
                  <a:pt x="164314" y="79726"/>
                  <a:pt x="162770" y="74426"/>
                  <a:pt x="162770" y="67029"/>
                </a:cubicBezTo>
                <a:cubicBezTo>
                  <a:pt x="162770" y="63141"/>
                  <a:pt x="162846" y="59709"/>
                  <a:pt x="162998" y="56735"/>
                </a:cubicBezTo>
                <a:cubicBezTo>
                  <a:pt x="163151" y="53761"/>
                  <a:pt x="163227" y="50787"/>
                  <a:pt x="163227" y="47813"/>
                </a:cubicBezTo>
                <a:cubicBezTo>
                  <a:pt x="163227" y="45373"/>
                  <a:pt x="163169" y="42723"/>
                  <a:pt x="163054" y="39864"/>
                </a:cubicBezTo>
                <a:cubicBezTo>
                  <a:pt x="162940" y="37004"/>
                  <a:pt x="162807" y="34125"/>
                  <a:pt x="162654" y="31226"/>
                </a:cubicBezTo>
                <a:cubicBezTo>
                  <a:pt x="163646" y="31379"/>
                  <a:pt x="164904" y="31513"/>
                  <a:pt x="166430" y="31628"/>
                </a:cubicBezTo>
                <a:cubicBezTo>
                  <a:pt x="167955" y="31742"/>
                  <a:pt x="169557" y="31799"/>
                  <a:pt x="171235" y="31799"/>
                </a:cubicBezTo>
                <a:cubicBezTo>
                  <a:pt x="172911" y="31799"/>
                  <a:pt x="174513" y="31742"/>
                  <a:pt x="176038" y="31628"/>
                </a:cubicBezTo>
                <a:cubicBezTo>
                  <a:pt x="177563" y="31513"/>
                  <a:pt x="178822" y="31379"/>
                  <a:pt x="179813" y="31226"/>
                </a:cubicBezTo>
                <a:cubicBezTo>
                  <a:pt x="179279" y="35344"/>
                  <a:pt x="178936" y="40110"/>
                  <a:pt x="178783" y="45525"/>
                </a:cubicBezTo>
                <a:cubicBezTo>
                  <a:pt x="178631" y="50939"/>
                  <a:pt x="178555" y="57116"/>
                  <a:pt x="178555" y="64055"/>
                </a:cubicBezTo>
                <a:cubicBezTo>
                  <a:pt x="178555" y="68860"/>
                  <a:pt x="179375" y="72386"/>
                  <a:pt x="181014" y="74636"/>
                </a:cubicBezTo>
                <a:cubicBezTo>
                  <a:pt x="182654" y="76885"/>
                  <a:pt x="184960" y="78009"/>
                  <a:pt x="187934" y="78009"/>
                </a:cubicBezTo>
                <a:cubicBezTo>
                  <a:pt x="191366" y="78009"/>
                  <a:pt x="193882" y="76523"/>
                  <a:pt x="195483" y="73550"/>
                </a:cubicBezTo>
                <a:cubicBezTo>
                  <a:pt x="197084" y="70576"/>
                  <a:pt x="197885" y="66458"/>
                  <a:pt x="197885" y="61196"/>
                </a:cubicBezTo>
                <a:lnTo>
                  <a:pt x="197885" y="56620"/>
                </a:lnTo>
                <a:cubicBezTo>
                  <a:pt x="197885" y="51969"/>
                  <a:pt x="197828" y="47604"/>
                  <a:pt x="197714" y="43524"/>
                </a:cubicBezTo>
                <a:cubicBezTo>
                  <a:pt x="197600" y="39444"/>
                  <a:pt x="197352" y="35344"/>
                  <a:pt x="196970" y="31226"/>
                </a:cubicBezTo>
                <a:cubicBezTo>
                  <a:pt x="199105" y="31608"/>
                  <a:pt x="201965" y="31799"/>
                  <a:pt x="205549" y="31799"/>
                </a:cubicBezTo>
                <a:cubicBezTo>
                  <a:pt x="207303" y="31799"/>
                  <a:pt x="208905" y="31742"/>
                  <a:pt x="210354" y="31628"/>
                </a:cubicBezTo>
                <a:cubicBezTo>
                  <a:pt x="211802" y="31513"/>
                  <a:pt x="213061" y="31379"/>
                  <a:pt x="214129" y="31226"/>
                </a:cubicBezTo>
                <a:cubicBezTo>
                  <a:pt x="213747" y="35344"/>
                  <a:pt x="213499" y="39444"/>
                  <a:pt x="213384" y="43524"/>
                </a:cubicBezTo>
                <a:cubicBezTo>
                  <a:pt x="213270" y="47604"/>
                  <a:pt x="213213" y="51969"/>
                  <a:pt x="213213" y="56620"/>
                </a:cubicBezTo>
                <a:lnTo>
                  <a:pt x="213213" y="61196"/>
                </a:lnTo>
                <a:cubicBezTo>
                  <a:pt x="213213" y="65847"/>
                  <a:pt x="213270" y="70232"/>
                  <a:pt x="213384" y="74349"/>
                </a:cubicBezTo>
                <a:cubicBezTo>
                  <a:pt x="213499" y="78467"/>
                  <a:pt x="213747" y="82433"/>
                  <a:pt x="214129" y="86246"/>
                </a:cubicBezTo>
                <a:cubicBezTo>
                  <a:pt x="212756" y="86093"/>
                  <a:pt x="211402" y="86017"/>
                  <a:pt x="210068" y="86017"/>
                </a:cubicBezTo>
                <a:cubicBezTo>
                  <a:pt x="208733" y="86017"/>
                  <a:pt x="207380" y="86017"/>
                  <a:pt x="206008" y="86017"/>
                </a:cubicBezTo>
                <a:cubicBezTo>
                  <a:pt x="204635" y="86017"/>
                  <a:pt x="203281" y="86017"/>
                  <a:pt x="201946" y="86017"/>
                </a:cubicBezTo>
                <a:cubicBezTo>
                  <a:pt x="200612" y="86017"/>
                  <a:pt x="199182" y="86093"/>
                  <a:pt x="197656" y="86246"/>
                </a:cubicBezTo>
                <a:lnTo>
                  <a:pt x="198115" y="78009"/>
                </a:lnTo>
                <a:lnTo>
                  <a:pt x="197885" y="78009"/>
                </a:lnTo>
                <a:close/>
                <a:moveTo>
                  <a:pt x="240895" y="58908"/>
                </a:moveTo>
                <a:cubicBezTo>
                  <a:pt x="240895" y="61958"/>
                  <a:pt x="241200" y="64817"/>
                  <a:pt x="241809" y="67487"/>
                </a:cubicBezTo>
                <a:cubicBezTo>
                  <a:pt x="242420" y="70156"/>
                  <a:pt x="243354" y="72463"/>
                  <a:pt x="244612" y="74407"/>
                </a:cubicBezTo>
                <a:cubicBezTo>
                  <a:pt x="245870" y="76351"/>
                  <a:pt x="247471" y="77877"/>
                  <a:pt x="249416" y="78983"/>
                </a:cubicBezTo>
                <a:cubicBezTo>
                  <a:pt x="251361" y="80089"/>
                  <a:pt x="253630" y="80642"/>
                  <a:pt x="256223" y="80642"/>
                </a:cubicBezTo>
                <a:cubicBezTo>
                  <a:pt x="261484" y="80642"/>
                  <a:pt x="266174" y="78926"/>
                  <a:pt x="270292" y="75494"/>
                </a:cubicBezTo>
                <a:lnTo>
                  <a:pt x="271664" y="76524"/>
                </a:lnTo>
                <a:lnTo>
                  <a:pt x="269147" y="82930"/>
                </a:lnTo>
                <a:cubicBezTo>
                  <a:pt x="267241" y="84378"/>
                  <a:pt x="264953" y="85541"/>
                  <a:pt x="262284" y="86417"/>
                </a:cubicBezTo>
                <a:cubicBezTo>
                  <a:pt x="259615" y="87294"/>
                  <a:pt x="256107" y="87733"/>
                  <a:pt x="251761" y="87733"/>
                </a:cubicBezTo>
                <a:cubicBezTo>
                  <a:pt x="248025" y="87733"/>
                  <a:pt x="244479" y="87218"/>
                  <a:pt x="241123" y="86188"/>
                </a:cubicBezTo>
                <a:cubicBezTo>
                  <a:pt x="237769" y="85160"/>
                  <a:pt x="234814" y="83463"/>
                  <a:pt x="232259" y="81099"/>
                </a:cubicBezTo>
                <a:cubicBezTo>
                  <a:pt x="229704" y="78734"/>
                  <a:pt x="227684" y="75741"/>
                  <a:pt x="226197" y="72119"/>
                </a:cubicBezTo>
                <a:cubicBezTo>
                  <a:pt x="224710" y="68497"/>
                  <a:pt x="223966" y="64169"/>
                  <a:pt x="223966" y="59137"/>
                </a:cubicBezTo>
                <a:cubicBezTo>
                  <a:pt x="223966" y="54180"/>
                  <a:pt x="224633" y="49872"/>
                  <a:pt x="225966" y="46212"/>
                </a:cubicBezTo>
                <a:cubicBezTo>
                  <a:pt x="227301" y="42552"/>
                  <a:pt x="229151" y="39501"/>
                  <a:pt x="231515" y="37061"/>
                </a:cubicBezTo>
                <a:cubicBezTo>
                  <a:pt x="233879" y="34620"/>
                  <a:pt x="236682" y="32790"/>
                  <a:pt x="239922" y="31570"/>
                </a:cubicBezTo>
                <a:cubicBezTo>
                  <a:pt x="243163" y="30350"/>
                  <a:pt x="246690" y="29739"/>
                  <a:pt x="250503" y="29739"/>
                </a:cubicBezTo>
                <a:cubicBezTo>
                  <a:pt x="258052" y="29739"/>
                  <a:pt x="263828" y="31951"/>
                  <a:pt x="267831" y="36374"/>
                </a:cubicBezTo>
                <a:cubicBezTo>
                  <a:pt x="271835" y="40796"/>
                  <a:pt x="273837" y="47049"/>
                  <a:pt x="273837" y="55133"/>
                </a:cubicBezTo>
                <a:lnTo>
                  <a:pt x="273837" y="57536"/>
                </a:lnTo>
                <a:cubicBezTo>
                  <a:pt x="273837" y="58222"/>
                  <a:pt x="273799" y="58679"/>
                  <a:pt x="273723" y="58908"/>
                </a:cubicBezTo>
                <a:lnTo>
                  <a:pt x="240895" y="58908"/>
                </a:lnTo>
                <a:moveTo>
                  <a:pt x="258511" y="53761"/>
                </a:moveTo>
                <a:cubicBezTo>
                  <a:pt x="258357" y="48042"/>
                  <a:pt x="257651" y="43467"/>
                  <a:pt x="256394" y="40035"/>
                </a:cubicBezTo>
                <a:cubicBezTo>
                  <a:pt x="255136" y="36603"/>
                  <a:pt x="253020" y="34887"/>
                  <a:pt x="250046" y="34887"/>
                </a:cubicBezTo>
                <a:cubicBezTo>
                  <a:pt x="248368" y="34887"/>
                  <a:pt x="246957" y="35458"/>
                  <a:pt x="245813" y="36602"/>
                </a:cubicBezTo>
                <a:cubicBezTo>
                  <a:pt x="244669" y="37746"/>
                  <a:pt x="243754" y="39214"/>
                  <a:pt x="243068" y="41008"/>
                </a:cubicBezTo>
                <a:cubicBezTo>
                  <a:pt x="242381" y="42799"/>
                  <a:pt x="241866" y="44820"/>
                  <a:pt x="241523" y="47069"/>
                </a:cubicBezTo>
                <a:cubicBezTo>
                  <a:pt x="241181" y="49318"/>
                  <a:pt x="240971" y="51549"/>
                  <a:pt x="240895" y="53761"/>
                </a:cubicBezTo>
                <a:lnTo>
                  <a:pt x="258511" y="53761"/>
                </a:lnTo>
                <a:close/>
              </a:path>
            </a:pathLst>
          </a:custGeom>
          <a:solidFill xmlns:a="http://schemas.openxmlformats.org/drawingml/2006/main">
            <a:srgbClr val="BF36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_2">
            <a:extLst xmlns:a="http://schemas.openxmlformats.org/drawingml/2006/main">
              <a:ext uri="{FF2B5EF4-FFF2-40B4-BE49-F238E27FC236}">
                <a16:creationId xmlns:a16="http://schemas.microsoft.com/office/drawing/2014/main" id="{8F814B2F-F38E-4AF5-BB94-DF8C5F21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4651" y="729427"/>
            <a:ext cx="112441" cy="90936"/>
          </a:xfrm>
          <a:custGeom xmlns:a="http://schemas.openxmlformats.org/drawingml/2006/main">
            <a:pathLst>
              <a:path w="112441" h="90936">
                <a:moveTo>
                  <a:pt x="57192" y="85216"/>
                </a:moveTo>
                <a:lnTo>
                  <a:pt x="57192" y="90936"/>
                </a:lnTo>
                <a:lnTo>
                  <a:pt x="0" y="90936"/>
                </a:lnTo>
                <a:lnTo>
                  <a:pt x="0" y="85216"/>
                </a:lnTo>
                <a:lnTo>
                  <a:pt x="57192" y="85216"/>
                </a:lnTo>
                <a:close/>
                <a:moveTo>
                  <a:pt x="61998" y="72292"/>
                </a:moveTo>
                <a:cubicBezTo>
                  <a:pt x="67869" y="66953"/>
                  <a:pt x="72864" y="62015"/>
                  <a:pt x="76982" y="57479"/>
                </a:cubicBezTo>
                <a:cubicBezTo>
                  <a:pt x="81100" y="52941"/>
                  <a:pt x="84455" y="48651"/>
                  <a:pt x="87047" y="44610"/>
                </a:cubicBezTo>
                <a:cubicBezTo>
                  <a:pt x="89640" y="40568"/>
                  <a:pt x="91508" y="36678"/>
                  <a:pt x="92652" y="32942"/>
                </a:cubicBezTo>
                <a:cubicBezTo>
                  <a:pt x="93796" y="29206"/>
                  <a:pt x="94368" y="25470"/>
                  <a:pt x="94368" y="21733"/>
                </a:cubicBezTo>
                <a:cubicBezTo>
                  <a:pt x="94368" y="18607"/>
                  <a:pt x="94044" y="15995"/>
                  <a:pt x="93395" y="13898"/>
                </a:cubicBezTo>
                <a:cubicBezTo>
                  <a:pt x="92747" y="11800"/>
                  <a:pt x="91871" y="10103"/>
                  <a:pt x="90765" y="8807"/>
                </a:cubicBezTo>
                <a:cubicBezTo>
                  <a:pt x="89660" y="7511"/>
                  <a:pt x="88421" y="6577"/>
                  <a:pt x="87047" y="6006"/>
                </a:cubicBezTo>
                <a:cubicBezTo>
                  <a:pt x="85674" y="5433"/>
                  <a:pt x="84264" y="5147"/>
                  <a:pt x="82815" y="5147"/>
                </a:cubicBezTo>
                <a:cubicBezTo>
                  <a:pt x="80680" y="5147"/>
                  <a:pt x="78906" y="5738"/>
                  <a:pt x="77495" y="6920"/>
                </a:cubicBezTo>
                <a:cubicBezTo>
                  <a:pt x="76085" y="8103"/>
                  <a:pt x="74960" y="9552"/>
                  <a:pt x="74121" y="11268"/>
                </a:cubicBezTo>
                <a:cubicBezTo>
                  <a:pt x="73282" y="12983"/>
                  <a:pt x="72710" y="14794"/>
                  <a:pt x="72406" y="16700"/>
                </a:cubicBezTo>
                <a:cubicBezTo>
                  <a:pt x="72101" y="18606"/>
                  <a:pt x="71948" y="20321"/>
                  <a:pt x="71948" y="21847"/>
                </a:cubicBezTo>
                <a:lnTo>
                  <a:pt x="70805" y="22191"/>
                </a:lnTo>
                <a:cubicBezTo>
                  <a:pt x="69280" y="20742"/>
                  <a:pt x="67793" y="19427"/>
                  <a:pt x="66344" y="18244"/>
                </a:cubicBezTo>
                <a:cubicBezTo>
                  <a:pt x="64895" y="17062"/>
                  <a:pt x="63408" y="15861"/>
                  <a:pt x="61883" y="14640"/>
                </a:cubicBezTo>
                <a:cubicBezTo>
                  <a:pt x="63256" y="10522"/>
                  <a:pt x="65887" y="7053"/>
                  <a:pt x="69775" y="4233"/>
                </a:cubicBezTo>
                <a:cubicBezTo>
                  <a:pt x="73664" y="1411"/>
                  <a:pt x="78963" y="0"/>
                  <a:pt x="85674" y="0"/>
                </a:cubicBezTo>
                <a:cubicBezTo>
                  <a:pt x="90936" y="0"/>
                  <a:pt x="95301" y="610"/>
                  <a:pt x="98771" y="1831"/>
                </a:cubicBezTo>
                <a:cubicBezTo>
                  <a:pt x="102241" y="3050"/>
                  <a:pt x="104986" y="4632"/>
                  <a:pt x="107008" y="6577"/>
                </a:cubicBezTo>
                <a:cubicBezTo>
                  <a:pt x="109029" y="8521"/>
                  <a:pt x="110440" y="10656"/>
                  <a:pt x="111240" y="12982"/>
                </a:cubicBezTo>
                <a:cubicBezTo>
                  <a:pt x="112041" y="15308"/>
                  <a:pt x="112441" y="17577"/>
                  <a:pt x="112441" y="19789"/>
                </a:cubicBezTo>
                <a:cubicBezTo>
                  <a:pt x="112441" y="22305"/>
                  <a:pt x="111983" y="24916"/>
                  <a:pt x="111067" y="27624"/>
                </a:cubicBezTo>
                <a:cubicBezTo>
                  <a:pt x="110153" y="30331"/>
                  <a:pt x="108494" y="33381"/>
                  <a:pt x="106091" y="36775"/>
                </a:cubicBezTo>
                <a:cubicBezTo>
                  <a:pt x="103690" y="40168"/>
                  <a:pt x="100373" y="44000"/>
                  <a:pt x="96141" y="48270"/>
                </a:cubicBezTo>
                <a:cubicBezTo>
                  <a:pt x="91909" y="52540"/>
                  <a:pt x="86476" y="57497"/>
                  <a:pt x="79841" y="63141"/>
                </a:cubicBezTo>
                <a:lnTo>
                  <a:pt x="79956" y="63369"/>
                </a:lnTo>
                <a:cubicBezTo>
                  <a:pt x="85446" y="63292"/>
                  <a:pt x="90841" y="63216"/>
                  <a:pt x="96141" y="63141"/>
                </a:cubicBezTo>
                <a:cubicBezTo>
                  <a:pt x="101441" y="63064"/>
                  <a:pt x="106836" y="62835"/>
                  <a:pt x="112326" y="62453"/>
                </a:cubicBezTo>
                <a:cubicBezTo>
                  <a:pt x="112250" y="63750"/>
                  <a:pt x="112155" y="64990"/>
                  <a:pt x="112039" y="66172"/>
                </a:cubicBezTo>
                <a:cubicBezTo>
                  <a:pt x="111925" y="67353"/>
                  <a:pt x="111868" y="68592"/>
                  <a:pt x="111868" y="69888"/>
                </a:cubicBezTo>
                <a:cubicBezTo>
                  <a:pt x="111868" y="71184"/>
                  <a:pt x="111925" y="72443"/>
                  <a:pt x="112039" y="73664"/>
                </a:cubicBezTo>
                <a:cubicBezTo>
                  <a:pt x="112155" y="74884"/>
                  <a:pt x="112250" y="76028"/>
                  <a:pt x="112326" y="77095"/>
                </a:cubicBezTo>
                <a:cubicBezTo>
                  <a:pt x="107980" y="76942"/>
                  <a:pt x="103709" y="76866"/>
                  <a:pt x="99515" y="76866"/>
                </a:cubicBezTo>
                <a:cubicBezTo>
                  <a:pt x="95321" y="76866"/>
                  <a:pt x="91051" y="76866"/>
                  <a:pt x="86704" y="76866"/>
                </a:cubicBezTo>
                <a:cubicBezTo>
                  <a:pt x="82586" y="76866"/>
                  <a:pt x="78468" y="76866"/>
                  <a:pt x="74350" y="76866"/>
                </a:cubicBezTo>
                <a:cubicBezTo>
                  <a:pt x="70232" y="76866"/>
                  <a:pt x="66115" y="76942"/>
                  <a:pt x="61998" y="77095"/>
                </a:cubicBezTo>
                <a:lnTo>
                  <a:pt x="61998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Value">
            <a:extLst xmlns:a="http://schemas.openxmlformats.org/drawingml/2006/main">
              <a:ext uri="{FF2B5EF4-FFF2-40B4-BE49-F238E27FC236}">
                <a16:creationId xmlns:a16="http://schemas.microsoft.com/office/drawing/2014/main" id="{78EDDDD3-36E9-4351-B558-788DD65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946" y="715195"/>
            <a:ext cx="273837" cy="87733"/>
          </a:xfrm>
          <a:custGeom xmlns:a="http://schemas.openxmlformats.org/drawingml/2006/main">
            <a:pathLst>
              <a:path w="273837" h="87733">
                <a:moveTo>
                  <a:pt x="40721" y="65085"/>
                </a:moveTo>
                <a:cubicBezTo>
                  <a:pt x="44687" y="55400"/>
                  <a:pt x="48538" y="45659"/>
                  <a:pt x="52274" y="35860"/>
                </a:cubicBezTo>
                <a:cubicBezTo>
                  <a:pt x="56010" y="26061"/>
                  <a:pt x="59365" y="16662"/>
                  <a:pt x="62340" y="7664"/>
                </a:cubicBezTo>
                <a:cubicBezTo>
                  <a:pt x="64247" y="8046"/>
                  <a:pt x="65925" y="8236"/>
                  <a:pt x="67373" y="8236"/>
                </a:cubicBezTo>
                <a:cubicBezTo>
                  <a:pt x="68822" y="8236"/>
                  <a:pt x="70500" y="8046"/>
                  <a:pt x="72407" y="7664"/>
                </a:cubicBezTo>
                <a:cubicBezTo>
                  <a:pt x="70500" y="12162"/>
                  <a:pt x="68212" y="17576"/>
                  <a:pt x="65542" y="23906"/>
                </a:cubicBezTo>
                <a:cubicBezTo>
                  <a:pt x="62874" y="30235"/>
                  <a:pt x="60091" y="36945"/>
                  <a:pt x="57192" y="44038"/>
                </a:cubicBezTo>
                <a:cubicBezTo>
                  <a:pt x="54295" y="51130"/>
                  <a:pt x="51436" y="58336"/>
                  <a:pt x="48614" y="65657"/>
                </a:cubicBezTo>
                <a:cubicBezTo>
                  <a:pt x="45792" y="72978"/>
                  <a:pt x="43276" y="79840"/>
                  <a:pt x="41065" y="86246"/>
                </a:cubicBezTo>
                <a:cubicBezTo>
                  <a:pt x="39540" y="86093"/>
                  <a:pt x="37862" y="86017"/>
                  <a:pt x="36031" y="86017"/>
                </a:cubicBezTo>
                <a:cubicBezTo>
                  <a:pt x="34201" y="86017"/>
                  <a:pt x="32524" y="86093"/>
                  <a:pt x="31000" y="86246"/>
                </a:cubicBezTo>
                <a:cubicBezTo>
                  <a:pt x="29855" y="83196"/>
                  <a:pt x="28462" y="79498"/>
                  <a:pt x="26823" y="75152"/>
                </a:cubicBezTo>
                <a:cubicBezTo>
                  <a:pt x="25183" y="70805"/>
                  <a:pt x="23429" y="66192"/>
                  <a:pt x="21561" y="61311"/>
                </a:cubicBezTo>
                <a:cubicBezTo>
                  <a:pt x="19693" y="56430"/>
                  <a:pt x="17730" y="51435"/>
                  <a:pt x="15670" y="46326"/>
                </a:cubicBezTo>
                <a:cubicBezTo>
                  <a:pt x="13612" y="41216"/>
                  <a:pt x="11629" y="36279"/>
                  <a:pt x="9722" y="31513"/>
                </a:cubicBezTo>
                <a:cubicBezTo>
                  <a:pt x="7816" y="26747"/>
                  <a:pt x="6024" y="22305"/>
                  <a:pt x="4346" y="18187"/>
                </a:cubicBezTo>
                <a:cubicBezTo>
                  <a:pt x="2669" y="14069"/>
                  <a:pt x="1221" y="10561"/>
                  <a:pt x="0" y="7664"/>
                </a:cubicBezTo>
                <a:cubicBezTo>
                  <a:pt x="1755" y="7816"/>
                  <a:pt x="3490" y="7950"/>
                  <a:pt x="5205" y="8065"/>
                </a:cubicBezTo>
                <a:cubicBezTo>
                  <a:pt x="6921" y="8179"/>
                  <a:pt x="8617" y="8236"/>
                  <a:pt x="10294" y="8236"/>
                </a:cubicBezTo>
                <a:cubicBezTo>
                  <a:pt x="11972" y="8236"/>
                  <a:pt x="13650" y="8179"/>
                  <a:pt x="15328" y="8065"/>
                </a:cubicBezTo>
                <a:cubicBezTo>
                  <a:pt x="17006" y="7950"/>
                  <a:pt x="18684" y="7816"/>
                  <a:pt x="20362" y="7664"/>
                </a:cubicBezTo>
                <a:cubicBezTo>
                  <a:pt x="21658" y="11934"/>
                  <a:pt x="23126" y="16433"/>
                  <a:pt x="24765" y="21161"/>
                </a:cubicBezTo>
                <a:cubicBezTo>
                  <a:pt x="26405" y="25889"/>
                  <a:pt x="28101" y="30712"/>
                  <a:pt x="29855" y="35630"/>
                </a:cubicBezTo>
                <a:cubicBezTo>
                  <a:pt x="31608" y="40549"/>
                  <a:pt x="33419" y="45486"/>
                  <a:pt x="35288" y="50443"/>
                </a:cubicBezTo>
                <a:cubicBezTo>
                  <a:pt x="37157" y="55400"/>
                  <a:pt x="38968" y="60281"/>
                  <a:pt x="40721" y="65085"/>
                </a:cubicBezTo>
                <a:close/>
                <a:moveTo>
                  <a:pt x="101346" y="68860"/>
                </a:moveTo>
                <a:cubicBezTo>
                  <a:pt x="101346" y="65581"/>
                  <a:pt x="101365" y="63084"/>
                  <a:pt x="101403" y="61367"/>
                </a:cubicBezTo>
                <a:cubicBezTo>
                  <a:pt x="101442" y="59651"/>
                  <a:pt x="101461" y="58145"/>
                  <a:pt x="101461" y="56849"/>
                </a:cubicBezTo>
                <a:cubicBezTo>
                  <a:pt x="99859" y="57764"/>
                  <a:pt x="98161" y="58508"/>
                  <a:pt x="96370" y="59081"/>
                </a:cubicBezTo>
                <a:cubicBezTo>
                  <a:pt x="94578" y="59652"/>
                  <a:pt x="92938" y="60377"/>
                  <a:pt x="91451" y="61254"/>
                </a:cubicBezTo>
                <a:cubicBezTo>
                  <a:pt x="89964" y="62130"/>
                  <a:pt x="88744" y="63331"/>
                  <a:pt x="87791" y="64856"/>
                </a:cubicBezTo>
                <a:cubicBezTo>
                  <a:pt x="86838" y="66382"/>
                  <a:pt x="86362" y="68593"/>
                  <a:pt x="86362" y="71491"/>
                </a:cubicBezTo>
                <a:cubicBezTo>
                  <a:pt x="86362" y="74312"/>
                  <a:pt x="86953" y="76467"/>
                  <a:pt x="88135" y="77954"/>
                </a:cubicBezTo>
                <a:cubicBezTo>
                  <a:pt x="89317" y="79441"/>
                  <a:pt x="90899" y="80184"/>
                  <a:pt x="92881" y="80184"/>
                </a:cubicBezTo>
                <a:cubicBezTo>
                  <a:pt x="95397" y="80184"/>
                  <a:pt x="97437" y="79231"/>
                  <a:pt x="99000" y="77325"/>
                </a:cubicBezTo>
                <a:cubicBezTo>
                  <a:pt x="100564" y="75418"/>
                  <a:pt x="101346" y="72596"/>
                  <a:pt x="101346" y="68860"/>
                </a:cubicBezTo>
                <a:moveTo>
                  <a:pt x="74236" y="37747"/>
                </a:moveTo>
                <a:cubicBezTo>
                  <a:pt x="77440" y="35155"/>
                  <a:pt x="80890" y="33172"/>
                  <a:pt x="84588" y="31799"/>
                </a:cubicBezTo>
                <a:cubicBezTo>
                  <a:pt x="88287" y="30426"/>
                  <a:pt x="91967" y="29739"/>
                  <a:pt x="95626" y="29739"/>
                </a:cubicBezTo>
                <a:cubicBezTo>
                  <a:pt x="98677" y="29739"/>
                  <a:pt x="101479" y="30083"/>
                  <a:pt x="104033" y="30769"/>
                </a:cubicBezTo>
                <a:cubicBezTo>
                  <a:pt x="106589" y="31456"/>
                  <a:pt x="108800" y="32542"/>
                  <a:pt x="110668" y="34030"/>
                </a:cubicBezTo>
                <a:cubicBezTo>
                  <a:pt x="112536" y="35517"/>
                  <a:pt x="113985" y="37442"/>
                  <a:pt x="115014" y="39807"/>
                </a:cubicBezTo>
                <a:cubicBezTo>
                  <a:pt x="116043" y="42170"/>
                  <a:pt x="116558" y="45029"/>
                  <a:pt x="116558" y="48385"/>
                </a:cubicBezTo>
                <a:cubicBezTo>
                  <a:pt x="116558" y="53265"/>
                  <a:pt x="116501" y="57784"/>
                  <a:pt x="116387" y="61940"/>
                </a:cubicBezTo>
                <a:cubicBezTo>
                  <a:pt x="116273" y="66095"/>
                  <a:pt x="116216" y="70232"/>
                  <a:pt x="116216" y="74349"/>
                </a:cubicBezTo>
                <a:cubicBezTo>
                  <a:pt x="116216" y="76180"/>
                  <a:pt x="116349" y="77610"/>
                  <a:pt x="116616" y="78640"/>
                </a:cubicBezTo>
                <a:cubicBezTo>
                  <a:pt x="116883" y="79669"/>
                  <a:pt x="117284" y="80451"/>
                  <a:pt x="117817" y="80985"/>
                </a:cubicBezTo>
                <a:cubicBezTo>
                  <a:pt x="118351" y="81518"/>
                  <a:pt x="119056" y="81861"/>
                  <a:pt x="119932" y="82013"/>
                </a:cubicBezTo>
                <a:cubicBezTo>
                  <a:pt x="120809" y="82166"/>
                  <a:pt x="121820" y="82242"/>
                  <a:pt x="122964" y="82242"/>
                </a:cubicBezTo>
                <a:lnTo>
                  <a:pt x="122964" y="84987"/>
                </a:lnTo>
                <a:cubicBezTo>
                  <a:pt x="120753" y="85903"/>
                  <a:pt x="118885" y="86590"/>
                  <a:pt x="117359" y="87047"/>
                </a:cubicBezTo>
                <a:cubicBezTo>
                  <a:pt x="115834" y="87504"/>
                  <a:pt x="114194" y="87733"/>
                  <a:pt x="112441" y="87733"/>
                </a:cubicBezTo>
                <a:cubicBezTo>
                  <a:pt x="109619" y="87733"/>
                  <a:pt x="107332" y="87047"/>
                  <a:pt x="105578" y="85675"/>
                </a:cubicBezTo>
                <a:cubicBezTo>
                  <a:pt x="103825" y="84302"/>
                  <a:pt x="102490" y="82319"/>
                  <a:pt x="101574" y="79727"/>
                </a:cubicBezTo>
                <a:cubicBezTo>
                  <a:pt x="99821" y="82167"/>
                  <a:pt x="97781" y="84111"/>
                  <a:pt x="95455" y="85560"/>
                </a:cubicBezTo>
                <a:cubicBezTo>
                  <a:pt x="93129" y="87009"/>
                  <a:pt x="90212" y="87733"/>
                  <a:pt x="86705" y="87733"/>
                </a:cubicBezTo>
                <a:cubicBezTo>
                  <a:pt x="83807" y="87733"/>
                  <a:pt x="81328" y="87351"/>
                  <a:pt x="79268" y="86588"/>
                </a:cubicBezTo>
                <a:cubicBezTo>
                  <a:pt x="77210" y="85826"/>
                  <a:pt x="75513" y="84740"/>
                  <a:pt x="74179" y="83329"/>
                </a:cubicBezTo>
                <a:cubicBezTo>
                  <a:pt x="72844" y="81918"/>
                  <a:pt x="71872" y="80316"/>
                  <a:pt x="71262" y="78524"/>
                </a:cubicBezTo>
                <a:cubicBezTo>
                  <a:pt x="70653" y="76732"/>
                  <a:pt x="70348" y="74921"/>
                  <a:pt x="70348" y="73091"/>
                </a:cubicBezTo>
                <a:cubicBezTo>
                  <a:pt x="70348" y="70575"/>
                  <a:pt x="70748" y="68402"/>
                  <a:pt x="71549" y="66572"/>
                </a:cubicBezTo>
                <a:cubicBezTo>
                  <a:pt x="72349" y="64742"/>
                  <a:pt x="73493" y="63178"/>
                  <a:pt x="74980" y="61882"/>
                </a:cubicBezTo>
                <a:cubicBezTo>
                  <a:pt x="76467" y="60586"/>
                  <a:pt x="78240" y="59499"/>
                  <a:pt x="80298" y="58622"/>
                </a:cubicBezTo>
                <a:cubicBezTo>
                  <a:pt x="82358" y="57745"/>
                  <a:pt x="84684" y="57001"/>
                  <a:pt x="87276" y="56391"/>
                </a:cubicBezTo>
                <a:cubicBezTo>
                  <a:pt x="90479" y="55629"/>
                  <a:pt x="93015" y="54962"/>
                  <a:pt x="94882" y="54391"/>
                </a:cubicBezTo>
                <a:cubicBezTo>
                  <a:pt x="96751" y="53819"/>
                  <a:pt x="98143" y="53247"/>
                  <a:pt x="99057" y="52675"/>
                </a:cubicBezTo>
                <a:cubicBezTo>
                  <a:pt x="99973" y="52103"/>
                  <a:pt x="100564" y="51473"/>
                  <a:pt x="100831" y="50787"/>
                </a:cubicBezTo>
                <a:cubicBezTo>
                  <a:pt x="101098" y="50100"/>
                  <a:pt x="101232" y="49261"/>
                  <a:pt x="101232" y="48270"/>
                </a:cubicBezTo>
                <a:cubicBezTo>
                  <a:pt x="101232" y="45525"/>
                  <a:pt x="100259" y="43181"/>
                  <a:pt x="98314" y="41236"/>
                </a:cubicBezTo>
                <a:cubicBezTo>
                  <a:pt x="96370" y="39291"/>
                  <a:pt x="93682" y="38318"/>
                  <a:pt x="90250" y="38318"/>
                </a:cubicBezTo>
                <a:cubicBezTo>
                  <a:pt x="88954" y="38318"/>
                  <a:pt x="87619" y="38490"/>
                  <a:pt x="86246" y="38833"/>
                </a:cubicBezTo>
                <a:cubicBezTo>
                  <a:pt x="84874" y="39176"/>
                  <a:pt x="83559" y="39653"/>
                  <a:pt x="82300" y="40264"/>
                </a:cubicBezTo>
                <a:cubicBezTo>
                  <a:pt x="81042" y="40874"/>
                  <a:pt x="79898" y="41541"/>
                  <a:pt x="78869" y="42266"/>
                </a:cubicBezTo>
                <a:cubicBezTo>
                  <a:pt x="77840" y="42990"/>
                  <a:pt x="77059" y="43771"/>
                  <a:pt x="76525" y="44610"/>
                </a:cubicBezTo>
                <a:lnTo>
                  <a:pt x="75723" y="44610"/>
                </a:lnTo>
                <a:lnTo>
                  <a:pt x="74236" y="37747"/>
                </a:lnTo>
                <a:close/>
                <a:moveTo>
                  <a:pt x="133031" y="39576"/>
                </a:moveTo>
                <a:cubicBezTo>
                  <a:pt x="133031" y="32104"/>
                  <a:pt x="132954" y="25241"/>
                  <a:pt x="132800" y="18988"/>
                </a:cubicBezTo>
                <a:cubicBezTo>
                  <a:pt x="132648" y="12735"/>
                  <a:pt x="132419" y="6406"/>
                  <a:pt x="132114" y="0"/>
                </a:cubicBezTo>
                <a:cubicBezTo>
                  <a:pt x="133106" y="152"/>
                  <a:pt x="134364" y="286"/>
                  <a:pt x="135890" y="401"/>
                </a:cubicBezTo>
                <a:cubicBezTo>
                  <a:pt x="137415" y="515"/>
                  <a:pt x="139017" y="572"/>
                  <a:pt x="140695" y="572"/>
                </a:cubicBezTo>
                <a:cubicBezTo>
                  <a:pt x="142371" y="572"/>
                  <a:pt x="143972" y="515"/>
                  <a:pt x="145498" y="401"/>
                </a:cubicBezTo>
                <a:cubicBezTo>
                  <a:pt x="147023" y="286"/>
                  <a:pt x="148282" y="152"/>
                  <a:pt x="149273" y="0"/>
                </a:cubicBezTo>
                <a:cubicBezTo>
                  <a:pt x="148968" y="6406"/>
                  <a:pt x="148739" y="12735"/>
                  <a:pt x="148585" y="18988"/>
                </a:cubicBezTo>
                <a:cubicBezTo>
                  <a:pt x="148433" y="25241"/>
                  <a:pt x="148357" y="32104"/>
                  <a:pt x="148357" y="39576"/>
                </a:cubicBezTo>
                <a:lnTo>
                  <a:pt x="148357" y="47012"/>
                </a:lnTo>
                <a:cubicBezTo>
                  <a:pt x="148357" y="54485"/>
                  <a:pt x="148433" y="61349"/>
                  <a:pt x="148585" y="67602"/>
                </a:cubicBezTo>
                <a:cubicBezTo>
                  <a:pt x="148739" y="73855"/>
                  <a:pt x="148968" y="80070"/>
                  <a:pt x="149273" y="86246"/>
                </a:cubicBezTo>
                <a:cubicBezTo>
                  <a:pt x="148282" y="86093"/>
                  <a:pt x="147023" y="86017"/>
                  <a:pt x="145498" y="86017"/>
                </a:cubicBezTo>
                <a:cubicBezTo>
                  <a:pt x="143972" y="86017"/>
                  <a:pt x="142371" y="86017"/>
                  <a:pt x="140695" y="86017"/>
                </a:cubicBezTo>
                <a:cubicBezTo>
                  <a:pt x="139017" y="86017"/>
                  <a:pt x="137415" y="86017"/>
                  <a:pt x="135890" y="86017"/>
                </a:cubicBezTo>
                <a:cubicBezTo>
                  <a:pt x="134364" y="86017"/>
                  <a:pt x="133106" y="86093"/>
                  <a:pt x="132114" y="86246"/>
                </a:cubicBezTo>
                <a:cubicBezTo>
                  <a:pt x="132419" y="80070"/>
                  <a:pt x="132648" y="73855"/>
                  <a:pt x="132800" y="67602"/>
                </a:cubicBezTo>
                <a:cubicBezTo>
                  <a:pt x="132954" y="61349"/>
                  <a:pt x="133031" y="54485"/>
                  <a:pt x="133031" y="47012"/>
                </a:cubicBezTo>
                <a:lnTo>
                  <a:pt x="133031" y="39576"/>
                </a:lnTo>
                <a:close/>
                <a:moveTo>
                  <a:pt x="197885" y="78009"/>
                </a:moveTo>
                <a:cubicBezTo>
                  <a:pt x="195750" y="81213"/>
                  <a:pt x="193252" y="83634"/>
                  <a:pt x="190392" y="85274"/>
                </a:cubicBezTo>
                <a:cubicBezTo>
                  <a:pt x="187533" y="86913"/>
                  <a:pt x="184274" y="87733"/>
                  <a:pt x="180615" y="87733"/>
                </a:cubicBezTo>
                <a:cubicBezTo>
                  <a:pt x="174895" y="87733"/>
                  <a:pt x="170490" y="86132"/>
                  <a:pt x="167402" y="82930"/>
                </a:cubicBezTo>
                <a:cubicBezTo>
                  <a:pt x="164314" y="79726"/>
                  <a:pt x="162770" y="74426"/>
                  <a:pt x="162770" y="67029"/>
                </a:cubicBezTo>
                <a:cubicBezTo>
                  <a:pt x="162770" y="63141"/>
                  <a:pt x="162846" y="59709"/>
                  <a:pt x="162999" y="56735"/>
                </a:cubicBezTo>
                <a:cubicBezTo>
                  <a:pt x="163151" y="53761"/>
                  <a:pt x="163227" y="50787"/>
                  <a:pt x="163227" y="47813"/>
                </a:cubicBezTo>
                <a:cubicBezTo>
                  <a:pt x="163227" y="45373"/>
                  <a:pt x="163170" y="42723"/>
                  <a:pt x="163054" y="39864"/>
                </a:cubicBezTo>
                <a:cubicBezTo>
                  <a:pt x="162940" y="37004"/>
                  <a:pt x="162807" y="34125"/>
                  <a:pt x="162655" y="31226"/>
                </a:cubicBezTo>
                <a:cubicBezTo>
                  <a:pt x="163646" y="31379"/>
                  <a:pt x="164905" y="31513"/>
                  <a:pt x="166430" y="31628"/>
                </a:cubicBezTo>
                <a:cubicBezTo>
                  <a:pt x="167955" y="31742"/>
                  <a:pt x="169557" y="31799"/>
                  <a:pt x="171235" y="31799"/>
                </a:cubicBezTo>
                <a:cubicBezTo>
                  <a:pt x="172912" y="31799"/>
                  <a:pt x="174513" y="31742"/>
                  <a:pt x="176038" y="31628"/>
                </a:cubicBezTo>
                <a:cubicBezTo>
                  <a:pt x="177564" y="31513"/>
                  <a:pt x="178822" y="31379"/>
                  <a:pt x="179814" y="31226"/>
                </a:cubicBezTo>
                <a:cubicBezTo>
                  <a:pt x="179279" y="35344"/>
                  <a:pt x="178936" y="40110"/>
                  <a:pt x="178784" y="45525"/>
                </a:cubicBezTo>
                <a:cubicBezTo>
                  <a:pt x="178631" y="50939"/>
                  <a:pt x="178555" y="57116"/>
                  <a:pt x="178555" y="64055"/>
                </a:cubicBezTo>
                <a:cubicBezTo>
                  <a:pt x="178555" y="68860"/>
                  <a:pt x="179375" y="72386"/>
                  <a:pt x="181014" y="74636"/>
                </a:cubicBezTo>
                <a:cubicBezTo>
                  <a:pt x="182654" y="76885"/>
                  <a:pt x="184961" y="78009"/>
                  <a:pt x="187935" y="78009"/>
                </a:cubicBezTo>
                <a:cubicBezTo>
                  <a:pt x="191366" y="78009"/>
                  <a:pt x="193882" y="76523"/>
                  <a:pt x="195484" y="73550"/>
                </a:cubicBezTo>
                <a:cubicBezTo>
                  <a:pt x="197085" y="70576"/>
                  <a:pt x="197885" y="66458"/>
                  <a:pt x="197885" y="61196"/>
                </a:cubicBezTo>
                <a:lnTo>
                  <a:pt x="197885" y="56620"/>
                </a:lnTo>
                <a:cubicBezTo>
                  <a:pt x="197885" y="51969"/>
                  <a:pt x="197828" y="47604"/>
                  <a:pt x="197714" y="43524"/>
                </a:cubicBezTo>
                <a:cubicBezTo>
                  <a:pt x="197600" y="39444"/>
                  <a:pt x="197352" y="35344"/>
                  <a:pt x="196971" y="31226"/>
                </a:cubicBezTo>
                <a:cubicBezTo>
                  <a:pt x="199106" y="31608"/>
                  <a:pt x="201965" y="31799"/>
                  <a:pt x="205549" y="31799"/>
                </a:cubicBezTo>
                <a:cubicBezTo>
                  <a:pt x="207304" y="31799"/>
                  <a:pt x="208905" y="31742"/>
                  <a:pt x="210354" y="31628"/>
                </a:cubicBezTo>
                <a:cubicBezTo>
                  <a:pt x="211803" y="31513"/>
                  <a:pt x="213061" y="31379"/>
                  <a:pt x="214129" y="31226"/>
                </a:cubicBezTo>
                <a:cubicBezTo>
                  <a:pt x="213748" y="35344"/>
                  <a:pt x="213499" y="39444"/>
                  <a:pt x="213384" y="43524"/>
                </a:cubicBezTo>
                <a:cubicBezTo>
                  <a:pt x="213270" y="47604"/>
                  <a:pt x="213213" y="51969"/>
                  <a:pt x="213213" y="56620"/>
                </a:cubicBezTo>
                <a:lnTo>
                  <a:pt x="213213" y="61196"/>
                </a:lnTo>
                <a:cubicBezTo>
                  <a:pt x="213213" y="65847"/>
                  <a:pt x="213270" y="70232"/>
                  <a:pt x="213384" y="74349"/>
                </a:cubicBezTo>
                <a:cubicBezTo>
                  <a:pt x="213499" y="78467"/>
                  <a:pt x="213748" y="82433"/>
                  <a:pt x="214129" y="86246"/>
                </a:cubicBezTo>
                <a:cubicBezTo>
                  <a:pt x="212756" y="86093"/>
                  <a:pt x="211402" y="86017"/>
                  <a:pt x="210068" y="86017"/>
                </a:cubicBezTo>
                <a:cubicBezTo>
                  <a:pt x="208733" y="86017"/>
                  <a:pt x="207380" y="86017"/>
                  <a:pt x="206008" y="86017"/>
                </a:cubicBezTo>
                <a:cubicBezTo>
                  <a:pt x="204635" y="86017"/>
                  <a:pt x="203281" y="86017"/>
                  <a:pt x="201947" y="86017"/>
                </a:cubicBezTo>
                <a:cubicBezTo>
                  <a:pt x="200612" y="86017"/>
                  <a:pt x="199182" y="86093"/>
                  <a:pt x="197657" y="86246"/>
                </a:cubicBezTo>
                <a:lnTo>
                  <a:pt x="198116" y="78009"/>
                </a:lnTo>
                <a:lnTo>
                  <a:pt x="197885" y="78009"/>
                </a:lnTo>
                <a:close/>
                <a:moveTo>
                  <a:pt x="240895" y="58908"/>
                </a:moveTo>
                <a:cubicBezTo>
                  <a:pt x="240895" y="61958"/>
                  <a:pt x="241200" y="64817"/>
                  <a:pt x="241809" y="67487"/>
                </a:cubicBezTo>
                <a:cubicBezTo>
                  <a:pt x="242420" y="70156"/>
                  <a:pt x="243354" y="72463"/>
                  <a:pt x="244612" y="74407"/>
                </a:cubicBezTo>
                <a:cubicBezTo>
                  <a:pt x="245870" y="76351"/>
                  <a:pt x="247471" y="77877"/>
                  <a:pt x="249416" y="78983"/>
                </a:cubicBezTo>
                <a:cubicBezTo>
                  <a:pt x="251361" y="80089"/>
                  <a:pt x="253630" y="80642"/>
                  <a:pt x="256223" y="80642"/>
                </a:cubicBezTo>
                <a:cubicBezTo>
                  <a:pt x="261484" y="80642"/>
                  <a:pt x="266174" y="78926"/>
                  <a:pt x="270292" y="75494"/>
                </a:cubicBezTo>
                <a:lnTo>
                  <a:pt x="271664" y="76524"/>
                </a:lnTo>
                <a:lnTo>
                  <a:pt x="269147" y="82930"/>
                </a:lnTo>
                <a:cubicBezTo>
                  <a:pt x="267241" y="84378"/>
                  <a:pt x="264953" y="85541"/>
                  <a:pt x="262284" y="86417"/>
                </a:cubicBezTo>
                <a:cubicBezTo>
                  <a:pt x="259615" y="87294"/>
                  <a:pt x="256107" y="87733"/>
                  <a:pt x="251761" y="87733"/>
                </a:cubicBezTo>
                <a:cubicBezTo>
                  <a:pt x="248025" y="87733"/>
                  <a:pt x="244479" y="87218"/>
                  <a:pt x="241123" y="86188"/>
                </a:cubicBezTo>
                <a:cubicBezTo>
                  <a:pt x="237769" y="85160"/>
                  <a:pt x="234814" y="83463"/>
                  <a:pt x="232259" y="81099"/>
                </a:cubicBezTo>
                <a:cubicBezTo>
                  <a:pt x="229704" y="78734"/>
                  <a:pt x="227684" y="75741"/>
                  <a:pt x="226197" y="72119"/>
                </a:cubicBezTo>
                <a:cubicBezTo>
                  <a:pt x="224710" y="68497"/>
                  <a:pt x="223966" y="64169"/>
                  <a:pt x="223966" y="59137"/>
                </a:cubicBezTo>
                <a:cubicBezTo>
                  <a:pt x="223966" y="54180"/>
                  <a:pt x="224633" y="49872"/>
                  <a:pt x="225966" y="46212"/>
                </a:cubicBezTo>
                <a:cubicBezTo>
                  <a:pt x="227301" y="42552"/>
                  <a:pt x="229151" y="39501"/>
                  <a:pt x="231515" y="37061"/>
                </a:cubicBezTo>
                <a:cubicBezTo>
                  <a:pt x="233879" y="34620"/>
                  <a:pt x="236682" y="32790"/>
                  <a:pt x="239922" y="31570"/>
                </a:cubicBezTo>
                <a:cubicBezTo>
                  <a:pt x="243163" y="30350"/>
                  <a:pt x="246690" y="29739"/>
                  <a:pt x="250503" y="29739"/>
                </a:cubicBezTo>
                <a:cubicBezTo>
                  <a:pt x="258052" y="29739"/>
                  <a:pt x="263828" y="31951"/>
                  <a:pt x="267831" y="36374"/>
                </a:cubicBezTo>
                <a:cubicBezTo>
                  <a:pt x="271835" y="40796"/>
                  <a:pt x="273837" y="47049"/>
                  <a:pt x="273837" y="55133"/>
                </a:cubicBezTo>
                <a:lnTo>
                  <a:pt x="273837" y="57536"/>
                </a:lnTo>
                <a:cubicBezTo>
                  <a:pt x="273837" y="58222"/>
                  <a:pt x="273799" y="58679"/>
                  <a:pt x="273723" y="58908"/>
                </a:cubicBezTo>
                <a:lnTo>
                  <a:pt x="240895" y="58908"/>
                </a:lnTo>
                <a:moveTo>
                  <a:pt x="258511" y="53761"/>
                </a:moveTo>
                <a:cubicBezTo>
                  <a:pt x="258357" y="48042"/>
                  <a:pt x="257651" y="43467"/>
                  <a:pt x="256394" y="40035"/>
                </a:cubicBezTo>
                <a:cubicBezTo>
                  <a:pt x="255136" y="36603"/>
                  <a:pt x="253020" y="34887"/>
                  <a:pt x="250046" y="34887"/>
                </a:cubicBezTo>
                <a:cubicBezTo>
                  <a:pt x="248368" y="34887"/>
                  <a:pt x="246957" y="35458"/>
                  <a:pt x="245813" y="36602"/>
                </a:cubicBezTo>
                <a:cubicBezTo>
                  <a:pt x="244669" y="37746"/>
                  <a:pt x="243754" y="39214"/>
                  <a:pt x="243068" y="41008"/>
                </a:cubicBezTo>
                <a:cubicBezTo>
                  <a:pt x="242381" y="42799"/>
                  <a:pt x="241866" y="44820"/>
                  <a:pt x="241523" y="47069"/>
                </a:cubicBezTo>
                <a:cubicBezTo>
                  <a:pt x="241181" y="49318"/>
                  <a:pt x="240971" y="51549"/>
                  <a:pt x="240895" y="53761"/>
                </a:cubicBezTo>
                <a:lnTo>
                  <a:pt x="258511" y="53761"/>
                </a:lnTo>
                <a:close/>
              </a:path>
            </a:pathLst>
          </a:custGeom>
          <a:solidFill xmlns:a="http://schemas.openxmlformats.org/drawingml/2006/main">
            <a:srgbClr val="BF36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_M">
            <a:extLst xmlns:a="http://schemas.openxmlformats.org/drawingml/2006/main">
              <a:ext uri="{FF2B5EF4-FFF2-40B4-BE49-F238E27FC236}">
                <a16:creationId xmlns:a16="http://schemas.microsoft.com/office/drawing/2014/main" id="{0FC06C93-447A-43DF-84F4-32AEC764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329" y="722859"/>
            <a:ext cx="154878" cy="92423"/>
          </a:xfrm>
          <a:custGeom xmlns:a="http://schemas.openxmlformats.org/drawingml/2006/main">
            <a:pathLst>
              <a:path w="154878" h="92423">
                <a:moveTo>
                  <a:pt x="57192" y="86703"/>
                </a:moveTo>
                <a:lnTo>
                  <a:pt x="57192" y="92423"/>
                </a:lnTo>
                <a:lnTo>
                  <a:pt x="0" y="92423"/>
                </a:lnTo>
                <a:lnTo>
                  <a:pt x="0" y="86703"/>
                </a:lnTo>
                <a:lnTo>
                  <a:pt x="57192" y="86703"/>
                </a:lnTo>
                <a:close/>
                <a:moveTo>
                  <a:pt x="76525" y="26994"/>
                </a:moveTo>
                <a:cubicBezTo>
                  <a:pt x="75304" y="35764"/>
                  <a:pt x="74388" y="44419"/>
                  <a:pt x="73777" y="52960"/>
                </a:cubicBezTo>
                <a:cubicBezTo>
                  <a:pt x="73168" y="61501"/>
                  <a:pt x="72558" y="70041"/>
                  <a:pt x="71948" y="78582"/>
                </a:cubicBezTo>
                <a:cubicBezTo>
                  <a:pt x="71034" y="78430"/>
                  <a:pt x="70119" y="78353"/>
                  <a:pt x="69203" y="78353"/>
                </a:cubicBezTo>
                <a:cubicBezTo>
                  <a:pt x="68288" y="78353"/>
                  <a:pt x="67411" y="78353"/>
                  <a:pt x="66573" y="78353"/>
                </a:cubicBezTo>
                <a:cubicBezTo>
                  <a:pt x="65658" y="78353"/>
                  <a:pt x="64762" y="78353"/>
                  <a:pt x="63885" y="78353"/>
                </a:cubicBezTo>
                <a:cubicBezTo>
                  <a:pt x="63007" y="78353"/>
                  <a:pt x="62111" y="78430"/>
                  <a:pt x="61197" y="78582"/>
                </a:cubicBezTo>
                <a:cubicBezTo>
                  <a:pt x="63637" y="65466"/>
                  <a:pt x="65810" y="52426"/>
                  <a:pt x="67716" y="39463"/>
                </a:cubicBezTo>
                <a:cubicBezTo>
                  <a:pt x="69623" y="26499"/>
                  <a:pt x="71377" y="13345"/>
                  <a:pt x="72978" y="0"/>
                </a:cubicBezTo>
                <a:cubicBezTo>
                  <a:pt x="73817" y="152"/>
                  <a:pt x="74598" y="286"/>
                  <a:pt x="75322" y="401"/>
                </a:cubicBezTo>
                <a:cubicBezTo>
                  <a:pt x="76047" y="515"/>
                  <a:pt x="76829" y="572"/>
                  <a:pt x="77668" y="572"/>
                </a:cubicBezTo>
                <a:cubicBezTo>
                  <a:pt x="78354" y="572"/>
                  <a:pt x="79079" y="515"/>
                  <a:pt x="79841" y="401"/>
                </a:cubicBezTo>
                <a:cubicBezTo>
                  <a:pt x="80603" y="286"/>
                  <a:pt x="81404" y="152"/>
                  <a:pt x="82242" y="0"/>
                </a:cubicBezTo>
                <a:cubicBezTo>
                  <a:pt x="84302" y="4575"/>
                  <a:pt x="86456" y="9227"/>
                  <a:pt x="88706" y="13954"/>
                </a:cubicBezTo>
                <a:cubicBezTo>
                  <a:pt x="90955" y="18682"/>
                  <a:pt x="93204" y="23391"/>
                  <a:pt x="95453" y="28081"/>
                </a:cubicBezTo>
                <a:cubicBezTo>
                  <a:pt x="97704" y="32771"/>
                  <a:pt x="99953" y="37365"/>
                  <a:pt x="102203" y="41865"/>
                </a:cubicBezTo>
                <a:cubicBezTo>
                  <a:pt x="104453" y="46364"/>
                  <a:pt x="106607" y="50634"/>
                  <a:pt x="108666" y="54676"/>
                </a:cubicBezTo>
                <a:cubicBezTo>
                  <a:pt x="113241" y="46135"/>
                  <a:pt x="117797" y="37194"/>
                  <a:pt x="122334" y="27853"/>
                </a:cubicBezTo>
                <a:cubicBezTo>
                  <a:pt x="126872" y="18511"/>
                  <a:pt x="131200" y="9227"/>
                  <a:pt x="135318" y="0"/>
                </a:cubicBezTo>
                <a:cubicBezTo>
                  <a:pt x="137223" y="382"/>
                  <a:pt x="138863" y="572"/>
                  <a:pt x="140236" y="572"/>
                </a:cubicBezTo>
                <a:cubicBezTo>
                  <a:pt x="141532" y="572"/>
                  <a:pt x="143134" y="382"/>
                  <a:pt x="145041" y="0"/>
                </a:cubicBezTo>
                <a:cubicBezTo>
                  <a:pt x="145803" y="6558"/>
                  <a:pt x="146622" y="13612"/>
                  <a:pt x="147499" y="21161"/>
                </a:cubicBezTo>
                <a:cubicBezTo>
                  <a:pt x="148376" y="28710"/>
                  <a:pt x="149234" y="36088"/>
                  <a:pt x="150073" y="43294"/>
                </a:cubicBezTo>
                <a:cubicBezTo>
                  <a:pt x="150912" y="50500"/>
                  <a:pt x="151751" y="57230"/>
                  <a:pt x="152590" y="63483"/>
                </a:cubicBezTo>
                <a:cubicBezTo>
                  <a:pt x="153429" y="69736"/>
                  <a:pt x="154191" y="74769"/>
                  <a:pt x="154878" y="78582"/>
                </a:cubicBezTo>
                <a:cubicBezTo>
                  <a:pt x="153352" y="78430"/>
                  <a:pt x="151808" y="78353"/>
                  <a:pt x="150244" y="78353"/>
                </a:cubicBezTo>
                <a:cubicBezTo>
                  <a:pt x="148681" y="78353"/>
                  <a:pt x="147137" y="78353"/>
                  <a:pt x="145612" y="78353"/>
                </a:cubicBezTo>
                <a:cubicBezTo>
                  <a:pt x="144087" y="78353"/>
                  <a:pt x="142524" y="78353"/>
                  <a:pt x="140922" y="78353"/>
                </a:cubicBezTo>
                <a:cubicBezTo>
                  <a:pt x="139321" y="78353"/>
                  <a:pt x="137720" y="78430"/>
                  <a:pt x="136119" y="78582"/>
                </a:cubicBezTo>
                <a:cubicBezTo>
                  <a:pt x="135737" y="70728"/>
                  <a:pt x="135108" y="62225"/>
                  <a:pt x="134230" y="53075"/>
                </a:cubicBezTo>
                <a:cubicBezTo>
                  <a:pt x="133354" y="43923"/>
                  <a:pt x="132458" y="34849"/>
                  <a:pt x="131542" y="25851"/>
                </a:cubicBezTo>
                <a:lnTo>
                  <a:pt x="131314" y="25851"/>
                </a:lnTo>
                <a:cubicBezTo>
                  <a:pt x="126968" y="34849"/>
                  <a:pt x="122697" y="43694"/>
                  <a:pt x="118503" y="52387"/>
                </a:cubicBezTo>
                <a:cubicBezTo>
                  <a:pt x="114309" y="61081"/>
                  <a:pt x="110153" y="69812"/>
                  <a:pt x="106035" y="78582"/>
                </a:cubicBezTo>
                <a:cubicBezTo>
                  <a:pt x="105654" y="78506"/>
                  <a:pt x="105291" y="78449"/>
                  <a:pt x="104948" y="78411"/>
                </a:cubicBezTo>
                <a:cubicBezTo>
                  <a:pt x="104605" y="78373"/>
                  <a:pt x="104243" y="78353"/>
                  <a:pt x="103862" y="78353"/>
                </a:cubicBezTo>
                <a:cubicBezTo>
                  <a:pt x="103481" y="78353"/>
                  <a:pt x="103118" y="78373"/>
                  <a:pt x="102775" y="78411"/>
                </a:cubicBezTo>
                <a:cubicBezTo>
                  <a:pt x="102432" y="78449"/>
                  <a:pt x="102070" y="78506"/>
                  <a:pt x="101689" y="78582"/>
                </a:cubicBezTo>
                <a:cubicBezTo>
                  <a:pt x="97572" y="70041"/>
                  <a:pt x="93472" y="61501"/>
                  <a:pt x="89392" y="52960"/>
                </a:cubicBezTo>
                <a:cubicBezTo>
                  <a:pt x="85312" y="44419"/>
                  <a:pt x="81099" y="35764"/>
                  <a:pt x="76753" y="26994"/>
                </a:cubicBezTo>
                <a:lnTo>
                  <a:pt x="76525" y="26994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1">
            <a:extLst xmlns:a="http://schemas.openxmlformats.org/drawingml/2006/main">
              <a:ext uri="{FF2B5EF4-FFF2-40B4-BE49-F238E27FC236}">
                <a16:creationId xmlns:a16="http://schemas.microsoft.com/office/drawing/2014/main" id="{77276607-2E26-4B4F-AA3B-A804D5A1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009" y="900889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2">
            <a:extLst xmlns:a="http://schemas.openxmlformats.org/drawingml/2006/main">
              <a:ext uri="{FF2B5EF4-FFF2-40B4-BE49-F238E27FC236}">
                <a16:creationId xmlns:a16="http://schemas.microsoft.com/office/drawing/2014/main" id="{2E1411BD-D8C3-49B2-B5D0-85575B0D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9534" y="893149"/>
            <a:ext cx="50558" cy="77095"/>
          </a:xfrm>
          <a:custGeom xmlns:a="http://schemas.openxmlformats.org/drawingml/2006/main">
            <a:pathLst>
              <a:path w="50558" h="77095">
                <a:moveTo>
                  <a:pt x="115" y="72292"/>
                </a:moveTo>
                <a:cubicBezTo>
                  <a:pt x="5987" y="66953"/>
                  <a:pt x="10981" y="62015"/>
                  <a:pt x="15099" y="57479"/>
                </a:cubicBezTo>
                <a:cubicBezTo>
                  <a:pt x="19217" y="52941"/>
                  <a:pt x="22572" y="48651"/>
                  <a:pt x="25165" y="44610"/>
                </a:cubicBezTo>
                <a:cubicBezTo>
                  <a:pt x="27757" y="40568"/>
                  <a:pt x="29625" y="36678"/>
                  <a:pt x="30769" y="32942"/>
                </a:cubicBezTo>
                <a:cubicBezTo>
                  <a:pt x="31913" y="29206"/>
                  <a:pt x="32485" y="25470"/>
                  <a:pt x="32485" y="21733"/>
                </a:cubicBezTo>
                <a:cubicBezTo>
                  <a:pt x="32485" y="18607"/>
                  <a:pt x="32161" y="15995"/>
                  <a:pt x="31513" y="13898"/>
                </a:cubicBezTo>
                <a:cubicBezTo>
                  <a:pt x="30865" y="11800"/>
                  <a:pt x="29988" y="10103"/>
                  <a:pt x="28882" y="8807"/>
                </a:cubicBezTo>
                <a:cubicBezTo>
                  <a:pt x="27777" y="7511"/>
                  <a:pt x="26538" y="6577"/>
                  <a:pt x="25165" y="6006"/>
                </a:cubicBezTo>
                <a:cubicBezTo>
                  <a:pt x="23792" y="5433"/>
                  <a:pt x="22381" y="5147"/>
                  <a:pt x="20932" y="5147"/>
                </a:cubicBezTo>
                <a:cubicBezTo>
                  <a:pt x="18797" y="5147"/>
                  <a:pt x="17024" y="5738"/>
                  <a:pt x="15612" y="6920"/>
                </a:cubicBezTo>
                <a:cubicBezTo>
                  <a:pt x="14202" y="8103"/>
                  <a:pt x="13078" y="9552"/>
                  <a:pt x="12239" y="11268"/>
                </a:cubicBezTo>
                <a:cubicBezTo>
                  <a:pt x="11400" y="12983"/>
                  <a:pt x="10828" y="14794"/>
                  <a:pt x="10523" y="16700"/>
                </a:cubicBezTo>
                <a:cubicBezTo>
                  <a:pt x="10218" y="18606"/>
                  <a:pt x="10066" y="20321"/>
                  <a:pt x="10066" y="21847"/>
                </a:cubicBezTo>
                <a:lnTo>
                  <a:pt x="8922" y="22191"/>
                </a:lnTo>
                <a:cubicBezTo>
                  <a:pt x="7397" y="20742"/>
                  <a:pt x="5910" y="19427"/>
                  <a:pt x="4461" y="18244"/>
                </a:cubicBezTo>
                <a:cubicBezTo>
                  <a:pt x="3013" y="17062"/>
                  <a:pt x="1525" y="15861"/>
                  <a:pt x="0" y="14640"/>
                </a:cubicBezTo>
                <a:cubicBezTo>
                  <a:pt x="1373" y="10522"/>
                  <a:pt x="4004" y="7053"/>
                  <a:pt x="7893" y="4233"/>
                </a:cubicBezTo>
                <a:cubicBezTo>
                  <a:pt x="11781" y="1411"/>
                  <a:pt x="17081" y="0"/>
                  <a:pt x="23791" y="0"/>
                </a:cubicBezTo>
                <a:cubicBezTo>
                  <a:pt x="29053" y="0"/>
                  <a:pt x="33419" y="610"/>
                  <a:pt x="36888" y="1831"/>
                </a:cubicBezTo>
                <a:cubicBezTo>
                  <a:pt x="40358" y="3050"/>
                  <a:pt x="43104" y="4632"/>
                  <a:pt x="45125" y="6577"/>
                </a:cubicBezTo>
                <a:cubicBezTo>
                  <a:pt x="47146" y="8521"/>
                  <a:pt x="48557" y="10656"/>
                  <a:pt x="49357" y="12982"/>
                </a:cubicBezTo>
                <a:cubicBezTo>
                  <a:pt x="50158" y="15308"/>
                  <a:pt x="50558" y="17577"/>
                  <a:pt x="50558" y="19789"/>
                </a:cubicBezTo>
                <a:cubicBezTo>
                  <a:pt x="50558" y="22305"/>
                  <a:pt x="50100" y="24916"/>
                  <a:pt x="49185" y="27624"/>
                </a:cubicBezTo>
                <a:cubicBezTo>
                  <a:pt x="48270" y="30331"/>
                  <a:pt x="46611" y="33381"/>
                  <a:pt x="44209" y="36775"/>
                </a:cubicBezTo>
                <a:cubicBezTo>
                  <a:pt x="41807" y="40168"/>
                  <a:pt x="38490" y="44000"/>
                  <a:pt x="34258" y="48270"/>
                </a:cubicBezTo>
                <a:cubicBezTo>
                  <a:pt x="30026" y="52540"/>
                  <a:pt x="24593" y="57497"/>
                  <a:pt x="17958" y="63141"/>
                </a:cubicBezTo>
                <a:lnTo>
                  <a:pt x="18073" y="63369"/>
                </a:lnTo>
                <a:cubicBezTo>
                  <a:pt x="23563" y="63292"/>
                  <a:pt x="28958" y="63216"/>
                  <a:pt x="34258" y="63141"/>
                </a:cubicBezTo>
                <a:cubicBezTo>
                  <a:pt x="39558" y="63064"/>
                  <a:pt x="44953" y="62835"/>
                  <a:pt x="50443" y="62453"/>
                </a:cubicBezTo>
                <a:cubicBezTo>
                  <a:pt x="50367" y="63750"/>
                  <a:pt x="50272" y="64990"/>
                  <a:pt x="50157" y="66172"/>
                </a:cubicBezTo>
                <a:cubicBezTo>
                  <a:pt x="50043" y="67353"/>
                  <a:pt x="49986" y="68592"/>
                  <a:pt x="49986" y="69888"/>
                </a:cubicBezTo>
                <a:cubicBezTo>
                  <a:pt x="49986" y="71184"/>
                  <a:pt x="50043" y="72443"/>
                  <a:pt x="50157" y="73664"/>
                </a:cubicBezTo>
                <a:cubicBezTo>
                  <a:pt x="50272" y="74884"/>
                  <a:pt x="50367" y="76028"/>
                  <a:pt x="50443" y="77095"/>
                </a:cubicBezTo>
                <a:cubicBezTo>
                  <a:pt x="46097" y="76942"/>
                  <a:pt x="41827" y="76866"/>
                  <a:pt x="37632" y="76866"/>
                </a:cubicBezTo>
                <a:cubicBezTo>
                  <a:pt x="33438" y="76866"/>
                  <a:pt x="29168" y="76866"/>
                  <a:pt x="24821" y="76866"/>
                </a:cubicBezTo>
                <a:cubicBezTo>
                  <a:pt x="20703" y="76866"/>
                  <a:pt x="16585" y="76866"/>
                  <a:pt x="12467" y="76866"/>
                </a:cubicBezTo>
                <a:cubicBezTo>
                  <a:pt x="8349" y="76866"/>
                  <a:pt x="4232" y="76942"/>
                  <a:pt x="115" y="77095"/>
                </a:cubicBezTo>
                <a:lnTo>
                  <a:pt x="115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4">
            <a:extLst xmlns:a="http://schemas.openxmlformats.org/drawingml/2006/main">
              <a:ext uri="{FF2B5EF4-FFF2-40B4-BE49-F238E27FC236}">
                <a16:creationId xmlns:a16="http://schemas.microsoft.com/office/drawing/2014/main" id="{B3CE40D4-D096-4474-B7E2-3C06FD8E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644" y="893149"/>
            <a:ext cx="55362" cy="77095"/>
          </a:xfrm>
          <a:custGeom xmlns:a="http://schemas.openxmlformats.org/drawingml/2006/main">
            <a:pathLst>
              <a:path w="55362" h="77095">
                <a:moveTo>
                  <a:pt x="29739" y="13040"/>
                </a:moveTo>
                <a:cubicBezTo>
                  <a:pt x="28672" y="14565"/>
                  <a:pt x="27262" y="16624"/>
                  <a:pt x="25507" y="19217"/>
                </a:cubicBezTo>
                <a:cubicBezTo>
                  <a:pt x="23753" y="21809"/>
                  <a:pt x="21847" y="24649"/>
                  <a:pt x="19787" y="27737"/>
                </a:cubicBezTo>
                <a:cubicBezTo>
                  <a:pt x="17729" y="30826"/>
                  <a:pt x="15632" y="34010"/>
                  <a:pt x="13497" y="37290"/>
                </a:cubicBezTo>
                <a:cubicBezTo>
                  <a:pt x="11362" y="40569"/>
                  <a:pt x="9379" y="43619"/>
                  <a:pt x="7549" y="46439"/>
                </a:cubicBezTo>
                <a:lnTo>
                  <a:pt x="29968" y="46439"/>
                </a:lnTo>
                <a:lnTo>
                  <a:pt x="29968" y="13040"/>
                </a:lnTo>
                <a:lnTo>
                  <a:pt x="29739" y="13040"/>
                </a:lnTo>
                <a:moveTo>
                  <a:pt x="0" y="59022"/>
                </a:moveTo>
                <a:cubicBezTo>
                  <a:pt x="152" y="58030"/>
                  <a:pt x="286" y="57077"/>
                  <a:pt x="400" y="56163"/>
                </a:cubicBezTo>
                <a:cubicBezTo>
                  <a:pt x="515" y="55248"/>
                  <a:pt x="572" y="54333"/>
                  <a:pt x="572" y="53417"/>
                </a:cubicBezTo>
                <a:cubicBezTo>
                  <a:pt x="572" y="52503"/>
                  <a:pt x="515" y="51588"/>
                  <a:pt x="400" y="50673"/>
                </a:cubicBezTo>
                <a:cubicBezTo>
                  <a:pt x="286" y="49758"/>
                  <a:pt x="152" y="48842"/>
                  <a:pt x="0" y="47926"/>
                </a:cubicBezTo>
                <a:cubicBezTo>
                  <a:pt x="5262" y="39844"/>
                  <a:pt x="10466" y="31857"/>
                  <a:pt x="15612" y="23964"/>
                </a:cubicBezTo>
                <a:cubicBezTo>
                  <a:pt x="20760" y="16071"/>
                  <a:pt x="26079" y="8083"/>
                  <a:pt x="31570" y="0"/>
                </a:cubicBezTo>
                <a:cubicBezTo>
                  <a:pt x="32867" y="152"/>
                  <a:pt x="34106" y="286"/>
                  <a:pt x="35288" y="400"/>
                </a:cubicBezTo>
                <a:cubicBezTo>
                  <a:pt x="36470" y="514"/>
                  <a:pt x="37709" y="571"/>
                  <a:pt x="39006" y="571"/>
                </a:cubicBezTo>
                <a:cubicBezTo>
                  <a:pt x="40302" y="571"/>
                  <a:pt x="41540" y="514"/>
                  <a:pt x="42722" y="400"/>
                </a:cubicBezTo>
                <a:cubicBezTo>
                  <a:pt x="43904" y="286"/>
                  <a:pt x="45144" y="152"/>
                  <a:pt x="46441" y="0"/>
                </a:cubicBezTo>
                <a:cubicBezTo>
                  <a:pt x="46212" y="1754"/>
                  <a:pt x="46021" y="4308"/>
                  <a:pt x="45868" y="7664"/>
                </a:cubicBezTo>
                <a:cubicBezTo>
                  <a:pt x="45716" y="11019"/>
                  <a:pt x="45601" y="14812"/>
                  <a:pt x="45525" y="19046"/>
                </a:cubicBezTo>
                <a:cubicBezTo>
                  <a:pt x="45449" y="23277"/>
                  <a:pt x="45392" y="27796"/>
                  <a:pt x="45354" y="32600"/>
                </a:cubicBezTo>
                <a:cubicBezTo>
                  <a:pt x="45315" y="37403"/>
                  <a:pt x="45296" y="42169"/>
                  <a:pt x="45296" y="46898"/>
                </a:cubicBezTo>
                <a:lnTo>
                  <a:pt x="55362" y="46097"/>
                </a:lnTo>
                <a:cubicBezTo>
                  <a:pt x="55209" y="47241"/>
                  <a:pt x="55094" y="48385"/>
                  <a:pt x="55018" y="49528"/>
                </a:cubicBezTo>
                <a:cubicBezTo>
                  <a:pt x="54942" y="50672"/>
                  <a:pt x="54904" y="51778"/>
                  <a:pt x="54904" y="52845"/>
                </a:cubicBezTo>
                <a:cubicBezTo>
                  <a:pt x="54904" y="53913"/>
                  <a:pt x="54942" y="55019"/>
                  <a:pt x="55018" y="56163"/>
                </a:cubicBezTo>
                <a:cubicBezTo>
                  <a:pt x="55094" y="57306"/>
                  <a:pt x="55209" y="58412"/>
                  <a:pt x="55362" y="59481"/>
                </a:cubicBezTo>
                <a:lnTo>
                  <a:pt x="45296" y="58793"/>
                </a:lnTo>
                <a:cubicBezTo>
                  <a:pt x="45296" y="61996"/>
                  <a:pt x="45353" y="65123"/>
                  <a:pt x="45467" y="68174"/>
                </a:cubicBezTo>
                <a:cubicBezTo>
                  <a:pt x="45582" y="71224"/>
                  <a:pt x="45868" y="74198"/>
                  <a:pt x="46326" y="77095"/>
                </a:cubicBezTo>
                <a:cubicBezTo>
                  <a:pt x="44877" y="76942"/>
                  <a:pt x="43428" y="76866"/>
                  <a:pt x="41978" y="76866"/>
                </a:cubicBezTo>
                <a:cubicBezTo>
                  <a:pt x="40529" y="76866"/>
                  <a:pt x="39081" y="76866"/>
                  <a:pt x="37632" y="76866"/>
                </a:cubicBezTo>
                <a:cubicBezTo>
                  <a:pt x="36183" y="76866"/>
                  <a:pt x="34735" y="76866"/>
                  <a:pt x="33286" y="76866"/>
                </a:cubicBezTo>
                <a:cubicBezTo>
                  <a:pt x="31837" y="76866"/>
                  <a:pt x="30389" y="76942"/>
                  <a:pt x="28940" y="77095"/>
                </a:cubicBezTo>
                <a:lnTo>
                  <a:pt x="29968" y="59022"/>
                </a:lnTo>
                <a:lnTo>
                  <a:pt x="0" y="5902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…">
            <a:extLst xmlns:a="http://schemas.openxmlformats.org/drawingml/2006/main">
              <a:ext uri="{FF2B5EF4-FFF2-40B4-BE49-F238E27FC236}">
                <a16:creationId xmlns:a16="http://schemas.microsoft.com/office/drawing/2014/main" id="{4398477E-EBC0-4F8A-BBE0-F2F063E5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798" y="930673"/>
            <a:ext cx="94938" cy="18415"/>
          </a:xfrm>
          <a:custGeom xmlns:a="http://schemas.openxmlformats.org/drawingml/2006/main">
            <a:pathLst>
              <a:path w="94938" h="18415">
                <a:moveTo>
                  <a:pt x="76180" y="9380"/>
                </a:moveTo>
                <a:cubicBezTo>
                  <a:pt x="76180" y="6786"/>
                  <a:pt x="77095" y="4575"/>
                  <a:pt x="78924" y="2745"/>
                </a:cubicBezTo>
                <a:cubicBezTo>
                  <a:pt x="80754" y="915"/>
                  <a:pt x="82966" y="0"/>
                  <a:pt x="85558" y="0"/>
                </a:cubicBezTo>
                <a:cubicBezTo>
                  <a:pt x="88152" y="0"/>
                  <a:pt x="90363" y="915"/>
                  <a:pt x="92192" y="2745"/>
                </a:cubicBezTo>
                <a:cubicBezTo>
                  <a:pt x="94023" y="4575"/>
                  <a:pt x="94938" y="6786"/>
                  <a:pt x="94938" y="9380"/>
                </a:cubicBezTo>
                <a:cubicBezTo>
                  <a:pt x="94938" y="11972"/>
                  <a:pt x="94023" y="14126"/>
                  <a:pt x="92192" y="15843"/>
                </a:cubicBezTo>
                <a:cubicBezTo>
                  <a:pt x="90363" y="17558"/>
                  <a:pt x="88152" y="18415"/>
                  <a:pt x="85558" y="18415"/>
                </a:cubicBezTo>
                <a:cubicBezTo>
                  <a:pt x="82966" y="18415"/>
                  <a:pt x="80754" y="17558"/>
                  <a:pt x="78924" y="15843"/>
                </a:cubicBezTo>
                <a:cubicBezTo>
                  <a:pt x="77095" y="14126"/>
                  <a:pt x="76180" y="11972"/>
                  <a:pt x="76180" y="9380"/>
                </a:cubicBezTo>
                <a:moveTo>
                  <a:pt x="38089" y="9380"/>
                </a:moveTo>
                <a:cubicBezTo>
                  <a:pt x="38089" y="6786"/>
                  <a:pt x="39004" y="4575"/>
                  <a:pt x="40835" y="2745"/>
                </a:cubicBezTo>
                <a:cubicBezTo>
                  <a:pt x="42665" y="915"/>
                  <a:pt x="44876" y="0"/>
                  <a:pt x="47469" y="0"/>
                </a:cubicBezTo>
                <a:cubicBezTo>
                  <a:pt x="50061" y="0"/>
                  <a:pt x="52273" y="915"/>
                  <a:pt x="54103" y="2745"/>
                </a:cubicBezTo>
                <a:cubicBezTo>
                  <a:pt x="55933" y="4575"/>
                  <a:pt x="56849" y="6786"/>
                  <a:pt x="56849" y="9380"/>
                </a:cubicBezTo>
                <a:cubicBezTo>
                  <a:pt x="56849" y="11972"/>
                  <a:pt x="55933" y="14126"/>
                  <a:pt x="54103" y="15843"/>
                </a:cubicBezTo>
                <a:cubicBezTo>
                  <a:pt x="52273" y="17558"/>
                  <a:pt x="50061" y="18415"/>
                  <a:pt x="47469" y="18415"/>
                </a:cubicBezTo>
                <a:cubicBezTo>
                  <a:pt x="44876" y="18415"/>
                  <a:pt x="42665" y="17558"/>
                  <a:pt x="40835" y="15843"/>
                </a:cubicBezTo>
                <a:cubicBezTo>
                  <a:pt x="39004" y="14126"/>
                  <a:pt x="38089" y="11972"/>
                  <a:pt x="38089" y="9380"/>
                </a:cubicBezTo>
                <a:moveTo>
                  <a:pt x="0" y="9380"/>
                </a:moveTo>
                <a:cubicBezTo>
                  <a:pt x="0" y="6786"/>
                  <a:pt x="915" y="4575"/>
                  <a:pt x="2744" y="2745"/>
                </a:cubicBezTo>
                <a:cubicBezTo>
                  <a:pt x="4574" y="915"/>
                  <a:pt x="6786" y="0"/>
                  <a:pt x="9380" y="0"/>
                </a:cubicBezTo>
                <a:cubicBezTo>
                  <a:pt x="11972" y="0"/>
                  <a:pt x="14183" y="915"/>
                  <a:pt x="16012" y="2745"/>
                </a:cubicBezTo>
                <a:cubicBezTo>
                  <a:pt x="17842" y="4575"/>
                  <a:pt x="18758" y="6786"/>
                  <a:pt x="18758" y="9380"/>
                </a:cubicBezTo>
                <a:cubicBezTo>
                  <a:pt x="18758" y="11972"/>
                  <a:pt x="17842" y="14126"/>
                  <a:pt x="16012" y="15843"/>
                </a:cubicBezTo>
                <a:cubicBezTo>
                  <a:pt x="14183" y="17558"/>
                  <a:pt x="11972" y="18415"/>
                  <a:pt x="9380" y="18415"/>
                </a:cubicBezTo>
                <a:cubicBezTo>
                  <a:pt x="6786" y="18415"/>
                  <a:pt x="4574" y="17558"/>
                  <a:pt x="2744" y="15843"/>
                </a:cubicBezTo>
                <a:cubicBezTo>
                  <a:pt x="915" y="14126"/>
                  <a:pt x="0" y="11972"/>
                  <a:pt x="0" y="938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2">
            <a:extLst xmlns:a="http://schemas.openxmlformats.org/drawingml/2006/main">
              <a:ext uri="{FF2B5EF4-FFF2-40B4-BE49-F238E27FC236}">
                <a16:creationId xmlns:a16="http://schemas.microsoft.com/office/drawing/2014/main" id="{25B931B1-D5D4-4F2B-9DF7-7D6076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9714" y="1086456"/>
            <a:ext cx="50558" cy="77095"/>
          </a:xfrm>
          <a:custGeom xmlns:a="http://schemas.openxmlformats.org/drawingml/2006/main">
            <a:pathLst>
              <a:path w="50558" h="77095">
                <a:moveTo>
                  <a:pt x="115" y="72292"/>
                </a:moveTo>
                <a:cubicBezTo>
                  <a:pt x="5987" y="66953"/>
                  <a:pt x="10981" y="62015"/>
                  <a:pt x="15099" y="57479"/>
                </a:cubicBezTo>
                <a:cubicBezTo>
                  <a:pt x="19217" y="52941"/>
                  <a:pt x="22572" y="48651"/>
                  <a:pt x="25165" y="44610"/>
                </a:cubicBezTo>
                <a:cubicBezTo>
                  <a:pt x="27757" y="40568"/>
                  <a:pt x="29625" y="36678"/>
                  <a:pt x="30769" y="32942"/>
                </a:cubicBezTo>
                <a:cubicBezTo>
                  <a:pt x="31913" y="29206"/>
                  <a:pt x="32485" y="25470"/>
                  <a:pt x="32485" y="21733"/>
                </a:cubicBezTo>
                <a:cubicBezTo>
                  <a:pt x="32485" y="18607"/>
                  <a:pt x="32161" y="15995"/>
                  <a:pt x="31513" y="13898"/>
                </a:cubicBezTo>
                <a:cubicBezTo>
                  <a:pt x="30865" y="11800"/>
                  <a:pt x="29988" y="10103"/>
                  <a:pt x="28882" y="8807"/>
                </a:cubicBezTo>
                <a:cubicBezTo>
                  <a:pt x="27777" y="7511"/>
                  <a:pt x="26538" y="6577"/>
                  <a:pt x="25165" y="6006"/>
                </a:cubicBezTo>
                <a:cubicBezTo>
                  <a:pt x="23792" y="5433"/>
                  <a:pt x="22381" y="5147"/>
                  <a:pt x="20932" y="5147"/>
                </a:cubicBezTo>
                <a:cubicBezTo>
                  <a:pt x="18797" y="5147"/>
                  <a:pt x="17024" y="5738"/>
                  <a:pt x="15612" y="6920"/>
                </a:cubicBezTo>
                <a:cubicBezTo>
                  <a:pt x="14202" y="8103"/>
                  <a:pt x="13078" y="9552"/>
                  <a:pt x="12239" y="11268"/>
                </a:cubicBezTo>
                <a:cubicBezTo>
                  <a:pt x="11400" y="12983"/>
                  <a:pt x="10828" y="14794"/>
                  <a:pt x="10523" y="16700"/>
                </a:cubicBezTo>
                <a:cubicBezTo>
                  <a:pt x="10218" y="18606"/>
                  <a:pt x="10066" y="20321"/>
                  <a:pt x="10066" y="21847"/>
                </a:cubicBezTo>
                <a:lnTo>
                  <a:pt x="8922" y="22191"/>
                </a:lnTo>
                <a:cubicBezTo>
                  <a:pt x="7397" y="20742"/>
                  <a:pt x="5910" y="19427"/>
                  <a:pt x="4461" y="18244"/>
                </a:cubicBezTo>
                <a:cubicBezTo>
                  <a:pt x="3013" y="17062"/>
                  <a:pt x="1525" y="15861"/>
                  <a:pt x="0" y="14640"/>
                </a:cubicBezTo>
                <a:cubicBezTo>
                  <a:pt x="1373" y="10522"/>
                  <a:pt x="4004" y="7053"/>
                  <a:pt x="7893" y="4233"/>
                </a:cubicBezTo>
                <a:cubicBezTo>
                  <a:pt x="11781" y="1411"/>
                  <a:pt x="17081" y="0"/>
                  <a:pt x="23791" y="0"/>
                </a:cubicBezTo>
                <a:cubicBezTo>
                  <a:pt x="29053" y="0"/>
                  <a:pt x="33419" y="610"/>
                  <a:pt x="36888" y="1831"/>
                </a:cubicBezTo>
                <a:cubicBezTo>
                  <a:pt x="40358" y="3050"/>
                  <a:pt x="43104" y="4632"/>
                  <a:pt x="45125" y="6577"/>
                </a:cubicBezTo>
                <a:cubicBezTo>
                  <a:pt x="47146" y="8521"/>
                  <a:pt x="48557" y="10656"/>
                  <a:pt x="49357" y="12982"/>
                </a:cubicBezTo>
                <a:cubicBezTo>
                  <a:pt x="50158" y="15308"/>
                  <a:pt x="50558" y="17577"/>
                  <a:pt x="50558" y="19789"/>
                </a:cubicBezTo>
                <a:cubicBezTo>
                  <a:pt x="50558" y="22305"/>
                  <a:pt x="50100" y="24916"/>
                  <a:pt x="49185" y="27624"/>
                </a:cubicBezTo>
                <a:cubicBezTo>
                  <a:pt x="48270" y="30331"/>
                  <a:pt x="46611" y="33381"/>
                  <a:pt x="44209" y="36775"/>
                </a:cubicBezTo>
                <a:cubicBezTo>
                  <a:pt x="41807" y="40168"/>
                  <a:pt x="38490" y="44000"/>
                  <a:pt x="34258" y="48270"/>
                </a:cubicBezTo>
                <a:cubicBezTo>
                  <a:pt x="30026" y="52540"/>
                  <a:pt x="24593" y="57497"/>
                  <a:pt x="17958" y="63141"/>
                </a:cubicBezTo>
                <a:lnTo>
                  <a:pt x="18073" y="63369"/>
                </a:lnTo>
                <a:cubicBezTo>
                  <a:pt x="23563" y="63292"/>
                  <a:pt x="28958" y="63216"/>
                  <a:pt x="34258" y="63141"/>
                </a:cubicBezTo>
                <a:cubicBezTo>
                  <a:pt x="39558" y="63064"/>
                  <a:pt x="44953" y="62835"/>
                  <a:pt x="50443" y="62453"/>
                </a:cubicBezTo>
                <a:cubicBezTo>
                  <a:pt x="50367" y="63750"/>
                  <a:pt x="50272" y="64990"/>
                  <a:pt x="50157" y="66172"/>
                </a:cubicBezTo>
                <a:cubicBezTo>
                  <a:pt x="50043" y="67353"/>
                  <a:pt x="49986" y="68592"/>
                  <a:pt x="49986" y="69888"/>
                </a:cubicBezTo>
                <a:cubicBezTo>
                  <a:pt x="49986" y="71184"/>
                  <a:pt x="50043" y="72443"/>
                  <a:pt x="50157" y="73664"/>
                </a:cubicBezTo>
                <a:cubicBezTo>
                  <a:pt x="50272" y="74884"/>
                  <a:pt x="50367" y="76028"/>
                  <a:pt x="50443" y="77095"/>
                </a:cubicBezTo>
                <a:cubicBezTo>
                  <a:pt x="46097" y="76942"/>
                  <a:pt x="41827" y="76866"/>
                  <a:pt x="37632" y="76866"/>
                </a:cubicBezTo>
                <a:cubicBezTo>
                  <a:pt x="33438" y="76866"/>
                  <a:pt x="29168" y="76866"/>
                  <a:pt x="24821" y="76866"/>
                </a:cubicBezTo>
                <a:cubicBezTo>
                  <a:pt x="20703" y="76866"/>
                  <a:pt x="16585" y="76866"/>
                  <a:pt x="12467" y="76866"/>
                </a:cubicBezTo>
                <a:cubicBezTo>
                  <a:pt x="8349" y="76866"/>
                  <a:pt x="4232" y="76942"/>
                  <a:pt x="115" y="77095"/>
                </a:cubicBezTo>
                <a:lnTo>
                  <a:pt x="115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3">
            <a:extLst xmlns:a="http://schemas.openxmlformats.org/drawingml/2006/main">
              <a:ext uri="{FF2B5EF4-FFF2-40B4-BE49-F238E27FC236}">
                <a16:creationId xmlns:a16="http://schemas.microsoft.com/office/drawing/2014/main" id="{78E5F02A-66B0-481C-A89A-95EC8411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7841" y="1077799"/>
            <a:ext cx="51359" cy="78353"/>
          </a:xfrm>
          <a:custGeom xmlns:a="http://schemas.openxmlformats.org/drawingml/2006/main">
            <a:pathLst>
              <a:path w="51359" h="78353">
                <a:moveTo>
                  <a:pt x="15670" y="34658"/>
                </a:moveTo>
                <a:cubicBezTo>
                  <a:pt x="16281" y="34735"/>
                  <a:pt x="16796" y="34811"/>
                  <a:pt x="17215" y="34888"/>
                </a:cubicBezTo>
                <a:cubicBezTo>
                  <a:pt x="17635" y="34964"/>
                  <a:pt x="18111" y="35002"/>
                  <a:pt x="18644" y="35002"/>
                </a:cubicBezTo>
                <a:cubicBezTo>
                  <a:pt x="23220" y="35002"/>
                  <a:pt x="26519" y="33610"/>
                  <a:pt x="28539" y="30827"/>
                </a:cubicBezTo>
                <a:cubicBezTo>
                  <a:pt x="30560" y="28044"/>
                  <a:pt x="31570" y="24097"/>
                  <a:pt x="31570" y="18988"/>
                </a:cubicBezTo>
                <a:cubicBezTo>
                  <a:pt x="31570" y="13954"/>
                  <a:pt x="30617" y="10313"/>
                  <a:pt x="28710" y="8064"/>
                </a:cubicBezTo>
                <a:cubicBezTo>
                  <a:pt x="26804" y="5814"/>
                  <a:pt x="24516" y="4690"/>
                  <a:pt x="21847" y="4690"/>
                </a:cubicBezTo>
                <a:cubicBezTo>
                  <a:pt x="20093" y="4690"/>
                  <a:pt x="18587" y="5071"/>
                  <a:pt x="17328" y="5835"/>
                </a:cubicBezTo>
                <a:cubicBezTo>
                  <a:pt x="16070" y="6597"/>
                  <a:pt x="15022" y="7607"/>
                  <a:pt x="14183" y="8865"/>
                </a:cubicBezTo>
                <a:cubicBezTo>
                  <a:pt x="13345" y="10123"/>
                  <a:pt x="12678" y="11590"/>
                  <a:pt x="12183" y="13268"/>
                </a:cubicBezTo>
                <a:cubicBezTo>
                  <a:pt x="11687" y="14946"/>
                  <a:pt x="11325" y="16738"/>
                  <a:pt x="11095" y="18644"/>
                </a:cubicBezTo>
                <a:lnTo>
                  <a:pt x="9493" y="18988"/>
                </a:lnTo>
                <a:cubicBezTo>
                  <a:pt x="8426" y="17692"/>
                  <a:pt x="7206" y="16395"/>
                  <a:pt x="5833" y="15099"/>
                </a:cubicBezTo>
                <a:cubicBezTo>
                  <a:pt x="4461" y="13802"/>
                  <a:pt x="3127" y="12505"/>
                  <a:pt x="1831" y="11209"/>
                </a:cubicBezTo>
                <a:cubicBezTo>
                  <a:pt x="3812" y="7702"/>
                  <a:pt x="6481" y="4957"/>
                  <a:pt x="9837" y="2974"/>
                </a:cubicBezTo>
                <a:cubicBezTo>
                  <a:pt x="13193" y="991"/>
                  <a:pt x="18035" y="0"/>
                  <a:pt x="24364" y="0"/>
                </a:cubicBezTo>
                <a:cubicBezTo>
                  <a:pt x="28863" y="0"/>
                  <a:pt x="32638" y="476"/>
                  <a:pt x="35688" y="1429"/>
                </a:cubicBezTo>
                <a:cubicBezTo>
                  <a:pt x="38739" y="2382"/>
                  <a:pt x="41217" y="3679"/>
                  <a:pt x="43123" y="5318"/>
                </a:cubicBezTo>
                <a:cubicBezTo>
                  <a:pt x="45029" y="6958"/>
                  <a:pt x="46401" y="8864"/>
                  <a:pt x="47240" y="11038"/>
                </a:cubicBezTo>
                <a:cubicBezTo>
                  <a:pt x="48079" y="13211"/>
                  <a:pt x="48499" y="15518"/>
                  <a:pt x="48499" y="17958"/>
                </a:cubicBezTo>
                <a:cubicBezTo>
                  <a:pt x="48499" y="22533"/>
                  <a:pt x="47107" y="26194"/>
                  <a:pt x="44324" y="28940"/>
                </a:cubicBezTo>
                <a:cubicBezTo>
                  <a:pt x="41540" y="31685"/>
                  <a:pt x="37633" y="33934"/>
                  <a:pt x="32600" y="35688"/>
                </a:cubicBezTo>
                <a:lnTo>
                  <a:pt x="32600" y="36717"/>
                </a:lnTo>
                <a:cubicBezTo>
                  <a:pt x="35650" y="37175"/>
                  <a:pt x="38338" y="37804"/>
                  <a:pt x="40664" y="38604"/>
                </a:cubicBezTo>
                <a:cubicBezTo>
                  <a:pt x="42990" y="39405"/>
                  <a:pt x="44953" y="40511"/>
                  <a:pt x="46554" y="41922"/>
                </a:cubicBezTo>
                <a:cubicBezTo>
                  <a:pt x="48155" y="43332"/>
                  <a:pt x="49356" y="45144"/>
                  <a:pt x="50157" y="47355"/>
                </a:cubicBezTo>
                <a:cubicBezTo>
                  <a:pt x="50959" y="49566"/>
                  <a:pt x="51359" y="52350"/>
                  <a:pt x="51359" y="55705"/>
                </a:cubicBezTo>
                <a:cubicBezTo>
                  <a:pt x="51359" y="59289"/>
                  <a:pt x="50540" y="62492"/>
                  <a:pt x="48900" y="65314"/>
                </a:cubicBezTo>
                <a:cubicBezTo>
                  <a:pt x="47261" y="68135"/>
                  <a:pt x="45087" y="70538"/>
                  <a:pt x="42379" y="72520"/>
                </a:cubicBezTo>
                <a:cubicBezTo>
                  <a:pt x="39673" y="74503"/>
                  <a:pt x="36603" y="75971"/>
                  <a:pt x="33171" y="76924"/>
                </a:cubicBezTo>
                <a:cubicBezTo>
                  <a:pt x="29739" y="77877"/>
                  <a:pt x="26232" y="78353"/>
                  <a:pt x="22648" y="78353"/>
                </a:cubicBezTo>
                <a:cubicBezTo>
                  <a:pt x="16472" y="78353"/>
                  <a:pt x="11610" y="77534"/>
                  <a:pt x="8064" y="75894"/>
                </a:cubicBezTo>
                <a:cubicBezTo>
                  <a:pt x="4518" y="74255"/>
                  <a:pt x="1830" y="72215"/>
                  <a:pt x="0" y="69775"/>
                </a:cubicBezTo>
                <a:cubicBezTo>
                  <a:pt x="1296" y="68097"/>
                  <a:pt x="2535" y="66438"/>
                  <a:pt x="3718" y="64799"/>
                </a:cubicBezTo>
                <a:cubicBezTo>
                  <a:pt x="4900" y="63159"/>
                  <a:pt x="6024" y="61501"/>
                  <a:pt x="7091" y="59823"/>
                </a:cubicBezTo>
                <a:lnTo>
                  <a:pt x="8579" y="60167"/>
                </a:lnTo>
                <a:cubicBezTo>
                  <a:pt x="8808" y="61920"/>
                  <a:pt x="9246" y="63598"/>
                  <a:pt x="9895" y="65200"/>
                </a:cubicBezTo>
                <a:cubicBezTo>
                  <a:pt x="10543" y="66801"/>
                  <a:pt x="11381" y="68231"/>
                  <a:pt x="12410" y="69489"/>
                </a:cubicBezTo>
                <a:cubicBezTo>
                  <a:pt x="13439" y="70746"/>
                  <a:pt x="14659" y="71738"/>
                  <a:pt x="16070" y="72463"/>
                </a:cubicBezTo>
                <a:cubicBezTo>
                  <a:pt x="17481" y="73186"/>
                  <a:pt x="19102" y="73548"/>
                  <a:pt x="20932" y="73548"/>
                </a:cubicBezTo>
                <a:cubicBezTo>
                  <a:pt x="22763" y="73548"/>
                  <a:pt x="24459" y="73148"/>
                  <a:pt x="26022" y="72347"/>
                </a:cubicBezTo>
                <a:cubicBezTo>
                  <a:pt x="27586" y="71547"/>
                  <a:pt x="28959" y="70403"/>
                  <a:pt x="30141" y="68916"/>
                </a:cubicBezTo>
                <a:cubicBezTo>
                  <a:pt x="31323" y="67429"/>
                  <a:pt x="32238" y="65676"/>
                  <a:pt x="32886" y="63656"/>
                </a:cubicBezTo>
                <a:cubicBezTo>
                  <a:pt x="33534" y="61634"/>
                  <a:pt x="33859" y="59404"/>
                  <a:pt x="33859" y="56964"/>
                </a:cubicBezTo>
                <a:cubicBezTo>
                  <a:pt x="33859" y="51930"/>
                  <a:pt x="32714" y="47869"/>
                  <a:pt x="30425" y="44781"/>
                </a:cubicBezTo>
                <a:cubicBezTo>
                  <a:pt x="28138" y="41693"/>
                  <a:pt x="24936" y="40149"/>
                  <a:pt x="20819" y="40149"/>
                </a:cubicBezTo>
                <a:cubicBezTo>
                  <a:pt x="19903" y="40149"/>
                  <a:pt x="19026" y="40187"/>
                  <a:pt x="18187" y="40264"/>
                </a:cubicBezTo>
                <a:cubicBezTo>
                  <a:pt x="17348" y="40340"/>
                  <a:pt x="16509" y="40416"/>
                  <a:pt x="15670" y="40493"/>
                </a:cubicBezTo>
                <a:lnTo>
                  <a:pt x="15670" y="34658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1">
            <a:extLst xmlns:a="http://schemas.openxmlformats.org/drawingml/2006/main">
              <a:ext uri="{FF2B5EF4-FFF2-40B4-BE49-F238E27FC236}">
                <a16:creationId xmlns:a16="http://schemas.microsoft.com/office/drawing/2014/main" id="{72B424D1-3BBD-491D-8BCD-1C28BDE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265" y="1076884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…">
            <a:extLst xmlns:a="http://schemas.openxmlformats.org/drawingml/2006/main">
              <a:ext uri="{FF2B5EF4-FFF2-40B4-BE49-F238E27FC236}">
                <a16:creationId xmlns:a16="http://schemas.microsoft.com/office/drawing/2014/main" id="{BFFE296D-9F06-4C07-AB02-F8563621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8104" y="1115324"/>
            <a:ext cx="94938" cy="18415"/>
          </a:xfrm>
          <a:custGeom xmlns:a="http://schemas.openxmlformats.org/drawingml/2006/main">
            <a:pathLst>
              <a:path w="94938" h="18415">
                <a:moveTo>
                  <a:pt x="76180" y="9380"/>
                </a:moveTo>
                <a:cubicBezTo>
                  <a:pt x="76180" y="6786"/>
                  <a:pt x="77095" y="4575"/>
                  <a:pt x="78924" y="2745"/>
                </a:cubicBezTo>
                <a:cubicBezTo>
                  <a:pt x="80754" y="915"/>
                  <a:pt x="82966" y="0"/>
                  <a:pt x="85558" y="0"/>
                </a:cubicBezTo>
                <a:cubicBezTo>
                  <a:pt x="88152" y="0"/>
                  <a:pt x="90363" y="915"/>
                  <a:pt x="92192" y="2745"/>
                </a:cubicBezTo>
                <a:cubicBezTo>
                  <a:pt x="94023" y="4575"/>
                  <a:pt x="94938" y="6786"/>
                  <a:pt x="94938" y="9380"/>
                </a:cubicBezTo>
                <a:cubicBezTo>
                  <a:pt x="94938" y="11972"/>
                  <a:pt x="94023" y="14126"/>
                  <a:pt x="92192" y="15843"/>
                </a:cubicBezTo>
                <a:cubicBezTo>
                  <a:pt x="90363" y="17558"/>
                  <a:pt x="88152" y="18415"/>
                  <a:pt x="85558" y="18415"/>
                </a:cubicBezTo>
                <a:cubicBezTo>
                  <a:pt x="82966" y="18415"/>
                  <a:pt x="80754" y="17558"/>
                  <a:pt x="78924" y="15843"/>
                </a:cubicBezTo>
                <a:cubicBezTo>
                  <a:pt x="77095" y="14126"/>
                  <a:pt x="76180" y="11972"/>
                  <a:pt x="76180" y="9380"/>
                </a:cubicBezTo>
                <a:moveTo>
                  <a:pt x="38089" y="9380"/>
                </a:moveTo>
                <a:cubicBezTo>
                  <a:pt x="38089" y="6786"/>
                  <a:pt x="39004" y="4575"/>
                  <a:pt x="40835" y="2745"/>
                </a:cubicBezTo>
                <a:cubicBezTo>
                  <a:pt x="42665" y="915"/>
                  <a:pt x="44876" y="0"/>
                  <a:pt x="47469" y="0"/>
                </a:cubicBezTo>
                <a:cubicBezTo>
                  <a:pt x="50061" y="0"/>
                  <a:pt x="52273" y="915"/>
                  <a:pt x="54103" y="2745"/>
                </a:cubicBezTo>
                <a:cubicBezTo>
                  <a:pt x="55933" y="4575"/>
                  <a:pt x="56849" y="6786"/>
                  <a:pt x="56849" y="9380"/>
                </a:cubicBezTo>
                <a:cubicBezTo>
                  <a:pt x="56849" y="11972"/>
                  <a:pt x="55933" y="14126"/>
                  <a:pt x="54103" y="15843"/>
                </a:cubicBezTo>
                <a:cubicBezTo>
                  <a:pt x="52273" y="17558"/>
                  <a:pt x="50061" y="18415"/>
                  <a:pt x="47469" y="18415"/>
                </a:cubicBezTo>
                <a:cubicBezTo>
                  <a:pt x="44876" y="18415"/>
                  <a:pt x="42665" y="17558"/>
                  <a:pt x="40835" y="15843"/>
                </a:cubicBezTo>
                <a:cubicBezTo>
                  <a:pt x="39004" y="14126"/>
                  <a:pt x="38089" y="11972"/>
                  <a:pt x="38089" y="9380"/>
                </a:cubicBezTo>
                <a:moveTo>
                  <a:pt x="0" y="9380"/>
                </a:moveTo>
                <a:cubicBezTo>
                  <a:pt x="0" y="6786"/>
                  <a:pt x="915" y="4575"/>
                  <a:pt x="2744" y="2745"/>
                </a:cubicBezTo>
                <a:cubicBezTo>
                  <a:pt x="4574" y="915"/>
                  <a:pt x="6786" y="0"/>
                  <a:pt x="9380" y="0"/>
                </a:cubicBezTo>
                <a:cubicBezTo>
                  <a:pt x="11972" y="0"/>
                  <a:pt x="14183" y="915"/>
                  <a:pt x="16012" y="2745"/>
                </a:cubicBezTo>
                <a:cubicBezTo>
                  <a:pt x="17842" y="4575"/>
                  <a:pt x="18758" y="6786"/>
                  <a:pt x="18758" y="9380"/>
                </a:cubicBezTo>
                <a:cubicBezTo>
                  <a:pt x="18758" y="11972"/>
                  <a:pt x="17842" y="14126"/>
                  <a:pt x="16012" y="15843"/>
                </a:cubicBezTo>
                <a:cubicBezTo>
                  <a:pt x="14183" y="17558"/>
                  <a:pt x="11972" y="18415"/>
                  <a:pt x="9380" y="18415"/>
                </a:cubicBezTo>
                <a:cubicBezTo>
                  <a:pt x="6786" y="18415"/>
                  <a:pt x="4574" y="17558"/>
                  <a:pt x="2744" y="15843"/>
                </a:cubicBezTo>
                <a:cubicBezTo>
                  <a:pt x="915" y="14126"/>
                  <a:pt x="0" y="11972"/>
                  <a:pt x="0" y="938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1">
            <a:extLst xmlns:a="http://schemas.openxmlformats.org/drawingml/2006/main">
              <a:ext uri="{FF2B5EF4-FFF2-40B4-BE49-F238E27FC236}">
                <a16:creationId xmlns:a16="http://schemas.microsoft.com/office/drawing/2014/main" id="{6DC8C487-960B-42E8-AE3E-B75DDA8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548" y="1456136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4">
            <a:extLst xmlns:a="http://schemas.openxmlformats.org/drawingml/2006/main">
              <a:ext uri="{FF2B5EF4-FFF2-40B4-BE49-F238E27FC236}">
                <a16:creationId xmlns:a16="http://schemas.microsoft.com/office/drawing/2014/main" id="{C2B7DD2C-8A98-4A02-A1DE-688EA049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360" y="1457929"/>
            <a:ext cx="55362" cy="77095"/>
          </a:xfrm>
          <a:custGeom xmlns:a="http://schemas.openxmlformats.org/drawingml/2006/main">
            <a:pathLst>
              <a:path w="55362" h="77095">
                <a:moveTo>
                  <a:pt x="29739" y="13040"/>
                </a:moveTo>
                <a:cubicBezTo>
                  <a:pt x="28672" y="14565"/>
                  <a:pt x="27262" y="16624"/>
                  <a:pt x="25507" y="19217"/>
                </a:cubicBezTo>
                <a:cubicBezTo>
                  <a:pt x="23753" y="21809"/>
                  <a:pt x="21847" y="24649"/>
                  <a:pt x="19787" y="27737"/>
                </a:cubicBezTo>
                <a:cubicBezTo>
                  <a:pt x="17729" y="30826"/>
                  <a:pt x="15632" y="34010"/>
                  <a:pt x="13497" y="37290"/>
                </a:cubicBezTo>
                <a:cubicBezTo>
                  <a:pt x="11362" y="40569"/>
                  <a:pt x="9379" y="43619"/>
                  <a:pt x="7549" y="46439"/>
                </a:cubicBezTo>
                <a:lnTo>
                  <a:pt x="29968" y="46439"/>
                </a:lnTo>
                <a:lnTo>
                  <a:pt x="29968" y="13040"/>
                </a:lnTo>
                <a:lnTo>
                  <a:pt x="29739" y="13040"/>
                </a:lnTo>
                <a:moveTo>
                  <a:pt x="0" y="59022"/>
                </a:moveTo>
                <a:cubicBezTo>
                  <a:pt x="152" y="58030"/>
                  <a:pt x="286" y="57077"/>
                  <a:pt x="400" y="56163"/>
                </a:cubicBezTo>
                <a:cubicBezTo>
                  <a:pt x="515" y="55248"/>
                  <a:pt x="572" y="54333"/>
                  <a:pt x="572" y="53417"/>
                </a:cubicBezTo>
                <a:cubicBezTo>
                  <a:pt x="572" y="52503"/>
                  <a:pt x="515" y="51588"/>
                  <a:pt x="400" y="50673"/>
                </a:cubicBezTo>
                <a:cubicBezTo>
                  <a:pt x="286" y="49758"/>
                  <a:pt x="152" y="48842"/>
                  <a:pt x="0" y="47926"/>
                </a:cubicBezTo>
                <a:cubicBezTo>
                  <a:pt x="5262" y="39844"/>
                  <a:pt x="10466" y="31857"/>
                  <a:pt x="15612" y="23964"/>
                </a:cubicBezTo>
                <a:cubicBezTo>
                  <a:pt x="20760" y="16071"/>
                  <a:pt x="26079" y="8083"/>
                  <a:pt x="31570" y="0"/>
                </a:cubicBezTo>
                <a:cubicBezTo>
                  <a:pt x="32867" y="152"/>
                  <a:pt x="34106" y="286"/>
                  <a:pt x="35288" y="400"/>
                </a:cubicBezTo>
                <a:cubicBezTo>
                  <a:pt x="36470" y="514"/>
                  <a:pt x="37709" y="571"/>
                  <a:pt x="39006" y="571"/>
                </a:cubicBezTo>
                <a:cubicBezTo>
                  <a:pt x="40302" y="571"/>
                  <a:pt x="41540" y="514"/>
                  <a:pt x="42722" y="400"/>
                </a:cubicBezTo>
                <a:cubicBezTo>
                  <a:pt x="43904" y="286"/>
                  <a:pt x="45144" y="152"/>
                  <a:pt x="46441" y="0"/>
                </a:cubicBezTo>
                <a:cubicBezTo>
                  <a:pt x="46212" y="1754"/>
                  <a:pt x="46021" y="4308"/>
                  <a:pt x="45868" y="7664"/>
                </a:cubicBezTo>
                <a:cubicBezTo>
                  <a:pt x="45716" y="11019"/>
                  <a:pt x="45601" y="14812"/>
                  <a:pt x="45525" y="19046"/>
                </a:cubicBezTo>
                <a:cubicBezTo>
                  <a:pt x="45449" y="23277"/>
                  <a:pt x="45392" y="27796"/>
                  <a:pt x="45354" y="32600"/>
                </a:cubicBezTo>
                <a:cubicBezTo>
                  <a:pt x="45315" y="37403"/>
                  <a:pt x="45296" y="42169"/>
                  <a:pt x="45296" y="46898"/>
                </a:cubicBezTo>
                <a:lnTo>
                  <a:pt x="55362" y="46097"/>
                </a:lnTo>
                <a:cubicBezTo>
                  <a:pt x="55209" y="47241"/>
                  <a:pt x="55094" y="48385"/>
                  <a:pt x="55018" y="49528"/>
                </a:cubicBezTo>
                <a:cubicBezTo>
                  <a:pt x="54942" y="50672"/>
                  <a:pt x="54904" y="51778"/>
                  <a:pt x="54904" y="52845"/>
                </a:cubicBezTo>
                <a:cubicBezTo>
                  <a:pt x="54904" y="53913"/>
                  <a:pt x="54942" y="55019"/>
                  <a:pt x="55018" y="56163"/>
                </a:cubicBezTo>
                <a:cubicBezTo>
                  <a:pt x="55094" y="57306"/>
                  <a:pt x="55209" y="58412"/>
                  <a:pt x="55362" y="59481"/>
                </a:cubicBezTo>
                <a:lnTo>
                  <a:pt x="45296" y="58793"/>
                </a:lnTo>
                <a:cubicBezTo>
                  <a:pt x="45296" y="61996"/>
                  <a:pt x="45353" y="65123"/>
                  <a:pt x="45467" y="68174"/>
                </a:cubicBezTo>
                <a:cubicBezTo>
                  <a:pt x="45582" y="71224"/>
                  <a:pt x="45868" y="74198"/>
                  <a:pt x="46326" y="77095"/>
                </a:cubicBezTo>
                <a:cubicBezTo>
                  <a:pt x="44877" y="76942"/>
                  <a:pt x="43428" y="76866"/>
                  <a:pt x="41978" y="76866"/>
                </a:cubicBezTo>
                <a:cubicBezTo>
                  <a:pt x="40529" y="76866"/>
                  <a:pt x="39081" y="76866"/>
                  <a:pt x="37632" y="76866"/>
                </a:cubicBezTo>
                <a:cubicBezTo>
                  <a:pt x="36183" y="76866"/>
                  <a:pt x="34735" y="76866"/>
                  <a:pt x="33286" y="76866"/>
                </a:cubicBezTo>
                <a:cubicBezTo>
                  <a:pt x="31837" y="76866"/>
                  <a:pt x="30389" y="76942"/>
                  <a:pt x="28940" y="77095"/>
                </a:cubicBezTo>
                <a:lnTo>
                  <a:pt x="29968" y="59022"/>
                </a:lnTo>
                <a:lnTo>
                  <a:pt x="0" y="5902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1">
            <a:extLst xmlns:a="http://schemas.openxmlformats.org/drawingml/2006/main">
              <a:ext uri="{FF2B5EF4-FFF2-40B4-BE49-F238E27FC236}">
                <a16:creationId xmlns:a16="http://schemas.microsoft.com/office/drawing/2014/main" id="{82F194E1-8EC4-4965-914B-1F5F3F41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500" y="1457014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…">
            <a:extLst xmlns:a="http://schemas.openxmlformats.org/drawingml/2006/main">
              <a:ext uri="{FF2B5EF4-FFF2-40B4-BE49-F238E27FC236}">
                <a16:creationId xmlns:a16="http://schemas.microsoft.com/office/drawing/2014/main" id="{8672CF80-915D-4CDE-B547-47BA1A42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339" y="1495452"/>
            <a:ext cx="94938" cy="18415"/>
          </a:xfrm>
          <a:custGeom xmlns:a="http://schemas.openxmlformats.org/drawingml/2006/main">
            <a:pathLst>
              <a:path w="94938" h="18415">
                <a:moveTo>
                  <a:pt x="76180" y="9380"/>
                </a:moveTo>
                <a:cubicBezTo>
                  <a:pt x="76180" y="6786"/>
                  <a:pt x="77095" y="4575"/>
                  <a:pt x="78924" y="2745"/>
                </a:cubicBezTo>
                <a:cubicBezTo>
                  <a:pt x="80754" y="915"/>
                  <a:pt x="82966" y="0"/>
                  <a:pt x="85558" y="0"/>
                </a:cubicBezTo>
                <a:cubicBezTo>
                  <a:pt x="88152" y="0"/>
                  <a:pt x="90363" y="915"/>
                  <a:pt x="92192" y="2745"/>
                </a:cubicBezTo>
                <a:cubicBezTo>
                  <a:pt x="94023" y="4575"/>
                  <a:pt x="94938" y="6786"/>
                  <a:pt x="94938" y="9380"/>
                </a:cubicBezTo>
                <a:cubicBezTo>
                  <a:pt x="94938" y="11972"/>
                  <a:pt x="94023" y="14126"/>
                  <a:pt x="92192" y="15843"/>
                </a:cubicBezTo>
                <a:cubicBezTo>
                  <a:pt x="90363" y="17558"/>
                  <a:pt x="88152" y="18415"/>
                  <a:pt x="85558" y="18415"/>
                </a:cubicBezTo>
                <a:cubicBezTo>
                  <a:pt x="82966" y="18415"/>
                  <a:pt x="80754" y="17558"/>
                  <a:pt x="78924" y="15843"/>
                </a:cubicBezTo>
                <a:cubicBezTo>
                  <a:pt x="77095" y="14126"/>
                  <a:pt x="76180" y="11972"/>
                  <a:pt x="76180" y="9380"/>
                </a:cubicBezTo>
                <a:moveTo>
                  <a:pt x="38089" y="9380"/>
                </a:moveTo>
                <a:cubicBezTo>
                  <a:pt x="38089" y="6786"/>
                  <a:pt x="39004" y="4575"/>
                  <a:pt x="40835" y="2745"/>
                </a:cubicBezTo>
                <a:cubicBezTo>
                  <a:pt x="42665" y="915"/>
                  <a:pt x="44876" y="0"/>
                  <a:pt x="47469" y="0"/>
                </a:cubicBezTo>
                <a:cubicBezTo>
                  <a:pt x="50061" y="0"/>
                  <a:pt x="52273" y="915"/>
                  <a:pt x="54103" y="2745"/>
                </a:cubicBezTo>
                <a:cubicBezTo>
                  <a:pt x="55933" y="4575"/>
                  <a:pt x="56849" y="6786"/>
                  <a:pt x="56849" y="9380"/>
                </a:cubicBezTo>
                <a:cubicBezTo>
                  <a:pt x="56849" y="11972"/>
                  <a:pt x="55933" y="14126"/>
                  <a:pt x="54103" y="15843"/>
                </a:cubicBezTo>
                <a:cubicBezTo>
                  <a:pt x="52273" y="17558"/>
                  <a:pt x="50061" y="18415"/>
                  <a:pt x="47469" y="18415"/>
                </a:cubicBezTo>
                <a:cubicBezTo>
                  <a:pt x="44876" y="18415"/>
                  <a:pt x="42665" y="17558"/>
                  <a:pt x="40835" y="15843"/>
                </a:cubicBezTo>
                <a:cubicBezTo>
                  <a:pt x="39004" y="14126"/>
                  <a:pt x="38089" y="11972"/>
                  <a:pt x="38089" y="9380"/>
                </a:cubicBezTo>
                <a:moveTo>
                  <a:pt x="0" y="9380"/>
                </a:moveTo>
                <a:cubicBezTo>
                  <a:pt x="0" y="6786"/>
                  <a:pt x="915" y="4575"/>
                  <a:pt x="2744" y="2745"/>
                </a:cubicBezTo>
                <a:cubicBezTo>
                  <a:pt x="4574" y="915"/>
                  <a:pt x="6786" y="0"/>
                  <a:pt x="9380" y="0"/>
                </a:cubicBezTo>
                <a:cubicBezTo>
                  <a:pt x="11972" y="0"/>
                  <a:pt x="14183" y="915"/>
                  <a:pt x="16012" y="2745"/>
                </a:cubicBezTo>
                <a:cubicBezTo>
                  <a:pt x="17842" y="4575"/>
                  <a:pt x="18758" y="6786"/>
                  <a:pt x="18758" y="9380"/>
                </a:cubicBezTo>
                <a:cubicBezTo>
                  <a:pt x="18758" y="11972"/>
                  <a:pt x="17842" y="14126"/>
                  <a:pt x="16012" y="15843"/>
                </a:cubicBezTo>
                <a:cubicBezTo>
                  <a:pt x="14183" y="17558"/>
                  <a:pt x="11972" y="18415"/>
                  <a:pt x="9380" y="18415"/>
                </a:cubicBezTo>
                <a:cubicBezTo>
                  <a:pt x="6786" y="18415"/>
                  <a:pt x="4574" y="17558"/>
                  <a:pt x="2744" y="15843"/>
                </a:cubicBezTo>
                <a:cubicBezTo>
                  <a:pt x="915" y="14126"/>
                  <a:pt x="0" y="11972"/>
                  <a:pt x="0" y="938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…">
            <a:extLst xmlns:a="http://schemas.openxmlformats.org/drawingml/2006/main">
              <a:ext uri="{FF2B5EF4-FFF2-40B4-BE49-F238E27FC236}">
                <a16:creationId xmlns:a16="http://schemas.microsoft.com/office/drawing/2014/main" id="{B4588888-4F59-4AD8-BD7D-D18B9575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600" y="1249010"/>
            <a:ext cx="18415" cy="94938"/>
          </a:xfrm>
          <a:custGeom xmlns:a="http://schemas.openxmlformats.org/drawingml/2006/main">
            <a:pathLst>
              <a:path w="18415" h="94938">
                <a:moveTo>
                  <a:pt x="9380" y="18758"/>
                </a:moveTo>
                <a:cubicBezTo>
                  <a:pt x="6786" y="18758"/>
                  <a:pt x="4575" y="17843"/>
                  <a:pt x="2745" y="16014"/>
                </a:cubicBezTo>
                <a:cubicBezTo>
                  <a:pt x="915" y="14183"/>
                  <a:pt x="0" y="11972"/>
                  <a:pt x="0" y="9380"/>
                </a:cubicBezTo>
                <a:cubicBezTo>
                  <a:pt x="0" y="6786"/>
                  <a:pt x="915" y="4575"/>
                  <a:pt x="2745" y="2745"/>
                </a:cubicBezTo>
                <a:cubicBezTo>
                  <a:pt x="4575" y="915"/>
                  <a:pt x="6786" y="0"/>
                  <a:pt x="9380" y="0"/>
                </a:cubicBezTo>
                <a:cubicBezTo>
                  <a:pt x="11972" y="0"/>
                  <a:pt x="14126" y="915"/>
                  <a:pt x="15843" y="2745"/>
                </a:cubicBezTo>
                <a:cubicBezTo>
                  <a:pt x="17558" y="4575"/>
                  <a:pt x="18415" y="6786"/>
                  <a:pt x="18415" y="9380"/>
                </a:cubicBezTo>
                <a:cubicBezTo>
                  <a:pt x="18415" y="11972"/>
                  <a:pt x="17558" y="14183"/>
                  <a:pt x="15843" y="16014"/>
                </a:cubicBezTo>
                <a:cubicBezTo>
                  <a:pt x="14126" y="17843"/>
                  <a:pt x="11972" y="18758"/>
                  <a:pt x="9380" y="18758"/>
                </a:cubicBezTo>
                <a:moveTo>
                  <a:pt x="9380" y="56849"/>
                </a:moveTo>
                <a:cubicBezTo>
                  <a:pt x="6786" y="56849"/>
                  <a:pt x="4575" y="55933"/>
                  <a:pt x="2745" y="54103"/>
                </a:cubicBezTo>
                <a:cubicBezTo>
                  <a:pt x="915" y="52273"/>
                  <a:pt x="0" y="50061"/>
                  <a:pt x="0" y="47469"/>
                </a:cubicBezTo>
                <a:cubicBezTo>
                  <a:pt x="0" y="44876"/>
                  <a:pt x="915" y="42665"/>
                  <a:pt x="2745" y="40835"/>
                </a:cubicBezTo>
                <a:cubicBezTo>
                  <a:pt x="4575" y="39004"/>
                  <a:pt x="6786" y="38089"/>
                  <a:pt x="9380" y="38089"/>
                </a:cubicBezTo>
                <a:cubicBezTo>
                  <a:pt x="11972" y="38089"/>
                  <a:pt x="14126" y="39004"/>
                  <a:pt x="15843" y="40835"/>
                </a:cubicBezTo>
                <a:cubicBezTo>
                  <a:pt x="17558" y="42665"/>
                  <a:pt x="18415" y="44876"/>
                  <a:pt x="18415" y="47469"/>
                </a:cubicBezTo>
                <a:cubicBezTo>
                  <a:pt x="18415" y="50061"/>
                  <a:pt x="17558" y="52273"/>
                  <a:pt x="15843" y="54103"/>
                </a:cubicBezTo>
                <a:cubicBezTo>
                  <a:pt x="14126" y="55933"/>
                  <a:pt x="11972" y="56849"/>
                  <a:pt x="9380" y="56849"/>
                </a:cubicBezTo>
                <a:moveTo>
                  <a:pt x="9380" y="94938"/>
                </a:moveTo>
                <a:cubicBezTo>
                  <a:pt x="6786" y="94938"/>
                  <a:pt x="4575" y="94023"/>
                  <a:pt x="2745" y="92194"/>
                </a:cubicBezTo>
                <a:cubicBezTo>
                  <a:pt x="915" y="90364"/>
                  <a:pt x="0" y="88152"/>
                  <a:pt x="0" y="85558"/>
                </a:cubicBezTo>
                <a:cubicBezTo>
                  <a:pt x="0" y="82966"/>
                  <a:pt x="915" y="80755"/>
                  <a:pt x="2745" y="78926"/>
                </a:cubicBezTo>
                <a:cubicBezTo>
                  <a:pt x="4575" y="77095"/>
                  <a:pt x="6786" y="76180"/>
                  <a:pt x="9380" y="76180"/>
                </a:cubicBezTo>
                <a:cubicBezTo>
                  <a:pt x="11972" y="76180"/>
                  <a:pt x="14126" y="77095"/>
                  <a:pt x="15843" y="78926"/>
                </a:cubicBezTo>
                <a:cubicBezTo>
                  <a:pt x="17558" y="80755"/>
                  <a:pt x="18415" y="82966"/>
                  <a:pt x="18415" y="85558"/>
                </a:cubicBezTo>
                <a:cubicBezTo>
                  <a:pt x="18415" y="88152"/>
                  <a:pt x="17558" y="90364"/>
                  <a:pt x="15843" y="92194"/>
                </a:cubicBezTo>
                <a:cubicBezTo>
                  <a:pt x="14126" y="94023"/>
                  <a:pt x="11972" y="94938"/>
                  <a:pt x="9380" y="94938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…">
            <a:extLst xmlns:a="http://schemas.openxmlformats.org/drawingml/2006/main">
              <a:ext uri="{FF2B5EF4-FFF2-40B4-BE49-F238E27FC236}">
                <a16:creationId xmlns:a16="http://schemas.microsoft.com/office/drawing/2014/main" id="{903B5241-273B-4FCC-A07F-2743AC53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0872" y="1249154"/>
            <a:ext cx="18415" cy="94938"/>
          </a:xfrm>
          <a:custGeom xmlns:a="http://schemas.openxmlformats.org/drawingml/2006/main">
            <a:pathLst>
              <a:path w="18415" h="94938">
                <a:moveTo>
                  <a:pt x="9380" y="18758"/>
                </a:moveTo>
                <a:cubicBezTo>
                  <a:pt x="6786" y="18758"/>
                  <a:pt x="4575" y="17843"/>
                  <a:pt x="2745" y="16014"/>
                </a:cubicBezTo>
                <a:cubicBezTo>
                  <a:pt x="915" y="14183"/>
                  <a:pt x="0" y="11972"/>
                  <a:pt x="0" y="9380"/>
                </a:cubicBezTo>
                <a:cubicBezTo>
                  <a:pt x="0" y="6786"/>
                  <a:pt x="915" y="4575"/>
                  <a:pt x="2745" y="2745"/>
                </a:cubicBezTo>
                <a:cubicBezTo>
                  <a:pt x="4575" y="915"/>
                  <a:pt x="6786" y="0"/>
                  <a:pt x="9380" y="0"/>
                </a:cubicBezTo>
                <a:cubicBezTo>
                  <a:pt x="11972" y="0"/>
                  <a:pt x="14126" y="915"/>
                  <a:pt x="15843" y="2745"/>
                </a:cubicBezTo>
                <a:cubicBezTo>
                  <a:pt x="17558" y="4575"/>
                  <a:pt x="18415" y="6786"/>
                  <a:pt x="18415" y="9380"/>
                </a:cubicBezTo>
                <a:cubicBezTo>
                  <a:pt x="18415" y="11972"/>
                  <a:pt x="17558" y="14183"/>
                  <a:pt x="15843" y="16014"/>
                </a:cubicBezTo>
                <a:cubicBezTo>
                  <a:pt x="14126" y="17843"/>
                  <a:pt x="11972" y="18758"/>
                  <a:pt x="9380" y="18758"/>
                </a:cubicBezTo>
                <a:moveTo>
                  <a:pt x="9380" y="56849"/>
                </a:moveTo>
                <a:cubicBezTo>
                  <a:pt x="6786" y="56849"/>
                  <a:pt x="4575" y="55933"/>
                  <a:pt x="2745" y="54103"/>
                </a:cubicBezTo>
                <a:cubicBezTo>
                  <a:pt x="915" y="52273"/>
                  <a:pt x="0" y="50061"/>
                  <a:pt x="0" y="47469"/>
                </a:cubicBezTo>
                <a:cubicBezTo>
                  <a:pt x="0" y="44876"/>
                  <a:pt x="915" y="42665"/>
                  <a:pt x="2745" y="40835"/>
                </a:cubicBezTo>
                <a:cubicBezTo>
                  <a:pt x="4575" y="39004"/>
                  <a:pt x="6786" y="38089"/>
                  <a:pt x="9380" y="38089"/>
                </a:cubicBezTo>
                <a:cubicBezTo>
                  <a:pt x="11972" y="38089"/>
                  <a:pt x="14126" y="39004"/>
                  <a:pt x="15843" y="40835"/>
                </a:cubicBezTo>
                <a:cubicBezTo>
                  <a:pt x="17558" y="42665"/>
                  <a:pt x="18415" y="44876"/>
                  <a:pt x="18415" y="47469"/>
                </a:cubicBezTo>
                <a:cubicBezTo>
                  <a:pt x="18415" y="50061"/>
                  <a:pt x="17558" y="52273"/>
                  <a:pt x="15843" y="54103"/>
                </a:cubicBezTo>
                <a:cubicBezTo>
                  <a:pt x="14126" y="55933"/>
                  <a:pt x="11972" y="56849"/>
                  <a:pt x="9380" y="56849"/>
                </a:cubicBezTo>
                <a:moveTo>
                  <a:pt x="9380" y="94938"/>
                </a:moveTo>
                <a:cubicBezTo>
                  <a:pt x="6786" y="94938"/>
                  <a:pt x="4575" y="94023"/>
                  <a:pt x="2745" y="92194"/>
                </a:cubicBezTo>
                <a:cubicBezTo>
                  <a:pt x="915" y="90364"/>
                  <a:pt x="0" y="88152"/>
                  <a:pt x="0" y="85558"/>
                </a:cubicBezTo>
                <a:cubicBezTo>
                  <a:pt x="0" y="82966"/>
                  <a:pt x="915" y="80755"/>
                  <a:pt x="2745" y="78926"/>
                </a:cubicBezTo>
                <a:cubicBezTo>
                  <a:pt x="4575" y="77095"/>
                  <a:pt x="6786" y="76180"/>
                  <a:pt x="9380" y="76180"/>
                </a:cubicBezTo>
                <a:cubicBezTo>
                  <a:pt x="11972" y="76180"/>
                  <a:pt x="14126" y="77095"/>
                  <a:pt x="15843" y="78926"/>
                </a:cubicBezTo>
                <a:cubicBezTo>
                  <a:pt x="17558" y="80755"/>
                  <a:pt x="18415" y="82966"/>
                  <a:pt x="18415" y="85558"/>
                </a:cubicBezTo>
                <a:cubicBezTo>
                  <a:pt x="18415" y="88152"/>
                  <a:pt x="17558" y="90364"/>
                  <a:pt x="15843" y="92194"/>
                </a:cubicBezTo>
                <a:cubicBezTo>
                  <a:pt x="14126" y="94023"/>
                  <a:pt x="11972" y="94938"/>
                  <a:pt x="9380" y="94938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…">
            <a:extLst xmlns:a="http://schemas.openxmlformats.org/drawingml/2006/main">
              <a:ext uri="{FF2B5EF4-FFF2-40B4-BE49-F238E27FC236}">
                <a16:creationId xmlns:a16="http://schemas.microsoft.com/office/drawing/2014/main" id="{CDCF67AA-658F-4BDD-852C-D5BB1B42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982" y="1256110"/>
            <a:ext cx="72592" cy="72592"/>
          </a:xfrm>
          <a:custGeom xmlns:a="http://schemas.openxmlformats.org/drawingml/2006/main">
            <a:pathLst>
              <a:path w="72592" h="72592">
                <a:moveTo>
                  <a:pt x="16014" y="15973"/>
                </a:moveTo>
                <a:cubicBezTo>
                  <a:pt x="14180" y="17807"/>
                  <a:pt x="11970" y="18724"/>
                  <a:pt x="9383" y="18724"/>
                </a:cubicBezTo>
                <a:cubicBezTo>
                  <a:pt x="6794" y="18724"/>
                  <a:pt x="4584" y="17807"/>
                  <a:pt x="2751" y="15974"/>
                </a:cubicBezTo>
                <a:cubicBezTo>
                  <a:pt x="917" y="14140"/>
                  <a:pt x="0" y="11929"/>
                  <a:pt x="1" y="9342"/>
                </a:cubicBezTo>
                <a:cubicBezTo>
                  <a:pt x="0" y="6754"/>
                  <a:pt x="917" y="4543"/>
                  <a:pt x="2751" y="2709"/>
                </a:cubicBezTo>
                <a:cubicBezTo>
                  <a:pt x="4584" y="876"/>
                  <a:pt x="6754" y="0"/>
                  <a:pt x="9262" y="81"/>
                </a:cubicBezTo>
                <a:cubicBezTo>
                  <a:pt x="11768" y="161"/>
                  <a:pt x="13938" y="1119"/>
                  <a:pt x="15772" y="2953"/>
                </a:cubicBezTo>
                <a:cubicBezTo>
                  <a:pt x="17605" y="4786"/>
                  <a:pt x="18563" y="6956"/>
                  <a:pt x="18644" y="9463"/>
                </a:cubicBezTo>
                <a:cubicBezTo>
                  <a:pt x="18724" y="11970"/>
                  <a:pt x="17847" y="14140"/>
                  <a:pt x="16014" y="15973"/>
                </a:cubicBezTo>
                <a:moveTo>
                  <a:pt x="42949" y="42907"/>
                </a:moveTo>
                <a:cubicBezTo>
                  <a:pt x="41115" y="44741"/>
                  <a:pt x="38904" y="45658"/>
                  <a:pt x="36316" y="45657"/>
                </a:cubicBezTo>
                <a:cubicBezTo>
                  <a:pt x="33728" y="45657"/>
                  <a:pt x="31517" y="44741"/>
                  <a:pt x="29684" y="42907"/>
                </a:cubicBezTo>
                <a:cubicBezTo>
                  <a:pt x="27851" y="41074"/>
                  <a:pt x="26934" y="38863"/>
                  <a:pt x="26934" y="36275"/>
                </a:cubicBezTo>
                <a:cubicBezTo>
                  <a:pt x="26933" y="33687"/>
                  <a:pt x="27850" y="31477"/>
                  <a:pt x="29684" y="29643"/>
                </a:cubicBezTo>
                <a:cubicBezTo>
                  <a:pt x="31517" y="27809"/>
                  <a:pt x="33687" y="26933"/>
                  <a:pt x="36195" y="27014"/>
                </a:cubicBezTo>
                <a:cubicBezTo>
                  <a:pt x="38702" y="27095"/>
                  <a:pt x="40872" y="28053"/>
                  <a:pt x="42705" y="29886"/>
                </a:cubicBezTo>
                <a:cubicBezTo>
                  <a:pt x="44539" y="31719"/>
                  <a:pt x="45496" y="33889"/>
                  <a:pt x="45577" y="36396"/>
                </a:cubicBezTo>
                <a:cubicBezTo>
                  <a:pt x="45658" y="38904"/>
                  <a:pt x="44782" y="41074"/>
                  <a:pt x="42949" y="42907"/>
                </a:cubicBezTo>
                <a:moveTo>
                  <a:pt x="69882" y="69841"/>
                </a:moveTo>
                <a:cubicBezTo>
                  <a:pt x="68048" y="71675"/>
                  <a:pt x="65837" y="72592"/>
                  <a:pt x="63251" y="72592"/>
                </a:cubicBezTo>
                <a:cubicBezTo>
                  <a:pt x="60662" y="72592"/>
                  <a:pt x="58451" y="71675"/>
                  <a:pt x="56617" y="69841"/>
                </a:cubicBezTo>
                <a:cubicBezTo>
                  <a:pt x="54784" y="68007"/>
                  <a:pt x="53868" y="65797"/>
                  <a:pt x="53868" y="63209"/>
                </a:cubicBezTo>
                <a:cubicBezTo>
                  <a:pt x="53868" y="60622"/>
                  <a:pt x="54784" y="58411"/>
                  <a:pt x="56618" y="56577"/>
                </a:cubicBezTo>
                <a:cubicBezTo>
                  <a:pt x="58451" y="54744"/>
                  <a:pt x="60622" y="53868"/>
                  <a:pt x="63130" y="53948"/>
                </a:cubicBezTo>
                <a:cubicBezTo>
                  <a:pt x="65636" y="54029"/>
                  <a:pt x="67805" y="54986"/>
                  <a:pt x="69639" y="56819"/>
                </a:cubicBezTo>
                <a:cubicBezTo>
                  <a:pt x="71473" y="58653"/>
                  <a:pt x="72430" y="60823"/>
                  <a:pt x="72512" y="63330"/>
                </a:cubicBezTo>
                <a:cubicBezTo>
                  <a:pt x="72592" y="65837"/>
                  <a:pt x="71715" y="68007"/>
                  <a:pt x="69882" y="69841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…">
            <a:extLst xmlns:a="http://schemas.openxmlformats.org/drawingml/2006/main">
              <a:ext uri="{FF2B5EF4-FFF2-40B4-BE49-F238E27FC236}">
                <a16:creationId xmlns:a16="http://schemas.microsoft.com/office/drawing/2014/main" id="{BC49652A-A7BA-4FC0-84CB-D563D96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198" y="1249010"/>
            <a:ext cx="18415" cy="94938"/>
          </a:xfrm>
          <a:custGeom xmlns:a="http://schemas.openxmlformats.org/drawingml/2006/main">
            <a:pathLst>
              <a:path w="18415" h="94938">
                <a:moveTo>
                  <a:pt x="9380" y="18758"/>
                </a:moveTo>
                <a:cubicBezTo>
                  <a:pt x="6786" y="18758"/>
                  <a:pt x="4575" y="17843"/>
                  <a:pt x="2745" y="16014"/>
                </a:cubicBezTo>
                <a:cubicBezTo>
                  <a:pt x="915" y="14183"/>
                  <a:pt x="0" y="11972"/>
                  <a:pt x="0" y="9380"/>
                </a:cubicBezTo>
                <a:cubicBezTo>
                  <a:pt x="0" y="6786"/>
                  <a:pt x="915" y="4575"/>
                  <a:pt x="2745" y="2745"/>
                </a:cubicBezTo>
                <a:cubicBezTo>
                  <a:pt x="4575" y="915"/>
                  <a:pt x="6786" y="0"/>
                  <a:pt x="9380" y="0"/>
                </a:cubicBezTo>
                <a:cubicBezTo>
                  <a:pt x="11972" y="0"/>
                  <a:pt x="14126" y="915"/>
                  <a:pt x="15843" y="2745"/>
                </a:cubicBezTo>
                <a:cubicBezTo>
                  <a:pt x="17558" y="4575"/>
                  <a:pt x="18415" y="6786"/>
                  <a:pt x="18415" y="9380"/>
                </a:cubicBezTo>
                <a:cubicBezTo>
                  <a:pt x="18415" y="11972"/>
                  <a:pt x="17558" y="14183"/>
                  <a:pt x="15843" y="16014"/>
                </a:cubicBezTo>
                <a:cubicBezTo>
                  <a:pt x="14126" y="17843"/>
                  <a:pt x="11972" y="18758"/>
                  <a:pt x="9380" y="18758"/>
                </a:cubicBezTo>
                <a:moveTo>
                  <a:pt x="9380" y="56849"/>
                </a:moveTo>
                <a:cubicBezTo>
                  <a:pt x="6786" y="56849"/>
                  <a:pt x="4575" y="55933"/>
                  <a:pt x="2745" y="54103"/>
                </a:cubicBezTo>
                <a:cubicBezTo>
                  <a:pt x="915" y="52273"/>
                  <a:pt x="0" y="50061"/>
                  <a:pt x="0" y="47469"/>
                </a:cubicBezTo>
                <a:cubicBezTo>
                  <a:pt x="0" y="44876"/>
                  <a:pt x="915" y="42665"/>
                  <a:pt x="2745" y="40835"/>
                </a:cubicBezTo>
                <a:cubicBezTo>
                  <a:pt x="4575" y="39004"/>
                  <a:pt x="6786" y="38089"/>
                  <a:pt x="9380" y="38089"/>
                </a:cubicBezTo>
                <a:cubicBezTo>
                  <a:pt x="11972" y="38089"/>
                  <a:pt x="14126" y="39004"/>
                  <a:pt x="15843" y="40835"/>
                </a:cubicBezTo>
                <a:cubicBezTo>
                  <a:pt x="17558" y="42665"/>
                  <a:pt x="18415" y="44876"/>
                  <a:pt x="18415" y="47469"/>
                </a:cubicBezTo>
                <a:cubicBezTo>
                  <a:pt x="18415" y="50061"/>
                  <a:pt x="17558" y="52273"/>
                  <a:pt x="15843" y="54103"/>
                </a:cubicBezTo>
                <a:cubicBezTo>
                  <a:pt x="14126" y="55933"/>
                  <a:pt x="11972" y="56849"/>
                  <a:pt x="9380" y="56849"/>
                </a:cubicBezTo>
                <a:moveTo>
                  <a:pt x="9380" y="94938"/>
                </a:moveTo>
                <a:cubicBezTo>
                  <a:pt x="6786" y="94938"/>
                  <a:pt x="4575" y="94023"/>
                  <a:pt x="2745" y="92194"/>
                </a:cubicBezTo>
                <a:cubicBezTo>
                  <a:pt x="915" y="90364"/>
                  <a:pt x="0" y="88152"/>
                  <a:pt x="0" y="85558"/>
                </a:cubicBezTo>
                <a:cubicBezTo>
                  <a:pt x="0" y="82966"/>
                  <a:pt x="915" y="80755"/>
                  <a:pt x="2745" y="78926"/>
                </a:cubicBezTo>
                <a:cubicBezTo>
                  <a:pt x="4575" y="77095"/>
                  <a:pt x="6786" y="76180"/>
                  <a:pt x="9380" y="76180"/>
                </a:cubicBezTo>
                <a:cubicBezTo>
                  <a:pt x="11972" y="76180"/>
                  <a:pt x="14126" y="77095"/>
                  <a:pt x="15843" y="78926"/>
                </a:cubicBezTo>
                <a:cubicBezTo>
                  <a:pt x="17558" y="80755"/>
                  <a:pt x="18415" y="82966"/>
                  <a:pt x="18415" y="85558"/>
                </a:cubicBezTo>
                <a:cubicBezTo>
                  <a:pt x="18415" y="88152"/>
                  <a:pt x="17558" y="90364"/>
                  <a:pt x="15843" y="92194"/>
                </a:cubicBezTo>
                <a:cubicBezTo>
                  <a:pt x="14126" y="94023"/>
                  <a:pt x="11972" y="94938"/>
                  <a:pt x="9380" y="94938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Nigeria">
            <a:extLst xmlns:a="http://schemas.openxmlformats.org/drawingml/2006/main">
              <a:ext uri="{FF2B5EF4-FFF2-40B4-BE49-F238E27FC236}">
                <a16:creationId xmlns:a16="http://schemas.microsoft.com/office/drawing/2014/main" id="{8A62BED0-1F9F-4507-935E-93F792C5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12" y="1969908"/>
            <a:ext cx="417561" cy="135451"/>
          </a:xfrm>
          <a:custGeom xmlns:a="http://schemas.openxmlformats.org/drawingml/2006/main">
            <a:pathLst>
              <a:path w="417561" h="135451">
                <a:moveTo>
                  <a:pt x="2670" y="34830"/>
                </a:moveTo>
                <a:cubicBezTo>
                  <a:pt x="2670" y="28692"/>
                  <a:pt x="2580" y="23532"/>
                  <a:pt x="2401" y="19351"/>
                </a:cubicBezTo>
                <a:cubicBezTo>
                  <a:pt x="2223" y="15168"/>
                  <a:pt x="2090" y="11476"/>
                  <a:pt x="2002" y="8273"/>
                </a:cubicBezTo>
                <a:cubicBezTo>
                  <a:pt x="4493" y="8719"/>
                  <a:pt x="6494" y="8941"/>
                  <a:pt x="8007" y="8941"/>
                </a:cubicBezTo>
                <a:cubicBezTo>
                  <a:pt x="9519" y="8941"/>
                  <a:pt x="11521" y="8719"/>
                  <a:pt x="14012" y="8273"/>
                </a:cubicBezTo>
                <a:cubicBezTo>
                  <a:pt x="23710" y="19038"/>
                  <a:pt x="33296" y="29626"/>
                  <a:pt x="42770" y="40035"/>
                </a:cubicBezTo>
                <a:cubicBezTo>
                  <a:pt x="52245" y="50443"/>
                  <a:pt x="61965" y="61030"/>
                  <a:pt x="71929" y="71795"/>
                </a:cubicBezTo>
                <a:lnTo>
                  <a:pt x="71929" y="60184"/>
                </a:lnTo>
                <a:lnTo>
                  <a:pt x="71929" y="47239"/>
                </a:lnTo>
                <a:cubicBezTo>
                  <a:pt x="71929" y="42880"/>
                  <a:pt x="71907" y="38588"/>
                  <a:pt x="71862" y="34362"/>
                </a:cubicBezTo>
                <a:cubicBezTo>
                  <a:pt x="71817" y="30136"/>
                  <a:pt x="71772" y="26244"/>
                  <a:pt x="71728" y="22686"/>
                </a:cubicBezTo>
                <a:cubicBezTo>
                  <a:pt x="71684" y="19127"/>
                  <a:pt x="71595" y="16057"/>
                  <a:pt x="71461" y="13478"/>
                </a:cubicBezTo>
                <a:cubicBezTo>
                  <a:pt x="71328" y="10897"/>
                  <a:pt x="71172" y="9163"/>
                  <a:pt x="70995" y="8273"/>
                </a:cubicBezTo>
                <a:cubicBezTo>
                  <a:pt x="73486" y="8719"/>
                  <a:pt x="75487" y="8941"/>
                  <a:pt x="76999" y="8941"/>
                </a:cubicBezTo>
                <a:cubicBezTo>
                  <a:pt x="78512" y="8941"/>
                  <a:pt x="80513" y="8719"/>
                  <a:pt x="83004" y="8273"/>
                </a:cubicBezTo>
                <a:cubicBezTo>
                  <a:pt x="82561" y="16370"/>
                  <a:pt x="82205" y="23687"/>
                  <a:pt x="81937" y="30226"/>
                </a:cubicBezTo>
                <a:cubicBezTo>
                  <a:pt x="81670" y="36764"/>
                  <a:pt x="81447" y="42925"/>
                  <a:pt x="81270" y="48708"/>
                </a:cubicBezTo>
                <a:cubicBezTo>
                  <a:pt x="81092" y="54491"/>
                  <a:pt x="80980" y="60207"/>
                  <a:pt x="80936" y="65857"/>
                </a:cubicBezTo>
                <a:cubicBezTo>
                  <a:pt x="80892" y="71506"/>
                  <a:pt x="80870" y="77533"/>
                  <a:pt x="80870" y="83939"/>
                </a:cubicBezTo>
                <a:lnTo>
                  <a:pt x="80870" y="99952"/>
                </a:lnTo>
                <a:cubicBezTo>
                  <a:pt x="79091" y="99774"/>
                  <a:pt x="77267" y="99686"/>
                  <a:pt x="75399" y="99686"/>
                </a:cubicBezTo>
                <a:cubicBezTo>
                  <a:pt x="73441" y="99686"/>
                  <a:pt x="71707" y="99774"/>
                  <a:pt x="70194" y="99952"/>
                </a:cubicBezTo>
                <a:cubicBezTo>
                  <a:pt x="51866" y="78600"/>
                  <a:pt x="32428" y="57115"/>
                  <a:pt x="11878" y="35496"/>
                </a:cubicBezTo>
                <a:cubicBezTo>
                  <a:pt x="11788" y="38077"/>
                  <a:pt x="11721" y="40658"/>
                  <a:pt x="11676" y="43238"/>
                </a:cubicBezTo>
                <a:cubicBezTo>
                  <a:pt x="11631" y="45817"/>
                  <a:pt x="11609" y="48441"/>
                  <a:pt x="11609" y="51110"/>
                </a:cubicBezTo>
                <a:lnTo>
                  <a:pt x="11609" y="66590"/>
                </a:lnTo>
                <a:cubicBezTo>
                  <a:pt x="11609" y="71928"/>
                  <a:pt x="11631" y="76465"/>
                  <a:pt x="11676" y="80203"/>
                </a:cubicBezTo>
                <a:cubicBezTo>
                  <a:pt x="11721" y="83938"/>
                  <a:pt x="11787" y="87097"/>
                  <a:pt x="11876" y="89677"/>
                </a:cubicBezTo>
                <a:cubicBezTo>
                  <a:pt x="11965" y="92257"/>
                  <a:pt x="12054" y="94370"/>
                  <a:pt x="12142" y="96016"/>
                </a:cubicBezTo>
                <a:cubicBezTo>
                  <a:pt x="12232" y="97662"/>
                  <a:pt x="12321" y="98974"/>
                  <a:pt x="12411" y="99952"/>
                </a:cubicBezTo>
                <a:cubicBezTo>
                  <a:pt x="11343" y="99774"/>
                  <a:pt x="10274" y="99686"/>
                  <a:pt x="9206" y="99686"/>
                </a:cubicBezTo>
                <a:cubicBezTo>
                  <a:pt x="8139" y="99686"/>
                  <a:pt x="7116" y="99686"/>
                  <a:pt x="6137" y="99686"/>
                </a:cubicBezTo>
                <a:cubicBezTo>
                  <a:pt x="4092" y="99686"/>
                  <a:pt x="2046" y="99774"/>
                  <a:pt x="0" y="99952"/>
                </a:cubicBezTo>
                <a:cubicBezTo>
                  <a:pt x="178" y="99241"/>
                  <a:pt x="400" y="96706"/>
                  <a:pt x="666" y="92347"/>
                </a:cubicBezTo>
                <a:cubicBezTo>
                  <a:pt x="933" y="87987"/>
                  <a:pt x="1222" y="82670"/>
                  <a:pt x="1533" y="76399"/>
                </a:cubicBezTo>
                <a:cubicBezTo>
                  <a:pt x="1846" y="70127"/>
                  <a:pt x="2113" y="63321"/>
                  <a:pt x="2336" y="55981"/>
                </a:cubicBezTo>
                <a:cubicBezTo>
                  <a:pt x="2558" y="48641"/>
                  <a:pt x="2670" y="41591"/>
                  <a:pt x="2670" y="34830"/>
                </a:cubicBezTo>
                <a:close/>
                <a:moveTo>
                  <a:pt x="101421" y="10542"/>
                </a:moveTo>
                <a:cubicBezTo>
                  <a:pt x="101421" y="7605"/>
                  <a:pt x="102443" y="5114"/>
                  <a:pt x="104489" y="3069"/>
                </a:cubicBezTo>
                <a:cubicBezTo>
                  <a:pt x="106536" y="1023"/>
                  <a:pt x="109028" y="0"/>
                  <a:pt x="111964" y="0"/>
                </a:cubicBezTo>
                <a:cubicBezTo>
                  <a:pt x="114899" y="0"/>
                  <a:pt x="117390" y="1023"/>
                  <a:pt x="119435" y="3069"/>
                </a:cubicBezTo>
                <a:cubicBezTo>
                  <a:pt x="121483" y="5114"/>
                  <a:pt x="122506" y="7605"/>
                  <a:pt x="122506" y="10542"/>
                </a:cubicBezTo>
                <a:cubicBezTo>
                  <a:pt x="122506" y="13478"/>
                  <a:pt x="121483" y="15969"/>
                  <a:pt x="119435" y="18015"/>
                </a:cubicBezTo>
                <a:cubicBezTo>
                  <a:pt x="117390" y="20061"/>
                  <a:pt x="114899" y="21084"/>
                  <a:pt x="111964" y="21084"/>
                </a:cubicBezTo>
                <a:cubicBezTo>
                  <a:pt x="109028" y="21084"/>
                  <a:pt x="106536" y="20061"/>
                  <a:pt x="104489" y="18015"/>
                </a:cubicBezTo>
                <a:cubicBezTo>
                  <a:pt x="102443" y="15969"/>
                  <a:pt x="101421" y="13478"/>
                  <a:pt x="101421" y="10542"/>
                </a:cubicBezTo>
                <a:moveTo>
                  <a:pt x="103023" y="65389"/>
                </a:moveTo>
                <a:cubicBezTo>
                  <a:pt x="103023" y="59963"/>
                  <a:pt x="102956" y="54870"/>
                  <a:pt x="102821" y="50111"/>
                </a:cubicBezTo>
                <a:cubicBezTo>
                  <a:pt x="102688" y="45350"/>
                  <a:pt x="102399" y="40567"/>
                  <a:pt x="101954" y="35763"/>
                </a:cubicBezTo>
                <a:cubicBezTo>
                  <a:pt x="103200" y="35941"/>
                  <a:pt x="104668" y="36097"/>
                  <a:pt x="106358" y="36231"/>
                </a:cubicBezTo>
                <a:cubicBezTo>
                  <a:pt x="108049" y="36364"/>
                  <a:pt x="109917" y="36431"/>
                  <a:pt x="111964" y="36431"/>
                </a:cubicBezTo>
                <a:cubicBezTo>
                  <a:pt x="116145" y="36431"/>
                  <a:pt x="119482" y="36208"/>
                  <a:pt x="121973" y="35763"/>
                </a:cubicBezTo>
                <a:cubicBezTo>
                  <a:pt x="121527" y="40567"/>
                  <a:pt x="121237" y="45350"/>
                  <a:pt x="121103" y="50111"/>
                </a:cubicBezTo>
                <a:cubicBezTo>
                  <a:pt x="120970" y="54870"/>
                  <a:pt x="120904" y="59963"/>
                  <a:pt x="120904" y="65389"/>
                </a:cubicBezTo>
                <a:lnTo>
                  <a:pt x="120904" y="70728"/>
                </a:lnTo>
                <a:cubicBezTo>
                  <a:pt x="120904" y="76154"/>
                  <a:pt x="120970" y="81269"/>
                  <a:pt x="121103" y="86073"/>
                </a:cubicBezTo>
                <a:cubicBezTo>
                  <a:pt x="121237" y="90877"/>
                  <a:pt x="121527" y="95504"/>
                  <a:pt x="121973" y="99952"/>
                </a:cubicBezTo>
                <a:cubicBezTo>
                  <a:pt x="120816" y="99774"/>
                  <a:pt x="119370" y="99686"/>
                  <a:pt x="117635" y="99686"/>
                </a:cubicBezTo>
                <a:cubicBezTo>
                  <a:pt x="115900" y="99686"/>
                  <a:pt x="114010" y="99686"/>
                  <a:pt x="111964" y="99686"/>
                </a:cubicBezTo>
                <a:cubicBezTo>
                  <a:pt x="109917" y="99686"/>
                  <a:pt x="108049" y="99686"/>
                  <a:pt x="106358" y="99686"/>
                </a:cubicBezTo>
                <a:cubicBezTo>
                  <a:pt x="104668" y="99686"/>
                  <a:pt x="103200" y="99774"/>
                  <a:pt x="101954" y="99952"/>
                </a:cubicBezTo>
                <a:cubicBezTo>
                  <a:pt x="102399" y="95504"/>
                  <a:pt x="102688" y="90877"/>
                  <a:pt x="102821" y="86073"/>
                </a:cubicBezTo>
                <a:cubicBezTo>
                  <a:pt x="102956" y="81269"/>
                  <a:pt x="103023" y="76154"/>
                  <a:pt x="103023" y="70728"/>
                </a:cubicBezTo>
                <a:lnTo>
                  <a:pt x="103023" y="65389"/>
                </a:lnTo>
                <a:close/>
                <a:moveTo>
                  <a:pt x="163075" y="39500"/>
                </a:moveTo>
                <a:cubicBezTo>
                  <a:pt x="157024" y="39500"/>
                  <a:pt x="153999" y="45371"/>
                  <a:pt x="153999" y="57115"/>
                </a:cubicBezTo>
                <a:cubicBezTo>
                  <a:pt x="153999" y="60052"/>
                  <a:pt x="154266" y="62521"/>
                  <a:pt x="154799" y="64523"/>
                </a:cubicBezTo>
                <a:cubicBezTo>
                  <a:pt x="155334" y="66524"/>
                  <a:pt x="156024" y="68148"/>
                  <a:pt x="156868" y="69394"/>
                </a:cubicBezTo>
                <a:cubicBezTo>
                  <a:pt x="157714" y="70639"/>
                  <a:pt x="158648" y="71528"/>
                  <a:pt x="159670" y="72062"/>
                </a:cubicBezTo>
                <a:cubicBezTo>
                  <a:pt x="160694" y="72595"/>
                  <a:pt x="161740" y="72862"/>
                  <a:pt x="162808" y="72862"/>
                </a:cubicBezTo>
                <a:cubicBezTo>
                  <a:pt x="165743" y="72862"/>
                  <a:pt x="167922" y="71572"/>
                  <a:pt x="169346" y="68993"/>
                </a:cubicBezTo>
                <a:cubicBezTo>
                  <a:pt x="170770" y="66412"/>
                  <a:pt x="171482" y="62053"/>
                  <a:pt x="171482" y="55914"/>
                </a:cubicBezTo>
                <a:cubicBezTo>
                  <a:pt x="171482" y="49865"/>
                  <a:pt x="170681" y="45617"/>
                  <a:pt x="169080" y="43171"/>
                </a:cubicBezTo>
                <a:cubicBezTo>
                  <a:pt x="167478" y="40723"/>
                  <a:pt x="165476" y="39500"/>
                  <a:pt x="163075" y="39500"/>
                </a:cubicBezTo>
                <a:moveTo>
                  <a:pt x="182959" y="40835"/>
                </a:moveTo>
                <a:cubicBezTo>
                  <a:pt x="185182" y="42436"/>
                  <a:pt x="186939" y="44460"/>
                  <a:pt x="188229" y="46907"/>
                </a:cubicBezTo>
                <a:cubicBezTo>
                  <a:pt x="189520" y="49354"/>
                  <a:pt x="190165" y="52267"/>
                  <a:pt x="190165" y="55647"/>
                </a:cubicBezTo>
                <a:cubicBezTo>
                  <a:pt x="190165" y="58939"/>
                  <a:pt x="189542" y="61942"/>
                  <a:pt x="188296" y="64656"/>
                </a:cubicBezTo>
                <a:cubicBezTo>
                  <a:pt x="187051" y="67369"/>
                  <a:pt x="185294" y="69705"/>
                  <a:pt x="183024" y="71662"/>
                </a:cubicBezTo>
                <a:cubicBezTo>
                  <a:pt x="180756" y="73619"/>
                  <a:pt x="178042" y="75131"/>
                  <a:pt x="174883" y="76199"/>
                </a:cubicBezTo>
                <a:cubicBezTo>
                  <a:pt x="171725" y="77266"/>
                  <a:pt x="168190" y="77800"/>
                  <a:pt x="164276" y="77800"/>
                </a:cubicBezTo>
                <a:cubicBezTo>
                  <a:pt x="163297" y="77800"/>
                  <a:pt x="162340" y="77778"/>
                  <a:pt x="161405" y="77735"/>
                </a:cubicBezTo>
                <a:cubicBezTo>
                  <a:pt x="160471" y="77690"/>
                  <a:pt x="159426" y="77667"/>
                  <a:pt x="158269" y="77667"/>
                </a:cubicBezTo>
                <a:cubicBezTo>
                  <a:pt x="157202" y="77667"/>
                  <a:pt x="156291" y="78157"/>
                  <a:pt x="155534" y="79136"/>
                </a:cubicBezTo>
                <a:cubicBezTo>
                  <a:pt x="154778" y="80113"/>
                  <a:pt x="154400" y="81225"/>
                  <a:pt x="154400" y="82471"/>
                </a:cubicBezTo>
                <a:cubicBezTo>
                  <a:pt x="154400" y="84606"/>
                  <a:pt x="155223" y="86297"/>
                  <a:pt x="156868" y="87543"/>
                </a:cubicBezTo>
                <a:cubicBezTo>
                  <a:pt x="158515" y="88788"/>
                  <a:pt x="161117" y="89455"/>
                  <a:pt x="164675" y="89543"/>
                </a:cubicBezTo>
                <a:lnTo>
                  <a:pt x="174551" y="89677"/>
                </a:lnTo>
                <a:cubicBezTo>
                  <a:pt x="182024" y="89766"/>
                  <a:pt x="187517" y="91166"/>
                  <a:pt x="191031" y="93880"/>
                </a:cubicBezTo>
                <a:cubicBezTo>
                  <a:pt x="194545" y="96594"/>
                  <a:pt x="196303" y="100931"/>
                  <a:pt x="196303" y="106892"/>
                </a:cubicBezTo>
                <a:cubicBezTo>
                  <a:pt x="196303" y="112230"/>
                  <a:pt x="195212" y="116700"/>
                  <a:pt x="193032" y="120303"/>
                </a:cubicBezTo>
                <a:cubicBezTo>
                  <a:pt x="190853" y="123907"/>
                  <a:pt x="188052" y="126843"/>
                  <a:pt x="184627" y="129112"/>
                </a:cubicBezTo>
                <a:cubicBezTo>
                  <a:pt x="181202" y="131380"/>
                  <a:pt x="177398" y="133004"/>
                  <a:pt x="173215" y="133982"/>
                </a:cubicBezTo>
                <a:cubicBezTo>
                  <a:pt x="169034" y="134961"/>
                  <a:pt x="164987" y="135451"/>
                  <a:pt x="161073" y="135451"/>
                </a:cubicBezTo>
                <a:cubicBezTo>
                  <a:pt x="152709" y="135451"/>
                  <a:pt x="146192" y="133827"/>
                  <a:pt x="141521" y="130580"/>
                </a:cubicBezTo>
                <a:cubicBezTo>
                  <a:pt x="136851" y="127333"/>
                  <a:pt x="134516" y="123040"/>
                  <a:pt x="134516" y="117700"/>
                </a:cubicBezTo>
                <a:cubicBezTo>
                  <a:pt x="134516" y="113431"/>
                  <a:pt x="135694" y="109984"/>
                  <a:pt x="138051" y="107358"/>
                </a:cubicBezTo>
                <a:cubicBezTo>
                  <a:pt x="140409" y="104734"/>
                  <a:pt x="143590" y="102666"/>
                  <a:pt x="147595" y="101154"/>
                </a:cubicBezTo>
                <a:lnTo>
                  <a:pt x="147595" y="100887"/>
                </a:lnTo>
                <a:cubicBezTo>
                  <a:pt x="145282" y="100086"/>
                  <a:pt x="143436" y="98863"/>
                  <a:pt x="142056" y="97218"/>
                </a:cubicBezTo>
                <a:cubicBezTo>
                  <a:pt x="140677" y="95571"/>
                  <a:pt x="139987" y="93502"/>
                  <a:pt x="139987" y="91011"/>
                </a:cubicBezTo>
                <a:cubicBezTo>
                  <a:pt x="139987" y="88075"/>
                  <a:pt x="141122" y="85228"/>
                  <a:pt x="143390" y="82471"/>
                </a:cubicBezTo>
                <a:cubicBezTo>
                  <a:pt x="145658" y="79712"/>
                  <a:pt x="148661" y="77844"/>
                  <a:pt x="152399" y="76865"/>
                </a:cubicBezTo>
                <a:lnTo>
                  <a:pt x="152399" y="76598"/>
                </a:lnTo>
                <a:cubicBezTo>
                  <a:pt x="146971" y="75264"/>
                  <a:pt x="142790" y="72862"/>
                  <a:pt x="139855" y="69392"/>
                </a:cubicBezTo>
                <a:cubicBezTo>
                  <a:pt x="136829" y="65834"/>
                  <a:pt x="135316" y="61208"/>
                  <a:pt x="135316" y="55515"/>
                </a:cubicBezTo>
                <a:cubicBezTo>
                  <a:pt x="135316" y="52133"/>
                  <a:pt x="136006" y="49108"/>
                  <a:pt x="137385" y="46439"/>
                </a:cubicBezTo>
                <a:cubicBezTo>
                  <a:pt x="138764" y="43770"/>
                  <a:pt x="140699" y="41524"/>
                  <a:pt x="143191" y="39701"/>
                </a:cubicBezTo>
                <a:cubicBezTo>
                  <a:pt x="145682" y="37877"/>
                  <a:pt x="148662" y="36475"/>
                  <a:pt x="152132" y="35496"/>
                </a:cubicBezTo>
                <a:cubicBezTo>
                  <a:pt x="155602" y="34517"/>
                  <a:pt x="159427" y="34028"/>
                  <a:pt x="163608" y="34028"/>
                </a:cubicBezTo>
                <a:cubicBezTo>
                  <a:pt x="165210" y="34028"/>
                  <a:pt x="166856" y="34095"/>
                  <a:pt x="168546" y="34230"/>
                </a:cubicBezTo>
                <a:cubicBezTo>
                  <a:pt x="170236" y="34363"/>
                  <a:pt x="171882" y="34473"/>
                  <a:pt x="173484" y="34562"/>
                </a:cubicBezTo>
                <a:cubicBezTo>
                  <a:pt x="174641" y="34651"/>
                  <a:pt x="175819" y="34718"/>
                  <a:pt x="177019" y="34763"/>
                </a:cubicBezTo>
                <a:cubicBezTo>
                  <a:pt x="178220" y="34808"/>
                  <a:pt x="179533" y="34830"/>
                  <a:pt x="180957" y="34830"/>
                </a:cubicBezTo>
                <a:cubicBezTo>
                  <a:pt x="183181" y="34830"/>
                  <a:pt x="185493" y="34808"/>
                  <a:pt x="187895" y="34763"/>
                </a:cubicBezTo>
                <a:cubicBezTo>
                  <a:pt x="190298" y="34718"/>
                  <a:pt x="192700" y="34696"/>
                  <a:pt x="195101" y="34696"/>
                </a:cubicBezTo>
                <a:cubicBezTo>
                  <a:pt x="195013" y="35229"/>
                  <a:pt x="194946" y="35764"/>
                  <a:pt x="194902" y="36299"/>
                </a:cubicBezTo>
                <a:cubicBezTo>
                  <a:pt x="194857" y="36832"/>
                  <a:pt x="194834" y="37366"/>
                  <a:pt x="194834" y="37899"/>
                </a:cubicBezTo>
                <a:cubicBezTo>
                  <a:pt x="194834" y="38433"/>
                  <a:pt x="194857" y="38966"/>
                  <a:pt x="194902" y="39500"/>
                </a:cubicBezTo>
                <a:cubicBezTo>
                  <a:pt x="194946" y="40033"/>
                  <a:pt x="195013" y="40567"/>
                  <a:pt x="195101" y="41102"/>
                </a:cubicBezTo>
                <a:lnTo>
                  <a:pt x="183358" y="40569"/>
                </a:lnTo>
                <a:lnTo>
                  <a:pt x="182959" y="40835"/>
                </a:lnTo>
                <a:moveTo>
                  <a:pt x="180823" y="114098"/>
                </a:moveTo>
                <a:cubicBezTo>
                  <a:pt x="180823" y="111518"/>
                  <a:pt x="180378" y="109405"/>
                  <a:pt x="179487" y="107759"/>
                </a:cubicBezTo>
                <a:cubicBezTo>
                  <a:pt x="178598" y="106114"/>
                  <a:pt x="177331" y="104846"/>
                  <a:pt x="175685" y="103956"/>
                </a:cubicBezTo>
                <a:cubicBezTo>
                  <a:pt x="174040" y="103066"/>
                  <a:pt x="172016" y="102466"/>
                  <a:pt x="169613" y="102154"/>
                </a:cubicBezTo>
                <a:cubicBezTo>
                  <a:pt x="167212" y="101843"/>
                  <a:pt x="164498" y="101687"/>
                  <a:pt x="161472" y="101687"/>
                </a:cubicBezTo>
                <a:cubicBezTo>
                  <a:pt x="156846" y="101687"/>
                  <a:pt x="153643" y="102132"/>
                  <a:pt x="151865" y="103021"/>
                </a:cubicBezTo>
                <a:cubicBezTo>
                  <a:pt x="150797" y="103556"/>
                  <a:pt x="149662" y="104846"/>
                  <a:pt x="148460" y="106892"/>
                </a:cubicBezTo>
                <a:cubicBezTo>
                  <a:pt x="147260" y="108938"/>
                  <a:pt x="146660" y="111518"/>
                  <a:pt x="146660" y="114632"/>
                </a:cubicBezTo>
                <a:cubicBezTo>
                  <a:pt x="146660" y="117212"/>
                  <a:pt x="147127" y="119459"/>
                  <a:pt x="148061" y="121372"/>
                </a:cubicBezTo>
                <a:cubicBezTo>
                  <a:pt x="148995" y="123285"/>
                  <a:pt x="150262" y="124863"/>
                  <a:pt x="151863" y="126108"/>
                </a:cubicBezTo>
                <a:cubicBezTo>
                  <a:pt x="153465" y="127354"/>
                  <a:pt x="155311" y="128311"/>
                  <a:pt x="157402" y="128977"/>
                </a:cubicBezTo>
                <a:cubicBezTo>
                  <a:pt x="159494" y="129645"/>
                  <a:pt x="161740" y="129979"/>
                  <a:pt x="164142" y="129979"/>
                </a:cubicBezTo>
                <a:cubicBezTo>
                  <a:pt x="166722" y="129979"/>
                  <a:pt x="169036" y="129556"/>
                  <a:pt x="171081" y="128711"/>
                </a:cubicBezTo>
                <a:cubicBezTo>
                  <a:pt x="173127" y="127865"/>
                  <a:pt x="174884" y="126708"/>
                  <a:pt x="176351" y="125241"/>
                </a:cubicBezTo>
                <a:cubicBezTo>
                  <a:pt x="177820" y="123773"/>
                  <a:pt x="178932" y="122083"/>
                  <a:pt x="179689" y="120170"/>
                </a:cubicBezTo>
                <a:cubicBezTo>
                  <a:pt x="180445" y="118258"/>
                  <a:pt x="180823" y="116234"/>
                  <a:pt x="180823" y="114098"/>
                </a:cubicBezTo>
                <a:close/>
                <a:moveTo>
                  <a:pt x="221391" y="68058"/>
                </a:moveTo>
                <a:cubicBezTo>
                  <a:pt x="221391" y="71616"/>
                  <a:pt x="221747" y="74952"/>
                  <a:pt x="222458" y="78066"/>
                </a:cubicBezTo>
                <a:cubicBezTo>
                  <a:pt x="223171" y="81181"/>
                  <a:pt x="224261" y="83872"/>
                  <a:pt x="225729" y="86140"/>
                </a:cubicBezTo>
                <a:cubicBezTo>
                  <a:pt x="227196" y="88409"/>
                  <a:pt x="229064" y="90188"/>
                  <a:pt x="231333" y="91479"/>
                </a:cubicBezTo>
                <a:cubicBezTo>
                  <a:pt x="233602" y="92769"/>
                  <a:pt x="236249" y="93414"/>
                  <a:pt x="239274" y="93414"/>
                </a:cubicBezTo>
                <a:cubicBezTo>
                  <a:pt x="245413" y="93414"/>
                  <a:pt x="250884" y="91412"/>
                  <a:pt x="255688" y="87409"/>
                </a:cubicBezTo>
                <a:lnTo>
                  <a:pt x="257289" y="88610"/>
                </a:lnTo>
                <a:lnTo>
                  <a:pt x="254353" y="96083"/>
                </a:lnTo>
                <a:cubicBezTo>
                  <a:pt x="252129" y="97774"/>
                  <a:pt x="249460" y="99130"/>
                  <a:pt x="246346" y="100152"/>
                </a:cubicBezTo>
                <a:cubicBezTo>
                  <a:pt x="243232" y="101175"/>
                  <a:pt x="239140" y="101687"/>
                  <a:pt x="234069" y="101687"/>
                </a:cubicBezTo>
                <a:cubicBezTo>
                  <a:pt x="229710" y="101687"/>
                  <a:pt x="225573" y="101087"/>
                  <a:pt x="221658" y="99885"/>
                </a:cubicBezTo>
                <a:cubicBezTo>
                  <a:pt x="217745" y="98685"/>
                  <a:pt x="214297" y="96706"/>
                  <a:pt x="211316" y="93947"/>
                </a:cubicBezTo>
                <a:cubicBezTo>
                  <a:pt x="208336" y="91189"/>
                  <a:pt x="205979" y="87697"/>
                  <a:pt x="204244" y="83471"/>
                </a:cubicBezTo>
                <a:cubicBezTo>
                  <a:pt x="202509" y="79245"/>
                  <a:pt x="201642" y="74196"/>
                  <a:pt x="201642" y="68325"/>
                </a:cubicBezTo>
                <a:cubicBezTo>
                  <a:pt x="201642" y="62542"/>
                  <a:pt x="202420" y="57516"/>
                  <a:pt x="203975" y="53246"/>
                </a:cubicBezTo>
                <a:cubicBezTo>
                  <a:pt x="205532" y="48976"/>
                  <a:pt x="207690" y="45417"/>
                  <a:pt x="210449" y="42570"/>
                </a:cubicBezTo>
                <a:cubicBezTo>
                  <a:pt x="213207" y="39722"/>
                  <a:pt x="216477" y="37587"/>
                  <a:pt x="220257" y="36164"/>
                </a:cubicBezTo>
                <a:cubicBezTo>
                  <a:pt x="224038" y="34740"/>
                  <a:pt x="228153" y="34028"/>
                  <a:pt x="232601" y="34028"/>
                </a:cubicBezTo>
                <a:cubicBezTo>
                  <a:pt x="241409" y="34028"/>
                  <a:pt x="248147" y="36608"/>
                  <a:pt x="252817" y="41768"/>
                </a:cubicBezTo>
                <a:cubicBezTo>
                  <a:pt x="257488" y="46928"/>
                  <a:pt x="259824" y="54223"/>
                  <a:pt x="259824" y="63654"/>
                </a:cubicBezTo>
                <a:lnTo>
                  <a:pt x="259824" y="66458"/>
                </a:lnTo>
                <a:cubicBezTo>
                  <a:pt x="259824" y="67257"/>
                  <a:pt x="259780" y="67791"/>
                  <a:pt x="259692" y="68058"/>
                </a:cubicBezTo>
                <a:lnTo>
                  <a:pt x="221391" y="68058"/>
                </a:lnTo>
                <a:moveTo>
                  <a:pt x="241944" y="62053"/>
                </a:moveTo>
                <a:cubicBezTo>
                  <a:pt x="241764" y="55381"/>
                  <a:pt x="240941" y="50043"/>
                  <a:pt x="239474" y="46040"/>
                </a:cubicBezTo>
                <a:cubicBezTo>
                  <a:pt x="238006" y="42035"/>
                  <a:pt x="235537" y="40033"/>
                  <a:pt x="232068" y="40033"/>
                </a:cubicBezTo>
                <a:cubicBezTo>
                  <a:pt x="230110" y="40033"/>
                  <a:pt x="228464" y="40700"/>
                  <a:pt x="227130" y="42035"/>
                </a:cubicBezTo>
                <a:cubicBezTo>
                  <a:pt x="225795" y="43369"/>
                  <a:pt x="224728" y="45082"/>
                  <a:pt x="223927" y="47174"/>
                </a:cubicBezTo>
                <a:cubicBezTo>
                  <a:pt x="223126" y="49265"/>
                  <a:pt x="222525" y="51622"/>
                  <a:pt x="222125" y="54246"/>
                </a:cubicBezTo>
                <a:cubicBezTo>
                  <a:pt x="221725" y="56870"/>
                  <a:pt x="221481" y="59473"/>
                  <a:pt x="221391" y="62053"/>
                </a:cubicBezTo>
                <a:lnTo>
                  <a:pt x="241944" y="62053"/>
                </a:lnTo>
                <a:close/>
                <a:moveTo>
                  <a:pt x="290252" y="52312"/>
                </a:moveTo>
                <a:cubicBezTo>
                  <a:pt x="292565" y="46173"/>
                  <a:pt x="295367" y="41658"/>
                  <a:pt x="298658" y="38766"/>
                </a:cubicBezTo>
                <a:cubicBezTo>
                  <a:pt x="301950" y="35875"/>
                  <a:pt x="305865" y="34429"/>
                  <a:pt x="310403" y="34429"/>
                </a:cubicBezTo>
                <a:cubicBezTo>
                  <a:pt x="310847" y="34429"/>
                  <a:pt x="311224" y="34452"/>
                  <a:pt x="311535" y="34496"/>
                </a:cubicBezTo>
                <a:cubicBezTo>
                  <a:pt x="311847" y="34540"/>
                  <a:pt x="312181" y="34562"/>
                  <a:pt x="312537" y="34562"/>
                </a:cubicBezTo>
                <a:cubicBezTo>
                  <a:pt x="312269" y="35896"/>
                  <a:pt x="312069" y="37320"/>
                  <a:pt x="311936" y="38834"/>
                </a:cubicBezTo>
                <a:cubicBezTo>
                  <a:pt x="311803" y="40346"/>
                  <a:pt x="311737" y="42125"/>
                  <a:pt x="311737" y="44171"/>
                </a:cubicBezTo>
                <a:lnTo>
                  <a:pt x="311737" y="48441"/>
                </a:lnTo>
                <a:cubicBezTo>
                  <a:pt x="311737" y="49152"/>
                  <a:pt x="311737" y="49908"/>
                  <a:pt x="311737" y="50709"/>
                </a:cubicBezTo>
                <a:cubicBezTo>
                  <a:pt x="311737" y="51510"/>
                  <a:pt x="311781" y="52266"/>
                  <a:pt x="311869" y="52978"/>
                </a:cubicBezTo>
                <a:lnTo>
                  <a:pt x="310670" y="54047"/>
                </a:lnTo>
                <a:cubicBezTo>
                  <a:pt x="309779" y="53512"/>
                  <a:pt x="308778" y="53067"/>
                  <a:pt x="307666" y="52711"/>
                </a:cubicBezTo>
                <a:cubicBezTo>
                  <a:pt x="306554" y="52355"/>
                  <a:pt x="305286" y="52177"/>
                  <a:pt x="303862" y="52177"/>
                </a:cubicBezTo>
                <a:cubicBezTo>
                  <a:pt x="299859" y="52177"/>
                  <a:pt x="296701" y="53490"/>
                  <a:pt x="294388" y="56116"/>
                </a:cubicBezTo>
                <a:cubicBezTo>
                  <a:pt x="292074" y="58740"/>
                  <a:pt x="290918" y="61831"/>
                  <a:pt x="290918" y="65389"/>
                </a:cubicBezTo>
                <a:lnTo>
                  <a:pt x="290918" y="70728"/>
                </a:lnTo>
                <a:cubicBezTo>
                  <a:pt x="290918" y="76154"/>
                  <a:pt x="290984" y="81269"/>
                  <a:pt x="291117" y="86073"/>
                </a:cubicBezTo>
                <a:cubicBezTo>
                  <a:pt x="291252" y="90877"/>
                  <a:pt x="291542" y="95504"/>
                  <a:pt x="291987" y="99952"/>
                </a:cubicBezTo>
                <a:cubicBezTo>
                  <a:pt x="290830" y="99774"/>
                  <a:pt x="289384" y="99686"/>
                  <a:pt x="287650" y="99686"/>
                </a:cubicBezTo>
                <a:cubicBezTo>
                  <a:pt x="285915" y="99686"/>
                  <a:pt x="284024" y="99686"/>
                  <a:pt x="281977" y="99686"/>
                </a:cubicBezTo>
                <a:cubicBezTo>
                  <a:pt x="279931" y="99686"/>
                  <a:pt x="278063" y="99686"/>
                  <a:pt x="276373" y="99686"/>
                </a:cubicBezTo>
                <a:cubicBezTo>
                  <a:pt x="274683" y="99686"/>
                  <a:pt x="273214" y="99774"/>
                  <a:pt x="271968" y="99952"/>
                </a:cubicBezTo>
                <a:cubicBezTo>
                  <a:pt x="272414" y="95504"/>
                  <a:pt x="272703" y="90877"/>
                  <a:pt x="272836" y="86073"/>
                </a:cubicBezTo>
                <a:cubicBezTo>
                  <a:pt x="272969" y="81269"/>
                  <a:pt x="273035" y="76154"/>
                  <a:pt x="273035" y="70728"/>
                </a:cubicBezTo>
                <a:lnTo>
                  <a:pt x="273035" y="65389"/>
                </a:lnTo>
                <a:cubicBezTo>
                  <a:pt x="273035" y="59963"/>
                  <a:pt x="272969" y="54870"/>
                  <a:pt x="272836" y="50111"/>
                </a:cubicBezTo>
                <a:cubicBezTo>
                  <a:pt x="272703" y="45350"/>
                  <a:pt x="272414" y="40567"/>
                  <a:pt x="271968" y="35763"/>
                </a:cubicBezTo>
                <a:cubicBezTo>
                  <a:pt x="273481" y="35941"/>
                  <a:pt x="275015" y="36097"/>
                  <a:pt x="276572" y="36231"/>
                </a:cubicBezTo>
                <a:cubicBezTo>
                  <a:pt x="278129" y="36364"/>
                  <a:pt x="279664" y="36431"/>
                  <a:pt x="281176" y="36431"/>
                </a:cubicBezTo>
                <a:cubicBezTo>
                  <a:pt x="282689" y="36431"/>
                  <a:pt x="284223" y="36364"/>
                  <a:pt x="285780" y="36231"/>
                </a:cubicBezTo>
                <a:cubicBezTo>
                  <a:pt x="287337" y="36097"/>
                  <a:pt x="288872" y="35941"/>
                  <a:pt x="290384" y="35763"/>
                </a:cubicBezTo>
                <a:lnTo>
                  <a:pt x="289985" y="52045"/>
                </a:lnTo>
                <a:lnTo>
                  <a:pt x="290252" y="52312"/>
                </a:lnTo>
                <a:close/>
                <a:moveTo>
                  <a:pt x="323880" y="10542"/>
                </a:moveTo>
                <a:cubicBezTo>
                  <a:pt x="323880" y="7605"/>
                  <a:pt x="324903" y="5114"/>
                  <a:pt x="326949" y="3069"/>
                </a:cubicBezTo>
                <a:cubicBezTo>
                  <a:pt x="328996" y="1023"/>
                  <a:pt x="331487" y="0"/>
                  <a:pt x="334424" y="0"/>
                </a:cubicBezTo>
                <a:cubicBezTo>
                  <a:pt x="337359" y="0"/>
                  <a:pt x="339849" y="1023"/>
                  <a:pt x="341895" y="3069"/>
                </a:cubicBezTo>
                <a:cubicBezTo>
                  <a:pt x="343942" y="5114"/>
                  <a:pt x="344965" y="7605"/>
                  <a:pt x="344965" y="10542"/>
                </a:cubicBezTo>
                <a:cubicBezTo>
                  <a:pt x="344965" y="13478"/>
                  <a:pt x="343942" y="15969"/>
                  <a:pt x="341895" y="18015"/>
                </a:cubicBezTo>
                <a:cubicBezTo>
                  <a:pt x="339849" y="20061"/>
                  <a:pt x="337359" y="21084"/>
                  <a:pt x="334424" y="21084"/>
                </a:cubicBezTo>
                <a:cubicBezTo>
                  <a:pt x="331487" y="21084"/>
                  <a:pt x="328996" y="20061"/>
                  <a:pt x="326949" y="18015"/>
                </a:cubicBezTo>
                <a:cubicBezTo>
                  <a:pt x="324903" y="15969"/>
                  <a:pt x="323880" y="13478"/>
                  <a:pt x="323880" y="10542"/>
                </a:cubicBezTo>
                <a:moveTo>
                  <a:pt x="325482" y="65389"/>
                </a:moveTo>
                <a:cubicBezTo>
                  <a:pt x="325482" y="59963"/>
                  <a:pt x="325415" y="54870"/>
                  <a:pt x="325281" y="50111"/>
                </a:cubicBezTo>
                <a:cubicBezTo>
                  <a:pt x="325148" y="45350"/>
                  <a:pt x="324859" y="40567"/>
                  <a:pt x="324413" y="35763"/>
                </a:cubicBezTo>
                <a:cubicBezTo>
                  <a:pt x="325660" y="35941"/>
                  <a:pt x="327128" y="36097"/>
                  <a:pt x="328818" y="36231"/>
                </a:cubicBezTo>
                <a:cubicBezTo>
                  <a:pt x="330508" y="36364"/>
                  <a:pt x="332377" y="36431"/>
                  <a:pt x="334424" y="36431"/>
                </a:cubicBezTo>
                <a:cubicBezTo>
                  <a:pt x="338605" y="36431"/>
                  <a:pt x="341941" y="36208"/>
                  <a:pt x="344432" y="35763"/>
                </a:cubicBezTo>
                <a:cubicBezTo>
                  <a:pt x="343987" y="40567"/>
                  <a:pt x="343697" y="45350"/>
                  <a:pt x="343562" y="50111"/>
                </a:cubicBezTo>
                <a:cubicBezTo>
                  <a:pt x="343429" y="54870"/>
                  <a:pt x="343363" y="59963"/>
                  <a:pt x="343363" y="65389"/>
                </a:cubicBezTo>
                <a:lnTo>
                  <a:pt x="343363" y="70728"/>
                </a:lnTo>
                <a:cubicBezTo>
                  <a:pt x="343363" y="76154"/>
                  <a:pt x="343429" y="81269"/>
                  <a:pt x="343562" y="86073"/>
                </a:cubicBezTo>
                <a:cubicBezTo>
                  <a:pt x="343697" y="90877"/>
                  <a:pt x="343987" y="95504"/>
                  <a:pt x="344432" y="99952"/>
                </a:cubicBezTo>
                <a:cubicBezTo>
                  <a:pt x="343275" y="99774"/>
                  <a:pt x="341830" y="99686"/>
                  <a:pt x="340095" y="99686"/>
                </a:cubicBezTo>
                <a:cubicBezTo>
                  <a:pt x="338360" y="99686"/>
                  <a:pt x="336469" y="99686"/>
                  <a:pt x="334424" y="99686"/>
                </a:cubicBezTo>
                <a:cubicBezTo>
                  <a:pt x="332377" y="99686"/>
                  <a:pt x="330508" y="99686"/>
                  <a:pt x="328818" y="99686"/>
                </a:cubicBezTo>
                <a:cubicBezTo>
                  <a:pt x="327128" y="99686"/>
                  <a:pt x="325660" y="99774"/>
                  <a:pt x="324413" y="99952"/>
                </a:cubicBezTo>
                <a:cubicBezTo>
                  <a:pt x="324859" y="95504"/>
                  <a:pt x="325148" y="90877"/>
                  <a:pt x="325281" y="86073"/>
                </a:cubicBezTo>
                <a:cubicBezTo>
                  <a:pt x="325415" y="81269"/>
                  <a:pt x="325482" y="76154"/>
                  <a:pt x="325482" y="70728"/>
                </a:cubicBezTo>
                <a:lnTo>
                  <a:pt x="325482" y="65389"/>
                </a:lnTo>
                <a:close/>
                <a:moveTo>
                  <a:pt x="392339" y="79669"/>
                </a:moveTo>
                <a:cubicBezTo>
                  <a:pt x="392339" y="75844"/>
                  <a:pt x="392362" y="72930"/>
                  <a:pt x="392407" y="70927"/>
                </a:cubicBezTo>
                <a:cubicBezTo>
                  <a:pt x="392451" y="68925"/>
                  <a:pt x="392474" y="67168"/>
                  <a:pt x="392474" y="65655"/>
                </a:cubicBezTo>
                <a:cubicBezTo>
                  <a:pt x="390604" y="66724"/>
                  <a:pt x="388624" y="67592"/>
                  <a:pt x="386534" y="68260"/>
                </a:cubicBezTo>
                <a:cubicBezTo>
                  <a:pt x="384443" y="68926"/>
                  <a:pt x="382531" y="69771"/>
                  <a:pt x="380796" y="70795"/>
                </a:cubicBezTo>
                <a:cubicBezTo>
                  <a:pt x="379061" y="71817"/>
                  <a:pt x="377637" y="73218"/>
                  <a:pt x="376526" y="74998"/>
                </a:cubicBezTo>
                <a:cubicBezTo>
                  <a:pt x="375414" y="76778"/>
                  <a:pt x="374858" y="79357"/>
                  <a:pt x="374858" y="82738"/>
                </a:cubicBezTo>
                <a:cubicBezTo>
                  <a:pt x="374858" y="86030"/>
                  <a:pt x="375548" y="88543"/>
                  <a:pt x="376927" y="90278"/>
                </a:cubicBezTo>
                <a:cubicBezTo>
                  <a:pt x="378306" y="92013"/>
                  <a:pt x="380152" y="92880"/>
                  <a:pt x="382463" y="92880"/>
                </a:cubicBezTo>
                <a:cubicBezTo>
                  <a:pt x="385400" y="92880"/>
                  <a:pt x="387779" y="91769"/>
                  <a:pt x="389603" y="89545"/>
                </a:cubicBezTo>
                <a:cubicBezTo>
                  <a:pt x="391427" y="87320"/>
                  <a:pt x="392339" y="84028"/>
                  <a:pt x="392339" y="79669"/>
                </a:cubicBezTo>
                <a:moveTo>
                  <a:pt x="360712" y="43370"/>
                </a:moveTo>
                <a:cubicBezTo>
                  <a:pt x="364449" y="40346"/>
                  <a:pt x="368475" y="38033"/>
                  <a:pt x="372789" y="36431"/>
                </a:cubicBezTo>
                <a:cubicBezTo>
                  <a:pt x="377105" y="34829"/>
                  <a:pt x="381397" y="34028"/>
                  <a:pt x="385666" y="34028"/>
                </a:cubicBezTo>
                <a:cubicBezTo>
                  <a:pt x="389226" y="34028"/>
                  <a:pt x="392495" y="34429"/>
                  <a:pt x="395475" y="35229"/>
                </a:cubicBezTo>
                <a:cubicBezTo>
                  <a:pt x="398456" y="36030"/>
                  <a:pt x="401036" y="37298"/>
                  <a:pt x="403215" y="39033"/>
                </a:cubicBezTo>
                <a:cubicBezTo>
                  <a:pt x="405395" y="40768"/>
                  <a:pt x="407085" y="43015"/>
                  <a:pt x="408285" y="45773"/>
                </a:cubicBezTo>
                <a:cubicBezTo>
                  <a:pt x="409487" y="48530"/>
                  <a:pt x="410087" y="51866"/>
                  <a:pt x="410087" y="55782"/>
                </a:cubicBezTo>
                <a:cubicBezTo>
                  <a:pt x="410087" y="61475"/>
                  <a:pt x="410021" y="66746"/>
                  <a:pt x="409888" y="71595"/>
                </a:cubicBezTo>
                <a:cubicBezTo>
                  <a:pt x="409755" y="76443"/>
                  <a:pt x="409688" y="81269"/>
                  <a:pt x="409688" y="86073"/>
                </a:cubicBezTo>
                <a:cubicBezTo>
                  <a:pt x="409688" y="88208"/>
                  <a:pt x="409844" y="89877"/>
                  <a:pt x="410155" y="91078"/>
                </a:cubicBezTo>
                <a:cubicBezTo>
                  <a:pt x="410467" y="92280"/>
                  <a:pt x="410934" y="93192"/>
                  <a:pt x="411556" y="93815"/>
                </a:cubicBezTo>
                <a:cubicBezTo>
                  <a:pt x="412179" y="94437"/>
                  <a:pt x="413001" y="94837"/>
                  <a:pt x="414024" y="95014"/>
                </a:cubicBezTo>
                <a:cubicBezTo>
                  <a:pt x="415047" y="95192"/>
                  <a:pt x="416226" y="95281"/>
                  <a:pt x="417561" y="95281"/>
                </a:cubicBezTo>
                <a:lnTo>
                  <a:pt x="417561" y="98484"/>
                </a:lnTo>
                <a:cubicBezTo>
                  <a:pt x="414981" y="99553"/>
                  <a:pt x="412802" y="100353"/>
                  <a:pt x="411022" y="100887"/>
                </a:cubicBezTo>
                <a:cubicBezTo>
                  <a:pt x="409242" y="101420"/>
                  <a:pt x="407330" y="101687"/>
                  <a:pt x="405284" y="101687"/>
                </a:cubicBezTo>
                <a:cubicBezTo>
                  <a:pt x="401992" y="101687"/>
                  <a:pt x="399323" y="100887"/>
                  <a:pt x="397277" y="99286"/>
                </a:cubicBezTo>
                <a:cubicBezTo>
                  <a:pt x="395232" y="97685"/>
                  <a:pt x="393674" y="95371"/>
                  <a:pt x="392606" y="92347"/>
                </a:cubicBezTo>
                <a:cubicBezTo>
                  <a:pt x="390560" y="95194"/>
                  <a:pt x="388181" y="97462"/>
                  <a:pt x="385467" y="99152"/>
                </a:cubicBezTo>
                <a:cubicBezTo>
                  <a:pt x="382753" y="100842"/>
                  <a:pt x="379351" y="101687"/>
                  <a:pt x="375259" y="101687"/>
                </a:cubicBezTo>
                <a:cubicBezTo>
                  <a:pt x="371878" y="101687"/>
                  <a:pt x="368985" y="101242"/>
                  <a:pt x="366583" y="100351"/>
                </a:cubicBezTo>
                <a:cubicBezTo>
                  <a:pt x="364181" y="99462"/>
                  <a:pt x="362202" y="98195"/>
                  <a:pt x="360645" y="96550"/>
                </a:cubicBezTo>
                <a:cubicBezTo>
                  <a:pt x="359088" y="94903"/>
                  <a:pt x="357954" y="93034"/>
                  <a:pt x="357242" y="90944"/>
                </a:cubicBezTo>
                <a:cubicBezTo>
                  <a:pt x="356531" y="88853"/>
                  <a:pt x="356175" y="86740"/>
                  <a:pt x="356175" y="84605"/>
                </a:cubicBezTo>
                <a:cubicBezTo>
                  <a:pt x="356175" y="81670"/>
                  <a:pt x="356642" y="79135"/>
                  <a:pt x="357576" y="76999"/>
                </a:cubicBezTo>
                <a:cubicBezTo>
                  <a:pt x="358510" y="74864"/>
                  <a:pt x="359845" y="73040"/>
                  <a:pt x="361579" y="71528"/>
                </a:cubicBezTo>
                <a:cubicBezTo>
                  <a:pt x="363314" y="70016"/>
                  <a:pt x="365383" y="68748"/>
                  <a:pt x="367784" y="67724"/>
                </a:cubicBezTo>
                <a:cubicBezTo>
                  <a:pt x="370187" y="66701"/>
                  <a:pt x="372900" y="65833"/>
                  <a:pt x="375925" y="65122"/>
                </a:cubicBezTo>
                <a:cubicBezTo>
                  <a:pt x="379662" y="64233"/>
                  <a:pt x="382620" y="63455"/>
                  <a:pt x="384799" y="62788"/>
                </a:cubicBezTo>
                <a:cubicBezTo>
                  <a:pt x="386979" y="62120"/>
                  <a:pt x="388603" y="61453"/>
                  <a:pt x="389670" y="60787"/>
                </a:cubicBezTo>
                <a:cubicBezTo>
                  <a:pt x="390738" y="60119"/>
                  <a:pt x="391428" y="59384"/>
                  <a:pt x="391739" y="58583"/>
                </a:cubicBezTo>
                <a:cubicBezTo>
                  <a:pt x="392051" y="57783"/>
                  <a:pt x="392207" y="56804"/>
                  <a:pt x="392207" y="55647"/>
                </a:cubicBezTo>
                <a:cubicBezTo>
                  <a:pt x="392207" y="52445"/>
                  <a:pt x="391072" y="49709"/>
                  <a:pt x="388802" y="47441"/>
                </a:cubicBezTo>
                <a:cubicBezTo>
                  <a:pt x="386534" y="45171"/>
                  <a:pt x="383398" y="44036"/>
                  <a:pt x="379395" y="44036"/>
                </a:cubicBezTo>
                <a:cubicBezTo>
                  <a:pt x="377882" y="44036"/>
                  <a:pt x="376325" y="44237"/>
                  <a:pt x="374724" y="44637"/>
                </a:cubicBezTo>
                <a:cubicBezTo>
                  <a:pt x="373123" y="45038"/>
                  <a:pt x="371588" y="45594"/>
                  <a:pt x="370120" y="46307"/>
                </a:cubicBezTo>
                <a:cubicBezTo>
                  <a:pt x="368652" y="47018"/>
                  <a:pt x="367318" y="47797"/>
                  <a:pt x="366116" y="48642"/>
                </a:cubicBezTo>
                <a:cubicBezTo>
                  <a:pt x="364916" y="49487"/>
                  <a:pt x="364005" y="50398"/>
                  <a:pt x="363382" y="51377"/>
                </a:cubicBezTo>
                <a:lnTo>
                  <a:pt x="362447" y="51377"/>
                </a:lnTo>
                <a:lnTo>
                  <a:pt x="360712" y="43370"/>
                </a:lnTo>
                <a:close/>
              </a:path>
            </a:pathLst>
          </a:custGeom>
          <a:solidFill xmlns:a="http://schemas.openxmlformats.org/drawingml/2006/main">
            <a:srgbClr val="533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Health">
            <a:extLst xmlns:a="http://schemas.openxmlformats.org/drawingml/2006/main">
              <a:ext uri="{FF2B5EF4-FFF2-40B4-BE49-F238E27FC236}">
                <a16:creationId xmlns:a16="http://schemas.microsoft.com/office/drawing/2014/main" id="{53B9FAE5-C1FD-4F5B-AE3A-2E9D286E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90" y="1984825"/>
            <a:ext cx="375127" cy="102355"/>
          </a:xfrm>
          <a:custGeom xmlns:a="http://schemas.openxmlformats.org/drawingml/2006/main">
            <a:pathLst>
              <a:path w="375127" h="102355">
                <a:moveTo>
                  <a:pt x="61387" y="56449"/>
                </a:moveTo>
                <a:cubicBezTo>
                  <a:pt x="58007" y="56360"/>
                  <a:pt x="54626" y="56249"/>
                  <a:pt x="51245" y="56116"/>
                </a:cubicBezTo>
                <a:cubicBezTo>
                  <a:pt x="47865" y="55982"/>
                  <a:pt x="44484" y="55916"/>
                  <a:pt x="41104" y="55916"/>
                </a:cubicBezTo>
                <a:cubicBezTo>
                  <a:pt x="37723" y="55916"/>
                  <a:pt x="34341" y="55961"/>
                  <a:pt x="30959" y="56050"/>
                </a:cubicBezTo>
                <a:cubicBezTo>
                  <a:pt x="27579" y="56139"/>
                  <a:pt x="24199" y="56272"/>
                  <a:pt x="20819" y="56449"/>
                </a:cubicBezTo>
                <a:lnTo>
                  <a:pt x="20819" y="64055"/>
                </a:lnTo>
                <a:cubicBezTo>
                  <a:pt x="20819" y="71440"/>
                  <a:pt x="20908" y="78001"/>
                  <a:pt x="21086" y="83740"/>
                </a:cubicBezTo>
                <a:cubicBezTo>
                  <a:pt x="21263" y="89478"/>
                  <a:pt x="21530" y="95105"/>
                  <a:pt x="21886" y="100620"/>
                </a:cubicBezTo>
                <a:cubicBezTo>
                  <a:pt x="20374" y="100442"/>
                  <a:pt x="18728" y="100353"/>
                  <a:pt x="16948" y="100353"/>
                </a:cubicBezTo>
                <a:cubicBezTo>
                  <a:pt x="15170" y="100353"/>
                  <a:pt x="13168" y="100353"/>
                  <a:pt x="10943" y="100353"/>
                </a:cubicBezTo>
                <a:cubicBezTo>
                  <a:pt x="8719" y="100353"/>
                  <a:pt x="6718" y="100353"/>
                  <a:pt x="4938" y="100353"/>
                </a:cubicBezTo>
                <a:cubicBezTo>
                  <a:pt x="3160" y="100353"/>
                  <a:pt x="1514" y="100442"/>
                  <a:pt x="0" y="100620"/>
                </a:cubicBezTo>
                <a:cubicBezTo>
                  <a:pt x="357" y="95105"/>
                  <a:pt x="624" y="89478"/>
                  <a:pt x="802" y="83740"/>
                </a:cubicBezTo>
                <a:cubicBezTo>
                  <a:pt x="980" y="78001"/>
                  <a:pt x="1069" y="71440"/>
                  <a:pt x="1069" y="64055"/>
                </a:cubicBezTo>
                <a:lnTo>
                  <a:pt x="1069" y="45906"/>
                </a:lnTo>
                <a:cubicBezTo>
                  <a:pt x="1069" y="38522"/>
                  <a:pt x="980" y="31961"/>
                  <a:pt x="802" y="26223"/>
                </a:cubicBezTo>
                <a:cubicBezTo>
                  <a:pt x="624" y="20485"/>
                  <a:pt x="357" y="14724"/>
                  <a:pt x="0" y="8941"/>
                </a:cubicBezTo>
                <a:cubicBezTo>
                  <a:pt x="1514" y="9119"/>
                  <a:pt x="3160" y="9275"/>
                  <a:pt x="4938" y="9410"/>
                </a:cubicBezTo>
                <a:cubicBezTo>
                  <a:pt x="6718" y="9543"/>
                  <a:pt x="8719" y="9609"/>
                  <a:pt x="10943" y="9609"/>
                </a:cubicBezTo>
                <a:cubicBezTo>
                  <a:pt x="13168" y="9609"/>
                  <a:pt x="15170" y="9543"/>
                  <a:pt x="16948" y="9410"/>
                </a:cubicBezTo>
                <a:cubicBezTo>
                  <a:pt x="18728" y="9275"/>
                  <a:pt x="20374" y="9119"/>
                  <a:pt x="21886" y="8941"/>
                </a:cubicBezTo>
                <a:cubicBezTo>
                  <a:pt x="21442" y="14724"/>
                  <a:pt x="21153" y="20441"/>
                  <a:pt x="21018" y="26091"/>
                </a:cubicBezTo>
                <a:cubicBezTo>
                  <a:pt x="20885" y="31739"/>
                  <a:pt x="20819" y="38255"/>
                  <a:pt x="20819" y="45639"/>
                </a:cubicBezTo>
                <a:cubicBezTo>
                  <a:pt x="23132" y="45728"/>
                  <a:pt x="25912" y="45796"/>
                  <a:pt x="29159" y="45840"/>
                </a:cubicBezTo>
                <a:cubicBezTo>
                  <a:pt x="32407" y="45884"/>
                  <a:pt x="36432" y="45906"/>
                  <a:pt x="41236" y="45906"/>
                </a:cubicBezTo>
                <a:cubicBezTo>
                  <a:pt x="46041" y="45906"/>
                  <a:pt x="49955" y="45884"/>
                  <a:pt x="52980" y="45840"/>
                </a:cubicBezTo>
                <a:cubicBezTo>
                  <a:pt x="56004" y="45796"/>
                  <a:pt x="58807" y="45728"/>
                  <a:pt x="61387" y="45639"/>
                </a:cubicBezTo>
                <a:cubicBezTo>
                  <a:pt x="61387" y="38255"/>
                  <a:pt x="61298" y="31739"/>
                  <a:pt x="61121" y="26091"/>
                </a:cubicBezTo>
                <a:cubicBezTo>
                  <a:pt x="60943" y="20441"/>
                  <a:pt x="60676" y="14724"/>
                  <a:pt x="60320" y="8941"/>
                </a:cubicBezTo>
                <a:cubicBezTo>
                  <a:pt x="61833" y="9119"/>
                  <a:pt x="63478" y="9275"/>
                  <a:pt x="65256" y="9410"/>
                </a:cubicBezTo>
                <a:cubicBezTo>
                  <a:pt x="67036" y="9543"/>
                  <a:pt x="69038" y="9609"/>
                  <a:pt x="71263" y="9609"/>
                </a:cubicBezTo>
                <a:cubicBezTo>
                  <a:pt x="73487" y="9609"/>
                  <a:pt x="75488" y="9543"/>
                  <a:pt x="77266" y="9410"/>
                </a:cubicBezTo>
                <a:cubicBezTo>
                  <a:pt x="79046" y="9275"/>
                  <a:pt x="80693" y="9119"/>
                  <a:pt x="82206" y="8941"/>
                </a:cubicBezTo>
                <a:cubicBezTo>
                  <a:pt x="81849" y="14724"/>
                  <a:pt x="81582" y="20485"/>
                  <a:pt x="81404" y="26223"/>
                </a:cubicBezTo>
                <a:cubicBezTo>
                  <a:pt x="81226" y="31961"/>
                  <a:pt x="81137" y="38522"/>
                  <a:pt x="81137" y="45906"/>
                </a:cubicBezTo>
                <a:lnTo>
                  <a:pt x="81137" y="64055"/>
                </a:lnTo>
                <a:cubicBezTo>
                  <a:pt x="81137" y="71440"/>
                  <a:pt x="81226" y="78001"/>
                  <a:pt x="81404" y="83740"/>
                </a:cubicBezTo>
                <a:cubicBezTo>
                  <a:pt x="81582" y="89478"/>
                  <a:pt x="81849" y="95105"/>
                  <a:pt x="82206" y="100620"/>
                </a:cubicBezTo>
                <a:cubicBezTo>
                  <a:pt x="80693" y="100442"/>
                  <a:pt x="79046" y="100353"/>
                  <a:pt x="77266" y="100353"/>
                </a:cubicBezTo>
                <a:cubicBezTo>
                  <a:pt x="75488" y="100353"/>
                  <a:pt x="73487" y="100353"/>
                  <a:pt x="71263" y="100353"/>
                </a:cubicBezTo>
                <a:cubicBezTo>
                  <a:pt x="69038" y="100353"/>
                  <a:pt x="67036" y="100353"/>
                  <a:pt x="65256" y="100353"/>
                </a:cubicBezTo>
                <a:cubicBezTo>
                  <a:pt x="63478" y="100353"/>
                  <a:pt x="61833" y="100442"/>
                  <a:pt x="60320" y="100620"/>
                </a:cubicBezTo>
                <a:cubicBezTo>
                  <a:pt x="60676" y="95105"/>
                  <a:pt x="60943" y="89478"/>
                  <a:pt x="61121" y="83740"/>
                </a:cubicBezTo>
                <a:cubicBezTo>
                  <a:pt x="61298" y="78001"/>
                  <a:pt x="61387" y="71440"/>
                  <a:pt x="61387" y="64055"/>
                </a:cubicBezTo>
                <a:lnTo>
                  <a:pt x="61387" y="56449"/>
                </a:lnTo>
                <a:close/>
                <a:moveTo>
                  <a:pt x="117169" y="68726"/>
                </a:moveTo>
                <a:cubicBezTo>
                  <a:pt x="117169" y="72284"/>
                  <a:pt x="117525" y="75620"/>
                  <a:pt x="118236" y="78734"/>
                </a:cubicBezTo>
                <a:cubicBezTo>
                  <a:pt x="118949" y="81849"/>
                  <a:pt x="120039" y="84540"/>
                  <a:pt x="121506" y="86808"/>
                </a:cubicBezTo>
                <a:cubicBezTo>
                  <a:pt x="122974" y="89077"/>
                  <a:pt x="124842" y="90856"/>
                  <a:pt x="127110" y="92147"/>
                </a:cubicBezTo>
                <a:cubicBezTo>
                  <a:pt x="129380" y="93437"/>
                  <a:pt x="132027" y="94082"/>
                  <a:pt x="135052" y="94082"/>
                </a:cubicBezTo>
                <a:cubicBezTo>
                  <a:pt x="141190" y="94082"/>
                  <a:pt x="146662" y="92080"/>
                  <a:pt x="151466" y="88077"/>
                </a:cubicBezTo>
                <a:lnTo>
                  <a:pt x="153066" y="89278"/>
                </a:lnTo>
                <a:lnTo>
                  <a:pt x="150130" y="96751"/>
                </a:lnTo>
                <a:cubicBezTo>
                  <a:pt x="147907" y="98441"/>
                  <a:pt x="145238" y="99798"/>
                  <a:pt x="142124" y="100820"/>
                </a:cubicBezTo>
                <a:cubicBezTo>
                  <a:pt x="139009" y="101843"/>
                  <a:pt x="134917" y="102355"/>
                  <a:pt x="129847" y="102355"/>
                </a:cubicBezTo>
                <a:cubicBezTo>
                  <a:pt x="125488" y="102355"/>
                  <a:pt x="121351" y="101754"/>
                  <a:pt x="117436" y="100553"/>
                </a:cubicBezTo>
                <a:cubicBezTo>
                  <a:pt x="113522" y="99353"/>
                  <a:pt x="110075" y="97374"/>
                  <a:pt x="107094" y="94615"/>
                </a:cubicBezTo>
                <a:cubicBezTo>
                  <a:pt x="104114" y="91857"/>
                  <a:pt x="101757" y="88365"/>
                  <a:pt x="100022" y="84139"/>
                </a:cubicBezTo>
                <a:cubicBezTo>
                  <a:pt x="98287" y="79913"/>
                  <a:pt x="97419" y="74864"/>
                  <a:pt x="97419" y="68993"/>
                </a:cubicBezTo>
                <a:cubicBezTo>
                  <a:pt x="97419" y="63210"/>
                  <a:pt x="98197" y="58184"/>
                  <a:pt x="99753" y="53914"/>
                </a:cubicBezTo>
                <a:cubicBezTo>
                  <a:pt x="101310" y="49644"/>
                  <a:pt x="103468" y="46085"/>
                  <a:pt x="106226" y="43238"/>
                </a:cubicBezTo>
                <a:cubicBezTo>
                  <a:pt x="108985" y="40390"/>
                  <a:pt x="112254" y="38255"/>
                  <a:pt x="116035" y="36832"/>
                </a:cubicBezTo>
                <a:cubicBezTo>
                  <a:pt x="119816" y="35408"/>
                  <a:pt x="123930" y="34696"/>
                  <a:pt x="128379" y="34696"/>
                </a:cubicBezTo>
                <a:cubicBezTo>
                  <a:pt x="137186" y="34696"/>
                  <a:pt x="143925" y="37276"/>
                  <a:pt x="148595" y="42436"/>
                </a:cubicBezTo>
                <a:cubicBezTo>
                  <a:pt x="153266" y="47596"/>
                  <a:pt x="155602" y="54891"/>
                  <a:pt x="155602" y="64322"/>
                </a:cubicBezTo>
                <a:lnTo>
                  <a:pt x="155602" y="67126"/>
                </a:lnTo>
                <a:cubicBezTo>
                  <a:pt x="155602" y="67925"/>
                  <a:pt x="155557" y="68459"/>
                  <a:pt x="155469" y="68726"/>
                </a:cubicBezTo>
                <a:lnTo>
                  <a:pt x="117169" y="68726"/>
                </a:lnTo>
                <a:moveTo>
                  <a:pt x="137721" y="62721"/>
                </a:moveTo>
                <a:cubicBezTo>
                  <a:pt x="137542" y="56049"/>
                  <a:pt x="136719" y="50711"/>
                  <a:pt x="135251" y="46708"/>
                </a:cubicBezTo>
                <a:cubicBezTo>
                  <a:pt x="133784" y="42703"/>
                  <a:pt x="131315" y="40701"/>
                  <a:pt x="127845" y="40701"/>
                </a:cubicBezTo>
                <a:cubicBezTo>
                  <a:pt x="125888" y="40701"/>
                  <a:pt x="124242" y="41368"/>
                  <a:pt x="122907" y="42703"/>
                </a:cubicBezTo>
                <a:cubicBezTo>
                  <a:pt x="121573" y="44037"/>
                  <a:pt x="120505" y="45750"/>
                  <a:pt x="119704" y="47842"/>
                </a:cubicBezTo>
                <a:cubicBezTo>
                  <a:pt x="118903" y="49933"/>
                  <a:pt x="118303" y="52290"/>
                  <a:pt x="117902" y="54914"/>
                </a:cubicBezTo>
                <a:cubicBezTo>
                  <a:pt x="117503" y="57538"/>
                  <a:pt x="117259" y="60141"/>
                  <a:pt x="117169" y="62721"/>
                </a:cubicBezTo>
                <a:lnTo>
                  <a:pt x="137721" y="62721"/>
                </a:lnTo>
                <a:close/>
                <a:moveTo>
                  <a:pt x="199106" y="80337"/>
                </a:moveTo>
                <a:cubicBezTo>
                  <a:pt x="199106" y="76511"/>
                  <a:pt x="199129" y="73598"/>
                  <a:pt x="199174" y="71595"/>
                </a:cubicBezTo>
                <a:cubicBezTo>
                  <a:pt x="199218" y="69593"/>
                  <a:pt x="199241" y="67836"/>
                  <a:pt x="199241" y="66323"/>
                </a:cubicBezTo>
                <a:cubicBezTo>
                  <a:pt x="197371" y="67392"/>
                  <a:pt x="195392" y="68260"/>
                  <a:pt x="193301" y="68928"/>
                </a:cubicBezTo>
                <a:cubicBezTo>
                  <a:pt x="191210" y="69594"/>
                  <a:pt x="189298" y="70439"/>
                  <a:pt x="187563" y="71463"/>
                </a:cubicBezTo>
                <a:cubicBezTo>
                  <a:pt x="185828" y="72485"/>
                  <a:pt x="184405" y="73886"/>
                  <a:pt x="183293" y="75666"/>
                </a:cubicBezTo>
                <a:cubicBezTo>
                  <a:pt x="182181" y="77445"/>
                  <a:pt x="181625" y="80025"/>
                  <a:pt x="181625" y="83406"/>
                </a:cubicBezTo>
                <a:cubicBezTo>
                  <a:pt x="181625" y="86698"/>
                  <a:pt x="182315" y="89211"/>
                  <a:pt x="183694" y="90946"/>
                </a:cubicBezTo>
                <a:cubicBezTo>
                  <a:pt x="185073" y="92681"/>
                  <a:pt x="186919" y="93548"/>
                  <a:pt x="189230" y="93548"/>
                </a:cubicBezTo>
                <a:cubicBezTo>
                  <a:pt x="192167" y="93548"/>
                  <a:pt x="194546" y="92436"/>
                  <a:pt x="196370" y="90213"/>
                </a:cubicBezTo>
                <a:cubicBezTo>
                  <a:pt x="198194" y="87988"/>
                  <a:pt x="199106" y="84696"/>
                  <a:pt x="199106" y="80337"/>
                </a:cubicBezTo>
                <a:moveTo>
                  <a:pt x="167479" y="44038"/>
                </a:moveTo>
                <a:cubicBezTo>
                  <a:pt x="171216" y="41014"/>
                  <a:pt x="175242" y="38701"/>
                  <a:pt x="179556" y="37099"/>
                </a:cubicBezTo>
                <a:cubicBezTo>
                  <a:pt x="183872" y="35497"/>
                  <a:pt x="188164" y="34696"/>
                  <a:pt x="192434" y="34696"/>
                </a:cubicBezTo>
                <a:cubicBezTo>
                  <a:pt x="195993" y="34696"/>
                  <a:pt x="199262" y="35096"/>
                  <a:pt x="202242" y="35897"/>
                </a:cubicBezTo>
                <a:cubicBezTo>
                  <a:pt x="205223" y="36698"/>
                  <a:pt x="207803" y="37966"/>
                  <a:pt x="209982" y="39701"/>
                </a:cubicBezTo>
                <a:cubicBezTo>
                  <a:pt x="212162" y="41436"/>
                  <a:pt x="213852" y="43683"/>
                  <a:pt x="215052" y="46441"/>
                </a:cubicBezTo>
                <a:cubicBezTo>
                  <a:pt x="216254" y="49198"/>
                  <a:pt x="216854" y="52534"/>
                  <a:pt x="216854" y="56449"/>
                </a:cubicBezTo>
                <a:cubicBezTo>
                  <a:pt x="216854" y="62143"/>
                  <a:pt x="216788" y="67414"/>
                  <a:pt x="216655" y="72263"/>
                </a:cubicBezTo>
                <a:cubicBezTo>
                  <a:pt x="216522" y="77111"/>
                  <a:pt x="216455" y="81937"/>
                  <a:pt x="216455" y="86741"/>
                </a:cubicBezTo>
                <a:cubicBezTo>
                  <a:pt x="216455" y="88876"/>
                  <a:pt x="216611" y="90545"/>
                  <a:pt x="216922" y="91746"/>
                </a:cubicBezTo>
                <a:cubicBezTo>
                  <a:pt x="217234" y="92948"/>
                  <a:pt x="217701" y="93860"/>
                  <a:pt x="218323" y="94483"/>
                </a:cubicBezTo>
                <a:cubicBezTo>
                  <a:pt x="218946" y="95105"/>
                  <a:pt x="219768" y="95504"/>
                  <a:pt x="220791" y="95682"/>
                </a:cubicBezTo>
                <a:cubicBezTo>
                  <a:pt x="221814" y="95860"/>
                  <a:pt x="222993" y="95949"/>
                  <a:pt x="224328" y="95949"/>
                </a:cubicBezTo>
                <a:lnTo>
                  <a:pt x="224328" y="99152"/>
                </a:lnTo>
                <a:cubicBezTo>
                  <a:pt x="221748" y="100220"/>
                  <a:pt x="219569" y="101021"/>
                  <a:pt x="217789" y="101555"/>
                </a:cubicBezTo>
                <a:cubicBezTo>
                  <a:pt x="216009" y="102088"/>
                  <a:pt x="214097" y="102355"/>
                  <a:pt x="212051" y="102355"/>
                </a:cubicBezTo>
                <a:cubicBezTo>
                  <a:pt x="208759" y="102355"/>
                  <a:pt x="206090" y="101555"/>
                  <a:pt x="204044" y="99954"/>
                </a:cubicBezTo>
                <a:cubicBezTo>
                  <a:pt x="201999" y="98352"/>
                  <a:pt x="200441" y="96039"/>
                  <a:pt x="199373" y="93015"/>
                </a:cubicBezTo>
                <a:cubicBezTo>
                  <a:pt x="197327" y="95861"/>
                  <a:pt x="194948" y="98130"/>
                  <a:pt x="192234" y="99820"/>
                </a:cubicBezTo>
                <a:cubicBezTo>
                  <a:pt x="189520" y="101510"/>
                  <a:pt x="186118" y="102355"/>
                  <a:pt x="182026" y="102355"/>
                </a:cubicBezTo>
                <a:cubicBezTo>
                  <a:pt x="178645" y="102355"/>
                  <a:pt x="175752" y="101910"/>
                  <a:pt x="173350" y="101019"/>
                </a:cubicBezTo>
                <a:cubicBezTo>
                  <a:pt x="170948" y="100130"/>
                  <a:pt x="168969" y="98863"/>
                  <a:pt x="167412" y="97218"/>
                </a:cubicBezTo>
                <a:cubicBezTo>
                  <a:pt x="165855" y="95571"/>
                  <a:pt x="164721" y="93702"/>
                  <a:pt x="164009" y="91612"/>
                </a:cubicBezTo>
                <a:cubicBezTo>
                  <a:pt x="163298" y="89521"/>
                  <a:pt x="162942" y="87408"/>
                  <a:pt x="162942" y="85273"/>
                </a:cubicBezTo>
                <a:cubicBezTo>
                  <a:pt x="162942" y="82338"/>
                  <a:pt x="163409" y="79803"/>
                  <a:pt x="164343" y="77667"/>
                </a:cubicBezTo>
                <a:cubicBezTo>
                  <a:pt x="165277" y="75532"/>
                  <a:pt x="166612" y="73708"/>
                  <a:pt x="168346" y="72196"/>
                </a:cubicBezTo>
                <a:cubicBezTo>
                  <a:pt x="170081" y="70684"/>
                  <a:pt x="172150" y="69416"/>
                  <a:pt x="174551" y="68392"/>
                </a:cubicBezTo>
                <a:cubicBezTo>
                  <a:pt x="176954" y="67369"/>
                  <a:pt x="179667" y="66501"/>
                  <a:pt x="182692" y="65790"/>
                </a:cubicBezTo>
                <a:cubicBezTo>
                  <a:pt x="186429" y="64901"/>
                  <a:pt x="189387" y="64123"/>
                  <a:pt x="191566" y="63456"/>
                </a:cubicBezTo>
                <a:cubicBezTo>
                  <a:pt x="193746" y="62788"/>
                  <a:pt x="195370" y="62121"/>
                  <a:pt x="196437" y="61455"/>
                </a:cubicBezTo>
                <a:cubicBezTo>
                  <a:pt x="197505" y="60787"/>
                  <a:pt x="198195" y="60052"/>
                  <a:pt x="198506" y="59251"/>
                </a:cubicBezTo>
                <a:cubicBezTo>
                  <a:pt x="198818" y="58450"/>
                  <a:pt x="198974" y="57472"/>
                  <a:pt x="198974" y="56315"/>
                </a:cubicBezTo>
                <a:cubicBezTo>
                  <a:pt x="198974" y="53113"/>
                  <a:pt x="197839" y="50377"/>
                  <a:pt x="195569" y="48109"/>
                </a:cubicBezTo>
                <a:cubicBezTo>
                  <a:pt x="193301" y="45839"/>
                  <a:pt x="190165" y="44704"/>
                  <a:pt x="186162" y="44704"/>
                </a:cubicBezTo>
                <a:cubicBezTo>
                  <a:pt x="184650" y="44704"/>
                  <a:pt x="183092" y="44904"/>
                  <a:pt x="181491" y="45305"/>
                </a:cubicBezTo>
                <a:cubicBezTo>
                  <a:pt x="179890" y="45705"/>
                  <a:pt x="178355" y="46262"/>
                  <a:pt x="176887" y="46975"/>
                </a:cubicBezTo>
                <a:cubicBezTo>
                  <a:pt x="175419" y="47686"/>
                  <a:pt x="174085" y="48465"/>
                  <a:pt x="172883" y="49310"/>
                </a:cubicBezTo>
                <a:cubicBezTo>
                  <a:pt x="171683" y="50155"/>
                  <a:pt x="170772" y="51066"/>
                  <a:pt x="170149" y="52045"/>
                </a:cubicBezTo>
                <a:lnTo>
                  <a:pt x="169214" y="52045"/>
                </a:lnTo>
                <a:lnTo>
                  <a:pt x="167479" y="44038"/>
                </a:lnTo>
                <a:close/>
                <a:moveTo>
                  <a:pt x="236073" y="46172"/>
                </a:moveTo>
                <a:cubicBezTo>
                  <a:pt x="236073" y="37454"/>
                  <a:pt x="235983" y="29448"/>
                  <a:pt x="235804" y="22153"/>
                </a:cubicBezTo>
                <a:cubicBezTo>
                  <a:pt x="235626" y="14857"/>
                  <a:pt x="235359" y="7473"/>
                  <a:pt x="235004" y="0"/>
                </a:cubicBezTo>
                <a:cubicBezTo>
                  <a:pt x="236160" y="178"/>
                  <a:pt x="237629" y="334"/>
                  <a:pt x="239408" y="468"/>
                </a:cubicBezTo>
                <a:cubicBezTo>
                  <a:pt x="241188" y="601"/>
                  <a:pt x="243057" y="668"/>
                  <a:pt x="245014" y="668"/>
                </a:cubicBezTo>
                <a:cubicBezTo>
                  <a:pt x="246970" y="668"/>
                  <a:pt x="248838" y="601"/>
                  <a:pt x="250618" y="468"/>
                </a:cubicBezTo>
                <a:cubicBezTo>
                  <a:pt x="252398" y="334"/>
                  <a:pt x="253866" y="178"/>
                  <a:pt x="255022" y="0"/>
                </a:cubicBezTo>
                <a:cubicBezTo>
                  <a:pt x="254667" y="7473"/>
                  <a:pt x="254399" y="14857"/>
                  <a:pt x="254220" y="22153"/>
                </a:cubicBezTo>
                <a:cubicBezTo>
                  <a:pt x="254042" y="29448"/>
                  <a:pt x="253953" y="37454"/>
                  <a:pt x="253953" y="46172"/>
                </a:cubicBezTo>
                <a:lnTo>
                  <a:pt x="253953" y="54847"/>
                </a:lnTo>
                <a:cubicBezTo>
                  <a:pt x="253953" y="63566"/>
                  <a:pt x="254042" y="71574"/>
                  <a:pt x="254220" y="78869"/>
                </a:cubicBezTo>
                <a:cubicBezTo>
                  <a:pt x="254399" y="86164"/>
                  <a:pt x="254667" y="93415"/>
                  <a:pt x="255022" y="100620"/>
                </a:cubicBezTo>
                <a:cubicBezTo>
                  <a:pt x="253866" y="100442"/>
                  <a:pt x="252398" y="100353"/>
                  <a:pt x="250618" y="100353"/>
                </a:cubicBezTo>
                <a:cubicBezTo>
                  <a:pt x="248838" y="100353"/>
                  <a:pt x="246970" y="100353"/>
                  <a:pt x="245014" y="100353"/>
                </a:cubicBezTo>
                <a:cubicBezTo>
                  <a:pt x="243057" y="100353"/>
                  <a:pt x="241188" y="100353"/>
                  <a:pt x="239408" y="100353"/>
                </a:cubicBezTo>
                <a:cubicBezTo>
                  <a:pt x="237629" y="100353"/>
                  <a:pt x="236160" y="100442"/>
                  <a:pt x="235004" y="100620"/>
                </a:cubicBezTo>
                <a:cubicBezTo>
                  <a:pt x="235359" y="93415"/>
                  <a:pt x="235626" y="86164"/>
                  <a:pt x="235804" y="78869"/>
                </a:cubicBezTo>
                <a:cubicBezTo>
                  <a:pt x="235983" y="71574"/>
                  <a:pt x="236073" y="63566"/>
                  <a:pt x="236073" y="54847"/>
                </a:cubicBezTo>
                <a:lnTo>
                  <a:pt x="236073" y="46172"/>
                </a:lnTo>
                <a:close/>
                <a:moveTo>
                  <a:pt x="305732" y="37099"/>
                </a:moveTo>
                <a:cubicBezTo>
                  <a:pt x="305466" y="38433"/>
                  <a:pt x="305333" y="39634"/>
                  <a:pt x="305333" y="40701"/>
                </a:cubicBezTo>
                <a:cubicBezTo>
                  <a:pt x="305333" y="41858"/>
                  <a:pt x="305466" y="42970"/>
                  <a:pt x="305732" y="44038"/>
                </a:cubicBezTo>
                <a:lnTo>
                  <a:pt x="293989" y="43772"/>
                </a:lnTo>
                <a:cubicBezTo>
                  <a:pt x="293811" y="45817"/>
                  <a:pt x="293655" y="48175"/>
                  <a:pt x="293522" y="50844"/>
                </a:cubicBezTo>
                <a:cubicBezTo>
                  <a:pt x="293389" y="53512"/>
                  <a:pt x="293300" y="56226"/>
                  <a:pt x="293255" y="58985"/>
                </a:cubicBezTo>
                <a:cubicBezTo>
                  <a:pt x="293211" y="61742"/>
                  <a:pt x="293166" y="64411"/>
                  <a:pt x="293121" y="66991"/>
                </a:cubicBezTo>
                <a:cubicBezTo>
                  <a:pt x="293076" y="69572"/>
                  <a:pt x="293054" y="71751"/>
                  <a:pt x="293054" y="73530"/>
                </a:cubicBezTo>
                <a:cubicBezTo>
                  <a:pt x="293054" y="78156"/>
                  <a:pt x="293165" y="81893"/>
                  <a:pt x="293388" y="84739"/>
                </a:cubicBezTo>
                <a:cubicBezTo>
                  <a:pt x="293610" y="87586"/>
                  <a:pt x="293989" y="89766"/>
                  <a:pt x="294522" y="91280"/>
                </a:cubicBezTo>
                <a:cubicBezTo>
                  <a:pt x="295057" y="92792"/>
                  <a:pt x="295813" y="93815"/>
                  <a:pt x="296790" y="94349"/>
                </a:cubicBezTo>
                <a:cubicBezTo>
                  <a:pt x="297769" y="94882"/>
                  <a:pt x="299015" y="95149"/>
                  <a:pt x="300527" y="95149"/>
                </a:cubicBezTo>
                <a:cubicBezTo>
                  <a:pt x="302218" y="95149"/>
                  <a:pt x="303464" y="95037"/>
                  <a:pt x="304264" y="94815"/>
                </a:cubicBezTo>
                <a:cubicBezTo>
                  <a:pt x="305064" y="94592"/>
                  <a:pt x="305865" y="94259"/>
                  <a:pt x="306666" y="93815"/>
                </a:cubicBezTo>
                <a:lnTo>
                  <a:pt x="306666" y="99286"/>
                </a:lnTo>
                <a:cubicBezTo>
                  <a:pt x="304887" y="100087"/>
                  <a:pt x="302662" y="100799"/>
                  <a:pt x="299993" y="101420"/>
                </a:cubicBezTo>
                <a:cubicBezTo>
                  <a:pt x="297325" y="102044"/>
                  <a:pt x="294701" y="102355"/>
                  <a:pt x="292121" y="102355"/>
                </a:cubicBezTo>
                <a:cubicBezTo>
                  <a:pt x="280823" y="102355"/>
                  <a:pt x="275173" y="95594"/>
                  <a:pt x="275173" y="82072"/>
                </a:cubicBezTo>
                <a:cubicBezTo>
                  <a:pt x="275173" y="79491"/>
                  <a:pt x="275218" y="76577"/>
                  <a:pt x="275306" y="73330"/>
                </a:cubicBezTo>
                <a:cubicBezTo>
                  <a:pt x="275395" y="70083"/>
                  <a:pt x="275507" y="66747"/>
                  <a:pt x="275640" y="63322"/>
                </a:cubicBezTo>
                <a:cubicBezTo>
                  <a:pt x="275773" y="59897"/>
                  <a:pt x="275883" y="56516"/>
                  <a:pt x="275972" y="53179"/>
                </a:cubicBezTo>
                <a:cubicBezTo>
                  <a:pt x="276061" y="49842"/>
                  <a:pt x="276106" y="46751"/>
                  <a:pt x="276106" y="43904"/>
                </a:cubicBezTo>
                <a:lnTo>
                  <a:pt x="266766" y="44038"/>
                </a:lnTo>
                <a:cubicBezTo>
                  <a:pt x="267032" y="42970"/>
                  <a:pt x="267165" y="41858"/>
                  <a:pt x="267165" y="40701"/>
                </a:cubicBezTo>
                <a:cubicBezTo>
                  <a:pt x="267165" y="39634"/>
                  <a:pt x="267032" y="38433"/>
                  <a:pt x="266766" y="37099"/>
                </a:cubicBezTo>
                <a:lnTo>
                  <a:pt x="276106" y="37500"/>
                </a:lnTo>
                <a:cubicBezTo>
                  <a:pt x="276106" y="34741"/>
                  <a:pt x="276061" y="32162"/>
                  <a:pt x="275972" y="29760"/>
                </a:cubicBezTo>
                <a:cubicBezTo>
                  <a:pt x="275883" y="27357"/>
                  <a:pt x="275750" y="24466"/>
                  <a:pt x="275572" y="21086"/>
                </a:cubicBezTo>
                <a:cubicBezTo>
                  <a:pt x="278687" y="19839"/>
                  <a:pt x="281756" y="18527"/>
                  <a:pt x="284781" y="17147"/>
                </a:cubicBezTo>
                <a:cubicBezTo>
                  <a:pt x="287805" y="15768"/>
                  <a:pt x="290830" y="14322"/>
                  <a:pt x="293856" y="12810"/>
                </a:cubicBezTo>
                <a:lnTo>
                  <a:pt x="295190" y="13745"/>
                </a:lnTo>
                <a:cubicBezTo>
                  <a:pt x="295012" y="15169"/>
                  <a:pt x="294856" y="16837"/>
                  <a:pt x="294722" y="18750"/>
                </a:cubicBezTo>
                <a:cubicBezTo>
                  <a:pt x="294589" y="20663"/>
                  <a:pt x="294455" y="22664"/>
                  <a:pt x="294322" y="24755"/>
                </a:cubicBezTo>
                <a:cubicBezTo>
                  <a:pt x="294189" y="26845"/>
                  <a:pt x="294101" y="28981"/>
                  <a:pt x="294056" y="31161"/>
                </a:cubicBezTo>
                <a:cubicBezTo>
                  <a:pt x="294011" y="33340"/>
                  <a:pt x="293989" y="35408"/>
                  <a:pt x="293989" y="37366"/>
                </a:cubicBezTo>
                <a:lnTo>
                  <a:pt x="305732" y="37099"/>
                </a:lnTo>
                <a:close/>
                <a:moveTo>
                  <a:pt x="316142" y="46172"/>
                </a:moveTo>
                <a:cubicBezTo>
                  <a:pt x="316142" y="37454"/>
                  <a:pt x="316053" y="29448"/>
                  <a:pt x="315875" y="22153"/>
                </a:cubicBezTo>
                <a:cubicBezTo>
                  <a:pt x="315697" y="14857"/>
                  <a:pt x="315430" y="7473"/>
                  <a:pt x="315073" y="0"/>
                </a:cubicBezTo>
                <a:cubicBezTo>
                  <a:pt x="316230" y="178"/>
                  <a:pt x="317698" y="334"/>
                  <a:pt x="319477" y="468"/>
                </a:cubicBezTo>
                <a:cubicBezTo>
                  <a:pt x="321257" y="601"/>
                  <a:pt x="323126" y="668"/>
                  <a:pt x="325083" y="668"/>
                </a:cubicBezTo>
                <a:cubicBezTo>
                  <a:pt x="327040" y="668"/>
                  <a:pt x="328907" y="601"/>
                  <a:pt x="330687" y="468"/>
                </a:cubicBezTo>
                <a:cubicBezTo>
                  <a:pt x="332467" y="334"/>
                  <a:pt x="333935" y="178"/>
                  <a:pt x="335092" y="0"/>
                </a:cubicBezTo>
                <a:cubicBezTo>
                  <a:pt x="334736" y="7473"/>
                  <a:pt x="334469" y="14857"/>
                  <a:pt x="334291" y="22153"/>
                </a:cubicBezTo>
                <a:cubicBezTo>
                  <a:pt x="334114" y="29448"/>
                  <a:pt x="334025" y="37454"/>
                  <a:pt x="334025" y="46172"/>
                </a:cubicBezTo>
                <a:lnTo>
                  <a:pt x="334291" y="46439"/>
                </a:lnTo>
                <a:cubicBezTo>
                  <a:pt x="336605" y="42703"/>
                  <a:pt x="339429" y="39812"/>
                  <a:pt x="342764" y="37767"/>
                </a:cubicBezTo>
                <a:cubicBezTo>
                  <a:pt x="346101" y="35720"/>
                  <a:pt x="349904" y="34696"/>
                  <a:pt x="354173" y="34696"/>
                </a:cubicBezTo>
                <a:cubicBezTo>
                  <a:pt x="360847" y="34696"/>
                  <a:pt x="365985" y="36631"/>
                  <a:pt x="369588" y="40501"/>
                </a:cubicBezTo>
                <a:cubicBezTo>
                  <a:pt x="373191" y="44372"/>
                  <a:pt x="374992" y="50622"/>
                  <a:pt x="374992" y="59251"/>
                </a:cubicBezTo>
                <a:cubicBezTo>
                  <a:pt x="374992" y="63788"/>
                  <a:pt x="374903" y="67791"/>
                  <a:pt x="374726" y="71261"/>
                </a:cubicBezTo>
                <a:cubicBezTo>
                  <a:pt x="374548" y="74731"/>
                  <a:pt x="374459" y="78201"/>
                  <a:pt x="374459" y="81671"/>
                </a:cubicBezTo>
                <a:cubicBezTo>
                  <a:pt x="374459" y="84517"/>
                  <a:pt x="374525" y="87609"/>
                  <a:pt x="374658" y="90946"/>
                </a:cubicBezTo>
                <a:cubicBezTo>
                  <a:pt x="374793" y="94281"/>
                  <a:pt x="374949" y="97506"/>
                  <a:pt x="375127" y="100620"/>
                </a:cubicBezTo>
                <a:cubicBezTo>
                  <a:pt x="373970" y="100442"/>
                  <a:pt x="372502" y="100353"/>
                  <a:pt x="370722" y="100353"/>
                </a:cubicBezTo>
                <a:cubicBezTo>
                  <a:pt x="368943" y="100353"/>
                  <a:pt x="367074" y="100353"/>
                  <a:pt x="365116" y="100353"/>
                </a:cubicBezTo>
                <a:cubicBezTo>
                  <a:pt x="363160" y="100353"/>
                  <a:pt x="361292" y="100353"/>
                  <a:pt x="359513" y="100353"/>
                </a:cubicBezTo>
                <a:cubicBezTo>
                  <a:pt x="357733" y="100353"/>
                  <a:pt x="356265" y="100442"/>
                  <a:pt x="355108" y="100620"/>
                </a:cubicBezTo>
                <a:cubicBezTo>
                  <a:pt x="355731" y="95994"/>
                  <a:pt x="356132" y="90545"/>
                  <a:pt x="356310" y="84273"/>
                </a:cubicBezTo>
                <a:cubicBezTo>
                  <a:pt x="356487" y="78001"/>
                  <a:pt x="356576" y="70817"/>
                  <a:pt x="356576" y="62721"/>
                </a:cubicBezTo>
                <a:cubicBezTo>
                  <a:pt x="356576" y="57116"/>
                  <a:pt x="355620" y="53001"/>
                  <a:pt x="353707" y="50377"/>
                </a:cubicBezTo>
                <a:cubicBezTo>
                  <a:pt x="351794" y="47752"/>
                  <a:pt x="349103" y="46439"/>
                  <a:pt x="345633" y="46439"/>
                </a:cubicBezTo>
                <a:cubicBezTo>
                  <a:pt x="341630" y="46439"/>
                  <a:pt x="338694" y="48174"/>
                  <a:pt x="336827" y="51644"/>
                </a:cubicBezTo>
                <a:cubicBezTo>
                  <a:pt x="334959" y="55114"/>
                  <a:pt x="334025" y="59918"/>
                  <a:pt x="334025" y="66057"/>
                </a:cubicBezTo>
                <a:lnTo>
                  <a:pt x="334025" y="71396"/>
                </a:lnTo>
                <a:cubicBezTo>
                  <a:pt x="334025" y="72641"/>
                  <a:pt x="334046" y="74442"/>
                  <a:pt x="334090" y="76800"/>
                </a:cubicBezTo>
                <a:cubicBezTo>
                  <a:pt x="334135" y="79158"/>
                  <a:pt x="334201" y="81738"/>
                  <a:pt x="334289" y="84540"/>
                </a:cubicBezTo>
                <a:cubicBezTo>
                  <a:pt x="334379" y="87342"/>
                  <a:pt x="334490" y="90188"/>
                  <a:pt x="334623" y="93080"/>
                </a:cubicBezTo>
                <a:cubicBezTo>
                  <a:pt x="334758" y="95971"/>
                  <a:pt x="334914" y="98485"/>
                  <a:pt x="335092" y="100620"/>
                </a:cubicBezTo>
                <a:cubicBezTo>
                  <a:pt x="333935" y="100442"/>
                  <a:pt x="332467" y="100353"/>
                  <a:pt x="330687" y="100353"/>
                </a:cubicBezTo>
                <a:cubicBezTo>
                  <a:pt x="328907" y="100353"/>
                  <a:pt x="327040" y="100353"/>
                  <a:pt x="325083" y="100353"/>
                </a:cubicBezTo>
                <a:cubicBezTo>
                  <a:pt x="323126" y="100353"/>
                  <a:pt x="321257" y="100353"/>
                  <a:pt x="319477" y="100353"/>
                </a:cubicBezTo>
                <a:cubicBezTo>
                  <a:pt x="317698" y="100353"/>
                  <a:pt x="316230" y="100442"/>
                  <a:pt x="315073" y="100620"/>
                </a:cubicBezTo>
                <a:cubicBezTo>
                  <a:pt x="315430" y="93415"/>
                  <a:pt x="315697" y="86164"/>
                  <a:pt x="315875" y="78869"/>
                </a:cubicBezTo>
                <a:cubicBezTo>
                  <a:pt x="316053" y="71574"/>
                  <a:pt x="316142" y="63566"/>
                  <a:pt x="316142" y="54847"/>
                </a:cubicBezTo>
                <a:lnTo>
                  <a:pt x="316142" y="46172"/>
                </a:lnTo>
                <a:close/>
              </a:path>
            </a:pathLst>
          </a:custGeom>
          <a:solidFill xmlns:a="http://schemas.openxmlformats.org/drawingml/2006/main">
            <a:srgbClr val="C569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+">
            <a:extLst xmlns:a="http://schemas.openxmlformats.org/drawingml/2006/main">
              <a:ext uri="{FF2B5EF4-FFF2-40B4-BE49-F238E27FC236}">
                <a16:creationId xmlns:a16="http://schemas.microsoft.com/office/drawing/2014/main" id="{62CDA427-3517-4AE1-BB63-5CAB7841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44" y="2006745"/>
            <a:ext cx="69405" cy="69405"/>
          </a:xfrm>
          <a:custGeom xmlns:a="http://schemas.openxmlformats.org/drawingml/2006/main">
            <a:pathLst>
              <a:path w="69405" h="69405">
                <a:moveTo>
                  <a:pt x="23726" y="34726"/>
                </a:moveTo>
                <a:lnTo>
                  <a:pt x="0" y="11001"/>
                </a:lnTo>
                <a:lnTo>
                  <a:pt x="11001" y="0"/>
                </a:lnTo>
                <a:lnTo>
                  <a:pt x="34726" y="23726"/>
                </a:lnTo>
                <a:lnTo>
                  <a:pt x="58452" y="0"/>
                </a:lnTo>
                <a:lnTo>
                  <a:pt x="69405" y="10953"/>
                </a:lnTo>
                <a:lnTo>
                  <a:pt x="45679" y="34678"/>
                </a:lnTo>
                <a:lnTo>
                  <a:pt x="69405" y="58404"/>
                </a:lnTo>
                <a:lnTo>
                  <a:pt x="58404" y="69405"/>
                </a:lnTo>
                <a:lnTo>
                  <a:pt x="34678" y="45679"/>
                </a:lnTo>
                <a:lnTo>
                  <a:pt x="10953" y="69405"/>
                </a:lnTo>
                <a:lnTo>
                  <a:pt x="0" y="58452"/>
                </a:lnTo>
                <a:lnTo>
                  <a:pt x="23726" y="34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Agree">
            <a:extLst xmlns:a="http://schemas.openxmlformats.org/drawingml/2006/main">
              <a:ext uri="{FF2B5EF4-FFF2-40B4-BE49-F238E27FC236}">
                <a16:creationId xmlns:a16="http://schemas.microsoft.com/office/drawing/2014/main" id="{1D9AC3AC-FB6F-4376-9842-54513CCC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36" y="1971714"/>
            <a:ext cx="335088" cy="127845"/>
          </a:xfrm>
          <a:custGeom xmlns:a="http://schemas.openxmlformats.org/drawingml/2006/main">
            <a:pathLst>
              <a:path w="335088" h="127845">
                <a:moveTo>
                  <a:pt x="38031" y="25757"/>
                </a:moveTo>
                <a:cubicBezTo>
                  <a:pt x="35718" y="31095"/>
                  <a:pt x="33539" y="36366"/>
                  <a:pt x="31493" y="41570"/>
                </a:cubicBezTo>
                <a:cubicBezTo>
                  <a:pt x="29447" y="46774"/>
                  <a:pt x="27446" y="52089"/>
                  <a:pt x="25488" y="57516"/>
                </a:cubicBezTo>
                <a:lnTo>
                  <a:pt x="49909" y="57516"/>
                </a:lnTo>
                <a:cubicBezTo>
                  <a:pt x="47951" y="52089"/>
                  <a:pt x="46016" y="46774"/>
                  <a:pt x="44104" y="41570"/>
                </a:cubicBezTo>
                <a:cubicBezTo>
                  <a:pt x="42191" y="36366"/>
                  <a:pt x="40167" y="31095"/>
                  <a:pt x="38031" y="25757"/>
                </a:cubicBezTo>
                <a:moveTo>
                  <a:pt x="85273" y="92347"/>
                </a:moveTo>
                <a:cubicBezTo>
                  <a:pt x="83137" y="92169"/>
                  <a:pt x="81113" y="92080"/>
                  <a:pt x="79201" y="92080"/>
                </a:cubicBezTo>
                <a:cubicBezTo>
                  <a:pt x="77288" y="92080"/>
                  <a:pt x="75398" y="92080"/>
                  <a:pt x="73530" y="92080"/>
                </a:cubicBezTo>
                <a:cubicBezTo>
                  <a:pt x="71662" y="92080"/>
                  <a:pt x="69771" y="92080"/>
                  <a:pt x="67859" y="92080"/>
                </a:cubicBezTo>
                <a:cubicBezTo>
                  <a:pt x="65946" y="92080"/>
                  <a:pt x="64055" y="92169"/>
                  <a:pt x="62186" y="92347"/>
                </a:cubicBezTo>
                <a:cubicBezTo>
                  <a:pt x="60763" y="87988"/>
                  <a:pt x="59295" y="83540"/>
                  <a:pt x="57781" y="79003"/>
                </a:cubicBezTo>
                <a:cubicBezTo>
                  <a:pt x="56269" y="74465"/>
                  <a:pt x="54668" y="69928"/>
                  <a:pt x="52978" y="65391"/>
                </a:cubicBezTo>
                <a:cubicBezTo>
                  <a:pt x="50131" y="65301"/>
                  <a:pt x="47284" y="65235"/>
                  <a:pt x="44438" y="65191"/>
                </a:cubicBezTo>
                <a:cubicBezTo>
                  <a:pt x="41591" y="65146"/>
                  <a:pt x="38744" y="65124"/>
                  <a:pt x="35897" y="65124"/>
                </a:cubicBezTo>
                <a:cubicBezTo>
                  <a:pt x="33584" y="65124"/>
                  <a:pt x="31271" y="65146"/>
                  <a:pt x="28958" y="65191"/>
                </a:cubicBezTo>
                <a:cubicBezTo>
                  <a:pt x="26645" y="65235"/>
                  <a:pt x="24331" y="65301"/>
                  <a:pt x="22018" y="65391"/>
                </a:cubicBezTo>
                <a:cubicBezTo>
                  <a:pt x="20238" y="69928"/>
                  <a:pt x="18592" y="74465"/>
                  <a:pt x="17080" y="79003"/>
                </a:cubicBezTo>
                <a:cubicBezTo>
                  <a:pt x="15568" y="83540"/>
                  <a:pt x="14189" y="87988"/>
                  <a:pt x="12943" y="92347"/>
                </a:cubicBezTo>
                <a:cubicBezTo>
                  <a:pt x="11876" y="92169"/>
                  <a:pt x="10830" y="92080"/>
                  <a:pt x="9807" y="92080"/>
                </a:cubicBezTo>
                <a:cubicBezTo>
                  <a:pt x="8784" y="92080"/>
                  <a:pt x="7739" y="92080"/>
                  <a:pt x="6671" y="92080"/>
                </a:cubicBezTo>
                <a:cubicBezTo>
                  <a:pt x="5604" y="92080"/>
                  <a:pt x="4536" y="92080"/>
                  <a:pt x="3468" y="92080"/>
                </a:cubicBezTo>
                <a:cubicBezTo>
                  <a:pt x="2401" y="92080"/>
                  <a:pt x="1245" y="92169"/>
                  <a:pt x="0" y="92347"/>
                </a:cubicBezTo>
                <a:cubicBezTo>
                  <a:pt x="1067" y="90034"/>
                  <a:pt x="2490" y="86831"/>
                  <a:pt x="4268" y="82740"/>
                </a:cubicBezTo>
                <a:cubicBezTo>
                  <a:pt x="6048" y="78647"/>
                  <a:pt x="8005" y="74020"/>
                  <a:pt x="10141" y="68861"/>
                </a:cubicBezTo>
                <a:cubicBezTo>
                  <a:pt x="12276" y="63701"/>
                  <a:pt x="14567" y="58163"/>
                  <a:pt x="17013" y="52247"/>
                </a:cubicBezTo>
                <a:cubicBezTo>
                  <a:pt x="19461" y="46329"/>
                  <a:pt x="21908" y="40346"/>
                  <a:pt x="24354" y="34297"/>
                </a:cubicBezTo>
                <a:cubicBezTo>
                  <a:pt x="26800" y="28246"/>
                  <a:pt x="29201" y="22286"/>
                  <a:pt x="31558" y="16414"/>
                </a:cubicBezTo>
                <a:cubicBezTo>
                  <a:pt x="33916" y="10543"/>
                  <a:pt x="36074" y="5072"/>
                  <a:pt x="38031" y="0"/>
                </a:cubicBezTo>
                <a:cubicBezTo>
                  <a:pt x="38922" y="178"/>
                  <a:pt x="39767" y="334"/>
                  <a:pt x="40567" y="468"/>
                </a:cubicBezTo>
                <a:cubicBezTo>
                  <a:pt x="41367" y="601"/>
                  <a:pt x="42213" y="668"/>
                  <a:pt x="43104" y="668"/>
                </a:cubicBezTo>
                <a:cubicBezTo>
                  <a:pt x="43993" y="668"/>
                  <a:pt x="44838" y="601"/>
                  <a:pt x="45639" y="468"/>
                </a:cubicBezTo>
                <a:cubicBezTo>
                  <a:pt x="46440" y="334"/>
                  <a:pt x="47285" y="178"/>
                  <a:pt x="48174" y="0"/>
                </a:cubicBezTo>
                <a:cubicBezTo>
                  <a:pt x="51021" y="7563"/>
                  <a:pt x="54068" y="15659"/>
                  <a:pt x="57315" y="24289"/>
                </a:cubicBezTo>
                <a:cubicBezTo>
                  <a:pt x="60562" y="32918"/>
                  <a:pt x="63832" y="41393"/>
                  <a:pt x="67124" y="49711"/>
                </a:cubicBezTo>
                <a:cubicBezTo>
                  <a:pt x="70416" y="58029"/>
                  <a:pt x="73618" y="65924"/>
                  <a:pt x="76731" y="73397"/>
                </a:cubicBezTo>
                <a:cubicBezTo>
                  <a:pt x="79845" y="80870"/>
                  <a:pt x="82692" y="87187"/>
                  <a:pt x="85273" y="92347"/>
                </a:cubicBezTo>
                <a:close/>
                <a:moveTo>
                  <a:pt x="119703" y="31894"/>
                </a:moveTo>
                <a:cubicBezTo>
                  <a:pt x="113653" y="31894"/>
                  <a:pt x="110627" y="37766"/>
                  <a:pt x="110627" y="49510"/>
                </a:cubicBezTo>
                <a:cubicBezTo>
                  <a:pt x="110627" y="52446"/>
                  <a:pt x="110894" y="54915"/>
                  <a:pt x="111428" y="56918"/>
                </a:cubicBezTo>
                <a:cubicBezTo>
                  <a:pt x="111962" y="58919"/>
                  <a:pt x="112652" y="60542"/>
                  <a:pt x="113496" y="61789"/>
                </a:cubicBezTo>
                <a:cubicBezTo>
                  <a:pt x="114342" y="63033"/>
                  <a:pt x="115276" y="63923"/>
                  <a:pt x="116298" y="64456"/>
                </a:cubicBezTo>
                <a:cubicBezTo>
                  <a:pt x="117322" y="64990"/>
                  <a:pt x="118368" y="65256"/>
                  <a:pt x="119436" y="65256"/>
                </a:cubicBezTo>
                <a:cubicBezTo>
                  <a:pt x="122371" y="65256"/>
                  <a:pt x="124551" y="63967"/>
                  <a:pt x="125975" y="61387"/>
                </a:cubicBezTo>
                <a:cubicBezTo>
                  <a:pt x="127399" y="58807"/>
                  <a:pt x="128111" y="54447"/>
                  <a:pt x="128111" y="48308"/>
                </a:cubicBezTo>
                <a:cubicBezTo>
                  <a:pt x="128111" y="42259"/>
                  <a:pt x="127310" y="38012"/>
                  <a:pt x="125708" y="35565"/>
                </a:cubicBezTo>
                <a:cubicBezTo>
                  <a:pt x="124106" y="33118"/>
                  <a:pt x="122104" y="31894"/>
                  <a:pt x="119703" y="31894"/>
                </a:cubicBezTo>
                <a:moveTo>
                  <a:pt x="139587" y="33230"/>
                </a:moveTo>
                <a:cubicBezTo>
                  <a:pt x="141811" y="34830"/>
                  <a:pt x="143567" y="36854"/>
                  <a:pt x="144857" y="39302"/>
                </a:cubicBezTo>
                <a:cubicBezTo>
                  <a:pt x="146148" y="41748"/>
                  <a:pt x="146793" y="44661"/>
                  <a:pt x="146793" y="48042"/>
                </a:cubicBezTo>
                <a:cubicBezTo>
                  <a:pt x="146793" y="51334"/>
                  <a:pt x="146170" y="54336"/>
                  <a:pt x="144924" y="57050"/>
                </a:cubicBezTo>
                <a:cubicBezTo>
                  <a:pt x="143679" y="59764"/>
                  <a:pt x="141922" y="62099"/>
                  <a:pt x="139652" y="64057"/>
                </a:cubicBezTo>
                <a:cubicBezTo>
                  <a:pt x="137384" y="66013"/>
                  <a:pt x="134670" y="67525"/>
                  <a:pt x="131511" y="68594"/>
                </a:cubicBezTo>
                <a:cubicBezTo>
                  <a:pt x="128354" y="69661"/>
                  <a:pt x="124818" y="70194"/>
                  <a:pt x="120904" y="70194"/>
                </a:cubicBezTo>
                <a:cubicBezTo>
                  <a:pt x="119926" y="70194"/>
                  <a:pt x="118969" y="70173"/>
                  <a:pt x="118033" y="70129"/>
                </a:cubicBezTo>
                <a:cubicBezTo>
                  <a:pt x="117099" y="70084"/>
                  <a:pt x="116054" y="70062"/>
                  <a:pt x="114897" y="70062"/>
                </a:cubicBezTo>
                <a:cubicBezTo>
                  <a:pt x="113830" y="70062"/>
                  <a:pt x="112919" y="70551"/>
                  <a:pt x="112163" y="71530"/>
                </a:cubicBezTo>
                <a:cubicBezTo>
                  <a:pt x="111407" y="72507"/>
                  <a:pt x="111028" y="73619"/>
                  <a:pt x="111028" y="74865"/>
                </a:cubicBezTo>
                <a:cubicBezTo>
                  <a:pt x="111028" y="77001"/>
                  <a:pt x="111851" y="78692"/>
                  <a:pt x="113496" y="79938"/>
                </a:cubicBezTo>
                <a:cubicBezTo>
                  <a:pt x="115143" y="81183"/>
                  <a:pt x="117745" y="81849"/>
                  <a:pt x="121303" y="81937"/>
                </a:cubicBezTo>
                <a:lnTo>
                  <a:pt x="131179" y="82072"/>
                </a:lnTo>
                <a:cubicBezTo>
                  <a:pt x="138652" y="82160"/>
                  <a:pt x="144146" y="83561"/>
                  <a:pt x="147659" y="86275"/>
                </a:cubicBezTo>
                <a:cubicBezTo>
                  <a:pt x="151174" y="88988"/>
                  <a:pt x="152931" y="93326"/>
                  <a:pt x="152931" y="99286"/>
                </a:cubicBezTo>
                <a:cubicBezTo>
                  <a:pt x="152931" y="104624"/>
                  <a:pt x="151841" y="109094"/>
                  <a:pt x="149661" y="112697"/>
                </a:cubicBezTo>
                <a:cubicBezTo>
                  <a:pt x="147482" y="116302"/>
                  <a:pt x="144680" y="119238"/>
                  <a:pt x="141255" y="121506"/>
                </a:cubicBezTo>
                <a:cubicBezTo>
                  <a:pt x="137830" y="123775"/>
                  <a:pt x="134026" y="125398"/>
                  <a:pt x="129844" y="126377"/>
                </a:cubicBezTo>
                <a:cubicBezTo>
                  <a:pt x="125662" y="127356"/>
                  <a:pt x="121615" y="127845"/>
                  <a:pt x="117701" y="127845"/>
                </a:cubicBezTo>
                <a:cubicBezTo>
                  <a:pt x="109338" y="127845"/>
                  <a:pt x="102820" y="126222"/>
                  <a:pt x="98149" y="122974"/>
                </a:cubicBezTo>
                <a:cubicBezTo>
                  <a:pt x="93479" y="119727"/>
                  <a:pt x="91144" y="115434"/>
                  <a:pt x="91144" y="110095"/>
                </a:cubicBezTo>
                <a:cubicBezTo>
                  <a:pt x="91144" y="105826"/>
                  <a:pt x="92323" y="102378"/>
                  <a:pt x="94679" y="99753"/>
                </a:cubicBezTo>
                <a:cubicBezTo>
                  <a:pt x="97037" y="97129"/>
                  <a:pt x="100219" y="95061"/>
                  <a:pt x="104223" y="93548"/>
                </a:cubicBezTo>
                <a:lnTo>
                  <a:pt x="104223" y="93282"/>
                </a:lnTo>
                <a:cubicBezTo>
                  <a:pt x="101910" y="92481"/>
                  <a:pt x="100064" y="91257"/>
                  <a:pt x="98685" y="89612"/>
                </a:cubicBezTo>
                <a:cubicBezTo>
                  <a:pt x="97305" y="87965"/>
                  <a:pt x="96616" y="85897"/>
                  <a:pt x="96616" y="83406"/>
                </a:cubicBezTo>
                <a:cubicBezTo>
                  <a:pt x="96616" y="80469"/>
                  <a:pt x="97750" y="77623"/>
                  <a:pt x="100018" y="74865"/>
                </a:cubicBezTo>
                <a:cubicBezTo>
                  <a:pt x="102287" y="72107"/>
                  <a:pt x="105290" y="70238"/>
                  <a:pt x="109027" y="69260"/>
                </a:cubicBezTo>
                <a:lnTo>
                  <a:pt x="109027" y="68993"/>
                </a:lnTo>
                <a:cubicBezTo>
                  <a:pt x="103599" y="67658"/>
                  <a:pt x="99418" y="65256"/>
                  <a:pt x="96483" y="61787"/>
                </a:cubicBezTo>
                <a:cubicBezTo>
                  <a:pt x="93457" y="58228"/>
                  <a:pt x="91945" y="53603"/>
                  <a:pt x="91945" y="47909"/>
                </a:cubicBezTo>
                <a:cubicBezTo>
                  <a:pt x="91945" y="44528"/>
                  <a:pt x="92634" y="41503"/>
                  <a:pt x="94013" y="38834"/>
                </a:cubicBezTo>
                <a:cubicBezTo>
                  <a:pt x="95393" y="36165"/>
                  <a:pt x="97328" y="33919"/>
                  <a:pt x="99819" y="32096"/>
                </a:cubicBezTo>
                <a:cubicBezTo>
                  <a:pt x="102310" y="30271"/>
                  <a:pt x="105290" y="28870"/>
                  <a:pt x="108760" y="27891"/>
                </a:cubicBezTo>
                <a:cubicBezTo>
                  <a:pt x="112230" y="26912"/>
                  <a:pt x="116055" y="26423"/>
                  <a:pt x="120236" y="26423"/>
                </a:cubicBezTo>
                <a:cubicBezTo>
                  <a:pt x="121838" y="26423"/>
                  <a:pt x="123484" y="26490"/>
                  <a:pt x="125174" y="26624"/>
                </a:cubicBezTo>
                <a:cubicBezTo>
                  <a:pt x="126865" y="26757"/>
                  <a:pt x="128511" y="26868"/>
                  <a:pt x="130112" y="26956"/>
                </a:cubicBezTo>
                <a:cubicBezTo>
                  <a:pt x="131269" y="27046"/>
                  <a:pt x="132447" y="27113"/>
                  <a:pt x="133647" y="27158"/>
                </a:cubicBezTo>
                <a:cubicBezTo>
                  <a:pt x="134849" y="27203"/>
                  <a:pt x="136161" y="27225"/>
                  <a:pt x="137585" y="27225"/>
                </a:cubicBezTo>
                <a:cubicBezTo>
                  <a:pt x="139809" y="27225"/>
                  <a:pt x="142122" y="27203"/>
                  <a:pt x="144523" y="27158"/>
                </a:cubicBezTo>
                <a:cubicBezTo>
                  <a:pt x="146926" y="27113"/>
                  <a:pt x="149328" y="27091"/>
                  <a:pt x="151729" y="27091"/>
                </a:cubicBezTo>
                <a:cubicBezTo>
                  <a:pt x="151641" y="27624"/>
                  <a:pt x="151575" y="28158"/>
                  <a:pt x="151530" y="28693"/>
                </a:cubicBezTo>
                <a:cubicBezTo>
                  <a:pt x="151485" y="29227"/>
                  <a:pt x="151463" y="29760"/>
                  <a:pt x="151463" y="30294"/>
                </a:cubicBezTo>
                <a:cubicBezTo>
                  <a:pt x="151463" y="30827"/>
                  <a:pt x="151485" y="31361"/>
                  <a:pt x="151530" y="31894"/>
                </a:cubicBezTo>
                <a:cubicBezTo>
                  <a:pt x="151575" y="32428"/>
                  <a:pt x="151641" y="32962"/>
                  <a:pt x="151729" y="33497"/>
                </a:cubicBezTo>
                <a:lnTo>
                  <a:pt x="139986" y="32963"/>
                </a:lnTo>
                <a:lnTo>
                  <a:pt x="139587" y="33230"/>
                </a:lnTo>
                <a:moveTo>
                  <a:pt x="137451" y="106493"/>
                </a:moveTo>
                <a:cubicBezTo>
                  <a:pt x="137451" y="103912"/>
                  <a:pt x="137006" y="101799"/>
                  <a:pt x="136115" y="100154"/>
                </a:cubicBezTo>
                <a:cubicBezTo>
                  <a:pt x="135226" y="98509"/>
                  <a:pt x="133959" y="97241"/>
                  <a:pt x="132314" y="96350"/>
                </a:cubicBezTo>
                <a:cubicBezTo>
                  <a:pt x="130668" y="95461"/>
                  <a:pt x="128644" y="94860"/>
                  <a:pt x="126241" y="94548"/>
                </a:cubicBezTo>
                <a:cubicBezTo>
                  <a:pt x="123840" y="94237"/>
                  <a:pt x="121126" y="94082"/>
                  <a:pt x="118100" y="94082"/>
                </a:cubicBezTo>
                <a:cubicBezTo>
                  <a:pt x="113474" y="94082"/>
                  <a:pt x="110272" y="94526"/>
                  <a:pt x="108493" y="95416"/>
                </a:cubicBezTo>
                <a:cubicBezTo>
                  <a:pt x="107425" y="95950"/>
                  <a:pt x="106290" y="97241"/>
                  <a:pt x="105089" y="99286"/>
                </a:cubicBezTo>
                <a:cubicBezTo>
                  <a:pt x="103889" y="101332"/>
                  <a:pt x="103289" y="103912"/>
                  <a:pt x="103289" y="107026"/>
                </a:cubicBezTo>
                <a:cubicBezTo>
                  <a:pt x="103289" y="109607"/>
                  <a:pt x="103756" y="111854"/>
                  <a:pt x="104690" y="113766"/>
                </a:cubicBezTo>
                <a:cubicBezTo>
                  <a:pt x="105624" y="115679"/>
                  <a:pt x="106891" y="117258"/>
                  <a:pt x="108491" y="118503"/>
                </a:cubicBezTo>
                <a:cubicBezTo>
                  <a:pt x="110093" y="119749"/>
                  <a:pt x="111939" y="120705"/>
                  <a:pt x="114030" y="121372"/>
                </a:cubicBezTo>
                <a:cubicBezTo>
                  <a:pt x="116122" y="122040"/>
                  <a:pt x="118369" y="122374"/>
                  <a:pt x="120770" y="122374"/>
                </a:cubicBezTo>
                <a:cubicBezTo>
                  <a:pt x="123351" y="122374"/>
                  <a:pt x="125664" y="121951"/>
                  <a:pt x="127710" y="121105"/>
                </a:cubicBezTo>
                <a:cubicBezTo>
                  <a:pt x="129755" y="120259"/>
                  <a:pt x="131512" y="119103"/>
                  <a:pt x="132979" y="117635"/>
                </a:cubicBezTo>
                <a:cubicBezTo>
                  <a:pt x="134448" y="116168"/>
                  <a:pt x="135561" y="114478"/>
                  <a:pt x="136317" y="112565"/>
                </a:cubicBezTo>
                <a:cubicBezTo>
                  <a:pt x="137073" y="110652"/>
                  <a:pt x="137451" y="108628"/>
                  <a:pt x="137451" y="106493"/>
                </a:cubicBezTo>
                <a:close/>
                <a:moveTo>
                  <a:pt x="180156" y="44706"/>
                </a:moveTo>
                <a:cubicBezTo>
                  <a:pt x="182469" y="38568"/>
                  <a:pt x="185271" y="34053"/>
                  <a:pt x="188562" y="31161"/>
                </a:cubicBezTo>
                <a:cubicBezTo>
                  <a:pt x="191854" y="28270"/>
                  <a:pt x="195769" y="26824"/>
                  <a:pt x="200307" y="26824"/>
                </a:cubicBezTo>
                <a:cubicBezTo>
                  <a:pt x="200751" y="26824"/>
                  <a:pt x="201128" y="26846"/>
                  <a:pt x="201439" y="26891"/>
                </a:cubicBezTo>
                <a:cubicBezTo>
                  <a:pt x="201751" y="26934"/>
                  <a:pt x="202085" y="26956"/>
                  <a:pt x="202441" y="26956"/>
                </a:cubicBezTo>
                <a:cubicBezTo>
                  <a:pt x="202173" y="28291"/>
                  <a:pt x="201973" y="29715"/>
                  <a:pt x="201840" y="31228"/>
                </a:cubicBezTo>
                <a:cubicBezTo>
                  <a:pt x="201707" y="32740"/>
                  <a:pt x="201641" y="34520"/>
                  <a:pt x="201641" y="36565"/>
                </a:cubicBezTo>
                <a:lnTo>
                  <a:pt x="201641" y="40835"/>
                </a:lnTo>
                <a:cubicBezTo>
                  <a:pt x="201641" y="41547"/>
                  <a:pt x="201641" y="42303"/>
                  <a:pt x="201641" y="43104"/>
                </a:cubicBezTo>
                <a:cubicBezTo>
                  <a:pt x="201641" y="43905"/>
                  <a:pt x="201685" y="44661"/>
                  <a:pt x="201773" y="45372"/>
                </a:cubicBezTo>
                <a:lnTo>
                  <a:pt x="200574" y="46441"/>
                </a:lnTo>
                <a:cubicBezTo>
                  <a:pt x="199683" y="45906"/>
                  <a:pt x="198682" y="45461"/>
                  <a:pt x="197570" y="45105"/>
                </a:cubicBezTo>
                <a:cubicBezTo>
                  <a:pt x="196458" y="44750"/>
                  <a:pt x="195190" y="44572"/>
                  <a:pt x="193766" y="44572"/>
                </a:cubicBezTo>
                <a:cubicBezTo>
                  <a:pt x="189763" y="44572"/>
                  <a:pt x="186605" y="45885"/>
                  <a:pt x="184292" y="48510"/>
                </a:cubicBezTo>
                <a:cubicBezTo>
                  <a:pt x="181978" y="51134"/>
                  <a:pt x="180822" y="54225"/>
                  <a:pt x="180822" y="57783"/>
                </a:cubicBezTo>
                <a:lnTo>
                  <a:pt x="180822" y="63122"/>
                </a:lnTo>
                <a:cubicBezTo>
                  <a:pt x="180822" y="68548"/>
                  <a:pt x="180888" y="73663"/>
                  <a:pt x="181021" y="78468"/>
                </a:cubicBezTo>
                <a:cubicBezTo>
                  <a:pt x="181156" y="83272"/>
                  <a:pt x="181446" y="87898"/>
                  <a:pt x="181891" y="92347"/>
                </a:cubicBezTo>
                <a:cubicBezTo>
                  <a:pt x="180734" y="92169"/>
                  <a:pt x="179288" y="92080"/>
                  <a:pt x="177554" y="92080"/>
                </a:cubicBezTo>
                <a:cubicBezTo>
                  <a:pt x="175819" y="92080"/>
                  <a:pt x="173928" y="92080"/>
                  <a:pt x="171880" y="92080"/>
                </a:cubicBezTo>
                <a:cubicBezTo>
                  <a:pt x="169835" y="92080"/>
                  <a:pt x="167967" y="92080"/>
                  <a:pt x="166277" y="92080"/>
                </a:cubicBezTo>
                <a:cubicBezTo>
                  <a:pt x="164587" y="92080"/>
                  <a:pt x="163118" y="92169"/>
                  <a:pt x="161872" y="92347"/>
                </a:cubicBezTo>
                <a:cubicBezTo>
                  <a:pt x="162317" y="87898"/>
                  <a:pt x="162607" y="83272"/>
                  <a:pt x="162740" y="78468"/>
                </a:cubicBezTo>
                <a:cubicBezTo>
                  <a:pt x="162873" y="73663"/>
                  <a:pt x="162939" y="68548"/>
                  <a:pt x="162939" y="63122"/>
                </a:cubicBezTo>
                <a:lnTo>
                  <a:pt x="162939" y="57783"/>
                </a:lnTo>
                <a:cubicBezTo>
                  <a:pt x="162939" y="52357"/>
                  <a:pt x="162873" y="47265"/>
                  <a:pt x="162740" y="42505"/>
                </a:cubicBezTo>
                <a:cubicBezTo>
                  <a:pt x="162607" y="37744"/>
                  <a:pt x="162317" y="32962"/>
                  <a:pt x="161872" y="28158"/>
                </a:cubicBezTo>
                <a:cubicBezTo>
                  <a:pt x="163384" y="28335"/>
                  <a:pt x="164919" y="28491"/>
                  <a:pt x="166476" y="28626"/>
                </a:cubicBezTo>
                <a:cubicBezTo>
                  <a:pt x="168033" y="28759"/>
                  <a:pt x="169568" y="28825"/>
                  <a:pt x="171080" y="28825"/>
                </a:cubicBezTo>
                <a:cubicBezTo>
                  <a:pt x="172592" y="28825"/>
                  <a:pt x="174127" y="28759"/>
                  <a:pt x="175684" y="28626"/>
                </a:cubicBezTo>
                <a:cubicBezTo>
                  <a:pt x="177241" y="28491"/>
                  <a:pt x="178776" y="28335"/>
                  <a:pt x="180288" y="28158"/>
                </a:cubicBezTo>
                <a:lnTo>
                  <a:pt x="179889" y="44440"/>
                </a:lnTo>
                <a:lnTo>
                  <a:pt x="180156" y="44706"/>
                </a:lnTo>
                <a:close/>
                <a:moveTo>
                  <a:pt x="229931" y="60453"/>
                </a:moveTo>
                <a:cubicBezTo>
                  <a:pt x="229931" y="64011"/>
                  <a:pt x="230287" y="67347"/>
                  <a:pt x="230998" y="70461"/>
                </a:cubicBezTo>
                <a:cubicBezTo>
                  <a:pt x="231711" y="73575"/>
                  <a:pt x="232801" y="76266"/>
                  <a:pt x="234269" y="78535"/>
                </a:cubicBezTo>
                <a:cubicBezTo>
                  <a:pt x="235736" y="80803"/>
                  <a:pt x="237604" y="82583"/>
                  <a:pt x="239873" y="83874"/>
                </a:cubicBezTo>
                <a:cubicBezTo>
                  <a:pt x="242142" y="85164"/>
                  <a:pt x="244789" y="85808"/>
                  <a:pt x="247814" y="85808"/>
                </a:cubicBezTo>
                <a:cubicBezTo>
                  <a:pt x="253953" y="85808"/>
                  <a:pt x="259424" y="83807"/>
                  <a:pt x="264228" y="79803"/>
                </a:cubicBezTo>
                <a:lnTo>
                  <a:pt x="265829" y="81005"/>
                </a:lnTo>
                <a:lnTo>
                  <a:pt x="262893" y="88478"/>
                </a:lnTo>
                <a:cubicBezTo>
                  <a:pt x="260669" y="90168"/>
                  <a:pt x="258000" y="91524"/>
                  <a:pt x="254886" y="92546"/>
                </a:cubicBezTo>
                <a:cubicBezTo>
                  <a:pt x="251772" y="93570"/>
                  <a:pt x="247680" y="94082"/>
                  <a:pt x="242609" y="94082"/>
                </a:cubicBezTo>
                <a:cubicBezTo>
                  <a:pt x="238250" y="94082"/>
                  <a:pt x="234113" y="93481"/>
                  <a:pt x="230198" y="92280"/>
                </a:cubicBezTo>
                <a:cubicBezTo>
                  <a:pt x="226284" y="91080"/>
                  <a:pt x="222837" y="89100"/>
                  <a:pt x="219856" y="86342"/>
                </a:cubicBezTo>
                <a:cubicBezTo>
                  <a:pt x="216876" y="83583"/>
                  <a:pt x="214519" y="80091"/>
                  <a:pt x="212784" y="75865"/>
                </a:cubicBezTo>
                <a:cubicBezTo>
                  <a:pt x="211049" y="71639"/>
                  <a:pt x="210182" y="66591"/>
                  <a:pt x="210182" y="60720"/>
                </a:cubicBezTo>
                <a:cubicBezTo>
                  <a:pt x="210182" y="54937"/>
                  <a:pt x="210960" y="49910"/>
                  <a:pt x="212515" y="45641"/>
                </a:cubicBezTo>
                <a:cubicBezTo>
                  <a:pt x="214072" y="41370"/>
                  <a:pt x="216230" y="37811"/>
                  <a:pt x="218989" y="34965"/>
                </a:cubicBezTo>
                <a:cubicBezTo>
                  <a:pt x="221747" y="32117"/>
                  <a:pt x="225017" y="29981"/>
                  <a:pt x="228797" y="28559"/>
                </a:cubicBezTo>
                <a:cubicBezTo>
                  <a:pt x="232578" y="27135"/>
                  <a:pt x="236693" y="26423"/>
                  <a:pt x="241141" y="26423"/>
                </a:cubicBezTo>
                <a:cubicBezTo>
                  <a:pt x="249949" y="26423"/>
                  <a:pt x="256687" y="29003"/>
                  <a:pt x="261357" y="34162"/>
                </a:cubicBezTo>
                <a:cubicBezTo>
                  <a:pt x="266028" y="39322"/>
                  <a:pt x="268364" y="46618"/>
                  <a:pt x="268364" y="56048"/>
                </a:cubicBezTo>
                <a:lnTo>
                  <a:pt x="268364" y="58852"/>
                </a:lnTo>
                <a:cubicBezTo>
                  <a:pt x="268364" y="59652"/>
                  <a:pt x="268320" y="60185"/>
                  <a:pt x="268232" y="60453"/>
                </a:cubicBezTo>
                <a:lnTo>
                  <a:pt x="229931" y="60453"/>
                </a:lnTo>
                <a:moveTo>
                  <a:pt x="250484" y="54448"/>
                </a:moveTo>
                <a:cubicBezTo>
                  <a:pt x="250304" y="47776"/>
                  <a:pt x="249481" y="42438"/>
                  <a:pt x="248014" y="38435"/>
                </a:cubicBezTo>
                <a:cubicBezTo>
                  <a:pt x="246546" y="34430"/>
                  <a:pt x="244077" y="32428"/>
                  <a:pt x="240608" y="32428"/>
                </a:cubicBezTo>
                <a:cubicBezTo>
                  <a:pt x="238650" y="32428"/>
                  <a:pt x="237004" y="33095"/>
                  <a:pt x="235670" y="34429"/>
                </a:cubicBezTo>
                <a:cubicBezTo>
                  <a:pt x="234335" y="35764"/>
                  <a:pt x="233268" y="37477"/>
                  <a:pt x="232467" y="39569"/>
                </a:cubicBezTo>
                <a:cubicBezTo>
                  <a:pt x="231666" y="41659"/>
                  <a:pt x="231065" y="44017"/>
                  <a:pt x="230665" y="46641"/>
                </a:cubicBezTo>
                <a:cubicBezTo>
                  <a:pt x="230265" y="49265"/>
                  <a:pt x="230021" y="51867"/>
                  <a:pt x="229931" y="54448"/>
                </a:cubicBezTo>
                <a:lnTo>
                  <a:pt x="250484" y="54448"/>
                </a:lnTo>
                <a:close/>
                <a:moveTo>
                  <a:pt x="296656" y="60453"/>
                </a:moveTo>
                <a:cubicBezTo>
                  <a:pt x="296656" y="64011"/>
                  <a:pt x="297011" y="67347"/>
                  <a:pt x="297723" y="70461"/>
                </a:cubicBezTo>
                <a:cubicBezTo>
                  <a:pt x="298435" y="73575"/>
                  <a:pt x="299526" y="76266"/>
                  <a:pt x="300993" y="78535"/>
                </a:cubicBezTo>
                <a:cubicBezTo>
                  <a:pt x="302461" y="80803"/>
                  <a:pt x="304328" y="82583"/>
                  <a:pt x="306597" y="83874"/>
                </a:cubicBezTo>
                <a:cubicBezTo>
                  <a:pt x="308867" y="85164"/>
                  <a:pt x="311514" y="85808"/>
                  <a:pt x="314538" y="85808"/>
                </a:cubicBezTo>
                <a:cubicBezTo>
                  <a:pt x="320677" y="85808"/>
                  <a:pt x="326148" y="83807"/>
                  <a:pt x="330953" y="79803"/>
                </a:cubicBezTo>
                <a:lnTo>
                  <a:pt x="332553" y="81005"/>
                </a:lnTo>
                <a:lnTo>
                  <a:pt x="329617" y="88478"/>
                </a:lnTo>
                <a:cubicBezTo>
                  <a:pt x="327393" y="90168"/>
                  <a:pt x="324724" y="91524"/>
                  <a:pt x="321610" y="92546"/>
                </a:cubicBezTo>
                <a:cubicBezTo>
                  <a:pt x="318496" y="93570"/>
                  <a:pt x="314404" y="94082"/>
                  <a:pt x="309334" y="94082"/>
                </a:cubicBezTo>
                <a:cubicBezTo>
                  <a:pt x="304975" y="94082"/>
                  <a:pt x="300838" y="93481"/>
                  <a:pt x="296923" y="92280"/>
                </a:cubicBezTo>
                <a:cubicBezTo>
                  <a:pt x="293009" y="91080"/>
                  <a:pt x="289561" y="89100"/>
                  <a:pt x="286580" y="86342"/>
                </a:cubicBezTo>
                <a:cubicBezTo>
                  <a:pt x="283601" y="83583"/>
                  <a:pt x="281243" y="80091"/>
                  <a:pt x="279508" y="75865"/>
                </a:cubicBezTo>
                <a:cubicBezTo>
                  <a:pt x="277773" y="71639"/>
                  <a:pt x="276906" y="66591"/>
                  <a:pt x="276906" y="60720"/>
                </a:cubicBezTo>
                <a:cubicBezTo>
                  <a:pt x="276906" y="54937"/>
                  <a:pt x="277684" y="49910"/>
                  <a:pt x="279240" y="45641"/>
                </a:cubicBezTo>
                <a:cubicBezTo>
                  <a:pt x="280797" y="41370"/>
                  <a:pt x="282954" y="37811"/>
                  <a:pt x="285713" y="34965"/>
                </a:cubicBezTo>
                <a:cubicBezTo>
                  <a:pt x="288471" y="32117"/>
                  <a:pt x="291741" y="29981"/>
                  <a:pt x="295522" y="28559"/>
                </a:cubicBezTo>
                <a:cubicBezTo>
                  <a:pt x="299302" y="27135"/>
                  <a:pt x="303417" y="26423"/>
                  <a:pt x="307865" y="26423"/>
                </a:cubicBezTo>
                <a:cubicBezTo>
                  <a:pt x="316673" y="26423"/>
                  <a:pt x="323412" y="29003"/>
                  <a:pt x="328082" y="34162"/>
                </a:cubicBezTo>
                <a:cubicBezTo>
                  <a:pt x="332753" y="39322"/>
                  <a:pt x="335088" y="46618"/>
                  <a:pt x="335088" y="56048"/>
                </a:cubicBezTo>
                <a:lnTo>
                  <a:pt x="335088" y="58852"/>
                </a:lnTo>
                <a:cubicBezTo>
                  <a:pt x="335088" y="59652"/>
                  <a:pt x="335044" y="60185"/>
                  <a:pt x="334956" y="60453"/>
                </a:cubicBezTo>
                <a:lnTo>
                  <a:pt x="296656" y="60453"/>
                </a:lnTo>
                <a:moveTo>
                  <a:pt x="317208" y="54448"/>
                </a:moveTo>
                <a:cubicBezTo>
                  <a:pt x="317029" y="47776"/>
                  <a:pt x="316205" y="42438"/>
                  <a:pt x="314738" y="38435"/>
                </a:cubicBezTo>
                <a:cubicBezTo>
                  <a:pt x="313270" y="34430"/>
                  <a:pt x="310802" y="32428"/>
                  <a:pt x="307332" y="32428"/>
                </a:cubicBezTo>
                <a:cubicBezTo>
                  <a:pt x="305374" y="32428"/>
                  <a:pt x="303728" y="33095"/>
                  <a:pt x="302394" y="34429"/>
                </a:cubicBezTo>
                <a:cubicBezTo>
                  <a:pt x="301060" y="35764"/>
                  <a:pt x="299992" y="37477"/>
                  <a:pt x="299191" y="39569"/>
                </a:cubicBezTo>
                <a:cubicBezTo>
                  <a:pt x="298390" y="41659"/>
                  <a:pt x="297789" y="44017"/>
                  <a:pt x="297389" y="46641"/>
                </a:cubicBezTo>
                <a:cubicBezTo>
                  <a:pt x="296990" y="49265"/>
                  <a:pt x="296745" y="51867"/>
                  <a:pt x="296656" y="54448"/>
                </a:cubicBezTo>
                <a:lnTo>
                  <a:pt x="317208" y="54448"/>
                </a:lnTo>
                <a:close/>
              </a:path>
            </a:pathLst>
          </a:custGeom>
          <a:solidFill xmlns:a="http://schemas.openxmlformats.org/drawingml/2006/main">
            <a:srgbClr val="195C3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+">
            <a:extLst xmlns:a="http://schemas.openxmlformats.org/drawingml/2006/main">
              <a:ext uri="{FF2B5EF4-FFF2-40B4-BE49-F238E27FC236}">
                <a16:creationId xmlns:a16="http://schemas.microsoft.com/office/drawing/2014/main" id="{CDCE71D1-A23C-426B-B361-C334D3C7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371" y="2000931"/>
            <a:ext cx="69405" cy="69405"/>
          </a:xfrm>
          <a:custGeom xmlns:a="http://schemas.openxmlformats.org/drawingml/2006/main">
            <a:pathLst>
              <a:path w="69405" h="69405">
                <a:moveTo>
                  <a:pt x="23726" y="34726"/>
                </a:moveTo>
                <a:lnTo>
                  <a:pt x="0" y="11001"/>
                </a:lnTo>
                <a:lnTo>
                  <a:pt x="11001" y="0"/>
                </a:lnTo>
                <a:lnTo>
                  <a:pt x="34726" y="23726"/>
                </a:lnTo>
                <a:lnTo>
                  <a:pt x="58452" y="0"/>
                </a:lnTo>
                <a:lnTo>
                  <a:pt x="69405" y="10953"/>
                </a:lnTo>
                <a:lnTo>
                  <a:pt x="45679" y="34678"/>
                </a:lnTo>
                <a:lnTo>
                  <a:pt x="69405" y="58404"/>
                </a:lnTo>
                <a:lnTo>
                  <a:pt x="58404" y="69405"/>
                </a:lnTo>
                <a:lnTo>
                  <a:pt x="34678" y="45679"/>
                </a:lnTo>
                <a:lnTo>
                  <a:pt x="10953" y="69405"/>
                </a:lnTo>
                <a:lnTo>
                  <a:pt x="0" y="58452"/>
                </a:lnTo>
                <a:lnTo>
                  <a:pt x="23726" y="34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+">
            <a:extLst xmlns:a="http://schemas.openxmlformats.org/drawingml/2006/main">
              <a:ext uri="{FF2B5EF4-FFF2-40B4-BE49-F238E27FC236}">
                <a16:creationId xmlns:a16="http://schemas.microsoft.com/office/drawing/2014/main" id="{47EA63A1-AF48-4E9F-AA80-AC25976B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588" y="1995464"/>
            <a:ext cx="69405" cy="69405"/>
          </a:xfrm>
          <a:custGeom xmlns:a="http://schemas.openxmlformats.org/drawingml/2006/main">
            <a:pathLst>
              <a:path w="69405" h="69405">
                <a:moveTo>
                  <a:pt x="23726" y="34726"/>
                </a:moveTo>
                <a:lnTo>
                  <a:pt x="0" y="11001"/>
                </a:lnTo>
                <a:lnTo>
                  <a:pt x="11001" y="0"/>
                </a:lnTo>
                <a:lnTo>
                  <a:pt x="34726" y="23726"/>
                </a:lnTo>
                <a:lnTo>
                  <a:pt x="58452" y="0"/>
                </a:lnTo>
                <a:lnTo>
                  <a:pt x="69405" y="10953"/>
                </a:lnTo>
                <a:lnTo>
                  <a:pt x="45679" y="34678"/>
                </a:lnTo>
                <a:lnTo>
                  <a:pt x="69405" y="58404"/>
                </a:lnTo>
                <a:lnTo>
                  <a:pt x="58404" y="69405"/>
                </a:lnTo>
                <a:lnTo>
                  <a:pt x="34678" y="45679"/>
                </a:lnTo>
                <a:lnTo>
                  <a:pt x="10953" y="69405"/>
                </a:lnTo>
                <a:lnTo>
                  <a:pt x="0" y="58452"/>
                </a:lnTo>
                <a:lnTo>
                  <a:pt x="23726" y="34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SocialPower">
            <a:extLst xmlns:a="http://schemas.openxmlformats.org/drawingml/2006/main">
              <a:ext uri="{FF2B5EF4-FFF2-40B4-BE49-F238E27FC236}">
                <a16:creationId xmlns:a16="http://schemas.microsoft.com/office/drawing/2014/main" id="{4467DE11-6334-448E-9558-B69DC5DE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26" y="1971343"/>
            <a:ext cx="740641" cy="102355"/>
          </a:xfrm>
          <a:custGeom xmlns:a="http://schemas.openxmlformats.org/drawingml/2006/main">
            <a:pathLst>
              <a:path w="740641" h="102355">
                <a:moveTo>
                  <a:pt x="46307" y="26956"/>
                </a:moveTo>
                <a:cubicBezTo>
                  <a:pt x="43460" y="19305"/>
                  <a:pt x="38078" y="15480"/>
                  <a:pt x="30159" y="15480"/>
                </a:cubicBezTo>
                <a:cubicBezTo>
                  <a:pt x="26066" y="15480"/>
                  <a:pt x="22730" y="16681"/>
                  <a:pt x="20149" y="19084"/>
                </a:cubicBezTo>
                <a:cubicBezTo>
                  <a:pt x="17570" y="21485"/>
                  <a:pt x="16280" y="24287"/>
                  <a:pt x="16280" y="27490"/>
                </a:cubicBezTo>
                <a:cubicBezTo>
                  <a:pt x="16280" y="30782"/>
                  <a:pt x="17280" y="33473"/>
                  <a:pt x="19281" y="35563"/>
                </a:cubicBezTo>
                <a:cubicBezTo>
                  <a:pt x="21284" y="37654"/>
                  <a:pt x="23797" y="39545"/>
                  <a:pt x="26822" y="41236"/>
                </a:cubicBezTo>
                <a:cubicBezTo>
                  <a:pt x="29848" y="42927"/>
                  <a:pt x="33095" y="44550"/>
                  <a:pt x="36565" y="46107"/>
                </a:cubicBezTo>
                <a:cubicBezTo>
                  <a:pt x="40035" y="47663"/>
                  <a:pt x="43282" y="49576"/>
                  <a:pt x="46307" y="51845"/>
                </a:cubicBezTo>
                <a:cubicBezTo>
                  <a:pt x="49331" y="54114"/>
                  <a:pt x="51844" y="56872"/>
                  <a:pt x="53845" y="60119"/>
                </a:cubicBezTo>
                <a:cubicBezTo>
                  <a:pt x="55847" y="63366"/>
                  <a:pt x="56849" y="67525"/>
                  <a:pt x="56849" y="72597"/>
                </a:cubicBezTo>
                <a:cubicBezTo>
                  <a:pt x="56849" y="77044"/>
                  <a:pt x="56004" y="81114"/>
                  <a:pt x="54313" y="84807"/>
                </a:cubicBezTo>
                <a:cubicBezTo>
                  <a:pt x="52623" y="88499"/>
                  <a:pt x="50221" y="91657"/>
                  <a:pt x="47107" y="94281"/>
                </a:cubicBezTo>
                <a:cubicBezTo>
                  <a:pt x="43993" y="96905"/>
                  <a:pt x="40278" y="98907"/>
                  <a:pt x="35963" y="100286"/>
                </a:cubicBezTo>
                <a:cubicBezTo>
                  <a:pt x="31648" y="101666"/>
                  <a:pt x="26822" y="102355"/>
                  <a:pt x="21485" y="102355"/>
                </a:cubicBezTo>
                <a:cubicBezTo>
                  <a:pt x="16680" y="102355"/>
                  <a:pt x="12388" y="101843"/>
                  <a:pt x="8607" y="100820"/>
                </a:cubicBezTo>
                <a:cubicBezTo>
                  <a:pt x="4827" y="99798"/>
                  <a:pt x="1958" y="98530"/>
                  <a:pt x="0" y="97018"/>
                </a:cubicBezTo>
                <a:cubicBezTo>
                  <a:pt x="889" y="93904"/>
                  <a:pt x="1645" y="91057"/>
                  <a:pt x="2268" y="88478"/>
                </a:cubicBezTo>
                <a:cubicBezTo>
                  <a:pt x="2892" y="85897"/>
                  <a:pt x="3425" y="83095"/>
                  <a:pt x="3869" y="80070"/>
                </a:cubicBezTo>
                <a:lnTo>
                  <a:pt x="6406" y="80070"/>
                </a:lnTo>
                <a:cubicBezTo>
                  <a:pt x="6762" y="82026"/>
                  <a:pt x="7428" y="83872"/>
                  <a:pt x="8406" y="85607"/>
                </a:cubicBezTo>
                <a:cubicBezTo>
                  <a:pt x="9384" y="87342"/>
                  <a:pt x="10630" y="88876"/>
                  <a:pt x="12142" y="90211"/>
                </a:cubicBezTo>
                <a:cubicBezTo>
                  <a:pt x="13656" y="91545"/>
                  <a:pt x="15480" y="92591"/>
                  <a:pt x="17614" y="93347"/>
                </a:cubicBezTo>
                <a:cubicBezTo>
                  <a:pt x="19749" y="94103"/>
                  <a:pt x="22152" y="94481"/>
                  <a:pt x="24822" y="94481"/>
                </a:cubicBezTo>
                <a:cubicBezTo>
                  <a:pt x="30160" y="94481"/>
                  <a:pt x="34096" y="93146"/>
                  <a:pt x="36630" y="90478"/>
                </a:cubicBezTo>
                <a:cubicBezTo>
                  <a:pt x="39166" y="87809"/>
                  <a:pt x="40434" y="84606"/>
                  <a:pt x="40434" y="80870"/>
                </a:cubicBezTo>
                <a:cubicBezTo>
                  <a:pt x="40434" y="77489"/>
                  <a:pt x="39455" y="74731"/>
                  <a:pt x="37498" y="72597"/>
                </a:cubicBezTo>
                <a:cubicBezTo>
                  <a:pt x="35542" y="70462"/>
                  <a:pt x="33095" y="68571"/>
                  <a:pt x="30159" y="66926"/>
                </a:cubicBezTo>
                <a:cubicBezTo>
                  <a:pt x="27223" y="65279"/>
                  <a:pt x="24020" y="63678"/>
                  <a:pt x="20550" y="62120"/>
                </a:cubicBezTo>
                <a:cubicBezTo>
                  <a:pt x="17080" y="60563"/>
                  <a:pt x="13877" y="58673"/>
                  <a:pt x="10941" y="56449"/>
                </a:cubicBezTo>
                <a:cubicBezTo>
                  <a:pt x="8006" y="54224"/>
                  <a:pt x="5560" y="51488"/>
                  <a:pt x="3602" y="48241"/>
                </a:cubicBezTo>
                <a:cubicBezTo>
                  <a:pt x="1646" y="44994"/>
                  <a:pt x="668" y="40835"/>
                  <a:pt x="668" y="35765"/>
                </a:cubicBezTo>
                <a:cubicBezTo>
                  <a:pt x="668" y="31139"/>
                  <a:pt x="1491" y="27046"/>
                  <a:pt x="3136" y="23488"/>
                </a:cubicBezTo>
                <a:cubicBezTo>
                  <a:pt x="4781" y="19929"/>
                  <a:pt x="6983" y="16949"/>
                  <a:pt x="9742" y="14547"/>
                </a:cubicBezTo>
                <a:cubicBezTo>
                  <a:pt x="12500" y="12144"/>
                  <a:pt x="15681" y="10320"/>
                  <a:pt x="19283" y="9076"/>
                </a:cubicBezTo>
                <a:cubicBezTo>
                  <a:pt x="22886" y="7829"/>
                  <a:pt x="26689" y="7206"/>
                  <a:pt x="30693" y="7206"/>
                </a:cubicBezTo>
                <a:cubicBezTo>
                  <a:pt x="35497" y="7206"/>
                  <a:pt x="39700" y="7785"/>
                  <a:pt x="43303" y="8941"/>
                </a:cubicBezTo>
                <a:cubicBezTo>
                  <a:pt x="46906" y="10098"/>
                  <a:pt x="49998" y="11699"/>
                  <a:pt x="52579" y="13745"/>
                </a:cubicBezTo>
                <a:cubicBezTo>
                  <a:pt x="51778" y="15791"/>
                  <a:pt x="51088" y="17771"/>
                  <a:pt x="50510" y="19685"/>
                </a:cubicBezTo>
                <a:cubicBezTo>
                  <a:pt x="49931" y="21597"/>
                  <a:pt x="49198" y="24021"/>
                  <a:pt x="48308" y="26956"/>
                </a:cubicBezTo>
                <a:lnTo>
                  <a:pt x="46307" y="26956"/>
                </a:lnTo>
                <a:close/>
                <a:moveTo>
                  <a:pt x="111830" y="65391"/>
                </a:moveTo>
                <a:cubicBezTo>
                  <a:pt x="111830" y="57561"/>
                  <a:pt x="110851" y="51488"/>
                  <a:pt x="108894" y="47174"/>
                </a:cubicBezTo>
                <a:cubicBezTo>
                  <a:pt x="106936" y="42859"/>
                  <a:pt x="103689" y="40701"/>
                  <a:pt x="99152" y="40701"/>
                </a:cubicBezTo>
                <a:cubicBezTo>
                  <a:pt x="95059" y="40701"/>
                  <a:pt x="91834" y="43103"/>
                  <a:pt x="89476" y="47907"/>
                </a:cubicBezTo>
                <a:cubicBezTo>
                  <a:pt x="87119" y="52712"/>
                  <a:pt x="85941" y="60229"/>
                  <a:pt x="85941" y="70461"/>
                </a:cubicBezTo>
                <a:cubicBezTo>
                  <a:pt x="85941" y="74197"/>
                  <a:pt x="86163" y="77667"/>
                  <a:pt x="86607" y="80870"/>
                </a:cubicBezTo>
                <a:cubicBezTo>
                  <a:pt x="87052" y="84073"/>
                  <a:pt x="87786" y="86853"/>
                  <a:pt x="88810" y="89211"/>
                </a:cubicBezTo>
                <a:cubicBezTo>
                  <a:pt x="89834" y="91568"/>
                  <a:pt x="91168" y="93414"/>
                  <a:pt x="92813" y="94750"/>
                </a:cubicBezTo>
                <a:cubicBezTo>
                  <a:pt x="94460" y="96084"/>
                  <a:pt x="96529" y="96751"/>
                  <a:pt x="99020" y="96751"/>
                </a:cubicBezTo>
                <a:cubicBezTo>
                  <a:pt x="107560" y="96751"/>
                  <a:pt x="111830" y="86298"/>
                  <a:pt x="111830" y="65391"/>
                </a:cubicBezTo>
                <a:moveTo>
                  <a:pt x="66191" y="70327"/>
                </a:moveTo>
                <a:cubicBezTo>
                  <a:pt x="66191" y="64366"/>
                  <a:pt x="67103" y="59162"/>
                  <a:pt x="68926" y="54715"/>
                </a:cubicBezTo>
                <a:cubicBezTo>
                  <a:pt x="70750" y="50266"/>
                  <a:pt x="73175" y="46552"/>
                  <a:pt x="76199" y="43572"/>
                </a:cubicBezTo>
                <a:cubicBezTo>
                  <a:pt x="79224" y="40591"/>
                  <a:pt x="82715" y="38367"/>
                  <a:pt x="86674" y="36899"/>
                </a:cubicBezTo>
                <a:cubicBezTo>
                  <a:pt x="90634" y="35430"/>
                  <a:pt x="94704" y="34696"/>
                  <a:pt x="98885" y="34696"/>
                </a:cubicBezTo>
                <a:cubicBezTo>
                  <a:pt x="109295" y="34696"/>
                  <a:pt x="117346" y="37632"/>
                  <a:pt x="123040" y="43505"/>
                </a:cubicBezTo>
                <a:cubicBezTo>
                  <a:pt x="128733" y="49376"/>
                  <a:pt x="131580" y="57339"/>
                  <a:pt x="131580" y="67392"/>
                </a:cubicBezTo>
                <a:cubicBezTo>
                  <a:pt x="131580" y="72818"/>
                  <a:pt x="130779" y="77712"/>
                  <a:pt x="129177" y="82072"/>
                </a:cubicBezTo>
                <a:cubicBezTo>
                  <a:pt x="127576" y="86431"/>
                  <a:pt x="125330" y="90145"/>
                  <a:pt x="122439" y="93214"/>
                </a:cubicBezTo>
                <a:cubicBezTo>
                  <a:pt x="119547" y="96284"/>
                  <a:pt x="116100" y="98574"/>
                  <a:pt x="112097" y="100087"/>
                </a:cubicBezTo>
                <a:cubicBezTo>
                  <a:pt x="108093" y="101599"/>
                  <a:pt x="103690" y="102355"/>
                  <a:pt x="98885" y="102355"/>
                </a:cubicBezTo>
                <a:cubicBezTo>
                  <a:pt x="94882" y="102355"/>
                  <a:pt x="90945" y="101821"/>
                  <a:pt x="87075" y="100753"/>
                </a:cubicBezTo>
                <a:cubicBezTo>
                  <a:pt x="83205" y="99686"/>
                  <a:pt x="79713" y="97885"/>
                  <a:pt x="76598" y="95350"/>
                </a:cubicBezTo>
                <a:cubicBezTo>
                  <a:pt x="73486" y="92815"/>
                  <a:pt x="70973" y="89500"/>
                  <a:pt x="69060" y="85407"/>
                </a:cubicBezTo>
                <a:cubicBezTo>
                  <a:pt x="67147" y="81314"/>
                  <a:pt x="66191" y="76287"/>
                  <a:pt x="66191" y="70327"/>
                </a:cubicBezTo>
                <a:close/>
                <a:moveTo>
                  <a:pt x="191633" y="54847"/>
                </a:moveTo>
                <a:cubicBezTo>
                  <a:pt x="190920" y="50844"/>
                  <a:pt x="189519" y="47619"/>
                  <a:pt x="187428" y="45173"/>
                </a:cubicBezTo>
                <a:cubicBezTo>
                  <a:pt x="185338" y="42726"/>
                  <a:pt x="182246" y="41503"/>
                  <a:pt x="178153" y="41503"/>
                </a:cubicBezTo>
                <a:cubicBezTo>
                  <a:pt x="172815" y="41503"/>
                  <a:pt x="168812" y="43928"/>
                  <a:pt x="166143" y="48777"/>
                </a:cubicBezTo>
                <a:cubicBezTo>
                  <a:pt x="163474" y="53624"/>
                  <a:pt x="162140" y="60363"/>
                  <a:pt x="162140" y="68993"/>
                </a:cubicBezTo>
                <a:cubicBezTo>
                  <a:pt x="162140" y="77089"/>
                  <a:pt x="163830" y="83295"/>
                  <a:pt x="167210" y="87610"/>
                </a:cubicBezTo>
                <a:cubicBezTo>
                  <a:pt x="170592" y="91925"/>
                  <a:pt x="175530" y="94082"/>
                  <a:pt x="182024" y="94082"/>
                </a:cubicBezTo>
                <a:cubicBezTo>
                  <a:pt x="184782" y="94082"/>
                  <a:pt x="187451" y="93437"/>
                  <a:pt x="190031" y="92147"/>
                </a:cubicBezTo>
                <a:cubicBezTo>
                  <a:pt x="192611" y="90856"/>
                  <a:pt x="194524" y="89411"/>
                  <a:pt x="195769" y="87810"/>
                </a:cubicBezTo>
                <a:lnTo>
                  <a:pt x="197371" y="89144"/>
                </a:lnTo>
                <a:cubicBezTo>
                  <a:pt x="196748" y="90389"/>
                  <a:pt x="196214" y="91679"/>
                  <a:pt x="195769" y="93015"/>
                </a:cubicBezTo>
                <a:cubicBezTo>
                  <a:pt x="195324" y="94349"/>
                  <a:pt x="194879" y="95684"/>
                  <a:pt x="194435" y="97018"/>
                </a:cubicBezTo>
                <a:cubicBezTo>
                  <a:pt x="192478" y="98530"/>
                  <a:pt x="190008" y="99798"/>
                  <a:pt x="187027" y="100820"/>
                </a:cubicBezTo>
                <a:cubicBezTo>
                  <a:pt x="184047" y="101843"/>
                  <a:pt x="180511" y="102355"/>
                  <a:pt x="176418" y="102355"/>
                </a:cubicBezTo>
                <a:cubicBezTo>
                  <a:pt x="169924" y="102355"/>
                  <a:pt x="164452" y="101421"/>
                  <a:pt x="160004" y="99553"/>
                </a:cubicBezTo>
                <a:cubicBezTo>
                  <a:pt x="155557" y="97685"/>
                  <a:pt x="151976" y="95150"/>
                  <a:pt x="149262" y="91948"/>
                </a:cubicBezTo>
                <a:cubicBezTo>
                  <a:pt x="146549" y="88744"/>
                  <a:pt x="144614" y="85118"/>
                  <a:pt x="143457" y="81070"/>
                </a:cubicBezTo>
                <a:cubicBezTo>
                  <a:pt x="142300" y="77022"/>
                  <a:pt x="141722" y="72952"/>
                  <a:pt x="141722" y="68861"/>
                </a:cubicBezTo>
                <a:cubicBezTo>
                  <a:pt x="141722" y="63967"/>
                  <a:pt x="142545" y="59429"/>
                  <a:pt x="144190" y="55248"/>
                </a:cubicBezTo>
                <a:cubicBezTo>
                  <a:pt x="145837" y="51067"/>
                  <a:pt x="148195" y="47464"/>
                  <a:pt x="151264" y="44440"/>
                </a:cubicBezTo>
                <a:cubicBezTo>
                  <a:pt x="154333" y="41414"/>
                  <a:pt x="158048" y="39033"/>
                  <a:pt x="162407" y="37298"/>
                </a:cubicBezTo>
                <a:cubicBezTo>
                  <a:pt x="166766" y="35563"/>
                  <a:pt x="171615" y="34696"/>
                  <a:pt x="176954" y="34696"/>
                </a:cubicBezTo>
                <a:cubicBezTo>
                  <a:pt x="182024" y="34696"/>
                  <a:pt x="186316" y="35274"/>
                  <a:pt x="189829" y="36431"/>
                </a:cubicBezTo>
                <a:cubicBezTo>
                  <a:pt x="193344" y="37587"/>
                  <a:pt x="196703" y="39100"/>
                  <a:pt x="199907" y="40968"/>
                </a:cubicBezTo>
                <a:cubicBezTo>
                  <a:pt x="198838" y="42747"/>
                  <a:pt x="197837" y="44928"/>
                  <a:pt x="196903" y="47508"/>
                </a:cubicBezTo>
                <a:cubicBezTo>
                  <a:pt x="195969" y="50087"/>
                  <a:pt x="195279" y="52534"/>
                  <a:pt x="194834" y="54847"/>
                </a:cubicBezTo>
                <a:lnTo>
                  <a:pt x="191633" y="54847"/>
                </a:lnTo>
                <a:close/>
                <a:moveTo>
                  <a:pt x="210715" y="11210"/>
                </a:moveTo>
                <a:cubicBezTo>
                  <a:pt x="210715" y="8273"/>
                  <a:pt x="211738" y="5782"/>
                  <a:pt x="213784" y="3737"/>
                </a:cubicBezTo>
                <a:cubicBezTo>
                  <a:pt x="215831" y="1691"/>
                  <a:pt x="218323" y="668"/>
                  <a:pt x="221259" y="668"/>
                </a:cubicBezTo>
                <a:cubicBezTo>
                  <a:pt x="224194" y="668"/>
                  <a:pt x="226684" y="1691"/>
                  <a:pt x="228730" y="3737"/>
                </a:cubicBezTo>
                <a:cubicBezTo>
                  <a:pt x="230777" y="5782"/>
                  <a:pt x="231801" y="8273"/>
                  <a:pt x="231801" y="11210"/>
                </a:cubicBezTo>
                <a:cubicBezTo>
                  <a:pt x="231801" y="14146"/>
                  <a:pt x="230777" y="16637"/>
                  <a:pt x="228730" y="18683"/>
                </a:cubicBezTo>
                <a:cubicBezTo>
                  <a:pt x="226684" y="20729"/>
                  <a:pt x="224194" y="21751"/>
                  <a:pt x="221259" y="21751"/>
                </a:cubicBezTo>
                <a:cubicBezTo>
                  <a:pt x="218323" y="21751"/>
                  <a:pt x="215831" y="20729"/>
                  <a:pt x="213784" y="18683"/>
                </a:cubicBezTo>
                <a:cubicBezTo>
                  <a:pt x="211738" y="16637"/>
                  <a:pt x="210715" y="14146"/>
                  <a:pt x="210715" y="11210"/>
                </a:cubicBezTo>
                <a:moveTo>
                  <a:pt x="212318" y="66057"/>
                </a:moveTo>
                <a:cubicBezTo>
                  <a:pt x="212318" y="60631"/>
                  <a:pt x="212251" y="55538"/>
                  <a:pt x="212116" y="50778"/>
                </a:cubicBezTo>
                <a:cubicBezTo>
                  <a:pt x="211983" y="46018"/>
                  <a:pt x="211694" y="41235"/>
                  <a:pt x="211249" y="36431"/>
                </a:cubicBezTo>
                <a:cubicBezTo>
                  <a:pt x="212495" y="36609"/>
                  <a:pt x="213963" y="36765"/>
                  <a:pt x="215653" y="36899"/>
                </a:cubicBezTo>
                <a:cubicBezTo>
                  <a:pt x="217343" y="37032"/>
                  <a:pt x="219212" y="37099"/>
                  <a:pt x="221259" y="37099"/>
                </a:cubicBezTo>
                <a:cubicBezTo>
                  <a:pt x="225440" y="37099"/>
                  <a:pt x="228776" y="36876"/>
                  <a:pt x="231267" y="36431"/>
                </a:cubicBezTo>
                <a:cubicBezTo>
                  <a:pt x="230822" y="41235"/>
                  <a:pt x="230532" y="46018"/>
                  <a:pt x="230398" y="50778"/>
                </a:cubicBezTo>
                <a:cubicBezTo>
                  <a:pt x="230265" y="55538"/>
                  <a:pt x="230198" y="60631"/>
                  <a:pt x="230198" y="66057"/>
                </a:cubicBezTo>
                <a:lnTo>
                  <a:pt x="230198" y="71396"/>
                </a:lnTo>
                <a:cubicBezTo>
                  <a:pt x="230198" y="76822"/>
                  <a:pt x="230265" y="81937"/>
                  <a:pt x="230398" y="86741"/>
                </a:cubicBezTo>
                <a:cubicBezTo>
                  <a:pt x="230532" y="91545"/>
                  <a:pt x="230822" y="96172"/>
                  <a:pt x="231267" y="100620"/>
                </a:cubicBezTo>
                <a:cubicBezTo>
                  <a:pt x="230111" y="100442"/>
                  <a:pt x="228665" y="100353"/>
                  <a:pt x="226930" y="100353"/>
                </a:cubicBezTo>
                <a:cubicBezTo>
                  <a:pt x="225195" y="100353"/>
                  <a:pt x="223305" y="100353"/>
                  <a:pt x="221259" y="100353"/>
                </a:cubicBezTo>
                <a:cubicBezTo>
                  <a:pt x="219212" y="100353"/>
                  <a:pt x="217343" y="100353"/>
                  <a:pt x="215653" y="100353"/>
                </a:cubicBezTo>
                <a:cubicBezTo>
                  <a:pt x="213963" y="100353"/>
                  <a:pt x="212495" y="100442"/>
                  <a:pt x="211249" y="100620"/>
                </a:cubicBezTo>
                <a:cubicBezTo>
                  <a:pt x="211694" y="96172"/>
                  <a:pt x="211983" y="91545"/>
                  <a:pt x="212116" y="86741"/>
                </a:cubicBezTo>
                <a:cubicBezTo>
                  <a:pt x="212251" y="81937"/>
                  <a:pt x="212318" y="76822"/>
                  <a:pt x="212318" y="71396"/>
                </a:cubicBezTo>
                <a:lnTo>
                  <a:pt x="212318" y="66057"/>
                </a:lnTo>
                <a:close/>
                <a:moveTo>
                  <a:pt x="279175" y="80337"/>
                </a:moveTo>
                <a:cubicBezTo>
                  <a:pt x="279175" y="76511"/>
                  <a:pt x="279197" y="73598"/>
                  <a:pt x="279242" y="71595"/>
                </a:cubicBezTo>
                <a:cubicBezTo>
                  <a:pt x="279287" y="69593"/>
                  <a:pt x="279309" y="67836"/>
                  <a:pt x="279309" y="66323"/>
                </a:cubicBezTo>
                <a:cubicBezTo>
                  <a:pt x="277440" y="67392"/>
                  <a:pt x="275460" y="68260"/>
                  <a:pt x="273369" y="68928"/>
                </a:cubicBezTo>
                <a:cubicBezTo>
                  <a:pt x="271279" y="69594"/>
                  <a:pt x="269366" y="70439"/>
                  <a:pt x="267631" y="71463"/>
                </a:cubicBezTo>
                <a:cubicBezTo>
                  <a:pt x="265896" y="72485"/>
                  <a:pt x="264473" y="73886"/>
                  <a:pt x="263361" y="75666"/>
                </a:cubicBezTo>
                <a:cubicBezTo>
                  <a:pt x="262249" y="77445"/>
                  <a:pt x="261693" y="80025"/>
                  <a:pt x="261693" y="83406"/>
                </a:cubicBezTo>
                <a:cubicBezTo>
                  <a:pt x="261693" y="86698"/>
                  <a:pt x="262383" y="89211"/>
                  <a:pt x="263762" y="90946"/>
                </a:cubicBezTo>
                <a:cubicBezTo>
                  <a:pt x="265141" y="92681"/>
                  <a:pt x="266987" y="93548"/>
                  <a:pt x="269299" y="93548"/>
                </a:cubicBezTo>
                <a:cubicBezTo>
                  <a:pt x="272235" y="93548"/>
                  <a:pt x="274615" y="92436"/>
                  <a:pt x="276438" y="90213"/>
                </a:cubicBezTo>
                <a:cubicBezTo>
                  <a:pt x="278262" y="87988"/>
                  <a:pt x="279175" y="84696"/>
                  <a:pt x="279175" y="80337"/>
                </a:cubicBezTo>
                <a:moveTo>
                  <a:pt x="247547" y="44038"/>
                </a:moveTo>
                <a:cubicBezTo>
                  <a:pt x="251285" y="41014"/>
                  <a:pt x="255310" y="38701"/>
                  <a:pt x="259624" y="37099"/>
                </a:cubicBezTo>
                <a:cubicBezTo>
                  <a:pt x="263940" y="35497"/>
                  <a:pt x="268232" y="34696"/>
                  <a:pt x="272502" y="34696"/>
                </a:cubicBezTo>
                <a:cubicBezTo>
                  <a:pt x="276061" y="34696"/>
                  <a:pt x="279331" y="35096"/>
                  <a:pt x="282310" y="35897"/>
                </a:cubicBezTo>
                <a:cubicBezTo>
                  <a:pt x="285292" y="36698"/>
                  <a:pt x="287872" y="37966"/>
                  <a:pt x="290050" y="39701"/>
                </a:cubicBezTo>
                <a:cubicBezTo>
                  <a:pt x="292231" y="41436"/>
                  <a:pt x="293921" y="43683"/>
                  <a:pt x="295121" y="46441"/>
                </a:cubicBezTo>
                <a:cubicBezTo>
                  <a:pt x="296322" y="49198"/>
                  <a:pt x="296923" y="52534"/>
                  <a:pt x="296923" y="56449"/>
                </a:cubicBezTo>
                <a:cubicBezTo>
                  <a:pt x="296923" y="62143"/>
                  <a:pt x="296856" y="67414"/>
                  <a:pt x="296723" y="72263"/>
                </a:cubicBezTo>
                <a:cubicBezTo>
                  <a:pt x="296590" y="77111"/>
                  <a:pt x="296524" y="81937"/>
                  <a:pt x="296524" y="86741"/>
                </a:cubicBezTo>
                <a:cubicBezTo>
                  <a:pt x="296524" y="88876"/>
                  <a:pt x="296679" y="90545"/>
                  <a:pt x="296990" y="91746"/>
                </a:cubicBezTo>
                <a:cubicBezTo>
                  <a:pt x="297302" y="92948"/>
                  <a:pt x="297769" y="93860"/>
                  <a:pt x="298391" y="94483"/>
                </a:cubicBezTo>
                <a:cubicBezTo>
                  <a:pt x="299014" y="95105"/>
                  <a:pt x="299837" y="95504"/>
                  <a:pt x="300859" y="95682"/>
                </a:cubicBezTo>
                <a:cubicBezTo>
                  <a:pt x="301882" y="95860"/>
                  <a:pt x="303061" y="95949"/>
                  <a:pt x="304396" y="95949"/>
                </a:cubicBezTo>
                <a:lnTo>
                  <a:pt x="304396" y="99152"/>
                </a:lnTo>
                <a:cubicBezTo>
                  <a:pt x="301817" y="100220"/>
                  <a:pt x="299637" y="101021"/>
                  <a:pt x="297857" y="101555"/>
                </a:cubicBezTo>
                <a:cubicBezTo>
                  <a:pt x="296078" y="102088"/>
                  <a:pt x="294165" y="102355"/>
                  <a:pt x="292119" y="102355"/>
                </a:cubicBezTo>
                <a:cubicBezTo>
                  <a:pt x="288827" y="102355"/>
                  <a:pt x="286158" y="101555"/>
                  <a:pt x="284113" y="99954"/>
                </a:cubicBezTo>
                <a:cubicBezTo>
                  <a:pt x="282067" y="98352"/>
                  <a:pt x="280510" y="96039"/>
                  <a:pt x="279441" y="93015"/>
                </a:cubicBezTo>
                <a:cubicBezTo>
                  <a:pt x="277396" y="95861"/>
                  <a:pt x="275016" y="98130"/>
                  <a:pt x="272302" y="99820"/>
                </a:cubicBezTo>
                <a:cubicBezTo>
                  <a:pt x="269589" y="101510"/>
                  <a:pt x="266186" y="102355"/>
                  <a:pt x="262094" y="102355"/>
                </a:cubicBezTo>
                <a:cubicBezTo>
                  <a:pt x="258713" y="102355"/>
                  <a:pt x="255821" y="101910"/>
                  <a:pt x="253418" y="101019"/>
                </a:cubicBezTo>
                <a:cubicBezTo>
                  <a:pt x="251016" y="100130"/>
                  <a:pt x="249037" y="98863"/>
                  <a:pt x="247480" y="97218"/>
                </a:cubicBezTo>
                <a:cubicBezTo>
                  <a:pt x="245923" y="95571"/>
                  <a:pt x="244789" y="93702"/>
                  <a:pt x="244077" y="91612"/>
                </a:cubicBezTo>
                <a:cubicBezTo>
                  <a:pt x="243366" y="89521"/>
                  <a:pt x="243010" y="87408"/>
                  <a:pt x="243010" y="85273"/>
                </a:cubicBezTo>
                <a:cubicBezTo>
                  <a:pt x="243010" y="82338"/>
                  <a:pt x="243477" y="79803"/>
                  <a:pt x="244411" y="77667"/>
                </a:cubicBezTo>
                <a:cubicBezTo>
                  <a:pt x="245345" y="75532"/>
                  <a:pt x="246680" y="73708"/>
                  <a:pt x="248415" y="72196"/>
                </a:cubicBezTo>
                <a:cubicBezTo>
                  <a:pt x="250150" y="70684"/>
                  <a:pt x="252218" y="69416"/>
                  <a:pt x="254619" y="68392"/>
                </a:cubicBezTo>
                <a:cubicBezTo>
                  <a:pt x="257022" y="67369"/>
                  <a:pt x="259736" y="66501"/>
                  <a:pt x="262760" y="65790"/>
                </a:cubicBezTo>
                <a:cubicBezTo>
                  <a:pt x="266497" y="64901"/>
                  <a:pt x="269456" y="64123"/>
                  <a:pt x="271634" y="63456"/>
                </a:cubicBezTo>
                <a:cubicBezTo>
                  <a:pt x="273814" y="62788"/>
                  <a:pt x="275438" y="62121"/>
                  <a:pt x="276505" y="61455"/>
                </a:cubicBezTo>
                <a:cubicBezTo>
                  <a:pt x="277573" y="60787"/>
                  <a:pt x="278263" y="60052"/>
                  <a:pt x="278574" y="59251"/>
                </a:cubicBezTo>
                <a:cubicBezTo>
                  <a:pt x="278886" y="58450"/>
                  <a:pt x="279042" y="57472"/>
                  <a:pt x="279042" y="56315"/>
                </a:cubicBezTo>
                <a:cubicBezTo>
                  <a:pt x="279042" y="53113"/>
                  <a:pt x="277907" y="50377"/>
                  <a:pt x="275638" y="48109"/>
                </a:cubicBezTo>
                <a:cubicBezTo>
                  <a:pt x="273369" y="45839"/>
                  <a:pt x="270233" y="44704"/>
                  <a:pt x="266230" y="44704"/>
                </a:cubicBezTo>
                <a:cubicBezTo>
                  <a:pt x="264718" y="44704"/>
                  <a:pt x="263161" y="44904"/>
                  <a:pt x="261559" y="45305"/>
                </a:cubicBezTo>
                <a:cubicBezTo>
                  <a:pt x="259958" y="45705"/>
                  <a:pt x="258424" y="46262"/>
                  <a:pt x="256955" y="46975"/>
                </a:cubicBezTo>
                <a:cubicBezTo>
                  <a:pt x="255487" y="47686"/>
                  <a:pt x="254153" y="48465"/>
                  <a:pt x="252952" y="49310"/>
                </a:cubicBezTo>
                <a:cubicBezTo>
                  <a:pt x="251752" y="50155"/>
                  <a:pt x="250840" y="51066"/>
                  <a:pt x="250217" y="52045"/>
                </a:cubicBezTo>
                <a:lnTo>
                  <a:pt x="249282" y="52045"/>
                </a:lnTo>
                <a:lnTo>
                  <a:pt x="247547" y="44038"/>
                </a:lnTo>
                <a:close/>
                <a:moveTo>
                  <a:pt x="316141" y="46172"/>
                </a:moveTo>
                <a:cubicBezTo>
                  <a:pt x="316141" y="37454"/>
                  <a:pt x="316051" y="29448"/>
                  <a:pt x="315872" y="22153"/>
                </a:cubicBezTo>
                <a:cubicBezTo>
                  <a:pt x="315694" y="14857"/>
                  <a:pt x="315428" y="7473"/>
                  <a:pt x="315072" y="0"/>
                </a:cubicBezTo>
                <a:cubicBezTo>
                  <a:pt x="316229" y="178"/>
                  <a:pt x="317697" y="334"/>
                  <a:pt x="319476" y="468"/>
                </a:cubicBezTo>
                <a:cubicBezTo>
                  <a:pt x="321256" y="601"/>
                  <a:pt x="323125" y="668"/>
                  <a:pt x="325082" y="668"/>
                </a:cubicBezTo>
                <a:cubicBezTo>
                  <a:pt x="327038" y="668"/>
                  <a:pt x="328906" y="601"/>
                  <a:pt x="330686" y="468"/>
                </a:cubicBezTo>
                <a:cubicBezTo>
                  <a:pt x="332466" y="334"/>
                  <a:pt x="333934" y="178"/>
                  <a:pt x="335091" y="0"/>
                </a:cubicBezTo>
                <a:cubicBezTo>
                  <a:pt x="334735" y="7473"/>
                  <a:pt x="334467" y="14857"/>
                  <a:pt x="334288" y="22153"/>
                </a:cubicBezTo>
                <a:cubicBezTo>
                  <a:pt x="334110" y="29448"/>
                  <a:pt x="334021" y="37454"/>
                  <a:pt x="334021" y="46172"/>
                </a:cubicBezTo>
                <a:lnTo>
                  <a:pt x="334021" y="54847"/>
                </a:lnTo>
                <a:cubicBezTo>
                  <a:pt x="334021" y="63566"/>
                  <a:pt x="334110" y="71574"/>
                  <a:pt x="334288" y="78869"/>
                </a:cubicBezTo>
                <a:cubicBezTo>
                  <a:pt x="334467" y="86164"/>
                  <a:pt x="334735" y="93415"/>
                  <a:pt x="335091" y="100620"/>
                </a:cubicBezTo>
                <a:cubicBezTo>
                  <a:pt x="333934" y="100442"/>
                  <a:pt x="332466" y="100353"/>
                  <a:pt x="330686" y="100353"/>
                </a:cubicBezTo>
                <a:cubicBezTo>
                  <a:pt x="328906" y="100353"/>
                  <a:pt x="327038" y="100353"/>
                  <a:pt x="325082" y="100353"/>
                </a:cubicBezTo>
                <a:cubicBezTo>
                  <a:pt x="323125" y="100353"/>
                  <a:pt x="321256" y="100353"/>
                  <a:pt x="319476" y="100353"/>
                </a:cubicBezTo>
                <a:cubicBezTo>
                  <a:pt x="317697" y="100353"/>
                  <a:pt x="316229" y="100442"/>
                  <a:pt x="315072" y="100620"/>
                </a:cubicBezTo>
                <a:cubicBezTo>
                  <a:pt x="315428" y="93415"/>
                  <a:pt x="315694" y="86164"/>
                  <a:pt x="315872" y="78869"/>
                </a:cubicBezTo>
                <a:cubicBezTo>
                  <a:pt x="316051" y="71574"/>
                  <a:pt x="316141" y="63566"/>
                  <a:pt x="316141" y="54847"/>
                </a:cubicBezTo>
                <a:lnTo>
                  <a:pt x="316141" y="46172"/>
                </a:lnTo>
                <a:close/>
                <a:moveTo>
                  <a:pt x="431174" y="34564"/>
                </a:moveTo>
                <a:cubicBezTo>
                  <a:pt x="431174" y="31182"/>
                  <a:pt x="430795" y="28335"/>
                  <a:pt x="430038" y="26024"/>
                </a:cubicBezTo>
                <a:cubicBezTo>
                  <a:pt x="429282" y="23710"/>
                  <a:pt x="428259" y="21864"/>
                  <a:pt x="426969" y="20485"/>
                </a:cubicBezTo>
                <a:cubicBezTo>
                  <a:pt x="425679" y="19106"/>
                  <a:pt x="424167" y="18104"/>
                  <a:pt x="422432" y="17481"/>
                </a:cubicBezTo>
                <a:cubicBezTo>
                  <a:pt x="420697" y="16858"/>
                  <a:pt x="418896" y="16547"/>
                  <a:pt x="417028" y="16547"/>
                </a:cubicBezTo>
                <a:lnTo>
                  <a:pt x="413957" y="16547"/>
                </a:lnTo>
                <a:cubicBezTo>
                  <a:pt x="413513" y="16547"/>
                  <a:pt x="413069" y="16547"/>
                  <a:pt x="412623" y="16547"/>
                </a:cubicBezTo>
                <a:cubicBezTo>
                  <a:pt x="412178" y="16547"/>
                  <a:pt x="411778" y="16592"/>
                  <a:pt x="411422" y="16681"/>
                </a:cubicBezTo>
                <a:cubicBezTo>
                  <a:pt x="411334" y="23087"/>
                  <a:pt x="411267" y="29382"/>
                  <a:pt x="411223" y="35565"/>
                </a:cubicBezTo>
                <a:cubicBezTo>
                  <a:pt x="411178" y="41748"/>
                  <a:pt x="411155" y="47953"/>
                  <a:pt x="411155" y="54181"/>
                </a:cubicBezTo>
                <a:cubicBezTo>
                  <a:pt x="413380" y="54181"/>
                  <a:pt x="415671" y="53958"/>
                  <a:pt x="418028" y="53513"/>
                </a:cubicBezTo>
                <a:cubicBezTo>
                  <a:pt x="420386" y="53068"/>
                  <a:pt x="422544" y="52156"/>
                  <a:pt x="424501" y="50778"/>
                </a:cubicBezTo>
                <a:cubicBezTo>
                  <a:pt x="426459" y="49399"/>
                  <a:pt x="428060" y="47419"/>
                  <a:pt x="429305" y="44839"/>
                </a:cubicBezTo>
                <a:cubicBezTo>
                  <a:pt x="430551" y="42258"/>
                  <a:pt x="431174" y="38833"/>
                  <a:pt x="431174" y="34564"/>
                </a:cubicBezTo>
                <a:moveTo>
                  <a:pt x="391406" y="45906"/>
                </a:moveTo>
                <a:cubicBezTo>
                  <a:pt x="391406" y="38522"/>
                  <a:pt x="391317" y="31961"/>
                  <a:pt x="391139" y="26223"/>
                </a:cubicBezTo>
                <a:cubicBezTo>
                  <a:pt x="390961" y="20485"/>
                  <a:pt x="390694" y="14724"/>
                  <a:pt x="390339" y="8941"/>
                </a:cubicBezTo>
                <a:cubicBezTo>
                  <a:pt x="391851" y="9119"/>
                  <a:pt x="393496" y="9275"/>
                  <a:pt x="395274" y="9410"/>
                </a:cubicBezTo>
                <a:cubicBezTo>
                  <a:pt x="397054" y="9543"/>
                  <a:pt x="399056" y="9609"/>
                  <a:pt x="401281" y="9609"/>
                </a:cubicBezTo>
                <a:cubicBezTo>
                  <a:pt x="404394" y="9609"/>
                  <a:pt x="407619" y="9498"/>
                  <a:pt x="410956" y="9275"/>
                </a:cubicBezTo>
                <a:cubicBezTo>
                  <a:pt x="414293" y="9053"/>
                  <a:pt x="417562" y="8941"/>
                  <a:pt x="420764" y="8941"/>
                </a:cubicBezTo>
                <a:cubicBezTo>
                  <a:pt x="427081" y="8941"/>
                  <a:pt x="432018" y="9408"/>
                  <a:pt x="435576" y="10342"/>
                </a:cubicBezTo>
                <a:cubicBezTo>
                  <a:pt x="439136" y="11276"/>
                  <a:pt x="441938" y="12633"/>
                  <a:pt x="443984" y="14413"/>
                </a:cubicBezTo>
                <a:cubicBezTo>
                  <a:pt x="446831" y="16726"/>
                  <a:pt x="448921" y="19306"/>
                  <a:pt x="450256" y="22153"/>
                </a:cubicBezTo>
                <a:cubicBezTo>
                  <a:pt x="451590" y="24999"/>
                  <a:pt x="452257" y="28424"/>
                  <a:pt x="452257" y="32428"/>
                </a:cubicBezTo>
                <a:cubicBezTo>
                  <a:pt x="452257" y="37499"/>
                  <a:pt x="451412" y="41859"/>
                  <a:pt x="449722" y="45507"/>
                </a:cubicBezTo>
                <a:cubicBezTo>
                  <a:pt x="448032" y="49154"/>
                  <a:pt x="445652" y="52112"/>
                  <a:pt x="442583" y="54381"/>
                </a:cubicBezTo>
                <a:cubicBezTo>
                  <a:pt x="439514" y="56649"/>
                  <a:pt x="435889" y="58317"/>
                  <a:pt x="431707" y="59386"/>
                </a:cubicBezTo>
                <a:cubicBezTo>
                  <a:pt x="427526" y="60453"/>
                  <a:pt x="422945" y="60986"/>
                  <a:pt x="417963" y="60986"/>
                </a:cubicBezTo>
                <a:lnTo>
                  <a:pt x="411155" y="60986"/>
                </a:lnTo>
                <a:cubicBezTo>
                  <a:pt x="411155" y="67658"/>
                  <a:pt x="411222" y="74309"/>
                  <a:pt x="411355" y="80938"/>
                </a:cubicBezTo>
                <a:cubicBezTo>
                  <a:pt x="411489" y="87565"/>
                  <a:pt x="411778" y="94126"/>
                  <a:pt x="412222" y="100620"/>
                </a:cubicBezTo>
                <a:cubicBezTo>
                  <a:pt x="410710" y="100442"/>
                  <a:pt x="409064" y="100353"/>
                  <a:pt x="407284" y="100353"/>
                </a:cubicBezTo>
                <a:cubicBezTo>
                  <a:pt x="405506" y="100353"/>
                  <a:pt x="403505" y="100353"/>
                  <a:pt x="401281" y="100353"/>
                </a:cubicBezTo>
                <a:cubicBezTo>
                  <a:pt x="399056" y="100353"/>
                  <a:pt x="397054" y="100353"/>
                  <a:pt x="395274" y="100353"/>
                </a:cubicBezTo>
                <a:cubicBezTo>
                  <a:pt x="393496" y="100353"/>
                  <a:pt x="391851" y="100442"/>
                  <a:pt x="390339" y="100620"/>
                </a:cubicBezTo>
                <a:cubicBezTo>
                  <a:pt x="390694" y="95105"/>
                  <a:pt x="390961" y="89478"/>
                  <a:pt x="391139" y="83740"/>
                </a:cubicBezTo>
                <a:cubicBezTo>
                  <a:pt x="391317" y="78001"/>
                  <a:pt x="391406" y="71440"/>
                  <a:pt x="391406" y="64055"/>
                </a:cubicBezTo>
                <a:lnTo>
                  <a:pt x="391406" y="45906"/>
                </a:lnTo>
                <a:close/>
                <a:moveTo>
                  <a:pt x="498965" y="65391"/>
                </a:moveTo>
                <a:cubicBezTo>
                  <a:pt x="498965" y="57561"/>
                  <a:pt x="497987" y="51488"/>
                  <a:pt x="496029" y="47174"/>
                </a:cubicBezTo>
                <a:cubicBezTo>
                  <a:pt x="494071" y="42859"/>
                  <a:pt x="490824" y="40701"/>
                  <a:pt x="486287" y="40701"/>
                </a:cubicBezTo>
                <a:cubicBezTo>
                  <a:pt x="482195" y="40701"/>
                  <a:pt x="478969" y="43103"/>
                  <a:pt x="476611" y="47907"/>
                </a:cubicBezTo>
                <a:cubicBezTo>
                  <a:pt x="474254" y="52712"/>
                  <a:pt x="473076" y="60229"/>
                  <a:pt x="473076" y="70461"/>
                </a:cubicBezTo>
                <a:cubicBezTo>
                  <a:pt x="473076" y="74197"/>
                  <a:pt x="473298" y="77667"/>
                  <a:pt x="473742" y="80870"/>
                </a:cubicBezTo>
                <a:cubicBezTo>
                  <a:pt x="474187" y="84073"/>
                  <a:pt x="474922" y="86853"/>
                  <a:pt x="475945" y="89211"/>
                </a:cubicBezTo>
                <a:cubicBezTo>
                  <a:pt x="476969" y="91568"/>
                  <a:pt x="478303" y="93414"/>
                  <a:pt x="479949" y="94750"/>
                </a:cubicBezTo>
                <a:cubicBezTo>
                  <a:pt x="481595" y="96084"/>
                  <a:pt x="483664" y="96751"/>
                  <a:pt x="486155" y="96751"/>
                </a:cubicBezTo>
                <a:cubicBezTo>
                  <a:pt x="494695" y="96751"/>
                  <a:pt x="498965" y="86298"/>
                  <a:pt x="498965" y="65391"/>
                </a:cubicBezTo>
                <a:moveTo>
                  <a:pt x="453326" y="70327"/>
                </a:moveTo>
                <a:cubicBezTo>
                  <a:pt x="453326" y="64366"/>
                  <a:pt x="454238" y="59162"/>
                  <a:pt x="456061" y="54715"/>
                </a:cubicBezTo>
                <a:cubicBezTo>
                  <a:pt x="457886" y="50266"/>
                  <a:pt x="460310" y="46552"/>
                  <a:pt x="463335" y="43572"/>
                </a:cubicBezTo>
                <a:cubicBezTo>
                  <a:pt x="466359" y="40591"/>
                  <a:pt x="469851" y="38367"/>
                  <a:pt x="473809" y="36899"/>
                </a:cubicBezTo>
                <a:cubicBezTo>
                  <a:pt x="477769" y="35430"/>
                  <a:pt x="481840" y="34696"/>
                  <a:pt x="486021" y="34696"/>
                </a:cubicBezTo>
                <a:cubicBezTo>
                  <a:pt x="496430" y="34696"/>
                  <a:pt x="504482" y="37632"/>
                  <a:pt x="510175" y="43505"/>
                </a:cubicBezTo>
                <a:cubicBezTo>
                  <a:pt x="515868" y="49376"/>
                  <a:pt x="518715" y="57339"/>
                  <a:pt x="518715" y="67392"/>
                </a:cubicBezTo>
                <a:cubicBezTo>
                  <a:pt x="518715" y="72818"/>
                  <a:pt x="517914" y="77712"/>
                  <a:pt x="516312" y="82072"/>
                </a:cubicBezTo>
                <a:cubicBezTo>
                  <a:pt x="514712" y="86431"/>
                  <a:pt x="512466" y="90145"/>
                  <a:pt x="509574" y="93214"/>
                </a:cubicBezTo>
                <a:cubicBezTo>
                  <a:pt x="506683" y="96284"/>
                  <a:pt x="503235" y="98574"/>
                  <a:pt x="499232" y="100087"/>
                </a:cubicBezTo>
                <a:cubicBezTo>
                  <a:pt x="495229" y="101599"/>
                  <a:pt x="490825" y="102355"/>
                  <a:pt x="486021" y="102355"/>
                </a:cubicBezTo>
                <a:cubicBezTo>
                  <a:pt x="482017" y="102355"/>
                  <a:pt x="478081" y="101821"/>
                  <a:pt x="474210" y="100753"/>
                </a:cubicBezTo>
                <a:cubicBezTo>
                  <a:pt x="470340" y="99686"/>
                  <a:pt x="466848" y="97885"/>
                  <a:pt x="463734" y="95350"/>
                </a:cubicBezTo>
                <a:cubicBezTo>
                  <a:pt x="460621" y="92815"/>
                  <a:pt x="458108" y="89500"/>
                  <a:pt x="456195" y="85407"/>
                </a:cubicBezTo>
                <a:cubicBezTo>
                  <a:pt x="454283" y="81314"/>
                  <a:pt x="453326" y="76287"/>
                  <a:pt x="453326" y="70327"/>
                </a:cubicBezTo>
                <a:close/>
                <a:moveTo>
                  <a:pt x="599186" y="82605"/>
                </a:moveTo>
                <a:cubicBezTo>
                  <a:pt x="604078" y="67124"/>
                  <a:pt x="608571" y="51733"/>
                  <a:pt x="612664" y="36431"/>
                </a:cubicBezTo>
                <a:cubicBezTo>
                  <a:pt x="614621" y="36876"/>
                  <a:pt x="616356" y="37099"/>
                  <a:pt x="617868" y="37099"/>
                </a:cubicBezTo>
                <a:cubicBezTo>
                  <a:pt x="618757" y="37099"/>
                  <a:pt x="619625" y="37032"/>
                  <a:pt x="620471" y="36899"/>
                </a:cubicBezTo>
                <a:cubicBezTo>
                  <a:pt x="621316" y="36765"/>
                  <a:pt x="622318" y="36609"/>
                  <a:pt x="623474" y="36431"/>
                </a:cubicBezTo>
                <a:cubicBezTo>
                  <a:pt x="622851" y="37587"/>
                  <a:pt x="622005" y="39500"/>
                  <a:pt x="620937" y="42169"/>
                </a:cubicBezTo>
                <a:cubicBezTo>
                  <a:pt x="619870" y="44838"/>
                  <a:pt x="618691" y="47996"/>
                  <a:pt x="617400" y="51644"/>
                </a:cubicBezTo>
                <a:cubicBezTo>
                  <a:pt x="616110" y="55292"/>
                  <a:pt x="614732" y="59273"/>
                  <a:pt x="613264" y="63589"/>
                </a:cubicBezTo>
                <a:cubicBezTo>
                  <a:pt x="611797" y="67903"/>
                  <a:pt x="610351" y="72240"/>
                  <a:pt x="608927" y="76600"/>
                </a:cubicBezTo>
                <a:cubicBezTo>
                  <a:pt x="607504" y="80959"/>
                  <a:pt x="606103" y="85229"/>
                  <a:pt x="604724" y="89411"/>
                </a:cubicBezTo>
                <a:cubicBezTo>
                  <a:pt x="603345" y="93592"/>
                  <a:pt x="602121" y="97328"/>
                  <a:pt x="601053" y="100620"/>
                </a:cubicBezTo>
                <a:cubicBezTo>
                  <a:pt x="599808" y="100442"/>
                  <a:pt x="598585" y="100353"/>
                  <a:pt x="597383" y="100353"/>
                </a:cubicBezTo>
                <a:cubicBezTo>
                  <a:pt x="596182" y="100353"/>
                  <a:pt x="594959" y="100353"/>
                  <a:pt x="593714" y="100353"/>
                </a:cubicBezTo>
                <a:cubicBezTo>
                  <a:pt x="592468" y="100353"/>
                  <a:pt x="591222" y="100353"/>
                  <a:pt x="589975" y="100353"/>
                </a:cubicBezTo>
                <a:cubicBezTo>
                  <a:pt x="588731" y="100353"/>
                  <a:pt x="587486" y="100442"/>
                  <a:pt x="586241" y="100620"/>
                </a:cubicBezTo>
                <a:cubicBezTo>
                  <a:pt x="585174" y="97240"/>
                  <a:pt x="584062" y="93615"/>
                  <a:pt x="582906" y="89745"/>
                </a:cubicBezTo>
                <a:cubicBezTo>
                  <a:pt x="581749" y="85874"/>
                  <a:pt x="580592" y="82049"/>
                  <a:pt x="579436" y="78268"/>
                </a:cubicBezTo>
                <a:cubicBezTo>
                  <a:pt x="578279" y="74487"/>
                  <a:pt x="577167" y="70796"/>
                  <a:pt x="576098" y="67193"/>
                </a:cubicBezTo>
                <a:cubicBezTo>
                  <a:pt x="575031" y="63589"/>
                  <a:pt x="574053" y="60229"/>
                  <a:pt x="573162" y="57115"/>
                </a:cubicBezTo>
                <a:lnTo>
                  <a:pt x="572895" y="57115"/>
                </a:lnTo>
                <a:cubicBezTo>
                  <a:pt x="570582" y="64588"/>
                  <a:pt x="568291" y="71929"/>
                  <a:pt x="566023" y="79136"/>
                </a:cubicBezTo>
                <a:cubicBezTo>
                  <a:pt x="563754" y="86341"/>
                  <a:pt x="561597" y="93503"/>
                  <a:pt x="559552" y="100620"/>
                </a:cubicBezTo>
                <a:cubicBezTo>
                  <a:pt x="558305" y="100442"/>
                  <a:pt x="557037" y="100353"/>
                  <a:pt x="555748" y="100353"/>
                </a:cubicBezTo>
                <a:cubicBezTo>
                  <a:pt x="554458" y="100353"/>
                  <a:pt x="553190" y="100353"/>
                  <a:pt x="551944" y="100353"/>
                </a:cubicBezTo>
                <a:cubicBezTo>
                  <a:pt x="550699" y="100353"/>
                  <a:pt x="549410" y="100353"/>
                  <a:pt x="548075" y="100353"/>
                </a:cubicBezTo>
                <a:cubicBezTo>
                  <a:pt x="546741" y="100353"/>
                  <a:pt x="545406" y="100442"/>
                  <a:pt x="544072" y="100620"/>
                </a:cubicBezTo>
                <a:cubicBezTo>
                  <a:pt x="543093" y="97328"/>
                  <a:pt x="541958" y="93525"/>
                  <a:pt x="540667" y="89211"/>
                </a:cubicBezTo>
                <a:cubicBezTo>
                  <a:pt x="539378" y="84895"/>
                  <a:pt x="538021" y="80514"/>
                  <a:pt x="536597" y="76067"/>
                </a:cubicBezTo>
                <a:cubicBezTo>
                  <a:pt x="535174" y="71618"/>
                  <a:pt x="533751" y="67215"/>
                  <a:pt x="532327" y="62856"/>
                </a:cubicBezTo>
                <a:cubicBezTo>
                  <a:pt x="530904" y="58495"/>
                  <a:pt x="529592" y="54514"/>
                  <a:pt x="528391" y="50911"/>
                </a:cubicBezTo>
                <a:cubicBezTo>
                  <a:pt x="527189" y="47308"/>
                  <a:pt x="526144" y="44217"/>
                  <a:pt x="525255" y="41638"/>
                </a:cubicBezTo>
                <a:cubicBezTo>
                  <a:pt x="524366" y="39057"/>
                  <a:pt x="523743" y="37321"/>
                  <a:pt x="523387" y="36431"/>
                </a:cubicBezTo>
                <a:cubicBezTo>
                  <a:pt x="525344" y="36609"/>
                  <a:pt x="527144" y="36765"/>
                  <a:pt x="528790" y="36899"/>
                </a:cubicBezTo>
                <a:cubicBezTo>
                  <a:pt x="530436" y="37032"/>
                  <a:pt x="532105" y="37099"/>
                  <a:pt x="533795" y="37099"/>
                </a:cubicBezTo>
                <a:cubicBezTo>
                  <a:pt x="535397" y="37099"/>
                  <a:pt x="537020" y="37032"/>
                  <a:pt x="538666" y="36899"/>
                </a:cubicBezTo>
                <a:cubicBezTo>
                  <a:pt x="540312" y="36765"/>
                  <a:pt x="541936" y="36609"/>
                  <a:pt x="543536" y="36431"/>
                </a:cubicBezTo>
                <a:cubicBezTo>
                  <a:pt x="545672" y="44171"/>
                  <a:pt x="547896" y="52112"/>
                  <a:pt x="550209" y="60253"/>
                </a:cubicBezTo>
                <a:cubicBezTo>
                  <a:pt x="552522" y="68393"/>
                  <a:pt x="554703" y="75844"/>
                  <a:pt x="556750" y="82605"/>
                </a:cubicBezTo>
                <a:lnTo>
                  <a:pt x="557016" y="82605"/>
                </a:lnTo>
                <a:cubicBezTo>
                  <a:pt x="559596" y="74777"/>
                  <a:pt x="561953" y="67081"/>
                  <a:pt x="564088" y="59518"/>
                </a:cubicBezTo>
                <a:cubicBezTo>
                  <a:pt x="566224" y="51955"/>
                  <a:pt x="568359" y="44260"/>
                  <a:pt x="570494" y="36431"/>
                </a:cubicBezTo>
                <a:cubicBezTo>
                  <a:pt x="571739" y="36609"/>
                  <a:pt x="572984" y="36765"/>
                  <a:pt x="574229" y="36899"/>
                </a:cubicBezTo>
                <a:cubicBezTo>
                  <a:pt x="575475" y="37032"/>
                  <a:pt x="576721" y="37099"/>
                  <a:pt x="577968" y="37099"/>
                </a:cubicBezTo>
                <a:cubicBezTo>
                  <a:pt x="579212" y="37099"/>
                  <a:pt x="580457" y="37032"/>
                  <a:pt x="581702" y="36899"/>
                </a:cubicBezTo>
                <a:cubicBezTo>
                  <a:pt x="582948" y="36765"/>
                  <a:pt x="584195" y="36609"/>
                  <a:pt x="585441" y="36431"/>
                </a:cubicBezTo>
                <a:cubicBezTo>
                  <a:pt x="587576" y="44260"/>
                  <a:pt x="589756" y="51955"/>
                  <a:pt x="591979" y="59518"/>
                </a:cubicBezTo>
                <a:cubicBezTo>
                  <a:pt x="594203" y="67081"/>
                  <a:pt x="596516" y="74777"/>
                  <a:pt x="598919" y="82605"/>
                </a:cubicBezTo>
                <a:lnTo>
                  <a:pt x="599186" y="82605"/>
                </a:lnTo>
                <a:close/>
                <a:moveTo>
                  <a:pt x="649496" y="68726"/>
                </a:moveTo>
                <a:cubicBezTo>
                  <a:pt x="649496" y="72284"/>
                  <a:pt x="649851" y="75620"/>
                  <a:pt x="650563" y="78734"/>
                </a:cubicBezTo>
                <a:cubicBezTo>
                  <a:pt x="651275" y="81849"/>
                  <a:pt x="652365" y="84540"/>
                  <a:pt x="653833" y="86808"/>
                </a:cubicBezTo>
                <a:cubicBezTo>
                  <a:pt x="655300" y="89077"/>
                  <a:pt x="657168" y="90856"/>
                  <a:pt x="659437" y="92147"/>
                </a:cubicBezTo>
                <a:cubicBezTo>
                  <a:pt x="661706" y="93437"/>
                  <a:pt x="664354" y="94082"/>
                  <a:pt x="667378" y="94082"/>
                </a:cubicBezTo>
                <a:cubicBezTo>
                  <a:pt x="673517" y="94082"/>
                  <a:pt x="678988" y="92080"/>
                  <a:pt x="683793" y="88077"/>
                </a:cubicBezTo>
                <a:lnTo>
                  <a:pt x="685393" y="89278"/>
                </a:lnTo>
                <a:lnTo>
                  <a:pt x="682457" y="96751"/>
                </a:lnTo>
                <a:cubicBezTo>
                  <a:pt x="680233" y="98441"/>
                  <a:pt x="677564" y="99798"/>
                  <a:pt x="674450" y="100820"/>
                </a:cubicBezTo>
                <a:cubicBezTo>
                  <a:pt x="671336" y="101843"/>
                  <a:pt x="667244" y="102355"/>
                  <a:pt x="662173" y="102355"/>
                </a:cubicBezTo>
                <a:cubicBezTo>
                  <a:pt x="657814" y="102355"/>
                  <a:pt x="653677" y="101754"/>
                  <a:pt x="649762" y="100553"/>
                </a:cubicBezTo>
                <a:cubicBezTo>
                  <a:pt x="645849" y="99353"/>
                  <a:pt x="642401" y="97374"/>
                  <a:pt x="639420" y="94615"/>
                </a:cubicBezTo>
                <a:cubicBezTo>
                  <a:pt x="636440" y="91857"/>
                  <a:pt x="634083" y="88365"/>
                  <a:pt x="632348" y="84139"/>
                </a:cubicBezTo>
                <a:cubicBezTo>
                  <a:pt x="630613" y="79913"/>
                  <a:pt x="629746" y="74864"/>
                  <a:pt x="629746" y="68993"/>
                </a:cubicBezTo>
                <a:cubicBezTo>
                  <a:pt x="629746" y="63210"/>
                  <a:pt x="630524" y="58184"/>
                  <a:pt x="632079" y="53914"/>
                </a:cubicBezTo>
                <a:cubicBezTo>
                  <a:pt x="633636" y="49644"/>
                  <a:pt x="635794" y="46085"/>
                  <a:pt x="638553" y="43238"/>
                </a:cubicBezTo>
                <a:cubicBezTo>
                  <a:pt x="641311" y="40390"/>
                  <a:pt x="644581" y="38255"/>
                  <a:pt x="648361" y="36832"/>
                </a:cubicBezTo>
                <a:cubicBezTo>
                  <a:pt x="652142" y="35408"/>
                  <a:pt x="656257" y="34696"/>
                  <a:pt x="660705" y="34696"/>
                </a:cubicBezTo>
                <a:cubicBezTo>
                  <a:pt x="669513" y="34696"/>
                  <a:pt x="676252" y="37276"/>
                  <a:pt x="680921" y="42436"/>
                </a:cubicBezTo>
                <a:cubicBezTo>
                  <a:pt x="685593" y="47596"/>
                  <a:pt x="687928" y="54891"/>
                  <a:pt x="687928" y="64322"/>
                </a:cubicBezTo>
                <a:lnTo>
                  <a:pt x="687928" y="67126"/>
                </a:lnTo>
                <a:cubicBezTo>
                  <a:pt x="687928" y="67925"/>
                  <a:pt x="687884" y="68459"/>
                  <a:pt x="687796" y="68726"/>
                </a:cubicBezTo>
                <a:lnTo>
                  <a:pt x="649496" y="68726"/>
                </a:lnTo>
                <a:moveTo>
                  <a:pt x="670048" y="62721"/>
                </a:moveTo>
                <a:cubicBezTo>
                  <a:pt x="669868" y="56049"/>
                  <a:pt x="669045" y="50711"/>
                  <a:pt x="667578" y="46708"/>
                </a:cubicBezTo>
                <a:cubicBezTo>
                  <a:pt x="666110" y="42703"/>
                  <a:pt x="663642" y="40701"/>
                  <a:pt x="660172" y="40701"/>
                </a:cubicBezTo>
                <a:cubicBezTo>
                  <a:pt x="658214" y="40701"/>
                  <a:pt x="656568" y="41368"/>
                  <a:pt x="655234" y="42703"/>
                </a:cubicBezTo>
                <a:cubicBezTo>
                  <a:pt x="653899" y="44037"/>
                  <a:pt x="652832" y="45750"/>
                  <a:pt x="652031" y="47842"/>
                </a:cubicBezTo>
                <a:cubicBezTo>
                  <a:pt x="651230" y="49933"/>
                  <a:pt x="650629" y="52290"/>
                  <a:pt x="650229" y="54914"/>
                </a:cubicBezTo>
                <a:cubicBezTo>
                  <a:pt x="649830" y="57538"/>
                  <a:pt x="649585" y="60141"/>
                  <a:pt x="649496" y="62721"/>
                </a:cubicBezTo>
                <a:lnTo>
                  <a:pt x="670048" y="62721"/>
                </a:lnTo>
                <a:close/>
                <a:moveTo>
                  <a:pt x="718356" y="52980"/>
                </a:moveTo>
                <a:cubicBezTo>
                  <a:pt x="720669" y="46841"/>
                  <a:pt x="723471" y="42326"/>
                  <a:pt x="726762" y="39434"/>
                </a:cubicBezTo>
                <a:cubicBezTo>
                  <a:pt x="730054" y="36543"/>
                  <a:pt x="733969" y="35097"/>
                  <a:pt x="738507" y="35097"/>
                </a:cubicBezTo>
                <a:cubicBezTo>
                  <a:pt x="738951" y="35097"/>
                  <a:pt x="739328" y="35120"/>
                  <a:pt x="739639" y="35164"/>
                </a:cubicBezTo>
                <a:cubicBezTo>
                  <a:pt x="739951" y="35208"/>
                  <a:pt x="740285" y="35229"/>
                  <a:pt x="740641" y="35229"/>
                </a:cubicBezTo>
                <a:cubicBezTo>
                  <a:pt x="740374" y="36564"/>
                  <a:pt x="740173" y="37988"/>
                  <a:pt x="740040" y="39502"/>
                </a:cubicBezTo>
                <a:cubicBezTo>
                  <a:pt x="739907" y="41014"/>
                  <a:pt x="739841" y="42793"/>
                  <a:pt x="739841" y="44839"/>
                </a:cubicBezTo>
                <a:lnTo>
                  <a:pt x="739841" y="49109"/>
                </a:lnTo>
                <a:cubicBezTo>
                  <a:pt x="739841" y="49820"/>
                  <a:pt x="739841" y="50576"/>
                  <a:pt x="739841" y="51377"/>
                </a:cubicBezTo>
                <a:cubicBezTo>
                  <a:pt x="739841" y="52178"/>
                  <a:pt x="739885" y="52934"/>
                  <a:pt x="739973" y="53646"/>
                </a:cubicBezTo>
                <a:lnTo>
                  <a:pt x="738774" y="54715"/>
                </a:lnTo>
                <a:cubicBezTo>
                  <a:pt x="737883" y="54180"/>
                  <a:pt x="736882" y="53734"/>
                  <a:pt x="735770" y="53379"/>
                </a:cubicBezTo>
                <a:cubicBezTo>
                  <a:pt x="734658" y="53023"/>
                  <a:pt x="733390" y="52845"/>
                  <a:pt x="731966" y="52845"/>
                </a:cubicBezTo>
                <a:cubicBezTo>
                  <a:pt x="727963" y="52845"/>
                  <a:pt x="724805" y="54158"/>
                  <a:pt x="722492" y="56783"/>
                </a:cubicBezTo>
                <a:cubicBezTo>
                  <a:pt x="720178" y="59407"/>
                  <a:pt x="719022" y="62499"/>
                  <a:pt x="719022" y="66057"/>
                </a:cubicBezTo>
                <a:lnTo>
                  <a:pt x="719022" y="71396"/>
                </a:lnTo>
                <a:cubicBezTo>
                  <a:pt x="719022" y="76822"/>
                  <a:pt x="719088" y="81937"/>
                  <a:pt x="719221" y="86741"/>
                </a:cubicBezTo>
                <a:cubicBezTo>
                  <a:pt x="719356" y="91545"/>
                  <a:pt x="719646" y="96172"/>
                  <a:pt x="720091" y="100620"/>
                </a:cubicBezTo>
                <a:cubicBezTo>
                  <a:pt x="718934" y="100442"/>
                  <a:pt x="717489" y="100353"/>
                  <a:pt x="715754" y="100353"/>
                </a:cubicBezTo>
                <a:cubicBezTo>
                  <a:pt x="714019" y="100353"/>
                  <a:pt x="712128" y="100353"/>
                  <a:pt x="710081" y="100353"/>
                </a:cubicBezTo>
                <a:cubicBezTo>
                  <a:pt x="708035" y="100353"/>
                  <a:pt x="706167" y="100353"/>
                  <a:pt x="704477" y="100353"/>
                </a:cubicBezTo>
                <a:cubicBezTo>
                  <a:pt x="702787" y="100353"/>
                  <a:pt x="701319" y="100442"/>
                  <a:pt x="700072" y="100620"/>
                </a:cubicBezTo>
                <a:cubicBezTo>
                  <a:pt x="700518" y="96172"/>
                  <a:pt x="700807" y="91545"/>
                  <a:pt x="700940" y="86741"/>
                </a:cubicBezTo>
                <a:cubicBezTo>
                  <a:pt x="701073" y="81937"/>
                  <a:pt x="701139" y="76822"/>
                  <a:pt x="701139" y="71396"/>
                </a:cubicBezTo>
                <a:lnTo>
                  <a:pt x="701139" y="66057"/>
                </a:lnTo>
                <a:cubicBezTo>
                  <a:pt x="701139" y="60631"/>
                  <a:pt x="701073" y="55538"/>
                  <a:pt x="700940" y="50778"/>
                </a:cubicBezTo>
                <a:cubicBezTo>
                  <a:pt x="700807" y="46018"/>
                  <a:pt x="700518" y="41235"/>
                  <a:pt x="700072" y="36431"/>
                </a:cubicBezTo>
                <a:cubicBezTo>
                  <a:pt x="701585" y="36609"/>
                  <a:pt x="703119" y="36765"/>
                  <a:pt x="704676" y="36899"/>
                </a:cubicBezTo>
                <a:cubicBezTo>
                  <a:pt x="706233" y="37032"/>
                  <a:pt x="707768" y="37099"/>
                  <a:pt x="709280" y="37099"/>
                </a:cubicBezTo>
                <a:cubicBezTo>
                  <a:pt x="710793" y="37099"/>
                  <a:pt x="712327" y="37032"/>
                  <a:pt x="713884" y="36899"/>
                </a:cubicBezTo>
                <a:cubicBezTo>
                  <a:pt x="715441" y="36765"/>
                  <a:pt x="716976" y="36609"/>
                  <a:pt x="718488" y="36431"/>
                </a:cubicBezTo>
                <a:lnTo>
                  <a:pt x="718089" y="52713"/>
                </a:lnTo>
                <a:lnTo>
                  <a:pt x="718356" y="52980"/>
                </a:lnTo>
                <a:close/>
              </a:path>
            </a:pathLst>
          </a:custGeom>
          <a:solidFill xmlns:a="http://schemas.openxmlformats.org/drawingml/2006/main">
            <a:srgbClr val="BF36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Example:">
            <a:extLst xmlns:a="http://schemas.openxmlformats.org/drawingml/2006/main">
              <a:ext uri="{FF2B5EF4-FFF2-40B4-BE49-F238E27FC236}">
                <a16:creationId xmlns:a16="http://schemas.microsoft.com/office/drawing/2014/main" id="{FCBC9320-5E9C-4B14-BD31-AA3B7877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54" y="1963630"/>
            <a:ext cx="509239" cy="135717"/>
          </a:xfrm>
          <a:custGeom xmlns:a="http://schemas.openxmlformats.org/drawingml/2006/main">
            <a:pathLst>
              <a:path w="509239" h="135717">
                <a:moveTo>
                  <a:pt x="1067" y="45906"/>
                </a:moveTo>
                <a:cubicBezTo>
                  <a:pt x="1067" y="38522"/>
                  <a:pt x="978" y="31961"/>
                  <a:pt x="800" y="26223"/>
                </a:cubicBezTo>
                <a:cubicBezTo>
                  <a:pt x="622" y="20485"/>
                  <a:pt x="356" y="14724"/>
                  <a:pt x="0" y="8941"/>
                </a:cubicBezTo>
                <a:cubicBezTo>
                  <a:pt x="4003" y="9029"/>
                  <a:pt x="7962" y="9163"/>
                  <a:pt x="11876" y="9342"/>
                </a:cubicBezTo>
                <a:cubicBezTo>
                  <a:pt x="15791" y="9520"/>
                  <a:pt x="19750" y="9609"/>
                  <a:pt x="23753" y="9609"/>
                </a:cubicBezTo>
                <a:cubicBezTo>
                  <a:pt x="30337" y="9609"/>
                  <a:pt x="36187" y="9543"/>
                  <a:pt x="41302" y="9410"/>
                </a:cubicBezTo>
                <a:cubicBezTo>
                  <a:pt x="46417" y="9275"/>
                  <a:pt x="49864" y="9119"/>
                  <a:pt x="51644" y="8941"/>
                </a:cubicBezTo>
                <a:cubicBezTo>
                  <a:pt x="51288" y="10364"/>
                  <a:pt x="51110" y="12232"/>
                  <a:pt x="51110" y="14545"/>
                </a:cubicBezTo>
                <a:cubicBezTo>
                  <a:pt x="51110" y="15969"/>
                  <a:pt x="51154" y="17082"/>
                  <a:pt x="51243" y="17883"/>
                </a:cubicBezTo>
                <a:cubicBezTo>
                  <a:pt x="51332" y="18683"/>
                  <a:pt x="51466" y="19573"/>
                  <a:pt x="51644" y="20550"/>
                </a:cubicBezTo>
                <a:cubicBezTo>
                  <a:pt x="49063" y="20372"/>
                  <a:pt x="46238" y="20194"/>
                  <a:pt x="43169" y="20017"/>
                </a:cubicBezTo>
                <a:cubicBezTo>
                  <a:pt x="40100" y="19839"/>
                  <a:pt x="37119" y="19661"/>
                  <a:pt x="34228" y="19483"/>
                </a:cubicBezTo>
                <a:cubicBezTo>
                  <a:pt x="31338" y="19305"/>
                  <a:pt x="28736" y="19172"/>
                  <a:pt x="26423" y="19084"/>
                </a:cubicBezTo>
                <a:cubicBezTo>
                  <a:pt x="24109" y="18994"/>
                  <a:pt x="22463" y="18950"/>
                  <a:pt x="21485" y="18950"/>
                </a:cubicBezTo>
                <a:cubicBezTo>
                  <a:pt x="21129" y="23843"/>
                  <a:pt x="20929" y="28692"/>
                  <a:pt x="20884" y="33497"/>
                </a:cubicBezTo>
                <a:cubicBezTo>
                  <a:pt x="20839" y="38300"/>
                  <a:pt x="20817" y="43148"/>
                  <a:pt x="20817" y="48042"/>
                </a:cubicBezTo>
                <a:cubicBezTo>
                  <a:pt x="26600" y="47952"/>
                  <a:pt x="31826" y="47818"/>
                  <a:pt x="36496" y="47641"/>
                </a:cubicBezTo>
                <a:cubicBezTo>
                  <a:pt x="41167" y="47463"/>
                  <a:pt x="46039" y="47241"/>
                  <a:pt x="51110" y="46975"/>
                </a:cubicBezTo>
                <a:cubicBezTo>
                  <a:pt x="50843" y="48487"/>
                  <a:pt x="50664" y="49644"/>
                  <a:pt x="50575" y="50444"/>
                </a:cubicBezTo>
                <a:cubicBezTo>
                  <a:pt x="50487" y="51244"/>
                  <a:pt x="50442" y="52089"/>
                  <a:pt x="50442" y="52980"/>
                </a:cubicBezTo>
                <a:cubicBezTo>
                  <a:pt x="50442" y="53691"/>
                  <a:pt x="50509" y="54425"/>
                  <a:pt x="50642" y="55181"/>
                </a:cubicBezTo>
                <a:cubicBezTo>
                  <a:pt x="50776" y="55937"/>
                  <a:pt x="50933" y="57027"/>
                  <a:pt x="51110" y="58451"/>
                </a:cubicBezTo>
                <a:cubicBezTo>
                  <a:pt x="40968" y="57650"/>
                  <a:pt x="30871" y="57250"/>
                  <a:pt x="20817" y="57250"/>
                </a:cubicBezTo>
                <a:cubicBezTo>
                  <a:pt x="20817" y="60096"/>
                  <a:pt x="20794" y="62943"/>
                  <a:pt x="20750" y="65790"/>
                </a:cubicBezTo>
                <a:cubicBezTo>
                  <a:pt x="20706" y="68637"/>
                  <a:pt x="20684" y="71483"/>
                  <a:pt x="20684" y="74330"/>
                </a:cubicBezTo>
                <a:cubicBezTo>
                  <a:pt x="20684" y="80113"/>
                  <a:pt x="20817" y="85673"/>
                  <a:pt x="21084" y="91011"/>
                </a:cubicBezTo>
                <a:cubicBezTo>
                  <a:pt x="26155" y="91011"/>
                  <a:pt x="31226" y="90878"/>
                  <a:pt x="36297" y="90612"/>
                </a:cubicBezTo>
                <a:cubicBezTo>
                  <a:pt x="41368" y="90345"/>
                  <a:pt x="46484" y="89900"/>
                  <a:pt x="51644" y="89278"/>
                </a:cubicBezTo>
                <a:cubicBezTo>
                  <a:pt x="51466" y="90256"/>
                  <a:pt x="51332" y="91145"/>
                  <a:pt x="51243" y="91946"/>
                </a:cubicBezTo>
                <a:cubicBezTo>
                  <a:pt x="51154" y="92747"/>
                  <a:pt x="51110" y="93859"/>
                  <a:pt x="51110" y="95283"/>
                </a:cubicBezTo>
                <a:cubicBezTo>
                  <a:pt x="51110" y="96706"/>
                  <a:pt x="51154" y="97818"/>
                  <a:pt x="51243" y="98619"/>
                </a:cubicBezTo>
                <a:cubicBezTo>
                  <a:pt x="51332" y="99419"/>
                  <a:pt x="51466" y="100087"/>
                  <a:pt x="51644" y="100620"/>
                </a:cubicBezTo>
                <a:cubicBezTo>
                  <a:pt x="49242" y="100532"/>
                  <a:pt x="46284" y="100465"/>
                  <a:pt x="42770" y="100421"/>
                </a:cubicBezTo>
                <a:cubicBezTo>
                  <a:pt x="39255" y="100376"/>
                  <a:pt x="34429" y="100353"/>
                  <a:pt x="28290" y="100353"/>
                </a:cubicBezTo>
                <a:cubicBezTo>
                  <a:pt x="22864" y="100353"/>
                  <a:pt x="18460" y="100353"/>
                  <a:pt x="15079" y="100353"/>
                </a:cubicBezTo>
                <a:cubicBezTo>
                  <a:pt x="11787" y="100353"/>
                  <a:pt x="9139" y="100353"/>
                  <a:pt x="7137" y="100353"/>
                </a:cubicBezTo>
                <a:cubicBezTo>
                  <a:pt x="5136" y="100353"/>
                  <a:pt x="3624" y="100376"/>
                  <a:pt x="2600" y="100421"/>
                </a:cubicBezTo>
                <a:cubicBezTo>
                  <a:pt x="1578" y="100465"/>
                  <a:pt x="711" y="100532"/>
                  <a:pt x="0" y="100620"/>
                </a:cubicBezTo>
                <a:cubicBezTo>
                  <a:pt x="356" y="95105"/>
                  <a:pt x="622" y="89478"/>
                  <a:pt x="800" y="83740"/>
                </a:cubicBezTo>
                <a:cubicBezTo>
                  <a:pt x="978" y="78001"/>
                  <a:pt x="1067" y="71440"/>
                  <a:pt x="1067" y="64055"/>
                </a:cubicBezTo>
                <a:lnTo>
                  <a:pt x="1067" y="45906"/>
                </a:lnTo>
                <a:close/>
                <a:moveTo>
                  <a:pt x="86208" y="78335"/>
                </a:moveTo>
                <a:cubicBezTo>
                  <a:pt x="83627" y="82071"/>
                  <a:pt x="81158" y="85830"/>
                  <a:pt x="78800" y="89612"/>
                </a:cubicBezTo>
                <a:cubicBezTo>
                  <a:pt x="76443" y="93393"/>
                  <a:pt x="74197" y="97062"/>
                  <a:pt x="72062" y="100620"/>
                </a:cubicBezTo>
                <a:cubicBezTo>
                  <a:pt x="70282" y="100442"/>
                  <a:pt x="68458" y="100353"/>
                  <a:pt x="66590" y="100353"/>
                </a:cubicBezTo>
                <a:cubicBezTo>
                  <a:pt x="65701" y="100353"/>
                  <a:pt x="64789" y="100353"/>
                  <a:pt x="63853" y="100353"/>
                </a:cubicBezTo>
                <a:cubicBezTo>
                  <a:pt x="62919" y="100353"/>
                  <a:pt x="61830" y="100442"/>
                  <a:pt x="60585" y="100620"/>
                </a:cubicBezTo>
                <a:cubicBezTo>
                  <a:pt x="61208" y="100087"/>
                  <a:pt x="62387" y="98708"/>
                  <a:pt x="64122" y="96485"/>
                </a:cubicBezTo>
                <a:cubicBezTo>
                  <a:pt x="65857" y="94260"/>
                  <a:pt x="67770" y="91701"/>
                  <a:pt x="69860" y="88810"/>
                </a:cubicBezTo>
                <a:cubicBezTo>
                  <a:pt x="71951" y="85918"/>
                  <a:pt x="74086" y="82960"/>
                  <a:pt x="76264" y="79936"/>
                </a:cubicBezTo>
                <a:cubicBezTo>
                  <a:pt x="78445" y="76911"/>
                  <a:pt x="80336" y="74198"/>
                  <a:pt x="81937" y="71795"/>
                </a:cubicBezTo>
                <a:cubicBezTo>
                  <a:pt x="80336" y="68860"/>
                  <a:pt x="78489" y="65635"/>
                  <a:pt x="76399" y="62120"/>
                </a:cubicBezTo>
                <a:cubicBezTo>
                  <a:pt x="74308" y="58606"/>
                  <a:pt x="72262" y="55158"/>
                  <a:pt x="70259" y="51778"/>
                </a:cubicBezTo>
                <a:cubicBezTo>
                  <a:pt x="68258" y="48398"/>
                  <a:pt x="66391" y="45329"/>
                  <a:pt x="64656" y="42570"/>
                </a:cubicBezTo>
                <a:cubicBezTo>
                  <a:pt x="62921" y="39812"/>
                  <a:pt x="61608" y="37765"/>
                  <a:pt x="60717" y="36431"/>
                </a:cubicBezTo>
                <a:cubicBezTo>
                  <a:pt x="62853" y="36609"/>
                  <a:pt x="64855" y="36765"/>
                  <a:pt x="66722" y="36899"/>
                </a:cubicBezTo>
                <a:cubicBezTo>
                  <a:pt x="68592" y="37032"/>
                  <a:pt x="70416" y="37099"/>
                  <a:pt x="72196" y="37099"/>
                </a:cubicBezTo>
                <a:cubicBezTo>
                  <a:pt x="73974" y="37099"/>
                  <a:pt x="75775" y="37032"/>
                  <a:pt x="77598" y="36899"/>
                </a:cubicBezTo>
                <a:cubicBezTo>
                  <a:pt x="79423" y="36765"/>
                  <a:pt x="81225" y="36609"/>
                  <a:pt x="83004" y="36431"/>
                </a:cubicBezTo>
                <a:cubicBezTo>
                  <a:pt x="84872" y="39901"/>
                  <a:pt x="86740" y="43415"/>
                  <a:pt x="88608" y="46975"/>
                </a:cubicBezTo>
                <a:cubicBezTo>
                  <a:pt x="90478" y="50533"/>
                  <a:pt x="92435" y="54091"/>
                  <a:pt x="94481" y="57649"/>
                </a:cubicBezTo>
                <a:cubicBezTo>
                  <a:pt x="96884" y="53913"/>
                  <a:pt x="99263" y="50377"/>
                  <a:pt x="101620" y="47042"/>
                </a:cubicBezTo>
                <a:cubicBezTo>
                  <a:pt x="103978" y="43705"/>
                  <a:pt x="106225" y="40168"/>
                  <a:pt x="108360" y="36431"/>
                </a:cubicBezTo>
                <a:cubicBezTo>
                  <a:pt x="109339" y="36609"/>
                  <a:pt x="110273" y="36765"/>
                  <a:pt x="111162" y="36899"/>
                </a:cubicBezTo>
                <a:cubicBezTo>
                  <a:pt x="112051" y="37032"/>
                  <a:pt x="112985" y="37099"/>
                  <a:pt x="113964" y="37099"/>
                </a:cubicBezTo>
                <a:cubicBezTo>
                  <a:pt x="114943" y="37099"/>
                  <a:pt x="115921" y="37032"/>
                  <a:pt x="116900" y="36899"/>
                </a:cubicBezTo>
                <a:cubicBezTo>
                  <a:pt x="117879" y="36765"/>
                  <a:pt x="118991" y="36609"/>
                  <a:pt x="120238" y="36431"/>
                </a:cubicBezTo>
                <a:cubicBezTo>
                  <a:pt x="119437" y="37410"/>
                  <a:pt x="118169" y="38989"/>
                  <a:pt x="116434" y="41169"/>
                </a:cubicBezTo>
                <a:cubicBezTo>
                  <a:pt x="114699" y="43348"/>
                  <a:pt x="112786" y="45773"/>
                  <a:pt x="110696" y="48443"/>
                </a:cubicBezTo>
                <a:cubicBezTo>
                  <a:pt x="108605" y="51112"/>
                  <a:pt x="106470" y="53870"/>
                  <a:pt x="104290" y="56716"/>
                </a:cubicBezTo>
                <a:cubicBezTo>
                  <a:pt x="102109" y="59563"/>
                  <a:pt x="100174" y="62143"/>
                  <a:pt x="98484" y="64456"/>
                </a:cubicBezTo>
                <a:cubicBezTo>
                  <a:pt x="102044" y="70595"/>
                  <a:pt x="105647" y="76667"/>
                  <a:pt x="109295" y="82673"/>
                </a:cubicBezTo>
                <a:cubicBezTo>
                  <a:pt x="112942" y="88677"/>
                  <a:pt x="116634" y="94659"/>
                  <a:pt x="120370" y="100620"/>
                </a:cubicBezTo>
                <a:cubicBezTo>
                  <a:pt x="118590" y="100442"/>
                  <a:pt x="116766" y="100353"/>
                  <a:pt x="114899" y="100353"/>
                </a:cubicBezTo>
                <a:cubicBezTo>
                  <a:pt x="113031" y="100353"/>
                  <a:pt x="111207" y="100353"/>
                  <a:pt x="109427" y="100353"/>
                </a:cubicBezTo>
                <a:cubicBezTo>
                  <a:pt x="107647" y="100353"/>
                  <a:pt x="105824" y="100353"/>
                  <a:pt x="103956" y="100353"/>
                </a:cubicBezTo>
                <a:cubicBezTo>
                  <a:pt x="102088" y="100353"/>
                  <a:pt x="100264" y="100442"/>
                  <a:pt x="98484" y="100620"/>
                </a:cubicBezTo>
                <a:lnTo>
                  <a:pt x="86208" y="78335"/>
                </a:lnTo>
                <a:close/>
                <a:moveTo>
                  <a:pt x="163207" y="80337"/>
                </a:moveTo>
                <a:cubicBezTo>
                  <a:pt x="163207" y="76511"/>
                  <a:pt x="163229" y="73598"/>
                  <a:pt x="163274" y="71595"/>
                </a:cubicBezTo>
                <a:cubicBezTo>
                  <a:pt x="163319" y="69593"/>
                  <a:pt x="163341" y="67836"/>
                  <a:pt x="163341" y="66323"/>
                </a:cubicBezTo>
                <a:cubicBezTo>
                  <a:pt x="161472" y="67392"/>
                  <a:pt x="159492" y="68260"/>
                  <a:pt x="157402" y="68928"/>
                </a:cubicBezTo>
                <a:cubicBezTo>
                  <a:pt x="155311" y="69594"/>
                  <a:pt x="153398" y="70439"/>
                  <a:pt x="151663" y="71463"/>
                </a:cubicBezTo>
                <a:cubicBezTo>
                  <a:pt x="149928" y="72485"/>
                  <a:pt x="148505" y="73886"/>
                  <a:pt x="147393" y="75666"/>
                </a:cubicBezTo>
                <a:cubicBezTo>
                  <a:pt x="146282" y="77445"/>
                  <a:pt x="145726" y="80025"/>
                  <a:pt x="145726" y="83406"/>
                </a:cubicBezTo>
                <a:cubicBezTo>
                  <a:pt x="145726" y="86698"/>
                  <a:pt x="146415" y="89211"/>
                  <a:pt x="147794" y="90946"/>
                </a:cubicBezTo>
                <a:cubicBezTo>
                  <a:pt x="149174" y="92681"/>
                  <a:pt x="151019" y="93548"/>
                  <a:pt x="153331" y="93548"/>
                </a:cubicBezTo>
                <a:cubicBezTo>
                  <a:pt x="156267" y="93548"/>
                  <a:pt x="158647" y="92436"/>
                  <a:pt x="160470" y="90213"/>
                </a:cubicBezTo>
                <a:cubicBezTo>
                  <a:pt x="162295" y="87988"/>
                  <a:pt x="163207" y="84696"/>
                  <a:pt x="163207" y="80337"/>
                </a:cubicBezTo>
                <a:moveTo>
                  <a:pt x="131580" y="44038"/>
                </a:moveTo>
                <a:cubicBezTo>
                  <a:pt x="135317" y="41014"/>
                  <a:pt x="139343" y="38701"/>
                  <a:pt x="143657" y="37099"/>
                </a:cubicBezTo>
                <a:cubicBezTo>
                  <a:pt x="147972" y="35497"/>
                  <a:pt x="152265" y="34696"/>
                  <a:pt x="156534" y="34696"/>
                </a:cubicBezTo>
                <a:cubicBezTo>
                  <a:pt x="160094" y="34696"/>
                  <a:pt x="163363" y="35096"/>
                  <a:pt x="166343" y="35897"/>
                </a:cubicBezTo>
                <a:cubicBezTo>
                  <a:pt x="169324" y="36698"/>
                  <a:pt x="171904" y="37966"/>
                  <a:pt x="174083" y="39701"/>
                </a:cubicBezTo>
                <a:cubicBezTo>
                  <a:pt x="176263" y="41436"/>
                  <a:pt x="177953" y="43683"/>
                  <a:pt x="179153" y="46441"/>
                </a:cubicBezTo>
                <a:cubicBezTo>
                  <a:pt x="180354" y="49198"/>
                  <a:pt x="180955" y="52534"/>
                  <a:pt x="180955" y="56449"/>
                </a:cubicBezTo>
                <a:cubicBezTo>
                  <a:pt x="180955" y="62143"/>
                  <a:pt x="180889" y="67414"/>
                  <a:pt x="180756" y="72263"/>
                </a:cubicBezTo>
                <a:cubicBezTo>
                  <a:pt x="180623" y="77111"/>
                  <a:pt x="180556" y="81937"/>
                  <a:pt x="180556" y="86741"/>
                </a:cubicBezTo>
                <a:cubicBezTo>
                  <a:pt x="180556" y="88876"/>
                  <a:pt x="180711" y="90545"/>
                  <a:pt x="181022" y="91746"/>
                </a:cubicBezTo>
                <a:cubicBezTo>
                  <a:pt x="181335" y="92948"/>
                  <a:pt x="181802" y="93860"/>
                  <a:pt x="182423" y="94483"/>
                </a:cubicBezTo>
                <a:cubicBezTo>
                  <a:pt x="183046" y="95105"/>
                  <a:pt x="183869" y="95504"/>
                  <a:pt x="184891" y="95682"/>
                </a:cubicBezTo>
                <a:cubicBezTo>
                  <a:pt x="185915" y="95860"/>
                  <a:pt x="187094" y="95949"/>
                  <a:pt x="188428" y="95949"/>
                </a:cubicBezTo>
                <a:lnTo>
                  <a:pt x="188428" y="99152"/>
                </a:lnTo>
                <a:cubicBezTo>
                  <a:pt x="185849" y="100220"/>
                  <a:pt x="183669" y="101021"/>
                  <a:pt x="181890" y="101555"/>
                </a:cubicBezTo>
                <a:cubicBezTo>
                  <a:pt x="180110" y="102088"/>
                  <a:pt x="178197" y="102355"/>
                  <a:pt x="176152" y="102355"/>
                </a:cubicBezTo>
                <a:cubicBezTo>
                  <a:pt x="172860" y="102355"/>
                  <a:pt x="170191" y="101555"/>
                  <a:pt x="168145" y="99954"/>
                </a:cubicBezTo>
                <a:cubicBezTo>
                  <a:pt x="166099" y="98352"/>
                  <a:pt x="164542" y="96039"/>
                  <a:pt x="163474" y="93015"/>
                </a:cubicBezTo>
                <a:cubicBezTo>
                  <a:pt x="161428" y="95861"/>
                  <a:pt x="159048" y="98130"/>
                  <a:pt x="156335" y="99820"/>
                </a:cubicBezTo>
                <a:cubicBezTo>
                  <a:pt x="153621" y="101510"/>
                  <a:pt x="150218" y="102355"/>
                  <a:pt x="146127" y="102355"/>
                </a:cubicBezTo>
                <a:cubicBezTo>
                  <a:pt x="142745" y="102355"/>
                  <a:pt x="139853" y="101910"/>
                  <a:pt x="137450" y="101019"/>
                </a:cubicBezTo>
                <a:cubicBezTo>
                  <a:pt x="135049" y="100130"/>
                  <a:pt x="133070" y="98863"/>
                  <a:pt x="131512" y="97218"/>
                </a:cubicBezTo>
                <a:cubicBezTo>
                  <a:pt x="129955" y="95571"/>
                  <a:pt x="128821" y="93702"/>
                  <a:pt x="128110" y="91612"/>
                </a:cubicBezTo>
                <a:cubicBezTo>
                  <a:pt x="127399" y="89521"/>
                  <a:pt x="127043" y="87408"/>
                  <a:pt x="127043" y="85273"/>
                </a:cubicBezTo>
                <a:cubicBezTo>
                  <a:pt x="127043" y="82338"/>
                  <a:pt x="127510" y="79803"/>
                  <a:pt x="128444" y="77667"/>
                </a:cubicBezTo>
                <a:cubicBezTo>
                  <a:pt x="129378" y="75532"/>
                  <a:pt x="130712" y="73708"/>
                  <a:pt x="132447" y="72196"/>
                </a:cubicBezTo>
                <a:cubicBezTo>
                  <a:pt x="134182" y="70684"/>
                  <a:pt x="136250" y="69416"/>
                  <a:pt x="138652" y="68392"/>
                </a:cubicBezTo>
                <a:cubicBezTo>
                  <a:pt x="141054" y="67369"/>
                  <a:pt x="143768" y="66501"/>
                  <a:pt x="146793" y="65790"/>
                </a:cubicBezTo>
                <a:cubicBezTo>
                  <a:pt x="150530" y="64901"/>
                  <a:pt x="153488" y="64123"/>
                  <a:pt x="155667" y="63456"/>
                </a:cubicBezTo>
                <a:cubicBezTo>
                  <a:pt x="157847" y="62788"/>
                  <a:pt x="159470" y="62121"/>
                  <a:pt x="160537" y="61455"/>
                </a:cubicBezTo>
                <a:cubicBezTo>
                  <a:pt x="161606" y="60787"/>
                  <a:pt x="162295" y="60052"/>
                  <a:pt x="162606" y="59251"/>
                </a:cubicBezTo>
                <a:cubicBezTo>
                  <a:pt x="162919" y="58450"/>
                  <a:pt x="163075" y="57472"/>
                  <a:pt x="163075" y="56315"/>
                </a:cubicBezTo>
                <a:cubicBezTo>
                  <a:pt x="163075" y="53113"/>
                  <a:pt x="161940" y="50377"/>
                  <a:pt x="159670" y="48109"/>
                </a:cubicBezTo>
                <a:cubicBezTo>
                  <a:pt x="157402" y="45839"/>
                  <a:pt x="154266" y="44704"/>
                  <a:pt x="150262" y="44704"/>
                </a:cubicBezTo>
                <a:cubicBezTo>
                  <a:pt x="148750" y="44704"/>
                  <a:pt x="147193" y="44904"/>
                  <a:pt x="145591" y="45305"/>
                </a:cubicBezTo>
                <a:cubicBezTo>
                  <a:pt x="143991" y="45705"/>
                  <a:pt x="142456" y="46262"/>
                  <a:pt x="140987" y="46975"/>
                </a:cubicBezTo>
                <a:cubicBezTo>
                  <a:pt x="139520" y="47686"/>
                  <a:pt x="138185" y="48465"/>
                  <a:pt x="136984" y="49310"/>
                </a:cubicBezTo>
                <a:cubicBezTo>
                  <a:pt x="135784" y="50155"/>
                  <a:pt x="134872" y="51066"/>
                  <a:pt x="134249" y="52045"/>
                </a:cubicBezTo>
                <a:lnTo>
                  <a:pt x="133315" y="52045"/>
                </a:lnTo>
                <a:lnTo>
                  <a:pt x="131580" y="44038"/>
                </a:lnTo>
                <a:close/>
                <a:moveTo>
                  <a:pt x="216187" y="46439"/>
                </a:moveTo>
                <a:cubicBezTo>
                  <a:pt x="218678" y="42703"/>
                  <a:pt x="221591" y="39812"/>
                  <a:pt x="224926" y="37767"/>
                </a:cubicBezTo>
                <a:cubicBezTo>
                  <a:pt x="228263" y="35720"/>
                  <a:pt x="232067" y="34696"/>
                  <a:pt x="236338" y="34696"/>
                </a:cubicBezTo>
                <a:cubicBezTo>
                  <a:pt x="240341" y="34696"/>
                  <a:pt x="243788" y="35786"/>
                  <a:pt x="246680" y="37966"/>
                </a:cubicBezTo>
                <a:cubicBezTo>
                  <a:pt x="249571" y="40146"/>
                  <a:pt x="251817" y="43282"/>
                  <a:pt x="253418" y="47374"/>
                </a:cubicBezTo>
                <a:cubicBezTo>
                  <a:pt x="256088" y="43282"/>
                  <a:pt x="259202" y="40146"/>
                  <a:pt x="262760" y="37966"/>
                </a:cubicBezTo>
                <a:cubicBezTo>
                  <a:pt x="266318" y="35786"/>
                  <a:pt x="270100" y="34696"/>
                  <a:pt x="274104" y="34696"/>
                </a:cubicBezTo>
                <a:cubicBezTo>
                  <a:pt x="280776" y="34696"/>
                  <a:pt x="285914" y="36631"/>
                  <a:pt x="289517" y="40501"/>
                </a:cubicBezTo>
                <a:cubicBezTo>
                  <a:pt x="293120" y="44372"/>
                  <a:pt x="294921" y="50622"/>
                  <a:pt x="294921" y="59251"/>
                </a:cubicBezTo>
                <a:cubicBezTo>
                  <a:pt x="294921" y="63788"/>
                  <a:pt x="294832" y="67791"/>
                  <a:pt x="294654" y="71261"/>
                </a:cubicBezTo>
                <a:cubicBezTo>
                  <a:pt x="294476" y="74731"/>
                  <a:pt x="294388" y="78201"/>
                  <a:pt x="294388" y="81671"/>
                </a:cubicBezTo>
                <a:cubicBezTo>
                  <a:pt x="294388" y="84517"/>
                  <a:pt x="294454" y="87609"/>
                  <a:pt x="294587" y="90946"/>
                </a:cubicBezTo>
                <a:cubicBezTo>
                  <a:pt x="294721" y="94281"/>
                  <a:pt x="294878" y="97506"/>
                  <a:pt x="295055" y="100620"/>
                </a:cubicBezTo>
                <a:cubicBezTo>
                  <a:pt x="293899" y="100442"/>
                  <a:pt x="292431" y="100353"/>
                  <a:pt x="290651" y="100353"/>
                </a:cubicBezTo>
                <a:cubicBezTo>
                  <a:pt x="288871" y="100353"/>
                  <a:pt x="287003" y="100353"/>
                  <a:pt x="285045" y="100353"/>
                </a:cubicBezTo>
                <a:cubicBezTo>
                  <a:pt x="283089" y="100353"/>
                  <a:pt x="281221" y="100353"/>
                  <a:pt x="279441" y="100353"/>
                </a:cubicBezTo>
                <a:cubicBezTo>
                  <a:pt x="277662" y="100353"/>
                  <a:pt x="276193" y="100442"/>
                  <a:pt x="275037" y="100620"/>
                </a:cubicBezTo>
                <a:cubicBezTo>
                  <a:pt x="275660" y="95994"/>
                  <a:pt x="276060" y="90545"/>
                  <a:pt x="276238" y="84273"/>
                </a:cubicBezTo>
                <a:cubicBezTo>
                  <a:pt x="276416" y="78001"/>
                  <a:pt x="276505" y="70817"/>
                  <a:pt x="276505" y="62721"/>
                </a:cubicBezTo>
                <a:cubicBezTo>
                  <a:pt x="276505" y="57116"/>
                  <a:pt x="275571" y="53001"/>
                  <a:pt x="273703" y="50377"/>
                </a:cubicBezTo>
                <a:cubicBezTo>
                  <a:pt x="271835" y="47752"/>
                  <a:pt x="269210" y="46439"/>
                  <a:pt x="265829" y="46439"/>
                </a:cubicBezTo>
                <a:cubicBezTo>
                  <a:pt x="263693" y="46439"/>
                  <a:pt x="261936" y="46929"/>
                  <a:pt x="260557" y="47907"/>
                </a:cubicBezTo>
                <a:cubicBezTo>
                  <a:pt x="259179" y="48886"/>
                  <a:pt x="258090" y="50154"/>
                  <a:pt x="257289" y="51711"/>
                </a:cubicBezTo>
                <a:cubicBezTo>
                  <a:pt x="256488" y="53268"/>
                  <a:pt x="255954" y="54937"/>
                  <a:pt x="255686" y="56716"/>
                </a:cubicBezTo>
                <a:cubicBezTo>
                  <a:pt x="255420" y="58495"/>
                  <a:pt x="255287" y="60185"/>
                  <a:pt x="255287" y="61787"/>
                </a:cubicBezTo>
                <a:lnTo>
                  <a:pt x="255287" y="71396"/>
                </a:lnTo>
                <a:cubicBezTo>
                  <a:pt x="255287" y="76822"/>
                  <a:pt x="255354" y="81937"/>
                  <a:pt x="255487" y="86741"/>
                </a:cubicBezTo>
                <a:cubicBezTo>
                  <a:pt x="255621" y="91545"/>
                  <a:pt x="255910" y="96172"/>
                  <a:pt x="256354" y="100620"/>
                </a:cubicBezTo>
                <a:cubicBezTo>
                  <a:pt x="255197" y="100442"/>
                  <a:pt x="253752" y="100353"/>
                  <a:pt x="252017" y="100353"/>
                </a:cubicBezTo>
                <a:cubicBezTo>
                  <a:pt x="250282" y="100353"/>
                  <a:pt x="248392" y="100353"/>
                  <a:pt x="246346" y="100353"/>
                </a:cubicBezTo>
                <a:cubicBezTo>
                  <a:pt x="244300" y="100353"/>
                  <a:pt x="242431" y="100353"/>
                  <a:pt x="240740" y="100353"/>
                </a:cubicBezTo>
                <a:cubicBezTo>
                  <a:pt x="239050" y="100353"/>
                  <a:pt x="237582" y="100442"/>
                  <a:pt x="236338" y="100620"/>
                </a:cubicBezTo>
                <a:cubicBezTo>
                  <a:pt x="236783" y="96172"/>
                  <a:pt x="237072" y="91545"/>
                  <a:pt x="237205" y="86741"/>
                </a:cubicBezTo>
                <a:cubicBezTo>
                  <a:pt x="237338" y="81937"/>
                  <a:pt x="237405" y="76822"/>
                  <a:pt x="237405" y="71396"/>
                </a:cubicBezTo>
                <a:lnTo>
                  <a:pt x="237405" y="63255"/>
                </a:lnTo>
                <a:cubicBezTo>
                  <a:pt x="237405" y="57917"/>
                  <a:pt x="236737" y="53780"/>
                  <a:pt x="235403" y="50844"/>
                </a:cubicBezTo>
                <a:cubicBezTo>
                  <a:pt x="234068" y="47907"/>
                  <a:pt x="231533" y="46439"/>
                  <a:pt x="227797" y="46439"/>
                </a:cubicBezTo>
                <a:cubicBezTo>
                  <a:pt x="223793" y="46439"/>
                  <a:pt x="220856" y="48174"/>
                  <a:pt x="218989" y="51644"/>
                </a:cubicBezTo>
                <a:cubicBezTo>
                  <a:pt x="217121" y="55114"/>
                  <a:pt x="216187" y="59918"/>
                  <a:pt x="216187" y="66057"/>
                </a:cubicBezTo>
                <a:lnTo>
                  <a:pt x="216187" y="71396"/>
                </a:lnTo>
                <a:cubicBezTo>
                  <a:pt x="216187" y="76822"/>
                  <a:pt x="216253" y="81937"/>
                  <a:pt x="216386" y="86741"/>
                </a:cubicBezTo>
                <a:cubicBezTo>
                  <a:pt x="216521" y="91545"/>
                  <a:pt x="216810" y="96172"/>
                  <a:pt x="217254" y="100620"/>
                </a:cubicBezTo>
                <a:cubicBezTo>
                  <a:pt x="216097" y="100442"/>
                  <a:pt x="214651" y="100353"/>
                  <a:pt x="212916" y="100353"/>
                </a:cubicBezTo>
                <a:cubicBezTo>
                  <a:pt x="211181" y="100353"/>
                  <a:pt x="209291" y="100353"/>
                  <a:pt x="207245" y="100353"/>
                </a:cubicBezTo>
                <a:cubicBezTo>
                  <a:pt x="205200" y="100353"/>
                  <a:pt x="203331" y="100353"/>
                  <a:pt x="201640" y="100353"/>
                </a:cubicBezTo>
                <a:cubicBezTo>
                  <a:pt x="199949" y="100353"/>
                  <a:pt x="198482" y="100442"/>
                  <a:pt x="197237" y="100620"/>
                </a:cubicBezTo>
                <a:cubicBezTo>
                  <a:pt x="197681" y="96172"/>
                  <a:pt x="197969" y="91545"/>
                  <a:pt x="198103" y="86741"/>
                </a:cubicBezTo>
                <a:cubicBezTo>
                  <a:pt x="198237" y="81937"/>
                  <a:pt x="198304" y="76822"/>
                  <a:pt x="198304" y="71396"/>
                </a:cubicBezTo>
                <a:lnTo>
                  <a:pt x="198304" y="66057"/>
                </a:lnTo>
                <a:cubicBezTo>
                  <a:pt x="198304" y="60631"/>
                  <a:pt x="198237" y="55538"/>
                  <a:pt x="198103" y="50778"/>
                </a:cubicBezTo>
                <a:cubicBezTo>
                  <a:pt x="197969" y="46018"/>
                  <a:pt x="197681" y="41235"/>
                  <a:pt x="197237" y="36431"/>
                </a:cubicBezTo>
                <a:cubicBezTo>
                  <a:pt x="198838" y="36609"/>
                  <a:pt x="200416" y="36765"/>
                  <a:pt x="201973" y="36899"/>
                </a:cubicBezTo>
                <a:cubicBezTo>
                  <a:pt x="203531" y="37032"/>
                  <a:pt x="205110" y="37099"/>
                  <a:pt x="206712" y="37099"/>
                </a:cubicBezTo>
                <a:cubicBezTo>
                  <a:pt x="208314" y="37099"/>
                  <a:pt x="209893" y="37032"/>
                  <a:pt x="211448" y="36899"/>
                </a:cubicBezTo>
                <a:cubicBezTo>
                  <a:pt x="213005" y="36765"/>
                  <a:pt x="214674" y="36609"/>
                  <a:pt x="216453" y="36431"/>
                </a:cubicBezTo>
                <a:lnTo>
                  <a:pt x="215920" y="46439"/>
                </a:lnTo>
                <a:lnTo>
                  <a:pt x="216187" y="46439"/>
                </a:lnTo>
                <a:close/>
                <a:moveTo>
                  <a:pt x="309868" y="82605"/>
                </a:moveTo>
                <a:cubicBezTo>
                  <a:pt x="309868" y="73886"/>
                  <a:pt x="309779" y="65879"/>
                  <a:pt x="309602" y="58583"/>
                </a:cubicBezTo>
                <a:cubicBezTo>
                  <a:pt x="309424" y="51288"/>
                  <a:pt x="309156" y="43904"/>
                  <a:pt x="308799" y="36431"/>
                </a:cubicBezTo>
                <a:cubicBezTo>
                  <a:pt x="310313" y="36609"/>
                  <a:pt x="311870" y="36765"/>
                  <a:pt x="313470" y="36899"/>
                </a:cubicBezTo>
                <a:cubicBezTo>
                  <a:pt x="315072" y="37032"/>
                  <a:pt x="316629" y="37099"/>
                  <a:pt x="318142" y="37099"/>
                </a:cubicBezTo>
                <a:cubicBezTo>
                  <a:pt x="319654" y="37099"/>
                  <a:pt x="321189" y="37032"/>
                  <a:pt x="322746" y="36899"/>
                </a:cubicBezTo>
                <a:cubicBezTo>
                  <a:pt x="324303" y="36765"/>
                  <a:pt x="325837" y="36609"/>
                  <a:pt x="327350" y="36431"/>
                </a:cubicBezTo>
                <a:cubicBezTo>
                  <a:pt x="327172" y="37943"/>
                  <a:pt x="326972" y="39745"/>
                  <a:pt x="326749" y="41837"/>
                </a:cubicBezTo>
                <a:cubicBezTo>
                  <a:pt x="326526" y="43928"/>
                  <a:pt x="326415" y="45951"/>
                  <a:pt x="326415" y="47907"/>
                </a:cubicBezTo>
                <a:lnTo>
                  <a:pt x="326682" y="47907"/>
                </a:lnTo>
                <a:cubicBezTo>
                  <a:pt x="327928" y="44171"/>
                  <a:pt x="330196" y="41036"/>
                  <a:pt x="333487" y="38500"/>
                </a:cubicBezTo>
                <a:cubicBezTo>
                  <a:pt x="336779" y="35964"/>
                  <a:pt x="340827" y="34696"/>
                  <a:pt x="345631" y="34696"/>
                </a:cubicBezTo>
                <a:cubicBezTo>
                  <a:pt x="349013" y="34696"/>
                  <a:pt x="352260" y="35319"/>
                  <a:pt x="355373" y="36565"/>
                </a:cubicBezTo>
                <a:cubicBezTo>
                  <a:pt x="358487" y="37810"/>
                  <a:pt x="361245" y="39767"/>
                  <a:pt x="363646" y="42436"/>
                </a:cubicBezTo>
                <a:cubicBezTo>
                  <a:pt x="366049" y="45105"/>
                  <a:pt x="367962" y="48530"/>
                  <a:pt x="369384" y="52713"/>
                </a:cubicBezTo>
                <a:cubicBezTo>
                  <a:pt x="370808" y="56894"/>
                  <a:pt x="371520" y="61876"/>
                  <a:pt x="371520" y="67659"/>
                </a:cubicBezTo>
                <a:cubicBezTo>
                  <a:pt x="371520" y="73976"/>
                  <a:pt x="370764" y="79358"/>
                  <a:pt x="369252" y="83807"/>
                </a:cubicBezTo>
                <a:cubicBezTo>
                  <a:pt x="367740" y="88254"/>
                  <a:pt x="365760" y="91879"/>
                  <a:pt x="363314" y="94682"/>
                </a:cubicBezTo>
                <a:cubicBezTo>
                  <a:pt x="360868" y="97484"/>
                  <a:pt x="358065" y="99464"/>
                  <a:pt x="354906" y="100620"/>
                </a:cubicBezTo>
                <a:cubicBezTo>
                  <a:pt x="351749" y="101777"/>
                  <a:pt x="348524" y="102355"/>
                  <a:pt x="345232" y="102355"/>
                </a:cubicBezTo>
                <a:cubicBezTo>
                  <a:pt x="341229" y="102355"/>
                  <a:pt x="337759" y="101599"/>
                  <a:pt x="334823" y="100087"/>
                </a:cubicBezTo>
                <a:cubicBezTo>
                  <a:pt x="331886" y="98574"/>
                  <a:pt x="329618" y="96217"/>
                  <a:pt x="328018" y="93015"/>
                </a:cubicBezTo>
                <a:lnTo>
                  <a:pt x="327751" y="93015"/>
                </a:lnTo>
                <a:lnTo>
                  <a:pt x="327751" y="103823"/>
                </a:lnTo>
                <a:cubicBezTo>
                  <a:pt x="327751" y="106937"/>
                  <a:pt x="327773" y="110118"/>
                  <a:pt x="327816" y="113365"/>
                </a:cubicBezTo>
                <a:cubicBezTo>
                  <a:pt x="327861" y="116612"/>
                  <a:pt x="327927" y="119703"/>
                  <a:pt x="328016" y="122638"/>
                </a:cubicBezTo>
                <a:cubicBezTo>
                  <a:pt x="328105" y="125575"/>
                  <a:pt x="328216" y="128199"/>
                  <a:pt x="328349" y="130513"/>
                </a:cubicBezTo>
                <a:cubicBezTo>
                  <a:pt x="328484" y="132826"/>
                  <a:pt x="328640" y="134561"/>
                  <a:pt x="328818" y="135717"/>
                </a:cubicBezTo>
                <a:cubicBezTo>
                  <a:pt x="327661" y="135540"/>
                  <a:pt x="326193" y="135383"/>
                  <a:pt x="324413" y="135249"/>
                </a:cubicBezTo>
                <a:cubicBezTo>
                  <a:pt x="322634" y="135116"/>
                  <a:pt x="320766" y="135049"/>
                  <a:pt x="318810" y="135049"/>
                </a:cubicBezTo>
                <a:cubicBezTo>
                  <a:pt x="316852" y="135049"/>
                  <a:pt x="314983" y="135116"/>
                  <a:pt x="313204" y="135249"/>
                </a:cubicBezTo>
                <a:cubicBezTo>
                  <a:pt x="311424" y="135383"/>
                  <a:pt x="309956" y="135540"/>
                  <a:pt x="308799" y="135717"/>
                </a:cubicBezTo>
                <a:cubicBezTo>
                  <a:pt x="308977" y="131981"/>
                  <a:pt x="309133" y="128290"/>
                  <a:pt x="309266" y="124642"/>
                </a:cubicBezTo>
                <a:cubicBezTo>
                  <a:pt x="309400" y="120994"/>
                  <a:pt x="309511" y="117302"/>
                  <a:pt x="309599" y="113565"/>
                </a:cubicBezTo>
                <a:cubicBezTo>
                  <a:pt x="309689" y="109829"/>
                  <a:pt x="309756" y="106048"/>
                  <a:pt x="309801" y="102221"/>
                </a:cubicBezTo>
                <a:cubicBezTo>
                  <a:pt x="309846" y="98395"/>
                  <a:pt x="309868" y="94303"/>
                  <a:pt x="309868" y="89944"/>
                </a:cubicBezTo>
                <a:lnTo>
                  <a:pt x="309868" y="82605"/>
                </a:lnTo>
                <a:moveTo>
                  <a:pt x="351771" y="68058"/>
                </a:moveTo>
                <a:cubicBezTo>
                  <a:pt x="351771" y="59251"/>
                  <a:pt x="350681" y="52868"/>
                  <a:pt x="348500" y="48909"/>
                </a:cubicBezTo>
                <a:cubicBezTo>
                  <a:pt x="346322" y="44951"/>
                  <a:pt x="343452" y="42971"/>
                  <a:pt x="339893" y="42971"/>
                </a:cubicBezTo>
                <a:cubicBezTo>
                  <a:pt x="338203" y="42971"/>
                  <a:pt x="336602" y="43461"/>
                  <a:pt x="335090" y="44440"/>
                </a:cubicBezTo>
                <a:cubicBezTo>
                  <a:pt x="333577" y="45417"/>
                  <a:pt x="332220" y="46973"/>
                  <a:pt x="331019" y="49109"/>
                </a:cubicBezTo>
                <a:cubicBezTo>
                  <a:pt x="329818" y="51244"/>
                  <a:pt x="328861" y="54047"/>
                  <a:pt x="328150" y="57516"/>
                </a:cubicBezTo>
                <a:cubicBezTo>
                  <a:pt x="327439" y="60986"/>
                  <a:pt x="327083" y="65212"/>
                  <a:pt x="327083" y="70194"/>
                </a:cubicBezTo>
                <a:cubicBezTo>
                  <a:pt x="327083" y="78290"/>
                  <a:pt x="328128" y="84274"/>
                  <a:pt x="330219" y="88144"/>
                </a:cubicBezTo>
                <a:cubicBezTo>
                  <a:pt x="332309" y="92013"/>
                  <a:pt x="335356" y="93947"/>
                  <a:pt x="339360" y="93947"/>
                </a:cubicBezTo>
                <a:cubicBezTo>
                  <a:pt x="343185" y="93947"/>
                  <a:pt x="346210" y="91857"/>
                  <a:pt x="348433" y="87676"/>
                </a:cubicBezTo>
                <a:cubicBezTo>
                  <a:pt x="350658" y="83495"/>
                  <a:pt x="351771" y="76955"/>
                  <a:pt x="351771" y="68058"/>
                </a:cubicBezTo>
                <a:close/>
                <a:moveTo>
                  <a:pt x="385534" y="46172"/>
                </a:moveTo>
                <a:cubicBezTo>
                  <a:pt x="385534" y="37454"/>
                  <a:pt x="385444" y="29448"/>
                  <a:pt x="385265" y="22153"/>
                </a:cubicBezTo>
                <a:cubicBezTo>
                  <a:pt x="385087" y="14857"/>
                  <a:pt x="384821" y="7473"/>
                  <a:pt x="384465" y="0"/>
                </a:cubicBezTo>
                <a:cubicBezTo>
                  <a:pt x="385622" y="178"/>
                  <a:pt x="387090" y="334"/>
                  <a:pt x="388869" y="468"/>
                </a:cubicBezTo>
                <a:cubicBezTo>
                  <a:pt x="390649" y="601"/>
                  <a:pt x="392518" y="668"/>
                  <a:pt x="394475" y="668"/>
                </a:cubicBezTo>
                <a:cubicBezTo>
                  <a:pt x="396431" y="668"/>
                  <a:pt x="398299" y="601"/>
                  <a:pt x="400079" y="468"/>
                </a:cubicBezTo>
                <a:cubicBezTo>
                  <a:pt x="401859" y="334"/>
                  <a:pt x="403327" y="178"/>
                  <a:pt x="404484" y="0"/>
                </a:cubicBezTo>
                <a:cubicBezTo>
                  <a:pt x="404128" y="7473"/>
                  <a:pt x="403860" y="14857"/>
                  <a:pt x="403681" y="22153"/>
                </a:cubicBezTo>
                <a:cubicBezTo>
                  <a:pt x="403503" y="29448"/>
                  <a:pt x="403415" y="37454"/>
                  <a:pt x="403415" y="46172"/>
                </a:cubicBezTo>
                <a:lnTo>
                  <a:pt x="403415" y="54847"/>
                </a:lnTo>
                <a:cubicBezTo>
                  <a:pt x="403415" y="63566"/>
                  <a:pt x="403503" y="71574"/>
                  <a:pt x="403681" y="78869"/>
                </a:cubicBezTo>
                <a:cubicBezTo>
                  <a:pt x="403860" y="86164"/>
                  <a:pt x="404128" y="93415"/>
                  <a:pt x="404484" y="100620"/>
                </a:cubicBezTo>
                <a:cubicBezTo>
                  <a:pt x="403327" y="100442"/>
                  <a:pt x="401859" y="100353"/>
                  <a:pt x="400079" y="100353"/>
                </a:cubicBezTo>
                <a:cubicBezTo>
                  <a:pt x="398299" y="100353"/>
                  <a:pt x="396431" y="100353"/>
                  <a:pt x="394475" y="100353"/>
                </a:cubicBezTo>
                <a:cubicBezTo>
                  <a:pt x="392518" y="100353"/>
                  <a:pt x="390649" y="100353"/>
                  <a:pt x="388869" y="100353"/>
                </a:cubicBezTo>
                <a:cubicBezTo>
                  <a:pt x="387090" y="100353"/>
                  <a:pt x="385622" y="100442"/>
                  <a:pt x="384465" y="100620"/>
                </a:cubicBezTo>
                <a:cubicBezTo>
                  <a:pt x="384821" y="93415"/>
                  <a:pt x="385087" y="86164"/>
                  <a:pt x="385265" y="78869"/>
                </a:cubicBezTo>
                <a:cubicBezTo>
                  <a:pt x="385444" y="71574"/>
                  <a:pt x="385534" y="63566"/>
                  <a:pt x="385534" y="54847"/>
                </a:cubicBezTo>
                <a:lnTo>
                  <a:pt x="385534" y="46172"/>
                </a:lnTo>
                <a:close/>
                <a:moveTo>
                  <a:pt x="437178" y="68726"/>
                </a:moveTo>
                <a:cubicBezTo>
                  <a:pt x="437178" y="72284"/>
                  <a:pt x="437534" y="75620"/>
                  <a:pt x="438245" y="78734"/>
                </a:cubicBezTo>
                <a:cubicBezTo>
                  <a:pt x="438958" y="81849"/>
                  <a:pt x="440048" y="84540"/>
                  <a:pt x="441515" y="86808"/>
                </a:cubicBezTo>
                <a:cubicBezTo>
                  <a:pt x="442983" y="89077"/>
                  <a:pt x="444851" y="90856"/>
                  <a:pt x="447119" y="92147"/>
                </a:cubicBezTo>
                <a:cubicBezTo>
                  <a:pt x="449389" y="93437"/>
                  <a:pt x="452036" y="94082"/>
                  <a:pt x="455060" y="94082"/>
                </a:cubicBezTo>
                <a:cubicBezTo>
                  <a:pt x="461199" y="94082"/>
                  <a:pt x="466671" y="92080"/>
                  <a:pt x="471475" y="88077"/>
                </a:cubicBezTo>
                <a:lnTo>
                  <a:pt x="473075" y="89278"/>
                </a:lnTo>
                <a:lnTo>
                  <a:pt x="470139" y="96751"/>
                </a:lnTo>
                <a:cubicBezTo>
                  <a:pt x="467915" y="98441"/>
                  <a:pt x="465247" y="99798"/>
                  <a:pt x="462132" y="100820"/>
                </a:cubicBezTo>
                <a:cubicBezTo>
                  <a:pt x="459018" y="101843"/>
                  <a:pt x="454926" y="102355"/>
                  <a:pt x="449856" y="102355"/>
                </a:cubicBezTo>
                <a:cubicBezTo>
                  <a:pt x="445497" y="102355"/>
                  <a:pt x="441360" y="101754"/>
                  <a:pt x="437445" y="100553"/>
                </a:cubicBezTo>
                <a:cubicBezTo>
                  <a:pt x="433531" y="99353"/>
                  <a:pt x="430084" y="97374"/>
                  <a:pt x="427102" y="94615"/>
                </a:cubicBezTo>
                <a:cubicBezTo>
                  <a:pt x="424123" y="91857"/>
                  <a:pt x="421765" y="88365"/>
                  <a:pt x="420031" y="84139"/>
                </a:cubicBezTo>
                <a:cubicBezTo>
                  <a:pt x="418296" y="79913"/>
                  <a:pt x="417428" y="74864"/>
                  <a:pt x="417428" y="68993"/>
                </a:cubicBezTo>
                <a:cubicBezTo>
                  <a:pt x="417428" y="63210"/>
                  <a:pt x="418206" y="58184"/>
                  <a:pt x="419762" y="53914"/>
                </a:cubicBezTo>
                <a:cubicBezTo>
                  <a:pt x="421319" y="49644"/>
                  <a:pt x="423477" y="46085"/>
                  <a:pt x="426235" y="43238"/>
                </a:cubicBezTo>
                <a:cubicBezTo>
                  <a:pt x="428994" y="40390"/>
                  <a:pt x="432263" y="38255"/>
                  <a:pt x="436044" y="36832"/>
                </a:cubicBezTo>
                <a:cubicBezTo>
                  <a:pt x="439824" y="35408"/>
                  <a:pt x="443939" y="34696"/>
                  <a:pt x="448388" y="34696"/>
                </a:cubicBezTo>
                <a:cubicBezTo>
                  <a:pt x="457195" y="34696"/>
                  <a:pt x="463934" y="37276"/>
                  <a:pt x="468604" y="42436"/>
                </a:cubicBezTo>
                <a:cubicBezTo>
                  <a:pt x="473275" y="47596"/>
                  <a:pt x="475611" y="54891"/>
                  <a:pt x="475611" y="64322"/>
                </a:cubicBezTo>
                <a:lnTo>
                  <a:pt x="475611" y="67126"/>
                </a:lnTo>
                <a:cubicBezTo>
                  <a:pt x="475611" y="67925"/>
                  <a:pt x="475566" y="68459"/>
                  <a:pt x="475478" y="68726"/>
                </a:cubicBezTo>
                <a:lnTo>
                  <a:pt x="437178" y="68726"/>
                </a:lnTo>
                <a:moveTo>
                  <a:pt x="457730" y="62721"/>
                </a:moveTo>
                <a:cubicBezTo>
                  <a:pt x="457551" y="56049"/>
                  <a:pt x="456728" y="50711"/>
                  <a:pt x="455260" y="46708"/>
                </a:cubicBezTo>
                <a:cubicBezTo>
                  <a:pt x="453793" y="42703"/>
                  <a:pt x="451324" y="40701"/>
                  <a:pt x="447854" y="40701"/>
                </a:cubicBezTo>
                <a:cubicBezTo>
                  <a:pt x="445897" y="40701"/>
                  <a:pt x="444251" y="41368"/>
                  <a:pt x="442916" y="42703"/>
                </a:cubicBezTo>
                <a:cubicBezTo>
                  <a:pt x="441582" y="44037"/>
                  <a:pt x="440514" y="45750"/>
                  <a:pt x="439713" y="47842"/>
                </a:cubicBezTo>
                <a:cubicBezTo>
                  <a:pt x="438912" y="49933"/>
                  <a:pt x="438311" y="52290"/>
                  <a:pt x="437911" y="54914"/>
                </a:cubicBezTo>
                <a:cubicBezTo>
                  <a:pt x="437512" y="57538"/>
                  <a:pt x="437268" y="60141"/>
                  <a:pt x="437178" y="62721"/>
                </a:cubicBezTo>
                <a:lnTo>
                  <a:pt x="457730" y="62721"/>
                </a:lnTo>
                <a:close/>
                <a:moveTo>
                  <a:pt x="487356" y="48042"/>
                </a:moveTo>
                <a:cubicBezTo>
                  <a:pt x="487356" y="45017"/>
                  <a:pt x="488423" y="42437"/>
                  <a:pt x="490557" y="40302"/>
                </a:cubicBezTo>
                <a:cubicBezTo>
                  <a:pt x="492692" y="38166"/>
                  <a:pt x="495273" y="37099"/>
                  <a:pt x="498299" y="37099"/>
                </a:cubicBezTo>
                <a:cubicBezTo>
                  <a:pt x="501323" y="37099"/>
                  <a:pt x="503902" y="38166"/>
                  <a:pt x="506036" y="40302"/>
                </a:cubicBezTo>
                <a:cubicBezTo>
                  <a:pt x="508172" y="42437"/>
                  <a:pt x="509239" y="45017"/>
                  <a:pt x="509239" y="48042"/>
                </a:cubicBezTo>
                <a:cubicBezTo>
                  <a:pt x="509239" y="51066"/>
                  <a:pt x="508172" y="53646"/>
                  <a:pt x="506036" y="55782"/>
                </a:cubicBezTo>
                <a:cubicBezTo>
                  <a:pt x="503902" y="57917"/>
                  <a:pt x="501323" y="58985"/>
                  <a:pt x="498299" y="58985"/>
                </a:cubicBezTo>
                <a:cubicBezTo>
                  <a:pt x="495273" y="58985"/>
                  <a:pt x="492692" y="57917"/>
                  <a:pt x="490557" y="55782"/>
                </a:cubicBezTo>
                <a:cubicBezTo>
                  <a:pt x="488423" y="53646"/>
                  <a:pt x="487356" y="51066"/>
                  <a:pt x="487356" y="48042"/>
                </a:cubicBezTo>
                <a:moveTo>
                  <a:pt x="487356" y="91813"/>
                </a:moveTo>
                <a:cubicBezTo>
                  <a:pt x="487356" y="88787"/>
                  <a:pt x="488423" y="86208"/>
                  <a:pt x="490557" y="84073"/>
                </a:cubicBezTo>
                <a:cubicBezTo>
                  <a:pt x="492692" y="81938"/>
                  <a:pt x="495273" y="80870"/>
                  <a:pt x="498299" y="80870"/>
                </a:cubicBezTo>
                <a:cubicBezTo>
                  <a:pt x="501323" y="80870"/>
                  <a:pt x="503902" y="81938"/>
                  <a:pt x="506036" y="84073"/>
                </a:cubicBezTo>
                <a:cubicBezTo>
                  <a:pt x="508172" y="86208"/>
                  <a:pt x="509239" y="88787"/>
                  <a:pt x="509239" y="91813"/>
                </a:cubicBezTo>
                <a:cubicBezTo>
                  <a:pt x="509239" y="94838"/>
                  <a:pt x="508172" y="97351"/>
                  <a:pt x="506036" y="99354"/>
                </a:cubicBezTo>
                <a:cubicBezTo>
                  <a:pt x="503902" y="101355"/>
                  <a:pt x="501323" y="102355"/>
                  <a:pt x="498299" y="102355"/>
                </a:cubicBezTo>
                <a:cubicBezTo>
                  <a:pt x="495273" y="102355"/>
                  <a:pt x="492692" y="101355"/>
                  <a:pt x="490557" y="99354"/>
                </a:cubicBezTo>
                <a:cubicBezTo>
                  <a:pt x="488423" y="97351"/>
                  <a:pt x="487356" y="94838"/>
                  <a:pt x="487356" y="91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2F109-5FEA-4121-BEB8-70D708E7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30" y="1920203"/>
            <a:ext cx="3017754" cy="219238"/>
          </a:xfrm>
          <a:custGeom xmlns:a="http://schemas.openxmlformats.org/drawingml/2006/main">
            <a:pathLst>
              <a:path w="3017754" h="219238" fill="none">
                <a:moveTo>
                  <a:pt x="35146" y="0"/>
                </a:moveTo>
                <a:lnTo>
                  <a:pt x="2982608" y="0"/>
                </a:lnTo>
                <a:cubicBezTo>
                  <a:pt x="2992922" y="0"/>
                  <a:pt x="2999110" y="0"/>
                  <a:pt x="3003235" y="1722"/>
                </a:cubicBezTo>
                <a:cubicBezTo>
                  <a:pt x="3009182" y="3887"/>
                  <a:pt x="3013867" y="8572"/>
                  <a:pt x="3016031" y="14519"/>
                </a:cubicBezTo>
                <a:cubicBezTo>
                  <a:pt x="3017754" y="18644"/>
                  <a:pt x="3017754" y="24832"/>
                  <a:pt x="3017754" y="35146"/>
                </a:cubicBezTo>
                <a:lnTo>
                  <a:pt x="3017754" y="184091"/>
                </a:lnTo>
                <a:cubicBezTo>
                  <a:pt x="3017754" y="194405"/>
                  <a:pt x="3017754" y="200593"/>
                  <a:pt x="3016031" y="204719"/>
                </a:cubicBezTo>
                <a:cubicBezTo>
                  <a:pt x="3013867" y="210666"/>
                  <a:pt x="3009182" y="215351"/>
                  <a:pt x="3003235" y="217515"/>
                </a:cubicBezTo>
                <a:cubicBezTo>
                  <a:pt x="2999110" y="219238"/>
                  <a:pt x="2992922" y="219238"/>
                  <a:pt x="2982608" y="219238"/>
                </a:cubicBezTo>
                <a:lnTo>
                  <a:pt x="35146" y="219238"/>
                </a:lnTo>
                <a:cubicBezTo>
                  <a:pt x="24832" y="219238"/>
                  <a:pt x="18644" y="219238"/>
                  <a:pt x="14519" y="217515"/>
                </a:cubicBezTo>
                <a:cubicBezTo>
                  <a:pt x="8572" y="215351"/>
                  <a:pt x="3887" y="210666"/>
                  <a:pt x="1722" y="204719"/>
                </a:cubicBezTo>
                <a:cubicBezTo>
                  <a:pt x="0" y="200593"/>
                  <a:pt x="0" y="194405"/>
                  <a:pt x="0" y="184091"/>
                </a:cubicBezTo>
                <a:lnTo>
                  <a:pt x="0" y="35146"/>
                </a:lnTo>
                <a:cubicBezTo>
                  <a:pt x="0" y="24832"/>
                  <a:pt x="0" y="18644"/>
                  <a:pt x="1722" y="14519"/>
                </a:cubicBezTo>
                <a:cubicBezTo>
                  <a:pt x="3887" y="8572"/>
                  <a:pt x="8572" y="3887"/>
                  <a:pt x="14519" y="1722"/>
                </a:cubicBezTo>
                <a:cubicBezTo>
                  <a:pt x="18644" y="0"/>
                  <a:pt x="24832" y="0"/>
                  <a:pt x="35146" y="0"/>
                </a:cubicBezTo>
                <a:close/>
                <a:moveTo>
                  <a:pt x="3514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485" cap="flat">
            <a:solidFill>
              <a:srgbClr val="000000"/>
            </a:solidFill>
            <a:custDash>
              <a:ds d="200000" sp="200000"/>
            </a:custDash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DAC8E-F80C-41E4-9480-A6927824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026" y="2865881"/>
            <a:ext cx="2605263" cy="997081"/>
          </a:xfrm>
          <a:custGeom xmlns:a="http://schemas.openxmlformats.org/drawingml/2006/main">
            <a:pathLst>
              <a:path w="2605263" h="997081">
                <a:moveTo>
                  <a:pt x="52594" y="0"/>
                </a:moveTo>
                <a:lnTo>
                  <a:pt x="2552669" y="0"/>
                </a:lnTo>
                <a:cubicBezTo>
                  <a:pt x="2568103" y="0"/>
                  <a:pt x="2577362" y="0"/>
                  <a:pt x="2583537" y="2577"/>
                </a:cubicBezTo>
                <a:cubicBezTo>
                  <a:pt x="2592436" y="5816"/>
                  <a:pt x="2599447" y="12827"/>
                  <a:pt x="2602687" y="21726"/>
                </a:cubicBezTo>
                <a:cubicBezTo>
                  <a:pt x="2605263" y="27901"/>
                  <a:pt x="2605263" y="37160"/>
                  <a:pt x="2605263" y="52594"/>
                </a:cubicBezTo>
                <a:lnTo>
                  <a:pt x="2605263" y="944486"/>
                </a:lnTo>
                <a:cubicBezTo>
                  <a:pt x="2605263" y="959920"/>
                  <a:pt x="2605263" y="969181"/>
                  <a:pt x="2602687" y="975354"/>
                </a:cubicBezTo>
                <a:cubicBezTo>
                  <a:pt x="2599447" y="984254"/>
                  <a:pt x="2592436" y="991265"/>
                  <a:pt x="2583537" y="994504"/>
                </a:cubicBezTo>
                <a:cubicBezTo>
                  <a:pt x="2577362" y="997081"/>
                  <a:pt x="2568103" y="997081"/>
                  <a:pt x="2552669" y="997081"/>
                </a:cubicBezTo>
                <a:lnTo>
                  <a:pt x="52594" y="997081"/>
                </a:lnTo>
                <a:cubicBezTo>
                  <a:pt x="37160" y="997081"/>
                  <a:pt x="27901" y="997081"/>
                  <a:pt x="21726" y="994504"/>
                </a:cubicBezTo>
                <a:cubicBezTo>
                  <a:pt x="12827" y="991265"/>
                  <a:pt x="5816" y="984254"/>
                  <a:pt x="2577" y="975354"/>
                </a:cubicBezTo>
                <a:cubicBezTo>
                  <a:pt x="0" y="969181"/>
                  <a:pt x="0" y="959920"/>
                  <a:pt x="0" y="944486"/>
                </a:cubicBezTo>
                <a:lnTo>
                  <a:pt x="0" y="52594"/>
                </a:lnTo>
                <a:cubicBezTo>
                  <a:pt x="0" y="37160"/>
                  <a:pt x="0" y="27901"/>
                  <a:pt x="2577" y="21726"/>
                </a:cubicBezTo>
                <a:cubicBezTo>
                  <a:pt x="5816" y="12827"/>
                  <a:pt x="12827" y="5816"/>
                  <a:pt x="21726" y="2577"/>
                </a:cubicBezTo>
                <a:cubicBezTo>
                  <a:pt x="27901" y="0"/>
                  <a:pt x="37160" y="0"/>
                  <a:pt x="52594" y="0"/>
                </a:cubicBezTo>
                <a:close/>
                <a:moveTo>
                  <a:pt x="52594" y="0"/>
                </a:moveTo>
              </a:path>
            </a:pathLst>
          </a:custGeom>
          <a:solidFill xmlns:a="http://schemas.openxmlformats.org/drawingml/2006/main">
            <a:srgbClr val="FAF3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B2B6D-3C9C-46A5-BF42-5C947D0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808" y="3060896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179" name="Text Value-InformedAction">
            <a:extLst xmlns:a="http://schemas.openxmlformats.org/drawingml/2006/main">
              <a:ext uri="{FF2B5EF4-FFF2-40B4-BE49-F238E27FC236}">
                <a16:creationId xmlns:a16="http://schemas.microsoft.com/office/drawing/2014/main" id="{CBCEEE5A-B29E-4B2B-AFC6-26856F1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111" y="2696300"/>
            <a:ext cx="1411797" cy="110096"/>
          </a:xfrm>
          <a:custGeom xmlns:a="http://schemas.openxmlformats.org/drawingml/2006/main">
            <a:pathLst>
              <a:path w="1411797" h="110096">
                <a:moveTo>
                  <a:pt x="50902" y="81786"/>
                </a:moveTo>
                <a:cubicBezTo>
                  <a:pt x="55859" y="69680"/>
                  <a:pt x="60672" y="57504"/>
                  <a:pt x="65342" y="45255"/>
                </a:cubicBezTo>
                <a:cubicBezTo>
                  <a:pt x="70013" y="33006"/>
                  <a:pt x="74207" y="21257"/>
                  <a:pt x="77924" y="10010"/>
                </a:cubicBezTo>
                <a:cubicBezTo>
                  <a:pt x="80308" y="10487"/>
                  <a:pt x="82406" y="10725"/>
                  <a:pt x="84216" y="10725"/>
                </a:cubicBezTo>
                <a:cubicBezTo>
                  <a:pt x="86027" y="10725"/>
                  <a:pt x="88125" y="10487"/>
                  <a:pt x="90509" y="10010"/>
                </a:cubicBezTo>
                <a:cubicBezTo>
                  <a:pt x="88125" y="15633"/>
                  <a:pt x="85264" y="22400"/>
                  <a:pt x="81928" y="30313"/>
                </a:cubicBezTo>
                <a:cubicBezTo>
                  <a:pt x="78593" y="38224"/>
                  <a:pt x="75114" y="46612"/>
                  <a:pt x="71491" y="55477"/>
                </a:cubicBezTo>
                <a:cubicBezTo>
                  <a:pt x="67869" y="64342"/>
                  <a:pt x="64294" y="73350"/>
                  <a:pt x="60767" y="82502"/>
                </a:cubicBezTo>
                <a:cubicBezTo>
                  <a:pt x="57240" y="91652"/>
                  <a:pt x="54095" y="100230"/>
                  <a:pt x="51331" y="108237"/>
                </a:cubicBezTo>
                <a:cubicBezTo>
                  <a:pt x="49425" y="108047"/>
                  <a:pt x="47327" y="107951"/>
                  <a:pt x="45039" y="107951"/>
                </a:cubicBezTo>
                <a:cubicBezTo>
                  <a:pt x="42751" y="107951"/>
                  <a:pt x="40655" y="108047"/>
                  <a:pt x="38749" y="108237"/>
                </a:cubicBezTo>
                <a:cubicBezTo>
                  <a:pt x="37318" y="104425"/>
                  <a:pt x="35578" y="99803"/>
                  <a:pt x="33529" y="94370"/>
                </a:cubicBezTo>
                <a:cubicBezTo>
                  <a:pt x="31479" y="88936"/>
                  <a:pt x="29287" y="83169"/>
                  <a:pt x="26951" y="77069"/>
                </a:cubicBezTo>
                <a:cubicBezTo>
                  <a:pt x="24616" y="70968"/>
                  <a:pt x="22162" y="64724"/>
                  <a:pt x="19587" y="58337"/>
                </a:cubicBezTo>
                <a:cubicBezTo>
                  <a:pt x="17014" y="51950"/>
                  <a:pt x="14536" y="45778"/>
                  <a:pt x="12152" y="39821"/>
                </a:cubicBezTo>
                <a:cubicBezTo>
                  <a:pt x="9770" y="33863"/>
                  <a:pt x="7530" y="28311"/>
                  <a:pt x="5432" y="23163"/>
                </a:cubicBezTo>
                <a:cubicBezTo>
                  <a:pt x="3337" y="18016"/>
                  <a:pt x="1526" y="13631"/>
                  <a:pt x="0" y="10010"/>
                </a:cubicBezTo>
                <a:cubicBezTo>
                  <a:pt x="2193" y="10200"/>
                  <a:pt x="4362" y="10368"/>
                  <a:pt x="6506" y="10512"/>
                </a:cubicBezTo>
                <a:cubicBezTo>
                  <a:pt x="8651" y="10654"/>
                  <a:pt x="10772" y="10725"/>
                  <a:pt x="12868" y="10725"/>
                </a:cubicBezTo>
                <a:cubicBezTo>
                  <a:pt x="14965" y="10725"/>
                  <a:pt x="17062" y="10654"/>
                  <a:pt x="19160" y="10512"/>
                </a:cubicBezTo>
                <a:cubicBezTo>
                  <a:pt x="21257" y="10368"/>
                  <a:pt x="23355" y="10200"/>
                  <a:pt x="25452" y="10010"/>
                </a:cubicBezTo>
                <a:cubicBezTo>
                  <a:pt x="27072" y="15348"/>
                  <a:pt x="28907" y="20971"/>
                  <a:pt x="30956" y="26881"/>
                </a:cubicBezTo>
                <a:cubicBezTo>
                  <a:pt x="33006" y="32790"/>
                  <a:pt x="35126" y="38819"/>
                  <a:pt x="37318" y="44967"/>
                </a:cubicBezTo>
                <a:cubicBezTo>
                  <a:pt x="39510" y="51115"/>
                  <a:pt x="41774" y="57288"/>
                  <a:pt x="44110" y="63484"/>
                </a:cubicBezTo>
                <a:cubicBezTo>
                  <a:pt x="46446" y="69680"/>
                  <a:pt x="48710" y="75780"/>
                  <a:pt x="50902" y="81786"/>
                </a:cubicBezTo>
                <a:close/>
                <a:moveTo>
                  <a:pt x="126682" y="86505"/>
                </a:moveTo>
                <a:cubicBezTo>
                  <a:pt x="126682" y="82406"/>
                  <a:pt x="126706" y="79284"/>
                  <a:pt x="126754" y="77139"/>
                </a:cubicBezTo>
                <a:cubicBezTo>
                  <a:pt x="126802" y="74994"/>
                  <a:pt x="126826" y="73111"/>
                  <a:pt x="126826" y="71491"/>
                </a:cubicBezTo>
                <a:cubicBezTo>
                  <a:pt x="124823" y="72635"/>
                  <a:pt x="122702" y="73565"/>
                  <a:pt x="120462" y="74281"/>
                </a:cubicBezTo>
                <a:cubicBezTo>
                  <a:pt x="118222" y="74995"/>
                  <a:pt x="116172" y="75900"/>
                  <a:pt x="114314" y="76997"/>
                </a:cubicBezTo>
                <a:cubicBezTo>
                  <a:pt x="112455" y="78092"/>
                  <a:pt x="110930" y="79593"/>
                  <a:pt x="109739" y="81500"/>
                </a:cubicBezTo>
                <a:cubicBezTo>
                  <a:pt x="108547" y="83407"/>
                  <a:pt x="107952" y="86171"/>
                  <a:pt x="107952" y="89793"/>
                </a:cubicBezTo>
                <a:cubicBezTo>
                  <a:pt x="107952" y="93320"/>
                  <a:pt x="108691" y="96013"/>
                  <a:pt x="110168" y="97872"/>
                </a:cubicBezTo>
                <a:cubicBezTo>
                  <a:pt x="111646" y="99731"/>
                  <a:pt x="113623" y="100660"/>
                  <a:pt x="116100" y="100660"/>
                </a:cubicBezTo>
                <a:cubicBezTo>
                  <a:pt x="119246" y="100660"/>
                  <a:pt x="121796" y="99469"/>
                  <a:pt x="123750" y="97086"/>
                </a:cubicBezTo>
                <a:cubicBezTo>
                  <a:pt x="125704" y="94703"/>
                  <a:pt x="126682" y="91175"/>
                  <a:pt x="126682" y="86505"/>
                </a:cubicBezTo>
                <a:moveTo>
                  <a:pt x="92795" y="47614"/>
                </a:moveTo>
                <a:cubicBezTo>
                  <a:pt x="96799" y="44373"/>
                  <a:pt x="101113" y="41895"/>
                  <a:pt x="105735" y="40179"/>
                </a:cubicBezTo>
                <a:cubicBezTo>
                  <a:pt x="110359" y="38462"/>
                  <a:pt x="114958" y="37604"/>
                  <a:pt x="119532" y="37604"/>
                </a:cubicBezTo>
                <a:cubicBezTo>
                  <a:pt x="123346" y="37604"/>
                  <a:pt x="126849" y="38033"/>
                  <a:pt x="130042" y="38891"/>
                </a:cubicBezTo>
                <a:cubicBezTo>
                  <a:pt x="133236" y="39749"/>
                  <a:pt x="136000" y="41108"/>
                  <a:pt x="138334" y="42967"/>
                </a:cubicBezTo>
                <a:cubicBezTo>
                  <a:pt x="140670" y="44826"/>
                  <a:pt x="142481" y="47233"/>
                  <a:pt x="143767" y="50188"/>
                </a:cubicBezTo>
                <a:cubicBezTo>
                  <a:pt x="145054" y="53142"/>
                  <a:pt x="145698" y="56717"/>
                  <a:pt x="145698" y="60911"/>
                </a:cubicBezTo>
                <a:cubicBezTo>
                  <a:pt x="145698" y="67011"/>
                  <a:pt x="145626" y="72659"/>
                  <a:pt x="145484" y="77855"/>
                </a:cubicBezTo>
                <a:cubicBezTo>
                  <a:pt x="145341" y="83049"/>
                  <a:pt x="145270" y="88219"/>
                  <a:pt x="145270" y="93367"/>
                </a:cubicBezTo>
                <a:cubicBezTo>
                  <a:pt x="145270" y="95654"/>
                  <a:pt x="145437" y="97442"/>
                  <a:pt x="145770" y="98729"/>
                </a:cubicBezTo>
                <a:cubicBezTo>
                  <a:pt x="146104" y="100016"/>
                  <a:pt x="146604" y="100994"/>
                  <a:pt x="147271" y="101661"/>
                </a:cubicBezTo>
                <a:cubicBezTo>
                  <a:pt x="147938" y="102328"/>
                  <a:pt x="148820" y="102756"/>
                  <a:pt x="149915" y="102947"/>
                </a:cubicBezTo>
                <a:cubicBezTo>
                  <a:pt x="151012" y="103137"/>
                  <a:pt x="152275" y="103232"/>
                  <a:pt x="153705" y="103232"/>
                </a:cubicBezTo>
                <a:lnTo>
                  <a:pt x="153705" y="106664"/>
                </a:lnTo>
                <a:cubicBezTo>
                  <a:pt x="150941" y="107809"/>
                  <a:pt x="148606" y="108667"/>
                  <a:pt x="146699" y="109239"/>
                </a:cubicBezTo>
                <a:cubicBezTo>
                  <a:pt x="144792" y="109810"/>
                  <a:pt x="142743" y="110096"/>
                  <a:pt x="140551" y="110096"/>
                </a:cubicBezTo>
                <a:cubicBezTo>
                  <a:pt x="137024" y="110096"/>
                  <a:pt x="134164" y="109239"/>
                  <a:pt x="131972" y="107524"/>
                </a:cubicBezTo>
                <a:cubicBezTo>
                  <a:pt x="129781" y="105807"/>
                  <a:pt x="128112" y="103329"/>
                  <a:pt x="126968" y="100088"/>
                </a:cubicBezTo>
                <a:cubicBezTo>
                  <a:pt x="124776" y="103139"/>
                  <a:pt x="122226" y="105569"/>
                  <a:pt x="119318" y="107380"/>
                </a:cubicBezTo>
                <a:cubicBezTo>
                  <a:pt x="116411" y="109191"/>
                  <a:pt x="112765" y="110096"/>
                  <a:pt x="108382" y="110096"/>
                </a:cubicBezTo>
                <a:cubicBezTo>
                  <a:pt x="104758" y="110096"/>
                  <a:pt x="101660" y="109619"/>
                  <a:pt x="99085" y="108665"/>
                </a:cubicBezTo>
                <a:cubicBezTo>
                  <a:pt x="96512" y="107712"/>
                  <a:pt x="94392" y="106354"/>
                  <a:pt x="92723" y="104592"/>
                </a:cubicBezTo>
                <a:cubicBezTo>
                  <a:pt x="91055" y="102827"/>
                  <a:pt x="89840" y="100825"/>
                  <a:pt x="89078" y="98585"/>
                </a:cubicBezTo>
                <a:cubicBezTo>
                  <a:pt x="88316" y="96345"/>
                  <a:pt x="87934" y="94081"/>
                  <a:pt x="87934" y="91794"/>
                </a:cubicBezTo>
                <a:cubicBezTo>
                  <a:pt x="87934" y="88649"/>
                  <a:pt x="88435" y="85933"/>
                  <a:pt x="89435" y="83645"/>
                </a:cubicBezTo>
                <a:cubicBezTo>
                  <a:pt x="90436" y="81357"/>
                  <a:pt x="91866" y="79403"/>
                  <a:pt x="93725" y="77783"/>
                </a:cubicBezTo>
                <a:cubicBezTo>
                  <a:pt x="95584" y="76162"/>
                  <a:pt x="97799" y="74804"/>
                  <a:pt x="100372" y="73707"/>
                </a:cubicBezTo>
                <a:cubicBezTo>
                  <a:pt x="102947" y="72610"/>
                  <a:pt x="105854" y="71681"/>
                  <a:pt x="109095" y="70919"/>
                </a:cubicBezTo>
                <a:cubicBezTo>
                  <a:pt x="113099" y="69966"/>
                  <a:pt x="116268" y="69133"/>
                  <a:pt x="118603" y="68419"/>
                </a:cubicBezTo>
                <a:cubicBezTo>
                  <a:pt x="120939" y="67703"/>
                  <a:pt x="122678" y="66988"/>
                  <a:pt x="123822" y="66274"/>
                </a:cubicBezTo>
                <a:cubicBezTo>
                  <a:pt x="124966" y="65558"/>
                  <a:pt x="125705" y="64772"/>
                  <a:pt x="126038" y="63913"/>
                </a:cubicBezTo>
                <a:cubicBezTo>
                  <a:pt x="126373" y="63055"/>
                  <a:pt x="126540" y="62007"/>
                  <a:pt x="126540" y="60767"/>
                </a:cubicBezTo>
                <a:cubicBezTo>
                  <a:pt x="126540" y="57336"/>
                  <a:pt x="125324" y="54405"/>
                  <a:pt x="122892" y="51975"/>
                </a:cubicBezTo>
                <a:cubicBezTo>
                  <a:pt x="120462" y="49543"/>
                  <a:pt x="117102" y="48327"/>
                  <a:pt x="112813" y="48327"/>
                </a:cubicBezTo>
                <a:cubicBezTo>
                  <a:pt x="111192" y="48327"/>
                  <a:pt x="109524" y="48542"/>
                  <a:pt x="107808" y="48971"/>
                </a:cubicBezTo>
                <a:cubicBezTo>
                  <a:pt x="106093" y="49400"/>
                  <a:pt x="104449" y="49996"/>
                  <a:pt x="102875" y="50760"/>
                </a:cubicBezTo>
                <a:cubicBezTo>
                  <a:pt x="101303" y="51522"/>
                  <a:pt x="99873" y="52356"/>
                  <a:pt x="98586" y="53262"/>
                </a:cubicBezTo>
                <a:cubicBezTo>
                  <a:pt x="97300" y="54167"/>
                  <a:pt x="96323" y="55144"/>
                  <a:pt x="95656" y="56192"/>
                </a:cubicBezTo>
                <a:lnTo>
                  <a:pt x="94654" y="56192"/>
                </a:lnTo>
                <a:lnTo>
                  <a:pt x="92795" y="47614"/>
                </a:lnTo>
                <a:close/>
                <a:moveTo>
                  <a:pt x="166289" y="49900"/>
                </a:moveTo>
                <a:cubicBezTo>
                  <a:pt x="166289" y="40560"/>
                  <a:pt x="166193" y="31981"/>
                  <a:pt x="166001" y="24165"/>
                </a:cubicBezTo>
                <a:cubicBezTo>
                  <a:pt x="165810" y="16348"/>
                  <a:pt x="165524" y="8437"/>
                  <a:pt x="165143" y="430"/>
                </a:cubicBezTo>
                <a:cubicBezTo>
                  <a:pt x="166383" y="620"/>
                  <a:pt x="167956" y="788"/>
                  <a:pt x="169862" y="932"/>
                </a:cubicBezTo>
                <a:cubicBezTo>
                  <a:pt x="171769" y="1074"/>
                  <a:pt x="173771" y="1145"/>
                  <a:pt x="175869" y="1145"/>
                </a:cubicBezTo>
                <a:cubicBezTo>
                  <a:pt x="177965" y="1145"/>
                  <a:pt x="179966" y="1074"/>
                  <a:pt x="181873" y="932"/>
                </a:cubicBezTo>
                <a:cubicBezTo>
                  <a:pt x="183780" y="788"/>
                  <a:pt x="185353" y="620"/>
                  <a:pt x="186592" y="430"/>
                </a:cubicBezTo>
                <a:cubicBezTo>
                  <a:pt x="186211" y="8437"/>
                  <a:pt x="185924" y="16348"/>
                  <a:pt x="185732" y="24165"/>
                </a:cubicBezTo>
                <a:cubicBezTo>
                  <a:pt x="185542" y="31981"/>
                  <a:pt x="185446" y="40560"/>
                  <a:pt x="185446" y="49900"/>
                </a:cubicBezTo>
                <a:lnTo>
                  <a:pt x="185446" y="59194"/>
                </a:lnTo>
                <a:cubicBezTo>
                  <a:pt x="185446" y="68536"/>
                  <a:pt x="185542" y="77116"/>
                  <a:pt x="185732" y="84932"/>
                </a:cubicBezTo>
                <a:cubicBezTo>
                  <a:pt x="185924" y="92748"/>
                  <a:pt x="186211" y="100517"/>
                  <a:pt x="186592" y="108237"/>
                </a:cubicBezTo>
                <a:cubicBezTo>
                  <a:pt x="185353" y="108047"/>
                  <a:pt x="183780" y="107951"/>
                  <a:pt x="181873" y="107951"/>
                </a:cubicBezTo>
                <a:cubicBezTo>
                  <a:pt x="179966" y="107951"/>
                  <a:pt x="177965" y="107951"/>
                  <a:pt x="175869" y="107951"/>
                </a:cubicBezTo>
                <a:cubicBezTo>
                  <a:pt x="173771" y="107951"/>
                  <a:pt x="171769" y="107951"/>
                  <a:pt x="169862" y="107951"/>
                </a:cubicBezTo>
                <a:cubicBezTo>
                  <a:pt x="167956" y="107951"/>
                  <a:pt x="166383" y="108047"/>
                  <a:pt x="165143" y="108237"/>
                </a:cubicBezTo>
                <a:cubicBezTo>
                  <a:pt x="165524" y="100517"/>
                  <a:pt x="165810" y="92748"/>
                  <a:pt x="166001" y="84932"/>
                </a:cubicBezTo>
                <a:cubicBezTo>
                  <a:pt x="166193" y="77116"/>
                  <a:pt x="166289" y="68536"/>
                  <a:pt x="166289" y="59194"/>
                </a:cubicBezTo>
                <a:lnTo>
                  <a:pt x="166289" y="49900"/>
                </a:lnTo>
                <a:close/>
                <a:moveTo>
                  <a:pt x="247358" y="97942"/>
                </a:moveTo>
                <a:cubicBezTo>
                  <a:pt x="244689" y="101946"/>
                  <a:pt x="241567" y="104973"/>
                  <a:pt x="237991" y="107022"/>
                </a:cubicBezTo>
                <a:cubicBezTo>
                  <a:pt x="234418" y="109071"/>
                  <a:pt x="230344" y="110096"/>
                  <a:pt x="225769" y="110096"/>
                </a:cubicBezTo>
                <a:cubicBezTo>
                  <a:pt x="218619" y="110096"/>
                  <a:pt x="213114" y="108095"/>
                  <a:pt x="209254" y="104092"/>
                </a:cubicBezTo>
                <a:cubicBezTo>
                  <a:pt x="205394" y="100088"/>
                  <a:pt x="203464" y="93463"/>
                  <a:pt x="203464" y="84216"/>
                </a:cubicBezTo>
                <a:cubicBezTo>
                  <a:pt x="203464" y="79356"/>
                  <a:pt x="203559" y="75066"/>
                  <a:pt x="203749" y="71349"/>
                </a:cubicBezTo>
                <a:cubicBezTo>
                  <a:pt x="203940" y="67631"/>
                  <a:pt x="204035" y="63913"/>
                  <a:pt x="204035" y="60196"/>
                </a:cubicBezTo>
                <a:cubicBezTo>
                  <a:pt x="204035" y="57146"/>
                  <a:pt x="203963" y="53834"/>
                  <a:pt x="203819" y="50260"/>
                </a:cubicBezTo>
                <a:cubicBezTo>
                  <a:pt x="203677" y="46685"/>
                  <a:pt x="203510" y="43086"/>
                  <a:pt x="203320" y="39463"/>
                </a:cubicBezTo>
                <a:cubicBezTo>
                  <a:pt x="204559" y="39653"/>
                  <a:pt x="206132" y="39821"/>
                  <a:pt x="208039" y="39965"/>
                </a:cubicBezTo>
                <a:cubicBezTo>
                  <a:pt x="209945" y="40107"/>
                  <a:pt x="211948" y="40179"/>
                  <a:pt x="214045" y="40179"/>
                </a:cubicBezTo>
                <a:cubicBezTo>
                  <a:pt x="216141" y="40179"/>
                  <a:pt x="218142" y="40107"/>
                  <a:pt x="220049" y="39965"/>
                </a:cubicBezTo>
                <a:cubicBezTo>
                  <a:pt x="221956" y="39821"/>
                  <a:pt x="223529" y="39653"/>
                  <a:pt x="224768" y="39463"/>
                </a:cubicBezTo>
                <a:cubicBezTo>
                  <a:pt x="224100" y="44610"/>
                  <a:pt x="223671" y="50568"/>
                  <a:pt x="223481" y="57336"/>
                </a:cubicBezTo>
                <a:cubicBezTo>
                  <a:pt x="223290" y="64103"/>
                  <a:pt x="223195" y="71824"/>
                  <a:pt x="223195" y="80499"/>
                </a:cubicBezTo>
                <a:cubicBezTo>
                  <a:pt x="223195" y="86504"/>
                  <a:pt x="224220" y="90913"/>
                  <a:pt x="226269" y="93724"/>
                </a:cubicBezTo>
                <a:cubicBezTo>
                  <a:pt x="228318" y="96536"/>
                  <a:pt x="231202" y="97942"/>
                  <a:pt x="234920" y="97942"/>
                </a:cubicBezTo>
                <a:cubicBezTo>
                  <a:pt x="239209" y="97942"/>
                  <a:pt x="242354" y="96084"/>
                  <a:pt x="244356" y="92367"/>
                </a:cubicBezTo>
                <a:cubicBezTo>
                  <a:pt x="246357" y="88650"/>
                  <a:pt x="247358" y="83502"/>
                  <a:pt x="247358" y="76925"/>
                </a:cubicBezTo>
                <a:lnTo>
                  <a:pt x="247358" y="71205"/>
                </a:lnTo>
                <a:cubicBezTo>
                  <a:pt x="247358" y="65391"/>
                  <a:pt x="247286" y="59935"/>
                  <a:pt x="247144" y="54835"/>
                </a:cubicBezTo>
                <a:cubicBezTo>
                  <a:pt x="247001" y="49734"/>
                  <a:pt x="246691" y="44610"/>
                  <a:pt x="246214" y="39463"/>
                </a:cubicBezTo>
                <a:cubicBezTo>
                  <a:pt x="248883" y="39940"/>
                  <a:pt x="252458" y="40179"/>
                  <a:pt x="256938" y="40179"/>
                </a:cubicBezTo>
                <a:cubicBezTo>
                  <a:pt x="259131" y="40179"/>
                  <a:pt x="261133" y="40107"/>
                  <a:pt x="262944" y="39965"/>
                </a:cubicBezTo>
                <a:cubicBezTo>
                  <a:pt x="264755" y="39821"/>
                  <a:pt x="266328" y="39653"/>
                  <a:pt x="267663" y="39463"/>
                </a:cubicBezTo>
                <a:cubicBezTo>
                  <a:pt x="267186" y="44610"/>
                  <a:pt x="266875" y="49734"/>
                  <a:pt x="266731" y="54835"/>
                </a:cubicBezTo>
                <a:cubicBezTo>
                  <a:pt x="266589" y="59935"/>
                  <a:pt x="266517" y="65391"/>
                  <a:pt x="266517" y="71205"/>
                </a:cubicBezTo>
                <a:lnTo>
                  <a:pt x="266517" y="76925"/>
                </a:lnTo>
                <a:cubicBezTo>
                  <a:pt x="266517" y="82739"/>
                  <a:pt x="266589" y="88219"/>
                  <a:pt x="266731" y="93367"/>
                </a:cubicBezTo>
                <a:cubicBezTo>
                  <a:pt x="266875" y="98514"/>
                  <a:pt x="267186" y="103471"/>
                  <a:pt x="267663" y="108237"/>
                </a:cubicBezTo>
                <a:cubicBezTo>
                  <a:pt x="265947" y="108047"/>
                  <a:pt x="264254" y="107951"/>
                  <a:pt x="262586" y="107951"/>
                </a:cubicBezTo>
                <a:cubicBezTo>
                  <a:pt x="260918" y="107951"/>
                  <a:pt x="259226" y="107951"/>
                  <a:pt x="257511" y="107951"/>
                </a:cubicBezTo>
                <a:cubicBezTo>
                  <a:pt x="255795" y="107951"/>
                  <a:pt x="254103" y="107951"/>
                  <a:pt x="252434" y="107951"/>
                </a:cubicBezTo>
                <a:cubicBezTo>
                  <a:pt x="250766" y="107951"/>
                  <a:pt x="248979" y="108047"/>
                  <a:pt x="247072" y="108237"/>
                </a:cubicBezTo>
                <a:lnTo>
                  <a:pt x="247646" y="97942"/>
                </a:lnTo>
                <a:lnTo>
                  <a:pt x="247358" y="97942"/>
                </a:lnTo>
                <a:close/>
                <a:moveTo>
                  <a:pt x="301119" y="74065"/>
                </a:moveTo>
                <a:cubicBezTo>
                  <a:pt x="301119" y="77877"/>
                  <a:pt x="301500" y="81452"/>
                  <a:pt x="302262" y="84788"/>
                </a:cubicBezTo>
                <a:cubicBezTo>
                  <a:pt x="303026" y="88125"/>
                  <a:pt x="304194" y="91008"/>
                  <a:pt x="305766" y="93439"/>
                </a:cubicBezTo>
                <a:cubicBezTo>
                  <a:pt x="307338" y="95869"/>
                  <a:pt x="309340" y="97776"/>
                  <a:pt x="311770" y="99159"/>
                </a:cubicBezTo>
                <a:cubicBezTo>
                  <a:pt x="314202" y="100541"/>
                  <a:pt x="317038" y="101232"/>
                  <a:pt x="320279" y="101232"/>
                </a:cubicBezTo>
                <a:cubicBezTo>
                  <a:pt x="326856" y="101232"/>
                  <a:pt x="332718" y="99087"/>
                  <a:pt x="337866" y="94798"/>
                </a:cubicBezTo>
                <a:lnTo>
                  <a:pt x="339581" y="96085"/>
                </a:lnTo>
                <a:lnTo>
                  <a:pt x="336435" y="104092"/>
                </a:lnTo>
                <a:cubicBezTo>
                  <a:pt x="334052" y="105903"/>
                  <a:pt x="331193" y="107356"/>
                  <a:pt x="327856" y="108451"/>
                </a:cubicBezTo>
                <a:cubicBezTo>
                  <a:pt x="324519" y="109548"/>
                  <a:pt x="320135" y="110096"/>
                  <a:pt x="314702" y="110096"/>
                </a:cubicBezTo>
                <a:cubicBezTo>
                  <a:pt x="310032" y="110096"/>
                  <a:pt x="305600" y="109452"/>
                  <a:pt x="301405" y="108165"/>
                </a:cubicBezTo>
                <a:cubicBezTo>
                  <a:pt x="297212" y="106879"/>
                  <a:pt x="293518" y="104759"/>
                  <a:pt x="290324" y="101803"/>
                </a:cubicBezTo>
                <a:cubicBezTo>
                  <a:pt x="287131" y="98848"/>
                  <a:pt x="284606" y="95106"/>
                  <a:pt x="282747" y="90578"/>
                </a:cubicBezTo>
                <a:cubicBezTo>
                  <a:pt x="280888" y="86051"/>
                  <a:pt x="279959" y="80641"/>
                  <a:pt x="279959" y="74351"/>
                </a:cubicBezTo>
                <a:cubicBezTo>
                  <a:pt x="279959" y="68155"/>
                  <a:pt x="280792" y="62769"/>
                  <a:pt x="282459" y="58195"/>
                </a:cubicBezTo>
                <a:cubicBezTo>
                  <a:pt x="284127" y="53619"/>
                  <a:pt x="286439" y="49806"/>
                  <a:pt x="289395" y="46756"/>
                </a:cubicBezTo>
                <a:cubicBezTo>
                  <a:pt x="292350" y="43705"/>
                  <a:pt x="295853" y="41417"/>
                  <a:pt x="299904" y="39893"/>
                </a:cubicBezTo>
                <a:cubicBezTo>
                  <a:pt x="303955" y="38367"/>
                  <a:pt x="308363" y="37604"/>
                  <a:pt x="313129" y="37604"/>
                </a:cubicBezTo>
                <a:cubicBezTo>
                  <a:pt x="322566" y="37604"/>
                  <a:pt x="329786" y="40368"/>
                  <a:pt x="334790" y="45897"/>
                </a:cubicBezTo>
                <a:cubicBezTo>
                  <a:pt x="339794" y="51425"/>
                  <a:pt x="342297" y="59242"/>
                  <a:pt x="342297" y="69346"/>
                </a:cubicBezTo>
                <a:lnTo>
                  <a:pt x="342297" y="72350"/>
                </a:lnTo>
                <a:cubicBezTo>
                  <a:pt x="342297" y="73207"/>
                  <a:pt x="342250" y="73778"/>
                  <a:pt x="342155" y="74065"/>
                </a:cubicBezTo>
                <a:lnTo>
                  <a:pt x="301119" y="74065"/>
                </a:lnTo>
                <a:moveTo>
                  <a:pt x="323139" y="67631"/>
                </a:moveTo>
                <a:cubicBezTo>
                  <a:pt x="322947" y="60482"/>
                  <a:pt x="322065" y="54763"/>
                  <a:pt x="320493" y="50474"/>
                </a:cubicBezTo>
                <a:cubicBezTo>
                  <a:pt x="318920" y="46183"/>
                  <a:pt x="316276" y="44038"/>
                  <a:pt x="312558" y="44038"/>
                </a:cubicBezTo>
                <a:cubicBezTo>
                  <a:pt x="310461" y="44038"/>
                  <a:pt x="308697" y="44753"/>
                  <a:pt x="307267" y="46183"/>
                </a:cubicBezTo>
                <a:cubicBezTo>
                  <a:pt x="305837" y="47612"/>
                  <a:pt x="304694" y="49448"/>
                  <a:pt x="303835" y="51689"/>
                </a:cubicBezTo>
                <a:cubicBezTo>
                  <a:pt x="302977" y="53929"/>
                  <a:pt x="302334" y="56455"/>
                  <a:pt x="301905" y="59266"/>
                </a:cubicBezTo>
                <a:cubicBezTo>
                  <a:pt x="301477" y="62078"/>
                  <a:pt x="301215" y="64866"/>
                  <a:pt x="301119" y="67631"/>
                </a:cubicBezTo>
                <a:lnTo>
                  <a:pt x="323139" y="67631"/>
                </a:lnTo>
                <a:close/>
                <a:moveTo>
                  <a:pt x="388338" y="68774"/>
                </a:moveTo>
                <a:lnTo>
                  <a:pt x="388338" y="84502"/>
                </a:lnTo>
                <a:lnTo>
                  <a:pt x="352737" y="84502"/>
                </a:lnTo>
                <a:lnTo>
                  <a:pt x="352737" y="68774"/>
                </a:lnTo>
                <a:lnTo>
                  <a:pt x="388338" y="68774"/>
                </a:lnTo>
                <a:close/>
                <a:moveTo>
                  <a:pt x="407640" y="49614"/>
                </a:moveTo>
                <a:cubicBezTo>
                  <a:pt x="407640" y="41704"/>
                  <a:pt x="407545" y="34674"/>
                  <a:pt x="407355" y="28526"/>
                </a:cubicBezTo>
                <a:cubicBezTo>
                  <a:pt x="407164" y="22378"/>
                  <a:pt x="406878" y="16206"/>
                  <a:pt x="406497" y="10010"/>
                </a:cubicBezTo>
                <a:cubicBezTo>
                  <a:pt x="408117" y="10200"/>
                  <a:pt x="409880" y="10368"/>
                  <a:pt x="411786" y="10512"/>
                </a:cubicBezTo>
                <a:cubicBezTo>
                  <a:pt x="413692" y="10654"/>
                  <a:pt x="415838" y="10725"/>
                  <a:pt x="418222" y="10725"/>
                </a:cubicBezTo>
                <a:cubicBezTo>
                  <a:pt x="420604" y="10725"/>
                  <a:pt x="422748" y="10654"/>
                  <a:pt x="424653" y="10512"/>
                </a:cubicBezTo>
                <a:cubicBezTo>
                  <a:pt x="426560" y="10368"/>
                  <a:pt x="428324" y="10200"/>
                  <a:pt x="429944" y="10010"/>
                </a:cubicBezTo>
                <a:cubicBezTo>
                  <a:pt x="429563" y="16206"/>
                  <a:pt x="429277" y="22378"/>
                  <a:pt x="429087" y="28526"/>
                </a:cubicBezTo>
                <a:cubicBezTo>
                  <a:pt x="428896" y="34674"/>
                  <a:pt x="428801" y="41704"/>
                  <a:pt x="428801" y="49614"/>
                </a:cubicBezTo>
                <a:lnTo>
                  <a:pt x="428801" y="69060"/>
                </a:lnTo>
                <a:cubicBezTo>
                  <a:pt x="428801" y="76972"/>
                  <a:pt x="428896" y="84003"/>
                  <a:pt x="429087" y="90151"/>
                </a:cubicBezTo>
                <a:cubicBezTo>
                  <a:pt x="429277" y="96299"/>
                  <a:pt x="429563" y="102328"/>
                  <a:pt x="429944" y="108237"/>
                </a:cubicBezTo>
                <a:cubicBezTo>
                  <a:pt x="428324" y="108047"/>
                  <a:pt x="426560" y="107951"/>
                  <a:pt x="424653" y="107951"/>
                </a:cubicBezTo>
                <a:cubicBezTo>
                  <a:pt x="422748" y="107951"/>
                  <a:pt x="420604" y="107951"/>
                  <a:pt x="418222" y="107951"/>
                </a:cubicBezTo>
                <a:cubicBezTo>
                  <a:pt x="415838" y="107951"/>
                  <a:pt x="413692" y="107951"/>
                  <a:pt x="411786" y="107951"/>
                </a:cubicBezTo>
                <a:cubicBezTo>
                  <a:pt x="409880" y="107951"/>
                  <a:pt x="408117" y="108047"/>
                  <a:pt x="406497" y="108237"/>
                </a:cubicBezTo>
                <a:cubicBezTo>
                  <a:pt x="406878" y="102328"/>
                  <a:pt x="407164" y="96299"/>
                  <a:pt x="407355" y="90151"/>
                </a:cubicBezTo>
                <a:cubicBezTo>
                  <a:pt x="407545" y="84003"/>
                  <a:pt x="407640" y="76972"/>
                  <a:pt x="407640" y="69060"/>
                </a:cubicBezTo>
                <a:lnTo>
                  <a:pt x="407640" y="49614"/>
                </a:lnTo>
                <a:close/>
                <a:moveTo>
                  <a:pt x="469838" y="50186"/>
                </a:moveTo>
                <a:cubicBezTo>
                  <a:pt x="472507" y="46183"/>
                  <a:pt x="475628" y="43086"/>
                  <a:pt x="479202" y="40894"/>
                </a:cubicBezTo>
                <a:cubicBezTo>
                  <a:pt x="482777" y="38701"/>
                  <a:pt x="486851" y="37604"/>
                  <a:pt x="491426" y="37604"/>
                </a:cubicBezTo>
                <a:cubicBezTo>
                  <a:pt x="498576" y="37604"/>
                  <a:pt x="504081" y="39677"/>
                  <a:pt x="507941" y="43824"/>
                </a:cubicBezTo>
                <a:cubicBezTo>
                  <a:pt x="511802" y="47971"/>
                  <a:pt x="513732" y="54667"/>
                  <a:pt x="513732" y="63913"/>
                </a:cubicBezTo>
                <a:cubicBezTo>
                  <a:pt x="513732" y="68774"/>
                  <a:pt x="513636" y="73064"/>
                  <a:pt x="513446" y="76781"/>
                </a:cubicBezTo>
                <a:cubicBezTo>
                  <a:pt x="513255" y="80499"/>
                  <a:pt x="513160" y="84216"/>
                  <a:pt x="513160" y="87934"/>
                </a:cubicBezTo>
                <a:cubicBezTo>
                  <a:pt x="513160" y="90984"/>
                  <a:pt x="513231" y="94297"/>
                  <a:pt x="513374" y="97872"/>
                </a:cubicBezTo>
                <a:cubicBezTo>
                  <a:pt x="513518" y="101445"/>
                  <a:pt x="513685" y="104901"/>
                  <a:pt x="513876" y="108237"/>
                </a:cubicBezTo>
                <a:cubicBezTo>
                  <a:pt x="512636" y="108047"/>
                  <a:pt x="511063" y="107951"/>
                  <a:pt x="509157" y="107951"/>
                </a:cubicBezTo>
                <a:cubicBezTo>
                  <a:pt x="507250" y="107951"/>
                  <a:pt x="505248" y="107951"/>
                  <a:pt x="503150" y="107951"/>
                </a:cubicBezTo>
                <a:cubicBezTo>
                  <a:pt x="501054" y="107951"/>
                  <a:pt x="499053" y="107951"/>
                  <a:pt x="497146" y="107951"/>
                </a:cubicBezTo>
                <a:cubicBezTo>
                  <a:pt x="495239" y="107951"/>
                  <a:pt x="493666" y="108047"/>
                  <a:pt x="492427" y="108237"/>
                </a:cubicBezTo>
                <a:cubicBezTo>
                  <a:pt x="493095" y="103280"/>
                  <a:pt x="493524" y="97442"/>
                  <a:pt x="493714" y="90722"/>
                </a:cubicBezTo>
                <a:cubicBezTo>
                  <a:pt x="493905" y="84003"/>
                  <a:pt x="494000" y="76306"/>
                  <a:pt x="494000" y="67631"/>
                </a:cubicBezTo>
                <a:cubicBezTo>
                  <a:pt x="494000" y="61626"/>
                  <a:pt x="492975" y="57217"/>
                  <a:pt x="490926" y="54405"/>
                </a:cubicBezTo>
                <a:cubicBezTo>
                  <a:pt x="488877" y="51593"/>
                  <a:pt x="485993" y="50186"/>
                  <a:pt x="482276" y="50186"/>
                </a:cubicBezTo>
                <a:cubicBezTo>
                  <a:pt x="477986" y="50186"/>
                  <a:pt x="474841" y="52045"/>
                  <a:pt x="472840" y="55763"/>
                </a:cubicBezTo>
                <a:cubicBezTo>
                  <a:pt x="470838" y="59480"/>
                  <a:pt x="469838" y="64628"/>
                  <a:pt x="469838" y="71205"/>
                </a:cubicBezTo>
                <a:lnTo>
                  <a:pt x="469838" y="76925"/>
                </a:lnTo>
                <a:cubicBezTo>
                  <a:pt x="469838" y="82739"/>
                  <a:pt x="469909" y="88219"/>
                  <a:pt x="470051" y="93367"/>
                </a:cubicBezTo>
                <a:cubicBezTo>
                  <a:pt x="470194" y="98514"/>
                  <a:pt x="470504" y="103471"/>
                  <a:pt x="470981" y="108237"/>
                </a:cubicBezTo>
                <a:cubicBezTo>
                  <a:pt x="469742" y="108047"/>
                  <a:pt x="468193" y="107951"/>
                  <a:pt x="466334" y="107951"/>
                </a:cubicBezTo>
                <a:cubicBezTo>
                  <a:pt x="464475" y="107951"/>
                  <a:pt x="462450" y="107951"/>
                  <a:pt x="460258" y="107951"/>
                </a:cubicBezTo>
                <a:cubicBezTo>
                  <a:pt x="458064" y="107951"/>
                  <a:pt x="456062" y="107951"/>
                  <a:pt x="454251" y="107951"/>
                </a:cubicBezTo>
                <a:cubicBezTo>
                  <a:pt x="452441" y="107951"/>
                  <a:pt x="450868" y="108047"/>
                  <a:pt x="449532" y="108237"/>
                </a:cubicBezTo>
                <a:cubicBezTo>
                  <a:pt x="450009" y="103471"/>
                  <a:pt x="450319" y="98514"/>
                  <a:pt x="450462" y="93367"/>
                </a:cubicBezTo>
                <a:cubicBezTo>
                  <a:pt x="450606" y="88219"/>
                  <a:pt x="450678" y="82739"/>
                  <a:pt x="450678" y="76925"/>
                </a:cubicBezTo>
                <a:lnTo>
                  <a:pt x="450678" y="71205"/>
                </a:lnTo>
                <a:cubicBezTo>
                  <a:pt x="450678" y="65391"/>
                  <a:pt x="450606" y="59935"/>
                  <a:pt x="450462" y="54835"/>
                </a:cubicBezTo>
                <a:cubicBezTo>
                  <a:pt x="450319" y="49734"/>
                  <a:pt x="450009" y="44610"/>
                  <a:pt x="449532" y="39463"/>
                </a:cubicBezTo>
                <a:cubicBezTo>
                  <a:pt x="451249" y="39653"/>
                  <a:pt x="452941" y="39821"/>
                  <a:pt x="454609" y="39965"/>
                </a:cubicBezTo>
                <a:cubicBezTo>
                  <a:pt x="456278" y="40107"/>
                  <a:pt x="457969" y="40179"/>
                  <a:pt x="459684" y="40179"/>
                </a:cubicBezTo>
                <a:cubicBezTo>
                  <a:pt x="461400" y="40179"/>
                  <a:pt x="463092" y="40107"/>
                  <a:pt x="464761" y="39965"/>
                </a:cubicBezTo>
                <a:cubicBezTo>
                  <a:pt x="466429" y="39821"/>
                  <a:pt x="468217" y="39653"/>
                  <a:pt x="470123" y="39463"/>
                </a:cubicBezTo>
                <a:lnTo>
                  <a:pt x="469550" y="50186"/>
                </a:lnTo>
                <a:lnTo>
                  <a:pt x="469838" y="50186"/>
                </a:lnTo>
                <a:close/>
                <a:moveTo>
                  <a:pt x="566634" y="40179"/>
                </a:moveTo>
                <a:cubicBezTo>
                  <a:pt x="566540" y="40941"/>
                  <a:pt x="566444" y="41608"/>
                  <a:pt x="566348" y="42181"/>
                </a:cubicBezTo>
                <a:cubicBezTo>
                  <a:pt x="566254" y="42753"/>
                  <a:pt x="566207" y="43372"/>
                  <a:pt x="566207" y="44038"/>
                </a:cubicBezTo>
                <a:cubicBezTo>
                  <a:pt x="566207" y="44611"/>
                  <a:pt x="566254" y="45207"/>
                  <a:pt x="566348" y="45827"/>
                </a:cubicBezTo>
                <a:cubicBezTo>
                  <a:pt x="566444" y="46447"/>
                  <a:pt x="566540" y="47042"/>
                  <a:pt x="566634" y="47614"/>
                </a:cubicBezTo>
                <a:lnTo>
                  <a:pt x="553195" y="47328"/>
                </a:lnTo>
                <a:lnTo>
                  <a:pt x="553195" y="59194"/>
                </a:lnTo>
                <a:cubicBezTo>
                  <a:pt x="553195" y="68536"/>
                  <a:pt x="553290" y="77116"/>
                  <a:pt x="553481" y="84932"/>
                </a:cubicBezTo>
                <a:cubicBezTo>
                  <a:pt x="553671" y="92748"/>
                  <a:pt x="553957" y="100517"/>
                  <a:pt x="554338" y="108237"/>
                </a:cubicBezTo>
                <a:cubicBezTo>
                  <a:pt x="553099" y="108047"/>
                  <a:pt x="551526" y="107951"/>
                  <a:pt x="549619" y="107951"/>
                </a:cubicBezTo>
                <a:cubicBezTo>
                  <a:pt x="547714" y="107951"/>
                  <a:pt x="545712" y="107951"/>
                  <a:pt x="543615" y="107951"/>
                </a:cubicBezTo>
                <a:cubicBezTo>
                  <a:pt x="541517" y="107951"/>
                  <a:pt x="539515" y="107951"/>
                  <a:pt x="537609" y="107951"/>
                </a:cubicBezTo>
                <a:cubicBezTo>
                  <a:pt x="535703" y="107951"/>
                  <a:pt x="534131" y="108047"/>
                  <a:pt x="532892" y="108237"/>
                </a:cubicBezTo>
                <a:cubicBezTo>
                  <a:pt x="533273" y="100517"/>
                  <a:pt x="533559" y="92748"/>
                  <a:pt x="533749" y="84932"/>
                </a:cubicBezTo>
                <a:cubicBezTo>
                  <a:pt x="533940" y="77116"/>
                  <a:pt x="534035" y="68536"/>
                  <a:pt x="534035" y="59194"/>
                </a:cubicBezTo>
                <a:lnTo>
                  <a:pt x="534035" y="47470"/>
                </a:lnTo>
                <a:lnTo>
                  <a:pt x="524027" y="47614"/>
                </a:lnTo>
                <a:cubicBezTo>
                  <a:pt x="524312" y="46469"/>
                  <a:pt x="524455" y="45277"/>
                  <a:pt x="524455" y="44038"/>
                </a:cubicBezTo>
                <a:cubicBezTo>
                  <a:pt x="524455" y="42895"/>
                  <a:pt x="524312" y="41608"/>
                  <a:pt x="524027" y="40179"/>
                </a:cubicBezTo>
                <a:lnTo>
                  <a:pt x="534035" y="40608"/>
                </a:lnTo>
                <a:cubicBezTo>
                  <a:pt x="534989" y="34793"/>
                  <a:pt x="536181" y="29407"/>
                  <a:pt x="537611" y="24451"/>
                </a:cubicBezTo>
                <a:cubicBezTo>
                  <a:pt x="539040" y="19494"/>
                  <a:pt x="540923" y="15204"/>
                  <a:pt x="543257" y="11583"/>
                </a:cubicBezTo>
                <a:cubicBezTo>
                  <a:pt x="545593" y="7960"/>
                  <a:pt x="548524" y="5123"/>
                  <a:pt x="552052" y="3074"/>
                </a:cubicBezTo>
                <a:cubicBezTo>
                  <a:pt x="555579" y="1025"/>
                  <a:pt x="559915" y="0"/>
                  <a:pt x="565061" y="0"/>
                </a:cubicBezTo>
                <a:cubicBezTo>
                  <a:pt x="566683" y="0"/>
                  <a:pt x="568685" y="239"/>
                  <a:pt x="571067" y="716"/>
                </a:cubicBezTo>
                <a:cubicBezTo>
                  <a:pt x="570781" y="2241"/>
                  <a:pt x="570614" y="4315"/>
                  <a:pt x="570566" y="6936"/>
                </a:cubicBezTo>
                <a:cubicBezTo>
                  <a:pt x="570519" y="9557"/>
                  <a:pt x="570496" y="12106"/>
                  <a:pt x="570496" y="14585"/>
                </a:cubicBezTo>
                <a:lnTo>
                  <a:pt x="570496" y="19304"/>
                </a:lnTo>
                <a:lnTo>
                  <a:pt x="568779" y="19875"/>
                </a:lnTo>
                <a:cubicBezTo>
                  <a:pt x="566873" y="18827"/>
                  <a:pt x="564681" y="17873"/>
                  <a:pt x="562203" y="17015"/>
                </a:cubicBezTo>
                <a:cubicBezTo>
                  <a:pt x="559725" y="16157"/>
                  <a:pt x="557341" y="15728"/>
                  <a:pt x="555054" y="15728"/>
                </a:cubicBezTo>
                <a:cubicBezTo>
                  <a:pt x="552289" y="15728"/>
                  <a:pt x="550167" y="16181"/>
                  <a:pt x="548689" y="17087"/>
                </a:cubicBezTo>
                <a:cubicBezTo>
                  <a:pt x="547213" y="17992"/>
                  <a:pt x="546475" y="19588"/>
                  <a:pt x="546475" y="21876"/>
                </a:cubicBezTo>
                <a:cubicBezTo>
                  <a:pt x="546475" y="24069"/>
                  <a:pt x="547118" y="26882"/>
                  <a:pt x="548404" y="30313"/>
                </a:cubicBezTo>
                <a:cubicBezTo>
                  <a:pt x="549691" y="33744"/>
                  <a:pt x="551288" y="37128"/>
                  <a:pt x="553195" y="40464"/>
                </a:cubicBezTo>
                <a:lnTo>
                  <a:pt x="566634" y="40179"/>
                </a:lnTo>
                <a:close/>
                <a:moveTo>
                  <a:pt x="620110" y="70491"/>
                </a:moveTo>
                <a:cubicBezTo>
                  <a:pt x="620110" y="62102"/>
                  <a:pt x="619061" y="55596"/>
                  <a:pt x="616964" y="50974"/>
                </a:cubicBezTo>
                <a:cubicBezTo>
                  <a:pt x="614866" y="46350"/>
                  <a:pt x="611387" y="44038"/>
                  <a:pt x="606527" y="44038"/>
                </a:cubicBezTo>
                <a:cubicBezTo>
                  <a:pt x="602141" y="44038"/>
                  <a:pt x="598685" y="46612"/>
                  <a:pt x="596159" y="51759"/>
                </a:cubicBezTo>
                <a:cubicBezTo>
                  <a:pt x="593634" y="56906"/>
                  <a:pt x="592372" y="64961"/>
                  <a:pt x="592372" y="75924"/>
                </a:cubicBezTo>
                <a:cubicBezTo>
                  <a:pt x="592372" y="79926"/>
                  <a:pt x="592609" y="83644"/>
                  <a:pt x="593085" y="87077"/>
                </a:cubicBezTo>
                <a:cubicBezTo>
                  <a:pt x="593562" y="90508"/>
                  <a:pt x="594349" y="93487"/>
                  <a:pt x="595446" y="96013"/>
                </a:cubicBezTo>
                <a:cubicBezTo>
                  <a:pt x="596542" y="98538"/>
                  <a:pt x="597972" y="100516"/>
                  <a:pt x="599735" y="101947"/>
                </a:cubicBezTo>
                <a:cubicBezTo>
                  <a:pt x="601499" y="103377"/>
                  <a:pt x="603716" y="104092"/>
                  <a:pt x="606385" y="104092"/>
                </a:cubicBezTo>
                <a:cubicBezTo>
                  <a:pt x="615535" y="104092"/>
                  <a:pt x="620110" y="92892"/>
                  <a:pt x="620110" y="70491"/>
                </a:cubicBezTo>
                <a:moveTo>
                  <a:pt x="571211" y="75780"/>
                </a:moveTo>
                <a:cubicBezTo>
                  <a:pt x="571211" y="69393"/>
                  <a:pt x="572188" y="63817"/>
                  <a:pt x="574141" y="59053"/>
                </a:cubicBezTo>
                <a:cubicBezTo>
                  <a:pt x="576096" y="54286"/>
                  <a:pt x="578694" y="50307"/>
                  <a:pt x="581934" y="47114"/>
                </a:cubicBezTo>
                <a:cubicBezTo>
                  <a:pt x="585175" y="43920"/>
                  <a:pt x="588916" y="41537"/>
                  <a:pt x="593157" y="39965"/>
                </a:cubicBezTo>
                <a:cubicBezTo>
                  <a:pt x="597400" y="38391"/>
                  <a:pt x="601761" y="37604"/>
                  <a:pt x="606241" y="37604"/>
                </a:cubicBezTo>
                <a:cubicBezTo>
                  <a:pt x="617394" y="37604"/>
                  <a:pt x="626020" y="40750"/>
                  <a:pt x="632120" y="47042"/>
                </a:cubicBezTo>
                <a:cubicBezTo>
                  <a:pt x="638220" y="53333"/>
                  <a:pt x="641270" y="61864"/>
                  <a:pt x="641270" y="72636"/>
                </a:cubicBezTo>
                <a:cubicBezTo>
                  <a:pt x="641270" y="78449"/>
                  <a:pt x="640412" y="83692"/>
                  <a:pt x="638696" y="88364"/>
                </a:cubicBezTo>
                <a:cubicBezTo>
                  <a:pt x="636981" y="93034"/>
                  <a:pt x="634575" y="97014"/>
                  <a:pt x="631477" y="100302"/>
                </a:cubicBezTo>
                <a:cubicBezTo>
                  <a:pt x="628379" y="103591"/>
                  <a:pt x="624685" y="106045"/>
                  <a:pt x="620396" y="107666"/>
                </a:cubicBezTo>
                <a:cubicBezTo>
                  <a:pt x="616106" y="109286"/>
                  <a:pt x="611388" y="110096"/>
                  <a:pt x="606241" y="110096"/>
                </a:cubicBezTo>
                <a:cubicBezTo>
                  <a:pt x="601951" y="110096"/>
                  <a:pt x="597733" y="109524"/>
                  <a:pt x="593587" y="108379"/>
                </a:cubicBezTo>
                <a:cubicBezTo>
                  <a:pt x="589440" y="107236"/>
                  <a:pt x="585698" y="105306"/>
                  <a:pt x="582362" y="102591"/>
                </a:cubicBezTo>
                <a:cubicBezTo>
                  <a:pt x="579027" y="99874"/>
                  <a:pt x="576334" y="96323"/>
                  <a:pt x="574285" y="91938"/>
                </a:cubicBezTo>
                <a:cubicBezTo>
                  <a:pt x="572236" y="87552"/>
                  <a:pt x="571211" y="82166"/>
                  <a:pt x="571211" y="75780"/>
                </a:cubicBezTo>
                <a:close/>
                <a:moveTo>
                  <a:pt x="674158" y="57194"/>
                </a:moveTo>
                <a:cubicBezTo>
                  <a:pt x="676637" y="50617"/>
                  <a:pt x="679639" y="45779"/>
                  <a:pt x="683164" y="42681"/>
                </a:cubicBezTo>
                <a:cubicBezTo>
                  <a:pt x="686691" y="39583"/>
                  <a:pt x="690886" y="38034"/>
                  <a:pt x="695748" y="38034"/>
                </a:cubicBezTo>
                <a:cubicBezTo>
                  <a:pt x="696224" y="38034"/>
                  <a:pt x="696628" y="38058"/>
                  <a:pt x="696961" y="38106"/>
                </a:cubicBezTo>
                <a:cubicBezTo>
                  <a:pt x="697296" y="38152"/>
                  <a:pt x="697654" y="38176"/>
                  <a:pt x="698035" y="38176"/>
                </a:cubicBezTo>
                <a:cubicBezTo>
                  <a:pt x="697748" y="39605"/>
                  <a:pt x="697534" y="41131"/>
                  <a:pt x="697391" y="42753"/>
                </a:cubicBezTo>
                <a:cubicBezTo>
                  <a:pt x="697249" y="44373"/>
                  <a:pt x="697177" y="46279"/>
                  <a:pt x="697177" y="48471"/>
                </a:cubicBezTo>
                <a:lnTo>
                  <a:pt x="697177" y="53046"/>
                </a:lnTo>
                <a:cubicBezTo>
                  <a:pt x="697177" y="53808"/>
                  <a:pt x="697177" y="54619"/>
                  <a:pt x="697177" y="55477"/>
                </a:cubicBezTo>
                <a:cubicBezTo>
                  <a:pt x="697177" y="56335"/>
                  <a:pt x="697225" y="57145"/>
                  <a:pt x="697319" y="57907"/>
                </a:cubicBezTo>
                <a:lnTo>
                  <a:pt x="696034" y="59053"/>
                </a:lnTo>
                <a:cubicBezTo>
                  <a:pt x="695080" y="58479"/>
                  <a:pt x="694007" y="58002"/>
                  <a:pt x="692816" y="57621"/>
                </a:cubicBezTo>
                <a:cubicBezTo>
                  <a:pt x="691625" y="57240"/>
                  <a:pt x="690266" y="57050"/>
                  <a:pt x="688741" y="57050"/>
                </a:cubicBezTo>
                <a:cubicBezTo>
                  <a:pt x="684451" y="57050"/>
                  <a:pt x="681068" y="58456"/>
                  <a:pt x="678589" y="61269"/>
                </a:cubicBezTo>
                <a:cubicBezTo>
                  <a:pt x="676111" y="64081"/>
                  <a:pt x="674872" y="67393"/>
                  <a:pt x="674872" y="71205"/>
                </a:cubicBezTo>
                <a:lnTo>
                  <a:pt x="674872" y="76925"/>
                </a:lnTo>
                <a:cubicBezTo>
                  <a:pt x="674872" y="82739"/>
                  <a:pt x="674943" y="88219"/>
                  <a:pt x="675085" y="93367"/>
                </a:cubicBezTo>
                <a:cubicBezTo>
                  <a:pt x="675229" y="98514"/>
                  <a:pt x="675540" y="103471"/>
                  <a:pt x="676017" y="108237"/>
                </a:cubicBezTo>
                <a:cubicBezTo>
                  <a:pt x="674778" y="108047"/>
                  <a:pt x="673229" y="107951"/>
                  <a:pt x="671370" y="107951"/>
                </a:cubicBezTo>
                <a:cubicBezTo>
                  <a:pt x="669511" y="107951"/>
                  <a:pt x="667485" y="107951"/>
                  <a:pt x="665292" y="107951"/>
                </a:cubicBezTo>
                <a:cubicBezTo>
                  <a:pt x="663100" y="107951"/>
                  <a:pt x="661098" y="107951"/>
                  <a:pt x="659287" y="107951"/>
                </a:cubicBezTo>
                <a:cubicBezTo>
                  <a:pt x="657477" y="107951"/>
                  <a:pt x="655904" y="108047"/>
                  <a:pt x="654568" y="108237"/>
                </a:cubicBezTo>
                <a:cubicBezTo>
                  <a:pt x="655046" y="103471"/>
                  <a:pt x="655355" y="98514"/>
                  <a:pt x="655498" y="93367"/>
                </a:cubicBezTo>
                <a:cubicBezTo>
                  <a:pt x="655640" y="88219"/>
                  <a:pt x="655712" y="82739"/>
                  <a:pt x="655712" y="76925"/>
                </a:cubicBezTo>
                <a:lnTo>
                  <a:pt x="655712" y="71205"/>
                </a:lnTo>
                <a:cubicBezTo>
                  <a:pt x="655712" y="65391"/>
                  <a:pt x="655640" y="59935"/>
                  <a:pt x="655498" y="54835"/>
                </a:cubicBezTo>
                <a:cubicBezTo>
                  <a:pt x="655355" y="49734"/>
                  <a:pt x="655046" y="44610"/>
                  <a:pt x="654568" y="39463"/>
                </a:cubicBezTo>
                <a:cubicBezTo>
                  <a:pt x="656189" y="39653"/>
                  <a:pt x="657833" y="39821"/>
                  <a:pt x="659501" y="39965"/>
                </a:cubicBezTo>
                <a:cubicBezTo>
                  <a:pt x="661170" y="40107"/>
                  <a:pt x="662814" y="40179"/>
                  <a:pt x="664434" y="40179"/>
                </a:cubicBezTo>
                <a:cubicBezTo>
                  <a:pt x="666054" y="40179"/>
                  <a:pt x="667699" y="40107"/>
                  <a:pt x="669367" y="39965"/>
                </a:cubicBezTo>
                <a:cubicBezTo>
                  <a:pt x="671035" y="39821"/>
                  <a:pt x="672680" y="39653"/>
                  <a:pt x="674300" y="39463"/>
                </a:cubicBezTo>
                <a:lnTo>
                  <a:pt x="673872" y="56908"/>
                </a:lnTo>
                <a:lnTo>
                  <a:pt x="674158" y="57194"/>
                </a:lnTo>
                <a:close/>
                <a:moveTo>
                  <a:pt x="729061" y="50186"/>
                </a:moveTo>
                <a:cubicBezTo>
                  <a:pt x="731730" y="46183"/>
                  <a:pt x="734852" y="43086"/>
                  <a:pt x="738425" y="40894"/>
                </a:cubicBezTo>
                <a:cubicBezTo>
                  <a:pt x="742000" y="38701"/>
                  <a:pt x="746076" y="37604"/>
                  <a:pt x="750652" y="37604"/>
                </a:cubicBezTo>
                <a:cubicBezTo>
                  <a:pt x="754941" y="37604"/>
                  <a:pt x="758635" y="38772"/>
                  <a:pt x="761733" y="41108"/>
                </a:cubicBezTo>
                <a:cubicBezTo>
                  <a:pt x="764831" y="43444"/>
                  <a:pt x="767237" y="46804"/>
                  <a:pt x="768952" y="51187"/>
                </a:cubicBezTo>
                <a:cubicBezTo>
                  <a:pt x="771813" y="46804"/>
                  <a:pt x="775149" y="43444"/>
                  <a:pt x="778962" y="41108"/>
                </a:cubicBezTo>
                <a:cubicBezTo>
                  <a:pt x="782774" y="38772"/>
                  <a:pt x="786825" y="37604"/>
                  <a:pt x="791116" y="37604"/>
                </a:cubicBezTo>
                <a:cubicBezTo>
                  <a:pt x="798265" y="37604"/>
                  <a:pt x="803769" y="39677"/>
                  <a:pt x="807629" y="43824"/>
                </a:cubicBezTo>
                <a:cubicBezTo>
                  <a:pt x="811490" y="47971"/>
                  <a:pt x="813420" y="54667"/>
                  <a:pt x="813420" y="63913"/>
                </a:cubicBezTo>
                <a:cubicBezTo>
                  <a:pt x="813420" y="68774"/>
                  <a:pt x="813324" y="73064"/>
                  <a:pt x="813134" y="76781"/>
                </a:cubicBezTo>
                <a:cubicBezTo>
                  <a:pt x="812943" y="80499"/>
                  <a:pt x="812848" y="84216"/>
                  <a:pt x="812848" y="87934"/>
                </a:cubicBezTo>
                <a:cubicBezTo>
                  <a:pt x="812848" y="90984"/>
                  <a:pt x="812919" y="94297"/>
                  <a:pt x="813062" y="97872"/>
                </a:cubicBezTo>
                <a:cubicBezTo>
                  <a:pt x="813206" y="101445"/>
                  <a:pt x="813373" y="104901"/>
                  <a:pt x="813564" y="108237"/>
                </a:cubicBezTo>
                <a:cubicBezTo>
                  <a:pt x="812324" y="108047"/>
                  <a:pt x="810751" y="107951"/>
                  <a:pt x="808845" y="107951"/>
                </a:cubicBezTo>
                <a:cubicBezTo>
                  <a:pt x="806938" y="107951"/>
                  <a:pt x="804936" y="107951"/>
                  <a:pt x="802838" y="107951"/>
                </a:cubicBezTo>
                <a:cubicBezTo>
                  <a:pt x="800742" y="107951"/>
                  <a:pt x="798741" y="107951"/>
                  <a:pt x="796834" y="107951"/>
                </a:cubicBezTo>
                <a:cubicBezTo>
                  <a:pt x="794927" y="107951"/>
                  <a:pt x="793354" y="108047"/>
                  <a:pt x="792115" y="108237"/>
                </a:cubicBezTo>
                <a:cubicBezTo>
                  <a:pt x="792783" y="103280"/>
                  <a:pt x="793212" y="97442"/>
                  <a:pt x="793402" y="90722"/>
                </a:cubicBezTo>
                <a:cubicBezTo>
                  <a:pt x="793593" y="84003"/>
                  <a:pt x="793688" y="76306"/>
                  <a:pt x="793688" y="67631"/>
                </a:cubicBezTo>
                <a:cubicBezTo>
                  <a:pt x="793688" y="61626"/>
                  <a:pt x="792688" y="57217"/>
                  <a:pt x="790686" y="54405"/>
                </a:cubicBezTo>
                <a:cubicBezTo>
                  <a:pt x="788685" y="51593"/>
                  <a:pt x="785873" y="50186"/>
                  <a:pt x="782250" y="50186"/>
                </a:cubicBezTo>
                <a:cubicBezTo>
                  <a:pt x="779962" y="50186"/>
                  <a:pt x="778079" y="50710"/>
                  <a:pt x="776601" y="51759"/>
                </a:cubicBezTo>
                <a:cubicBezTo>
                  <a:pt x="775125" y="52808"/>
                  <a:pt x="773958" y="54166"/>
                  <a:pt x="773099" y="55835"/>
                </a:cubicBezTo>
                <a:cubicBezTo>
                  <a:pt x="772241" y="57503"/>
                  <a:pt x="771669" y="59290"/>
                  <a:pt x="771382" y="61197"/>
                </a:cubicBezTo>
                <a:cubicBezTo>
                  <a:pt x="771097" y="63103"/>
                  <a:pt x="770955" y="64913"/>
                  <a:pt x="770955" y="66630"/>
                </a:cubicBezTo>
                <a:lnTo>
                  <a:pt x="770955" y="76925"/>
                </a:lnTo>
                <a:cubicBezTo>
                  <a:pt x="770955" y="82739"/>
                  <a:pt x="771026" y="88219"/>
                  <a:pt x="771169" y="93367"/>
                </a:cubicBezTo>
                <a:cubicBezTo>
                  <a:pt x="771313" y="98514"/>
                  <a:pt x="771622" y="103471"/>
                  <a:pt x="772098" y="108237"/>
                </a:cubicBezTo>
                <a:cubicBezTo>
                  <a:pt x="770859" y="108047"/>
                  <a:pt x="769310" y="107951"/>
                  <a:pt x="767451" y="107951"/>
                </a:cubicBezTo>
                <a:cubicBezTo>
                  <a:pt x="765592" y="107951"/>
                  <a:pt x="763567" y="107951"/>
                  <a:pt x="761375" y="107951"/>
                </a:cubicBezTo>
                <a:cubicBezTo>
                  <a:pt x="759183" y="107951"/>
                  <a:pt x="757181" y="107951"/>
                  <a:pt x="755369" y="107951"/>
                </a:cubicBezTo>
                <a:cubicBezTo>
                  <a:pt x="753558" y="107951"/>
                  <a:pt x="751985" y="108047"/>
                  <a:pt x="750652" y="108237"/>
                </a:cubicBezTo>
                <a:cubicBezTo>
                  <a:pt x="751129" y="103471"/>
                  <a:pt x="751439" y="98514"/>
                  <a:pt x="751581" y="93367"/>
                </a:cubicBezTo>
                <a:cubicBezTo>
                  <a:pt x="751724" y="88219"/>
                  <a:pt x="751795" y="82739"/>
                  <a:pt x="751795" y="76925"/>
                </a:cubicBezTo>
                <a:lnTo>
                  <a:pt x="751795" y="68203"/>
                </a:lnTo>
                <a:cubicBezTo>
                  <a:pt x="751795" y="62484"/>
                  <a:pt x="751080" y="58051"/>
                  <a:pt x="749650" y="54905"/>
                </a:cubicBezTo>
                <a:cubicBezTo>
                  <a:pt x="748221" y="51759"/>
                  <a:pt x="745504" y="50186"/>
                  <a:pt x="741502" y="50186"/>
                </a:cubicBezTo>
                <a:cubicBezTo>
                  <a:pt x="737211" y="50186"/>
                  <a:pt x="734065" y="52045"/>
                  <a:pt x="732063" y="55763"/>
                </a:cubicBezTo>
                <a:cubicBezTo>
                  <a:pt x="730062" y="59480"/>
                  <a:pt x="729061" y="64628"/>
                  <a:pt x="729061" y="71205"/>
                </a:cubicBezTo>
                <a:lnTo>
                  <a:pt x="729061" y="76925"/>
                </a:lnTo>
                <a:cubicBezTo>
                  <a:pt x="729061" y="82739"/>
                  <a:pt x="729133" y="88219"/>
                  <a:pt x="729275" y="93367"/>
                </a:cubicBezTo>
                <a:cubicBezTo>
                  <a:pt x="729419" y="98514"/>
                  <a:pt x="729729" y="103471"/>
                  <a:pt x="730205" y="108237"/>
                </a:cubicBezTo>
                <a:cubicBezTo>
                  <a:pt x="728965" y="108047"/>
                  <a:pt x="727416" y="107951"/>
                  <a:pt x="725558" y="107951"/>
                </a:cubicBezTo>
                <a:cubicBezTo>
                  <a:pt x="723699" y="107951"/>
                  <a:pt x="721673" y="107951"/>
                  <a:pt x="719482" y="107951"/>
                </a:cubicBezTo>
                <a:cubicBezTo>
                  <a:pt x="717290" y="107951"/>
                  <a:pt x="715288" y="107951"/>
                  <a:pt x="713475" y="107951"/>
                </a:cubicBezTo>
                <a:cubicBezTo>
                  <a:pt x="711664" y="107951"/>
                  <a:pt x="710092" y="108047"/>
                  <a:pt x="708758" y="108237"/>
                </a:cubicBezTo>
                <a:cubicBezTo>
                  <a:pt x="709234" y="103471"/>
                  <a:pt x="709543" y="98514"/>
                  <a:pt x="709686" y="93367"/>
                </a:cubicBezTo>
                <a:cubicBezTo>
                  <a:pt x="709830" y="88219"/>
                  <a:pt x="709902" y="82739"/>
                  <a:pt x="709902" y="76925"/>
                </a:cubicBezTo>
                <a:lnTo>
                  <a:pt x="709902" y="71205"/>
                </a:lnTo>
                <a:cubicBezTo>
                  <a:pt x="709902" y="65391"/>
                  <a:pt x="709830" y="59935"/>
                  <a:pt x="709686" y="54835"/>
                </a:cubicBezTo>
                <a:cubicBezTo>
                  <a:pt x="709543" y="49734"/>
                  <a:pt x="709234" y="44610"/>
                  <a:pt x="708758" y="39463"/>
                </a:cubicBezTo>
                <a:cubicBezTo>
                  <a:pt x="710473" y="39653"/>
                  <a:pt x="712165" y="39821"/>
                  <a:pt x="713833" y="39965"/>
                </a:cubicBezTo>
                <a:cubicBezTo>
                  <a:pt x="715501" y="40107"/>
                  <a:pt x="717194" y="40179"/>
                  <a:pt x="718910" y="40179"/>
                </a:cubicBezTo>
                <a:cubicBezTo>
                  <a:pt x="720626" y="40179"/>
                  <a:pt x="722318" y="40107"/>
                  <a:pt x="723985" y="39965"/>
                </a:cubicBezTo>
                <a:cubicBezTo>
                  <a:pt x="725653" y="39821"/>
                  <a:pt x="727440" y="39653"/>
                  <a:pt x="729347" y="39463"/>
                </a:cubicBezTo>
                <a:lnTo>
                  <a:pt x="728776" y="50186"/>
                </a:lnTo>
                <a:lnTo>
                  <a:pt x="729061" y="50186"/>
                </a:lnTo>
                <a:close/>
                <a:moveTo>
                  <a:pt x="846592" y="74065"/>
                </a:moveTo>
                <a:cubicBezTo>
                  <a:pt x="846592" y="77877"/>
                  <a:pt x="846973" y="81452"/>
                  <a:pt x="847735" y="84788"/>
                </a:cubicBezTo>
                <a:cubicBezTo>
                  <a:pt x="848499" y="88125"/>
                  <a:pt x="849667" y="91008"/>
                  <a:pt x="851239" y="93439"/>
                </a:cubicBezTo>
                <a:cubicBezTo>
                  <a:pt x="852811" y="95869"/>
                  <a:pt x="854813" y="97776"/>
                  <a:pt x="857243" y="99159"/>
                </a:cubicBezTo>
                <a:cubicBezTo>
                  <a:pt x="859675" y="100541"/>
                  <a:pt x="862511" y="101232"/>
                  <a:pt x="865752" y="101232"/>
                </a:cubicBezTo>
                <a:cubicBezTo>
                  <a:pt x="872329" y="101232"/>
                  <a:pt x="878191" y="99087"/>
                  <a:pt x="883339" y="94798"/>
                </a:cubicBezTo>
                <a:lnTo>
                  <a:pt x="885053" y="96085"/>
                </a:lnTo>
                <a:lnTo>
                  <a:pt x="881907" y="104092"/>
                </a:lnTo>
                <a:cubicBezTo>
                  <a:pt x="879525" y="105903"/>
                  <a:pt x="876665" y="107356"/>
                  <a:pt x="873329" y="108451"/>
                </a:cubicBezTo>
                <a:cubicBezTo>
                  <a:pt x="869992" y="109548"/>
                  <a:pt x="865608" y="110096"/>
                  <a:pt x="860175" y="110096"/>
                </a:cubicBezTo>
                <a:cubicBezTo>
                  <a:pt x="855505" y="110096"/>
                  <a:pt x="851072" y="109452"/>
                  <a:pt x="846878" y="108165"/>
                </a:cubicBezTo>
                <a:cubicBezTo>
                  <a:pt x="842684" y="106879"/>
                  <a:pt x="838991" y="104759"/>
                  <a:pt x="835797" y="101803"/>
                </a:cubicBezTo>
                <a:cubicBezTo>
                  <a:pt x="832604" y="98848"/>
                  <a:pt x="830078" y="95106"/>
                  <a:pt x="828220" y="90578"/>
                </a:cubicBezTo>
                <a:cubicBezTo>
                  <a:pt x="826361" y="86051"/>
                  <a:pt x="825431" y="80641"/>
                  <a:pt x="825431" y="74351"/>
                </a:cubicBezTo>
                <a:cubicBezTo>
                  <a:pt x="825431" y="68155"/>
                  <a:pt x="826265" y="62769"/>
                  <a:pt x="827932" y="58195"/>
                </a:cubicBezTo>
                <a:cubicBezTo>
                  <a:pt x="829600" y="53619"/>
                  <a:pt x="831912" y="49806"/>
                  <a:pt x="834867" y="46756"/>
                </a:cubicBezTo>
                <a:cubicBezTo>
                  <a:pt x="837823" y="43705"/>
                  <a:pt x="841326" y="41417"/>
                  <a:pt x="845377" y="39893"/>
                </a:cubicBezTo>
                <a:cubicBezTo>
                  <a:pt x="849427" y="38367"/>
                  <a:pt x="853836" y="37604"/>
                  <a:pt x="858602" y="37604"/>
                </a:cubicBezTo>
                <a:cubicBezTo>
                  <a:pt x="868039" y="37604"/>
                  <a:pt x="875259" y="40368"/>
                  <a:pt x="880262" y="45897"/>
                </a:cubicBezTo>
                <a:cubicBezTo>
                  <a:pt x="885267" y="51425"/>
                  <a:pt x="887770" y="59242"/>
                  <a:pt x="887770" y="69346"/>
                </a:cubicBezTo>
                <a:lnTo>
                  <a:pt x="887770" y="72350"/>
                </a:lnTo>
                <a:cubicBezTo>
                  <a:pt x="887770" y="73207"/>
                  <a:pt x="887722" y="73778"/>
                  <a:pt x="887628" y="74065"/>
                </a:cubicBezTo>
                <a:lnTo>
                  <a:pt x="846592" y="74065"/>
                </a:lnTo>
                <a:moveTo>
                  <a:pt x="868612" y="67631"/>
                </a:moveTo>
                <a:cubicBezTo>
                  <a:pt x="868420" y="60482"/>
                  <a:pt x="867538" y="54763"/>
                  <a:pt x="865966" y="50474"/>
                </a:cubicBezTo>
                <a:cubicBezTo>
                  <a:pt x="864393" y="46183"/>
                  <a:pt x="861748" y="44038"/>
                  <a:pt x="858031" y="44038"/>
                </a:cubicBezTo>
                <a:cubicBezTo>
                  <a:pt x="855933" y="44038"/>
                  <a:pt x="854170" y="44753"/>
                  <a:pt x="852740" y="46183"/>
                </a:cubicBezTo>
                <a:cubicBezTo>
                  <a:pt x="851310" y="47612"/>
                  <a:pt x="850166" y="49448"/>
                  <a:pt x="849308" y="51689"/>
                </a:cubicBezTo>
                <a:cubicBezTo>
                  <a:pt x="848450" y="53929"/>
                  <a:pt x="847806" y="56455"/>
                  <a:pt x="847377" y="59266"/>
                </a:cubicBezTo>
                <a:cubicBezTo>
                  <a:pt x="846950" y="62078"/>
                  <a:pt x="846688" y="64866"/>
                  <a:pt x="846592" y="67631"/>
                </a:cubicBezTo>
                <a:lnTo>
                  <a:pt x="868612" y="67631"/>
                </a:lnTo>
                <a:close/>
                <a:moveTo>
                  <a:pt x="918083" y="75494"/>
                </a:moveTo>
                <a:cubicBezTo>
                  <a:pt x="918083" y="80356"/>
                  <a:pt x="918417" y="84456"/>
                  <a:pt x="919084" y="87792"/>
                </a:cubicBezTo>
                <a:cubicBezTo>
                  <a:pt x="919752" y="91127"/>
                  <a:pt x="920657" y="93820"/>
                  <a:pt x="921800" y="95869"/>
                </a:cubicBezTo>
                <a:cubicBezTo>
                  <a:pt x="922944" y="97918"/>
                  <a:pt x="924254" y="99396"/>
                  <a:pt x="925732" y="100302"/>
                </a:cubicBezTo>
                <a:cubicBezTo>
                  <a:pt x="927210" y="101207"/>
                  <a:pt x="928759" y="101659"/>
                  <a:pt x="930379" y="101659"/>
                </a:cubicBezTo>
                <a:cubicBezTo>
                  <a:pt x="934287" y="101659"/>
                  <a:pt x="937504" y="99443"/>
                  <a:pt x="940029" y="95012"/>
                </a:cubicBezTo>
                <a:cubicBezTo>
                  <a:pt x="942555" y="90580"/>
                  <a:pt x="943818" y="83217"/>
                  <a:pt x="943818" y="72922"/>
                </a:cubicBezTo>
                <a:cubicBezTo>
                  <a:pt x="943818" y="64057"/>
                  <a:pt x="942627" y="57599"/>
                  <a:pt x="940245" y="53548"/>
                </a:cubicBezTo>
                <a:cubicBezTo>
                  <a:pt x="937862" y="49496"/>
                  <a:pt x="934812" y="47470"/>
                  <a:pt x="931095" y="47470"/>
                </a:cubicBezTo>
                <a:cubicBezTo>
                  <a:pt x="929569" y="47470"/>
                  <a:pt x="928043" y="47899"/>
                  <a:pt x="926517" y="48757"/>
                </a:cubicBezTo>
                <a:cubicBezTo>
                  <a:pt x="924993" y="49615"/>
                  <a:pt x="923611" y="51117"/>
                  <a:pt x="922372" y="53262"/>
                </a:cubicBezTo>
                <a:cubicBezTo>
                  <a:pt x="921133" y="55406"/>
                  <a:pt x="920108" y="58290"/>
                  <a:pt x="919298" y="61913"/>
                </a:cubicBezTo>
                <a:cubicBezTo>
                  <a:pt x="918488" y="65534"/>
                  <a:pt x="918083" y="70061"/>
                  <a:pt x="918083" y="75494"/>
                </a:cubicBezTo>
                <a:moveTo>
                  <a:pt x="962978" y="59194"/>
                </a:moveTo>
                <a:cubicBezTo>
                  <a:pt x="962978" y="68536"/>
                  <a:pt x="963073" y="77116"/>
                  <a:pt x="963264" y="84932"/>
                </a:cubicBezTo>
                <a:cubicBezTo>
                  <a:pt x="963455" y="92748"/>
                  <a:pt x="963741" y="100517"/>
                  <a:pt x="964124" y="108237"/>
                </a:cubicBezTo>
                <a:cubicBezTo>
                  <a:pt x="962884" y="108047"/>
                  <a:pt x="961311" y="107951"/>
                  <a:pt x="959405" y="107951"/>
                </a:cubicBezTo>
                <a:cubicBezTo>
                  <a:pt x="957498" y="107951"/>
                  <a:pt x="955496" y="107951"/>
                  <a:pt x="953398" y="107951"/>
                </a:cubicBezTo>
                <a:cubicBezTo>
                  <a:pt x="951493" y="107951"/>
                  <a:pt x="949658" y="107951"/>
                  <a:pt x="947894" y="107951"/>
                </a:cubicBezTo>
                <a:cubicBezTo>
                  <a:pt x="946131" y="107951"/>
                  <a:pt x="944772" y="108047"/>
                  <a:pt x="943818" y="108237"/>
                </a:cubicBezTo>
                <a:cubicBezTo>
                  <a:pt x="943914" y="108047"/>
                  <a:pt x="944010" y="107427"/>
                  <a:pt x="944104" y="106378"/>
                </a:cubicBezTo>
                <a:cubicBezTo>
                  <a:pt x="944200" y="105330"/>
                  <a:pt x="944319" y="104138"/>
                  <a:pt x="944462" y="102805"/>
                </a:cubicBezTo>
                <a:cubicBezTo>
                  <a:pt x="944606" y="101469"/>
                  <a:pt x="944725" y="100230"/>
                  <a:pt x="944820" y="99087"/>
                </a:cubicBezTo>
                <a:cubicBezTo>
                  <a:pt x="944916" y="97942"/>
                  <a:pt x="944964" y="97228"/>
                  <a:pt x="944964" y="96942"/>
                </a:cubicBezTo>
                <a:lnTo>
                  <a:pt x="944678" y="96657"/>
                </a:lnTo>
                <a:cubicBezTo>
                  <a:pt x="942867" y="100946"/>
                  <a:pt x="940389" y="104258"/>
                  <a:pt x="937243" y="106594"/>
                </a:cubicBezTo>
                <a:cubicBezTo>
                  <a:pt x="934097" y="108929"/>
                  <a:pt x="929759" y="110096"/>
                  <a:pt x="924231" y="110096"/>
                </a:cubicBezTo>
                <a:cubicBezTo>
                  <a:pt x="919370" y="110096"/>
                  <a:pt x="915223" y="109167"/>
                  <a:pt x="911791" y="107308"/>
                </a:cubicBezTo>
                <a:cubicBezTo>
                  <a:pt x="908360" y="105449"/>
                  <a:pt x="905547" y="102852"/>
                  <a:pt x="903354" y="99517"/>
                </a:cubicBezTo>
                <a:cubicBezTo>
                  <a:pt x="901162" y="96180"/>
                  <a:pt x="899542" y="92272"/>
                  <a:pt x="898493" y="87792"/>
                </a:cubicBezTo>
                <a:cubicBezTo>
                  <a:pt x="897446" y="83311"/>
                  <a:pt x="896922" y="78497"/>
                  <a:pt x="896922" y="73349"/>
                </a:cubicBezTo>
                <a:cubicBezTo>
                  <a:pt x="896922" y="68202"/>
                  <a:pt x="897637" y="63460"/>
                  <a:pt x="899067" y="59125"/>
                </a:cubicBezTo>
                <a:cubicBezTo>
                  <a:pt x="900497" y="54787"/>
                  <a:pt x="902451" y="51022"/>
                  <a:pt x="904929" y="47830"/>
                </a:cubicBezTo>
                <a:cubicBezTo>
                  <a:pt x="907408" y="44636"/>
                  <a:pt x="910338" y="42133"/>
                  <a:pt x="913722" y="40323"/>
                </a:cubicBezTo>
                <a:cubicBezTo>
                  <a:pt x="917106" y="38510"/>
                  <a:pt x="920705" y="37604"/>
                  <a:pt x="924517" y="37604"/>
                </a:cubicBezTo>
                <a:cubicBezTo>
                  <a:pt x="928806" y="37604"/>
                  <a:pt x="932642" y="38605"/>
                  <a:pt x="936025" y="40608"/>
                </a:cubicBezTo>
                <a:cubicBezTo>
                  <a:pt x="939410" y="42610"/>
                  <a:pt x="941912" y="45135"/>
                  <a:pt x="943533" y="48185"/>
                </a:cubicBezTo>
                <a:lnTo>
                  <a:pt x="943818" y="48185"/>
                </a:lnTo>
                <a:cubicBezTo>
                  <a:pt x="943818" y="39607"/>
                  <a:pt x="943723" y="31529"/>
                  <a:pt x="943533" y="23951"/>
                </a:cubicBezTo>
                <a:cubicBezTo>
                  <a:pt x="943342" y="16372"/>
                  <a:pt x="943056" y="8531"/>
                  <a:pt x="942675" y="430"/>
                </a:cubicBezTo>
                <a:cubicBezTo>
                  <a:pt x="943914" y="620"/>
                  <a:pt x="945487" y="788"/>
                  <a:pt x="947394" y="932"/>
                </a:cubicBezTo>
                <a:cubicBezTo>
                  <a:pt x="949301" y="1074"/>
                  <a:pt x="951302" y="1145"/>
                  <a:pt x="953398" y="1145"/>
                </a:cubicBezTo>
                <a:cubicBezTo>
                  <a:pt x="955496" y="1145"/>
                  <a:pt x="957498" y="1074"/>
                  <a:pt x="959405" y="932"/>
                </a:cubicBezTo>
                <a:cubicBezTo>
                  <a:pt x="961311" y="788"/>
                  <a:pt x="962884" y="620"/>
                  <a:pt x="964124" y="430"/>
                </a:cubicBezTo>
                <a:cubicBezTo>
                  <a:pt x="963741" y="8437"/>
                  <a:pt x="963455" y="16348"/>
                  <a:pt x="963264" y="24165"/>
                </a:cubicBezTo>
                <a:cubicBezTo>
                  <a:pt x="963073" y="31981"/>
                  <a:pt x="962978" y="40560"/>
                  <a:pt x="962978" y="49900"/>
                </a:cubicBezTo>
                <a:lnTo>
                  <a:pt x="962978" y="59194"/>
                </a:lnTo>
                <a:close/>
                <a:moveTo>
                  <a:pt x="1048909" y="36891"/>
                </a:moveTo>
                <a:cubicBezTo>
                  <a:pt x="1046431" y="42610"/>
                  <a:pt x="1044096" y="48257"/>
                  <a:pt x="1041904" y="53834"/>
                </a:cubicBezTo>
                <a:cubicBezTo>
                  <a:pt x="1039712" y="59409"/>
                  <a:pt x="1037567" y="65104"/>
                  <a:pt x="1035470" y="70919"/>
                </a:cubicBezTo>
                <a:lnTo>
                  <a:pt x="1061635" y="70919"/>
                </a:lnTo>
                <a:cubicBezTo>
                  <a:pt x="1059538" y="65104"/>
                  <a:pt x="1057464" y="59409"/>
                  <a:pt x="1055415" y="53834"/>
                </a:cubicBezTo>
                <a:cubicBezTo>
                  <a:pt x="1053366" y="48257"/>
                  <a:pt x="1051197" y="42610"/>
                  <a:pt x="1048909" y="36891"/>
                </a:cubicBezTo>
                <a:moveTo>
                  <a:pt x="1099525" y="108237"/>
                </a:moveTo>
                <a:cubicBezTo>
                  <a:pt x="1097237" y="108047"/>
                  <a:pt x="1095068" y="107951"/>
                  <a:pt x="1093019" y="107951"/>
                </a:cubicBezTo>
                <a:cubicBezTo>
                  <a:pt x="1090970" y="107951"/>
                  <a:pt x="1088944" y="107951"/>
                  <a:pt x="1086943" y="107951"/>
                </a:cubicBezTo>
                <a:cubicBezTo>
                  <a:pt x="1084942" y="107951"/>
                  <a:pt x="1082916" y="107951"/>
                  <a:pt x="1080867" y="107951"/>
                </a:cubicBezTo>
                <a:cubicBezTo>
                  <a:pt x="1078818" y="107951"/>
                  <a:pt x="1076791" y="108047"/>
                  <a:pt x="1074789" y="108237"/>
                </a:cubicBezTo>
                <a:cubicBezTo>
                  <a:pt x="1073264" y="103567"/>
                  <a:pt x="1071691" y="98801"/>
                  <a:pt x="1070070" y="93940"/>
                </a:cubicBezTo>
                <a:cubicBezTo>
                  <a:pt x="1068449" y="89078"/>
                  <a:pt x="1066734" y="84216"/>
                  <a:pt x="1064923" y="79356"/>
                </a:cubicBezTo>
                <a:cubicBezTo>
                  <a:pt x="1061873" y="79260"/>
                  <a:pt x="1058823" y="79188"/>
                  <a:pt x="1055773" y="79142"/>
                </a:cubicBezTo>
                <a:cubicBezTo>
                  <a:pt x="1052723" y="79094"/>
                  <a:pt x="1049673" y="79070"/>
                  <a:pt x="1046623" y="79070"/>
                </a:cubicBezTo>
                <a:cubicBezTo>
                  <a:pt x="1044144" y="79070"/>
                  <a:pt x="1041666" y="79094"/>
                  <a:pt x="1039187" y="79142"/>
                </a:cubicBezTo>
                <a:cubicBezTo>
                  <a:pt x="1036709" y="79188"/>
                  <a:pt x="1034231" y="79260"/>
                  <a:pt x="1031752" y="79356"/>
                </a:cubicBezTo>
                <a:cubicBezTo>
                  <a:pt x="1029845" y="84216"/>
                  <a:pt x="1028082" y="89078"/>
                  <a:pt x="1026461" y="93940"/>
                </a:cubicBezTo>
                <a:cubicBezTo>
                  <a:pt x="1024841" y="98801"/>
                  <a:pt x="1023363" y="103567"/>
                  <a:pt x="1022028" y="108237"/>
                </a:cubicBezTo>
                <a:cubicBezTo>
                  <a:pt x="1020885" y="108047"/>
                  <a:pt x="1019765" y="107951"/>
                  <a:pt x="1018668" y="107951"/>
                </a:cubicBezTo>
                <a:cubicBezTo>
                  <a:pt x="1017573" y="107951"/>
                  <a:pt x="1016453" y="107951"/>
                  <a:pt x="1015308" y="107951"/>
                </a:cubicBezTo>
                <a:cubicBezTo>
                  <a:pt x="1014165" y="107951"/>
                  <a:pt x="1013021" y="107951"/>
                  <a:pt x="1011877" y="107951"/>
                </a:cubicBezTo>
                <a:cubicBezTo>
                  <a:pt x="1010733" y="107951"/>
                  <a:pt x="1009495" y="108047"/>
                  <a:pt x="1008161" y="108237"/>
                </a:cubicBezTo>
                <a:cubicBezTo>
                  <a:pt x="1009304" y="105759"/>
                  <a:pt x="1010829" y="102328"/>
                  <a:pt x="1012734" y="97944"/>
                </a:cubicBezTo>
                <a:cubicBezTo>
                  <a:pt x="1014641" y="93559"/>
                  <a:pt x="1016738" y="88602"/>
                  <a:pt x="1019026" y="83073"/>
                </a:cubicBezTo>
                <a:cubicBezTo>
                  <a:pt x="1021314" y="77545"/>
                  <a:pt x="1023768" y="71611"/>
                  <a:pt x="1026389" y="65273"/>
                </a:cubicBezTo>
                <a:cubicBezTo>
                  <a:pt x="1029012" y="58933"/>
                  <a:pt x="1031634" y="52522"/>
                  <a:pt x="1034255" y="46041"/>
                </a:cubicBezTo>
                <a:cubicBezTo>
                  <a:pt x="1036875" y="39558"/>
                  <a:pt x="1039448" y="33172"/>
                  <a:pt x="1041973" y="26881"/>
                </a:cubicBezTo>
                <a:cubicBezTo>
                  <a:pt x="1044500" y="20590"/>
                  <a:pt x="1046812" y="14728"/>
                  <a:pt x="1048909" y="9294"/>
                </a:cubicBezTo>
                <a:cubicBezTo>
                  <a:pt x="1049863" y="9485"/>
                  <a:pt x="1050769" y="9652"/>
                  <a:pt x="1051625" y="9796"/>
                </a:cubicBezTo>
                <a:cubicBezTo>
                  <a:pt x="1052484" y="9938"/>
                  <a:pt x="1053390" y="10010"/>
                  <a:pt x="1054344" y="10010"/>
                </a:cubicBezTo>
                <a:cubicBezTo>
                  <a:pt x="1055296" y="10010"/>
                  <a:pt x="1056202" y="9938"/>
                  <a:pt x="1057060" y="9796"/>
                </a:cubicBezTo>
                <a:cubicBezTo>
                  <a:pt x="1057918" y="9652"/>
                  <a:pt x="1058824" y="9485"/>
                  <a:pt x="1059776" y="9294"/>
                </a:cubicBezTo>
                <a:cubicBezTo>
                  <a:pt x="1062826" y="17397"/>
                  <a:pt x="1066091" y="26072"/>
                  <a:pt x="1069570" y="35318"/>
                </a:cubicBezTo>
                <a:cubicBezTo>
                  <a:pt x="1073049" y="44564"/>
                  <a:pt x="1076552" y="53643"/>
                  <a:pt x="1080079" y="62556"/>
                </a:cubicBezTo>
                <a:cubicBezTo>
                  <a:pt x="1083606" y="71468"/>
                  <a:pt x="1087038" y="79927"/>
                  <a:pt x="1090373" y="87934"/>
                </a:cubicBezTo>
                <a:cubicBezTo>
                  <a:pt x="1093709" y="95941"/>
                  <a:pt x="1096760" y="102709"/>
                  <a:pt x="1099525" y="108237"/>
                </a:cubicBezTo>
                <a:close/>
                <a:moveTo>
                  <a:pt x="1161151" y="59194"/>
                </a:moveTo>
                <a:cubicBezTo>
                  <a:pt x="1160387" y="54905"/>
                  <a:pt x="1158886" y="51450"/>
                  <a:pt x="1156646" y="48829"/>
                </a:cubicBezTo>
                <a:cubicBezTo>
                  <a:pt x="1154406" y="46208"/>
                  <a:pt x="1151093" y="44898"/>
                  <a:pt x="1146708" y="44898"/>
                </a:cubicBezTo>
                <a:cubicBezTo>
                  <a:pt x="1140989" y="44898"/>
                  <a:pt x="1136700" y="47495"/>
                  <a:pt x="1133840" y="52691"/>
                </a:cubicBezTo>
                <a:cubicBezTo>
                  <a:pt x="1130981" y="57885"/>
                  <a:pt x="1129551" y="65105"/>
                  <a:pt x="1129551" y="74351"/>
                </a:cubicBezTo>
                <a:cubicBezTo>
                  <a:pt x="1129551" y="83025"/>
                  <a:pt x="1131362" y="89674"/>
                  <a:pt x="1134983" y="94298"/>
                </a:cubicBezTo>
                <a:cubicBezTo>
                  <a:pt x="1138607" y="98921"/>
                  <a:pt x="1143897" y="101232"/>
                  <a:pt x="1150855" y="101232"/>
                </a:cubicBezTo>
                <a:cubicBezTo>
                  <a:pt x="1153811" y="101232"/>
                  <a:pt x="1156670" y="100541"/>
                  <a:pt x="1159434" y="99159"/>
                </a:cubicBezTo>
                <a:cubicBezTo>
                  <a:pt x="1162199" y="97776"/>
                  <a:pt x="1164248" y="96227"/>
                  <a:pt x="1165582" y="94512"/>
                </a:cubicBezTo>
                <a:lnTo>
                  <a:pt x="1167299" y="95941"/>
                </a:lnTo>
                <a:cubicBezTo>
                  <a:pt x="1166631" y="97275"/>
                  <a:pt x="1166059" y="98657"/>
                  <a:pt x="1165582" y="100088"/>
                </a:cubicBezTo>
                <a:cubicBezTo>
                  <a:pt x="1165105" y="101518"/>
                  <a:pt x="1164629" y="102948"/>
                  <a:pt x="1164153" y="104378"/>
                </a:cubicBezTo>
                <a:cubicBezTo>
                  <a:pt x="1162056" y="105998"/>
                  <a:pt x="1159410" y="107356"/>
                  <a:pt x="1156216" y="108451"/>
                </a:cubicBezTo>
                <a:cubicBezTo>
                  <a:pt x="1153023" y="109548"/>
                  <a:pt x="1149234" y="110096"/>
                  <a:pt x="1144849" y="110096"/>
                </a:cubicBezTo>
                <a:cubicBezTo>
                  <a:pt x="1137891" y="110096"/>
                  <a:pt x="1132029" y="109095"/>
                  <a:pt x="1127262" y="107094"/>
                </a:cubicBezTo>
                <a:cubicBezTo>
                  <a:pt x="1122498" y="105093"/>
                  <a:pt x="1118661" y="102376"/>
                  <a:pt x="1115754" y="98945"/>
                </a:cubicBezTo>
                <a:cubicBezTo>
                  <a:pt x="1112846" y="95513"/>
                  <a:pt x="1110773" y="91628"/>
                  <a:pt x="1109534" y="87291"/>
                </a:cubicBezTo>
                <a:cubicBezTo>
                  <a:pt x="1108295" y="82953"/>
                  <a:pt x="1107675" y="78593"/>
                  <a:pt x="1107675" y="74209"/>
                </a:cubicBezTo>
                <a:cubicBezTo>
                  <a:pt x="1107675" y="68966"/>
                  <a:pt x="1108556" y="64104"/>
                  <a:pt x="1110319" y="59624"/>
                </a:cubicBezTo>
                <a:cubicBezTo>
                  <a:pt x="1112083" y="55144"/>
                  <a:pt x="1114610" y="51284"/>
                  <a:pt x="1117898" y="48044"/>
                </a:cubicBezTo>
                <a:cubicBezTo>
                  <a:pt x="1121187" y="44802"/>
                  <a:pt x="1125166" y="42251"/>
                  <a:pt x="1129837" y="40392"/>
                </a:cubicBezTo>
                <a:cubicBezTo>
                  <a:pt x="1134507" y="38533"/>
                  <a:pt x="1139703" y="37604"/>
                  <a:pt x="1145423" y="37604"/>
                </a:cubicBezTo>
                <a:cubicBezTo>
                  <a:pt x="1150855" y="37604"/>
                  <a:pt x="1155454" y="38224"/>
                  <a:pt x="1159218" y="39463"/>
                </a:cubicBezTo>
                <a:cubicBezTo>
                  <a:pt x="1162984" y="40702"/>
                  <a:pt x="1166583" y="42322"/>
                  <a:pt x="1170015" y="44324"/>
                </a:cubicBezTo>
                <a:cubicBezTo>
                  <a:pt x="1168871" y="46231"/>
                  <a:pt x="1167798" y="48566"/>
                  <a:pt x="1166797" y="51331"/>
                </a:cubicBezTo>
                <a:cubicBezTo>
                  <a:pt x="1165797" y="54095"/>
                  <a:pt x="1165058" y="56716"/>
                  <a:pt x="1164581" y="59194"/>
                </a:cubicBezTo>
                <a:lnTo>
                  <a:pt x="1161151" y="59194"/>
                </a:lnTo>
                <a:close/>
                <a:moveTo>
                  <a:pt x="1218199" y="40179"/>
                </a:moveTo>
                <a:cubicBezTo>
                  <a:pt x="1217914" y="41608"/>
                  <a:pt x="1217771" y="42895"/>
                  <a:pt x="1217771" y="44038"/>
                </a:cubicBezTo>
                <a:cubicBezTo>
                  <a:pt x="1217771" y="45277"/>
                  <a:pt x="1217914" y="46469"/>
                  <a:pt x="1218199" y="47614"/>
                </a:cubicBezTo>
                <a:lnTo>
                  <a:pt x="1205617" y="47328"/>
                </a:lnTo>
                <a:cubicBezTo>
                  <a:pt x="1205426" y="49520"/>
                  <a:pt x="1205260" y="52046"/>
                  <a:pt x="1205117" y="54905"/>
                </a:cubicBezTo>
                <a:cubicBezTo>
                  <a:pt x="1204975" y="57765"/>
                  <a:pt x="1204879" y="60672"/>
                  <a:pt x="1204831" y="63628"/>
                </a:cubicBezTo>
                <a:cubicBezTo>
                  <a:pt x="1204783" y="66582"/>
                  <a:pt x="1204735" y="69441"/>
                  <a:pt x="1204687" y="72206"/>
                </a:cubicBezTo>
                <a:cubicBezTo>
                  <a:pt x="1204639" y="74971"/>
                  <a:pt x="1204615" y="77306"/>
                  <a:pt x="1204615" y="79212"/>
                </a:cubicBezTo>
                <a:cubicBezTo>
                  <a:pt x="1204615" y="84168"/>
                  <a:pt x="1204735" y="88172"/>
                  <a:pt x="1204973" y="91222"/>
                </a:cubicBezTo>
                <a:cubicBezTo>
                  <a:pt x="1205212" y="94272"/>
                  <a:pt x="1205617" y="96608"/>
                  <a:pt x="1206188" y="98230"/>
                </a:cubicBezTo>
                <a:cubicBezTo>
                  <a:pt x="1206761" y="99850"/>
                  <a:pt x="1207572" y="100946"/>
                  <a:pt x="1208619" y="101517"/>
                </a:cubicBezTo>
                <a:cubicBezTo>
                  <a:pt x="1209667" y="102089"/>
                  <a:pt x="1211002" y="102375"/>
                  <a:pt x="1212622" y="102375"/>
                </a:cubicBezTo>
                <a:cubicBezTo>
                  <a:pt x="1214435" y="102375"/>
                  <a:pt x="1215769" y="102256"/>
                  <a:pt x="1216626" y="102017"/>
                </a:cubicBezTo>
                <a:cubicBezTo>
                  <a:pt x="1217484" y="101779"/>
                  <a:pt x="1218342" y="101421"/>
                  <a:pt x="1219200" y="100946"/>
                </a:cubicBezTo>
                <a:lnTo>
                  <a:pt x="1219200" y="106808"/>
                </a:lnTo>
                <a:cubicBezTo>
                  <a:pt x="1217293" y="107666"/>
                  <a:pt x="1214910" y="108428"/>
                  <a:pt x="1212051" y="109095"/>
                </a:cubicBezTo>
                <a:cubicBezTo>
                  <a:pt x="1209191" y="109762"/>
                  <a:pt x="1206380" y="110096"/>
                  <a:pt x="1203616" y="110096"/>
                </a:cubicBezTo>
                <a:cubicBezTo>
                  <a:pt x="1191510" y="110096"/>
                  <a:pt x="1185458" y="102852"/>
                  <a:pt x="1185458" y="88364"/>
                </a:cubicBezTo>
                <a:cubicBezTo>
                  <a:pt x="1185458" y="85599"/>
                  <a:pt x="1185505" y="82477"/>
                  <a:pt x="1185599" y="78998"/>
                </a:cubicBezTo>
                <a:cubicBezTo>
                  <a:pt x="1185695" y="75519"/>
                  <a:pt x="1185815" y="71944"/>
                  <a:pt x="1185957" y="68275"/>
                </a:cubicBezTo>
                <a:cubicBezTo>
                  <a:pt x="1186100" y="64605"/>
                  <a:pt x="1186218" y="60983"/>
                  <a:pt x="1186313" y="57408"/>
                </a:cubicBezTo>
                <a:cubicBezTo>
                  <a:pt x="1186409" y="53832"/>
                  <a:pt x="1186457" y="50520"/>
                  <a:pt x="1186457" y="47470"/>
                </a:cubicBezTo>
                <a:lnTo>
                  <a:pt x="1176449" y="47614"/>
                </a:lnTo>
                <a:cubicBezTo>
                  <a:pt x="1176734" y="46469"/>
                  <a:pt x="1176877" y="45277"/>
                  <a:pt x="1176877" y="44038"/>
                </a:cubicBezTo>
                <a:cubicBezTo>
                  <a:pt x="1176877" y="42895"/>
                  <a:pt x="1176734" y="41608"/>
                  <a:pt x="1176449" y="40179"/>
                </a:cubicBezTo>
                <a:lnTo>
                  <a:pt x="1186457" y="40608"/>
                </a:lnTo>
                <a:cubicBezTo>
                  <a:pt x="1186457" y="37653"/>
                  <a:pt x="1186409" y="34889"/>
                  <a:pt x="1186313" y="32316"/>
                </a:cubicBezTo>
                <a:cubicBezTo>
                  <a:pt x="1186218" y="29741"/>
                  <a:pt x="1186076" y="26643"/>
                  <a:pt x="1185885" y="23021"/>
                </a:cubicBezTo>
                <a:cubicBezTo>
                  <a:pt x="1189222" y="21686"/>
                  <a:pt x="1192510" y="20280"/>
                  <a:pt x="1195751" y="18802"/>
                </a:cubicBezTo>
                <a:cubicBezTo>
                  <a:pt x="1198992" y="17324"/>
                  <a:pt x="1202233" y="15775"/>
                  <a:pt x="1205475" y="14155"/>
                </a:cubicBezTo>
                <a:lnTo>
                  <a:pt x="1206904" y="15156"/>
                </a:lnTo>
                <a:cubicBezTo>
                  <a:pt x="1206713" y="16682"/>
                  <a:pt x="1206546" y="18470"/>
                  <a:pt x="1206402" y="20519"/>
                </a:cubicBezTo>
                <a:cubicBezTo>
                  <a:pt x="1206260" y="22568"/>
                  <a:pt x="1206117" y="24713"/>
                  <a:pt x="1205975" y="26953"/>
                </a:cubicBezTo>
                <a:cubicBezTo>
                  <a:pt x="1205832" y="29193"/>
                  <a:pt x="1205737" y="31481"/>
                  <a:pt x="1205689" y="33817"/>
                </a:cubicBezTo>
                <a:cubicBezTo>
                  <a:pt x="1205641" y="36151"/>
                  <a:pt x="1205617" y="38367"/>
                  <a:pt x="1205617" y="40464"/>
                </a:cubicBezTo>
                <a:lnTo>
                  <a:pt x="1218199" y="40179"/>
                </a:lnTo>
                <a:close/>
                <a:moveTo>
                  <a:pt x="1229209" y="12440"/>
                </a:moveTo>
                <a:cubicBezTo>
                  <a:pt x="1229209" y="9294"/>
                  <a:pt x="1230304" y="6625"/>
                  <a:pt x="1232496" y="4433"/>
                </a:cubicBezTo>
                <a:cubicBezTo>
                  <a:pt x="1234690" y="2241"/>
                  <a:pt x="1237359" y="1145"/>
                  <a:pt x="1240505" y="1145"/>
                </a:cubicBezTo>
                <a:cubicBezTo>
                  <a:pt x="1243650" y="1145"/>
                  <a:pt x="1246318" y="2241"/>
                  <a:pt x="1248510" y="4433"/>
                </a:cubicBezTo>
                <a:cubicBezTo>
                  <a:pt x="1250704" y="6625"/>
                  <a:pt x="1251800" y="9294"/>
                  <a:pt x="1251800" y="12440"/>
                </a:cubicBezTo>
                <a:cubicBezTo>
                  <a:pt x="1251800" y="15586"/>
                  <a:pt x="1250704" y="18255"/>
                  <a:pt x="1248510" y="20447"/>
                </a:cubicBezTo>
                <a:cubicBezTo>
                  <a:pt x="1246318" y="22639"/>
                  <a:pt x="1243650" y="23735"/>
                  <a:pt x="1240505" y="23735"/>
                </a:cubicBezTo>
                <a:cubicBezTo>
                  <a:pt x="1237359" y="23735"/>
                  <a:pt x="1234690" y="22639"/>
                  <a:pt x="1232496" y="20447"/>
                </a:cubicBezTo>
                <a:cubicBezTo>
                  <a:pt x="1230304" y="18255"/>
                  <a:pt x="1229209" y="15586"/>
                  <a:pt x="1229209" y="12440"/>
                </a:cubicBezTo>
                <a:moveTo>
                  <a:pt x="1230926" y="71205"/>
                </a:moveTo>
                <a:cubicBezTo>
                  <a:pt x="1230926" y="65391"/>
                  <a:pt x="1230854" y="59935"/>
                  <a:pt x="1230710" y="54835"/>
                </a:cubicBezTo>
                <a:cubicBezTo>
                  <a:pt x="1230567" y="49734"/>
                  <a:pt x="1230257" y="44610"/>
                  <a:pt x="1229780" y="39463"/>
                </a:cubicBezTo>
                <a:cubicBezTo>
                  <a:pt x="1231115" y="39653"/>
                  <a:pt x="1232688" y="39821"/>
                  <a:pt x="1234499" y="39965"/>
                </a:cubicBezTo>
                <a:cubicBezTo>
                  <a:pt x="1236310" y="40107"/>
                  <a:pt x="1238312" y="40179"/>
                  <a:pt x="1240505" y="40179"/>
                </a:cubicBezTo>
                <a:cubicBezTo>
                  <a:pt x="1244985" y="40179"/>
                  <a:pt x="1248560" y="39940"/>
                  <a:pt x="1251229" y="39463"/>
                </a:cubicBezTo>
                <a:cubicBezTo>
                  <a:pt x="1250752" y="44610"/>
                  <a:pt x="1250441" y="49734"/>
                  <a:pt x="1250297" y="54835"/>
                </a:cubicBezTo>
                <a:cubicBezTo>
                  <a:pt x="1250154" y="59935"/>
                  <a:pt x="1250083" y="65391"/>
                  <a:pt x="1250083" y="71205"/>
                </a:cubicBezTo>
                <a:lnTo>
                  <a:pt x="1250083" y="76925"/>
                </a:lnTo>
                <a:cubicBezTo>
                  <a:pt x="1250083" y="82739"/>
                  <a:pt x="1250154" y="88219"/>
                  <a:pt x="1250297" y="93367"/>
                </a:cubicBezTo>
                <a:cubicBezTo>
                  <a:pt x="1250441" y="98514"/>
                  <a:pt x="1250752" y="103471"/>
                  <a:pt x="1251229" y="108237"/>
                </a:cubicBezTo>
                <a:cubicBezTo>
                  <a:pt x="1249989" y="108047"/>
                  <a:pt x="1248440" y="107951"/>
                  <a:pt x="1246582" y="107951"/>
                </a:cubicBezTo>
                <a:cubicBezTo>
                  <a:pt x="1244723" y="107951"/>
                  <a:pt x="1242697" y="107951"/>
                  <a:pt x="1240505" y="107951"/>
                </a:cubicBezTo>
                <a:cubicBezTo>
                  <a:pt x="1238312" y="107951"/>
                  <a:pt x="1236310" y="107951"/>
                  <a:pt x="1234499" y="107951"/>
                </a:cubicBezTo>
                <a:cubicBezTo>
                  <a:pt x="1232688" y="107951"/>
                  <a:pt x="1231115" y="108047"/>
                  <a:pt x="1229780" y="108237"/>
                </a:cubicBezTo>
                <a:cubicBezTo>
                  <a:pt x="1230257" y="103471"/>
                  <a:pt x="1230567" y="98514"/>
                  <a:pt x="1230710" y="93367"/>
                </a:cubicBezTo>
                <a:cubicBezTo>
                  <a:pt x="1230854" y="88219"/>
                  <a:pt x="1230926" y="82739"/>
                  <a:pt x="1230926" y="76925"/>
                </a:cubicBezTo>
                <a:lnTo>
                  <a:pt x="1230926" y="71205"/>
                </a:lnTo>
                <a:close/>
                <a:moveTo>
                  <a:pt x="1313996" y="70491"/>
                </a:moveTo>
                <a:cubicBezTo>
                  <a:pt x="1313996" y="62102"/>
                  <a:pt x="1312948" y="55596"/>
                  <a:pt x="1310850" y="50974"/>
                </a:cubicBezTo>
                <a:cubicBezTo>
                  <a:pt x="1308753" y="46350"/>
                  <a:pt x="1305274" y="44038"/>
                  <a:pt x="1300413" y="44038"/>
                </a:cubicBezTo>
                <a:cubicBezTo>
                  <a:pt x="1296028" y="44038"/>
                  <a:pt x="1292572" y="46612"/>
                  <a:pt x="1290045" y="51759"/>
                </a:cubicBezTo>
                <a:cubicBezTo>
                  <a:pt x="1287520" y="56906"/>
                  <a:pt x="1286258" y="64961"/>
                  <a:pt x="1286258" y="75924"/>
                </a:cubicBezTo>
                <a:cubicBezTo>
                  <a:pt x="1286258" y="79926"/>
                  <a:pt x="1286496" y="83644"/>
                  <a:pt x="1286971" y="87077"/>
                </a:cubicBezTo>
                <a:cubicBezTo>
                  <a:pt x="1287448" y="90508"/>
                  <a:pt x="1288235" y="93487"/>
                  <a:pt x="1289332" y="96013"/>
                </a:cubicBezTo>
                <a:cubicBezTo>
                  <a:pt x="1290429" y="98538"/>
                  <a:pt x="1291858" y="100516"/>
                  <a:pt x="1293621" y="101947"/>
                </a:cubicBezTo>
                <a:cubicBezTo>
                  <a:pt x="1295386" y="103377"/>
                  <a:pt x="1297602" y="104092"/>
                  <a:pt x="1300271" y="104092"/>
                </a:cubicBezTo>
                <a:cubicBezTo>
                  <a:pt x="1309421" y="104092"/>
                  <a:pt x="1313996" y="92892"/>
                  <a:pt x="1313996" y="70491"/>
                </a:cubicBezTo>
                <a:moveTo>
                  <a:pt x="1265097" y="75780"/>
                </a:moveTo>
                <a:cubicBezTo>
                  <a:pt x="1265097" y="69393"/>
                  <a:pt x="1266074" y="63817"/>
                  <a:pt x="1268028" y="59053"/>
                </a:cubicBezTo>
                <a:cubicBezTo>
                  <a:pt x="1269982" y="54286"/>
                  <a:pt x="1272580" y="50307"/>
                  <a:pt x="1275821" y="47114"/>
                </a:cubicBezTo>
                <a:cubicBezTo>
                  <a:pt x="1279061" y="43920"/>
                  <a:pt x="1282802" y="41537"/>
                  <a:pt x="1287043" y="39965"/>
                </a:cubicBezTo>
                <a:cubicBezTo>
                  <a:pt x="1291286" y="38391"/>
                  <a:pt x="1295647" y="37604"/>
                  <a:pt x="1300127" y="37604"/>
                </a:cubicBezTo>
                <a:cubicBezTo>
                  <a:pt x="1311280" y="37604"/>
                  <a:pt x="1319907" y="40750"/>
                  <a:pt x="1326007" y="47042"/>
                </a:cubicBezTo>
                <a:cubicBezTo>
                  <a:pt x="1332107" y="53333"/>
                  <a:pt x="1335157" y="61864"/>
                  <a:pt x="1335157" y="72636"/>
                </a:cubicBezTo>
                <a:cubicBezTo>
                  <a:pt x="1335157" y="78449"/>
                  <a:pt x="1334299" y="83692"/>
                  <a:pt x="1332582" y="88364"/>
                </a:cubicBezTo>
                <a:cubicBezTo>
                  <a:pt x="1330868" y="93034"/>
                  <a:pt x="1328461" y="97014"/>
                  <a:pt x="1325363" y="100302"/>
                </a:cubicBezTo>
                <a:cubicBezTo>
                  <a:pt x="1322265" y="103591"/>
                  <a:pt x="1318571" y="106045"/>
                  <a:pt x="1314282" y="107666"/>
                </a:cubicBezTo>
                <a:cubicBezTo>
                  <a:pt x="1309993" y="109286"/>
                  <a:pt x="1305275" y="110096"/>
                  <a:pt x="1300127" y="110096"/>
                </a:cubicBezTo>
                <a:cubicBezTo>
                  <a:pt x="1295838" y="110096"/>
                  <a:pt x="1291620" y="109524"/>
                  <a:pt x="1287473" y="108379"/>
                </a:cubicBezTo>
                <a:cubicBezTo>
                  <a:pt x="1283326" y="107236"/>
                  <a:pt x="1279585" y="105306"/>
                  <a:pt x="1276248" y="102591"/>
                </a:cubicBezTo>
                <a:cubicBezTo>
                  <a:pt x="1272913" y="99874"/>
                  <a:pt x="1270221" y="96323"/>
                  <a:pt x="1268172" y="91938"/>
                </a:cubicBezTo>
                <a:cubicBezTo>
                  <a:pt x="1266122" y="87552"/>
                  <a:pt x="1265097" y="82166"/>
                  <a:pt x="1265097" y="75780"/>
                </a:cubicBezTo>
                <a:close/>
                <a:moveTo>
                  <a:pt x="1367759" y="50186"/>
                </a:moveTo>
                <a:cubicBezTo>
                  <a:pt x="1370428" y="46183"/>
                  <a:pt x="1373549" y="43086"/>
                  <a:pt x="1377123" y="40894"/>
                </a:cubicBezTo>
                <a:cubicBezTo>
                  <a:pt x="1380698" y="38701"/>
                  <a:pt x="1384772" y="37604"/>
                  <a:pt x="1389347" y="37604"/>
                </a:cubicBezTo>
                <a:cubicBezTo>
                  <a:pt x="1396497" y="37604"/>
                  <a:pt x="1402002" y="39677"/>
                  <a:pt x="1405862" y="43824"/>
                </a:cubicBezTo>
                <a:cubicBezTo>
                  <a:pt x="1409723" y="47971"/>
                  <a:pt x="1411653" y="54667"/>
                  <a:pt x="1411653" y="63913"/>
                </a:cubicBezTo>
                <a:cubicBezTo>
                  <a:pt x="1411653" y="68774"/>
                  <a:pt x="1411557" y="73064"/>
                  <a:pt x="1411367" y="76781"/>
                </a:cubicBezTo>
                <a:cubicBezTo>
                  <a:pt x="1411176" y="80499"/>
                  <a:pt x="1411081" y="84216"/>
                  <a:pt x="1411081" y="87934"/>
                </a:cubicBezTo>
                <a:cubicBezTo>
                  <a:pt x="1411081" y="90984"/>
                  <a:pt x="1411152" y="94297"/>
                  <a:pt x="1411295" y="97872"/>
                </a:cubicBezTo>
                <a:cubicBezTo>
                  <a:pt x="1411439" y="101445"/>
                  <a:pt x="1411606" y="104901"/>
                  <a:pt x="1411797" y="108237"/>
                </a:cubicBezTo>
                <a:cubicBezTo>
                  <a:pt x="1410557" y="108047"/>
                  <a:pt x="1408984" y="107951"/>
                  <a:pt x="1407078" y="107951"/>
                </a:cubicBezTo>
                <a:cubicBezTo>
                  <a:pt x="1405171" y="107951"/>
                  <a:pt x="1403169" y="107951"/>
                  <a:pt x="1401071" y="107951"/>
                </a:cubicBezTo>
                <a:cubicBezTo>
                  <a:pt x="1398975" y="107951"/>
                  <a:pt x="1396974" y="107951"/>
                  <a:pt x="1395067" y="107951"/>
                </a:cubicBezTo>
                <a:cubicBezTo>
                  <a:pt x="1393160" y="107951"/>
                  <a:pt x="1391587" y="108047"/>
                  <a:pt x="1390348" y="108237"/>
                </a:cubicBezTo>
                <a:cubicBezTo>
                  <a:pt x="1391016" y="103280"/>
                  <a:pt x="1391445" y="97442"/>
                  <a:pt x="1391635" y="90722"/>
                </a:cubicBezTo>
                <a:cubicBezTo>
                  <a:pt x="1391826" y="84003"/>
                  <a:pt x="1391921" y="76306"/>
                  <a:pt x="1391921" y="67631"/>
                </a:cubicBezTo>
                <a:cubicBezTo>
                  <a:pt x="1391921" y="61626"/>
                  <a:pt x="1390897" y="57217"/>
                  <a:pt x="1388847" y="54405"/>
                </a:cubicBezTo>
                <a:cubicBezTo>
                  <a:pt x="1386798" y="51593"/>
                  <a:pt x="1383914" y="50186"/>
                  <a:pt x="1380197" y="50186"/>
                </a:cubicBezTo>
                <a:cubicBezTo>
                  <a:pt x="1375907" y="50186"/>
                  <a:pt x="1372762" y="52045"/>
                  <a:pt x="1370761" y="55763"/>
                </a:cubicBezTo>
                <a:cubicBezTo>
                  <a:pt x="1368759" y="59480"/>
                  <a:pt x="1367759" y="64628"/>
                  <a:pt x="1367759" y="71205"/>
                </a:cubicBezTo>
                <a:lnTo>
                  <a:pt x="1367759" y="76925"/>
                </a:lnTo>
                <a:cubicBezTo>
                  <a:pt x="1367759" y="82739"/>
                  <a:pt x="1367830" y="88219"/>
                  <a:pt x="1367973" y="93367"/>
                </a:cubicBezTo>
                <a:cubicBezTo>
                  <a:pt x="1368115" y="98514"/>
                  <a:pt x="1368425" y="103471"/>
                  <a:pt x="1368902" y="108237"/>
                </a:cubicBezTo>
                <a:cubicBezTo>
                  <a:pt x="1367663" y="108047"/>
                  <a:pt x="1366114" y="107951"/>
                  <a:pt x="1364255" y="107951"/>
                </a:cubicBezTo>
                <a:cubicBezTo>
                  <a:pt x="1362396" y="107951"/>
                  <a:pt x="1360371" y="107951"/>
                  <a:pt x="1358179" y="107951"/>
                </a:cubicBezTo>
                <a:cubicBezTo>
                  <a:pt x="1355985" y="107951"/>
                  <a:pt x="1353983" y="107951"/>
                  <a:pt x="1352173" y="107951"/>
                </a:cubicBezTo>
                <a:cubicBezTo>
                  <a:pt x="1350362" y="107951"/>
                  <a:pt x="1348789" y="108047"/>
                  <a:pt x="1347453" y="108237"/>
                </a:cubicBezTo>
                <a:cubicBezTo>
                  <a:pt x="1347931" y="103471"/>
                  <a:pt x="1348240" y="98514"/>
                  <a:pt x="1348383" y="93367"/>
                </a:cubicBezTo>
                <a:cubicBezTo>
                  <a:pt x="1348527" y="88219"/>
                  <a:pt x="1348599" y="82739"/>
                  <a:pt x="1348599" y="76925"/>
                </a:cubicBezTo>
                <a:lnTo>
                  <a:pt x="1348599" y="71205"/>
                </a:lnTo>
                <a:cubicBezTo>
                  <a:pt x="1348599" y="65391"/>
                  <a:pt x="1348527" y="59935"/>
                  <a:pt x="1348383" y="54835"/>
                </a:cubicBezTo>
                <a:cubicBezTo>
                  <a:pt x="1348240" y="49734"/>
                  <a:pt x="1347931" y="44610"/>
                  <a:pt x="1347453" y="39463"/>
                </a:cubicBezTo>
                <a:cubicBezTo>
                  <a:pt x="1349170" y="39653"/>
                  <a:pt x="1350862" y="39821"/>
                  <a:pt x="1352530" y="39965"/>
                </a:cubicBezTo>
                <a:cubicBezTo>
                  <a:pt x="1354199" y="40107"/>
                  <a:pt x="1355890" y="40179"/>
                  <a:pt x="1357605" y="40179"/>
                </a:cubicBezTo>
                <a:cubicBezTo>
                  <a:pt x="1359321" y="40179"/>
                  <a:pt x="1361014" y="40107"/>
                  <a:pt x="1362682" y="39965"/>
                </a:cubicBezTo>
                <a:cubicBezTo>
                  <a:pt x="1364350" y="39821"/>
                  <a:pt x="1366138" y="39653"/>
                  <a:pt x="1368045" y="39463"/>
                </a:cubicBezTo>
                <a:lnTo>
                  <a:pt x="1367471" y="50186"/>
                </a:lnTo>
                <a:lnTo>
                  <a:pt x="1367759" y="50186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Matrix(T">
            <a:extLst xmlns:a="http://schemas.openxmlformats.org/drawingml/2006/main">
              <a:ext uri="{FF2B5EF4-FFF2-40B4-BE49-F238E27FC236}">
                <a16:creationId xmlns:a16="http://schemas.microsoft.com/office/drawing/2014/main" id="{ED8346E4-F38E-4F33-AF51-B7D7A8D1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238" y="2697446"/>
            <a:ext cx="571924" cy="126393"/>
          </a:xfrm>
          <a:custGeom xmlns:a="http://schemas.openxmlformats.org/drawingml/2006/main">
            <a:pathLst>
              <a:path w="571924" h="126393">
                <a:moveTo>
                  <a:pt x="19160" y="42607"/>
                </a:moveTo>
                <a:cubicBezTo>
                  <a:pt x="17634" y="53569"/>
                  <a:pt x="16489" y="64388"/>
                  <a:pt x="15726" y="75064"/>
                </a:cubicBezTo>
                <a:cubicBezTo>
                  <a:pt x="14964" y="85740"/>
                  <a:pt x="14202" y="96416"/>
                  <a:pt x="13439" y="107092"/>
                </a:cubicBezTo>
                <a:cubicBezTo>
                  <a:pt x="12296" y="106901"/>
                  <a:pt x="11152" y="106806"/>
                  <a:pt x="10008" y="106806"/>
                </a:cubicBezTo>
                <a:cubicBezTo>
                  <a:pt x="8864" y="106806"/>
                  <a:pt x="7768" y="106806"/>
                  <a:pt x="6720" y="106806"/>
                </a:cubicBezTo>
                <a:cubicBezTo>
                  <a:pt x="5576" y="106806"/>
                  <a:pt x="4457" y="106806"/>
                  <a:pt x="3360" y="106806"/>
                </a:cubicBezTo>
                <a:cubicBezTo>
                  <a:pt x="2263" y="106806"/>
                  <a:pt x="1143" y="106901"/>
                  <a:pt x="0" y="107092"/>
                </a:cubicBezTo>
                <a:cubicBezTo>
                  <a:pt x="3050" y="90697"/>
                  <a:pt x="5766" y="74397"/>
                  <a:pt x="8149" y="58193"/>
                </a:cubicBezTo>
                <a:cubicBezTo>
                  <a:pt x="10533" y="41989"/>
                  <a:pt x="12725" y="25546"/>
                  <a:pt x="14727" y="8864"/>
                </a:cubicBezTo>
                <a:cubicBezTo>
                  <a:pt x="15775" y="9055"/>
                  <a:pt x="16752" y="9222"/>
                  <a:pt x="17657" y="9366"/>
                </a:cubicBezTo>
                <a:cubicBezTo>
                  <a:pt x="18563" y="9509"/>
                  <a:pt x="19540" y="9580"/>
                  <a:pt x="20589" y="9580"/>
                </a:cubicBezTo>
                <a:cubicBezTo>
                  <a:pt x="21447" y="9580"/>
                  <a:pt x="22352" y="9509"/>
                  <a:pt x="23305" y="9366"/>
                </a:cubicBezTo>
                <a:cubicBezTo>
                  <a:pt x="24258" y="9222"/>
                  <a:pt x="25258" y="9055"/>
                  <a:pt x="26307" y="8864"/>
                </a:cubicBezTo>
                <a:cubicBezTo>
                  <a:pt x="28882" y="14583"/>
                  <a:pt x="31575" y="20398"/>
                  <a:pt x="34386" y="26307"/>
                </a:cubicBezTo>
                <a:cubicBezTo>
                  <a:pt x="37198" y="32217"/>
                  <a:pt x="40009" y="38103"/>
                  <a:pt x="42821" y="43966"/>
                </a:cubicBezTo>
                <a:cubicBezTo>
                  <a:pt x="45634" y="49828"/>
                  <a:pt x="48446" y="55571"/>
                  <a:pt x="51257" y="61195"/>
                </a:cubicBezTo>
                <a:cubicBezTo>
                  <a:pt x="54070" y="66819"/>
                  <a:pt x="56763" y="72157"/>
                  <a:pt x="59336" y="77209"/>
                </a:cubicBezTo>
                <a:cubicBezTo>
                  <a:pt x="65055" y="66533"/>
                  <a:pt x="70750" y="55357"/>
                  <a:pt x="76421" y="43680"/>
                </a:cubicBezTo>
                <a:cubicBezTo>
                  <a:pt x="82094" y="32004"/>
                  <a:pt x="87504" y="20398"/>
                  <a:pt x="92651" y="8864"/>
                </a:cubicBezTo>
                <a:cubicBezTo>
                  <a:pt x="95033" y="9341"/>
                  <a:pt x="97083" y="9580"/>
                  <a:pt x="98799" y="9580"/>
                </a:cubicBezTo>
                <a:cubicBezTo>
                  <a:pt x="100419" y="9580"/>
                  <a:pt x="102421" y="9341"/>
                  <a:pt x="104805" y="8864"/>
                </a:cubicBezTo>
                <a:cubicBezTo>
                  <a:pt x="105758" y="17062"/>
                  <a:pt x="106782" y="25879"/>
                  <a:pt x="107877" y="35315"/>
                </a:cubicBezTo>
                <a:cubicBezTo>
                  <a:pt x="108974" y="44752"/>
                  <a:pt x="110047" y="53974"/>
                  <a:pt x="111095" y="62982"/>
                </a:cubicBezTo>
                <a:cubicBezTo>
                  <a:pt x="112144" y="71989"/>
                  <a:pt x="113193" y="80401"/>
                  <a:pt x="114241" y="88218"/>
                </a:cubicBezTo>
                <a:cubicBezTo>
                  <a:pt x="115290" y="96034"/>
                  <a:pt x="116243" y="102325"/>
                  <a:pt x="117101" y="107092"/>
                </a:cubicBezTo>
                <a:cubicBezTo>
                  <a:pt x="115195" y="106901"/>
                  <a:pt x="113264" y="106806"/>
                  <a:pt x="111309" y="106806"/>
                </a:cubicBezTo>
                <a:cubicBezTo>
                  <a:pt x="109356" y="106806"/>
                  <a:pt x="107426" y="106806"/>
                  <a:pt x="105519" y="106806"/>
                </a:cubicBezTo>
                <a:cubicBezTo>
                  <a:pt x="103613" y="106806"/>
                  <a:pt x="101659" y="106806"/>
                  <a:pt x="99656" y="106806"/>
                </a:cubicBezTo>
                <a:cubicBezTo>
                  <a:pt x="97655" y="106806"/>
                  <a:pt x="95654" y="106901"/>
                  <a:pt x="93652" y="107092"/>
                </a:cubicBezTo>
                <a:cubicBezTo>
                  <a:pt x="93175" y="97274"/>
                  <a:pt x="92388" y="86646"/>
                  <a:pt x="91292" y="75208"/>
                </a:cubicBezTo>
                <a:cubicBezTo>
                  <a:pt x="90197" y="63769"/>
                  <a:pt x="89077" y="52425"/>
                  <a:pt x="87932" y="41178"/>
                </a:cubicBezTo>
                <a:lnTo>
                  <a:pt x="87646" y="41178"/>
                </a:lnTo>
                <a:cubicBezTo>
                  <a:pt x="82214" y="52425"/>
                  <a:pt x="76876" y="63482"/>
                  <a:pt x="71632" y="74349"/>
                </a:cubicBezTo>
                <a:cubicBezTo>
                  <a:pt x="66390" y="85215"/>
                  <a:pt x="61196" y="96129"/>
                  <a:pt x="56048" y="107092"/>
                </a:cubicBezTo>
                <a:cubicBezTo>
                  <a:pt x="55571" y="106997"/>
                  <a:pt x="55118" y="106926"/>
                  <a:pt x="54689" y="106878"/>
                </a:cubicBezTo>
                <a:cubicBezTo>
                  <a:pt x="54260" y="106830"/>
                  <a:pt x="53808" y="106806"/>
                  <a:pt x="53332" y="106806"/>
                </a:cubicBezTo>
                <a:cubicBezTo>
                  <a:pt x="52855" y="106806"/>
                  <a:pt x="52402" y="106830"/>
                  <a:pt x="51973" y="106878"/>
                </a:cubicBezTo>
                <a:cubicBezTo>
                  <a:pt x="51544" y="106926"/>
                  <a:pt x="51091" y="106997"/>
                  <a:pt x="50616" y="107092"/>
                </a:cubicBezTo>
                <a:cubicBezTo>
                  <a:pt x="45468" y="96416"/>
                  <a:pt x="40344" y="85740"/>
                  <a:pt x="35243" y="75064"/>
                </a:cubicBezTo>
                <a:cubicBezTo>
                  <a:pt x="30144" y="64388"/>
                  <a:pt x="24878" y="53569"/>
                  <a:pt x="19446" y="42607"/>
                </a:cubicBezTo>
                <a:lnTo>
                  <a:pt x="19160" y="42607"/>
                </a:lnTo>
                <a:close/>
                <a:moveTo>
                  <a:pt x="164285" y="85360"/>
                </a:moveTo>
                <a:cubicBezTo>
                  <a:pt x="164285" y="81261"/>
                  <a:pt x="164309" y="78139"/>
                  <a:pt x="164357" y="75994"/>
                </a:cubicBezTo>
                <a:cubicBezTo>
                  <a:pt x="164405" y="73848"/>
                  <a:pt x="164429" y="71965"/>
                  <a:pt x="164429" y="70345"/>
                </a:cubicBezTo>
                <a:cubicBezTo>
                  <a:pt x="162426" y="71490"/>
                  <a:pt x="160305" y="72420"/>
                  <a:pt x="158065" y="73136"/>
                </a:cubicBezTo>
                <a:cubicBezTo>
                  <a:pt x="155825" y="73850"/>
                  <a:pt x="153775" y="74755"/>
                  <a:pt x="151917" y="75852"/>
                </a:cubicBezTo>
                <a:cubicBezTo>
                  <a:pt x="150058" y="76947"/>
                  <a:pt x="148533" y="78448"/>
                  <a:pt x="147342" y="80355"/>
                </a:cubicBezTo>
                <a:cubicBezTo>
                  <a:pt x="146150" y="82262"/>
                  <a:pt x="145555" y="85026"/>
                  <a:pt x="145555" y="88648"/>
                </a:cubicBezTo>
                <a:cubicBezTo>
                  <a:pt x="145555" y="92175"/>
                  <a:pt x="146294" y="94868"/>
                  <a:pt x="147771" y="96726"/>
                </a:cubicBezTo>
                <a:cubicBezTo>
                  <a:pt x="149249" y="98585"/>
                  <a:pt x="151226" y="99515"/>
                  <a:pt x="153703" y="99515"/>
                </a:cubicBezTo>
                <a:cubicBezTo>
                  <a:pt x="156849" y="99515"/>
                  <a:pt x="159399" y="98323"/>
                  <a:pt x="161353" y="95941"/>
                </a:cubicBezTo>
                <a:cubicBezTo>
                  <a:pt x="163307" y="93557"/>
                  <a:pt x="164285" y="90030"/>
                  <a:pt x="164285" y="85360"/>
                </a:cubicBezTo>
                <a:moveTo>
                  <a:pt x="130398" y="46468"/>
                </a:moveTo>
                <a:cubicBezTo>
                  <a:pt x="134402" y="43228"/>
                  <a:pt x="138716" y="40749"/>
                  <a:pt x="143338" y="39033"/>
                </a:cubicBezTo>
                <a:cubicBezTo>
                  <a:pt x="147962" y="37317"/>
                  <a:pt x="152561" y="36459"/>
                  <a:pt x="157135" y="36459"/>
                </a:cubicBezTo>
                <a:cubicBezTo>
                  <a:pt x="160949" y="36459"/>
                  <a:pt x="164452" y="36888"/>
                  <a:pt x="167645" y="37746"/>
                </a:cubicBezTo>
                <a:cubicBezTo>
                  <a:pt x="170839" y="38604"/>
                  <a:pt x="173603" y="39963"/>
                  <a:pt x="175937" y="41821"/>
                </a:cubicBezTo>
                <a:cubicBezTo>
                  <a:pt x="178273" y="43680"/>
                  <a:pt x="180084" y="46087"/>
                  <a:pt x="181370" y="49043"/>
                </a:cubicBezTo>
                <a:cubicBezTo>
                  <a:pt x="182657" y="51997"/>
                  <a:pt x="183301" y="55571"/>
                  <a:pt x="183301" y="59766"/>
                </a:cubicBezTo>
                <a:cubicBezTo>
                  <a:pt x="183301" y="65866"/>
                  <a:pt x="183229" y="71514"/>
                  <a:pt x="183087" y="76709"/>
                </a:cubicBezTo>
                <a:cubicBezTo>
                  <a:pt x="182944" y="81903"/>
                  <a:pt x="182873" y="87074"/>
                  <a:pt x="182873" y="92221"/>
                </a:cubicBezTo>
                <a:cubicBezTo>
                  <a:pt x="182873" y="94509"/>
                  <a:pt x="183040" y="96297"/>
                  <a:pt x="183373" y="97584"/>
                </a:cubicBezTo>
                <a:cubicBezTo>
                  <a:pt x="183707" y="98871"/>
                  <a:pt x="184207" y="99848"/>
                  <a:pt x="184874" y="100516"/>
                </a:cubicBezTo>
                <a:cubicBezTo>
                  <a:pt x="185541" y="101182"/>
                  <a:pt x="186423" y="101611"/>
                  <a:pt x="187518" y="101801"/>
                </a:cubicBezTo>
                <a:cubicBezTo>
                  <a:pt x="188615" y="101992"/>
                  <a:pt x="189878" y="102087"/>
                  <a:pt x="191307" y="102087"/>
                </a:cubicBezTo>
                <a:lnTo>
                  <a:pt x="191307" y="105519"/>
                </a:lnTo>
                <a:cubicBezTo>
                  <a:pt x="188544" y="106663"/>
                  <a:pt x="186209" y="107522"/>
                  <a:pt x="184302" y="108093"/>
                </a:cubicBezTo>
                <a:cubicBezTo>
                  <a:pt x="182395" y="108665"/>
                  <a:pt x="180346" y="108951"/>
                  <a:pt x="178154" y="108951"/>
                </a:cubicBezTo>
                <a:cubicBezTo>
                  <a:pt x="174627" y="108951"/>
                  <a:pt x="171767" y="108093"/>
                  <a:pt x="169575" y="106378"/>
                </a:cubicBezTo>
                <a:cubicBezTo>
                  <a:pt x="167384" y="104662"/>
                  <a:pt x="165715" y="102184"/>
                  <a:pt x="164571" y="98943"/>
                </a:cubicBezTo>
                <a:cubicBezTo>
                  <a:pt x="162379" y="101993"/>
                  <a:pt x="159829" y="104424"/>
                  <a:pt x="156921" y="106234"/>
                </a:cubicBezTo>
                <a:cubicBezTo>
                  <a:pt x="154014" y="108045"/>
                  <a:pt x="150368" y="108951"/>
                  <a:pt x="145984" y="108951"/>
                </a:cubicBezTo>
                <a:cubicBezTo>
                  <a:pt x="142361" y="108951"/>
                  <a:pt x="139263" y="108474"/>
                  <a:pt x="136688" y="107519"/>
                </a:cubicBezTo>
                <a:cubicBezTo>
                  <a:pt x="134115" y="106567"/>
                  <a:pt x="131995" y="105209"/>
                  <a:pt x="130326" y="103446"/>
                </a:cubicBezTo>
                <a:cubicBezTo>
                  <a:pt x="128658" y="101682"/>
                  <a:pt x="127443" y="99680"/>
                  <a:pt x="126681" y="97440"/>
                </a:cubicBezTo>
                <a:cubicBezTo>
                  <a:pt x="125919" y="95200"/>
                  <a:pt x="125537" y="92936"/>
                  <a:pt x="125537" y="90648"/>
                </a:cubicBezTo>
                <a:cubicBezTo>
                  <a:pt x="125537" y="87504"/>
                  <a:pt x="126038" y="84787"/>
                  <a:pt x="127038" y="82499"/>
                </a:cubicBezTo>
                <a:cubicBezTo>
                  <a:pt x="128039" y="80212"/>
                  <a:pt x="129469" y="78257"/>
                  <a:pt x="131328" y="76637"/>
                </a:cubicBezTo>
                <a:cubicBezTo>
                  <a:pt x="133187" y="75017"/>
                  <a:pt x="135402" y="73658"/>
                  <a:pt x="137975" y="72562"/>
                </a:cubicBezTo>
                <a:cubicBezTo>
                  <a:pt x="140550" y="71465"/>
                  <a:pt x="143457" y="70536"/>
                  <a:pt x="146698" y="69773"/>
                </a:cubicBezTo>
                <a:cubicBezTo>
                  <a:pt x="150702" y="68821"/>
                  <a:pt x="153871" y="67987"/>
                  <a:pt x="156206" y="67273"/>
                </a:cubicBezTo>
                <a:cubicBezTo>
                  <a:pt x="158542" y="66558"/>
                  <a:pt x="160281" y="65843"/>
                  <a:pt x="161425" y="65129"/>
                </a:cubicBezTo>
                <a:cubicBezTo>
                  <a:pt x="162569" y="64413"/>
                  <a:pt x="163308" y="63626"/>
                  <a:pt x="163641" y="62768"/>
                </a:cubicBezTo>
                <a:cubicBezTo>
                  <a:pt x="163976" y="61910"/>
                  <a:pt x="164143" y="60861"/>
                  <a:pt x="164143" y="59622"/>
                </a:cubicBezTo>
                <a:cubicBezTo>
                  <a:pt x="164143" y="56191"/>
                  <a:pt x="162927" y="53260"/>
                  <a:pt x="160495" y="50830"/>
                </a:cubicBezTo>
                <a:cubicBezTo>
                  <a:pt x="158065" y="48398"/>
                  <a:pt x="154705" y="47182"/>
                  <a:pt x="150416" y="47182"/>
                </a:cubicBezTo>
                <a:cubicBezTo>
                  <a:pt x="148795" y="47182"/>
                  <a:pt x="147127" y="47396"/>
                  <a:pt x="145411" y="47825"/>
                </a:cubicBezTo>
                <a:cubicBezTo>
                  <a:pt x="143696" y="48254"/>
                  <a:pt x="142052" y="48851"/>
                  <a:pt x="140478" y="49614"/>
                </a:cubicBezTo>
                <a:cubicBezTo>
                  <a:pt x="138906" y="50377"/>
                  <a:pt x="137476" y="51211"/>
                  <a:pt x="136189" y="52117"/>
                </a:cubicBezTo>
                <a:cubicBezTo>
                  <a:pt x="134903" y="53022"/>
                  <a:pt x="133926" y="53998"/>
                  <a:pt x="133259" y="55047"/>
                </a:cubicBezTo>
                <a:lnTo>
                  <a:pt x="132257" y="55047"/>
                </a:lnTo>
                <a:lnTo>
                  <a:pt x="130398" y="46468"/>
                </a:lnTo>
                <a:close/>
                <a:moveTo>
                  <a:pt x="238777" y="39033"/>
                </a:moveTo>
                <a:cubicBezTo>
                  <a:pt x="238492" y="40463"/>
                  <a:pt x="238350" y="41749"/>
                  <a:pt x="238350" y="42893"/>
                </a:cubicBezTo>
                <a:cubicBezTo>
                  <a:pt x="238350" y="44132"/>
                  <a:pt x="238492" y="45324"/>
                  <a:pt x="238777" y="46468"/>
                </a:cubicBezTo>
                <a:lnTo>
                  <a:pt x="226195" y="46183"/>
                </a:lnTo>
                <a:cubicBezTo>
                  <a:pt x="226005" y="48374"/>
                  <a:pt x="225838" y="50900"/>
                  <a:pt x="225696" y="53760"/>
                </a:cubicBezTo>
                <a:cubicBezTo>
                  <a:pt x="225553" y="56619"/>
                  <a:pt x="225458" y="59527"/>
                  <a:pt x="225410" y="62482"/>
                </a:cubicBezTo>
                <a:cubicBezTo>
                  <a:pt x="225362" y="65436"/>
                  <a:pt x="225314" y="68296"/>
                  <a:pt x="225266" y="71061"/>
                </a:cubicBezTo>
                <a:cubicBezTo>
                  <a:pt x="225218" y="73826"/>
                  <a:pt x="225194" y="76161"/>
                  <a:pt x="225194" y="78066"/>
                </a:cubicBezTo>
                <a:cubicBezTo>
                  <a:pt x="225194" y="83023"/>
                  <a:pt x="225313" y="87027"/>
                  <a:pt x="225552" y="90077"/>
                </a:cubicBezTo>
                <a:cubicBezTo>
                  <a:pt x="225790" y="93127"/>
                  <a:pt x="226195" y="95462"/>
                  <a:pt x="226767" y="97084"/>
                </a:cubicBezTo>
                <a:cubicBezTo>
                  <a:pt x="227340" y="98705"/>
                  <a:pt x="228150" y="99800"/>
                  <a:pt x="229198" y="100372"/>
                </a:cubicBezTo>
                <a:cubicBezTo>
                  <a:pt x="230246" y="100944"/>
                  <a:pt x="231581" y="101230"/>
                  <a:pt x="233201" y="101230"/>
                </a:cubicBezTo>
                <a:cubicBezTo>
                  <a:pt x="235013" y="101230"/>
                  <a:pt x="236348" y="101110"/>
                  <a:pt x="237204" y="100872"/>
                </a:cubicBezTo>
                <a:cubicBezTo>
                  <a:pt x="238063" y="100633"/>
                  <a:pt x="238921" y="100276"/>
                  <a:pt x="239779" y="99800"/>
                </a:cubicBezTo>
                <a:lnTo>
                  <a:pt x="239779" y="105663"/>
                </a:lnTo>
                <a:cubicBezTo>
                  <a:pt x="237872" y="106521"/>
                  <a:pt x="235489" y="107283"/>
                  <a:pt x="232629" y="107949"/>
                </a:cubicBezTo>
                <a:cubicBezTo>
                  <a:pt x="229770" y="108617"/>
                  <a:pt x="226958" y="108951"/>
                  <a:pt x="224195" y="108951"/>
                </a:cubicBezTo>
                <a:cubicBezTo>
                  <a:pt x="212089" y="108951"/>
                  <a:pt x="206036" y="101707"/>
                  <a:pt x="206036" y="87219"/>
                </a:cubicBezTo>
                <a:cubicBezTo>
                  <a:pt x="206036" y="84454"/>
                  <a:pt x="206084" y="81332"/>
                  <a:pt x="206178" y="77852"/>
                </a:cubicBezTo>
                <a:cubicBezTo>
                  <a:pt x="206274" y="74373"/>
                  <a:pt x="206393" y="70799"/>
                  <a:pt x="206536" y="67129"/>
                </a:cubicBezTo>
                <a:cubicBezTo>
                  <a:pt x="206679" y="63460"/>
                  <a:pt x="206797" y="59837"/>
                  <a:pt x="206892" y="56262"/>
                </a:cubicBezTo>
                <a:cubicBezTo>
                  <a:pt x="206988" y="52687"/>
                  <a:pt x="207036" y="49374"/>
                  <a:pt x="207036" y="46324"/>
                </a:cubicBezTo>
                <a:lnTo>
                  <a:pt x="197028" y="46468"/>
                </a:lnTo>
                <a:cubicBezTo>
                  <a:pt x="197313" y="45324"/>
                  <a:pt x="197456" y="44132"/>
                  <a:pt x="197456" y="42893"/>
                </a:cubicBezTo>
                <a:cubicBezTo>
                  <a:pt x="197456" y="41749"/>
                  <a:pt x="197313" y="40463"/>
                  <a:pt x="197028" y="39033"/>
                </a:cubicBezTo>
                <a:lnTo>
                  <a:pt x="207036" y="39463"/>
                </a:lnTo>
                <a:cubicBezTo>
                  <a:pt x="207036" y="36507"/>
                  <a:pt x="206988" y="33743"/>
                  <a:pt x="206892" y="31170"/>
                </a:cubicBezTo>
                <a:cubicBezTo>
                  <a:pt x="206797" y="28596"/>
                  <a:pt x="206655" y="25498"/>
                  <a:pt x="206464" y="21876"/>
                </a:cubicBezTo>
                <a:cubicBezTo>
                  <a:pt x="209801" y="20541"/>
                  <a:pt x="213089" y="19134"/>
                  <a:pt x="216330" y="17657"/>
                </a:cubicBezTo>
                <a:cubicBezTo>
                  <a:pt x="219570" y="16179"/>
                  <a:pt x="222812" y="14630"/>
                  <a:pt x="226054" y="13010"/>
                </a:cubicBezTo>
                <a:lnTo>
                  <a:pt x="227483" y="14011"/>
                </a:lnTo>
                <a:cubicBezTo>
                  <a:pt x="227292" y="15537"/>
                  <a:pt x="227125" y="17324"/>
                  <a:pt x="226981" y="19374"/>
                </a:cubicBezTo>
                <a:cubicBezTo>
                  <a:pt x="226838" y="21423"/>
                  <a:pt x="226696" y="23568"/>
                  <a:pt x="226553" y="25808"/>
                </a:cubicBezTo>
                <a:cubicBezTo>
                  <a:pt x="226411" y="28047"/>
                  <a:pt x="226315" y="30335"/>
                  <a:pt x="226267" y="32671"/>
                </a:cubicBezTo>
                <a:cubicBezTo>
                  <a:pt x="226219" y="35006"/>
                  <a:pt x="226195" y="37222"/>
                  <a:pt x="226195" y="39319"/>
                </a:cubicBezTo>
                <a:lnTo>
                  <a:pt x="238777" y="39033"/>
                </a:lnTo>
                <a:close/>
                <a:moveTo>
                  <a:pt x="269377" y="56048"/>
                </a:moveTo>
                <a:cubicBezTo>
                  <a:pt x="271855" y="49471"/>
                  <a:pt x="274857" y="44634"/>
                  <a:pt x="278383" y="41536"/>
                </a:cubicBezTo>
                <a:cubicBezTo>
                  <a:pt x="281910" y="38437"/>
                  <a:pt x="286105" y="36888"/>
                  <a:pt x="290967" y="36888"/>
                </a:cubicBezTo>
                <a:cubicBezTo>
                  <a:pt x="291443" y="36888"/>
                  <a:pt x="291847" y="36912"/>
                  <a:pt x="292180" y="36960"/>
                </a:cubicBezTo>
                <a:cubicBezTo>
                  <a:pt x="292515" y="37007"/>
                  <a:pt x="292873" y="37030"/>
                  <a:pt x="293254" y="37030"/>
                </a:cubicBezTo>
                <a:cubicBezTo>
                  <a:pt x="292967" y="38460"/>
                  <a:pt x="292753" y="39986"/>
                  <a:pt x="292610" y="41608"/>
                </a:cubicBezTo>
                <a:cubicBezTo>
                  <a:pt x="292467" y="43228"/>
                  <a:pt x="292396" y="45134"/>
                  <a:pt x="292396" y="47326"/>
                </a:cubicBezTo>
                <a:lnTo>
                  <a:pt x="292396" y="51901"/>
                </a:lnTo>
                <a:cubicBezTo>
                  <a:pt x="292396" y="52663"/>
                  <a:pt x="292396" y="53473"/>
                  <a:pt x="292396" y="54331"/>
                </a:cubicBezTo>
                <a:cubicBezTo>
                  <a:pt x="292396" y="55189"/>
                  <a:pt x="292443" y="56000"/>
                  <a:pt x="292538" y="56762"/>
                </a:cubicBezTo>
                <a:lnTo>
                  <a:pt x="291253" y="57907"/>
                </a:lnTo>
                <a:cubicBezTo>
                  <a:pt x="290299" y="57334"/>
                  <a:pt x="289226" y="56857"/>
                  <a:pt x="288035" y="56476"/>
                </a:cubicBezTo>
                <a:cubicBezTo>
                  <a:pt x="286844" y="56095"/>
                  <a:pt x="285485" y="55904"/>
                  <a:pt x="283960" y="55904"/>
                </a:cubicBezTo>
                <a:cubicBezTo>
                  <a:pt x="279670" y="55904"/>
                  <a:pt x="276286" y="57311"/>
                  <a:pt x="273808" y="60124"/>
                </a:cubicBezTo>
                <a:cubicBezTo>
                  <a:pt x="271330" y="62935"/>
                  <a:pt x="270090" y="66247"/>
                  <a:pt x="270090" y="70059"/>
                </a:cubicBezTo>
                <a:lnTo>
                  <a:pt x="270090" y="75780"/>
                </a:lnTo>
                <a:cubicBezTo>
                  <a:pt x="270090" y="81593"/>
                  <a:pt x="270162" y="87074"/>
                  <a:pt x="270304" y="92221"/>
                </a:cubicBezTo>
                <a:cubicBezTo>
                  <a:pt x="270448" y="97369"/>
                  <a:pt x="270759" y="102325"/>
                  <a:pt x="271236" y="107092"/>
                </a:cubicBezTo>
                <a:cubicBezTo>
                  <a:pt x="269997" y="106901"/>
                  <a:pt x="268448" y="106806"/>
                  <a:pt x="266589" y="106806"/>
                </a:cubicBezTo>
                <a:cubicBezTo>
                  <a:pt x="264730" y="106806"/>
                  <a:pt x="262704" y="106806"/>
                  <a:pt x="260510" y="106806"/>
                </a:cubicBezTo>
                <a:cubicBezTo>
                  <a:pt x="258319" y="106806"/>
                  <a:pt x="256317" y="106806"/>
                  <a:pt x="254506" y="106806"/>
                </a:cubicBezTo>
                <a:cubicBezTo>
                  <a:pt x="252696" y="106806"/>
                  <a:pt x="251122" y="106901"/>
                  <a:pt x="249787" y="107092"/>
                </a:cubicBezTo>
                <a:cubicBezTo>
                  <a:pt x="250264" y="102325"/>
                  <a:pt x="250574" y="97369"/>
                  <a:pt x="250717" y="92221"/>
                </a:cubicBezTo>
                <a:cubicBezTo>
                  <a:pt x="250859" y="87074"/>
                  <a:pt x="250931" y="81593"/>
                  <a:pt x="250931" y="75780"/>
                </a:cubicBezTo>
                <a:lnTo>
                  <a:pt x="250931" y="70059"/>
                </a:lnTo>
                <a:cubicBezTo>
                  <a:pt x="250931" y="64246"/>
                  <a:pt x="250859" y="58789"/>
                  <a:pt x="250717" y="53690"/>
                </a:cubicBezTo>
                <a:cubicBezTo>
                  <a:pt x="250574" y="48589"/>
                  <a:pt x="250264" y="43465"/>
                  <a:pt x="249787" y="38317"/>
                </a:cubicBezTo>
                <a:cubicBezTo>
                  <a:pt x="251408" y="38508"/>
                  <a:pt x="253052" y="38675"/>
                  <a:pt x="254720" y="38819"/>
                </a:cubicBezTo>
                <a:cubicBezTo>
                  <a:pt x="256388" y="38962"/>
                  <a:pt x="258033" y="39033"/>
                  <a:pt x="259653" y="39033"/>
                </a:cubicBezTo>
                <a:cubicBezTo>
                  <a:pt x="261273" y="39033"/>
                  <a:pt x="262918" y="38962"/>
                  <a:pt x="264586" y="38819"/>
                </a:cubicBezTo>
                <a:cubicBezTo>
                  <a:pt x="266254" y="38675"/>
                  <a:pt x="267898" y="38508"/>
                  <a:pt x="269519" y="38317"/>
                </a:cubicBezTo>
                <a:lnTo>
                  <a:pt x="269091" y="55763"/>
                </a:lnTo>
                <a:lnTo>
                  <a:pt x="269377" y="56048"/>
                </a:lnTo>
                <a:close/>
                <a:moveTo>
                  <a:pt x="305407" y="11295"/>
                </a:moveTo>
                <a:cubicBezTo>
                  <a:pt x="305407" y="8149"/>
                  <a:pt x="306503" y="5480"/>
                  <a:pt x="308695" y="3288"/>
                </a:cubicBezTo>
                <a:cubicBezTo>
                  <a:pt x="310888" y="1096"/>
                  <a:pt x="313558" y="0"/>
                  <a:pt x="316704" y="0"/>
                </a:cubicBezTo>
                <a:cubicBezTo>
                  <a:pt x="319848" y="0"/>
                  <a:pt x="322517" y="1096"/>
                  <a:pt x="324708" y="3288"/>
                </a:cubicBezTo>
                <a:cubicBezTo>
                  <a:pt x="326902" y="5480"/>
                  <a:pt x="327998" y="8149"/>
                  <a:pt x="327998" y="11295"/>
                </a:cubicBezTo>
                <a:cubicBezTo>
                  <a:pt x="327998" y="14441"/>
                  <a:pt x="326902" y="17110"/>
                  <a:pt x="324708" y="19302"/>
                </a:cubicBezTo>
                <a:cubicBezTo>
                  <a:pt x="322517" y="21494"/>
                  <a:pt x="319848" y="22590"/>
                  <a:pt x="316704" y="22590"/>
                </a:cubicBezTo>
                <a:cubicBezTo>
                  <a:pt x="313558" y="22590"/>
                  <a:pt x="310888" y="21494"/>
                  <a:pt x="308695" y="19302"/>
                </a:cubicBezTo>
                <a:cubicBezTo>
                  <a:pt x="306503" y="17110"/>
                  <a:pt x="305407" y="14441"/>
                  <a:pt x="305407" y="11295"/>
                </a:cubicBezTo>
                <a:moveTo>
                  <a:pt x="307124" y="70059"/>
                </a:moveTo>
                <a:cubicBezTo>
                  <a:pt x="307124" y="64246"/>
                  <a:pt x="307052" y="58789"/>
                  <a:pt x="306908" y="53690"/>
                </a:cubicBezTo>
                <a:cubicBezTo>
                  <a:pt x="306765" y="48589"/>
                  <a:pt x="306455" y="43465"/>
                  <a:pt x="305978" y="38317"/>
                </a:cubicBezTo>
                <a:cubicBezTo>
                  <a:pt x="307314" y="38508"/>
                  <a:pt x="308887" y="38675"/>
                  <a:pt x="310697" y="38819"/>
                </a:cubicBezTo>
                <a:cubicBezTo>
                  <a:pt x="312508" y="38962"/>
                  <a:pt x="314510" y="39033"/>
                  <a:pt x="316704" y="39033"/>
                </a:cubicBezTo>
                <a:cubicBezTo>
                  <a:pt x="321184" y="39033"/>
                  <a:pt x="324758" y="38795"/>
                  <a:pt x="327427" y="38317"/>
                </a:cubicBezTo>
                <a:cubicBezTo>
                  <a:pt x="326950" y="43465"/>
                  <a:pt x="326639" y="48589"/>
                  <a:pt x="326495" y="53690"/>
                </a:cubicBezTo>
                <a:cubicBezTo>
                  <a:pt x="326353" y="58789"/>
                  <a:pt x="326281" y="64246"/>
                  <a:pt x="326281" y="70059"/>
                </a:cubicBezTo>
                <a:lnTo>
                  <a:pt x="326281" y="75780"/>
                </a:lnTo>
                <a:cubicBezTo>
                  <a:pt x="326281" y="81593"/>
                  <a:pt x="326353" y="87074"/>
                  <a:pt x="326495" y="92221"/>
                </a:cubicBezTo>
                <a:cubicBezTo>
                  <a:pt x="326639" y="97369"/>
                  <a:pt x="326950" y="102325"/>
                  <a:pt x="327427" y="107092"/>
                </a:cubicBezTo>
                <a:cubicBezTo>
                  <a:pt x="326188" y="106901"/>
                  <a:pt x="324639" y="106806"/>
                  <a:pt x="322780" y="106806"/>
                </a:cubicBezTo>
                <a:cubicBezTo>
                  <a:pt x="320921" y="106806"/>
                  <a:pt x="318896" y="106806"/>
                  <a:pt x="316704" y="106806"/>
                </a:cubicBezTo>
                <a:cubicBezTo>
                  <a:pt x="314510" y="106806"/>
                  <a:pt x="312508" y="106806"/>
                  <a:pt x="310697" y="106806"/>
                </a:cubicBezTo>
                <a:cubicBezTo>
                  <a:pt x="308887" y="106806"/>
                  <a:pt x="307314" y="106901"/>
                  <a:pt x="305978" y="107092"/>
                </a:cubicBezTo>
                <a:cubicBezTo>
                  <a:pt x="306455" y="102325"/>
                  <a:pt x="306765" y="97369"/>
                  <a:pt x="306908" y="92221"/>
                </a:cubicBezTo>
                <a:cubicBezTo>
                  <a:pt x="307052" y="87074"/>
                  <a:pt x="307124" y="81593"/>
                  <a:pt x="307124" y="75780"/>
                </a:cubicBezTo>
                <a:lnTo>
                  <a:pt x="307124" y="70059"/>
                </a:lnTo>
                <a:close/>
                <a:moveTo>
                  <a:pt x="367746" y="83215"/>
                </a:moveTo>
                <a:cubicBezTo>
                  <a:pt x="364981" y="87218"/>
                  <a:pt x="362336" y="91245"/>
                  <a:pt x="359809" y="95297"/>
                </a:cubicBezTo>
                <a:cubicBezTo>
                  <a:pt x="357284" y="99348"/>
                  <a:pt x="354878" y="103280"/>
                  <a:pt x="352590" y="107092"/>
                </a:cubicBezTo>
                <a:cubicBezTo>
                  <a:pt x="350683" y="106901"/>
                  <a:pt x="348729" y="106806"/>
                  <a:pt x="346728" y="106806"/>
                </a:cubicBezTo>
                <a:cubicBezTo>
                  <a:pt x="345775" y="106806"/>
                  <a:pt x="344798" y="106806"/>
                  <a:pt x="343795" y="106806"/>
                </a:cubicBezTo>
                <a:cubicBezTo>
                  <a:pt x="342795" y="106806"/>
                  <a:pt x="341628" y="106901"/>
                  <a:pt x="340294" y="107092"/>
                </a:cubicBezTo>
                <a:cubicBezTo>
                  <a:pt x="340961" y="106520"/>
                  <a:pt x="342225" y="105043"/>
                  <a:pt x="344083" y="102661"/>
                </a:cubicBezTo>
                <a:cubicBezTo>
                  <a:pt x="345942" y="100277"/>
                  <a:pt x="347992" y="97536"/>
                  <a:pt x="350231" y="94438"/>
                </a:cubicBezTo>
                <a:cubicBezTo>
                  <a:pt x="352471" y="91340"/>
                  <a:pt x="354759" y="88170"/>
                  <a:pt x="357093" y="84930"/>
                </a:cubicBezTo>
                <a:cubicBezTo>
                  <a:pt x="359429" y="81689"/>
                  <a:pt x="361455" y="78782"/>
                  <a:pt x="363171" y="76207"/>
                </a:cubicBezTo>
                <a:cubicBezTo>
                  <a:pt x="361455" y="73063"/>
                  <a:pt x="359477" y="69608"/>
                  <a:pt x="357237" y="65842"/>
                </a:cubicBezTo>
                <a:cubicBezTo>
                  <a:pt x="354997" y="62076"/>
                  <a:pt x="352804" y="58383"/>
                  <a:pt x="350659" y="54761"/>
                </a:cubicBezTo>
                <a:cubicBezTo>
                  <a:pt x="348515" y="51139"/>
                  <a:pt x="346514" y="47851"/>
                  <a:pt x="344655" y="44895"/>
                </a:cubicBezTo>
                <a:cubicBezTo>
                  <a:pt x="342796" y="41940"/>
                  <a:pt x="341390" y="39747"/>
                  <a:pt x="340436" y="38317"/>
                </a:cubicBezTo>
                <a:cubicBezTo>
                  <a:pt x="342723" y="38508"/>
                  <a:pt x="344868" y="38675"/>
                  <a:pt x="346869" y="38819"/>
                </a:cubicBezTo>
                <a:cubicBezTo>
                  <a:pt x="348872" y="38962"/>
                  <a:pt x="350827" y="39033"/>
                  <a:pt x="352734" y="39033"/>
                </a:cubicBezTo>
                <a:cubicBezTo>
                  <a:pt x="354639" y="39033"/>
                  <a:pt x="356569" y="38962"/>
                  <a:pt x="358522" y="38819"/>
                </a:cubicBezTo>
                <a:cubicBezTo>
                  <a:pt x="360477" y="38675"/>
                  <a:pt x="362408" y="38508"/>
                  <a:pt x="364314" y="38317"/>
                </a:cubicBezTo>
                <a:cubicBezTo>
                  <a:pt x="366316" y="42035"/>
                  <a:pt x="368317" y="45801"/>
                  <a:pt x="370319" y="49614"/>
                </a:cubicBezTo>
                <a:cubicBezTo>
                  <a:pt x="372321" y="53427"/>
                  <a:pt x="374419" y="57239"/>
                  <a:pt x="376611" y="61051"/>
                </a:cubicBezTo>
                <a:cubicBezTo>
                  <a:pt x="379185" y="57048"/>
                  <a:pt x="381735" y="53260"/>
                  <a:pt x="384260" y="49686"/>
                </a:cubicBezTo>
                <a:cubicBezTo>
                  <a:pt x="386786" y="46111"/>
                  <a:pt x="389193" y="42322"/>
                  <a:pt x="391481" y="38317"/>
                </a:cubicBezTo>
                <a:cubicBezTo>
                  <a:pt x="392530" y="38508"/>
                  <a:pt x="393531" y="38675"/>
                  <a:pt x="394483" y="38819"/>
                </a:cubicBezTo>
                <a:cubicBezTo>
                  <a:pt x="395436" y="38962"/>
                  <a:pt x="396437" y="39033"/>
                  <a:pt x="397485" y="39033"/>
                </a:cubicBezTo>
                <a:cubicBezTo>
                  <a:pt x="398534" y="39033"/>
                  <a:pt x="399583" y="38962"/>
                  <a:pt x="400631" y="38819"/>
                </a:cubicBezTo>
                <a:cubicBezTo>
                  <a:pt x="401680" y="38675"/>
                  <a:pt x="402872" y="38508"/>
                  <a:pt x="404207" y="38317"/>
                </a:cubicBezTo>
                <a:cubicBezTo>
                  <a:pt x="403349" y="39366"/>
                  <a:pt x="401991" y="41058"/>
                  <a:pt x="400132" y="43394"/>
                </a:cubicBezTo>
                <a:cubicBezTo>
                  <a:pt x="398273" y="45729"/>
                  <a:pt x="396224" y="48326"/>
                  <a:pt x="393984" y="51187"/>
                </a:cubicBezTo>
                <a:cubicBezTo>
                  <a:pt x="391744" y="54047"/>
                  <a:pt x="389456" y="57002"/>
                  <a:pt x="387120" y="60052"/>
                </a:cubicBezTo>
                <a:cubicBezTo>
                  <a:pt x="384784" y="63102"/>
                  <a:pt x="382711" y="65866"/>
                  <a:pt x="380900" y="68344"/>
                </a:cubicBezTo>
                <a:cubicBezTo>
                  <a:pt x="384714" y="74922"/>
                  <a:pt x="388574" y="81428"/>
                  <a:pt x="392483" y="87862"/>
                </a:cubicBezTo>
                <a:cubicBezTo>
                  <a:pt x="396391" y="94295"/>
                  <a:pt x="400346" y="100705"/>
                  <a:pt x="404349" y="107092"/>
                </a:cubicBezTo>
                <a:cubicBezTo>
                  <a:pt x="402442" y="106901"/>
                  <a:pt x="400488" y="106806"/>
                  <a:pt x="398487" y="106806"/>
                </a:cubicBezTo>
                <a:cubicBezTo>
                  <a:pt x="396485" y="106806"/>
                  <a:pt x="394531" y="106806"/>
                  <a:pt x="392624" y="106806"/>
                </a:cubicBezTo>
                <a:cubicBezTo>
                  <a:pt x="390718" y="106806"/>
                  <a:pt x="388764" y="106806"/>
                  <a:pt x="386762" y="106806"/>
                </a:cubicBezTo>
                <a:cubicBezTo>
                  <a:pt x="384761" y="106806"/>
                  <a:pt x="382807" y="106901"/>
                  <a:pt x="380900" y="107092"/>
                </a:cubicBezTo>
                <a:lnTo>
                  <a:pt x="367746" y="83215"/>
                </a:lnTo>
                <a:close/>
                <a:moveTo>
                  <a:pt x="492998" y="10723"/>
                </a:moveTo>
                <a:cubicBezTo>
                  <a:pt x="489567" y="14631"/>
                  <a:pt x="486683" y="18611"/>
                  <a:pt x="484347" y="22661"/>
                </a:cubicBezTo>
                <a:cubicBezTo>
                  <a:pt x="482013" y="26712"/>
                  <a:pt x="480131" y="31049"/>
                  <a:pt x="478701" y="35673"/>
                </a:cubicBezTo>
                <a:cubicBezTo>
                  <a:pt x="477271" y="40296"/>
                  <a:pt x="476247" y="45300"/>
                  <a:pt x="475627" y="50686"/>
                </a:cubicBezTo>
                <a:cubicBezTo>
                  <a:pt x="475007" y="56072"/>
                  <a:pt x="474698" y="62053"/>
                  <a:pt x="474698" y="68630"/>
                </a:cubicBezTo>
                <a:cubicBezTo>
                  <a:pt x="474698" y="79878"/>
                  <a:pt x="476055" y="89815"/>
                  <a:pt x="478771" y="98441"/>
                </a:cubicBezTo>
                <a:cubicBezTo>
                  <a:pt x="481488" y="107068"/>
                  <a:pt x="486183" y="115194"/>
                  <a:pt x="492856" y="122820"/>
                </a:cubicBezTo>
                <a:lnTo>
                  <a:pt x="488994" y="126393"/>
                </a:lnTo>
                <a:cubicBezTo>
                  <a:pt x="484515" y="122772"/>
                  <a:pt x="480440" y="118936"/>
                  <a:pt x="476770" y="114885"/>
                </a:cubicBezTo>
                <a:cubicBezTo>
                  <a:pt x="473101" y="110834"/>
                  <a:pt x="469978" y="106450"/>
                  <a:pt x="467404" y="101731"/>
                </a:cubicBezTo>
                <a:cubicBezTo>
                  <a:pt x="464831" y="97012"/>
                  <a:pt x="462830" y="91840"/>
                  <a:pt x="461400" y="86217"/>
                </a:cubicBezTo>
                <a:cubicBezTo>
                  <a:pt x="459970" y="80593"/>
                  <a:pt x="459255" y="74397"/>
                  <a:pt x="459255" y="67629"/>
                </a:cubicBezTo>
                <a:cubicBezTo>
                  <a:pt x="459255" y="59909"/>
                  <a:pt x="459993" y="53070"/>
                  <a:pt x="461470" y="47112"/>
                </a:cubicBezTo>
                <a:cubicBezTo>
                  <a:pt x="462948" y="41154"/>
                  <a:pt x="465021" y="35817"/>
                  <a:pt x="467690" y="31098"/>
                </a:cubicBezTo>
                <a:cubicBezTo>
                  <a:pt x="470360" y="26380"/>
                  <a:pt x="473530" y="22091"/>
                  <a:pt x="477200" y="18230"/>
                </a:cubicBezTo>
                <a:cubicBezTo>
                  <a:pt x="480870" y="14369"/>
                  <a:pt x="484896" y="10627"/>
                  <a:pt x="489280" y="7005"/>
                </a:cubicBezTo>
                <a:lnTo>
                  <a:pt x="492998" y="10723"/>
                </a:lnTo>
                <a:close/>
                <a:moveTo>
                  <a:pt x="525025" y="32169"/>
                </a:moveTo>
                <a:cubicBezTo>
                  <a:pt x="525025" y="29406"/>
                  <a:pt x="525001" y="26880"/>
                  <a:pt x="524953" y="24592"/>
                </a:cubicBezTo>
                <a:cubicBezTo>
                  <a:pt x="524905" y="22304"/>
                  <a:pt x="524786" y="20636"/>
                  <a:pt x="524596" y="19587"/>
                </a:cubicBezTo>
                <a:cubicBezTo>
                  <a:pt x="523166" y="19587"/>
                  <a:pt x="521402" y="19635"/>
                  <a:pt x="519305" y="19731"/>
                </a:cubicBezTo>
                <a:cubicBezTo>
                  <a:pt x="517209" y="19826"/>
                  <a:pt x="514969" y="19945"/>
                  <a:pt x="512585" y="20089"/>
                </a:cubicBezTo>
                <a:cubicBezTo>
                  <a:pt x="510203" y="20232"/>
                  <a:pt x="507772" y="20422"/>
                  <a:pt x="505294" y="20661"/>
                </a:cubicBezTo>
                <a:cubicBezTo>
                  <a:pt x="502816" y="20898"/>
                  <a:pt x="500528" y="21160"/>
                  <a:pt x="498430" y="21446"/>
                </a:cubicBezTo>
                <a:cubicBezTo>
                  <a:pt x="498621" y="20398"/>
                  <a:pt x="498787" y="19349"/>
                  <a:pt x="498930" y="18300"/>
                </a:cubicBezTo>
                <a:cubicBezTo>
                  <a:pt x="499074" y="17252"/>
                  <a:pt x="499146" y="16203"/>
                  <a:pt x="499146" y="15154"/>
                </a:cubicBezTo>
                <a:cubicBezTo>
                  <a:pt x="499146" y="14107"/>
                  <a:pt x="499074" y="13059"/>
                  <a:pt x="498930" y="12010"/>
                </a:cubicBezTo>
                <a:cubicBezTo>
                  <a:pt x="498787" y="10962"/>
                  <a:pt x="498621" y="9913"/>
                  <a:pt x="498430" y="8864"/>
                </a:cubicBezTo>
                <a:cubicBezTo>
                  <a:pt x="501671" y="8959"/>
                  <a:pt x="504602" y="9054"/>
                  <a:pt x="507223" y="9150"/>
                </a:cubicBezTo>
                <a:cubicBezTo>
                  <a:pt x="509845" y="9245"/>
                  <a:pt x="512515" y="9316"/>
                  <a:pt x="515232" y="9364"/>
                </a:cubicBezTo>
                <a:cubicBezTo>
                  <a:pt x="517949" y="9412"/>
                  <a:pt x="520903" y="9460"/>
                  <a:pt x="524096" y="9508"/>
                </a:cubicBezTo>
                <a:cubicBezTo>
                  <a:pt x="527289" y="9556"/>
                  <a:pt x="531126" y="9580"/>
                  <a:pt x="535607" y="9580"/>
                </a:cubicBezTo>
                <a:cubicBezTo>
                  <a:pt x="540087" y="9580"/>
                  <a:pt x="543923" y="9556"/>
                  <a:pt x="547115" y="9508"/>
                </a:cubicBezTo>
                <a:cubicBezTo>
                  <a:pt x="550309" y="9460"/>
                  <a:pt x="553241" y="9412"/>
                  <a:pt x="555910" y="9364"/>
                </a:cubicBezTo>
                <a:cubicBezTo>
                  <a:pt x="558579" y="9316"/>
                  <a:pt x="561176" y="9245"/>
                  <a:pt x="563701" y="9150"/>
                </a:cubicBezTo>
                <a:cubicBezTo>
                  <a:pt x="566227" y="9054"/>
                  <a:pt x="568968" y="8959"/>
                  <a:pt x="571924" y="8864"/>
                </a:cubicBezTo>
                <a:cubicBezTo>
                  <a:pt x="571733" y="9913"/>
                  <a:pt x="571566" y="10962"/>
                  <a:pt x="571422" y="12010"/>
                </a:cubicBezTo>
                <a:cubicBezTo>
                  <a:pt x="571279" y="13059"/>
                  <a:pt x="571208" y="14107"/>
                  <a:pt x="571208" y="15154"/>
                </a:cubicBezTo>
                <a:cubicBezTo>
                  <a:pt x="571208" y="16203"/>
                  <a:pt x="571279" y="17252"/>
                  <a:pt x="571422" y="18300"/>
                </a:cubicBezTo>
                <a:cubicBezTo>
                  <a:pt x="571566" y="19349"/>
                  <a:pt x="571733" y="20398"/>
                  <a:pt x="571924" y="21446"/>
                </a:cubicBezTo>
                <a:cubicBezTo>
                  <a:pt x="570017" y="21160"/>
                  <a:pt x="567871" y="20898"/>
                  <a:pt x="565488" y="20661"/>
                </a:cubicBezTo>
                <a:cubicBezTo>
                  <a:pt x="563105" y="20422"/>
                  <a:pt x="560746" y="20232"/>
                  <a:pt x="558410" y="20089"/>
                </a:cubicBezTo>
                <a:cubicBezTo>
                  <a:pt x="556076" y="19945"/>
                  <a:pt x="553860" y="19826"/>
                  <a:pt x="551762" y="19731"/>
                </a:cubicBezTo>
                <a:cubicBezTo>
                  <a:pt x="549665" y="19635"/>
                  <a:pt x="547901" y="19587"/>
                  <a:pt x="546472" y="19587"/>
                </a:cubicBezTo>
                <a:cubicBezTo>
                  <a:pt x="546377" y="20065"/>
                  <a:pt x="546306" y="20732"/>
                  <a:pt x="546258" y="21590"/>
                </a:cubicBezTo>
                <a:cubicBezTo>
                  <a:pt x="546210" y="22447"/>
                  <a:pt x="546186" y="23448"/>
                  <a:pt x="546186" y="24592"/>
                </a:cubicBezTo>
                <a:lnTo>
                  <a:pt x="546186" y="32169"/>
                </a:lnTo>
                <a:lnTo>
                  <a:pt x="546186" y="67915"/>
                </a:lnTo>
                <a:cubicBezTo>
                  <a:pt x="546186" y="75827"/>
                  <a:pt x="546281" y="82857"/>
                  <a:pt x="546472" y="89005"/>
                </a:cubicBezTo>
                <a:cubicBezTo>
                  <a:pt x="546662" y="95153"/>
                  <a:pt x="546949" y="101182"/>
                  <a:pt x="547331" y="107092"/>
                </a:cubicBezTo>
                <a:cubicBezTo>
                  <a:pt x="545710" y="106901"/>
                  <a:pt x="543945" y="106806"/>
                  <a:pt x="542038" y="106806"/>
                </a:cubicBezTo>
                <a:cubicBezTo>
                  <a:pt x="540133" y="106806"/>
                  <a:pt x="537989" y="106806"/>
                  <a:pt x="535607" y="106806"/>
                </a:cubicBezTo>
                <a:cubicBezTo>
                  <a:pt x="533223" y="106806"/>
                  <a:pt x="531078" y="106806"/>
                  <a:pt x="529171" y="106806"/>
                </a:cubicBezTo>
                <a:cubicBezTo>
                  <a:pt x="527265" y="106806"/>
                  <a:pt x="525503" y="106901"/>
                  <a:pt x="523882" y="107092"/>
                </a:cubicBezTo>
                <a:cubicBezTo>
                  <a:pt x="524263" y="101182"/>
                  <a:pt x="524549" y="95153"/>
                  <a:pt x="524740" y="89005"/>
                </a:cubicBezTo>
                <a:cubicBezTo>
                  <a:pt x="524930" y="82857"/>
                  <a:pt x="525025" y="75827"/>
                  <a:pt x="525025" y="67915"/>
                </a:cubicBezTo>
                <a:lnTo>
                  <a:pt x="525025" y="32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ask2)">
            <a:extLst xmlns:a="http://schemas.openxmlformats.org/drawingml/2006/main">
              <a:ext uri="{FF2B5EF4-FFF2-40B4-BE49-F238E27FC236}">
                <a16:creationId xmlns:a16="http://schemas.microsoft.com/office/drawing/2014/main" id="{FF1B917B-77FE-4BD1-BCD1-1409498A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298" y="2696730"/>
            <a:ext cx="310841" cy="127109"/>
          </a:xfrm>
          <a:custGeom xmlns:a="http://schemas.openxmlformats.org/drawingml/2006/main">
            <a:pathLst>
              <a:path w="310841" h="127109">
                <a:moveTo>
                  <a:pt x="38747" y="86075"/>
                </a:moveTo>
                <a:cubicBezTo>
                  <a:pt x="38747" y="81977"/>
                  <a:pt x="38771" y="78855"/>
                  <a:pt x="38819" y="76709"/>
                </a:cubicBezTo>
                <a:cubicBezTo>
                  <a:pt x="38867" y="74564"/>
                  <a:pt x="38891" y="72681"/>
                  <a:pt x="38891" y="71061"/>
                </a:cubicBezTo>
                <a:cubicBezTo>
                  <a:pt x="36888" y="72205"/>
                  <a:pt x="34767" y="73136"/>
                  <a:pt x="32527" y="73851"/>
                </a:cubicBezTo>
                <a:cubicBezTo>
                  <a:pt x="30287" y="74565"/>
                  <a:pt x="28238" y="75471"/>
                  <a:pt x="26379" y="76567"/>
                </a:cubicBezTo>
                <a:cubicBezTo>
                  <a:pt x="24520" y="77663"/>
                  <a:pt x="22995" y="79164"/>
                  <a:pt x="21804" y="81070"/>
                </a:cubicBezTo>
                <a:cubicBezTo>
                  <a:pt x="20613" y="82977"/>
                  <a:pt x="20017" y="85741"/>
                  <a:pt x="20017" y="89363"/>
                </a:cubicBezTo>
                <a:cubicBezTo>
                  <a:pt x="20017" y="92890"/>
                  <a:pt x="20756" y="95583"/>
                  <a:pt x="22234" y="97442"/>
                </a:cubicBezTo>
                <a:cubicBezTo>
                  <a:pt x="23712" y="99301"/>
                  <a:pt x="25689" y="100230"/>
                  <a:pt x="28166" y="100230"/>
                </a:cubicBezTo>
                <a:cubicBezTo>
                  <a:pt x="31312" y="100230"/>
                  <a:pt x="33862" y="99039"/>
                  <a:pt x="35815" y="96657"/>
                </a:cubicBezTo>
                <a:cubicBezTo>
                  <a:pt x="37770" y="94273"/>
                  <a:pt x="38747" y="90746"/>
                  <a:pt x="38747" y="86075"/>
                </a:cubicBezTo>
                <a:moveTo>
                  <a:pt x="4861" y="47184"/>
                </a:moveTo>
                <a:cubicBezTo>
                  <a:pt x="8865" y="43943"/>
                  <a:pt x="13178" y="41465"/>
                  <a:pt x="17801" y="39749"/>
                </a:cubicBezTo>
                <a:cubicBezTo>
                  <a:pt x="22424" y="38032"/>
                  <a:pt x="27023" y="37174"/>
                  <a:pt x="31598" y="37174"/>
                </a:cubicBezTo>
                <a:cubicBezTo>
                  <a:pt x="35411" y="37174"/>
                  <a:pt x="38915" y="37603"/>
                  <a:pt x="42107" y="38461"/>
                </a:cubicBezTo>
                <a:cubicBezTo>
                  <a:pt x="45301" y="39320"/>
                  <a:pt x="48065" y="40678"/>
                  <a:pt x="50400" y="42537"/>
                </a:cubicBezTo>
                <a:cubicBezTo>
                  <a:pt x="52736" y="44396"/>
                  <a:pt x="54547" y="46803"/>
                  <a:pt x="55832" y="49758"/>
                </a:cubicBezTo>
                <a:cubicBezTo>
                  <a:pt x="57120" y="52712"/>
                  <a:pt x="57763" y="56287"/>
                  <a:pt x="57763" y="60482"/>
                </a:cubicBezTo>
                <a:cubicBezTo>
                  <a:pt x="57763" y="66582"/>
                  <a:pt x="57692" y="72229"/>
                  <a:pt x="57549" y="77425"/>
                </a:cubicBezTo>
                <a:cubicBezTo>
                  <a:pt x="57407" y="82619"/>
                  <a:pt x="57336" y="87789"/>
                  <a:pt x="57336" y="92937"/>
                </a:cubicBezTo>
                <a:cubicBezTo>
                  <a:pt x="57336" y="95225"/>
                  <a:pt x="57502" y="97012"/>
                  <a:pt x="57835" y="98299"/>
                </a:cubicBezTo>
                <a:cubicBezTo>
                  <a:pt x="58170" y="99587"/>
                  <a:pt x="58670" y="100564"/>
                  <a:pt x="59336" y="101232"/>
                </a:cubicBezTo>
                <a:cubicBezTo>
                  <a:pt x="60004" y="101898"/>
                  <a:pt x="60885" y="102326"/>
                  <a:pt x="61980" y="102517"/>
                </a:cubicBezTo>
                <a:cubicBezTo>
                  <a:pt x="63077" y="102707"/>
                  <a:pt x="64340" y="102803"/>
                  <a:pt x="65770" y="102803"/>
                </a:cubicBezTo>
                <a:lnTo>
                  <a:pt x="65770" y="106234"/>
                </a:lnTo>
                <a:cubicBezTo>
                  <a:pt x="63007" y="107379"/>
                  <a:pt x="60671" y="108237"/>
                  <a:pt x="58765" y="108809"/>
                </a:cubicBezTo>
                <a:cubicBezTo>
                  <a:pt x="56858" y="109380"/>
                  <a:pt x="54808" y="109666"/>
                  <a:pt x="52616" y="109666"/>
                </a:cubicBezTo>
                <a:cubicBezTo>
                  <a:pt x="49089" y="109666"/>
                  <a:pt x="46230" y="108809"/>
                  <a:pt x="44038" y="107094"/>
                </a:cubicBezTo>
                <a:cubicBezTo>
                  <a:pt x="41846" y="105378"/>
                  <a:pt x="40178" y="102899"/>
                  <a:pt x="39033" y="99659"/>
                </a:cubicBezTo>
                <a:cubicBezTo>
                  <a:pt x="36841" y="102709"/>
                  <a:pt x="34292" y="105139"/>
                  <a:pt x="31384" y="106950"/>
                </a:cubicBezTo>
                <a:cubicBezTo>
                  <a:pt x="28477" y="108761"/>
                  <a:pt x="24831" y="109666"/>
                  <a:pt x="20447" y="109666"/>
                </a:cubicBezTo>
                <a:cubicBezTo>
                  <a:pt x="16824" y="109666"/>
                  <a:pt x="13725" y="109189"/>
                  <a:pt x="11151" y="108235"/>
                </a:cubicBezTo>
                <a:cubicBezTo>
                  <a:pt x="8578" y="107282"/>
                  <a:pt x="6457" y="105925"/>
                  <a:pt x="4789" y="104162"/>
                </a:cubicBezTo>
                <a:cubicBezTo>
                  <a:pt x="3121" y="102397"/>
                  <a:pt x="1905" y="100395"/>
                  <a:pt x="1143" y="98155"/>
                </a:cubicBezTo>
                <a:cubicBezTo>
                  <a:pt x="381" y="95916"/>
                  <a:pt x="0" y="93652"/>
                  <a:pt x="0" y="91364"/>
                </a:cubicBezTo>
                <a:cubicBezTo>
                  <a:pt x="0" y="88219"/>
                  <a:pt x="500" y="85503"/>
                  <a:pt x="1501" y="83215"/>
                </a:cubicBezTo>
                <a:cubicBezTo>
                  <a:pt x="2502" y="80927"/>
                  <a:pt x="3931" y="78973"/>
                  <a:pt x="5790" y="77353"/>
                </a:cubicBezTo>
                <a:cubicBezTo>
                  <a:pt x="7649" y="75732"/>
                  <a:pt x="9865" y="74374"/>
                  <a:pt x="12438" y="73277"/>
                </a:cubicBezTo>
                <a:cubicBezTo>
                  <a:pt x="15012" y="72181"/>
                  <a:pt x="17920" y="71251"/>
                  <a:pt x="21160" y="70489"/>
                </a:cubicBezTo>
                <a:cubicBezTo>
                  <a:pt x="25165" y="69536"/>
                  <a:pt x="28334" y="68703"/>
                  <a:pt x="30668" y="67989"/>
                </a:cubicBezTo>
                <a:cubicBezTo>
                  <a:pt x="33004" y="67273"/>
                  <a:pt x="34744" y="66558"/>
                  <a:pt x="35887" y="65844"/>
                </a:cubicBezTo>
                <a:cubicBezTo>
                  <a:pt x="37032" y="65129"/>
                  <a:pt x="37771" y="64342"/>
                  <a:pt x="38104" y="63484"/>
                </a:cubicBezTo>
                <a:cubicBezTo>
                  <a:pt x="38438" y="62625"/>
                  <a:pt x="38605" y="61577"/>
                  <a:pt x="38605" y="60338"/>
                </a:cubicBezTo>
                <a:cubicBezTo>
                  <a:pt x="38605" y="56906"/>
                  <a:pt x="37390" y="53976"/>
                  <a:pt x="34958" y="51545"/>
                </a:cubicBezTo>
                <a:cubicBezTo>
                  <a:pt x="32527" y="49113"/>
                  <a:pt x="29167" y="47897"/>
                  <a:pt x="24878" y="47897"/>
                </a:cubicBezTo>
                <a:cubicBezTo>
                  <a:pt x="23258" y="47897"/>
                  <a:pt x="21590" y="48112"/>
                  <a:pt x="19873" y="48541"/>
                </a:cubicBezTo>
                <a:cubicBezTo>
                  <a:pt x="18158" y="48970"/>
                  <a:pt x="16514" y="49566"/>
                  <a:pt x="14940" y="50330"/>
                </a:cubicBezTo>
                <a:cubicBezTo>
                  <a:pt x="13368" y="51092"/>
                  <a:pt x="11938" y="51926"/>
                  <a:pt x="10651" y="52832"/>
                </a:cubicBezTo>
                <a:cubicBezTo>
                  <a:pt x="9365" y="53737"/>
                  <a:pt x="8389" y="54714"/>
                  <a:pt x="7721" y="55763"/>
                </a:cubicBezTo>
                <a:lnTo>
                  <a:pt x="6720" y="55763"/>
                </a:lnTo>
                <a:lnTo>
                  <a:pt x="4861" y="47184"/>
                </a:lnTo>
                <a:close/>
                <a:moveTo>
                  <a:pt x="77925" y="90221"/>
                </a:moveTo>
                <a:cubicBezTo>
                  <a:pt x="78496" y="91746"/>
                  <a:pt x="79234" y="93200"/>
                  <a:pt x="80139" y="94582"/>
                </a:cubicBezTo>
                <a:cubicBezTo>
                  <a:pt x="81045" y="95964"/>
                  <a:pt x="82165" y="97203"/>
                  <a:pt x="83499" y="98299"/>
                </a:cubicBezTo>
                <a:cubicBezTo>
                  <a:pt x="84834" y="99396"/>
                  <a:pt x="86431" y="100278"/>
                  <a:pt x="88290" y="100946"/>
                </a:cubicBezTo>
                <a:cubicBezTo>
                  <a:pt x="90149" y="101612"/>
                  <a:pt x="92317" y="101945"/>
                  <a:pt x="94796" y="101945"/>
                </a:cubicBezTo>
                <a:cubicBezTo>
                  <a:pt x="98132" y="101945"/>
                  <a:pt x="100706" y="101088"/>
                  <a:pt x="102517" y="99373"/>
                </a:cubicBezTo>
                <a:cubicBezTo>
                  <a:pt x="104328" y="97657"/>
                  <a:pt x="105233" y="95798"/>
                  <a:pt x="105233" y="93796"/>
                </a:cubicBezTo>
                <a:cubicBezTo>
                  <a:pt x="105233" y="91603"/>
                  <a:pt x="104423" y="89839"/>
                  <a:pt x="102803" y="88506"/>
                </a:cubicBezTo>
                <a:cubicBezTo>
                  <a:pt x="101182" y="87171"/>
                  <a:pt x="99157" y="85955"/>
                  <a:pt x="96727" y="84860"/>
                </a:cubicBezTo>
                <a:cubicBezTo>
                  <a:pt x="94296" y="83763"/>
                  <a:pt x="91651" y="82643"/>
                  <a:pt x="88792" y="81500"/>
                </a:cubicBezTo>
                <a:cubicBezTo>
                  <a:pt x="85932" y="80356"/>
                  <a:pt x="83286" y="78902"/>
                  <a:pt x="80855" y="77139"/>
                </a:cubicBezTo>
                <a:cubicBezTo>
                  <a:pt x="78424" y="75375"/>
                  <a:pt x="76399" y="73158"/>
                  <a:pt x="74778" y="70489"/>
                </a:cubicBezTo>
                <a:cubicBezTo>
                  <a:pt x="73158" y="67820"/>
                  <a:pt x="72348" y="64389"/>
                  <a:pt x="72348" y="60196"/>
                </a:cubicBezTo>
                <a:cubicBezTo>
                  <a:pt x="72348" y="56192"/>
                  <a:pt x="73087" y="52736"/>
                  <a:pt x="74565" y="49828"/>
                </a:cubicBezTo>
                <a:cubicBezTo>
                  <a:pt x="76042" y="46921"/>
                  <a:pt x="77973" y="44538"/>
                  <a:pt x="80355" y="42679"/>
                </a:cubicBezTo>
                <a:cubicBezTo>
                  <a:pt x="82737" y="40820"/>
                  <a:pt x="85430" y="39438"/>
                  <a:pt x="88432" y="38533"/>
                </a:cubicBezTo>
                <a:cubicBezTo>
                  <a:pt x="91435" y="37627"/>
                  <a:pt x="94415" y="37174"/>
                  <a:pt x="97370" y="37174"/>
                </a:cubicBezTo>
                <a:cubicBezTo>
                  <a:pt x="101373" y="37174"/>
                  <a:pt x="104923" y="37747"/>
                  <a:pt x="108021" y="38891"/>
                </a:cubicBezTo>
                <a:cubicBezTo>
                  <a:pt x="111119" y="40035"/>
                  <a:pt x="114289" y="41702"/>
                  <a:pt x="117529" y="43894"/>
                </a:cubicBezTo>
                <a:cubicBezTo>
                  <a:pt x="116673" y="45801"/>
                  <a:pt x="115958" y="47851"/>
                  <a:pt x="115385" y="50044"/>
                </a:cubicBezTo>
                <a:cubicBezTo>
                  <a:pt x="114813" y="52236"/>
                  <a:pt x="114385" y="54381"/>
                  <a:pt x="114100" y="56478"/>
                </a:cubicBezTo>
                <a:lnTo>
                  <a:pt x="110096" y="56478"/>
                </a:lnTo>
                <a:cubicBezTo>
                  <a:pt x="109810" y="55333"/>
                  <a:pt x="109333" y="54070"/>
                  <a:pt x="108665" y="52688"/>
                </a:cubicBezTo>
                <a:cubicBezTo>
                  <a:pt x="107997" y="51307"/>
                  <a:pt x="107092" y="49996"/>
                  <a:pt x="105949" y="48757"/>
                </a:cubicBezTo>
                <a:cubicBezTo>
                  <a:pt x="104805" y="47518"/>
                  <a:pt x="103423" y="46493"/>
                  <a:pt x="101801" y="45683"/>
                </a:cubicBezTo>
                <a:cubicBezTo>
                  <a:pt x="100181" y="44873"/>
                  <a:pt x="98228" y="44468"/>
                  <a:pt x="95941" y="44468"/>
                </a:cubicBezTo>
                <a:cubicBezTo>
                  <a:pt x="93080" y="44468"/>
                  <a:pt x="90672" y="45231"/>
                  <a:pt x="88717" y="46756"/>
                </a:cubicBezTo>
                <a:cubicBezTo>
                  <a:pt x="86764" y="48281"/>
                  <a:pt x="85787" y="50282"/>
                  <a:pt x="85787" y="52760"/>
                </a:cubicBezTo>
                <a:cubicBezTo>
                  <a:pt x="85787" y="55048"/>
                  <a:pt x="86622" y="56883"/>
                  <a:pt x="88290" y="58265"/>
                </a:cubicBezTo>
                <a:cubicBezTo>
                  <a:pt x="89958" y="59647"/>
                  <a:pt x="92032" y="60862"/>
                  <a:pt x="94510" y="61911"/>
                </a:cubicBezTo>
                <a:cubicBezTo>
                  <a:pt x="96988" y="62959"/>
                  <a:pt x="99705" y="64008"/>
                  <a:pt x="102659" y="65057"/>
                </a:cubicBezTo>
                <a:cubicBezTo>
                  <a:pt x="105614" y="66105"/>
                  <a:pt x="108331" y="67464"/>
                  <a:pt x="110810" y="69132"/>
                </a:cubicBezTo>
                <a:cubicBezTo>
                  <a:pt x="113288" y="70799"/>
                  <a:pt x="115361" y="72967"/>
                  <a:pt x="117030" y="75636"/>
                </a:cubicBezTo>
                <a:cubicBezTo>
                  <a:pt x="118698" y="78305"/>
                  <a:pt x="119532" y="81737"/>
                  <a:pt x="119532" y="85931"/>
                </a:cubicBezTo>
                <a:cubicBezTo>
                  <a:pt x="119532" y="90126"/>
                  <a:pt x="118769" y="93724"/>
                  <a:pt x="117243" y="96726"/>
                </a:cubicBezTo>
                <a:cubicBezTo>
                  <a:pt x="115719" y="99728"/>
                  <a:pt x="113670" y="102207"/>
                  <a:pt x="111095" y="104162"/>
                </a:cubicBezTo>
                <a:cubicBezTo>
                  <a:pt x="108522" y="106115"/>
                  <a:pt x="105592" y="107521"/>
                  <a:pt x="102303" y="108379"/>
                </a:cubicBezTo>
                <a:cubicBezTo>
                  <a:pt x="99014" y="109237"/>
                  <a:pt x="95559" y="109666"/>
                  <a:pt x="91938" y="109666"/>
                </a:cubicBezTo>
                <a:cubicBezTo>
                  <a:pt x="87647" y="109666"/>
                  <a:pt x="83786" y="109047"/>
                  <a:pt x="80355" y="107807"/>
                </a:cubicBezTo>
                <a:cubicBezTo>
                  <a:pt x="76924" y="106568"/>
                  <a:pt x="74208" y="105282"/>
                  <a:pt x="72206" y="103948"/>
                </a:cubicBezTo>
                <a:cubicBezTo>
                  <a:pt x="73349" y="99372"/>
                  <a:pt x="74064" y="94796"/>
                  <a:pt x="74351" y="90221"/>
                </a:cubicBezTo>
                <a:lnTo>
                  <a:pt x="77925" y="90221"/>
                </a:lnTo>
                <a:close/>
                <a:moveTo>
                  <a:pt x="132401" y="49470"/>
                </a:moveTo>
                <a:cubicBezTo>
                  <a:pt x="132401" y="40130"/>
                  <a:pt x="132306" y="31551"/>
                  <a:pt x="132115" y="23735"/>
                </a:cubicBezTo>
                <a:cubicBezTo>
                  <a:pt x="131924" y="15919"/>
                  <a:pt x="131638" y="8007"/>
                  <a:pt x="131255" y="0"/>
                </a:cubicBezTo>
                <a:cubicBezTo>
                  <a:pt x="132495" y="191"/>
                  <a:pt x="134068" y="358"/>
                  <a:pt x="135974" y="502"/>
                </a:cubicBezTo>
                <a:cubicBezTo>
                  <a:pt x="137881" y="644"/>
                  <a:pt x="139883" y="716"/>
                  <a:pt x="141981" y="716"/>
                </a:cubicBezTo>
                <a:cubicBezTo>
                  <a:pt x="144077" y="716"/>
                  <a:pt x="146078" y="644"/>
                  <a:pt x="147985" y="502"/>
                </a:cubicBezTo>
                <a:cubicBezTo>
                  <a:pt x="149892" y="358"/>
                  <a:pt x="151465" y="191"/>
                  <a:pt x="152704" y="0"/>
                </a:cubicBezTo>
                <a:cubicBezTo>
                  <a:pt x="152513" y="4003"/>
                  <a:pt x="152346" y="8054"/>
                  <a:pt x="152202" y="12154"/>
                </a:cubicBezTo>
                <a:cubicBezTo>
                  <a:pt x="152060" y="16253"/>
                  <a:pt x="151940" y="20876"/>
                  <a:pt x="151844" y="26024"/>
                </a:cubicBezTo>
                <a:cubicBezTo>
                  <a:pt x="151750" y="31169"/>
                  <a:pt x="151678" y="37055"/>
                  <a:pt x="151630" y="43680"/>
                </a:cubicBezTo>
                <a:cubicBezTo>
                  <a:pt x="151584" y="50305"/>
                  <a:pt x="151561" y="58193"/>
                  <a:pt x="151561" y="67343"/>
                </a:cubicBezTo>
                <a:cubicBezTo>
                  <a:pt x="151561" y="68678"/>
                  <a:pt x="151584" y="69536"/>
                  <a:pt x="151630" y="69917"/>
                </a:cubicBezTo>
                <a:cubicBezTo>
                  <a:pt x="151678" y="70299"/>
                  <a:pt x="151893" y="70489"/>
                  <a:pt x="152274" y="70489"/>
                </a:cubicBezTo>
                <a:cubicBezTo>
                  <a:pt x="152655" y="70489"/>
                  <a:pt x="153585" y="69751"/>
                  <a:pt x="155062" y="68275"/>
                </a:cubicBezTo>
                <a:cubicBezTo>
                  <a:pt x="156540" y="66797"/>
                  <a:pt x="158446" y="64676"/>
                  <a:pt x="160781" y="61911"/>
                </a:cubicBezTo>
                <a:cubicBezTo>
                  <a:pt x="163117" y="59146"/>
                  <a:pt x="165833" y="55833"/>
                  <a:pt x="168932" y="51973"/>
                </a:cubicBezTo>
                <a:cubicBezTo>
                  <a:pt x="172030" y="48113"/>
                  <a:pt x="175437" y="43799"/>
                  <a:pt x="179155" y="39033"/>
                </a:cubicBezTo>
                <a:cubicBezTo>
                  <a:pt x="180298" y="39224"/>
                  <a:pt x="181418" y="39391"/>
                  <a:pt x="182515" y="39535"/>
                </a:cubicBezTo>
                <a:cubicBezTo>
                  <a:pt x="183612" y="39677"/>
                  <a:pt x="184732" y="39749"/>
                  <a:pt x="185875" y="39749"/>
                </a:cubicBezTo>
                <a:cubicBezTo>
                  <a:pt x="186923" y="39749"/>
                  <a:pt x="188067" y="39677"/>
                  <a:pt x="189307" y="39535"/>
                </a:cubicBezTo>
                <a:cubicBezTo>
                  <a:pt x="190546" y="39391"/>
                  <a:pt x="192071" y="39224"/>
                  <a:pt x="193882" y="39033"/>
                </a:cubicBezTo>
                <a:cubicBezTo>
                  <a:pt x="192642" y="40463"/>
                  <a:pt x="190808" y="42417"/>
                  <a:pt x="188377" y="44895"/>
                </a:cubicBezTo>
                <a:cubicBezTo>
                  <a:pt x="185947" y="47374"/>
                  <a:pt x="183444" y="49924"/>
                  <a:pt x="180870" y="52547"/>
                </a:cubicBezTo>
                <a:cubicBezTo>
                  <a:pt x="178297" y="55168"/>
                  <a:pt x="175866" y="57669"/>
                  <a:pt x="173579" y="60052"/>
                </a:cubicBezTo>
                <a:cubicBezTo>
                  <a:pt x="171291" y="62434"/>
                  <a:pt x="169622" y="64198"/>
                  <a:pt x="168574" y="65342"/>
                </a:cubicBezTo>
                <a:cubicBezTo>
                  <a:pt x="168955" y="65914"/>
                  <a:pt x="169789" y="67249"/>
                  <a:pt x="171076" y="69346"/>
                </a:cubicBezTo>
                <a:cubicBezTo>
                  <a:pt x="172363" y="71443"/>
                  <a:pt x="173912" y="73946"/>
                  <a:pt x="175723" y="76853"/>
                </a:cubicBezTo>
                <a:cubicBezTo>
                  <a:pt x="177534" y="79759"/>
                  <a:pt x="179440" y="82857"/>
                  <a:pt x="181441" y="86145"/>
                </a:cubicBezTo>
                <a:cubicBezTo>
                  <a:pt x="183444" y="89434"/>
                  <a:pt x="185327" y="92580"/>
                  <a:pt x="187090" y="95583"/>
                </a:cubicBezTo>
                <a:cubicBezTo>
                  <a:pt x="188854" y="98585"/>
                  <a:pt x="190403" y="101206"/>
                  <a:pt x="191737" y="103446"/>
                </a:cubicBezTo>
                <a:cubicBezTo>
                  <a:pt x="193072" y="105686"/>
                  <a:pt x="193930" y="107140"/>
                  <a:pt x="194311" y="107807"/>
                </a:cubicBezTo>
                <a:cubicBezTo>
                  <a:pt x="192310" y="107617"/>
                  <a:pt x="190403" y="107522"/>
                  <a:pt x="188591" y="107522"/>
                </a:cubicBezTo>
                <a:cubicBezTo>
                  <a:pt x="186780" y="107522"/>
                  <a:pt x="184921" y="107522"/>
                  <a:pt x="183014" y="107522"/>
                </a:cubicBezTo>
                <a:cubicBezTo>
                  <a:pt x="181109" y="107522"/>
                  <a:pt x="179274" y="107522"/>
                  <a:pt x="177510" y="107522"/>
                </a:cubicBezTo>
                <a:cubicBezTo>
                  <a:pt x="175747" y="107522"/>
                  <a:pt x="173960" y="107617"/>
                  <a:pt x="172150" y="107807"/>
                </a:cubicBezTo>
                <a:cubicBezTo>
                  <a:pt x="171672" y="107330"/>
                  <a:pt x="170886" y="106139"/>
                  <a:pt x="169789" y="104234"/>
                </a:cubicBezTo>
                <a:cubicBezTo>
                  <a:pt x="168694" y="102327"/>
                  <a:pt x="167454" y="100158"/>
                  <a:pt x="166071" y="97728"/>
                </a:cubicBezTo>
                <a:cubicBezTo>
                  <a:pt x="164690" y="95297"/>
                  <a:pt x="163260" y="92748"/>
                  <a:pt x="161782" y="90079"/>
                </a:cubicBezTo>
                <a:cubicBezTo>
                  <a:pt x="160306" y="87410"/>
                  <a:pt x="158900" y="84955"/>
                  <a:pt x="157565" y="82715"/>
                </a:cubicBezTo>
                <a:cubicBezTo>
                  <a:pt x="156231" y="80474"/>
                  <a:pt x="155040" y="78639"/>
                  <a:pt x="153991" y="77209"/>
                </a:cubicBezTo>
                <a:cubicBezTo>
                  <a:pt x="152942" y="75779"/>
                  <a:pt x="152228" y="75064"/>
                  <a:pt x="151846" y="75064"/>
                </a:cubicBezTo>
                <a:cubicBezTo>
                  <a:pt x="151464" y="75064"/>
                  <a:pt x="151201" y="75351"/>
                  <a:pt x="151059" y="75924"/>
                </a:cubicBezTo>
                <a:cubicBezTo>
                  <a:pt x="150916" y="76495"/>
                  <a:pt x="150845" y="78258"/>
                  <a:pt x="150845" y="81212"/>
                </a:cubicBezTo>
                <a:lnTo>
                  <a:pt x="150845" y="89219"/>
                </a:lnTo>
                <a:cubicBezTo>
                  <a:pt x="150845" y="90458"/>
                  <a:pt x="150868" y="91984"/>
                  <a:pt x="150915" y="93796"/>
                </a:cubicBezTo>
                <a:cubicBezTo>
                  <a:pt x="150963" y="95607"/>
                  <a:pt x="151011" y="97442"/>
                  <a:pt x="151059" y="99301"/>
                </a:cubicBezTo>
                <a:cubicBezTo>
                  <a:pt x="151107" y="101160"/>
                  <a:pt x="151202" y="102899"/>
                  <a:pt x="151345" y="104520"/>
                </a:cubicBezTo>
                <a:cubicBezTo>
                  <a:pt x="151489" y="106140"/>
                  <a:pt x="151656" y="107236"/>
                  <a:pt x="151846" y="107807"/>
                </a:cubicBezTo>
                <a:cubicBezTo>
                  <a:pt x="150130" y="107617"/>
                  <a:pt x="148414" y="107522"/>
                  <a:pt x="146698" y="107522"/>
                </a:cubicBezTo>
                <a:cubicBezTo>
                  <a:pt x="144983" y="107522"/>
                  <a:pt x="143267" y="107522"/>
                  <a:pt x="141551" y="107522"/>
                </a:cubicBezTo>
                <a:cubicBezTo>
                  <a:pt x="139835" y="107522"/>
                  <a:pt x="138118" y="107522"/>
                  <a:pt x="136402" y="107522"/>
                </a:cubicBezTo>
                <a:cubicBezTo>
                  <a:pt x="134687" y="107522"/>
                  <a:pt x="132972" y="107617"/>
                  <a:pt x="131255" y="107807"/>
                </a:cubicBezTo>
                <a:cubicBezTo>
                  <a:pt x="131638" y="100087"/>
                  <a:pt x="131924" y="92319"/>
                  <a:pt x="132115" y="84502"/>
                </a:cubicBezTo>
                <a:cubicBezTo>
                  <a:pt x="132306" y="76686"/>
                  <a:pt x="132401" y="68107"/>
                  <a:pt x="132401" y="58765"/>
                </a:cubicBezTo>
                <a:lnTo>
                  <a:pt x="132401" y="49470"/>
                </a:lnTo>
                <a:close/>
                <a:moveTo>
                  <a:pt x="201175" y="101803"/>
                </a:moveTo>
                <a:cubicBezTo>
                  <a:pt x="208515" y="95130"/>
                  <a:pt x="214758" y="88958"/>
                  <a:pt x="219905" y="83287"/>
                </a:cubicBezTo>
                <a:cubicBezTo>
                  <a:pt x="225053" y="77615"/>
                  <a:pt x="229247" y="72253"/>
                  <a:pt x="232487" y="67201"/>
                </a:cubicBezTo>
                <a:cubicBezTo>
                  <a:pt x="235728" y="62148"/>
                  <a:pt x="238063" y="57287"/>
                  <a:pt x="239493" y="52616"/>
                </a:cubicBezTo>
                <a:cubicBezTo>
                  <a:pt x="240923" y="47946"/>
                  <a:pt x="241637" y="43276"/>
                  <a:pt x="241637" y="38605"/>
                </a:cubicBezTo>
                <a:cubicBezTo>
                  <a:pt x="241637" y="34697"/>
                  <a:pt x="241232" y="31433"/>
                  <a:pt x="240422" y="28812"/>
                </a:cubicBezTo>
                <a:cubicBezTo>
                  <a:pt x="239612" y="26189"/>
                  <a:pt x="238516" y="24068"/>
                  <a:pt x="237134" y="22448"/>
                </a:cubicBezTo>
                <a:cubicBezTo>
                  <a:pt x="235753" y="20827"/>
                  <a:pt x="234204" y="19660"/>
                  <a:pt x="232487" y="18946"/>
                </a:cubicBezTo>
                <a:cubicBezTo>
                  <a:pt x="230771" y="18230"/>
                  <a:pt x="229007" y="17873"/>
                  <a:pt x="227197" y="17873"/>
                </a:cubicBezTo>
                <a:cubicBezTo>
                  <a:pt x="224528" y="17873"/>
                  <a:pt x="222311" y="18612"/>
                  <a:pt x="220547" y="20089"/>
                </a:cubicBezTo>
                <a:cubicBezTo>
                  <a:pt x="218784" y="21567"/>
                  <a:pt x="217378" y="23379"/>
                  <a:pt x="216329" y="25524"/>
                </a:cubicBezTo>
                <a:cubicBezTo>
                  <a:pt x="215281" y="27668"/>
                  <a:pt x="214566" y="29931"/>
                  <a:pt x="214185" y="32313"/>
                </a:cubicBezTo>
                <a:cubicBezTo>
                  <a:pt x="213804" y="34696"/>
                  <a:pt x="213613" y="36840"/>
                  <a:pt x="213613" y="38747"/>
                </a:cubicBezTo>
                <a:lnTo>
                  <a:pt x="212184" y="39177"/>
                </a:lnTo>
                <a:cubicBezTo>
                  <a:pt x="210277" y="37366"/>
                  <a:pt x="208419" y="35722"/>
                  <a:pt x="206608" y="34244"/>
                </a:cubicBezTo>
                <a:cubicBezTo>
                  <a:pt x="204797" y="32766"/>
                  <a:pt x="202938" y="31265"/>
                  <a:pt x="201031" y="29739"/>
                </a:cubicBezTo>
                <a:cubicBezTo>
                  <a:pt x="202748" y="24592"/>
                  <a:pt x="206036" y="20255"/>
                  <a:pt x="210897" y="16729"/>
                </a:cubicBezTo>
                <a:cubicBezTo>
                  <a:pt x="215758" y="13202"/>
                  <a:pt x="222382" y="11439"/>
                  <a:pt x="230770" y="11439"/>
                </a:cubicBezTo>
                <a:cubicBezTo>
                  <a:pt x="237347" y="11439"/>
                  <a:pt x="242805" y="12202"/>
                  <a:pt x="247142" y="13727"/>
                </a:cubicBezTo>
                <a:cubicBezTo>
                  <a:pt x="251479" y="15252"/>
                  <a:pt x="254911" y="17229"/>
                  <a:pt x="257437" y="19659"/>
                </a:cubicBezTo>
                <a:cubicBezTo>
                  <a:pt x="259964" y="22090"/>
                  <a:pt x="261727" y="24759"/>
                  <a:pt x="262728" y="27666"/>
                </a:cubicBezTo>
                <a:cubicBezTo>
                  <a:pt x="263729" y="30574"/>
                  <a:pt x="264229" y="33410"/>
                  <a:pt x="264229" y="36175"/>
                </a:cubicBezTo>
                <a:cubicBezTo>
                  <a:pt x="264229" y="39320"/>
                  <a:pt x="263657" y="42584"/>
                  <a:pt x="262512" y="45969"/>
                </a:cubicBezTo>
                <a:cubicBezTo>
                  <a:pt x="261369" y="49352"/>
                  <a:pt x="259295" y="53165"/>
                  <a:pt x="256292" y="57408"/>
                </a:cubicBezTo>
                <a:cubicBezTo>
                  <a:pt x="253290" y="61649"/>
                  <a:pt x="249144" y="66438"/>
                  <a:pt x="243854" y="71776"/>
                </a:cubicBezTo>
                <a:cubicBezTo>
                  <a:pt x="238564" y="77114"/>
                  <a:pt x="231772" y="83310"/>
                  <a:pt x="223479" y="90365"/>
                </a:cubicBezTo>
                <a:lnTo>
                  <a:pt x="223623" y="90650"/>
                </a:lnTo>
                <a:cubicBezTo>
                  <a:pt x="230485" y="90554"/>
                  <a:pt x="237229" y="90459"/>
                  <a:pt x="243854" y="90365"/>
                </a:cubicBezTo>
                <a:cubicBezTo>
                  <a:pt x="250479" y="90269"/>
                  <a:pt x="257223" y="89982"/>
                  <a:pt x="264085" y="89505"/>
                </a:cubicBezTo>
                <a:cubicBezTo>
                  <a:pt x="263991" y="91127"/>
                  <a:pt x="263871" y="92676"/>
                  <a:pt x="263727" y="94154"/>
                </a:cubicBezTo>
                <a:cubicBezTo>
                  <a:pt x="263585" y="95630"/>
                  <a:pt x="263513" y="97179"/>
                  <a:pt x="263513" y="98799"/>
                </a:cubicBezTo>
                <a:cubicBezTo>
                  <a:pt x="263513" y="100419"/>
                  <a:pt x="263585" y="101992"/>
                  <a:pt x="263727" y="103518"/>
                </a:cubicBezTo>
                <a:cubicBezTo>
                  <a:pt x="263871" y="105044"/>
                  <a:pt x="263991" y="106474"/>
                  <a:pt x="264085" y="107807"/>
                </a:cubicBezTo>
                <a:cubicBezTo>
                  <a:pt x="258653" y="107617"/>
                  <a:pt x="253315" y="107522"/>
                  <a:pt x="248071" y="107522"/>
                </a:cubicBezTo>
                <a:cubicBezTo>
                  <a:pt x="242829" y="107522"/>
                  <a:pt x="237491" y="107522"/>
                  <a:pt x="232057" y="107522"/>
                </a:cubicBezTo>
                <a:cubicBezTo>
                  <a:pt x="226910" y="107522"/>
                  <a:pt x="221763" y="107522"/>
                  <a:pt x="216615" y="107522"/>
                </a:cubicBezTo>
                <a:cubicBezTo>
                  <a:pt x="211468" y="107522"/>
                  <a:pt x="206321" y="107617"/>
                  <a:pt x="201175" y="107807"/>
                </a:cubicBezTo>
                <a:lnTo>
                  <a:pt x="201175" y="101803"/>
                </a:lnTo>
                <a:close/>
                <a:moveTo>
                  <a:pt x="280814" y="7721"/>
                </a:moveTo>
                <a:cubicBezTo>
                  <a:pt x="285199" y="11343"/>
                  <a:pt x="289227" y="15084"/>
                  <a:pt x="292896" y="18946"/>
                </a:cubicBezTo>
                <a:cubicBezTo>
                  <a:pt x="296566" y="22806"/>
                  <a:pt x="299735" y="27095"/>
                  <a:pt x="302404" y="31814"/>
                </a:cubicBezTo>
                <a:cubicBezTo>
                  <a:pt x="305073" y="36532"/>
                  <a:pt x="307147" y="41870"/>
                  <a:pt x="308624" y="47828"/>
                </a:cubicBezTo>
                <a:cubicBezTo>
                  <a:pt x="310102" y="53785"/>
                  <a:pt x="310841" y="60624"/>
                  <a:pt x="310841" y="68344"/>
                </a:cubicBezTo>
                <a:cubicBezTo>
                  <a:pt x="310841" y="75112"/>
                  <a:pt x="310126" y="81308"/>
                  <a:pt x="308696" y="86933"/>
                </a:cubicBezTo>
                <a:cubicBezTo>
                  <a:pt x="307267" y="92556"/>
                  <a:pt x="305265" y="97727"/>
                  <a:pt x="302690" y="102447"/>
                </a:cubicBezTo>
                <a:cubicBezTo>
                  <a:pt x="300117" y="107165"/>
                  <a:pt x="296995" y="111550"/>
                  <a:pt x="293324" y="115600"/>
                </a:cubicBezTo>
                <a:cubicBezTo>
                  <a:pt x="289654" y="119651"/>
                  <a:pt x="285580" y="123487"/>
                  <a:pt x="281100" y="127109"/>
                </a:cubicBezTo>
                <a:lnTo>
                  <a:pt x="277240" y="123535"/>
                </a:lnTo>
                <a:cubicBezTo>
                  <a:pt x="283912" y="115910"/>
                  <a:pt x="288607" y="107783"/>
                  <a:pt x="291323" y="99157"/>
                </a:cubicBezTo>
                <a:cubicBezTo>
                  <a:pt x="294040" y="90530"/>
                  <a:pt x="295399" y="80593"/>
                  <a:pt x="295399" y="69346"/>
                </a:cubicBezTo>
                <a:cubicBezTo>
                  <a:pt x="295399" y="62769"/>
                  <a:pt x="295089" y="56787"/>
                  <a:pt x="294470" y="51401"/>
                </a:cubicBezTo>
                <a:cubicBezTo>
                  <a:pt x="293850" y="46015"/>
                  <a:pt x="292825" y="41011"/>
                  <a:pt x="291395" y="36389"/>
                </a:cubicBezTo>
                <a:cubicBezTo>
                  <a:pt x="289966" y="31765"/>
                  <a:pt x="288083" y="27428"/>
                  <a:pt x="285747" y="23377"/>
                </a:cubicBezTo>
                <a:cubicBezTo>
                  <a:pt x="283411" y="19326"/>
                  <a:pt x="280528" y="15347"/>
                  <a:pt x="277096" y="11439"/>
                </a:cubicBezTo>
                <a:lnTo>
                  <a:pt x="280814" y="7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C9C87-DFE2-4359-BFF8-2443D675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831" y="3054315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183" name="Text Scenario">
            <a:extLst xmlns:a="http://schemas.openxmlformats.org/drawingml/2006/main">
              <a:ext uri="{FF2B5EF4-FFF2-40B4-BE49-F238E27FC236}">
                <a16:creationId xmlns:a16="http://schemas.microsoft.com/office/drawing/2014/main" id="{15E7A3E6-F01B-4392-88EE-881DC959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808" y="3097400"/>
            <a:ext cx="424253" cy="87160"/>
          </a:xfrm>
          <a:custGeom xmlns:a="http://schemas.openxmlformats.org/drawingml/2006/main">
            <a:pathLst>
              <a:path w="424253" h="87160">
                <a:moveTo>
                  <a:pt x="39692" y="22533"/>
                </a:moveTo>
                <a:cubicBezTo>
                  <a:pt x="37252" y="15975"/>
                  <a:pt x="32638" y="12696"/>
                  <a:pt x="25851" y="12696"/>
                </a:cubicBezTo>
                <a:cubicBezTo>
                  <a:pt x="22343" y="12696"/>
                  <a:pt x="19482" y="13726"/>
                  <a:pt x="17270" y="15785"/>
                </a:cubicBezTo>
                <a:cubicBezTo>
                  <a:pt x="15060" y="17844"/>
                  <a:pt x="13954" y="20245"/>
                  <a:pt x="13954" y="22990"/>
                </a:cubicBezTo>
                <a:cubicBezTo>
                  <a:pt x="13954" y="25812"/>
                  <a:pt x="14812" y="28119"/>
                  <a:pt x="16527" y="29910"/>
                </a:cubicBezTo>
                <a:cubicBezTo>
                  <a:pt x="18243" y="31702"/>
                  <a:pt x="20398" y="33323"/>
                  <a:pt x="22990" y="34773"/>
                </a:cubicBezTo>
                <a:cubicBezTo>
                  <a:pt x="25584" y="36222"/>
                  <a:pt x="28368" y="37613"/>
                  <a:pt x="31342" y="38948"/>
                </a:cubicBezTo>
                <a:cubicBezTo>
                  <a:pt x="34316" y="40281"/>
                  <a:pt x="37099" y="41921"/>
                  <a:pt x="39692" y="43866"/>
                </a:cubicBezTo>
                <a:cubicBezTo>
                  <a:pt x="42284" y="45811"/>
                  <a:pt x="44438" y="48175"/>
                  <a:pt x="46153" y="50958"/>
                </a:cubicBezTo>
                <a:cubicBezTo>
                  <a:pt x="47869" y="53741"/>
                  <a:pt x="48727" y="57306"/>
                  <a:pt x="48727" y="61654"/>
                </a:cubicBezTo>
                <a:cubicBezTo>
                  <a:pt x="48727" y="65465"/>
                  <a:pt x="48003" y="68954"/>
                  <a:pt x="46554" y="72119"/>
                </a:cubicBezTo>
                <a:cubicBezTo>
                  <a:pt x="45106" y="75284"/>
                  <a:pt x="43047" y="77991"/>
                  <a:pt x="40377" y="80240"/>
                </a:cubicBezTo>
                <a:cubicBezTo>
                  <a:pt x="37708" y="82489"/>
                  <a:pt x="34524" y="84205"/>
                  <a:pt x="30825" y="85387"/>
                </a:cubicBezTo>
                <a:cubicBezTo>
                  <a:pt x="27127" y="86569"/>
                  <a:pt x="22991" y="87160"/>
                  <a:pt x="18415" y="87160"/>
                </a:cubicBezTo>
                <a:cubicBezTo>
                  <a:pt x="14298" y="87160"/>
                  <a:pt x="10618" y="86722"/>
                  <a:pt x="7378" y="85844"/>
                </a:cubicBezTo>
                <a:cubicBezTo>
                  <a:pt x="4137" y="84968"/>
                  <a:pt x="1678" y="83882"/>
                  <a:pt x="0" y="82586"/>
                </a:cubicBezTo>
                <a:cubicBezTo>
                  <a:pt x="762" y="79917"/>
                  <a:pt x="1410" y="77477"/>
                  <a:pt x="1944" y="75266"/>
                </a:cubicBezTo>
                <a:cubicBezTo>
                  <a:pt x="2478" y="73054"/>
                  <a:pt x="2936" y="70652"/>
                  <a:pt x="3316" y="68059"/>
                </a:cubicBezTo>
                <a:lnTo>
                  <a:pt x="5491" y="68059"/>
                </a:lnTo>
                <a:cubicBezTo>
                  <a:pt x="5796" y="69736"/>
                  <a:pt x="6367" y="71318"/>
                  <a:pt x="7205" y="72805"/>
                </a:cubicBezTo>
                <a:cubicBezTo>
                  <a:pt x="8044" y="74292"/>
                  <a:pt x="9111" y="75607"/>
                  <a:pt x="10408" y="76751"/>
                </a:cubicBezTo>
                <a:cubicBezTo>
                  <a:pt x="11705" y="77895"/>
                  <a:pt x="13268" y="78791"/>
                  <a:pt x="15097" y="79439"/>
                </a:cubicBezTo>
                <a:cubicBezTo>
                  <a:pt x="16928" y="80087"/>
                  <a:pt x="18987" y="80411"/>
                  <a:pt x="21276" y="80411"/>
                </a:cubicBezTo>
                <a:cubicBezTo>
                  <a:pt x="25851" y="80411"/>
                  <a:pt x="29225" y="79267"/>
                  <a:pt x="31398" y="76980"/>
                </a:cubicBezTo>
                <a:cubicBezTo>
                  <a:pt x="33571" y="74692"/>
                  <a:pt x="34658" y="71947"/>
                  <a:pt x="34658" y="68745"/>
                </a:cubicBezTo>
                <a:cubicBezTo>
                  <a:pt x="34658" y="65847"/>
                  <a:pt x="33819" y="63483"/>
                  <a:pt x="32141" y="61654"/>
                </a:cubicBezTo>
                <a:cubicBezTo>
                  <a:pt x="30464" y="59823"/>
                  <a:pt x="28368" y="58203"/>
                  <a:pt x="25851" y="56793"/>
                </a:cubicBezTo>
                <a:cubicBezTo>
                  <a:pt x="23334" y="55381"/>
                  <a:pt x="20588" y="54008"/>
                  <a:pt x="17614" y="52674"/>
                </a:cubicBezTo>
                <a:cubicBezTo>
                  <a:pt x="14640" y="51339"/>
                  <a:pt x="11895" y="49719"/>
                  <a:pt x="9378" y="47813"/>
                </a:cubicBezTo>
                <a:cubicBezTo>
                  <a:pt x="6862" y="45906"/>
                  <a:pt x="4765" y="43560"/>
                  <a:pt x="3088" y="40777"/>
                </a:cubicBezTo>
                <a:cubicBezTo>
                  <a:pt x="1411" y="37994"/>
                  <a:pt x="572" y="34429"/>
                  <a:pt x="572" y="30083"/>
                </a:cubicBezTo>
                <a:cubicBezTo>
                  <a:pt x="572" y="26118"/>
                  <a:pt x="1278" y="22610"/>
                  <a:pt x="2688" y="19560"/>
                </a:cubicBezTo>
                <a:cubicBezTo>
                  <a:pt x="4098" y="16509"/>
                  <a:pt x="5985" y="13955"/>
                  <a:pt x="8350" y="11896"/>
                </a:cubicBezTo>
                <a:cubicBezTo>
                  <a:pt x="10714" y="9837"/>
                  <a:pt x="13441" y="8274"/>
                  <a:pt x="16529" y="7207"/>
                </a:cubicBezTo>
                <a:cubicBezTo>
                  <a:pt x="19617" y="6138"/>
                  <a:pt x="22877" y="5604"/>
                  <a:pt x="26308" y="5604"/>
                </a:cubicBezTo>
                <a:cubicBezTo>
                  <a:pt x="30426" y="5604"/>
                  <a:pt x="34029" y="6100"/>
                  <a:pt x="37117" y="7091"/>
                </a:cubicBezTo>
                <a:cubicBezTo>
                  <a:pt x="40205" y="8083"/>
                  <a:pt x="42855" y="9455"/>
                  <a:pt x="45067" y="11209"/>
                </a:cubicBezTo>
                <a:cubicBezTo>
                  <a:pt x="44381" y="12962"/>
                  <a:pt x="43790" y="14659"/>
                  <a:pt x="43294" y="16300"/>
                </a:cubicBezTo>
                <a:cubicBezTo>
                  <a:pt x="42798" y="17940"/>
                  <a:pt x="42169" y="20017"/>
                  <a:pt x="41407" y="22533"/>
                </a:cubicBezTo>
                <a:lnTo>
                  <a:pt x="39692" y="22533"/>
                </a:lnTo>
                <a:close/>
                <a:moveTo>
                  <a:pt x="100660" y="46439"/>
                </a:moveTo>
                <a:cubicBezTo>
                  <a:pt x="100049" y="43008"/>
                  <a:pt x="98847" y="40244"/>
                  <a:pt x="97055" y="38147"/>
                </a:cubicBezTo>
                <a:cubicBezTo>
                  <a:pt x="95264" y="36050"/>
                  <a:pt x="92613" y="35002"/>
                  <a:pt x="89105" y="35002"/>
                </a:cubicBezTo>
                <a:cubicBezTo>
                  <a:pt x="84530" y="35002"/>
                  <a:pt x="81099" y="37080"/>
                  <a:pt x="78811" y="41236"/>
                </a:cubicBezTo>
                <a:cubicBezTo>
                  <a:pt x="76523" y="45391"/>
                  <a:pt x="75380" y="51167"/>
                  <a:pt x="75380" y="58564"/>
                </a:cubicBezTo>
                <a:cubicBezTo>
                  <a:pt x="75380" y="65504"/>
                  <a:pt x="76828" y="70823"/>
                  <a:pt x="79726" y="74522"/>
                </a:cubicBezTo>
                <a:cubicBezTo>
                  <a:pt x="82624" y="78220"/>
                  <a:pt x="86857" y="80069"/>
                  <a:pt x="92423" y="80069"/>
                </a:cubicBezTo>
                <a:cubicBezTo>
                  <a:pt x="94788" y="80069"/>
                  <a:pt x="97075" y="79516"/>
                  <a:pt x="99286" y="78411"/>
                </a:cubicBezTo>
                <a:cubicBezTo>
                  <a:pt x="101498" y="77304"/>
                  <a:pt x="103137" y="76065"/>
                  <a:pt x="104205" y="74693"/>
                </a:cubicBezTo>
                <a:lnTo>
                  <a:pt x="105578" y="75836"/>
                </a:lnTo>
                <a:cubicBezTo>
                  <a:pt x="105044" y="76903"/>
                  <a:pt x="104586" y="78009"/>
                  <a:pt x="104205" y="79154"/>
                </a:cubicBezTo>
                <a:cubicBezTo>
                  <a:pt x="103823" y="80298"/>
                  <a:pt x="103442" y="81442"/>
                  <a:pt x="103061" y="82586"/>
                </a:cubicBezTo>
                <a:cubicBezTo>
                  <a:pt x="101383" y="83882"/>
                  <a:pt x="99267" y="84968"/>
                  <a:pt x="96712" y="85844"/>
                </a:cubicBezTo>
                <a:cubicBezTo>
                  <a:pt x="94158" y="86722"/>
                  <a:pt x="91126" y="87160"/>
                  <a:pt x="87618" y="87160"/>
                </a:cubicBezTo>
                <a:cubicBezTo>
                  <a:pt x="82052" y="87160"/>
                  <a:pt x="77362" y="86360"/>
                  <a:pt x="73549" y="84759"/>
                </a:cubicBezTo>
                <a:cubicBezTo>
                  <a:pt x="69737" y="83158"/>
                  <a:pt x="66668" y="80985"/>
                  <a:pt x="64342" y="78240"/>
                </a:cubicBezTo>
                <a:cubicBezTo>
                  <a:pt x="62016" y="75494"/>
                  <a:pt x="60357" y="72386"/>
                  <a:pt x="59366" y="68916"/>
                </a:cubicBezTo>
                <a:cubicBezTo>
                  <a:pt x="58374" y="65446"/>
                  <a:pt x="57879" y="61958"/>
                  <a:pt x="57879" y="58451"/>
                </a:cubicBezTo>
                <a:cubicBezTo>
                  <a:pt x="57879" y="54256"/>
                  <a:pt x="58584" y="50367"/>
                  <a:pt x="59994" y="46783"/>
                </a:cubicBezTo>
                <a:cubicBezTo>
                  <a:pt x="61406" y="43199"/>
                  <a:pt x="63427" y="40111"/>
                  <a:pt x="66058" y="37519"/>
                </a:cubicBezTo>
                <a:cubicBezTo>
                  <a:pt x="68688" y="34925"/>
                  <a:pt x="71872" y="32885"/>
                  <a:pt x="75608" y="31398"/>
                </a:cubicBezTo>
                <a:cubicBezTo>
                  <a:pt x="79345" y="29910"/>
                  <a:pt x="83501" y="29167"/>
                  <a:pt x="88077" y="29167"/>
                </a:cubicBezTo>
                <a:cubicBezTo>
                  <a:pt x="92423" y="29167"/>
                  <a:pt x="96102" y="29663"/>
                  <a:pt x="99113" y="30654"/>
                </a:cubicBezTo>
                <a:cubicBezTo>
                  <a:pt x="102126" y="31645"/>
                  <a:pt x="105005" y="32942"/>
                  <a:pt x="107751" y="34543"/>
                </a:cubicBezTo>
                <a:cubicBezTo>
                  <a:pt x="106835" y="36068"/>
                  <a:pt x="105977" y="37937"/>
                  <a:pt x="105177" y="40149"/>
                </a:cubicBezTo>
                <a:cubicBezTo>
                  <a:pt x="104376" y="42360"/>
                  <a:pt x="103785" y="44456"/>
                  <a:pt x="103403" y="46439"/>
                </a:cubicBezTo>
                <a:lnTo>
                  <a:pt x="100660" y="46439"/>
                </a:lnTo>
                <a:close/>
                <a:moveTo>
                  <a:pt x="130855" y="58336"/>
                </a:moveTo>
                <a:cubicBezTo>
                  <a:pt x="130855" y="61385"/>
                  <a:pt x="131160" y="64245"/>
                  <a:pt x="131770" y="66914"/>
                </a:cubicBezTo>
                <a:cubicBezTo>
                  <a:pt x="132381" y="69583"/>
                  <a:pt x="133315" y="71890"/>
                  <a:pt x="134573" y="73835"/>
                </a:cubicBezTo>
                <a:cubicBezTo>
                  <a:pt x="135831" y="75779"/>
                  <a:pt x="137432" y="77304"/>
                  <a:pt x="139376" y="78411"/>
                </a:cubicBezTo>
                <a:cubicBezTo>
                  <a:pt x="141322" y="79516"/>
                  <a:pt x="143591" y="80069"/>
                  <a:pt x="146183" y="80069"/>
                </a:cubicBezTo>
                <a:cubicBezTo>
                  <a:pt x="151445" y="80069"/>
                  <a:pt x="156135" y="78353"/>
                  <a:pt x="160252" y="74922"/>
                </a:cubicBezTo>
                <a:lnTo>
                  <a:pt x="161624" y="75952"/>
                </a:lnTo>
                <a:lnTo>
                  <a:pt x="159107" y="82357"/>
                </a:lnTo>
                <a:cubicBezTo>
                  <a:pt x="157202" y="83806"/>
                  <a:pt x="154914" y="84968"/>
                  <a:pt x="152245" y="85844"/>
                </a:cubicBezTo>
                <a:cubicBezTo>
                  <a:pt x="149575" y="86722"/>
                  <a:pt x="146068" y="87160"/>
                  <a:pt x="141722" y="87160"/>
                </a:cubicBezTo>
                <a:cubicBezTo>
                  <a:pt x="137986" y="87160"/>
                  <a:pt x="134440" y="86646"/>
                  <a:pt x="131084" y="85616"/>
                </a:cubicBezTo>
                <a:cubicBezTo>
                  <a:pt x="127729" y="84587"/>
                  <a:pt x="124774" y="82891"/>
                  <a:pt x="122219" y="80526"/>
                </a:cubicBezTo>
                <a:cubicBezTo>
                  <a:pt x="119665" y="78162"/>
                  <a:pt x="117644" y="75169"/>
                  <a:pt x="116157" y="71546"/>
                </a:cubicBezTo>
                <a:cubicBezTo>
                  <a:pt x="114670" y="67924"/>
                  <a:pt x="113927" y="63597"/>
                  <a:pt x="113927" y="58564"/>
                </a:cubicBezTo>
                <a:cubicBezTo>
                  <a:pt x="113927" y="53607"/>
                  <a:pt x="114593" y="49299"/>
                  <a:pt x="115927" y="45640"/>
                </a:cubicBezTo>
                <a:cubicBezTo>
                  <a:pt x="117262" y="41979"/>
                  <a:pt x="119111" y="38929"/>
                  <a:pt x="121475" y="36489"/>
                </a:cubicBezTo>
                <a:cubicBezTo>
                  <a:pt x="123840" y="34048"/>
                  <a:pt x="126642" y="32217"/>
                  <a:pt x="129883" y="30998"/>
                </a:cubicBezTo>
                <a:cubicBezTo>
                  <a:pt x="133124" y="29777"/>
                  <a:pt x="136650" y="29167"/>
                  <a:pt x="140463" y="29167"/>
                </a:cubicBezTo>
                <a:cubicBezTo>
                  <a:pt x="148013" y="29167"/>
                  <a:pt x="153789" y="31378"/>
                  <a:pt x="157791" y="35801"/>
                </a:cubicBezTo>
                <a:cubicBezTo>
                  <a:pt x="161795" y="40224"/>
                  <a:pt x="163797" y="46477"/>
                  <a:pt x="163797" y="54560"/>
                </a:cubicBezTo>
                <a:lnTo>
                  <a:pt x="163797" y="56964"/>
                </a:lnTo>
                <a:cubicBezTo>
                  <a:pt x="163797" y="57649"/>
                  <a:pt x="163759" y="58106"/>
                  <a:pt x="163684" y="58336"/>
                </a:cubicBezTo>
                <a:lnTo>
                  <a:pt x="130855" y="58336"/>
                </a:lnTo>
                <a:moveTo>
                  <a:pt x="148471" y="53189"/>
                </a:moveTo>
                <a:cubicBezTo>
                  <a:pt x="148318" y="47470"/>
                  <a:pt x="147612" y="42894"/>
                  <a:pt x="146354" y="39463"/>
                </a:cubicBezTo>
                <a:cubicBezTo>
                  <a:pt x="145096" y="36030"/>
                  <a:pt x="142980" y="34314"/>
                  <a:pt x="140006" y="34314"/>
                </a:cubicBezTo>
                <a:cubicBezTo>
                  <a:pt x="138328" y="34314"/>
                  <a:pt x="136917" y="34886"/>
                  <a:pt x="135774" y="36030"/>
                </a:cubicBezTo>
                <a:cubicBezTo>
                  <a:pt x="134630" y="37174"/>
                  <a:pt x="133715" y="38642"/>
                  <a:pt x="133028" y="40435"/>
                </a:cubicBezTo>
                <a:cubicBezTo>
                  <a:pt x="132342" y="42227"/>
                  <a:pt x="131827" y="44248"/>
                  <a:pt x="131483" y="46497"/>
                </a:cubicBezTo>
                <a:cubicBezTo>
                  <a:pt x="131141" y="48746"/>
                  <a:pt x="130932" y="50977"/>
                  <a:pt x="130855" y="53189"/>
                </a:cubicBezTo>
                <a:lnTo>
                  <a:pt x="148471" y="53189"/>
                </a:lnTo>
                <a:close/>
                <a:moveTo>
                  <a:pt x="189650" y="39233"/>
                </a:moveTo>
                <a:cubicBezTo>
                  <a:pt x="191785" y="36030"/>
                  <a:pt x="194282" y="33552"/>
                  <a:pt x="197141" y="31799"/>
                </a:cubicBezTo>
                <a:cubicBezTo>
                  <a:pt x="200001" y="30044"/>
                  <a:pt x="203261" y="29167"/>
                  <a:pt x="206921" y="29167"/>
                </a:cubicBezTo>
                <a:cubicBezTo>
                  <a:pt x="212641" y="29167"/>
                  <a:pt x="217045" y="30826"/>
                  <a:pt x="220133" y="34143"/>
                </a:cubicBezTo>
                <a:cubicBezTo>
                  <a:pt x="223221" y="37460"/>
                  <a:pt x="224765" y="42818"/>
                  <a:pt x="224765" y="50214"/>
                </a:cubicBezTo>
                <a:cubicBezTo>
                  <a:pt x="224765" y="54103"/>
                  <a:pt x="224689" y="57534"/>
                  <a:pt x="224537" y="60509"/>
                </a:cubicBezTo>
                <a:cubicBezTo>
                  <a:pt x="224384" y="63483"/>
                  <a:pt x="224308" y="66457"/>
                  <a:pt x="224308" y="69431"/>
                </a:cubicBezTo>
                <a:cubicBezTo>
                  <a:pt x="224308" y="71871"/>
                  <a:pt x="224365" y="74521"/>
                  <a:pt x="224479" y="77381"/>
                </a:cubicBezTo>
                <a:cubicBezTo>
                  <a:pt x="224594" y="80240"/>
                  <a:pt x="224728" y="83004"/>
                  <a:pt x="224881" y="85673"/>
                </a:cubicBezTo>
                <a:cubicBezTo>
                  <a:pt x="223889" y="85521"/>
                  <a:pt x="222631" y="85445"/>
                  <a:pt x="221105" y="85445"/>
                </a:cubicBezTo>
                <a:cubicBezTo>
                  <a:pt x="219580" y="85445"/>
                  <a:pt x="217978" y="85445"/>
                  <a:pt x="216300" y="85445"/>
                </a:cubicBezTo>
                <a:cubicBezTo>
                  <a:pt x="214624" y="85445"/>
                  <a:pt x="213023" y="85445"/>
                  <a:pt x="211497" y="85445"/>
                </a:cubicBezTo>
                <a:cubicBezTo>
                  <a:pt x="209972" y="85445"/>
                  <a:pt x="208713" y="85521"/>
                  <a:pt x="207722" y="85673"/>
                </a:cubicBezTo>
                <a:cubicBezTo>
                  <a:pt x="208256" y="81708"/>
                  <a:pt x="208599" y="77037"/>
                  <a:pt x="208752" y="71662"/>
                </a:cubicBezTo>
                <a:cubicBezTo>
                  <a:pt x="208904" y="66286"/>
                  <a:pt x="208980" y="60128"/>
                  <a:pt x="208980" y="53189"/>
                </a:cubicBezTo>
                <a:cubicBezTo>
                  <a:pt x="208980" y="48384"/>
                  <a:pt x="208160" y="44857"/>
                  <a:pt x="206521" y="42608"/>
                </a:cubicBezTo>
                <a:cubicBezTo>
                  <a:pt x="204882" y="40358"/>
                  <a:pt x="202575" y="39233"/>
                  <a:pt x="199601" y="39233"/>
                </a:cubicBezTo>
                <a:cubicBezTo>
                  <a:pt x="196169" y="39233"/>
                  <a:pt x="193653" y="40720"/>
                  <a:pt x="192052" y="43694"/>
                </a:cubicBezTo>
                <a:cubicBezTo>
                  <a:pt x="190451" y="46668"/>
                  <a:pt x="189650" y="50786"/>
                  <a:pt x="189650" y="56047"/>
                </a:cubicBezTo>
                <a:lnTo>
                  <a:pt x="189650" y="60624"/>
                </a:lnTo>
                <a:cubicBezTo>
                  <a:pt x="189650" y="65275"/>
                  <a:pt x="189707" y="69659"/>
                  <a:pt x="189821" y="73777"/>
                </a:cubicBezTo>
                <a:cubicBezTo>
                  <a:pt x="189935" y="77895"/>
                  <a:pt x="190183" y="81860"/>
                  <a:pt x="190565" y="85673"/>
                </a:cubicBezTo>
                <a:cubicBezTo>
                  <a:pt x="189573" y="85521"/>
                  <a:pt x="188334" y="85445"/>
                  <a:pt x="186847" y="85445"/>
                </a:cubicBezTo>
                <a:cubicBezTo>
                  <a:pt x="185360" y="85445"/>
                  <a:pt x="183740" y="85445"/>
                  <a:pt x="181986" y="85445"/>
                </a:cubicBezTo>
                <a:cubicBezTo>
                  <a:pt x="180232" y="85445"/>
                  <a:pt x="178630" y="85445"/>
                  <a:pt x="177181" y="85445"/>
                </a:cubicBezTo>
                <a:cubicBezTo>
                  <a:pt x="175733" y="85445"/>
                  <a:pt x="174474" y="85521"/>
                  <a:pt x="173406" y="85673"/>
                </a:cubicBezTo>
                <a:cubicBezTo>
                  <a:pt x="173788" y="81860"/>
                  <a:pt x="174036" y="77895"/>
                  <a:pt x="174150" y="73777"/>
                </a:cubicBezTo>
                <a:cubicBezTo>
                  <a:pt x="174265" y="69659"/>
                  <a:pt x="174322" y="65275"/>
                  <a:pt x="174322" y="60624"/>
                </a:cubicBezTo>
                <a:lnTo>
                  <a:pt x="174322" y="56047"/>
                </a:lnTo>
                <a:cubicBezTo>
                  <a:pt x="174322" y="51397"/>
                  <a:pt x="174265" y="47031"/>
                  <a:pt x="174150" y="42952"/>
                </a:cubicBezTo>
                <a:cubicBezTo>
                  <a:pt x="174036" y="38871"/>
                  <a:pt x="173788" y="34772"/>
                  <a:pt x="173406" y="30654"/>
                </a:cubicBezTo>
                <a:cubicBezTo>
                  <a:pt x="174779" y="30806"/>
                  <a:pt x="176133" y="30940"/>
                  <a:pt x="177468" y="31055"/>
                </a:cubicBezTo>
                <a:cubicBezTo>
                  <a:pt x="178802" y="31169"/>
                  <a:pt x="180155" y="31226"/>
                  <a:pt x="181527" y="31226"/>
                </a:cubicBezTo>
                <a:cubicBezTo>
                  <a:pt x="182900" y="31226"/>
                  <a:pt x="184254" y="31169"/>
                  <a:pt x="185589" y="31055"/>
                </a:cubicBezTo>
                <a:cubicBezTo>
                  <a:pt x="186923" y="30940"/>
                  <a:pt x="188353" y="30806"/>
                  <a:pt x="189879" y="30654"/>
                </a:cubicBezTo>
                <a:lnTo>
                  <a:pt x="189420" y="39233"/>
                </a:lnTo>
                <a:lnTo>
                  <a:pt x="189650" y="39233"/>
                </a:lnTo>
                <a:close/>
                <a:moveTo>
                  <a:pt x="264686" y="68288"/>
                </a:moveTo>
                <a:cubicBezTo>
                  <a:pt x="264686" y="65009"/>
                  <a:pt x="264705" y="62511"/>
                  <a:pt x="264744" y="60795"/>
                </a:cubicBezTo>
                <a:cubicBezTo>
                  <a:pt x="264782" y="59079"/>
                  <a:pt x="264801" y="57572"/>
                  <a:pt x="264801" y="56276"/>
                </a:cubicBezTo>
                <a:cubicBezTo>
                  <a:pt x="263199" y="57192"/>
                  <a:pt x="261502" y="57936"/>
                  <a:pt x="259710" y="58508"/>
                </a:cubicBezTo>
                <a:cubicBezTo>
                  <a:pt x="257918" y="59080"/>
                  <a:pt x="256279" y="59804"/>
                  <a:pt x="254792" y="60681"/>
                </a:cubicBezTo>
                <a:cubicBezTo>
                  <a:pt x="253305" y="61558"/>
                  <a:pt x="252085" y="62758"/>
                  <a:pt x="251132" y="64284"/>
                </a:cubicBezTo>
                <a:cubicBezTo>
                  <a:pt x="250179" y="65809"/>
                  <a:pt x="249702" y="68021"/>
                  <a:pt x="249702" y="70918"/>
                </a:cubicBezTo>
                <a:cubicBezTo>
                  <a:pt x="249702" y="73740"/>
                  <a:pt x="250293" y="75894"/>
                  <a:pt x="251475" y="77381"/>
                </a:cubicBezTo>
                <a:cubicBezTo>
                  <a:pt x="252658" y="78868"/>
                  <a:pt x="254240" y="79612"/>
                  <a:pt x="256221" y="79612"/>
                </a:cubicBezTo>
                <a:cubicBezTo>
                  <a:pt x="258738" y="79612"/>
                  <a:pt x="260778" y="78659"/>
                  <a:pt x="262340" y="76753"/>
                </a:cubicBezTo>
                <a:cubicBezTo>
                  <a:pt x="263904" y="74846"/>
                  <a:pt x="264686" y="72024"/>
                  <a:pt x="264686" y="68288"/>
                </a:cubicBezTo>
                <a:moveTo>
                  <a:pt x="237577" y="37175"/>
                </a:moveTo>
                <a:cubicBezTo>
                  <a:pt x="240780" y="34582"/>
                  <a:pt x="244231" y="32600"/>
                  <a:pt x="247929" y="31226"/>
                </a:cubicBezTo>
                <a:cubicBezTo>
                  <a:pt x="251628" y="29853"/>
                  <a:pt x="255307" y="29167"/>
                  <a:pt x="258967" y="29167"/>
                </a:cubicBezTo>
                <a:cubicBezTo>
                  <a:pt x="262017" y="29167"/>
                  <a:pt x="264820" y="29510"/>
                  <a:pt x="267374" y="30197"/>
                </a:cubicBezTo>
                <a:cubicBezTo>
                  <a:pt x="269929" y="30883"/>
                  <a:pt x="272141" y="31970"/>
                  <a:pt x="274008" y="33457"/>
                </a:cubicBezTo>
                <a:cubicBezTo>
                  <a:pt x="275877" y="34944"/>
                  <a:pt x="277326" y="36870"/>
                  <a:pt x="278354" y="39234"/>
                </a:cubicBezTo>
                <a:cubicBezTo>
                  <a:pt x="279384" y="41597"/>
                  <a:pt x="279899" y="44457"/>
                  <a:pt x="279899" y="47813"/>
                </a:cubicBezTo>
                <a:cubicBezTo>
                  <a:pt x="279899" y="52693"/>
                  <a:pt x="279842" y="57211"/>
                  <a:pt x="279728" y="61367"/>
                </a:cubicBezTo>
                <a:cubicBezTo>
                  <a:pt x="279614" y="65522"/>
                  <a:pt x="279557" y="69659"/>
                  <a:pt x="279557" y="73777"/>
                </a:cubicBezTo>
                <a:cubicBezTo>
                  <a:pt x="279557" y="75607"/>
                  <a:pt x="279690" y="77037"/>
                  <a:pt x="279956" y="78067"/>
                </a:cubicBezTo>
                <a:cubicBezTo>
                  <a:pt x="280224" y="79097"/>
                  <a:pt x="280624" y="79879"/>
                  <a:pt x="281157" y="80413"/>
                </a:cubicBezTo>
                <a:cubicBezTo>
                  <a:pt x="281691" y="80946"/>
                  <a:pt x="282396" y="81288"/>
                  <a:pt x="283273" y="81441"/>
                </a:cubicBezTo>
                <a:cubicBezTo>
                  <a:pt x="284150" y="81593"/>
                  <a:pt x="285161" y="81670"/>
                  <a:pt x="286304" y="81670"/>
                </a:cubicBezTo>
                <a:lnTo>
                  <a:pt x="286304" y="84415"/>
                </a:lnTo>
                <a:cubicBezTo>
                  <a:pt x="284094" y="85331"/>
                  <a:pt x="282225" y="86017"/>
                  <a:pt x="280700" y="86475"/>
                </a:cubicBezTo>
                <a:cubicBezTo>
                  <a:pt x="279175" y="86932"/>
                  <a:pt x="277535" y="87160"/>
                  <a:pt x="275782" y="87160"/>
                </a:cubicBezTo>
                <a:cubicBezTo>
                  <a:pt x="272960" y="87160"/>
                  <a:pt x="270672" y="86475"/>
                  <a:pt x="268919" y="85103"/>
                </a:cubicBezTo>
                <a:cubicBezTo>
                  <a:pt x="267165" y="83730"/>
                  <a:pt x="265831" y="81747"/>
                  <a:pt x="264915" y="79154"/>
                </a:cubicBezTo>
                <a:cubicBezTo>
                  <a:pt x="263161" y="81594"/>
                  <a:pt x="261122" y="83539"/>
                  <a:pt x="258796" y="84987"/>
                </a:cubicBezTo>
                <a:cubicBezTo>
                  <a:pt x="256470" y="86436"/>
                  <a:pt x="253553" y="87160"/>
                  <a:pt x="250046" y="87160"/>
                </a:cubicBezTo>
                <a:cubicBezTo>
                  <a:pt x="247147" y="87160"/>
                  <a:pt x="244668" y="86779"/>
                  <a:pt x="242609" y="86016"/>
                </a:cubicBezTo>
                <a:cubicBezTo>
                  <a:pt x="240551" y="85253"/>
                  <a:pt x="238854" y="84167"/>
                  <a:pt x="237519" y="82757"/>
                </a:cubicBezTo>
                <a:cubicBezTo>
                  <a:pt x="236185" y="81345"/>
                  <a:pt x="235213" y="79744"/>
                  <a:pt x="234603" y="77952"/>
                </a:cubicBezTo>
                <a:cubicBezTo>
                  <a:pt x="233993" y="76160"/>
                  <a:pt x="233688" y="74349"/>
                  <a:pt x="233688" y="72519"/>
                </a:cubicBezTo>
                <a:cubicBezTo>
                  <a:pt x="233688" y="70003"/>
                  <a:pt x="234089" y="67830"/>
                  <a:pt x="234889" y="66000"/>
                </a:cubicBezTo>
                <a:cubicBezTo>
                  <a:pt x="235690" y="64169"/>
                  <a:pt x="236833" y="62606"/>
                  <a:pt x="238321" y="61310"/>
                </a:cubicBezTo>
                <a:cubicBezTo>
                  <a:pt x="239808" y="60014"/>
                  <a:pt x="241580" y="58927"/>
                  <a:pt x="243639" y="58049"/>
                </a:cubicBezTo>
                <a:cubicBezTo>
                  <a:pt x="245698" y="57172"/>
                  <a:pt x="248024" y="56429"/>
                  <a:pt x="250617" y="55819"/>
                </a:cubicBezTo>
                <a:cubicBezTo>
                  <a:pt x="253820" y="55057"/>
                  <a:pt x="256356" y="54390"/>
                  <a:pt x="258223" y="53819"/>
                </a:cubicBezTo>
                <a:cubicBezTo>
                  <a:pt x="260092" y="53246"/>
                  <a:pt x="261483" y="52674"/>
                  <a:pt x="262398" y="52103"/>
                </a:cubicBezTo>
                <a:cubicBezTo>
                  <a:pt x="263314" y="51530"/>
                  <a:pt x="263905" y="50901"/>
                  <a:pt x="264171" y="50214"/>
                </a:cubicBezTo>
                <a:cubicBezTo>
                  <a:pt x="264439" y="49528"/>
                  <a:pt x="264573" y="48689"/>
                  <a:pt x="264573" y="47698"/>
                </a:cubicBezTo>
                <a:cubicBezTo>
                  <a:pt x="264573" y="44953"/>
                  <a:pt x="263600" y="42608"/>
                  <a:pt x="261654" y="40664"/>
                </a:cubicBezTo>
                <a:cubicBezTo>
                  <a:pt x="259710" y="38718"/>
                  <a:pt x="257022" y="37745"/>
                  <a:pt x="253591" y="37745"/>
                </a:cubicBezTo>
                <a:cubicBezTo>
                  <a:pt x="252295" y="37745"/>
                  <a:pt x="250960" y="37917"/>
                  <a:pt x="249587" y="38260"/>
                </a:cubicBezTo>
                <a:cubicBezTo>
                  <a:pt x="248215" y="38604"/>
                  <a:pt x="246900" y="39081"/>
                  <a:pt x="245641" y="39692"/>
                </a:cubicBezTo>
                <a:cubicBezTo>
                  <a:pt x="244383" y="40301"/>
                  <a:pt x="243239" y="40969"/>
                  <a:pt x="242209" y="41693"/>
                </a:cubicBezTo>
                <a:cubicBezTo>
                  <a:pt x="241181" y="42417"/>
                  <a:pt x="240399" y="43199"/>
                  <a:pt x="239865" y="44038"/>
                </a:cubicBezTo>
                <a:lnTo>
                  <a:pt x="239064" y="44038"/>
                </a:lnTo>
                <a:lnTo>
                  <a:pt x="237577" y="37175"/>
                </a:lnTo>
                <a:close/>
                <a:moveTo>
                  <a:pt x="310670" y="44839"/>
                </a:moveTo>
                <a:cubicBezTo>
                  <a:pt x="312653" y="39577"/>
                  <a:pt x="315054" y="35707"/>
                  <a:pt x="317875" y="33228"/>
                </a:cubicBezTo>
                <a:cubicBezTo>
                  <a:pt x="320697" y="30750"/>
                  <a:pt x="324052" y="29511"/>
                  <a:pt x="327942" y="29511"/>
                </a:cubicBezTo>
                <a:cubicBezTo>
                  <a:pt x="328323" y="29511"/>
                  <a:pt x="328646" y="29530"/>
                  <a:pt x="328913" y="29568"/>
                </a:cubicBezTo>
                <a:cubicBezTo>
                  <a:pt x="329180" y="29606"/>
                  <a:pt x="329466" y="29624"/>
                  <a:pt x="329771" y="29624"/>
                </a:cubicBezTo>
                <a:cubicBezTo>
                  <a:pt x="329542" y="30768"/>
                  <a:pt x="329370" y="31989"/>
                  <a:pt x="329256" y="33286"/>
                </a:cubicBezTo>
                <a:cubicBezTo>
                  <a:pt x="329142" y="34582"/>
                  <a:pt x="329085" y="36107"/>
                  <a:pt x="329085" y="37861"/>
                </a:cubicBezTo>
                <a:lnTo>
                  <a:pt x="329085" y="41521"/>
                </a:lnTo>
                <a:cubicBezTo>
                  <a:pt x="329085" y="42130"/>
                  <a:pt x="329085" y="42779"/>
                  <a:pt x="329085" y="43465"/>
                </a:cubicBezTo>
                <a:cubicBezTo>
                  <a:pt x="329085" y="44152"/>
                  <a:pt x="329123" y="44800"/>
                  <a:pt x="329199" y="45409"/>
                </a:cubicBezTo>
                <a:lnTo>
                  <a:pt x="328171" y="46326"/>
                </a:lnTo>
                <a:cubicBezTo>
                  <a:pt x="327408" y="45867"/>
                  <a:pt x="326549" y="45486"/>
                  <a:pt x="325596" y="45181"/>
                </a:cubicBezTo>
                <a:cubicBezTo>
                  <a:pt x="324643" y="44876"/>
                  <a:pt x="323557" y="44723"/>
                  <a:pt x="322336" y="44723"/>
                </a:cubicBezTo>
                <a:cubicBezTo>
                  <a:pt x="318905" y="44723"/>
                  <a:pt x="316198" y="45849"/>
                  <a:pt x="314215" y="48099"/>
                </a:cubicBezTo>
                <a:cubicBezTo>
                  <a:pt x="312232" y="50348"/>
                  <a:pt x="311241" y="52998"/>
                  <a:pt x="311241" y="56047"/>
                </a:cubicBezTo>
                <a:lnTo>
                  <a:pt x="311241" y="60624"/>
                </a:lnTo>
                <a:cubicBezTo>
                  <a:pt x="311241" y="65275"/>
                  <a:pt x="311298" y="69659"/>
                  <a:pt x="311412" y="73777"/>
                </a:cubicBezTo>
                <a:cubicBezTo>
                  <a:pt x="311527" y="77895"/>
                  <a:pt x="311775" y="81860"/>
                  <a:pt x="312157" y="85673"/>
                </a:cubicBezTo>
                <a:cubicBezTo>
                  <a:pt x="311166" y="85521"/>
                  <a:pt x="309926" y="85445"/>
                  <a:pt x="308439" y="85445"/>
                </a:cubicBezTo>
                <a:cubicBezTo>
                  <a:pt x="306952" y="85445"/>
                  <a:pt x="305331" y="85445"/>
                  <a:pt x="303577" y="85445"/>
                </a:cubicBezTo>
                <a:cubicBezTo>
                  <a:pt x="301823" y="85445"/>
                  <a:pt x="300222" y="85445"/>
                  <a:pt x="298773" y="85445"/>
                </a:cubicBezTo>
                <a:cubicBezTo>
                  <a:pt x="297325" y="85445"/>
                  <a:pt x="296066" y="85521"/>
                  <a:pt x="294998" y="85673"/>
                </a:cubicBezTo>
                <a:cubicBezTo>
                  <a:pt x="295380" y="81860"/>
                  <a:pt x="295628" y="77895"/>
                  <a:pt x="295742" y="73777"/>
                </a:cubicBezTo>
                <a:cubicBezTo>
                  <a:pt x="295856" y="69659"/>
                  <a:pt x="295913" y="65275"/>
                  <a:pt x="295913" y="60624"/>
                </a:cubicBezTo>
                <a:lnTo>
                  <a:pt x="295913" y="56047"/>
                </a:lnTo>
                <a:cubicBezTo>
                  <a:pt x="295913" y="51397"/>
                  <a:pt x="295856" y="47031"/>
                  <a:pt x="295742" y="42952"/>
                </a:cubicBezTo>
                <a:cubicBezTo>
                  <a:pt x="295628" y="38871"/>
                  <a:pt x="295380" y="34772"/>
                  <a:pt x="294998" y="30654"/>
                </a:cubicBezTo>
                <a:cubicBezTo>
                  <a:pt x="296294" y="30806"/>
                  <a:pt x="297610" y="30940"/>
                  <a:pt x="298945" y="31055"/>
                </a:cubicBezTo>
                <a:cubicBezTo>
                  <a:pt x="300279" y="31169"/>
                  <a:pt x="301595" y="31226"/>
                  <a:pt x="302891" y="31226"/>
                </a:cubicBezTo>
                <a:cubicBezTo>
                  <a:pt x="304187" y="31226"/>
                  <a:pt x="305502" y="31169"/>
                  <a:pt x="306837" y="31055"/>
                </a:cubicBezTo>
                <a:cubicBezTo>
                  <a:pt x="308172" y="30940"/>
                  <a:pt x="309487" y="30806"/>
                  <a:pt x="310783" y="30654"/>
                </a:cubicBezTo>
                <a:lnTo>
                  <a:pt x="310441" y="44610"/>
                </a:lnTo>
                <a:lnTo>
                  <a:pt x="310670" y="44839"/>
                </a:lnTo>
                <a:close/>
                <a:moveTo>
                  <a:pt x="339493" y="9036"/>
                </a:moveTo>
                <a:cubicBezTo>
                  <a:pt x="339493" y="6519"/>
                  <a:pt x="340370" y="4384"/>
                  <a:pt x="342124" y="2630"/>
                </a:cubicBezTo>
                <a:cubicBezTo>
                  <a:pt x="343878" y="877"/>
                  <a:pt x="346014" y="0"/>
                  <a:pt x="348531" y="0"/>
                </a:cubicBezTo>
                <a:cubicBezTo>
                  <a:pt x="351046" y="0"/>
                  <a:pt x="353181" y="877"/>
                  <a:pt x="354935" y="2630"/>
                </a:cubicBezTo>
                <a:cubicBezTo>
                  <a:pt x="356689" y="4384"/>
                  <a:pt x="357567" y="6519"/>
                  <a:pt x="357567" y="9036"/>
                </a:cubicBezTo>
                <a:cubicBezTo>
                  <a:pt x="357567" y="11553"/>
                  <a:pt x="356689" y="13688"/>
                  <a:pt x="354935" y="15441"/>
                </a:cubicBezTo>
                <a:cubicBezTo>
                  <a:pt x="353181" y="17195"/>
                  <a:pt x="351046" y="18072"/>
                  <a:pt x="348531" y="18072"/>
                </a:cubicBezTo>
                <a:cubicBezTo>
                  <a:pt x="346014" y="18072"/>
                  <a:pt x="343878" y="17195"/>
                  <a:pt x="342124" y="15441"/>
                </a:cubicBezTo>
                <a:cubicBezTo>
                  <a:pt x="340370" y="13688"/>
                  <a:pt x="339493" y="11553"/>
                  <a:pt x="339493" y="9036"/>
                </a:cubicBezTo>
                <a:moveTo>
                  <a:pt x="340867" y="56047"/>
                </a:moveTo>
                <a:cubicBezTo>
                  <a:pt x="340867" y="51397"/>
                  <a:pt x="340809" y="47031"/>
                  <a:pt x="340694" y="42952"/>
                </a:cubicBezTo>
                <a:cubicBezTo>
                  <a:pt x="340580" y="38871"/>
                  <a:pt x="340332" y="34772"/>
                  <a:pt x="339951" y="30654"/>
                </a:cubicBezTo>
                <a:cubicBezTo>
                  <a:pt x="341019" y="30806"/>
                  <a:pt x="342277" y="30940"/>
                  <a:pt x="343726" y="31055"/>
                </a:cubicBezTo>
                <a:cubicBezTo>
                  <a:pt x="345174" y="31169"/>
                  <a:pt x="346776" y="31226"/>
                  <a:pt x="348531" y="31226"/>
                </a:cubicBezTo>
                <a:cubicBezTo>
                  <a:pt x="352115" y="31226"/>
                  <a:pt x="354974" y="31036"/>
                  <a:pt x="357109" y="30654"/>
                </a:cubicBezTo>
                <a:cubicBezTo>
                  <a:pt x="356728" y="34772"/>
                  <a:pt x="356479" y="38871"/>
                  <a:pt x="356364" y="42952"/>
                </a:cubicBezTo>
                <a:cubicBezTo>
                  <a:pt x="356250" y="47031"/>
                  <a:pt x="356193" y="51397"/>
                  <a:pt x="356193" y="56047"/>
                </a:cubicBezTo>
                <a:lnTo>
                  <a:pt x="356193" y="60624"/>
                </a:lnTo>
                <a:cubicBezTo>
                  <a:pt x="356193" y="65275"/>
                  <a:pt x="356250" y="69659"/>
                  <a:pt x="356364" y="73777"/>
                </a:cubicBezTo>
                <a:cubicBezTo>
                  <a:pt x="356479" y="77895"/>
                  <a:pt x="356728" y="81860"/>
                  <a:pt x="357109" y="85673"/>
                </a:cubicBezTo>
                <a:cubicBezTo>
                  <a:pt x="356118" y="85521"/>
                  <a:pt x="354879" y="85445"/>
                  <a:pt x="353392" y="85445"/>
                </a:cubicBezTo>
                <a:cubicBezTo>
                  <a:pt x="351905" y="85445"/>
                  <a:pt x="350284" y="85445"/>
                  <a:pt x="348531" y="85445"/>
                </a:cubicBezTo>
                <a:cubicBezTo>
                  <a:pt x="346776" y="85445"/>
                  <a:pt x="345174" y="85445"/>
                  <a:pt x="343726" y="85445"/>
                </a:cubicBezTo>
                <a:cubicBezTo>
                  <a:pt x="342277" y="85445"/>
                  <a:pt x="341019" y="85521"/>
                  <a:pt x="339951" y="85673"/>
                </a:cubicBezTo>
                <a:cubicBezTo>
                  <a:pt x="340332" y="81860"/>
                  <a:pt x="340580" y="77895"/>
                  <a:pt x="340694" y="73777"/>
                </a:cubicBezTo>
                <a:cubicBezTo>
                  <a:pt x="340809" y="69659"/>
                  <a:pt x="340867" y="65275"/>
                  <a:pt x="340867" y="60624"/>
                </a:cubicBezTo>
                <a:lnTo>
                  <a:pt x="340867" y="56047"/>
                </a:lnTo>
                <a:close/>
                <a:moveTo>
                  <a:pt x="407325" y="55477"/>
                </a:moveTo>
                <a:cubicBezTo>
                  <a:pt x="407325" y="48765"/>
                  <a:pt x="406486" y="43560"/>
                  <a:pt x="404808" y="39863"/>
                </a:cubicBezTo>
                <a:cubicBezTo>
                  <a:pt x="403130" y="36164"/>
                  <a:pt x="400347" y="34314"/>
                  <a:pt x="396458" y="34314"/>
                </a:cubicBezTo>
                <a:cubicBezTo>
                  <a:pt x="392950" y="34314"/>
                  <a:pt x="390185" y="36373"/>
                  <a:pt x="388164" y="40491"/>
                </a:cubicBezTo>
                <a:cubicBezTo>
                  <a:pt x="386144" y="44609"/>
                  <a:pt x="385134" y="51053"/>
                  <a:pt x="385134" y="59823"/>
                </a:cubicBezTo>
                <a:cubicBezTo>
                  <a:pt x="385134" y="63025"/>
                  <a:pt x="385324" y="65999"/>
                  <a:pt x="385705" y="68745"/>
                </a:cubicBezTo>
                <a:cubicBezTo>
                  <a:pt x="386086" y="71490"/>
                  <a:pt x="386716" y="73873"/>
                  <a:pt x="387593" y="75894"/>
                </a:cubicBezTo>
                <a:cubicBezTo>
                  <a:pt x="388471" y="77914"/>
                  <a:pt x="389614" y="79497"/>
                  <a:pt x="391025" y="80641"/>
                </a:cubicBezTo>
                <a:cubicBezTo>
                  <a:pt x="392436" y="81785"/>
                  <a:pt x="394209" y="82357"/>
                  <a:pt x="396345" y="82357"/>
                </a:cubicBezTo>
                <a:cubicBezTo>
                  <a:pt x="403665" y="82357"/>
                  <a:pt x="407325" y="73397"/>
                  <a:pt x="407325" y="55477"/>
                </a:cubicBezTo>
                <a:moveTo>
                  <a:pt x="368206" y="59707"/>
                </a:moveTo>
                <a:cubicBezTo>
                  <a:pt x="368206" y="54598"/>
                  <a:pt x="368987" y="50138"/>
                  <a:pt x="370550" y="46326"/>
                </a:cubicBezTo>
                <a:cubicBezTo>
                  <a:pt x="372114" y="42513"/>
                  <a:pt x="374192" y="39329"/>
                  <a:pt x="376784" y="36775"/>
                </a:cubicBezTo>
                <a:cubicBezTo>
                  <a:pt x="379377" y="34220"/>
                  <a:pt x="382369" y="32313"/>
                  <a:pt x="385762" y="31055"/>
                </a:cubicBezTo>
                <a:cubicBezTo>
                  <a:pt x="389157" y="29796"/>
                  <a:pt x="392646" y="29167"/>
                  <a:pt x="396229" y="29167"/>
                </a:cubicBezTo>
                <a:cubicBezTo>
                  <a:pt x="405152" y="29167"/>
                  <a:pt x="412053" y="31684"/>
                  <a:pt x="416933" y="36717"/>
                </a:cubicBezTo>
                <a:cubicBezTo>
                  <a:pt x="421813" y="41750"/>
                  <a:pt x="424253" y="48575"/>
                  <a:pt x="424253" y="57192"/>
                </a:cubicBezTo>
                <a:cubicBezTo>
                  <a:pt x="424253" y="61843"/>
                  <a:pt x="423567" y="66037"/>
                  <a:pt x="422194" y="69775"/>
                </a:cubicBezTo>
                <a:cubicBezTo>
                  <a:pt x="420822" y="73511"/>
                  <a:pt x="418897" y="76695"/>
                  <a:pt x="416418" y="79325"/>
                </a:cubicBezTo>
                <a:cubicBezTo>
                  <a:pt x="413940" y="81956"/>
                  <a:pt x="410985" y="83920"/>
                  <a:pt x="407553" y="85216"/>
                </a:cubicBezTo>
                <a:cubicBezTo>
                  <a:pt x="404122" y="86512"/>
                  <a:pt x="400347" y="87160"/>
                  <a:pt x="396229" y="87160"/>
                </a:cubicBezTo>
                <a:cubicBezTo>
                  <a:pt x="392798" y="87160"/>
                  <a:pt x="389424" y="86703"/>
                  <a:pt x="386106" y="85787"/>
                </a:cubicBezTo>
                <a:cubicBezTo>
                  <a:pt x="382789" y="84872"/>
                  <a:pt x="379796" y="83329"/>
                  <a:pt x="377126" y="81156"/>
                </a:cubicBezTo>
                <a:cubicBezTo>
                  <a:pt x="374458" y="78983"/>
                  <a:pt x="372304" y="76142"/>
                  <a:pt x="370665" y="72634"/>
                </a:cubicBezTo>
                <a:cubicBezTo>
                  <a:pt x="369025" y="69126"/>
                  <a:pt x="368206" y="64817"/>
                  <a:pt x="368206" y="59707"/>
                </a:cubicBezTo>
                <a:close/>
              </a:path>
            </a:pathLst>
          </a:custGeom>
          <a:solidFill xmlns:a="http://schemas.openxmlformats.org/drawingml/2006/main">
            <a:srgbClr val="6647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_1">
            <a:extLst xmlns:a="http://schemas.openxmlformats.org/drawingml/2006/main">
              <a:ext uri="{FF2B5EF4-FFF2-40B4-BE49-F238E27FC236}">
                <a16:creationId xmlns:a16="http://schemas.microsoft.com/office/drawing/2014/main" id="{29A16B9A-729E-46EC-BECD-6E36CEDB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836" y="3105064"/>
            <a:ext cx="99514" cy="91850"/>
          </a:xfrm>
          <a:custGeom xmlns:a="http://schemas.openxmlformats.org/drawingml/2006/main">
            <a:pathLst>
              <a:path w="99514" h="91850">
                <a:moveTo>
                  <a:pt x="57192" y="86131"/>
                </a:moveTo>
                <a:lnTo>
                  <a:pt x="57192" y="91850"/>
                </a:lnTo>
                <a:lnTo>
                  <a:pt x="0" y="91850"/>
                </a:lnTo>
                <a:lnTo>
                  <a:pt x="0" y="86131"/>
                </a:lnTo>
                <a:lnTo>
                  <a:pt x="57192" y="86131"/>
                </a:lnTo>
                <a:close/>
                <a:moveTo>
                  <a:pt x="99514" y="915"/>
                </a:moveTo>
                <a:cubicBezTo>
                  <a:pt x="99361" y="3202"/>
                  <a:pt x="99228" y="5738"/>
                  <a:pt x="99114" y="8521"/>
                </a:cubicBezTo>
                <a:cubicBezTo>
                  <a:pt x="99000" y="11304"/>
                  <a:pt x="98885" y="14183"/>
                  <a:pt x="98770" y="17157"/>
                </a:cubicBezTo>
                <a:cubicBezTo>
                  <a:pt x="98656" y="20131"/>
                  <a:pt x="98561" y="23144"/>
                  <a:pt x="98484" y="26195"/>
                </a:cubicBezTo>
                <a:cubicBezTo>
                  <a:pt x="98408" y="29244"/>
                  <a:pt x="98371" y="32218"/>
                  <a:pt x="98371" y="35115"/>
                </a:cubicBezTo>
                <a:lnTo>
                  <a:pt x="98371" y="42093"/>
                </a:lnTo>
                <a:lnTo>
                  <a:pt x="98371" y="50787"/>
                </a:lnTo>
                <a:cubicBezTo>
                  <a:pt x="98371" y="54828"/>
                  <a:pt x="98428" y="58984"/>
                  <a:pt x="98542" y="63254"/>
                </a:cubicBezTo>
                <a:cubicBezTo>
                  <a:pt x="98657" y="67524"/>
                  <a:pt x="98828" y="72443"/>
                  <a:pt x="99057" y="78009"/>
                </a:cubicBezTo>
                <a:cubicBezTo>
                  <a:pt x="97531" y="77857"/>
                  <a:pt x="96044" y="77781"/>
                  <a:pt x="94595" y="77781"/>
                </a:cubicBezTo>
                <a:cubicBezTo>
                  <a:pt x="93147" y="77781"/>
                  <a:pt x="91660" y="77781"/>
                  <a:pt x="90134" y="77781"/>
                </a:cubicBezTo>
                <a:cubicBezTo>
                  <a:pt x="88610" y="77781"/>
                  <a:pt x="87104" y="77781"/>
                  <a:pt x="85617" y="77781"/>
                </a:cubicBezTo>
                <a:cubicBezTo>
                  <a:pt x="84130" y="77781"/>
                  <a:pt x="82624" y="77857"/>
                  <a:pt x="81098" y="78009"/>
                </a:cubicBezTo>
                <a:cubicBezTo>
                  <a:pt x="81175" y="76789"/>
                  <a:pt x="81290" y="75035"/>
                  <a:pt x="81442" y="72747"/>
                </a:cubicBezTo>
                <a:cubicBezTo>
                  <a:pt x="81595" y="70460"/>
                  <a:pt x="81728" y="67924"/>
                  <a:pt x="81842" y="65141"/>
                </a:cubicBezTo>
                <a:cubicBezTo>
                  <a:pt x="81956" y="62358"/>
                  <a:pt x="82070" y="59403"/>
                  <a:pt x="82184" y="56276"/>
                </a:cubicBezTo>
                <a:cubicBezTo>
                  <a:pt x="82299" y="53150"/>
                  <a:pt x="82357" y="49985"/>
                  <a:pt x="82357" y="46783"/>
                </a:cubicBezTo>
                <a:lnTo>
                  <a:pt x="82357" y="14527"/>
                </a:lnTo>
                <a:cubicBezTo>
                  <a:pt x="81823" y="14755"/>
                  <a:pt x="81022" y="15136"/>
                  <a:pt x="79953" y="15670"/>
                </a:cubicBezTo>
                <a:cubicBezTo>
                  <a:pt x="78886" y="16204"/>
                  <a:pt x="77723" y="16795"/>
                  <a:pt x="76464" y="17443"/>
                </a:cubicBezTo>
                <a:cubicBezTo>
                  <a:pt x="75207" y="18091"/>
                  <a:pt x="73930" y="18740"/>
                  <a:pt x="72633" y="19388"/>
                </a:cubicBezTo>
                <a:cubicBezTo>
                  <a:pt x="71337" y="20036"/>
                  <a:pt x="70155" y="20588"/>
                  <a:pt x="69088" y="21046"/>
                </a:cubicBezTo>
                <a:cubicBezTo>
                  <a:pt x="68250" y="19902"/>
                  <a:pt x="67277" y="18701"/>
                  <a:pt x="66170" y="17443"/>
                </a:cubicBezTo>
                <a:cubicBezTo>
                  <a:pt x="65065" y="16184"/>
                  <a:pt x="64169" y="15288"/>
                  <a:pt x="63482" y="14755"/>
                </a:cubicBezTo>
                <a:cubicBezTo>
                  <a:pt x="69431" y="12620"/>
                  <a:pt x="75073" y="10390"/>
                  <a:pt x="80411" y="8064"/>
                </a:cubicBezTo>
                <a:cubicBezTo>
                  <a:pt x="85749" y="5738"/>
                  <a:pt x="91393" y="3050"/>
                  <a:pt x="97341" y="0"/>
                </a:cubicBezTo>
                <a:lnTo>
                  <a:pt x="99514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Scenario">
            <a:extLst xmlns:a="http://schemas.openxmlformats.org/drawingml/2006/main">
              <a:ext uri="{FF2B5EF4-FFF2-40B4-BE49-F238E27FC236}">
                <a16:creationId xmlns:a16="http://schemas.microsoft.com/office/drawing/2014/main" id="{36323E65-ADC7-470A-9D49-4CDD6733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808" y="3282303"/>
            <a:ext cx="424253" cy="87160"/>
          </a:xfrm>
          <a:custGeom xmlns:a="http://schemas.openxmlformats.org/drawingml/2006/main">
            <a:pathLst>
              <a:path w="424253" h="87160">
                <a:moveTo>
                  <a:pt x="39692" y="22533"/>
                </a:moveTo>
                <a:cubicBezTo>
                  <a:pt x="37252" y="15975"/>
                  <a:pt x="32638" y="12696"/>
                  <a:pt x="25851" y="12696"/>
                </a:cubicBezTo>
                <a:cubicBezTo>
                  <a:pt x="22343" y="12696"/>
                  <a:pt x="19482" y="13726"/>
                  <a:pt x="17270" y="15785"/>
                </a:cubicBezTo>
                <a:cubicBezTo>
                  <a:pt x="15060" y="17844"/>
                  <a:pt x="13954" y="20245"/>
                  <a:pt x="13954" y="22990"/>
                </a:cubicBezTo>
                <a:cubicBezTo>
                  <a:pt x="13954" y="25812"/>
                  <a:pt x="14812" y="28119"/>
                  <a:pt x="16527" y="29910"/>
                </a:cubicBezTo>
                <a:cubicBezTo>
                  <a:pt x="18243" y="31702"/>
                  <a:pt x="20398" y="33323"/>
                  <a:pt x="22990" y="34773"/>
                </a:cubicBezTo>
                <a:cubicBezTo>
                  <a:pt x="25584" y="36222"/>
                  <a:pt x="28368" y="37613"/>
                  <a:pt x="31342" y="38948"/>
                </a:cubicBezTo>
                <a:cubicBezTo>
                  <a:pt x="34316" y="40281"/>
                  <a:pt x="37099" y="41921"/>
                  <a:pt x="39692" y="43866"/>
                </a:cubicBezTo>
                <a:cubicBezTo>
                  <a:pt x="42284" y="45811"/>
                  <a:pt x="44438" y="48175"/>
                  <a:pt x="46153" y="50958"/>
                </a:cubicBezTo>
                <a:cubicBezTo>
                  <a:pt x="47869" y="53741"/>
                  <a:pt x="48727" y="57306"/>
                  <a:pt x="48727" y="61654"/>
                </a:cubicBezTo>
                <a:cubicBezTo>
                  <a:pt x="48727" y="65465"/>
                  <a:pt x="48003" y="68954"/>
                  <a:pt x="46554" y="72119"/>
                </a:cubicBezTo>
                <a:cubicBezTo>
                  <a:pt x="45106" y="75284"/>
                  <a:pt x="43047" y="77991"/>
                  <a:pt x="40377" y="80240"/>
                </a:cubicBezTo>
                <a:cubicBezTo>
                  <a:pt x="37708" y="82489"/>
                  <a:pt x="34524" y="84205"/>
                  <a:pt x="30825" y="85387"/>
                </a:cubicBezTo>
                <a:cubicBezTo>
                  <a:pt x="27127" y="86569"/>
                  <a:pt x="22991" y="87160"/>
                  <a:pt x="18415" y="87160"/>
                </a:cubicBezTo>
                <a:cubicBezTo>
                  <a:pt x="14298" y="87160"/>
                  <a:pt x="10618" y="86722"/>
                  <a:pt x="7378" y="85844"/>
                </a:cubicBezTo>
                <a:cubicBezTo>
                  <a:pt x="4137" y="84968"/>
                  <a:pt x="1678" y="83882"/>
                  <a:pt x="0" y="82586"/>
                </a:cubicBezTo>
                <a:cubicBezTo>
                  <a:pt x="762" y="79917"/>
                  <a:pt x="1410" y="77477"/>
                  <a:pt x="1944" y="75266"/>
                </a:cubicBezTo>
                <a:cubicBezTo>
                  <a:pt x="2478" y="73054"/>
                  <a:pt x="2936" y="70652"/>
                  <a:pt x="3316" y="68059"/>
                </a:cubicBezTo>
                <a:lnTo>
                  <a:pt x="5491" y="68059"/>
                </a:lnTo>
                <a:cubicBezTo>
                  <a:pt x="5796" y="69736"/>
                  <a:pt x="6367" y="71318"/>
                  <a:pt x="7205" y="72805"/>
                </a:cubicBezTo>
                <a:cubicBezTo>
                  <a:pt x="8044" y="74292"/>
                  <a:pt x="9111" y="75607"/>
                  <a:pt x="10408" y="76751"/>
                </a:cubicBezTo>
                <a:cubicBezTo>
                  <a:pt x="11705" y="77895"/>
                  <a:pt x="13268" y="78791"/>
                  <a:pt x="15097" y="79439"/>
                </a:cubicBezTo>
                <a:cubicBezTo>
                  <a:pt x="16928" y="80087"/>
                  <a:pt x="18987" y="80411"/>
                  <a:pt x="21276" y="80411"/>
                </a:cubicBezTo>
                <a:cubicBezTo>
                  <a:pt x="25851" y="80411"/>
                  <a:pt x="29225" y="79267"/>
                  <a:pt x="31398" y="76980"/>
                </a:cubicBezTo>
                <a:cubicBezTo>
                  <a:pt x="33571" y="74692"/>
                  <a:pt x="34658" y="71947"/>
                  <a:pt x="34658" y="68745"/>
                </a:cubicBezTo>
                <a:cubicBezTo>
                  <a:pt x="34658" y="65847"/>
                  <a:pt x="33819" y="63483"/>
                  <a:pt x="32141" y="61654"/>
                </a:cubicBezTo>
                <a:cubicBezTo>
                  <a:pt x="30464" y="59823"/>
                  <a:pt x="28368" y="58203"/>
                  <a:pt x="25851" y="56793"/>
                </a:cubicBezTo>
                <a:cubicBezTo>
                  <a:pt x="23334" y="55381"/>
                  <a:pt x="20588" y="54008"/>
                  <a:pt x="17614" y="52674"/>
                </a:cubicBezTo>
                <a:cubicBezTo>
                  <a:pt x="14640" y="51339"/>
                  <a:pt x="11895" y="49719"/>
                  <a:pt x="9378" y="47813"/>
                </a:cubicBezTo>
                <a:cubicBezTo>
                  <a:pt x="6862" y="45906"/>
                  <a:pt x="4765" y="43560"/>
                  <a:pt x="3088" y="40777"/>
                </a:cubicBezTo>
                <a:cubicBezTo>
                  <a:pt x="1411" y="37994"/>
                  <a:pt x="572" y="34429"/>
                  <a:pt x="572" y="30083"/>
                </a:cubicBezTo>
                <a:cubicBezTo>
                  <a:pt x="572" y="26118"/>
                  <a:pt x="1278" y="22610"/>
                  <a:pt x="2688" y="19560"/>
                </a:cubicBezTo>
                <a:cubicBezTo>
                  <a:pt x="4098" y="16509"/>
                  <a:pt x="5985" y="13955"/>
                  <a:pt x="8350" y="11896"/>
                </a:cubicBezTo>
                <a:cubicBezTo>
                  <a:pt x="10714" y="9837"/>
                  <a:pt x="13441" y="8274"/>
                  <a:pt x="16529" y="7207"/>
                </a:cubicBezTo>
                <a:cubicBezTo>
                  <a:pt x="19617" y="6138"/>
                  <a:pt x="22877" y="5604"/>
                  <a:pt x="26308" y="5604"/>
                </a:cubicBezTo>
                <a:cubicBezTo>
                  <a:pt x="30426" y="5604"/>
                  <a:pt x="34029" y="6100"/>
                  <a:pt x="37117" y="7091"/>
                </a:cubicBezTo>
                <a:cubicBezTo>
                  <a:pt x="40205" y="8083"/>
                  <a:pt x="42855" y="9455"/>
                  <a:pt x="45067" y="11209"/>
                </a:cubicBezTo>
                <a:cubicBezTo>
                  <a:pt x="44381" y="12962"/>
                  <a:pt x="43790" y="14659"/>
                  <a:pt x="43294" y="16300"/>
                </a:cubicBezTo>
                <a:cubicBezTo>
                  <a:pt x="42798" y="17940"/>
                  <a:pt x="42169" y="20017"/>
                  <a:pt x="41407" y="22533"/>
                </a:cubicBezTo>
                <a:lnTo>
                  <a:pt x="39692" y="22533"/>
                </a:lnTo>
                <a:close/>
                <a:moveTo>
                  <a:pt x="100660" y="46439"/>
                </a:moveTo>
                <a:cubicBezTo>
                  <a:pt x="100049" y="43008"/>
                  <a:pt x="98847" y="40244"/>
                  <a:pt x="97055" y="38147"/>
                </a:cubicBezTo>
                <a:cubicBezTo>
                  <a:pt x="95264" y="36050"/>
                  <a:pt x="92613" y="35002"/>
                  <a:pt x="89105" y="35002"/>
                </a:cubicBezTo>
                <a:cubicBezTo>
                  <a:pt x="84530" y="35002"/>
                  <a:pt x="81099" y="37080"/>
                  <a:pt x="78811" y="41236"/>
                </a:cubicBezTo>
                <a:cubicBezTo>
                  <a:pt x="76523" y="45391"/>
                  <a:pt x="75380" y="51167"/>
                  <a:pt x="75380" y="58564"/>
                </a:cubicBezTo>
                <a:cubicBezTo>
                  <a:pt x="75380" y="65504"/>
                  <a:pt x="76828" y="70823"/>
                  <a:pt x="79726" y="74522"/>
                </a:cubicBezTo>
                <a:cubicBezTo>
                  <a:pt x="82624" y="78220"/>
                  <a:pt x="86857" y="80069"/>
                  <a:pt x="92423" y="80069"/>
                </a:cubicBezTo>
                <a:cubicBezTo>
                  <a:pt x="94788" y="80069"/>
                  <a:pt x="97075" y="79516"/>
                  <a:pt x="99286" y="78411"/>
                </a:cubicBezTo>
                <a:cubicBezTo>
                  <a:pt x="101498" y="77304"/>
                  <a:pt x="103137" y="76065"/>
                  <a:pt x="104205" y="74693"/>
                </a:cubicBezTo>
                <a:lnTo>
                  <a:pt x="105578" y="75836"/>
                </a:lnTo>
                <a:cubicBezTo>
                  <a:pt x="105044" y="76903"/>
                  <a:pt x="104586" y="78009"/>
                  <a:pt x="104205" y="79154"/>
                </a:cubicBezTo>
                <a:cubicBezTo>
                  <a:pt x="103823" y="80298"/>
                  <a:pt x="103442" y="81442"/>
                  <a:pt x="103061" y="82586"/>
                </a:cubicBezTo>
                <a:cubicBezTo>
                  <a:pt x="101383" y="83882"/>
                  <a:pt x="99267" y="84968"/>
                  <a:pt x="96712" y="85844"/>
                </a:cubicBezTo>
                <a:cubicBezTo>
                  <a:pt x="94158" y="86722"/>
                  <a:pt x="91126" y="87160"/>
                  <a:pt x="87618" y="87160"/>
                </a:cubicBezTo>
                <a:cubicBezTo>
                  <a:pt x="82052" y="87160"/>
                  <a:pt x="77362" y="86360"/>
                  <a:pt x="73549" y="84759"/>
                </a:cubicBezTo>
                <a:cubicBezTo>
                  <a:pt x="69737" y="83158"/>
                  <a:pt x="66668" y="80985"/>
                  <a:pt x="64342" y="78240"/>
                </a:cubicBezTo>
                <a:cubicBezTo>
                  <a:pt x="62016" y="75494"/>
                  <a:pt x="60357" y="72386"/>
                  <a:pt x="59366" y="68916"/>
                </a:cubicBezTo>
                <a:cubicBezTo>
                  <a:pt x="58374" y="65446"/>
                  <a:pt x="57879" y="61958"/>
                  <a:pt x="57879" y="58451"/>
                </a:cubicBezTo>
                <a:cubicBezTo>
                  <a:pt x="57879" y="54256"/>
                  <a:pt x="58584" y="50367"/>
                  <a:pt x="59994" y="46783"/>
                </a:cubicBezTo>
                <a:cubicBezTo>
                  <a:pt x="61406" y="43199"/>
                  <a:pt x="63427" y="40111"/>
                  <a:pt x="66058" y="37519"/>
                </a:cubicBezTo>
                <a:cubicBezTo>
                  <a:pt x="68688" y="34925"/>
                  <a:pt x="71872" y="32885"/>
                  <a:pt x="75608" y="31398"/>
                </a:cubicBezTo>
                <a:cubicBezTo>
                  <a:pt x="79345" y="29910"/>
                  <a:pt x="83501" y="29167"/>
                  <a:pt x="88077" y="29167"/>
                </a:cubicBezTo>
                <a:cubicBezTo>
                  <a:pt x="92423" y="29167"/>
                  <a:pt x="96102" y="29663"/>
                  <a:pt x="99113" y="30654"/>
                </a:cubicBezTo>
                <a:cubicBezTo>
                  <a:pt x="102126" y="31645"/>
                  <a:pt x="105005" y="32942"/>
                  <a:pt x="107751" y="34543"/>
                </a:cubicBezTo>
                <a:cubicBezTo>
                  <a:pt x="106835" y="36068"/>
                  <a:pt x="105977" y="37937"/>
                  <a:pt x="105177" y="40149"/>
                </a:cubicBezTo>
                <a:cubicBezTo>
                  <a:pt x="104376" y="42360"/>
                  <a:pt x="103785" y="44456"/>
                  <a:pt x="103403" y="46439"/>
                </a:cubicBezTo>
                <a:lnTo>
                  <a:pt x="100660" y="46439"/>
                </a:lnTo>
                <a:close/>
                <a:moveTo>
                  <a:pt x="130855" y="58336"/>
                </a:moveTo>
                <a:cubicBezTo>
                  <a:pt x="130855" y="61385"/>
                  <a:pt x="131160" y="64245"/>
                  <a:pt x="131770" y="66914"/>
                </a:cubicBezTo>
                <a:cubicBezTo>
                  <a:pt x="132381" y="69583"/>
                  <a:pt x="133315" y="71890"/>
                  <a:pt x="134573" y="73835"/>
                </a:cubicBezTo>
                <a:cubicBezTo>
                  <a:pt x="135831" y="75779"/>
                  <a:pt x="137432" y="77304"/>
                  <a:pt x="139376" y="78411"/>
                </a:cubicBezTo>
                <a:cubicBezTo>
                  <a:pt x="141322" y="79516"/>
                  <a:pt x="143591" y="80069"/>
                  <a:pt x="146183" y="80069"/>
                </a:cubicBezTo>
                <a:cubicBezTo>
                  <a:pt x="151445" y="80069"/>
                  <a:pt x="156135" y="78353"/>
                  <a:pt x="160252" y="74922"/>
                </a:cubicBezTo>
                <a:lnTo>
                  <a:pt x="161624" y="75952"/>
                </a:lnTo>
                <a:lnTo>
                  <a:pt x="159107" y="82357"/>
                </a:lnTo>
                <a:cubicBezTo>
                  <a:pt x="157202" y="83806"/>
                  <a:pt x="154914" y="84968"/>
                  <a:pt x="152245" y="85844"/>
                </a:cubicBezTo>
                <a:cubicBezTo>
                  <a:pt x="149575" y="86722"/>
                  <a:pt x="146068" y="87160"/>
                  <a:pt x="141722" y="87160"/>
                </a:cubicBezTo>
                <a:cubicBezTo>
                  <a:pt x="137986" y="87160"/>
                  <a:pt x="134440" y="86646"/>
                  <a:pt x="131084" y="85616"/>
                </a:cubicBezTo>
                <a:cubicBezTo>
                  <a:pt x="127729" y="84587"/>
                  <a:pt x="124774" y="82891"/>
                  <a:pt x="122219" y="80526"/>
                </a:cubicBezTo>
                <a:cubicBezTo>
                  <a:pt x="119665" y="78162"/>
                  <a:pt x="117644" y="75169"/>
                  <a:pt x="116157" y="71546"/>
                </a:cubicBezTo>
                <a:cubicBezTo>
                  <a:pt x="114670" y="67924"/>
                  <a:pt x="113927" y="63597"/>
                  <a:pt x="113927" y="58564"/>
                </a:cubicBezTo>
                <a:cubicBezTo>
                  <a:pt x="113927" y="53607"/>
                  <a:pt x="114593" y="49299"/>
                  <a:pt x="115927" y="45640"/>
                </a:cubicBezTo>
                <a:cubicBezTo>
                  <a:pt x="117262" y="41979"/>
                  <a:pt x="119111" y="38929"/>
                  <a:pt x="121475" y="36489"/>
                </a:cubicBezTo>
                <a:cubicBezTo>
                  <a:pt x="123840" y="34048"/>
                  <a:pt x="126642" y="32217"/>
                  <a:pt x="129883" y="30998"/>
                </a:cubicBezTo>
                <a:cubicBezTo>
                  <a:pt x="133124" y="29777"/>
                  <a:pt x="136650" y="29167"/>
                  <a:pt x="140463" y="29167"/>
                </a:cubicBezTo>
                <a:cubicBezTo>
                  <a:pt x="148013" y="29167"/>
                  <a:pt x="153789" y="31378"/>
                  <a:pt x="157791" y="35801"/>
                </a:cubicBezTo>
                <a:cubicBezTo>
                  <a:pt x="161795" y="40224"/>
                  <a:pt x="163797" y="46477"/>
                  <a:pt x="163797" y="54560"/>
                </a:cubicBezTo>
                <a:lnTo>
                  <a:pt x="163797" y="56964"/>
                </a:lnTo>
                <a:cubicBezTo>
                  <a:pt x="163797" y="57649"/>
                  <a:pt x="163759" y="58106"/>
                  <a:pt x="163684" y="58336"/>
                </a:cubicBezTo>
                <a:lnTo>
                  <a:pt x="130855" y="58336"/>
                </a:lnTo>
                <a:moveTo>
                  <a:pt x="148471" y="53189"/>
                </a:moveTo>
                <a:cubicBezTo>
                  <a:pt x="148318" y="47470"/>
                  <a:pt x="147612" y="42894"/>
                  <a:pt x="146354" y="39463"/>
                </a:cubicBezTo>
                <a:cubicBezTo>
                  <a:pt x="145096" y="36030"/>
                  <a:pt x="142980" y="34314"/>
                  <a:pt x="140006" y="34314"/>
                </a:cubicBezTo>
                <a:cubicBezTo>
                  <a:pt x="138328" y="34314"/>
                  <a:pt x="136917" y="34886"/>
                  <a:pt x="135774" y="36030"/>
                </a:cubicBezTo>
                <a:cubicBezTo>
                  <a:pt x="134630" y="37174"/>
                  <a:pt x="133715" y="38642"/>
                  <a:pt x="133028" y="40435"/>
                </a:cubicBezTo>
                <a:cubicBezTo>
                  <a:pt x="132342" y="42227"/>
                  <a:pt x="131827" y="44248"/>
                  <a:pt x="131483" y="46497"/>
                </a:cubicBezTo>
                <a:cubicBezTo>
                  <a:pt x="131141" y="48746"/>
                  <a:pt x="130932" y="50977"/>
                  <a:pt x="130855" y="53189"/>
                </a:cubicBezTo>
                <a:lnTo>
                  <a:pt x="148471" y="53189"/>
                </a:lnTo>
                <a:close/>
                <a:moveTo>
                  <a:pt x="189650" y="39233"/>
                </a:moveTo>
                <a:cubicBezTo>
                  <a:pt x="191785" y="36030"/>
                  <a:pt x="194282" y="33552"/>
                  <a:pt x="197141" y="31799"/>
                </a:cubicBezTo>
                <a:cubicBezTo>
                  <a:pt x="200001" y="30044"/>
                  <a:pt x="203261" y="29167"/>
                  <a:pt x="206921" y="29167"/>
                </a:cubicBezTo>
                <a:cubicBezTo>
                  <a:pt x="212641" y="29167"/>
                  <a:pt x="217045" y="30826"/>
                  <a:pt x="220133" y="34143"/>
                </a:cubicBezTo>
                <a:cubicBezTo>
                  <a:pt x="223221" y="37460"/>
                  <a:pt x="224765" y="42818"/>
                  <a:pt x="224765" y="50214"/>
                </a:cubicBezTo>
                <a:cubicBezTo>
                  <a:pt x="224765" y="54103"/>
                  <a:pt x="224689" y="57534"/>
                  <a:pt x="224537" y="60509"/>
                </a:cubicBezTo>
                <a:cubicBezTo>
                  <a:pt x="224384" y="63483"/>
                  <a:pt x="224308" y="66457"/>
                  <a:pt x="224308" y="69431"/>
                </a:cubicBezTo>
                <a:cubicBezTo>
                  <a:pt x="224308" y="71871"/>
                  <a:pt x="224365" y="74521"/>
                  <a:pt x="224479" y="77381"/>
                </a:cubicBezTo>
                <a:cubicBezTo>
                  <a:pt x="224594" y="80240"/>
                  <a:pt x="224728" y="83004"/>
                  <a:pt x="224881" y="85673"/>
                </a:cubicBezTo>
                <a:cubicBezTo>
                  <a:pt x="223889" y="85521"/>
                  <a:pt x="222631" y="85445"/>
                  <a:pt x="221105" y="85445"/>
                </a:cubicBezTo>
                <a:cubicBezTo>
                  <a:pt x="219580" y="85445"/>
                  <a:pt x="217978" y="85445"/>
                  <a:pt x="216300" y="85445"/>
                </a:cubicBezTo>
                <a:cubicBezTo>
                  <a:pt x="214624" y="85445"/>
                  <a:pt x="213023" y="85445"/>
                  <a:pt x="211497" y="85445"/>
                </a:cubicBezTo>
                <a:cubicBezTo>
                  <a:pt x="209972" y="85445"/>
                  <a:pt x="208713" y="85521"/>
                  <a:pt x="207722" y="85673"/>
                </a:cubicBezTo>
                <a:cubicBezTo>
                  <a:pt x="208256" y="81708"/>
                  <a:pt x="208599" y="77037"/>
                  <a:pt x="208752" y="71662"/>
                </a:cubicBezTo>
                <a:cubicBezTo>
                  <a:pt x="208904" y="66286"/>
                  <a:pt x="208980" y="60128"/>
                  <a:pt x="208980" y="53189"/>
                </a:cubicBezTo>
                <a:cubicBezTo>
                  <a:pt x="208980" y="48384"/>
                  <a:pt x="208160" y="44857"/>
                  <a:pt x="206521" y="42608"/>
                </a:cubicBezTo>
                <a:cubicBezTo>
                  <a:pt x="204882" y="40358"/>
                  <a:pt x="202575" y="39233"/>
                  <a:pt x="199601" y="39233"/>
                </a:cubicBezTo>
                <a:cubicBezTo>
                  <a:pt x="196169" y="39233"/>
                  <a:pt x="193653" y="40720"/>
                  <a:pt x="192052" y="43694"/>
                </a:cubicBezTo>
                <a:cubicBezTo>
                  <a:pt x="190451" y="46668"/>
                  <a:pt x="189650" y="50786"/>
                  <a:pt x="189650" y="56047"/>
                </a:cubicBezTo>
                <a:lnTo>
                  <a:pt x="189650" y="60624"/>
                </a:lnTo>
                <a:cubicBezTo>
                  <a:pt x="189650" y="65275"/>
                  <a:pt x="189707" y="69659"/>
                  <a:pt x="189821" y="73777"/>
                </a:cubicBezTo>
                <a:cubicBezTo>
                  <a:pt x="189935" y="77895"/>
                  <a:pt x="190183" y="81860"/>
                  <a:pt x="190565" y="85673"/>
                </a:cubicBezTo>
                <a:cubicBezTo>
                  <a:pt x="189573" y="85521"/>
                  <a:pt x="188334" y="85445"/>
                  <a:pt x="186847" y="85445"/>
                </a:cubicBezTo>
                <a:cubicBezTo>
                  <a:pt x="185360" y="85445"/>
                  <a:pt x="183740" y="85445"/>
                  <a:pt x="181986" y="85445"/>
                </a:cubicBezTo>
                <a:cubicBezTo>
                  <a:pt x="180232" y="85445"/>
                  <a:pt x="178630" y="85445"/>
                  <a:pt x="177181" y="85445"/>
                </a:cubicBezTo>
                <a:cubicBezTo>
                  <a:pt x="175733" y="85445"/>
                  <a:pt x="174474" y="85521"/>
                  <a:pt x="173406" y="85673"/>
                </a:cubicBezTo>
                <a:cubicBezTo>
                  <a:pt x="173788" y="81860"/>
                  <a:pt x="174036" y="77895"/>
                  <a:pt x="174150" y="73777"/>
                </a:cubicBezTo>
                <a:cubicBezTo>
                  <a:pt x="174265" y="69659"/>
                  <a:pt x="174322" y="65275"/>
                  <a:pt x="174322" y="60624"/>
                </a:cubicBezTo>
                <a:lnTo>
                  <a:pt x="174322" y="56047"/>
                </a:lnTo>
                <a:cubicBezTo>
                  <a:pt x="174322" y="51397"/>
                  <a:pt x="174265" y="47031"/>
                  <a:pt x="174150" y="42952"/>
                </a:cubicBezTo>
                <a:cubicBezTo>
                  <a:pt x="174036" y="38871"/>
                  <a:pt x="173788" y="34772"/>
                  <a:pt x="173406" y="30654"/>
                </a:cubicBezTo>
                <a:cubicBezTo>
                  <a:pt x="174779" y="30806"/>
                  <a:pt x="176133" y="30940"/>
                  <a:pt x="177468" y="31055"/>
                </a:cubicBezTo>
                <a:cubicBezTo>
                  <a:pt x="178802" y="31169"/>
                  <a:pt x="180155" y="31226"/>
                  <a:pt x="181527" y="31226"/>
                </a:cubicBezTo>
                <a:cubicBezTo>
                  <a:pt x="182900" y="31226"/>
                  <a:pt x="184254" y="31169"/>
                  <a:pt x="185589" y="31055"/>
                </a:cubicBezTo>
                <a:cubicBezTo>
                  <a:pt x="186923" y="30940"/>
                  <a:pt x="188353" y="30806"/>
                  <a:pt x="189879" y="30654"/>
                </a:cubicBezTo>
                <a:lnTo>
                  <a:pt x="189420" y="39233"/>
                </a:lnTo>
                <a:lnTo>
                  <a:pt x="189650" y="39233"/>
                </a:lnTo>
                <a:close/>
                <a:moveTo>
                  <a:pt x="264686" y="68288"/>
                </a:moveTo>
                <a:cubicBezTo>
                  <a:pt x="264686" y="65009"/>
                  <a:pt x="264705" y="62511"/>
                  <a:pt x="264744" y="60795"/>
                </a:cubicBezTo>
                <a:cubicBezTo>
                  <a:pt x="264782" y="59079"/>
                  <a:pt x="264801" y="57572"/>
                  <a:pt x="264801" y="56276"/>
                </a:cubicBezTo>
                <a:cubicBezTo>
                  <a:pt x="263199" y="57192"/>
                  <a:pt x="261502" y="57936"/>
                  <a:pt x="259710" y="58508"/>
                </a:cubicBezTo>
                <a:cubicBezTo>
                  <a:pt x="257918" y="59080"/>
                  <a:pt x="256279" y="59804"/>
                  <a:pt x="254792" y="60681"/>
                </a:cubicBezTo>
                <a:cubicBezTo>
                  <a:pt x="253305" y="61558"/>
                  <a:pt x="252085" y="62758"/>
                  <a:pt x="251132" y="64284"/>
                </a:cubicBezTo>
                <a:cubicBezTo>
                  <a:pt x="250179" y="65809"/>
                  <a:pt x="249702" y="68021"/>
                  <a:pt x="249702" y="70918"/>
                </a:cubicBezTo>
                <a:cubicBezTo>
                  <a:pt x="249702" y="73740"/>
                  <a:pt x="250293" y="75894"/>
                  <a:pt x="251475" y="77381"/>
                </a:cubicBezTo>
                <a:cubicBezTo>
                  <a:pt x="252658" y="78868"/>
                  <a:pt x="254240" y="79612"/>
                  <a:pt x="256221" y="79612"/>
                </a:cubicBezTo>
                <a:cubicBezTo>
                  <a:pt x="258738" y="79612"/>
                  <a:pt x="260778" y="78659"/>
                  <a:pt x="262340" y="76753"/>
                </a:cubicBezTo>
                <a:cubicBezTo>
                  <a:pt x="263904" y="74846"/>
                  <a:pt x="264686" y="72024"/>
                  <a:pt x="264686" y="68288"/>
                </a:cubicBezTo>
                <a:moveTo>
                  <a:pt x="237577" y="37175"/>
                </a:moveTo>
                <a:cubicBezTo>
                  <a:pt x="240780" y="34582"/>
                  <a:pt x="244231" y="32600"/>
                  <a:pt x="247929" y="31226"/>
                </a:cubicBezTo>
                <a:cubicBezTo>
                  <a:pt x="251628" y="29853"/>
                  <a:pt x="255307" y="29167"/>
                  <a:pt x="258967" y="29167"/>
                </a:cubicBezTo>
                <a:cubicBezTo>
                  <a:pt x="262017" y="29167"/>
                  <a:pt x="264820" y="29510"/>
                  <a:pt x="267374" y="30197"/>
                </a:cubicBezTo>
                <a:cubicBezTo>
                  <a:pt x="269929" y="30883"/>
                  <a:pt x="272141" y="31970"/>
                  <a:pt x="274008" y="33457"/>
                </a:cubicBezTo>
                <a:cubicBezTo>
                  <a:pt x="275877" y="34944"/>
                  <a:pt x="277326" y="36870"/>
                  <a:pt x="278354" y="39234"/>
                </a:cubicBezTo>
                <a:cubicBezTo>
                  <a:pt x="279384" y="41597"/>
                  <a:pt x="279899" y="44457"/>
                  <a:pt x="279899" y="47813"/>
                </a:cubicBezTo>
                <a:cubicBezTo>
                  <a:pt x="279899" y="52693"/>
                  <a:pt x="279842" y="57211"/>
                  <a:pt x="279728" y="61367"/>
                </a:cubicBezTo>
                <a:cubicBezTo>
                  <a:pt x="279614" y="65522"/>
                  <a:pt x="279557" y="69659"/>
                  <a:pt x="279557" y="73777"/>
                </a:cubicBezTo>
                <a:cubicBezTo>
                  <a:pt x="279557" y="75607"/>
                  <a:pt x="279690" y="77037"/>
                  <a:pt x="279956" y="78067"/>
                </a:cubicBezTo>
                <a:cubicBezTo>
                  <a:pt x="280224" y="79097"/>
                  <a:pt x="280624" y="79879"/>
                  <a:pt x="281157" y="80413"/>
                </a:cubicBezTo>
                <a:cubicBezTo>
                  <a:pt x="281691" y="80946"/>
                  <a:pt x="282396" y="81288"/>
                  <a:pt x="283273" y="81441"/>
                </a:cubicBezTo>
                <a:cubicBezTo>
                  <a:pt x="284150" y="81593"/>
                  <a:pt x="285161" y="81670"/>
                  <a:pt x="286304" y="81670"/>
                </a:cubicBezTo>
                <a:lnTo>
                  <a:pt x="286304" y="84415"/>
                </a:lnTo>
                <a:cubicBezTo>
                  <a:pt x="284094" y="85331"/>
                  <a:pt x="282225" y="86017"/>
                  <a:pt x="280700" y="86475"/>
                </a:cubicBezTo>
                <a:cubicBezTo>
                  <a:pt x="279175" y="86932"/>
                  <a:pt x="277535" y="87160"/>
                  <a:pt x="275782" y="87160"/>
                </a:cubicBezTo>
                <a:cubicBezTo>
                  <a:pt x="272960" y="87160"/>
                  <a:pt x="270672" y="86475"/>
                  <a:pt x="268919" y="85103"/>
                </a:cubicBezTo>
                <a:cubicBezTo>
                  <a:pt x="267165" y="83730"/>
                  <a:pt x="265831" y="81747"/>
                  <a:pt x="264915" y="79154"/>
                </a:cubicBezTo>
                <a:cubicBezTo>
                  <a:pt x="263161" y="81594"/>
                  <a:pt x="261122" y="83539"/>
                  <a:pt x="258796" y="84987"/>
                </a:cubicBezTo>
                <a:cubicBezTo>
                  <a:pt x="256470" y="86436"/>
                  <a:pt x="253553" y="87160"/>
                  <a:pt x="250046" y="87160"/>
                </a:cubicBezTo>
                <a:cubicBezTo>
                  <a:pt x="247147" y="87160"/>
                  <a:pt x="244668" y="86779"/>
                  <a:pt x="242609" y="86016"/>
                </a:cubicBezTo>
                <a:cubicBezTo>
                  <a:pt x="240551" y="85253"/>
                  <a:pt x="238854" y="84167"/>
                  <a:pt x="237519" y="82757"/>
                </a:cubicBezTo>
                <a:cubicBezTo>
                  <a:pt x="236185" y="81345"/>
                  <a:pt x="235213" y="79744"/>
                  <a:pt x="234603" y="77952"/>
                </a:cubicBezTo>
                <a:cubicBezTo>
                  <a:pt x="233993" y="76160"/>
                  <a:pt x="233688" y="74349"/>
                  <a:pt x="233688" y="72519"/>
                </a:cubicBezTo>
                <a:cubicBezTo>
                  <a:pt x="233688" y="70003"/>
                  <a:pt x="234089" y="67830"/>
                  <a:pt x="234889" y="66000"/>
                </a:cubicBezTo>
                <a:cubicBezTo>
                  <a:pt x="235690" y="64169"/>
                  <a:pt x="236833" y="62606"/>
                  <a:pt x="238321" y="61310"/>
                </a:cubicBezTo>
                <a:cubicBezTo>
                  <a:pt x="239808" y="60014"/>
                  <a:pt x="241580" y="58927"/>
                  <a:pt x="243639" y="58049"/>
                </a:cubicBezTo>
                <a:cubicBezTo>
                  <a:pt x="245698" y="57172"/>
                  <a:pt x="248024" y="56429"/>
                  <a:pt x="250617" y="55819"/>
                </a:cubicBezTo>
                <a:cubicBezTo>
                  <a:pt x="253820" y="55057"/>
                  <a:pt x="256356" y="54390"/>
                  <a:pt x="258223" y="53819"/>
                </a:cubicBezTo>
                <a:cubicBezTo>
                  <a:pt x="260092" y="53246"/>
                  <a:pt x="261483" y="52674"/>
                  <a:pt x="262398" y="52103"/>
                </a:cubicBezTo>
                <a:cubicBezTo>
                  <a:pt x="263314" y="51530"/>
                  <a:pt x="263905" y="50901"/>
                  <a:pt x="264171" y="50214"/>
                </a:cubicBezTo>
                <a:cubicBezTo>
                  <a:pt x="264439" y="49528"/>
                  <a:pt x="264573" y="48689"/>
                  <a:pt x="264573" y="47698"/>
                </a:cubicBezTo>
                <a:cubicBezTo>
                  <a:pt x="264573" y="44953"/>
                  <a:pt x="263600" y="42608"/>
                  <a:pt x="261654" y="40664"/>
                </a:cubicBezTo>
                <a:cubicBezTo>
                  <a:pt x="259710" y="38718"/>
                  <a:pt x="257022" y="37745"/>
                  <a:pt x="253591" y="37745"/>
                </a:cubicBezTo>
                <a:cubicBezTo>
                  <a:pt x="252295" y="37745"/>
                  <a:pt x="250960" y="37917"/>
                  <a:pt x="249587" y="38260"/>
                </a:cubicBezTo>
                <a:cubicBezTo>
                  <a:pt x="248215" y="38604"/>
                  <a:pt x="246900" y="39081"/>
                  <a:pt x="245641" y="39692"/>
                </a:cubicBezTo>
                <a:cubicBezTo>
                  <a:pt x="244383" y="40301"/>
                  <a:pt x="243239" y="40969"/>
                  <a:pt x="242209" y="41693"/>
                </a:cubicBezTo>
                <a:cubicBezTo>
                  <a:pt x="241181" y="42417"/>
                  <a:pt x="240399" y="43199"/>
                  <a:pt x="239865" y="44038"/>
                </a:cubicBezTo>
                <a:lnTo>
                  <a:pt x="239064" y="44038"/>
                </a:lnTo>
                <a:lnTo>
                  <a:pt x="237577" y="37175"/>
                </a:lnTo>
                <a:close/>
                <a:moveTo>
                  <a:pt x="310670" y="44839"/>
                </a:moveTo>
                <a:cubicBezTo>
                  <a:pt x="312653" y="39577"/>
                  <a:pt x="315054" y="35707"/>
                  <a:pt x="317875" y="33228"/>
                </a:cubicBezTo>
                <a:cubicBezTo>
                  <a:pt x="320697" y="30750"/>
                  <a:pt x="324052" y="29511"/>
                  <a:pt x="327942" y="29511"/>
                </a:cubicBezTo>
                <a:cubicBezTo>
                  <a:pt x="328323" y="29511"/>
                  <a:pt x="328646" y="29530"/>
                  <a:pt x="328913" y="29568"/>
                </a:cubicBezTo>
                <a:cubicBezTo>
                  <a:pt x="329180" y="29606"/>
                  <a:pt x="329466" y="29624"/>
                  <a:pt x="329771" y="29624"/>
                </a:cubicBezTo>
                <a:cubicBezTo>
                  <a:pt x="329542" y="30768"/>
                  <a:pt x="329370" y="31989"/>
                  <a:pt x="329256" y="33286"/>
                </a:cubicBezTo>
                <a:cubicBezTo>
                  <a:pt x="329142" y="34582"/>
                  <a:pt x="329085" y="36107"/>
                  <a:pt x="329085" y="37861"/>
                </a:cubicBezTo>
                <a:lnTo>
                  <a:pt x="329085" y="41521"/>
                </a:lnTo>
                <a:cubicBezTo>
                  <a:pt x="329085" y="42130"/>
                  <a:pt x="329085" y="42779"/>
                  <a:pt x="329085" y="43465"/>
                </a:cubicBezTo>
                <a:cubicBezTo>
                  <a:pt x="329085" y="44152"/>
                  <a:pt x="329123" y="44800"/>
                  <a:pt x="329199" y="45409"/>
                </a:cubicBezTo>
                <a:lnTo>
                  <a:pt x="328171" y="46326"/>
                </a:lnTo>
                <a:cubicBezTo>
                  <a:pt x="327408" y="45867"/>
                  <a:pt x="326549" y="45486"/>
                  <a:pt x="325596" y="45181"/>
                </a:cubicBezTo>
                <a:cubicBezTo>
                  <a:pt x="324643" y="44876"/>
                  <a:pt x="323557" y="44723"/>
                  <a:pt x="322336" y="44723"/>
                </a:cubicBezTo>
                <a:cubicBezTo>
                  <a:pt x="318905" y="44723"/>
                  <a:pt x="316198" y="45849"/>
                  <a:pt x="314215" y="48099"/>
                </a:cubicBezTo>
                <a:cubicBezTo>
                  <a:pt x="312232" y="50348"/>
                  <a:pt x="311241" y="52998"/>
                  <a:pt x="311241" y="56047"/>
                </a:cubicBezTo>
                <a:lnTo>
                  <a:pt x="311241" y="60624"/>
                </a:lnTo>
                <a:cubicBezTo>
                  <a:pt x="311241" y="65275"/>
                  <a:pt x="311298" y="69659"/>
                  <a:pt x="311412" y="73777"/>
                </a:cubicBezTo>
                <a:cubicBezTo>
                  <a:pt x="311527" y="77895"/>
                  <a:pt x="311775" y="81860"/>
                  <a:pt x="312157" y="85673"/>
                </a:cubicBezTo>
                <a:cubicBezTo>
                  <a:pt x="311166" y="85521"/>
                  <a:pt x="309926" y="85445"/>
                  <a:pt x="308439" y="85445"/>
                </a:cubicBezTo>
                <a:cubicBezTo>
                  <a:pt x="306952" y="85445"/>
                  <a:pt x="305331" y="85445"/>
                  <a:pt x="303577" y="85445"/>
                </a:cubicBezTo>
                <a:cubicBezTo>
                  <a:pt x="301823" y="85445"/>
                  <a:pt x="300222" y="85445"/>
                  <a:pt x="298773" y="85445"/>
                </a:cubicBezTo>
                <a:cubicBezTo>
                  <a:pt x="297325" y="85445"/>
                  <a:pt x="296066" y="85521"/>
                  <a:pt x="294998" y="85673"/>
                </a:cubicBezTo>
                <a:cubicBezTo>
                  <a:pt x="295380" y="81860"/>
                  <a:pt x="295628" y="77895"/>
                  <a:pt x="295742" y="73777"/>
                </a:cubicBezTo>
                <a:cubicBezTo>
                  <a:pt x="295856" y="69659"/>
                  <a:pt x="295913" y="65275"/>
                  <a:pt x="295913" y="60624"/>
                </a:cubicBezTo>
                <a:lnTo>
                  <a:pt x="295913" y="56047"/>
                </a:lnTo>
                <a:cubicBezTo>
                  <a:pt x="295913" y="51397"/>
                  <a:pt x="295856" y="47031"/>
                  <a:pt x="295742" y="42952"/>
                </a:cubicBezTo>
                <a:cubicBezTo>
                  <a:pt x="295628" y="38871"/>
                  <a:pt x="295380" y="34772"/>
                  <a:pt x="294998" y="30654"/>
                </a:cubicBezTo>
                <a:cubicBezTo>
                  <a:pt x="296294" y="30806"/>
                  <a:pt x="297610" y="30940"/>
                  <a:pt x="298945" y="31055"/>
                </a:cubicBezTo>
                <a:cubicBezTo>
                  <a:pt x="300279" y="31169"/>
                  <a:pt x="301595" y="31226"/>
                  <a:pt x="302891" y="31226"/>
                </a:cubicBezTo>
                <a:cubicBezTo>
                  <a:pt x="304187" y="31226"/>
                  <a:pt x="305502" y="31169"/>
                  <a:pt x="306837" y="31055"/>
                </a:cubicBezTo>
                <a:cubicBezTo>
                  <a:pt x="308172" y="30940"/>
                  <a:pt x="309487" y="30806"/>
                  <a:pt x="310783" y="30654"/>
                </a:cubicBezTo>
                <a:lnTo>
                  <a:pt x="310441" y="44610"/>
                </a:lnTo>
                <a:lnTo>
                  <a:pt x="310670" y="44839"/>
                </a:lnTo>
                <a:close/>
                <a:moveTo>
                  <a:pt x="339493" y="9036"/>
                </a:moveTo>
                <a:cubicBezTo>
                  <a:pt x="339493" y="6519"/>
                  <a:pt x="340370" y="4384"/>
                  <a:pt x="342124" y="2630"/>
                </a:cubicBezTo>
                <a:cubicBezTo>
                  <a:pt x="343878" y="877"/>
                  <a:pt x="346014" y="0"/>
                  <a:pt x="348531" y="0"/>
                </a:cubicBezTo>
                <a:cubicBezTo>
                  <a:pt x="351046" y="0"/>
                  <a:pt x="353181" y="877"/>
                  <a:pt x="354935" y="2630"/>
                </a:cubicBezTo>
                <a:cubicBezTo>
                  <a:pt x="356689" y="4384"/>
                  <a:pt x="357567" y="6519"/>
                  <a:pt x="357567" y="9036"/>
                </a:cubicBezTo>
                <a:cubicBezTo>
                  <a:pt x="357567" y="11553"/>
                  <a:pt x="356689" y="13688"/>
                  <a:pt x="354935" y="15441"/>
                </a:cubicBezTo>
                <a:cubicBezTo>
                  <a:pt x="353181" y="17195"/>
                  <a:pt x="351046" y="18072"/>
                  <a:pt x="348531" y="18072"/>
                </a:cubicBezTo>
                <a:cubicBezTo>
                  <a:pt x="346014" y="18072"/>
                  <a:pt x="343878" y="17195"/>
                  <a:pt x="342124" y="15441"/>
                </a:cubicBezTo>
                <a:cubicBezTo>
                  <a:pt x="340370" y="13688"/>
                  <a:pt x="339493" y="11553"/>
                  <a:pt x="339493" y="9036"/>
                </a:cubicBezTo>
                <a:moveTo>
                  <a:pt x="340867" y="56047"/>
                </a:moveTo>
                <a:cubicBezTo>
                  <a:pt x="340867" y="51397"/>
                  <a:pt x="340809" y="47031"/>
                  <a:pt x="340694" y="42952"/>
                </a:cubicBezTo>
                <a:cubicBezTo>
                  <a:pt x="340580" y="38871"/>
                  <a:pt x="340332" y="34772"/>
                  <a:pt x="339951" y="30654"/>
                </a:cubicBezTo>
                <a:cubicBezTo>
                  <a:pt x="341019" y="30806"/>
                  <a:pt x="342277" y="30940"/>
                  <a:pt x="343726" y="31055"/>
                </a:cubicBezTo>
                <a:cubicBezTo>
                  <a:pt x="345174" y="31169"/>
                  <a:pt x="346776" y="31226"/>
                  <a:pt x="348531" y="31226"/>
                </a:cubicBezTo>
                <a:cubicBezTo>
                  <a:pt x="352115" y="31226"/>
                  <a:pt x="354974" y="31036"/>
                  <a:pt x="357109" y="30654"/>
                </a:cubicBezTo>
                <a:cubicBezTo>
                  <a:pt x="356728" y="34772"/>
                  <a:pt x="356479" y="38871"/>
                  <a:pt x="356364" y="42952"/>
                </a:cubicBezTo>
                <a:cubicBezTo>
                  <a:pt x="356250" y="47031"/>
                  <a:pt x="356193" y="51397"/>
                  <a:pt x="356193" y="56047"/>
                </a:cubicBezTo>
                <a:lnTo>
                  <a:pt x="356193" y="60624"/>
                </a:lnTo>
                <a:cubicBezTo>
                  <a:pt x="356193" y="65275"/>
                  <a:pt x="356250" y="69659"/>
                  <a:pt x="356364" y="73777"/>
                </a:cubicBezTo>
                <a:cubicBezTo>
                  <a:pt x="356479" y="77895"/>
                  <a:pt x="356728" y="81860"/>
                  <a:pt x="357109" y="85673"/>
                </a:cubicBezTo>
                <a:cubicBezTo>
                  <a:pt x="356118" y="85521"/>
                  <a:pt x="354879" y="85445"/>
                  <a:pt x="353392" y="85445"/>
                </a:cubicBezTo>
                <a:cubicBezTo>
                  <a:pt x="351905" y="85445"/>
                  <a:pt x="350284" y="85445"/>
                  <a:pt x="348531" y="85445"/>
                </a:cubicBezTo>
                <a:cubicBezTo>
                  <a:pt x="346776" y="85445"/>
                  <a:pt x="345174" y="85445"/>
                  <a:pt x="343726" y="85445"/>
                </a:cubicBezTo>
                <a:cubicBezTo>
                  <a:pt x="342277" y="85445"/>
                  <a:pt x="341019" y="85521"/>
                  <a:pt x="339951" y="85673"/>
                </a:cubicBezTo>
                <a:cubicBezTo>
                  <a:pt x="340332" y="81860"/>
                  <a:pt x="340580" y="77895"/>
                  <a:pt x="340694" y="73777"/>
                </a:cubicBezTo>
                <a:cubicBezTo>
                  <a:pt x="340809" y="69659"/>
                  <a:pt x="340867" y="65275"/>
                  <a:pt x="340867" y="60624"/>
                </a:cubicBezTo>
                <a:lnTo>
                  <a:pt x="340867" y="56047"/>
                </a:lnTo>
                <a:close/>
                <a:moveTo>
                  <a:pt x="407325" y="55477"/>
                </a:moveTo>
                <a:cubicBezTo>
                  <a:pt x="407325" y="48765"/>
                  <a:pt x="406486" y="43560"/>
                  <a:pt x="404808" y="39863"/>
                </a:cubicBezTo>
                <a:cubicBezTo>
                  <a:pt x="403130" y="36164"/>
                  <a:pt x="400347" y="34314"/>
                  <a:pt x="396458" y="34314"/>
                </a:cubicBezTo>
                <a:cubicBezTo>
                  <a:pt x="392950" y="34314"/>
                  <a:pt x="390185" y="36373"/>
                  <a:pt x="388164" y="40491"/>
                </a:cubicBezTo>
                <a:cubicBezTo>
                  <a:pt x="386144" y="44609"/>
                  <a:pt x="385134" y="51053"/>
                  <a:pt x="385134" y="59823"/>
                </a:cubicBezTo>
                <a:cubicBezTo>
                  <a:pt x="385134" y="63025"/>
                  <a:pt x="385324" y="65999"/>
                  <a:pt x="385705" y="68745"/>
                </a:cubicBezTo>
                <a:cubicBezTo>
                  <a:pt x="386086" y="71490"/>
                  <a:pt x="386716" y="73873"/>
                  <a:pt x="387593" y="75894"/>
                </a:cubicBezTo>
                <a:cubicBezTo>
                  <a:pt x="388471" y="77914"/>
                  <a:pt x="389614" y="79497"/>
                  <a:pt x="391025" y="80641"/>
                </a:cubicBezTo>
                <a:cubicBezTo>
                  <a:pt x="392436" y="81785"/>
                  <a:pt x="394209" y="82357"/>
                  <a:pt x="396345" y="82357"/>
                </a:cubicBezTo>
                <a:cubicBezTo>
                  <a:pt x="403665" y="82357"/>
                  <a:pt x="407325" y="73397"/>
                  <a:pt x="407325" y="55477"/>
                </a:cubicBezTo>
                <a:moveTo>
                  <a:pt x="368206" y="59707"/>
                </a:moveTo>
                <a:cubicBezTo>
                  <a:pt x="368206" y="54598"/>
                  <a:pt x="368987" y="50138"/>
                  <a:pt x="370550" y="46326"/>
                </a:cubicBezTo>
                <a:cubicBezTo>
                  <a:pt x="372114" y="42513"/>
                  <a:pt x="374192" y="39329"/>
                  <a:pt x="376784" y="36775"/>
                </a:cubicBezTo>
                <a:cubicBezTo>
                  <a:pt x="379377" y="34220"/>
                  <a:pt x="382369" y="32313"/>
                  <a:pt x="385762" y="31055"/>
                </a:cubicBezTo>
                <a:cubicBezTo>
                  <a:pt x="389157" y="29796"/>
                  <a:pt x="392646" y="29167"/>
                  <a:pt x="396229" y="29167"/>
                </a:cubicBezTo>
                <a:cubicBezTo>
                  <a:pt x="405152" y="29167"/>
                  <a:pt x="412053" y="31684"/>
                  <a:pt x="416933" y="36717"/>
                </a:cubicBezTo>
                <a:cubicBezTo>
                  <a:pt x="421813" y="41750"/>
                  <a:pt x="424253" y="48575"/>
                  <a:pt x="424253" y="57192"/>
                </a:cubicBezTo>
                <a:cubicBezTo>
                  <a:pt x="424253" y="61843"/>
                  <a:pt x="423567" y="66037"/>
                  <a:pt x="422194" y="69775"/>
                </a:cubicBezTo>
                <a:cubicBezTo>
                  <a:pt x="420822" y="73511"/>
                  <a:pt x="418897" y="76695"/>
                  <a:pt x="416418" y="79325"/>
                </a:cubicBezTo>
                <a:cubicBezTo>
                  <a:pt x="413940" y="81956"/>
                  <a:pt x="410985" y="83920"/>
                  <a:pt x="407553" y="85216"/>
                </a:cubicBezTo>
                <a:cubicBezTo>
                  <a:pt x="404122" y="86512"/>
                  <a:pt x="400347" y="87160"/>
                  <a:pt x="396229" y="87160"/>
                </a:cubicBezTo>
                <a:cubicBezTo>
                  <a:pt x="392798" y="87160"/>
                  <a:pt x="389424" y="86703"/>
                  <a:pt x="386106" y="85787"/>
                </a:cubicBezTo>
                <a:cubicBezTo>
                  <a:pt x="382789" y="84872"/>
                  <a:pt x="379796" y="83329"/>
                  <a:pt x="377126" y="81156"/>
                </a:cubicBezTo>
                <a:cubicBezTo>
                  <a:pt x="374458" y="78983"/>
                  <a:pt x="372304" y="76142"/>
                  <a:pt x="370665" y="72634"/>
                </a:cubicBezTo>
                <a:cubicBezTo>
                  <a:pt x="369025" y="69126"/>
                  <a:pt x="368206" y="64817"/>
                  <a:pt x="368206" y="59707"/>
                </a:cubicBezTo>
                <a:close/>
              </a:path>
            </a:pathLst>
          </a:custGeom>
          <a:solidFill xmlns:a="http://schemas.openxmlformats.org/drawingml/2006/main">
            <a:srgbClr val="6647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_2">
            <a:extLst xmlns:a="http://schemas.openxmlformats.org/drawingml/2006/main">
              <a:ext uri="{FF2B5EF4-FFF2-40B4-BE49-F238E27FC236}">
                <a16:creationId xmlns:a16="http://schemas.microsoft.com/office/drawing/2014/main" id="{15A63AFD-A542-4417-92CC-1F7F6B8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836" y="3290882"/>
            <a:ext cx="112440" cy="90936"/>
          </a:xfrm>
          <a:custGeom xmlns:a="http://schemas.openxmlformats.org/drawingml/2006/main">
            <a:pathLst>
              <a:path w="112440" h="90936">
                <a:moveTo>
                  <a:pt x="57192" y="85216"/>
                </a:moveTo>
                <a:lnTo>
                  <a:pt x="57192" y="90936"/>
                </a:lnTo>
                <a:lnTo>
                  <a:pt x="0" y="90936"/>
                </a:lnTo>
                <a:lnTo>
                  <a:pt x="0" y="85216"/>
                </a:lnTo>
                <a:lnTo>
                  <a:pt x="57192" y="85216"/>
                </a:lnTo>
                <a:close/>
                <a:moveTo>
                  <a:pt x="61997" y="72292"/>
                </a:moveTo>
                <a:cubicBezTo>
                  <a:pt x="67868" y="66953"/>
                  <a:pt x="72863" y="62015"/>
                  <a:pt x="76981" y="57479"/>
                </a:cubicBezTo>
                <a:cubicBezTo>
                  <a:pt x="81099" y="52941"/>
                  <a:pt x="84454" y="48651"/>
                  <a:pt x="87047" y="44610"/>
                </a:cubicBezTo>
                <a:cubicBezTo>
                  <a:pt x="89639" y="40568"/>
                  <a:pt x="91507" y="36678"/>
                  <a:pt x="92651" y="32942"/>
                </a:cubicBezTo>
                <a:cubicBezTo>
                  <a:pt x="93795" y="29206"/>
                  <a:pt x="94367" y="25470"/>
                  <a:pt x="94367" y="21733"/>
                </a:cubicBezTo>
                <a:cubicBezTo>
                  <a:pt x="94367" y="18607"/>
                  <a:pt x="94043" y="15995"/>
                  <a:pt x="93395" y="13898"/>
                </a:cubicBezTo>
                <a:cubicBezTo>
                  <a:pt x="92746" y="11800"/>
                  <a:pt x="91870" y="10103"/>
                  <a:pt x="90764" y="8807"/>
                </a:cubicBezTo>
                <a:cubicBezTo>
                  <a:pt x="89659" y="7511"/>
                  <a:pt x="88420" y="6577"/>
                  <a:pt x="87047" y="6006"/>
                </a:cubicBezTo>
                <a:cubicBezTo>
                  <a:pt x="85674" y="5433"/>
                  <a:pt x="84263" y="5147"/>
                  <a:pt x="82814" y="5147"/>
                </a:cubicBezTo>
                <a:cubicBezTo>
                  <a:pt x="80679" y="5147"/>
                  <a:pt x="78906" y="5738"/>
                  <a:pt x="77494" y="6920"/>
                </a:cubicBezTo>
                <a:cubicBezTo>
                  <a:pt x="76084" y="8103"/>
                  <a:pt x="74959" y="9552"/>
                  <a:pt x="74120" y="11268"/>
                </a:cubicBezTo>
                <a:cubicBezTo>
                  <a:pt x="73281" y="12983"/>
                  <a:pt x="72710" y="14794"/>
                  <a:pt x="72405" y="16700"/>
                </a:cubicBezTo>
                <a:cubicBezTo>
                  <a:pt x="72100" y="18606"/>
                  <a:pt x="71947" y="20321"/>
                  <a:pt x="71947" y="21847"/>
                </a:cubicBezTo>
                <a:lnTo>
                  <a:pt x="70804" y="22191"/>
                </a:lnTo>
                <a:cubicBezTo>
                  <a:pt x="69279" y="20742"/>
                  <a:pt x="67792" y="19427"/>
                  <a:pt x="66343" y="18244"/>
                </a:cubicBezTo>
                <a:cubicBezTo>
                  <a:pt x="64894" y="17062"/>
                  <a:pt x="63407" y="15861"/>
                  <a:pt x="61882" y="14640"/>
                </a:cubicBezTo>
                <a:cubicBezTo>
                  <a:pt x="63255" y="10522"/>
                  <a:pt x="65886" y="7053"/>
                  <a:pt x="69774" y="4233"/>
                </a:cubicBezTo>
                <a:cubicBezTo>
                  <a:pt x="73663" y="1411"/>
                  <a:pt x="78963" y="0"/>
                  <a:pt x="85673" y="0"/>
                </a:cubicBezTo>
                <a:cubicBezTo>
                  <a:pt x="90935" y="0"/>
                  <a:pt x="95300" y="610"/>
                  <a:pt x="98770" y="1831"/>
                </a:cubicBezTo>
                <a:cubicBezTo>
                  <a:pt x="102240" y="3050"/>
                  <a:pt x="104986" y="4632"/>
                  <a:pt x="107007" y="6577"/>
                </a:cubicBezTo>
                <a:cubicBezTo>
                  <a:pt x="109028" y="8521"/>
                  <a:pt x="110439" y="10656"/>
                  <a:pt x="111239" y="12982"/>
                </a:cubicBezTo>
                <a:cubicBezTo>
                  <a:pt x="112040" y="15308"/>
                  <a:pt x="112440" y="17577"/>
                  <a:pt x="112440" y="19789"/>
                </a:cubicBezTo>
                <a:cubicBezTo>
                  <a:pt x="112440" y="22305"/>
                  <a:pt x="111982" y="24916"/>
                  <a:pt x="111066" y="27624"/>
                </a:cubicBezTo>
                <a:cubicBezTo>
                  <a:pt x="110152" y="30331"/>
                  <a:pt x="108493" y="33381"/>
                  <a:pt x="106090" y="36775"/>
                </a:cubicBezTo>
                <a:cubicBezTo>
                  <a:pt x="103689" y="40168"/>
                  <a:pt x="100372" y="44000"/>
                  <a:pt x="96140" y="48270"/>
                </a:cubicBezTo>
                <a:cubicBezTo>
                  <a:pt x="91908" y="52540"/>
                  <a:pt x="86475" y="57497"/>
                  <a:pt x="79840" y="63141"/>
                </a:cubicBezTo>
                <a:lnTo>
                  <a:pt x="79955" y="63369"/>
                </a:lnTo>
                <a:cubicBezTo>
                  <a:pt x="85445" y="63292"/>
                  <a:pt x="90840" y="63216"/>
                  <a:pt x="96140" y="63141"/>
                </a:cubicBezTo>
                <a:cubicBezTo>
                  <a:pt x="101440" y="63064"/>
                  <a:pt x="106835" y="62835"/>
                  <a:pt x="112325" y="62453"/>
                </a:cubicBezTo>
                <a:cubicBezTo>
                  <a:pt x="112249" y="63750"/>
                  <a:pt x="112154" y="64990"/>
                  <a:pt x="112039" y="66172"/>
                </a:cubicBezTo>
                <a:cubicBezTo>
                  <a:pt x="111925" y="67353"/>
                  <a:pt x="111868" y="68592"/>
                  <a:pt x="111868" y="69888"/>
                </a:cubicBezTo>
                <a:cubicBezTo>
                  <a:pt x="111868" y="71184"/>
                  <a:pt x="111925" y="72443"/>
                  <a:pt x="112039" y="73664"/>
                </a:cubicBezTo>
                <a:cubicBezTo>
                  <a:pt x="112154" y="74884"/>
                  <a:pt x="112249" y="76028"/>
                  <a:pt x="112325" y="77095"/>
                </a:cubicBezTo>
                <a:cubicBezTo>
                  <a:pt x="107979" y="76942"/>
                  <a:pt x="103709" y="76866"/>
                  <a:pt x="99514" y="76866"/>
                </a:cubicBezTo>
                <a:cubicBezTo>
                  <a:pt x="95320" y="76866"/>
                  <a:pt x="91050" y="76866"/>
                  <a:pt x="86703" y="76866"/>
                </a:cubicBezTo>
                <a:cubicBezTo>
                  <a:pt x="82585" y="76866"/>
                  <a:pt x="78467" y="76866"/>
                  <a:pt x="74349" y="76866"/>
                </a:cubicBezTo>
                <a:cubicBezTo>
                  <a:pt x="70231" y="76866"/>
                  <a:pt x="66114" y="76942"/>
                  <a:pt x="61997" y="77095"/>
                </a:cubicBezTo>
                <a:lnTo>
                  <a:pt x="61997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Scenario">
            <a:extLst xmlns:a="http://schemas.openxmlformats.org/drawingml/2006/main">
              <a:ext uri="{FF2B5EF4-FFF2-40B4-BE49-F238E27FC236}">
                <a16:creationId xmlns:a16="http://schemas.microsoft.com/office/drawing/2014/main" id="{64DF53EA-4B08-4D72-A182-F4FD5E4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808" y="3616387"/>
            <a:ext cx="424253" cy="87160"/>
          </a:xfrm>
          <a:custGeom xmlns:a="http://schemas.openxmlformats.org/drawingml/2006/main">
            <a:pathLst>
              <a:path w="424253" h="87160">
                <a:moveTo>
                  <a:pt x="39692" y="22533"/>
                </a:moveTo>
                <a:cubicBezTo>
                  <a:pt x="37252" y="15975"/>
                  <a:pt x="32638" y="12696"/>
                  <a:pt x="25851" y="12696"/>
                </a:cubicBezTo>
                <a:cubicBezTo>
                  <a:pt x="22343" y="12696"/>
                  <a:pt x="19482" y="13726"/>
                  <a:pt x="17270" y="15785"/>
                </a:cubicBezTo>
                <a:cubicBezTo>
                  <a:pt x="15060" y="17844"/>
                  <a:pt x="13954" y="20245"/>
                  <a:pt x="13954" y="22990"/>
                </a:cubicBezTo>
                <a:cubicBezTo>
                  <a:pt x="13954" y="25812"/>
                  <a:pt x="14812" y="28119"/>
                  <a:pt x="16527" y="29910"/>
                </a:cubicBezTo>
                <a:cubicBezTo>
                  <a:pt x="18243" y="31702"/>
                  <a:pt x="20398" y="33323"/>
                  <a:pt x="22990" y="34773"/>
                </a:cubicBezTo>
                <a:cubicBezTo>
                  <a:pt x="25584" y="36222"/>
                  <a:pt x="28368" y="37613"/>
                  <a:pt x="31342" y="38948"/>
                </a:cubicBezTo>
                <a:cubicBezTo>
                  <a:pt x="34316" y="40281"/>
                  <a:pt x="37099" y="41921"/>
                  <a:pt x="39692" y="43866"/>
                </a:cubicBezTo>
                <a:cubicBezTo>
                  <a:pt x="42284" y="45811"/>
                  <a:pt x="44438" y="48175"/>
                  <a:pt x="46153" y="50958"/>
                </a:cubicBezTo>
                <a:cubicBezTo>
                  <a:pt x="47869" y="53741"/>
                  <a:pt x="48727" y="57306"/>
                  <a:pt x="48727" y="61654"/>
                </a:cubicBezTo>
                <a:cubicBezTo>
                  <a:pt x="48727" y="65465"/>
                  <a:pt x="48003" y="68954"/>
                  <a:pt x="46554" y="72119"/>
                </a:cubicBezTo>
                <a:cubicBezTo>
                  <a:pt x="45106" y="75284"/>
                  <a:pt x="43047" y="77991"/>
                  <a:pt x="40377" y="80240"/>
                </a:cubicBezTo>
                <a:cubicBezTo>
                  <a:pt x="37708" y="82489"/>
                  <a:pt x="34524" y="84205"/>
                  <a:pt x="30825" y="85387"/>
                </a:cubicBezTo>
                <a:cubicBezTo>
                  <a:pt x="27127" y="86569"/>
                  <a:pt x="22991" y="87160"/>
                  <a:pt x="18415" y="87160"/>
                </a:cubicBezTo>
                <a:cubicBezTo>
                  <a:pt x="14298" y="87160"/>
                  <a:pt x="10618" y="86722"/>
                  <a:pt x="7378" y="85844"/>
                </a:cubicBezTo>
                <a:cubicBezTo>
                  <a:pt x="4137" y="84968"/>
                  <a:pt x="1678" y="83882"/>
                  <a:pt x="0" y="82586"/>
                </a:cubicBezTo>
                <a:cubicBezTo>
                  <a:pt x="762" y="79917"/>
                  <a:pt x="1410" y="77477"/>
                  <a:pt x="1944" y="75266"/>
                </a:cubicBezTo>
                <a:cubicBezTo>
                  <a:pt x="2478" y="73054"/>
                  <a:pt x="2936" y="70652"/>
                  <a:pt x="3316" y="68059"/>
                </a:cubicBezTo>
                <a:lnTo>
                  <a:pt x="5491" y="68059"/>
                </a:lnTo>
                <a:cubicBezTo>
                  <a:pt x="5796" y="69736"/>
                  <a:pt x="6367" y="71318"/>
                  <a:pt x="7205" y="72805"/>
                </a:cubicBezTo>
                <a:cubicBezTo>
                  <a:pt x="8044" y="74292"/>
                  <a:pt x="9111" y="75607"/>
                  <a:pt x="10408" y="76751"/>
                </a:cubicBezTo>
                <a:cubicBezTo>
                  <a:pt x="11705" y="77895"/>
                  <a:pt x="13268" y="78791"/>
                  <a:pt x="15097" y="79439"/>
                </a:cubicBezTo>
                <a:cubicBezTo>
                  <a:pt x="16928" y="80087"/>
                  <a:pt x="18987" y="80411"/>
                  <a:pt x="21276" y="80411"/>
                </a:cubicBezTo>
                <a:cubicBezTo>
                  <a:pt x="25851" y="80411"/>
                  <a:pt x="29225" y="79267"/>
                  <a:pt x="31398" y="76980"/>
                </a:cubicBezTo>
                <a:cubicBezTo>
                  <a:pt x="33571" y="74692"/>
                  <a:pt x="34658" y="71947"/>
                  <a:pt x="34658" y="68745"/>
                </a:cubicBezTo>
                <a:cubicBezTo>
                  <a:pt x="34658" y="65847"/>
                  <a:pt x="33819" y="63483"/>
                  <a:pt x="32141" y="61654"/>
                </a:cubicBezTo>
                <a:cubicBezTo>
                  <a:pt x="30464" y="59823"/>
                  <a:pt x="28368" y="58203"/>
                  <a:pt x="25851" y="56793"/>
                </a:cubicBezTo>
                <a:cubicBezTo>
                  <a:pt x="23334" y="55381"/>
                  <a:pt x="20588" y="54008"/>
                  <a:pt x="17614" y="52674"/>
                </a:cubicBezTo>
                <a:cubicBezTo>
                  <a:pt x="14640" y="51339"/>
                  <a:pt x="11895" y="49719"/>
                  <a:pt x="9378" y="47813"/>
                </a:cubicBezTo>
                <a:cubicBezTo>
                  <a:pt x="6862" y="45906"/>
                  <a:pt x="4765" y="43560"/>
                  <a:pt x="3088" y="40777"/>
                </a:cubicBezTo>
                <a:cubicBezTo>
                  <a:pt x="1411" y="37994"/>
                  <a:pt x="572" y="34429"/>
                  <a:pt x="572" y="30083"/>
                </a:cubicBezTo>
                <a:cubicBezTo>
                  <a:pt x="572" y="26118"/>
                  <a:pt x="1278" y="22610"/>
                  <a:pt x="2688" y="19560"/>
                </a:cubicBezTo>
                <a:cubicBezTo>
                  <a:pt x="4098" y="16509"/>
                  <a:pt x="5985" y="13955"/>
                  <a:pt x="8350" y="11896"/>
                </a:cubicBezTo>
                <a:cubicBezTo>
                  <a:pt x="10714" y="9837"/>
                  <a:pt x="13441" y="8274"/>
                  <a:pt x="16529" y="7207"/>
                </a:cubicBezTo>
                <a:cubicBezTo>
                  <a:pt x="19617" y="6138"/>
                  <a:pt x="22877" y="5604"/>
                  <a:pt x="26308" y="5604"/>
                </a:cubicBezTo>
                <a:cubicBezTo>
                  <a:pt x="30426" y="5604"/>
                  <a:pt x="34029" y="6100"/>
                  <a:pt x="37117" y="7091"/>
                </a:cubicBezTo>
                <a:cubicBezTo>
                  <a:pt x="40205" y="8083"/>
                  <a:pt x="42855" y="9455"/>
                  <a:pt x="45067" y="11209"/>
                </a:cubicBezTo>
                <a:cubicBezTo>
                  <a:pt x="44381" y="12962"/>
                  <a:pt x="43790" y="14659"/>
                  <a:pt x="43294" y="16300"/>
                </a:cubicBezTo>
                <a:cubicBezTo>
                  <a:pt x="42798" y="17940"/>
                  <a:pt x="42169" y="20017"/>
                  <a:pt x="41407" y="22533"/>
                </a:cubicBezTo>
                <a:lnTo>
                  <a:pt x="39692" y="22533"/>
                </a:lnTo>
                <a:close/>
                <a:moveTo>
                  <a:pt x="100660" y="46439"/>
                </a:moveTo>
                <a:cubicBezTo>
                  <a:pt x="100049" y="43008"/>
                  <a:pt x="98847" y="40244"/>
                  <a:pt x="97055" y="38147"/>
                </a:cubicBezTo>
                <a:cubicBezTo>
                  <a:pt x="95264" y="36050"/>
                  <a:pt x="92613" y="35002"/>
                  <a:pt x="89105" y="35002"/>
                </a:cubicBezTo>
                <a:cubicBezTo>
                  <a:pt x="84530" y="35002"/>
                  <a:pt x="81099" y="37080"/>
                  <a:pt x="78811" y="41236"/>
                </a:cubicBezTo>
                <a:cubicBezTo>
                  <a:pt x="76523" y="45391"/>
                  <a:pt x="75380" y="51167"/>
                  <a:pt x="75380" y="58564"/>
                </a:cubicBezTo>
                <a:cubicBezTo>
                  <a:pt x="75380" y="65504"/>
                  <a:pt x="76828" y="70823"/>
                  <a:pt x="79726" y="74522"/>
                </a:cubicBezTo>
                <a:cubicBezTo>
                  <a:pt x="82624" y="78220"/>
                  <a:pt x="86857" y="80069"/>
                  <a:pt x="92423" y="80069"/>
                </a:cubicBezTo>
                <a:cubicBezTo>
                  <a:pt x="94788" y="80069"/>
                  <a:pt x="97075" y="79516"/>
                  <a:pt x="99286" y="78411"/>
                </a:cubicBezTo>
                <a:cubicBezTo>
                  <a:pt x="101498" y="77304"/>
                  <a:pt x="103137" y="76065"/>
                  <a:pt x="104205" y="74693"/>
                </a:cubicBezTo>
                <a:lnTo>
                  <a:pt x="105578" y="75836"/>
                </a:lnTo>
                <a:cubicBezTo>
                  <a:pt x="105044" y="76903"/>
                  <a:pt x="104586" y="78009"/>
                  <a:pt x="104205" y="79154"/>
                </a:cubicBezTo>
                <a:cubicBezTo>
                  <a:pt x="103823" y="80298"/>
                  <a:pt x="103442" y="81442"/>
                  <a:pt x="103061" y="82586"/>
                </a:cubicBezTo>
                <a:cubicBezTo>
                  <a:pt x="101383" y="83882"/>
                  <a:pt x="99267" y="84968"/>
                  <a:pt x="96712" y="85844"/>
                </a:cubicBezTo>
                <a:cubicBezTo>
                  <a:pt x="94158" y="86722"/>
                  <a:pt x="91126" y="87160"/>
                  <a:pt x="87618" y="87160"/>
                </a:cubicBezTo>
                <a:cubicBezTo>
                  <a:pt x="82052" y="87160"/>
                  <a:pt x="77362" y="86360"/>
                  <a:pt x="73549" y="84759"/>
                </a:cubicBezTo>
                <a:cubicBezTo>
                  <a:pt x="69737" y="83158"/>
                  <a:pt x="66668" y="80985"/>
                  <a:pt x="64342" y="78240"/>
                </a:cubicBezTo>
                <a:cubicBezTo>
                  <a:pt x="62016" y="75494"/>
                  <a:pt x="60357" y="72386"/>
                  <a:pt x="59366" y="68916"/>
                </a:cubicBezTo>
                <a:cubicBezTo>
                  <a:pt x="58374" y="65446"/>
                  <a:pt x="57879" y="61958"/>
                  <a:pt x="57879" y="58451"/>
                </a:cubicBezTo>
                <a:cubicBezTo>
                  <a:pt x="57879" y="54256"/>
                  <a:pt x="58584" y="50367"/>
                  <a:pt x="59994" y="46783"/>
                </a:cubicBezTo>
                <a:cubicBezTo>
                  <a:pt x="61406" y="43199"/>
                  <a:pt x="63427" y="40111"/>
                  <a:pt x="66058" y="37519"/>
                </a:cubicBezTo>
                <a:cubicBezTo>
                  <a:pt x="68688" y="34925"/>
                  <a:pt x="71872" y="32885"/>
                  <a:pt x="75608" y="31398"/>
                </a:cubicBezTo>
                <a:cubicBezTo>
                  <a:pt x="79345" y="29910"/>
                  <a:pt x="83501" y="29167"/>
                  <a:pt x="88077" y="29167"/>
                </a:cubicBezTo>
                <a:cubicBezTo>
                  <a:pt x="92423" y="29167"/>
                  <a:pt x="96102" y="29663"/>
                  <a:pt x="99113" y="30654"/>
                </a:cubicBezTo>
                <a:cubicBezTo>
                  <a:pt x="102126" y="31645"/>
                  <a:pt x="105005" y="32942"/>
                  <a:pt x="107751" y="34543"/>
                </a:cubicBezTo>
                <a:cubicBezTo>
                  <a:pt x="106835" y="36068"/>
                  <a:pt x="105977" y="37937"/>
                  <a:pt x="105177" y="40149"/>
                </a:cubicBezTo>
                <a:cubicBezTo>
                  <a:pt x="104376" y="42360"/>
                  <a:pt x="103785" y="44456"/>
                  <a:pt x="103403" y="46439"/>
                </a:cubicBezTo>
                <a:lnTo>
                  <a:pt x="100660" y="46439"/>
                </a:lnTo>
                <a:close/>
                <a:moveTo>
                  <a:pt x="130855" y="58336"/>
                </a:moveTo>
                <a:cubicBezTo>
                  <a:pt x="130855" y="61385"/>
                  <a:pt x="131160" y="64245"/>
                  <a:pt x="131770" y="66914"/>
                </a:cubicBezTo>
                <a:cubicBezTo>
                  <a:pt x="132381" y="69583"/>
                  <a:pt x="133315" y="71890"/>
                  <a:pt x="134573" y="73835"/>
                </a:cubicBezTo>
                <a:cubicBezTo>
                  <a:pt x="135831" y="75779"/>
                  <a:pt x="137432" y="77304"/>
                  <a:pt x="139376" y="78411"/>
                </a:cubicBezTo>
                <a:cubicBezTo>
                  <a:pt x="141322" y="79516"/>
                  <a:pt x="143591" y="80069"/>
                  <a:pt x="146183" y="80069"/>
                </a:cubicBezTo>
                <a:cubicBezTo>
                  <a:pt x="151445" y="80069"/>
                  <a:pt x="156135" y="78353"/>
                  <a:pt x="160252" y="74922"/>
                </a:cubicBezTo>
                <a:lnTo>
                  <a:pt x="161624" y="75952"/>
                </a:lnTo>
                <a:lnTo>
                  <a:pt x="159107" y="82357"/>
                </a:lnTo>
                <a:cubicBezTo>
                  <a:pt x="157202" y="83806"/>
                  <a:pt x="154914" y="84968"/>
                  <a:pt x="152245" y="85844"/>
                </a:cubicBezTo>
                <a:cubicBezTo>
                  <a:pt x="149575" y="86722"/>
                  <a:pt x="146068" y="87160"/>
                  <a:pt x="141722" y="87160"/>
                </a:cubicBezTo>
                <a:cubicBezTo>
                  <a:pt x="137986" y="87160"/>
                  <a:pt x="134440" y="86646"/>
                  <a:pt x="131084" y="85616"/>
                </a:cubicBezTo>
                <a:cubicBezTo>
                  <a:pt x="127729" y="84587"/>
                  <a:pt x="124774" y="82891"/>
                  <a:pt x="122219" y="80526"/>
                </a:cubicBezTo>
                <a:cubicBezTo>
                  <a:pt x="119665" y="78162"/>
                  <a:pt x="117644" y="75169"/>
                  <a:pt x="116157" y="71546"/>
                </a:cubicBezTo>
                <a:cubicBezTo>
                  <a:pt x="114670" y="67924"/>
                  <a:pt x="113927" y="63597"/>
                  <a:pt x="113927" y="58564"/>
                </a:cubicBezTo>
                <a:cubicBezTo>
                  <a:pt x="113927" y="53607"/>
                  <a:pt x="114593" y="49299"/>
                  <a:pt x="115927" y="45640"/>
                </a:cubicBezTo>
                <a:cubicBezTo>
                  <a:pt x="117262" y="41979"/>
                  <a:pt x="119111" y="38929"/>
                  <a:pt x="121475" y="36489"/>
                </a:cubicBezTo>
                <a:cubicBezTo>
                  <a:pt x="123840" y="34048"/>
                  <a:pt x="126642" y="32217"/>
                  <a:pt x="129883" y="30998"/>
                </a:cubicBezTo>
                <a:cubicBezTo>
                  <a:pt x="133124" y="29777"/>
                  <a:pt x="136650" y="29167"/>
                  <a:pt x="140463" y="29167"/>
                </a:cubicBezTo>
                <a:cubicBezTo>
                  <a:pt x="148013" y="29167"/>
                  <a:pt x="153789" y="31378"/>
                  <a:pt x="157791" y="35801"/>
                </a:cubicBezTo>
                <a:cubicBezTo>
                  <a:pt x="161795" y="40224"/>
                  <a:pt x="163797" y="46477"/>
                  <a:pt x="163797" y="54560"/>
                </a:cubicBezTo>
                <a:lnTo>
                  <a:pt x="163797" y="56964"/>
                </a:lnTo>
                <a:cubicBezTo>
                  <a:pt x="163797" y="57649"/>
                  <a:pt x="163759" y="58106"/>
                  <a:pt x="163684" y="58336"/>
                </a:cubicBezTo>
                <a:lnTo>
                  <a:pt x="130855" y="58336"/>
                </a:lnTo>
                <a:moveTo>
                  <a:pt x="148471" y="53189"/>
                </a:moveTo>
                <a:cubicBezTo>
                  <a:pt x="148318" y="47470"/>
                  <a:pt x="147612" y="42894"/>
                  <a:pt x="146354" y="39463"/>
                </a:cubicBezTo>
                <a:cubicBezTo>
                  <a:pt x="145096" y="36030"/>
                  <a:pt x="142980" y="34314"/>
                  <a:pt x="140006" y="34314"/>
                </a:cubicBezTo>
                <a:cubicBezTo>
                  <a:pt x="138328" y="34314"/>
                  <a:pt x="136917" y="34886"/>
                  <a:pt x="135774" y="36030"/>
                </a:cubicBezTo>
                <a:cubicBezTo>
                  <a:pt x="134630" y="37174"/>
                  <a:pt x="133715" y="38642"/>
                  <a:pt x="133028" y="40435"/>
                </a:cubicBezTo>
                <a:cubicBezTo>
                  <a:pt x="132342" y="42227"/>
                  <a:pt x="131827" y="44248"/>
                  <a:pt x="131483" y="46497"/>
                </a:cubicBezTo>
                <a:cubicBezTo>
                  <a:pt x="131141" y="48746"/>
                  <a:pt x="130932" y="50977"/>
                  <a:pt x="130855" y="53189"/>
                </a:cubicBezTo>
                <a:lnTo>
                  <a:pt x="148471" y="53189"/>
                </a:lnTo>
                <a:close/>
                <a:moveTo>
                  <a:pt x="189650" y="39233"/>
                </a:moveTo>
                <a:cubicBezTo>
                  <a:pt x="191785" y="36030"/>
                  <a:pt x="194282" y="33552"/>
                  <a:pt x="197141" y="31799"/>
                </a:cubicBezTo>
                <a:cubicBezTo>
                  <a:pt x="200001" y="30044"/>
                  <a:pt x="203261" y="29167"/>
                  <a:pt x="206921" y="29167"/>
                </a:cubicBezTo>
                <a:cubicBezTo>
                  <a:pt x="212641" y="29167"/>
                  <a:pt x="217045" y="30826"/>
                  <a:pt x="220133" y="34143"/>
                </a:cubicBezTo>
                <a:cubicBezTo>
                  <a:pt x="223221" y="37460"/>
                  <a:pt x="224765" y="42818"/>
                  <a:pt x="224765" y="50214"/>
                </a:cubicBezTo>
                <a:cubicBezTo>
                  <a:pt x="224765" y="54103"/>
                  <a:pt x="224689" y="57534"/>
                  <a:pt x="224537" y="60509"/>
                </a:cubicBezTo>
                <a:cubicBezTo>
                  <a:pt x="224384" y="63483"/>
                  <a:pt x="224308" y="66457"/>
                  <a:pt x="224308" y="69431"/>
                </a:cubicBezTo>
                <a:cubicBezTo>
                  <a:pt x="224308" y="71871"/>
                  <a:pt x="224365" y="74521"/>
                  <a:pt x="224479" y="77381"/>
                </a:cubicBezTo>
                <a:cubicBezTo>
                  <a:pt x="224594" y="80240"/>
                  <a:pt x="224728" y="83004"/>
                  <a:pt x="224881" y="85673"/>
                </a:cubicBezTo>
                <a:cubicBezTo>
                  <a:pt x="223889" y="85521"/>
                  <a:pt x="222631" y="85445"/>
                  <a:pt x="221105" y="85445"/>
                </a:cubicBezTo>
                <a:cubicBezTo>
                  <a:pt x="219580" y="85445"/>
                  <a:pt x="217978" y="85445"/>
                  <a:pt x="216300" y="85445"/>
                </a:cubicBezTo>
                <a:cubicBezTo>
                  <a:pt x="214624" y="85445"/>
                  <a:pt x="213023" y="85445"/>
                  <a:pt x="211497" y="85445"/>
                </a:cubicBezTo>
                <a:cubicBezTo>
                  <a:pt x="209972" y="85445"/>
                  <a:pt x="208713" y="85521"/>
                  <a:pt x="207722" y="85673"/>
                </a:cubicBezTo>
                <a:cubicBezTo>
                  <a:pt x="208256" y="81708"/>
                  <a:pt x="208599" y="77037"/>
                  <a:pt x="208752" y="71662"/>
                </a:cubicBezTo>
                <a:cubicBezTo>
                  <a:pt x="208904" y="66286"/>
                  <a:pt x="208980" y="60128"/>
                  <a:pt x="208980" y="53189"/>
                </a:cubicBezTo>
                <a:cubicBezTo>
                  <a:pt x="208980" y="48384"/>
                  <a:pt x="208160" y="44857"/>
                  <a:pt x="206521" y="42608"/>
                </a:cubicBezTo>
                <a:cubicBezTo>
                  <a:pt x="204882" y="40358"/>
                  <a:pt x="202575" y="39233"/>
                  <a:pt x="199601" y="39233"/>
                </a:cubicBezTo>
                <a:cubicBezTo>
                  <a:pt x="196169" y="39233"/>
                  <a:pt x="193653" y="40720"/>
                  <a:pt x="192052" y="43694"/>
                </a:cubicBezTo>
                <a:cubicBezTo>
                  <a:pt x="190451" y="46668"/>
                  <a:pt x="189650" y="50786"/>
                  <a:pt x="189650" y="56047"/>
                </a:cubicBezTo>
                <a:lnTo>
                  <a:pt x="189650" y="60624"/>
                </a:lnTo>
                <a:cubicBezTo>
                  <a:pt x="189650" y="65275"/>
                  <a:pt x="189707" y="69659"/>
                  <a:pt x="189821" y="73777"/>
                </a:cubicBezTo>
                <a:cubicBezTo>
                  <a:pt x="189935" y="77895"/>
                  <a:pt x="190183" y="81860"/>
                  <a:pt x="190565" y="85673"/>
                </a:cubicBezTo>
                <a:cubicBezTo>
                  <a:pt x="189573" y="85521"/>
                  <a:pt x="188334" y="85445"/>
                  <a:pt x="186847" y="85445"/>
                </a:cubicBezTo>
                <a:cubicBezTo>
                  <a:pt x="185360" y="85445"/>
                  <a:pt x="183740" y="85445"/>
                  <a:pt x="181986" y="85445"/>
                </a:cubicBezTo>
                <a:cubicBezTo>
                  <a:pt x="180232" y="85445"/>
                  <a:pt x="178630" y="85445"/>
                  <a:pt x="177181" y="85445"/>
                </a:cubicBezTo>
                <a:cubicBezTo>
                  <a:pt x="175733" y="85445"/>
                  <a:pt x="174474" y="85521"/>
                  <a:pt x="173406" y="85673"/>
                </a:cubicBezTo>
                <a:cubicBezTo>
                  <a:pt x="173788" y="81860"/>
                  <a:pt x="174036" y="77895"/>
                  <a:pt x="174150" y="73777"/>
                </a:cubicBezTo>
                <a:cubicBezTo>
                  <a:pt x="174265" y="69659"/>
                  <a:pt x="174322" y="65275"/>
                  <a:pt x="174322" y="60624"/>
                </a:cubicBezTo>
                <a:lnTo>
                  <a:pt x="174322" y="56047"/>
                </a:lnTo>
                <a:cubicBezTo>
                  <a:pt x="174322" y="51397"/>
                  <a:pt x="174265" y="47031"/>
                  <a:pt x="174150" y="42952"/>
                </a:cubicBezTo>
                <a:cubicBezTo>
                  <a:pt x="174036" y="38871"/>
                  <a:pt x="173788" y="34772"/>
                  <a:pt x="173406" y="30654"/>
                </a:cubicBezTo>
                <a:cubicBezTo>
                  <a:pt x="174779" y="30806"/>
                  <a:pt x="176133" y="30940"/>
                  <a:pt x="177468" y="31055"/>
                </a:cubicBezTo>
                <a:cubicBezTo>
                  <a:pt x="178802" y="31169"/>
                  <a:pt x="180155" y="31226"/>
                  <a:pt x="181527" y="31226"/>
                </a:cubicBezTo>
                <a:cubicBezTo>
                  <a:pt x="182900" y="31226"/>
                  <a:pt x="184254" y="31169"/>
                  <a:pt x="185589" y="31055"/>
                </a:cubicBezTo>
                <a:cubicBezTo>
                  <a:pt x="186923" y="30940"/>
                  <a:pt x="188353" y="30806"/>
                  <a:pt x="189879" y="30654"/>
                </a:cubicBezTo>
                <a:lnTo>
                  <a:pt x="189420" y="39233"/>
                </a:lnTo>
                <a:lnTo>
                  <a:pt x="189650" y="39233"/>
                </a:lnTo>
                <a:close/>
                <a:moveTo>
                  <a:pt x="264686" y="68288"/>
                </a:moveTo>
                <a:cubicBezTo>
                  <a:pt x="264686" y="65009"/>
                  <a:pt x="264705" y="62511"/>
                  <a:pt x="264744" y="60795"/>
                </a:cubicBezTo>
                <a:cubicBezTo>
                  <a:pt x="264782" y="59079"/>
                  <a:pt x="264801" y="57572"/>
                  <a:pt x="264801" y="56276"/>
                </a:cubicBezTo>
                <a:cubicBezTo>
                  <a:pt x="263199" y="57192"/>
                  <a:pt x="261502" y="57936"/>
                  <a:pt x="259710" y="58508"/>
                </a:cubicBezTo>
                <a:cubicBezTo>
                  <a:pt x="257918" y="59080"/>
                  <a:pt x="256279" y="59804"/>
                  <a:pt x="254792" y="60681"/>
                </a:cubicBezTo>
                <a:cubicBezTo>
                  <a:pt x="253305" y="61558"/>
                  <a:pt x="252085" y="62758"/>
                  <a:pt x="251132" y="64284"/>
                </a:cubicBezTo>
                <a:cubicBezTo>
                  <a:pt x="250179" y="65809"/>
                  <a:pt x="249702" y="68021"/>
                  <a:pt x="249702" y="70918"/>
                </a:cubicBezTo>
                <a:cubicBezTo>
                  <a:pt x="249702" y="73740"/>
                  <a:pt x="250293" y="75894"/>
                  <a:pt x="251475" y="77381"/>
                </a:cubicBezTo>
                <a:cubicBezTo>
                  <a:pt x="252658" y="78868"/>
                  <a:pt x="254240" y="79612"/>
                  <a:pt x="256221" y="79612"/>
                </a:cubicBezTo>
                <a:cubicBezTo>
                  <a:pt x="258738" y="79612"/>
                  <a:pt x="260778" y="78659"/>
                  <a:pt x="262340" y="76753"/>
                </a:cubicBezTo>
                <a:cubicBezTo>
                  <a:pt x="263904" y="74846"/>
                  <a:pt x="264686" y="72024"/>
                  <a:pt x="264686" y="68288"/>
                </a:cubicBezTo>
                <a:moveTo>
                  <a:pt x="237577" y="37175"/>
                </a:moveTo>
                <a:cubicBezTo>
                  <a:pt x="240780" y="34582"/>
                  <a:pt x="244231" y="32600"/>
                  <a:pt x="247929" y="31226"/>
                </a:cubicBezTo>
                <a:cubicBezTo>
                  <a:pt x="251628" y="29853"/>
                  <a:pt x="255307" y="29167"/>
                  <a:pt x="258967" y="29167"/>
                </a:cubicBezTo>
                <a:cubicBezTo>
                  <a:pt x="262017" y="29167"/>
                  <a:pt x="264820" y="29510"/>
                  <a:pt x="267374" y="30197"/>
                </a:cubicBezTo>
                <a:cubicBezTo>
                  <a:pt x="269929" y="30883"/>
                  <a:pt x="272141" y="31970"/>
                  <a:pt x="274008" y="33457"/>
                </a:cubicBezTo>
                <a:cubicBezTo>
                  <a:pt x="275877" y="34944"/>
                  <a:pt x="277326" y="36870"/>
                  <a:pt x="278354" y="39234"/>
                </a:cubicBezTo>
                <a:cubicBezTo>
                  <a:pt x="279384" y="41597"/>
                  <a:pt x="279899" y="44457"/>
                  <a:pt x="279899" y="47813"/>
                </a:cubicBezTo>
                <a:cubicBezTo>
                  <a:pt x="279899" y="52693"/>
                  <a:pt x="279842" y="57211"/>
                  <a:pt x="279728" y="61367"/>
                </a:cubicBezTo>
                <a:cubicBezTo>
                  <a:pt x="279614" y="65522"/>
                  <a:pt x="279557" y="69659"/>
                  <a:pt x="279557" y="73777"/>
                </a:cubicBezTo>
                <a:cubicBezTo>
                  <a:pt x="279557" y="75607"/>
                  <a:pt x="279690" y="77037"/>
                  <a:pt x="279956" y="78067"/>
                </a:cubicBezTo>
                <a:cubicBezTo>
                  <a:pt x="280224" y="79097"/>
                  <a:pt x="280624" y="79879"/>
                  <a:pt x="281157" y="80413"/>
                </a:cubicBezTo>
                <a:cubicBezTo>
                  <a:pt x="281691" y="80946"/>
                  <a:pt x="282396" y="81288"/>
                  <a:pt x="283273" y="81441"/>
                </a:cubicBezTo>
                <a:cubicBezTo>
                  <a:pt x="284150" y="81593"/>
                  <a:pt x="285161" y="81670"/>
                  <a:pt x="286304" y="81670"/>
                </a:cubicBezTo>
                <a:lnTo>
                  <a:pt x="286304" y="84415"/>
                </a:lnTo>
                <a:cubicBezTo>
                  <a:pt x="284094" y="85331"/>
                  <a:pt x="282225" y="86017"/>
                  <a:pt x="280700" y="86475"/>
                </a:cubicBezTo>
                <a:cubicBezTo>
                  <a:pt x="279175" y="86932"/>
                  <a:pt x="277535" y="87160"/>
                  <a:pt x="275782" y="87160"/>
                </a:cubicBezTo>
                <a:cubicBezTo>
                  <a:pt x="272960" y="87160"/>
                  <a:pt x="270672" y="86475"/>
                  <a:pt x="268919" y="85103"/>
                </a:cubicBezTo>
                <a:cubicBezTo>
                  <a:pt x="267165" y="83730"/>
                  <a:pt x="265831" y="81747"/>
                  <a:pt x="264915" y="79154"/>
                </a:cubicBezTo>
                <a:cubicBezTo>
                  <a:pt x="263161" y="81594"/>
                  <a:pt x="261122" y="83539"/>
                  <a:pt x="258796" y="84987"/>
                </a:cubicBezTo>
                <a:cubicBezTo>
                  <a:pt x="256470" y="86436"/>
                  <a:pt x="253553" y="87160"/>
                  <a:pt x="250046" y="87160"/>
                </a:cubicBezTo>
                <a:cubicBezTo>
                  <a:pt x="247147" y="87160"/>
                  <a:pt x="244668" y="86779"/>
                  <a:pt x="242609" y="86016"/>
                </a:cubicBezTo>
                <a:cubicBezTo>
                  <a:pt x="240551" y="85253"/>
                  <a:pt x="238854" y="84167"/>
                  <a:pt x="237519" y="82757"/>
                </a:cubicBezTo>
                <a:cubicBezTo>
                  <a:pt x="236185" y="81345"/>
                  <a:pt x="235213" y="79744"/>
                  <a:pt x="234603" y="77952"/>
                </a:cubicBezTo>
                <a:cubicBezTo>
                  <a:pt x="233993" y="76160"/>
                  <a:pt x="233688" y="74349"/>
                  <a:pt x="233688" y="72519"/>
                </a:cubicBezTo>
                <a:cubicBezTo>
                  <a:pt x="233688" y="70003"/>
                  <a:pt x="234089" y="67830"/>
                  <a:pt x="234889" y="66000"/>
                </a:cubicBezTo>
                <a:cubicBezTo>
                  <a:pt x="235690" y="64169"/>
                  <a:pt x="236833" y="62606"/>
                  <a:pt x="238321" y="61310"/>
                </a:cubicBezTo>
                <a:cubicBezTo>
                  <a:pt x="239808" y="60014"/>
                  <a:pt x="241580" y="58927"/>
                  <a:pt x="243639" y="58049"/>
                </a:cubicBezTo>
                <a:cubicBezTo>
                  <a:pt x="245698" y="57172"/>
                  <a:pt x="248024" y="56429"/>
                  <a:pt x="250617" y="55819"/>
                </a:cubicBezTo>
                <a:cubicBezTo>
                  <a:pt x="253820" y="55057"/>
                  <a:pt x="256356" y="54390"/>
                  <a:pt x="258223" y="53819"/>
                </a:cubicBezTo>
                <a:cubicBezTo>
                  <a:pt x="260092" y="53246"/>
                  <a:pt x="261483" y="52674"/>
                  <a:pt x="262398" y="52103"/>
                </a:cubicBezTo>
                <a:cubicBezTo>
                  <a:pt x="263314" y="51530"/>
                  <a:pt x="263905" y="50901"/>
                  <a:pt x="264171" y="50214"/>
                </a:cubicBezTo>
                <a:cubicBezTo>
                  <a:pt x="264439" y="49528"/>
                  <a:pt x="264573" y="48689"/>
                  <a:pt x="264573" y="47698"/>
                </a:cubicBezTo>
                <a:cubicBezTo>
                  <a:pt x="264573" y="44953"/>
                  <a:pt x="263600" y="42608"/>
                  <a:pt x="261654" y="40664"/>
                </a:cubicBezTo>
                <a:cubicBezTo>
                  <a:pt x="259710" y="38718"/>
                  <a:pt x="257022" y="37745"/>
                  <a:pt x="253591" y="37745"/>
                </a:cubicBezTo>
                <a:cubicBezTo>
                  <a:pt x="252295" y="37745"/>
                  <a:pt x="250960" y="37917"/>
                  <a:pt x="249587" y="38260"/>
                </a:cubicBezTo>
                <a:cubicBezTo>
                  <a:pt x="248215" y="38604"/>
                  <a:pt x="246900" y="39081"/>
                  <a:pt x="245641" y="39692"/>
                </a:cubicBezTo>
                <a:cubicBezTo>
                  <a:pt x="244383" y="40301"/>
                  <a:pt x="243239" y="40969"/>
                  <a:pt x="242209" y="41693"/>
                </a:cubicBezTo>
                <a:cubicBezTo>
                  <a:pt x="241181" y="42417"/>
                  <a:pt x="240399" y="43199"/>
                  <a:pt x="239865" y="44038"/>
                </a:cubicBezTo>
                <a:lnTo>
                  <a:pt x="239064" y="44038"/>
                </a:lnTo>
                <a:lnTo>
                  <a:pt x="237577" y="37175"/>
                </a:lnTo>
                <a:close/>
                <a:moveTo>
                  <a:pt x="310670" y="44839"/>
                </a:moveTo>
                <a:cubicBezTo>
                  <a:pt x="312653" y="39577"/>
                  <a:pt x="315054" y="35707"/>
                  <a:pt x="317875" y="33228"/>
                </a:cubicBezTo>
                <a:cubicBezTo>
                  <a:pt x="320697" y="30750"/>
                  <a:pt x="324052" y="29511"/>
                  <a:pt x="327942" y="29511"/>
                </a:cubicBezTo>
                <a:cubicBezTo>
                  <a:pt x="328323" y="29511"/>
                  <a:pt x="328646" y="29530"/>
                  <a:pt x="328913" y="29568"/>
                </a:cubicBezTo>
                <a:cubicBezTo>
                  <a:pt x="329180" y="29606"/>
                  <a:pt x="329466" y="29624"/>
                  <a:pt x="329771" y="29624"/>
                </a:cubicBezTo>
                <a:cubicBezTo>
                  <a:pt x="329542" y="30768"/>
                  <a:pt x="329370" y="31989"/>
                  <a:pt x="329256" y="33286"/>
                </a:cubicBezTo>
                <a:cubicBezTo>
                  <a:pt x="329142" y="34582"/>
                  <a:pt x="329085" y="36107"/>
                  <a:pt x="329085" y="37861"/>
                </a:cubicBezTo>
                <a:lnTo>
                  <a:pt x="329085" y="41521"/>
                </a:lnTo>
                <a:cubicBezTo>
                  <a:pt x="329085" y="42130"/>
                  <a:pt x="329085" y="42779"/>
                  <a:pt x="329085" y="43465"/>
                </a:cubicBezTo>
                <a:cubicBezTo>
                  <a:pt x="329085" y="44152"/>
                  <a:pt x="329123" y="44800"/>
                  <a:pt x="329199" y="45409"/>
                </a:cubicBezTo>
                <a:lnTo>
                  <a:pt x="328171" y="46326"/>
                </a:lnTo>
                <a:cubicBezTo>
                  <a:pt x="327408" y="45867"/>
                  <a:pt x="326549" y="45486"/>
                  <a:pt x="325596" y="45181"/>
                </a:cubicBezTo>
                <a:cubicBezTo>
                  <a:pt x="324643" y="44876"/>
                  <a:pt x="323557" y="44723"/>
                  <a:pt x="322336" y="44723"/>
                </a:cubicBezTo>
                <a:cubicBezTo>
                  <a:pt x="318905" y="44723"/>
                  <a:pt x="316198" y="45849"/>
                  <a:pt x="314215" y="48099"/>
                </a:cubicBezTo>
                <a:cubicBezTo>
                  <a:pt x="312232" y="50348"/>
                  <a:pt x="311241" y="52998"/>
                  <a:pt x="311241" y="56047"/>
                </a:cubicBezTo>
                <a:lnTo>
                  <a:pt x="311241" y="60624"/>
                </a:lnTo>
                <a:cubicBezTo>
                  <a:pt x="311241" y="65275"/>
                  <a:pt x="311298" y="69659"/>
                  <a:pt x="311412" y="73777"/>
                </a:cubicBezTo>
                <a:cubicBezTo>
                  <a:pt x="311527" y="77895"/>
                  <a:pt x="311775" y="81860"/>
                  <a:pt x="312157" y="85673"/>
                </a:cubicBezTo>
                <a:cubicBezTo>
                  <a:pt x="311166" y="85521"/>
                  <a:pt x="309926" y="85445"/>
                  <a:pt x="308439" y="85445"/>
                </a:cubicBezTo>
                <a:cubicBezTo>
                  <a:pt x="306952" y="85445"/>
                  <a:pt x="305331" y="85445"/>
                  <a:pt x="303577" y="85445"/>
                </a:cubicBezTo>
                <a:cubicBezTo>
                  <a:pt x="301823" y="85445"/>
                  <a:pt x="300222" y="85445"/>
                  <a:pt x="298773" y="85445"/>
                </a:cubicBezTo>
                <a:cubicBezTo>
                  <a:pt x="297325" y="85445"/>
                  <a:pt x="296066" y="85521"/>
                  <a:pt x="294998" y="85673"/>
                </a:cubicBezTo>
                <a:cubicBezTo>
                  <a:pt x="295380" y="81860"/>
                  <a:pt x="295628" y="77895"/>
                  <a:pt x="295742" y="73777"/>
                </a:cubicBezTo>
                <a:cubicBezTo>
                  <a:pt x="295856" y="69659"/>
                  <a:pt x="295913" y="65275"/>
                  <a:pt x="295913" y="60624"/>
                </a:cubicBezTo>
                <a:lnTo>
                  <a:pt x="295913" y="56047"/>
                </a:lnTo>
                <a:cubicBezTo>
                  <a:pt x="295913" y="51397"/>
                  <a:pt x="295856" y="47031"/>
                  <a:pt x="295742" y="42952"/>
                </a:cubicBezTo>
                <a:cubicBezTo>
                  <a:pt x="295628" y="38871"/>
                  <a:pt x="295380" y="34772"/>
                  <a:pt x="294998" y="30654"/>
                </a:cubicBezTo>
                <a:cubicBezTo>
                  <a:pt x="296294" y="30806"/>
                  <a:pt x="297610" y="30940"/>
                  <a:pt x="298945" y="31055"/>
                </a:cubicBezTo>
                <a:cubicBezTo>
                  <a:pt x="300279" y="31169"/>
                  <a:pt x="301595" y="31226"/>
                  <a:pt x="302891" y="31226"/>
                </a:cubicBezTo>
                <a:cubicBezTo>
                  <a:pt x="304187" y="31226"/>
                  <a:pt x="305502" y="31169"/>
                  <a:pt x="306837" y="31055"/>
                </a:cubicBezTo>
                <a:cubicBezTo>
                  <a:pt x="308172" y="30940"/>
                  <a:pt x="309487" y="30806"/>
                  <a:pt x="310783" y="30654"/>
                </a:cubicBezTo>
                <a:lnTo>
                  <a:pt x="310441" y="44610"/>
                </a:lnTo>
                <a:lnTo>
                  <a:pt x="310670" y="44839"/>
                </a:lnTo>
                <a:close/>
                <a:moveTo>
                  <a:pt x="339493" y="9036"/>
                </a:moveTo>
                <a:cubicBezTo>
                  <a:pt x="339493" y="6519"/>
                  <a:pt x="340370" y="4384"/>
                  <a:pt x="342124" y="2630"/>
                </a:cubicBezTo>
                <a:cubicBezTo>
                  <a:pt x="343878" y="877"/>
                  <a:pt x="346014" y="0"/>
                  <a:pt x="348531" y="0"/>
                </a:cubicBezTo>
                <a:cubicBezTo>
                  <a:pt x="351046" y="0"/>
                  <a:pt x="353181" y="877"/>
                  <a:pt x="354935" y="2630"/>
                </a:cubicBezTo>
                <a:cubicBezTo>
                  <a:pt x="356689" y="4384"/>
                  <a:pt x="357567" y="6519"/>
                  <a:pt x="357567" y="9036"/>
                </a:cubicBezTo>
                <a:cubicBezTo>
                  <a:pt x="357567" y="11553"/>
                  <a:pt x="356689" y="13688"/>
                  <a:pt x="354935" y="15441"/>
                </a:cubicBezTo>
                <a:cubicBezTo>
                  <a:pt x="353181" y="17195"/>
                  <a:pt x="351046" y="18072"/>
                  <a:pt x="348531" y="18072"/>
                </a:cubicBezTo>
                <a:cubicBezTo>
                  <a:pt x="346014" y="18072"/>
                  <a:pt x="343878" y="17195"/>
                  <a:pt x="342124" y="15441"/>
                </a:cubicBezTo>
                <a:cubicBezTo>
                  <a:pt x="340370" y="13688"/>
                  <a:pt x="339493" y="11553"/>
                  <a:pt x="339493" y="9036"/>
                </a:cubicBezTo>
                <a:moveTo>
                  <a:pt x="340867" y="56047"/>
                </a:moveTo>
                <a:cubicBezTo>
                  <a:pt x="340867" y="51397"/>
                  <a:pt x="340809" y="47031"/>
                  <a:pt x="340694" y="42952"/>
                </a:cubicBezTo>
                <a:cubicBezTo>
                  <a:pt x="340580" y="38871"/>
                  <a:pt x="340332" y="34772"/>
                  <a:pt x="339951" y="30654"/>
                </a:cubicBezTo>
                <a:cubicBezTo>
                  <a:pt x="341019" y="30806"/>
                  <a:pt x="342277" y="30940"/>
                  <a:pt x="343726" y="31055"/>
                </a:cubicBezTo>
                <a:cubicBezTo>
                  <a:pt x="345174" y="31169"/>
                  <a:pt x="346776" y="31226"/>
                  <a:pt x="348531" y="31226"/>
                </a:cubicBezTo>
                <a:cubicBezTo>
                  <a:pt x="352115" y="31226"/>
                  <a:pt x="354974" y="31036"/>
                  <a:pt x="357109" y="30654"/>
                </a:cubicBezTo>
                <a:cubicBezTo>
                  <a:pt x="356728" y="34772"/>
                  <a:pt x="356479" y="38871"/>
                  <a:pt x="356364" y="42952"/>
                </a:cubicBezTo>
                <a:cubicBezTo>
                  <a:pt x="356250" y="47031"/>
                  <a:pt x="356193" y="51397"/>
                  <a:pt x="356193" y="56047"/>
                </a:cubicBezTo>
                <a:lnTo>
                  <a:pt x="356193" y="60624"/>
                </a:lnTo>
                <a:cubicBezTo>
                  <a:pt x="356193" y="65275"/>
                  <a:pt x="356250" y="69659"/>
                  <a:pt x="356364" y="73777"/>
                </a:cubicBezTo>
                <a:cubicBezTo>
                  <a:pt x="356479" y="77895"/>
                  <a:pt x="356728" y="81860"/>
                  <a:pt x="357109" y="85673"/>
                </a:cubicBezTo>
                <a:cubicBezTo>
                  <a:pt x="356118" y="85521"/>
                  <a:pt x="354879" y="85445"/>
                  <a:pt x="353392" y="85445"/>
                </a:cubicBezTo>
                <a:cubicBezTo>
                  <a:pt x="351905" y="85445"/>
                  <a:pt x="350284" y="85445"/>
                  <a:pt x="348531" y="85445"/>
                </a:cubicBezTo>
                <a:cubicBezTo>
                  <a:pt x="346776" y="85445"/>
                  <a:pt x="345174" y="85445"/>
                  <a:pt x="343726" y="85445"/>
                </a:cubicBezTo>
                <a:cubicBezTo>
                  <a:pt x="342277" y="85445"/>
                  <a:pt x="341019" y="85521"/>
                  <a:pt x="339951" y="85673"/>
                </a:cubicBezTo>
                <a:cubicBezTo>
                  <a:pt x="340332" y="81860"/>
                  <a:pt x="340580" y="77895"/>
                  <a:pt x="340694" y="73777"/>
                </a:cubicBezTo>
                <a:cubicBezTo>
                  <a:pt x="340809" y="69659"/>
                  <a:pt x="340867" y="65275"/>
                  <a:pt x="340867" y="60624"/>
                </a:cubicBezTo>
                <a:lnTo>
                  <a:pt x="340867" y="56047"/>
                </a:lnTo>
                <a:close/>
                <a:moveTo>
                  <a:pt x="407325" y="55477"/>
                </a:moveTo>
                <a:cubicBezTo>
                  <a:pt x="407325" y="48765"/>
                  <a:pt x="406486" y="43560"/>
                  <a:pt x="404808" y="39863"/>
                </a:cubicBezTo>
                <a:cubicBezTo>
                  <a:pt x="403130" y="36164"/>
                  <a:pt x="400347" y="34314"/>
                  <a:pt x="396458" y="34314"/>
                </a:cubicBezTo>
                <a:cubicBezTo>
                  <a:pt x="392950" y="34314"/>
                  <a:pt x="390185" y="36373"/>
                  <a:pt x="388164" y="40491"/>
                </a:cubicBezTo>
                <a:cubicBezTo>
                  <a:pt x="386144" y="44609"/>
                  <a:pt x="385134" y="51053"/>
                  <a:pt x="385134" y="59823"/>
                </a:cubicBezTo>
                <a:cubicBezTo>
                  <a:pt x="385134" y="63025"/>
                  <a:pt x="385324" y="65999"/>
                  <a:pt x="385705" y="68745"/>
                </a:cubicBezTo>
                <a:cubicBezTo>
                  <a:pt x="386086" y="71490"/>
                  <a:pt x="386716" y="73873"/>
                  <a:pt x="387593" y="75894"/>
                </a:cubicBezTo>
                <a:cubicBezTo>
                  <a:pt x="388471" y="77914"/>
                  <a:pt x="389614" y="79497"/>
                  <a:pt x="391025" y="80641"/>
                </a:cubicBezTo>
                <a:cubicBezTo>
                  <a:pt x="392436" y="81785"/>
                  <a:pt x="394209" y="82357"/>
                  <a:pt x="396345" y="82357"/>
                </a:cubicBezTo>
                <a:cubicBezTo>
                  <a:pt x="403665" y="82357"/>
                  <a:pt x="407325" y="73397"/>
                  <a:pt x="407325" y="55477"/>
                </a:cubicBezTo>
                <a:moveTo>
                  <a:pt x="368206" y="59707"/>
                </a:moveTo>
                <a:cubicBezTo>
                  <a:pt x="368206" y="54598"/>
                  <a:pt x="368987" y="50138"/>
                  <a:pt x="370550" y="46326"/>
                </a:cubicBezTo>
                <a:cubicBezTo>
                  <a:pt x="372114" y="42513"/>
                  <a:pt x="374192" y="39329"/>
                  <a:pt x="376784" y="36775"/>
                </a:cubicBezTo>
                <a:cubicBezTo>
                  <a:pt x="379377" y="34220"/>
                  <a:pt x="382369" y="32313"/>
                  <a:pt x="385762" y="31055"/>
                </a:cubicBezTo>
                <a:cubicBezTo>
                  <a:pt x="389157" y="29796"/>
                  <a:pt x="392646" y="29167"/>
                  <a:pt x="396229" y="29167"/>
                </a:cubicBezTo>
                <a:cubicBezTo>
                  <a:pt x="405152" y="29167"/>
                  <a:pt x="412053" y="31684"/>
                  <a:pt x="416933" y="36717"/>
                </a:cubicBezTo>
                <a:cubicBezTo>
                  <a:pt x="421813" y="41750"/>
                  <a:pt x="424253" y="48575"/>
                  <a:pt x="424253" y="57192"/>
                </a:cubicBezTo>
                <a:cubicBezTo>
                  <a:pt x="424253" y="61843"/>
                  <a:pt x="423567" y="66037"/>
                  <a:pt x="422194" y="69775"/>
                </a:cubicBezTo>
                <a:cubicBezTo>
                  <a:pt x="420822" y="73511"/>
                  <a:pt x="418897" y="76695"/>
                  <a:pt x="416418" y="79325"/>
                </a:cubicBezTo>
                <a:cubicBezTo>
                  <a:pt x="413940" y="81956"/>
                  <a:pt x="410985" y="83920"/>
                  <a:pt x="407553" y="85216"/>
                </a:cubicBezTo>
                <a:cubicBezTo>
                  <a:pt x="404122" y="86512"/>
                  <a:pt x="400347" y="87160"/>
                  <a:pt x="396229" y="87160"/>
                </a:cubicBezTo>
                <a:cubicBezTo>
                  <a:pt x="392798" y="87160"/>
                  <a:pt x="389424" y="86703"/>
                  <a:pt x="386106" y="85787"/>
                </a:cubicBezTo>
                <a:cubicBezTo>
                  <a:pt x="382789" y="84872"/>
                  <a:pt x="379796" y="83329"/>
                  <a:pt x="377126" y="81156"/>
                </a:cubicBezTo>
                <a:cubicBezTo>
                  <a:pt x="374458" y="78983"/>
                  <a:pt x="372304" y="76142"/>
                  <a:pt x="370665" y="72634"/>
                </a:cubicBezTo>
                <a:cubicBezTo>
                  <a:pt x="369025" y="69126"/>
                  <a:pt x="368206" y="64817"/>
                  <a:pt x="368206" y="59707"/>
                </a:cubicBezTo>
                <a:close/>
              </a:path>
            </a:pathLst>
          </a:custGeom>
          <a:solidFill xmlns:a="http://schemas.openxmlformats.org/drawingml/2006/main">
            <a:srgbClr val="6647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_N">
            <a:extLst xmlns:a="http://schemas.openxmlformats.org/drawingml/2006/main">
              <a:ext uri="{FF2B5EF4-FFF2-40B4-BE49-F238E27FC236}">
                <a16:creationId xmlns:a16="http://schemas.microsoft.com/office/drawing/2014/main" id="{7B94F862-0DDF-44F9-B35C-87739855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836" y="3623479"/>
            <a:ext cx="137261" cy="92423"/>
          </a:xfrm>
          <a:custGeom xmlns:a="http://schemas.openxmlformats.org/drawingml/2006/main">
            <a:pathLst>
              <a:path w="137261" h="92423">
                <a:moveTo>
                  <a:pt x="57192" y="86703"/>
                </a:moveTo>
                <a:lnTo>
                  <a:pt x="57192" y="92423"/>
                </a:lnTo>
                <a:lnTo>
                  <a:pt x="0" y="92423"/>
                </a:lnTo>
                <a:lnTo>
                  <a:pt x="0" y="86703"/>
                </a:lnTo>
                <a:lnTo>
                  <a:pt x="57192" y="86703"/>
                </a:lnTo>
                <a:close/>
                <a:moveTo>
                  <a:pt x="68403" y="22763"/>
                </a:moveTo>
                <a:cubicBezTo>
                  <a:pt x="68403" y="17501"/>
                  <a:pt x="68326" y="13079"/>
                  <a:pt x="68172" y="9495"/>
                </a:cubicBezTo>
                <a:cubicBezTo>
                  <a:pt x="68020" y="5910"/>
                  <a:pt x="67906" y="2745"/>
                  <a:pt x="67830" y="0"/>
                </a:cubicBezTo>
                <a:cubicBezTo>
                  <a:pt x="69965" y="382"/>
                  <a:pt x="71681" y="572"/>
                  <a:pt x="72977" y="572"/>
                </a:cubicBezTo>
                <a:cubicBezTo>
                  <a:pt x="74273" y="572"/>
                  <a:pt x="75989" y="382"/>
                  <a:pt x="78124" y="0"/>
                </a:cubicBezTo>
                <a:cubicBezTo>
                  <a:pt x="86437" y="9227"/>
                  <a:pt x="94654" y="18302"/>
                  <a:pt x="102774" y="27224"/>
                </a:cubicBezTo>
                <a:cubicBezTo>
                  <a:pt x="110896" y="36146"/>
                  <a:pt x="119227" y="45220"/>
                  <a:pt x="127768" y="54447"/>
                </a:cubicBezTo>
                <a:lnTo>
                  <a:pt x="127768" y="44495"/>
                </a:lnTo>
                <a:lnTo>
                  <a:pt x="127768" y="33399"/>
                </a:lnTo>
                <a:cubicBezTo>
                  <a:pt x="127768" y="29663"/>
                  <a:pt x="127749" y="25984"/>
                  <a:pt x="127710" y="22362"/>
                </a:cubicBezTo>
                <a:cubicBezTo>
                  <a:pt x="127672" y="18740"/>
                  <a:pt x="127634" y="15404"/>
                  <a:pt x="127595" y="12354"/>
                </a:cubicBezTo>
                <a:cubicBezTo>
                  <a:pt x="127558" y="9303"/>
                  <a:pt x="127482" y="6672"/>
                  <a:pt x="127367" y="4461"/>
                </a:cubicBezTo>
                <a:cubicBezTo>
                  <a:pt x="127252" y="2249"/>
                  <a:pt x="127119" y="762"/>
                  <a:pt x="126967" y="0"/>
                </a:cubicBezTo>
                <a:cubicBezTo>
                  <a:pt x="129102" y="382"/>
                  <a:pt x="130818" y="572"/>
                  <a:pt x="132114" y="572"/>
                </a:cubicBezTo>
                <a:cubicBezTo>
                  <a:pt x="133410" y="572"/>
                  <a:pt x="135126" y="382"/>
                  <a:pt x="137261" y="0"/>
                </a:cubicBezTo>
                <a:cubicBezTo>
                  <a:pt x="136881" y="6940"/>
                  <a:pt x="136576" y="13212"/>
                  <a:pt x="136346" y="18817"/>
                </a:cubicBezTo>
                <a:cubicBezTo>
                  <a:pt x="136117" y="24421"/>
                  <a:pt x="135926" y="29701"/>
                  <a:pt x="135774" y="34658"/>
                </a:cubicBezTo>
                <a:cubicBezTo>
                  <a:pt x="135622" y="39615"/>
                  <a:pt x="135526" y="44515"/>
                  <a:pt x="135488" y="49357"/>
                </a:cubicBezTo>
                <a:cubicBezTo>
                  <a:pt x="135450" y="54199"/>
                  <a:pt x="135432" y="59365"/>
                  <a:pt x="135432" y="64856"/>
                </a:cubicBezTo>
                <a:lnTo>
                  <a:pt x="135432" y="78582"/>
                </a:lnTo>
                <a:cubicBezTo>
                  <a:pt x="133906" y="78430"/>
                  <a:pt x="132343" y="78353"/>
                  <a:pt x="130742" y="78353"/>
                </a:cubicBezTo>
                <a:cubicBezTo>
                  <a:pt x="129064" y="78353"/>
                  <a:pt x="127577" y="78430"/>
                  <a:pt x="126281" y="78582"/>
                </a:cubicBezTo>
                <a:cubicBezTo>
                  <a:pt x="110571" y="60280"/>
                  <a:pt x="93909" y="41864"/>
                  <a:pt x="76295" y="23334"/>
                </a:cubicBezTo>
                <a:cubicBezTo>
                  <a:pt x="76218" y="25546"/>
                  <a:pt x="76161" y="27758"/>
                  <a:pt x="76122" y="29970"/>
                </a:cubicBezTo>
                <a:cubicBezTo>
                  <a:pt x="76084" y="32181"/>
                  <a:pt x="76065" y="34430"/>
                  <a:pt x="76065" y="36717"/>
                </a:cubicBezTo>
                <a:lnTo>
                  <a:pt x="76065" y="49986"/>
                </a:lnTo>
                <a:cubicBezTo>
                  <a:pt x="76065" y="54561"/>
                  <a:pt x="76084" y="58450"/>
                  <a:pt x="76122" y="61654"/>
                </a:cubicBezTo>
                <a:cubicBezTo>
                  <a:pt x="76161" y="64856"/>
                  <a:pt x="76218" y="67563"/>
                  <a:pt x="76293" y="69775"/>
                </a:cubicBezTo>
                <a:cubicBezTo>
                  <a:pt x="76370" y="71986"/>
                  <a:pt x="76446" y="73797"/>
                  <a:pt x="76522" y="75208"/>
                </a:cubicBezTo>
                <a:cubicBezTo>
                  <a:pt x="76599" y="76618"/>
                  <a:pt x="76676" y="77743"/>
                  <a:pt x="76752" y="78582"/>
                </a:cubicBezTo>
                <a:cubicBezTo>
                  <a:pt x="75837" y="78430"/>
                  <a:pt x="74921" y="78353"/>
                  <a:pt x="74005" y="78353"/>
                </a:cubicBezTo>
                <a:cubicBezTo>
                  <a:pt x="73091" y="78353"/>
                  <a:pt x="72214" y="78353"/>
                  <a:pt x="71375" y="78353"/>
                </a:cubicBezTo>
                <a:cubicBezTo>
                  <a:pt x="69621" y="78353"/>
                  <a:pt x="67868" y="78430"/>
                  <a:pt x="66114" y="78582"/>
                </a:cubicBezTo>
                <a:cubicBezTo>
                  <a:pt x="66267" y="77972"/>
                  <a:pt x="66457" y="75799"/>
                  <a:pt x="66685" y="72063"/>
                </a:cubicBezTo>
                <a:cubicBezTo>
                  <a:pt x="66914" y="68326"/>
                  <a:pt x="67162" y="63769"/>
                  <a:pt x="67429" y="58393"/>
                </a:cubicBezTo>
                <a:cubicBezTo>
                  <a:pt x="67696" y="53017"/>
                  <a:pt x="67925" y="47184"/>
                  <a:pt x="68116" y="40892"/>
                </a:cubicBezTo>
                <a:cubicBezTo>
                  <a:pt x="68307" y="34601"/>
                  <a:pt x="68403" y="28558"/>
                  <a:pt x="68403" y="22763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Value">
            <a:extLst xmlns:a="http://schemas.openxmlformats.org/drawingml/2006/main">
              <a:ext uri="{FF2B5EF4-FFF2-40B4-BE49-F238E27FC236}">
                <a16:creationId xmlns:a16="http://schemas.microsoft.com/office/drawing/2014/main" id="{FBBF11C9-EFB1-47CC-9A58-39BE95B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339" y="2919369"/>
            <a:ext cx="273836" cy="87733"/>
          </a:xfrm>
          <a:custGeom xmlns:a="http://schemas.openxmlformats.org/drawingml/2006/main">
            <a:pathLst>
              <a:path w="273836" h="87733">
                <a:moveTo>
                  <a:pt x="40721" y="65085"/>
                </a:moveTo>
                <a:cubicBezTo>
                  <a:pt x="44687" y="55400"/>
                  <a:pt x="48538" y="45659"/>
                  <a:pt x="52274" y="35860"/>
                </a:cubicBezTo>
                <a:cubicBezTo>
                  <a:pt x="56010" y="26061"/>
                  <a:pt x="59365" y="16662"/>
                  <a:pt x="62340" y="7664"/>
                </a:cubicBezTo>
                <a:cubicBezTo>
                  <a:pt x="64247" y="8046"/>
                  <a:pt x="65925" y="8236"/>
                  <a:pt x="67373" y="8236"/>
                </a:cubicBezTo>
                <a:cubicBezTo>
                  <a:pt x="68822" y="8236"/>
                  <a:pt x="70500" y="8046"/>
                  <a:pt x="72407" y="7664"/>
                </a:cubicBezTo>
                <a:cubicBezTo>
                  <a:pt x="70500" y="12162"/>
                  <a:pt x="68212" y="17576"/>
                  <a:pt x="65542" y="23906"/>
                </a:cubicBezTo>
                <a:cubicBezTo>
                  <a:pt x="62874" y="30235"/>
                  <a:pt x="60091" y="36945"/>
                  <a:pt x="57192" y="44038"/>
                </a:cubicBezTo>
                <a:cubicBezTo>
                  <a:pt x="54295" y="51130"/>
                  <a:pt x="51436" y="58336"/>
                  <a:pt x="48614" y="65657"/>
                </a:cubicBezTo>
                <a:cubicBezTo>
                  <a:pt x="45792" y="72978"/>
                  <a:pt x="43276" y="79840"/>
                  <a:pt x="41065" y="86246"/>
                </a:cubicBezTo>
                <a:cubicBezTo>
                  <a:pt x="39540" y="86093"/>
                  <a:pt x="37862" y="86017"/>
                  <a:pt x="36031" y="86017"/>
                </a:cubicBezTo>
                <a:cubicBezTo>
                  <a:pt x="34201" y="86017"/>
                  <a:pt x="32524" y="86093"/>
                  <a:pt x="31000" y="86246"/>
                </a:cubicBezTo>
                <a:cubicBezTo>
                  <a:pt x="29855" y="83196"/>
                  <a:pt x="28462" y="79498"/>
                  <a:pt x="26823" y="75152"/>
                </a:cubicBezTo>
                <a:cubicBezTo>
                  <a:pt x="25183" y="70805"/>
                  <a:pt x="23429" y="66192"/>
                  <a:pt x="21561" y="61311"/>
                </a:cubicBezTo>
                <a:cubicBezTo>
                  <a:pt x="19693" y="56430"/>
                  <a:pt x="17730" y="51435"/>
                  <a:pt x="15670" y="46326"/>
                </a:cubicBezTo>
                <a:cubicBezTo>
                  <a:pt x="13612" y="41216"/>
                  <a:pt x="11629" y="36279"/>
                  <a:pt x="9722" y="31513"/>
                </a:cubicBezTo>
                <a:cubicBezTo>
                  <a:pt x="7816" y="26747"/>
                  <a:pt x="6024" y="22305"/>
                  <a:pt x="4346" y="18187"/>
                </a:cubicBezTo>
                <a:cubicBezTo>
                  <a:pt x="2669" y="14069"/>
                  <a:pt x="1221" y="10561"/>
                  <a:pt x="0" y="7664"/>
                </a:cubicBezTo>
                <a:cubicBezTo>
                  <a:pt x="1755" y="7816"/>
                  <a:pt x="3490" y="7950"/>
                  <a:pt x="5205" y="8065"/>
                </a:cubicBezTo>
                <a:cubicBezTo>
                  <a:pt x="6921" y="8179"/>
                  <a:pt x="8617" y="8236"/>
                  <a:pt x="10294" y="8236"/>
                </a:cubicBezTo>
                <a:cubicBezTo>
                  <a:pt x="11972" y="8236"/>
                  <a:pt x="13650" y="8179"/>
                  <a:pt x="15328" y="8065"/>
                </a:cubicBezTo>
                <a:cubicBezTo>
                  <a:pt x="17006" y="7950"/>
                  <a:pt x="18684" y="7816"/>
                  <a:pt x="20362" y="7664"/>
                </a:cubicBezTo>
                <a:cubicBezTo>
                  <a:pt x="21658" y="11934"/>
                  <a:pt x="23126" y="16433"/>
                  <a:pt x="24765" y="21161"/>
                </a:cubicBezTo>
                <a:cubicBezTo>
                  <a:pt x="26405" y="25889"/>
                  <a:pt x="28101" y="30712"/>
                  <a:pt x="29855" y="35630"/>
                </a:cubicBezTo>
                <a:cubicBezTo>
                  <a:pt x="31608" y="40549"/>
                  <a:pt x="33419" y="45486"/>
                  <a:pt x="35288" y="50443"/>
                </a:cubicBezTo>
                <a:cubicBezTo>
                  <a:pt x="37157" y="55400"/>
                  <a:pt x="38968" y="60281"/>
                  <a:pt x="40721" y="65085"/>
                </a:cubicBezTo>
                <a:close/>
                <a:moveTo>
                  <a:pt x="101346" y="68860"/>
                </a:moveTo>
                <a:cubicBezTo>
                  <a:pt x="101346" y="65581"/>
                  <a:pt x="101365" y="63084"/>
                  <a:pt x="101403" y="61367"/>
                </a:cubicBezTo>
                <a:cubicBezTo>
                  <a:pt x="101442" y="59651"/>
                  <a:pt x="101461" y="58145"/>
                  <a:pt x="101461" y="56849"/>
                </a:cubicBezTo>
                <a:cubicBezTo>
                  <a:pt x="99859" y="57764"/>
                  <a:pt x="98161" y="58508"/>
                  <a:pt x="96370" y="59081"/>
                </a:cubicBezTo>
                <a:cubicBezTo>
                  <a:pt x="94578" y="59652"/>
                  <a:pt x="92938" y="60377"/>
                  <a:pt x="91451" y="61254"/>
                </a:cubicBezTo>
                <a:cubicBezTo>
                  <a:pt x="89964" y="62130"/>
                  <a:pt x="88744" y="63331"/>
                  <a:pt x="87791" y="64856"/>
                </a:cubicBezTo>
                <a:cubicBezTo>
                  <a:pt x="86838" y="66382"/>
                  <a:pt x="86362" y="68593"/>
                  <a:pt x="86362" y="71491"/>
                </a:cubicBezTo>
                <a:cubicBezTo>
                  <a:pt x="86362" y="74312"/>
                  <a:pt x="86953" y="76467"/>
                  <a:pt x="88135" y="77954"/>
                </a:cubicBezTo>
                <a:cubicBezTo>
                  <a:pt x="89317" y="79441"/>
                  <a:pt x="90899" y="80184"/>
                  <a:pt x="92881" y="80184"/>
                </a:cubicBezTo>
                <a:cubicBezTo>
                  <a:pt x="95397" y="80184"/>
                  <a:pt x="97437" y="79231"/>
                  <a:pt x="99000" y="77325"/>
                </a:cubicBezTo>
                <a:cubicBezTo>
                  <a:pt x="100564" y="75418"/>
                  <a:pt x="101346" y="72596"/>
                  <a:pt x="101346" y="68860"/>
                </a:cubicBezTo>
                <a:moveTo>
                  <a:pt x="74236" y="37747"/>
                </a:moveTo>
                <a:cubicBezTo>
                  <a:pt x="77440" y="35155"/>
                  <a:pt x="80890" y="33172"/>
                  <a:pt x="84588" y="31799"/>
                </a:cubicBezTo>
                <a:cubicBezTo>
                  <a:pt x="88287" y="30426"/>
                  <a:pt x="91967" y="29739"/>
                  <a:pt x="95626" y="29739"/>
                </a:cubicBezTo>
                <a:cubicBezTo>
                  <a:pt x="98677" y="29739"/>
                  <a:pt x="101479" y="30083"/>
                  <a:pt x="104033" y="30769"/>
                </a:cubicBezTo>
                <a:cubicBezTo>
                  <a:pt x="106589" y="31456"/>
                  <a:pt x="108800" y="32542"/>
                  <a:pt x="110668" y="34030"/>
                </a:cubicBezTo>
                <a:cubicBezTo>
                  <a:pt x="112536" y="35517"/>
                  <a:pt x="113985" y="37442"/>
                  <a:pt x="115014" y="39807"/>
                </a:cubicBezTo>
                <a:cubicBezTo>
                  <a:pt x="116043" y="42170"/>
                  <a:pt x="116558" y="45029"/>
                  <a:pt x="116558" y="48385"/>
                </a:cubicBezTo>
                <a:cubicBezTo>
                  <a:pt x="116558" y="53265"/>
                  <a:pt x="116501" y="57784"/>
                  <a:pt x="116387" y="61940"/>
                </a:cubicBezTo>
                <a:cubicBezTo>
                  <a:pt x="116273" y="66095"/>
                  <a:pt x="116216" y="70232"/>
                  <a:pt x="116216" y="74349"/>
                </a:cubicBezTo>
                <a:cubicBezTo>
                  <a:pt x="116216" y="76180"/>
                  <a:pt x="116349" y="77610"/>
                  <a:pt x="116616" y="78640"/>
                </a:cubicBezTo>
                <a:cubicBezTo>
                  <a:pt x="116883" y="79669"/>
                  <a:pt x="117284" y="80451"/>
                  <a:pt x="117817" y="80985"/>
                </a:cubicBezTo>
                <a:cubicBezTo>
                  <a:pt x="118351" y="81518"/>
                  <a:pt x="119056" y="81861"/>
                  <a:pt x="119932" y="82013"/>
                </a:cubicBezTo>
                <a:cubicBezTo>
                  <a:pt x="120809" y="82166"/>
                  <a:pt x="121820" y="82242"/>
                  <a:pt x="122964" y="82242"/>
                </a:cubicBezTo>
                <a:lnTo>
                  <a:pt x="122964" y="84987"/>
                </a:lnTo>
                <a:cubicBezTo>
                  <a:pt x="120753" y="85903"/>
                  <a:pt x="118885" y="86590"/>
                  <a:pt x="117359" y="87047"/>
                </a:cubicBezTo>
                <a:cubicBezTo>
                  <a:pt x="115834" y="87504"/>
                  <a:pt x="114194" y="87733"/>
                  <a:pt x="112441" y="87733"/>
                </a:cubicBezTo>
                <a:cubicBezTo>
                  <a:pt x="109619" y="87733"/>
                  <a:pt x="107332" y="87047"/>
                  <a:pt x="105578" y="85675"/>
                </a:cubicBezTo>
                <a:cubicBezTo>
                  <a:pt x="103825" y="84302"/>
                  <a:pt x="102490" y="82319"/>
                  <a:pt x="101574" y="79727"/>
                </a:cubicBezTo>
                <a:cubicBezTo>
                  <a:pt x="99821" y="82167"/>
                  <a:pt x="97781" y="84111"/>
                  <a:pt x="95455" y="85560"/>
                </a:cubicBezTo>
                <a:cubicBezTo>
                  <a:pt x="93129" y="87009"/>
                  <a:pt x="90212" y="87733"/>
                  <a:pt x="86705" y="87733"/>
                </a:cubicBezTo>
                <a:cubicBezTo>
                  <a:pt x="83807" y="87733"/>
                  <a:pt x="81328" y="87351"/>
                  <a:pt x="79268" y="86588"/>
                </a:cubicBezTo>
                <a:cubicBezTo>
                  <a:pt x="77210" y="85826"/>
                  <a:pt x="75513" y="84740"/>
                  <a:pt x="74179" y="83329"/>
                </a:cubicBezTo>
                <a:cubicBezTo>
                  <a:pt x="72844" y="81918"/>
                  <a:pt x="71872" y="80316"/>
                  <a:pt x="71262" y="78524"/>
                </a:cubicBezTo>
                <a:cubicBezTo>
                  <a:pt x="70653" y="76732"/>
                  <a:pt x="70348" y="74921"/>
                  <a:pt x="70348" y="73091"/>
                </a:cubicBezTo>
                <a:cubicBezTo>
                  <a:pt x="70348" y="70575"/>
                  <a:pt x="70748" y="68402"/>
                  <a:pt x="71549" y="66572"/>
                </a:cubicBezTo>
                <a:cubicBezTo>
                  <a:pt x="72349" y="64742"/>
                  <a:pt x="73493" y="63178"/>
                  <a:pt x="74980" y="61882"/>
                </a:cubicBezTo>
                <a:cubicBezTo>
                  <a:pt x="76467" y="60586"/>
                  <a:pt x="78240" y="59499"/>
                  <a:pt x="80298" y="58622"/>
                </a:cubicBezTo>
                <a:cubicBezTo>
                  <a:pt x="82358" y="57745"/>
                  <a:pt x="84684" y="57001"/>
                  <a:pt x="87276" y="56391"/>
                </a:cubicBezTo>
                <a:cubicBezTo>
                  <a:pt x="90479" y="55629"/>
                  <a:pt x="93015" y="54962"/>
                  <a:pt x="94882" y="54391"/>
                </a:cubicBezTo>
                <a:cubicBezTo>
                  <a:pt x="96751" y="53819"/>
                  <a:pt x="98143" y="53247"/>
                  <a:pt x="99057" y="52675"/>
                </a:cubicBezTo>
                <a:cubicBezTo>
                  <a:pt x="99973" y="52103"/>
                  <a:pt x="100564" y="51473"/>
                  <a:pt x="100831" y="50787"/>
                </a:cubicBezTo>
                <a:cubicBezTo>
                  <a:pt x="101098" y="50100"/>
                  <a:pt x="101232" y="49261"/>
                  <a:pt x="101232" y="48270"/>
                </a:cubicBezTo>
                <a:cubicBezTo>
                  <a:pt x="101232" y="45525"/>
                  <a:pt x="100259" y="43181"/>
                  <a:pt x="98314" y="41236"/>
                </a:cubicBezTo>
                <a:cubicBezTo>
                  <a:pt x="96370" y="39291"/>
                  <a:pt x="93682" y="38318"/>
                  <a:pt x="90250" y="38318"/>
                </a:cubicBezTo>
                <a:cubicBezTo>
                  <a:pt x="88954" y="38318"/>
                  <a:pt x="87619" y="38490"/>
                  <a:pt x="86246" y="38833"/>
                </a:cubicBezTo>
                <a:cubicBezTo>
                  <a:pt x="84874" y="39176"/>
                  <a:pt x="83559" y="39653"/>
                  <a:pt x="82300" y="40264"/>
                </a:cubicBezTo>
                <a:cubicBezTo>
                  <a:pt x="81042" y="40874"/>
                  <a:pt x="79898" y="41541"/>
                  <a:pt x="78869" y="42266"/>
                </a:cubicBezTo>
                <a:cubicBezTo>
                  <a:pt x="77840" y="42990"/>
                  <a:pt x="77059" y="43771"/>
                  <a:pt x="76525" y="44610"/>
                </a:cubicBezTo>
                <a:lnTo>
                  <a:pt x="75723" y="44610"/>
                </a:lnTo>
                <a:lnTo>
                  <a:pt x="74236" y="37747"/>
                </a:lnTo>
                <a:close/>
                <a:moveTo>
                  <a:pt x="133030" y="39576"/>
                </a:moveTo>
                <a:cubicBezTo>
                  <a:pt x="133030" y="32104"/>
                  <a:pt x="132954" y="25241"/>
                  <a:pt x="132800" y="18988"/>
                </a:cubicBezTo>
                <a:cubicBezTo>
                  <a:pt x="132648" y="12735"/>
                  <a:pt x="132419" y="6406"/>
                  <a:pt x="132114" y="0"/>
                </a:cubicBezTo>
                <a:cubicBezTo>
                  <a:pt x="133105" y="152"/>
                  <a:pt x="134364" y="286"/>
                  <a:pt x="135889" y="401"/>
                </a:cubicBezTo>
                <a:cubicBezTo>
                  <a:pt x="137415" y="515"/>
                  <a:pt x="139016" y="572"/>
                  <a:pt x="140694" y="572"/>
                </a:cubicBezTo>
                <a:cubicBezTo>
                  <a:pt x="142371" y="572"/>
                  <a:pt x="143972" y="515"/>
                  <a:pt x="145498" y="401"/>
                </a:cubicBezTo>
                <a:cubicBezTo>
                  <a:pt x="147023" y="286"/>
                  <a:pt x="148281" y="152"/>
                  <a:pt x="149273" y="0"/>
                </a:cubicBezTo>
                <a:cubicBezTo>
                  <a:pt x="148968" y="6406"/>
                  <a:pt x="148739" y="12735"/>
                  <a:pt x="148585" y="18988"/>
                </a:cubicBezTo>
                <a:cubicBezTo>
                  <a:pt x="148433" y="25241"/>
                  <a:pt x="148357" y="32104"/>
                  <a:pt x="148357" y="39576"/>
                </a:cubicBezTo>
                <a:lnTo>
                  <a:pt x="148357" y="47012"/>
                </a:lnTo>
                <a:cubicBezTo>
                  <a:pt x="148357" y="54485"/>
                  <a:pt x="148433" y="61349"/>
                  <a:pt x="148585" y="67602"/>
                </a:cubicBezTo>
                <a:cubicBezTo>
                  <a:pt x="148739" y="73855"/>
                  <a:pt x="148968" y="80070"/>
                  <a:pt x="149273" y="86246"/>
                </a:cubicBezTo>
                <a:cubicBezTo>
                  <a:pt x="148281" y="86093"/>
                  <a:pt x="147023" y="86017"/>
                  <a:pt x="145498" y="86017"/>
                </a:cubicBezTo>
                <a:cubicBezTo>
                  <a:pt x="143972" y="86017"/>
                  <a:pt x="142371" y="86017"/>
                  <a:pt x="140694" y="86017"/>
                </a:cubicBezTo>
                <a:cubicBezTo>
                  <a:pt x="139016" y="86017"/>
                  <a:pt x="137415" y="86017"/>
                  <a:pt x="135889" y="86017"/>
                </a:cubicBezTo>
                <a:cubicBezTo>
                  <a:pt x="134364" y="86017"/>
                  <a:pt x="133105" y="86093"/>
                  <a:pt x="132114" y="86246"/>
                </a:cubicBezTo>
                <a:cubicBezTo>
                  <a:pt x="132419" y="80070"/>
                  <a:pt x="132648" y="73855"/>
                  <a:pt x="132800" y="67602"/>
                </a:cubicBezTo>
                <a:cubicBezTo>
                  <a:pt x="132954" y="61349"/>
                  <a:pt x="133030" y="54485"/>
                  <a:pt x="133030" y="47012"/>
                </a:cubicBezTo>
                <a:lnTo>
                  <a:pt x="133030" y="39576"/>
                </a:lnTo>
                <a:close/>
                <a:moveTo>
                  <a:pt x="197885" y="78009"/>
                </a:moveTo>
                <a:cubicBezTo>
                  <a:pt x="195750" y="81213"/>
                  <a:pt x="193252" y="83634"/>
                  <a:pt x="190392" y="85274"/>
                </a:cubicBezTo>
                <a:cubicBezTo>
                  <a:pt x="187533" y="86913"/>
                  <a:pt x="184274" y="87733"/>
                  <a:pt x="180614" y="87733"/>
                </a:cubicBezTo>
                <a:cubicBezTo>
                  <a:pt x="174894" y="87733"/>
                  <a:pt x="170490" y="86132"/>
                  <a:pt x="167402" y="82930"/>
                </a:cubicBezTo>
                <a:cubicBezTo>
                  <a:pt x="164314" y="79726"/>
                  <a:pt x="162770" y="74426"/>
                  <a:pt x="162770" y="67029"/>
                </a:cubicBezTo>
                <a:cubicBezTo>
                  <a:pt x="162770" y="63141"/>
                  <a:pt x="162846" y="59709"/>
                  <a:pt x="162998" y="56735"/>
                </a:cubicBezTo>
                <a:cubicBezTo>
                  <a:pt x="163151" y="53761"/>
                  <a:pt x="163227" y="50787"/>
                  <a:pt x="163227" y="47813"/>
                </a:cubicBezTo>
                <a:cubicBezTo>
                  <a:pt x="163227" y="45373"/>
                  <a:pt x="163169" y="42723"/>
                  <a:pt x="163054" y="39864"/>
                </a:cubicBezTo>
                <a:cubicBezTo>
                  <a:pt x="162940" y="37004"/>
                  <a:pt x="162807" y="34125"/>
                  <a:pt x="162654" y="31226"/>
                </a:cubicBezTo>
                <a:cubicBezTo>
                  <a:pt x="163646" y="31379"/>
                  <a:pt x="164904" y="31513"/>
                  <a:pt x="166430" y="31628"/>
                </a:cubicBezTo>
                <a:cubicBezTo>
                  <a:pt x="167955" y="31742"/>
                  <a:pt x="169557" y="31799"/>
                  <a:pt x="171235" y="31799"/>
                </a:cubicBezTo>
                <a:cubicBezTo>
                  <a:pt x="172911" y="31799"/>
                  <a:pt x="174513" y="31742"/>
                  <a:pt x="176038" y="31628"/>
                </a:cubicBezTo>
                <a:cubicBezTo>
                  <a:pt x="177563" y="31513"/>
                  <a:pt x="178822" y="31379"/>
                  <a:pt x="179813" y="31226"/>
                </a:cubicBezTo>
                <a:cubicBezTo>
                  <a:pt x="179279" y="35344"/>
                  <a:pt x="178936" y="40110"/>
                  <a:pt x="178783" y="45525"/>
                </a:cubicBezTo>
                <a:cubicBezTo>
                  <a:pt x="178631" y="50939"/>
                  <a:pt x="178555" y="57116"/>
                  <a:pt x="178555" y="64055"/>
                </a:cubicBezTo>
                <a:cubicBezTo>
                  <a:pt x="178555" y="68860"/>
                  <a:pt x="179375" y="72386"/>
                  <a:pt x="181014" y="74636"/>
                </a:cubicBezTo>
                <a:cubicBezTo>
                  <a:pt x="182654" y="76885"/>
                  <a:pt x="184960" y="78009"/>
                  <a:pt x="187934" y="78009"/>
                </a:cubicBezTo>
                <a:cubicBezTo>
                  <a:pt x="191366" y="78009"/>
                  <a:pt x="193882" y="76523"/>
                  <a:pt x="195483" y="73550"/>
                </a:cubicBezTo>
                <a:cubicBezTo>
                  <a:pt x="197084" y="70576"/>
                  <a:pt x="197885" y="66458"/>
                  <a:pt x="197885" y="61196"/>
                </a:cubicBezTo>
                <a:lnTo>
                  <a:pt x="197885" y="56620"/>
                </a:lnTo>
                <a:cubicBezTo>
                  <a:pt x="197885" y="51969"/>
                  <a:pt x="197828" y="47604"/>
                  <a:pt x="197714" y="43524"/>
                </a:cubicBezTo>
                <a:cubicBezTo>
                  <a:pt x="197600" y="39444"/>
                  <a:pt x="197352" y="35344"/>
                  <a:pt x="196970" y="31226"/>
                </a:cubicBezTo>
                <a:cubicBezTo>
                  <a:pt x="199105" y="31608"/>
                  <a:pt x="201965" y="31799"/>
                  <a:pt x="205549" y="31799"/>
                </a:cubicBezTo>
                <a:cubicBezTo>
                  <a:pt x="207303" y="31799"/>
                  <a:pt x="208905" y="31742"/>
                  <a:pt x="210354" y="31628"/>
                </a:cubicBezTo>
                <a:cubicBezTo>
                  <a:pt x="211802" y="31513"/>
                  <a:pt x="213061" y="31379"/>
                  <a:pt x="214129" y="31226"/>
                </a:cubicBezTo>
                <a:cubicBezTo>
                  <a:pt x="213747" y="35344"/>
                  <a:pt x="213499" y="39444"/>
                  <a:pt x="213384" y="43524"/>
                </a:cubicBezTo>
                <a:cubicBezTo>
                  <a:pt x="213270" y="47604"/>
                  <a:pt x="213213" y="51969"/>
                  <a:pt x="213213" y="56620"/>
                </a:cubicBezTo>
                <a:lnTo>
                  <a:pt x="213213" y="61196"/>
                </a:lnTo>
                <a:cubicBezTo>
                  <a:pt x="213213" y="65847"/>
                  <a:pt x="213270" y="70232"/>
                  <a:pt x="213384" y="74349"/>
                </a:cubicBezTo>
                <a:cubicBezTo>
                  <a:pt x="213499" y="78467"/>
                  <a:pt x="213747" y="82433"/>
                  <a:pt x="214129" y="86246"/>
                </a:cubicBezTo>
                <a:cubicBezTo>
                  <a:pt x="212756" y="86093"/>
                  <a:pt x="211402" y="86017"/>
                  <a:pt x="210068" y="86017"/>
                </a:cubicBezTo>
                <a:cubicBezTo>
                  <a:pt x="208733" y="86017"/>
                  <a:pt x="207380" y="86017"/>
                  <a:pt x="206008" y="86017"/>
                </a:cubicBezTo>
                <a:cubicBezTo>
                  <a:pt x="204635" y="86017"/>
                  <a:pt x="203281" y="86017"/>
                  <a:pt x="201946" y="86017"/>
                </a:cubicBezTo>
                <a:cubicBezTo>
                  <a:pt x="200612" y="86017"/>
                  <a:pt x="199182" y="86093"/>
                  <a:pt x="197656" y="86246"/>
                </a:cubicBezTo>
                <a:lnTo>
                  <a:pt x="198115" y="78009"/>
                </a:lnTo>
                <a:lnTo>
                  <a:pt x="197885" y="78009"/>
                </a:lnTo>
                <a:close/>
                <a:moveTo>
                  <a:pt x="240894" y="58908"/>
                </a:moveTo>
                <a:cubicBezTo>
                  <a:pt x="240894" y="61958"/>
                  <a:pt x="241199" y="64817"/>
                  <a:pt x="241808" y="67487"/>
                </a:cubicBezTo>
                <a:cubicBezTo>
                  <a:pt x="242419" y="70156"/>
                  <a:pt x="243354" y="72463"/>
                  <a:pt x="244611" y="74407"/>
                </a:cubicBezTo>
                <a:cubicBezTo>
                  <a:pt x="245869" y="76351"/>
                  <a:pt x="247470" y="77877"/>
                  <a:pt x="249415" y="78983"/>
                </a:cubicBezTo>
                <a:cubicBezTo>
                  <a:pt x="251360" y="80089"/>
                  <a:pt x="253629" y="80642"/>
                  <a:pt x="256222" y="80642"/>
                </a:cubicBezTo>
                <a:cubicBezTo>
                  <a:pt x="261483" y="80642"/>
                  <a:pt x="266173" y="78926"/>
                  <a:pt x="270291" y="75494"/>
                </a:cubicBezTo>
                <a:lnTo>
                  <a:pt x="271663" y="76524"/>
                </a:lnTo>
                <a:lnTo>
                  <a:pt x="269146" y="82930"/>
                </a:lnTo>
                <a:cubicBezTo>
                  <a:pt x="267240" y="84378"/>
                  <a:pt x="264953" y="85541"/>
                  <a:pt x="262283" y="86417"/>
                </a:cubicBezTo>
                <a:cubicBezTo>
                  <a:pt x="259614" y="87294"/>
                  <a:pt x="256106" y="87733"/>
                  <a:pt x="251761" y="87733"/>
                </a:cubicBezTo>
                <a:cubicBezTo>
                  <a:pt x="248024" y="87733"/>
                  <a:pt x="244478" y="87218"/>
                  <a:pt x="241122" y="86188"/>
                </a:cubicBezTo>
                <a:cubicBezTo>
                  <a:pt x="237768" y="85160"/>
                  <a:pt x="234813" y="83463"/>
                  <a:pt x="232258" y="81099"/>
                </a:cubicBezTo>
                <a:cubicBezTo>
                  <a:pt x="229704" y="78734"/>
                  <a:pt x="227683" y="75741"/>
                  <a:pt x="226196" y="72119"/>
                </a:cubicBezTo>
                <a:cubicBezTo>
                  <a:pt x="224709" y="68497"/>
                  <a:pt x="223965" y="64169"/>
                  <a:pt x="223965" y="59137"/>
                </a:cubicBezTo>
                <a:cubicBezTo>
                  <a:pt x="223965" y="54180"/>
                  <a:pt x="224632" y="49872"/>
                  <a:pt x="225966" y="46212"/>
                </a:cubicBezTo>
                <a:cubicBezTo>
                  <a:pt x="227300" y="42552"/>
                  <a:pt x="229150" y="39501"/>
                  <a:pt x="231514" y="37061"/>
                </a:cubicBezTo>
                <a:cubicBezTo>
                  <a:pt x="233879" y="34620"/>
                  <a:pt x="236681" y="32790"/>
                  <a:pt x="239922" y="31570"/>
                </a:cubicBezTo>
                <a:cubicBezTo>
                  <a:pt x="243162" y="30350"/>
                  <a:pt x="246689" y="29739"/>
                  <a:pt x="250502" y="29739"/>
                </a:cubicBezTo>
                <a:cubicBezTo>
                  <a:pt x="258051" y="29739"/>
                  <a:pt x="263827" y="31951"/>
                  <a:pt x="267830" y="36374"/>
                </a:cubicBezTo>
                <a:cubicBezTo>
                  <a:pt x="271834" y="40796"/>
                  <a:pt x="273836" y="47049"/>
                  <a:pt x="273836" y="55133"/>
                </a:cubicBezTo>
                <a:lnTo>
                  <a:pt x="273836" y="57536"/>
                </a:lnTo>
                <a:cubicBezTo>
                  <a:pt x="273836" y="58222"/>
                  <a:pt x="273798" y="58679"/>
                  <a:pt x="273723" y="58908"/>
                </a:cubicBezTo>
                <a:lnTo>
                  <a:pt x="240894" y="58908"/>
                </a:lnTo>
                <a:moveTo>
                  <a:pt x="258510" y="53761"/>
                </a:moveTo>
                <a:cubicBezTo>
                  <a:pt x="258356" y="48042"/>
                  <a:pt x="257651" y="43467"/>
                  <a:pt x="256393" y="40035"/>
                </a:cubicBezTo>
                <a:cubicBezTo>
                  <a:pt x="255135" y="36603"/>
                  <a:pt x="253019" y="34887"/>
                  <a:pt x="250045" y="34887"/>
                </a:cubicBezTo>
                <a:cubicBezTo>
                  <a:pt x="248367" y="34887"/>
                  <a:pt x="246956" y="35458"/>
                  <a:pt x="245812" y="36602"/>
                </a:cubicBezTo>
                <a:cubicBezTo>
                  <a:pt x="244668" y="37746"/>
                  <a:pt x="243753" y="39214"/>
                  <a:pt x="243067" y="41008"/>
                </a:cubicBezTo>
                <a:cubicBezTo>
                  <a:pt x="242380" y="42799"/>
                  <a:pt x="241865" y="44820"/>
                  <a:pt x="241522" y="47069"/>
                </a:cubicBezTo>
                <a:cubicBezTo>
                  <a:pt x="241180" y="49318"/>
                  <a:pt x="240971" y="51549"/>
                  <a:pt x="240894" y="53761"/>
                </a:cubicBezTo>
                <a:lnTo>
                  <a:pt x="258510" y="53761"/>
                </a:lnTo>
                <a:close/>
              </a:path>
            </a:pathLst>
          </a:custGeom>
          <a:solidFill xmlns:a="http://schemas.openxmlformats.org/drawingml/2006/main">
            <a:srgbClr val="BF36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_1">
            <a:extLst xmlns:a="http://schemas.openxmlformats.org/drawingml/2006/main">
              <a:ext uri="{FF2B5EF4-FFF2-40B4-BE49-F238E27FC236}">
                <a16:creationId xmlns:a16="http://schemas.microsoft.com/office/drawing/2014/main" id="{435E960A-A220-4A43-913A-BAF4402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722" y="2927605"/>
            <a:ext cx="99515" cy="91850"/>
          </a:xfrm>
          <a:custGeom xmlns:a="http://schemas.openxmlformats.org/drawingml/2006/main">
            <a:pathLst>
              <a:path w="99515" h="91850">
                <a:moveTo>
                  <a:pt x="57192" y="86131"/>
                </a:moveTo>
                <a:lnTo>
                  <a:pt x="57192" y="91850"/>
                </a:lnTo>
                <a:lnTo>
                  <a:pt x="0" y="91850"/>
                </a:lnTo>
                <a:lnTo>
                  <a:pt x="0" y="86131"/>
                </a:lnTo>
                <a:lnTo>
                  <a:pt x="57192" y="86131"/>
                </a:lnTo>
                <a:close/>
                <a:moveTo>
                  <a:pt x="99515" y="915"/>
                </a:moveTo>
                <a:cubicBezTo>
                  <a:pt x="99362" y="3202"/>
                  <a:pt x="99229" y="5738"/>
                  <a:pt x="99115" y="8521"/>
                </a:cubicBezTo>
                <a:cubicBezTo>
                  <a:pt x="99001" y="11304"/>
                  <a:pt x="98886" y="14183"/>
                  <a:pt x="98771" y="17157"/>
                </a:cubicBezTo>
                <a:cubicBezTo>
                  <a:pt x="98657" y="20131"/>
                  <a:pt x="98562" y="23144"/>
                  <a:pt x="98485" y="26195"/>
                </a:cubicBezTo>
                <a:cubicBezTo>
                  <a:pt x="98409" y="29244"/>
                  <a:pt x="98371" y="32218"/>
                  <a:pt x="98371" y="35115"/>
                </a:cubicBezTo>
                <a:lnTo>
                  <a:pt x="98371" y="42093"/>
                </a:lnTo>
                <a:lnTo>
                  <a:pt x="98371" y="50787"/>
                </a:lnTo>
                <a:cubicBezTo>
                  <a:pt x="98371" y="54828"/>
                  <a:pt x="98428" y="58984"/>
                  <a:pt x="98543" y="63254"/>
                </a:cubicBezTo>
                <a:cubicBezTo>
                  <a:pt x="98658" y="67524"/>
                  <a:pt x="98829" y="72443"/>
                  <a:pt x="99057" y="78009"/>
                </a:cubicBezTo>
                <a:cubicBezTo>
                  <a:pt x="97532" y="77857"/>
                  <a:pt x="96045" y="77781"/>
                  <a:pt x="94596" y="77781"/>
                </a:cubicBezTo>
                <a:cubicBezTo>
                  <a:pt x="93148" y="77781"/>
                  <a:pt x="91661" y="77781"/>
                  <a:pt x="90135" y="77781"/>
                </a:cubicBezTo>
                <a:cubicBezTo>
                  <a:pt x="88611" y="77781"/>
                  <a:pt x="87105" y="77781"/>
                  <a:pt x="85618" y="77781"/>
                </a:cubicBezTo>
                <a:cubicBezTo>
                  <a:pt x="84131" y="77781"/>
                  <a:pt x="82625" y="77857"/>
                  <a:pt x="81099" y="78009"/>
                </a:cubicBezTo>
                <a:cubicBezTo>
                  <a:pt x="81176" y="76789"/>
                  <a:pt x="81291" y="75035"/>
                  <a:pt x="81443" y="72747"/>
                </a:cubicBezTo>
                <a:cubicBezTo>
                  <a:pt x="81596" y="70460"/>
                  <a:pt x="81729" y="67924"/>
                  <a:pt x="81843" y="65141"/>
                </a:cubicBezTo>
                <a:cubicBezTo>
                  <a:pt x="81957" y="62358"/>
                  <a:pt x="82071" y="59403"/>
                  <a:pt x="82185" y="56276"/>
                </a:cubicBezTo>
                <a:cubicBezTo>
                  <a:pt x="82300" y="53150"/>
                  <a:pt x="82358" y="49985"/>
                  <a:pt x="82358" y="46783"/>
                </a:cubicBezTo>
                <a:lnTo>
                  <a:pt x="82358" y="14527"/>
                </a:lnTo>
                <a:cubicBezTo>
                  <a:pt x="81824" y="14755"/>
                  <a:pt x="81022" y="15136"/>
                  <a:pt x="79954" y="15670"/>
                </a:cubicBezTo>
                <a:cubicBezTo>
                  <a:pt x="78887" y="16204"/>
                  <a:pt x="77724" y="16795"/>
                  <a:pt x="76465" y="17443"/>
                </a:cubicBezTo>
                <a:cubicBezTo>
                  <a:pt x="75207" y="18091"/>
                  <a:pt x="73930" y="18740"/>
                  <a:pt x="72634" y="19388"/>
                </a:cubicBezTo>
                <a:cubicBezTo>
                  <a:pt x="71338" y="20036"/>
                  <a:pt x="70156" y="20588"/>
                  <a:pt x="69089" y="21046"/>
                </a:cubicBezTo>
                <a:cubicBezTo>
                  <a:pt x="68250" y="19902"/>
                  <a:pt x="67278" y="18701"/>
                  <a:pt x="66171" y="17443"/>
                </a:cubicBezTo>
                <a:cubicBezTo>
                  <a:pt x="65066" y="16184"/>
                  <a:pt x="64170" y="15288"/>
                  <a:pt x="63483" y="14755"/>
                </a:cubicBezTo>
                <a:cubicBezTo>
                  <a:pt x="69431" y="12620"/>
                  <a:pt x="75074" y="10390"/>
                  <a:pt x="80412" y="8064"/>
                </a:cubicBezTo>
                <a:cubicBezTo>
                  <a:pt x="85750" y="5738"/>
                  <a:pt x="91393" y="3050"/>
                  <a:pt x="97342" y="0"/>
                </a:cubicBezTo>
                <a:lnTo>
                  <a:pt x="99515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Value">
            <a:extLst xmlns:a="http://schemas.openxmlformats.org/drawingml/2006/main">
              <a:ext uri="{FF2B5EF4-FFF2-40B4-BE49-F238E27FC236}">
                <a16:creationId xmlns:a16="http://schemas.microsoft.com/office/drawing/2014/main" id="{542BDA86-68A9-4F68-8E1C-719989B6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4685" y="2924448"/>
            <a:ext cx="273837" cy="87733"/>
          </a:xfrm>
          <a:custGeom xmlns:a="http://schemas.openxmlformats.org/drawingml/2006/main">
            <a:pathLst>
              <a:path w="273837" h="87733">
                <a:moveTo>
                  <a:pt x="40721" y="65085"/>
                </a:moveTo>
                <a:cubicBezTo>
                  <a:pt x="44687" y="55400"/>
                  <a:pt x="48538" y="45659"/>
                  <a:pt x="52274" y="35860"/>
                </a:cubicBezTo>
                <a:cubicBezTo>
                  <a:pt x="56010" y="26061"/>
                  <a:pt x="59365" y="16662"/>
                  <a:pt x="62340" y="7664"/>
                </a:cubicBezTo>
                <a:cubicBezTo>
                  <a:pt x="64247" y="8046"/>
                  <a:pt x="65925" y="8236"/>
                  <a:pt x="67373" y="8236"/>
                </a:cubicBezTo>
                <a:cubicBezTo>
                  <a:pt x="68822" y="8236"/>
                  <a:pt x="70500" y="8046"/>
                  <a:pt x="72407" y="7664"/>
                </a:cubicBezTo>
                <a:cubicBezTo>
                  <a:pt x="70500" y="12162"/>
                  <a:pt x="68212" y="17576"/>
                  <a:pt x="65542" y="23906"/>
                </a:cubicBezTo>
                <a:cubicBezTo>
                  <a:pt x="62874" y="30235"/>
                  <a:pt x="60091" y="36945"/>
                  <a:pt x="57192" y="44038"/>
                </a:cubicBezTo>
                <a:cubicBezTo>
                  <a:pt x="54295" y="51130"/>
                  <a:pt x="51436" y="58336"/>
                  <a:pt x="48614" y="65657"/>
                </a:cubicBezTo>
                <a:cubicBezTo>
                  <a:pt x="45792" y="72978"/>
                  <a:pt x="43276" y="79840"/>
                  <a:pt x="41065" y="86246"/>
                </a:cubicBezTo>
                <a:cubicBezTo>
                  <a:pt x="39540" y="86093"/>
                  <a:pt x="37862" y="86017"/>
                  <a:pt x="36031" y="86017"/>
                </a:cubicBezTo>
                <a:cubicBezTo>
                  <a:pt x="34201" y="86017"/>
                  <a:pt x="32524" y="86093"/>
                  <a:pt x="31000" y="86246"/>
                </a:cubicBezTo>
                <a:cubicBezTo>
                  <a:pt x="29855" y="83196"/>
                  <a:pt x="28462" y="79498"/>
                  <a:pt x="26823" y="75152"/>
                </a:cubicBezTo>
                <a:cubicBezTo>
                  <a:pt x="25183" y="70805"/>
                  <a:pt x="23429" y="66192"/>
                  <a:pt x="21561" y="61311"/>
                </a:cubicBezTo>
                <a:cubicBezTo>
                  <a:pt x="19693" y="56430"/>
                  <a:pt x="17730" y="51435"/>
                  <a:pt x="15670" y="46326"/>
                </a:cubicBezTo>
                <a:cubicBezTo>
                  <a:pt x="13612" y="41216"/>
                  <a:pt x="11629" y="36279"/>
                  <a:pt x="9722" y="31513"/>
                </a:cubicBezTo>
                <a:cubicBezTo>
                  <a:pt x="7816" y="26747"/>
                  <a:pt x="6024" y="22305"/>
                  <a:pt x="4346" y="18187"/>
                </a:cubicBezTo>
                <a:cubicBezTo>
                  <a:pt x="2669" y="14069"/>
                  <a:pt x="1221" y="10561"/>
                  <a:pt x="0" y="7664"/>
                </a:cubicBezTo>
                <a:cubicBezTo>
                  <a:pt x="1755" y="7816"/>
                  <a:pt x="3490" y="7950"/>
                  <a:pt x="5205" y="8065"/>
                </a:cubicBezTo>
                <a:cubicBezTo>
                  <a:pt x="6921" y="8179"/>
                  <a:pt x="8617" y="8236"/>
                  <a:pt x="10294" y="8236"/>
                </a:cubicBezTo>
                <a:cubicBezTo>
                  <a:pt x="11972" y="8236"/>
                  <a:pt x="13650" y="8179"/>
                  <a:pt x="15328" y="8065"/>
                </a:cubicBezTo>
                <a:cubicBezTo>
                  <a:pt x="17006" y="7950"/>
                  <a:pt x="18684" y="7816"/>
                  <a:pt x="20362" y="7664"/>
                </a:cubicBezTo>
                <a:cubicBezTo>
                  <a:pt x="21658" y="11934"/>
                  <a:pt x="23126" y="16433"/>
                  <a:pt x="24765" y="21161"/>
                </a:cubicBezTo>
                <a:cubicBezTo>
                  <a:pt x="26405" y="25889"/>
                  <a:pt x="28101" y="30712"/>
                  <a:pt x="29855" y="35630"/>
                </a:cubicBezTo>
                <a:cubicBezTo>
                  <a:pt x="31608" y="40549"/>
                  <a:pt x="33419" y="45486"/>
                  <a:pt x="35288" y="50443"/>
                </a:cubicBezTo>
                <a:cubicBezTo>
                  <a:pt x="37157" y="55400"/>
                  <a:pt x="38968" y="60281"/>
                  <a:pt x="40721" y="65085"/>
                </a:cubicBezTo>
                <a:close/>
                <a:moveTo>
                  <a:pt x="101346" y="68860"/>
                </a:moveTo>
                <a:cubicBezTo>
                  <a:pt x="101346" y="65581"/>
                  <a:pt x="101365" y="63084"/>
                  <a:pt x="101403" y="61367"/>
                </a:cubicBezTo>
                <a:cubicBezTo>
                  <a:pt x="101442" y="59651"/>
                  <a:pt x="101461" y="58145"/>
                  <a:pt x="101461" y="56849"/>
                </a:cubicBezTo>
                <a:cubicBezTo>
                  <a:pt x="99859" y="57764"/>
                  <a:pt x="98161" y="58508"/>
                  <a:pt x="96370" y="59081"/>
                </a:cubicBezTo>
                <a:cubicBezTo>
                  <a:pt x="94578" y="59652"/>
                  <a:pt x="92938" y="60377"/>
                  <a:pt x="91451" y="61254"/>
                </a:cubicBezTo>
                <a:cubicBezTo>
                  <a:pt x="89964" y="62130"/>
                  <a:pt x="88744" y="63331"/>
                  <a:pt x="87791" y="64856"/>
                </a:cubicBezTo>
                <a:cubicBezTo>
                  <a:pt x="86838" y="66382"/>
                  <a:pt x="86362" y="68593"/>
                  <a:pt x="86362" y="71491"/>
                </a:cubicBezTo>
                <a:cubicBezTo>
                  <a:pt x="86362" y="74312"/>
                  <a:pt x="86953" y="76467"/>
                  <a:pt x="88135" y="77954"/>
                </a:cubicBezTo>
                <a:cubicBezTo>
                  <a:pt x="89317" y="79441"/>
                  <a:pt x="90899" y="80184"/>
                  <a:pt x="92881" y="80184"/>
                </a:cubicBezTo>
                <a:cubicBezTo>
                  <a:pt x="95397" y="80184"/>
                  <a:pt x="97437" y="79231"/>
                  <a:pt x="99000" y="77325"/>
                </a:cubicBezTo>
                <a:cubicBezTo>
                  <a:pt x="100564" y="75418"/>
                  <a:pt x="101346" y="72596"/>
                  <a:pt x="101346" y="68860"/>
                </a:cubicBezTo>
                <a:moveTo>
                  <a:pt x="74236" y="37747"/>
                </a:moveTo>
                <a:cubicBezTo>
                  <a:pt x="77440" y="35155"/>
                  <a:pt x="80890" y="33172"/>
                  <a:pt x="84588" y="31799"/>
                </a:cubicBezTo>
                <a:cubicBezTo>
                  <a:pt x="88287" y="30426"/>
                  <a:pt x="91967" y="29739"/>
                  <a:pt x="95626" y="29739"/>
                </a:cubicBezTo>
                <a:cubicBezTo>
                  <a:pt x="98677" y="29739"/>
                  <a:pt x="101479" y="30083"/>
                  <a:pt x="104033" y="30769"/>
                </a:cubicBezTo>
                <a:cubicBezTo>
                  <a:pt x="106589" y="31456"/>
                  <a:pt x="108800" y="32542"/>
                  <a:pt x="110668" y="34030"/>
                </a:cubicBezTo>
                <a:cubicBezTo>
                  <a:pt x="112536" y="35517"/>
                  <a:pt x="113985" y="37442"/>
                  <a:pt x="115014" y="39807"/>
                </a:cubicBezTo>
                <a:cubicBezTo>
                  <a:pt x="116043" y="42170"/>
                  <a:pt x="116558" y="45029"/>
                  <a:pt x="116558" y="48385"/>
                </a:cubicBezTo>
                <a:cubicBezTo>
                  <a:pt x="116558" y="53265"/>
                  <a:pt x="116501" y="57784"/>
                  <a:pt x="116387" y="61940"/>
                </a:cubicBezTo>
                <a:cubicBezTo>
                  <a:pt x="116273" y="66095"/>
                  <a:pt x="116216" y="70232"/>
                  <a:pt x="116216" y="74349"/>
                </a:cubicBezTo>
                <a:cubicBezTo>
                  <a:pt x="116216" y="76180"/>
                  <a:pt x="116349" y="77610"/>
                  <a:pt x="116616" y="78640"/>
                </a:cubicBezTo>
                <a:cubicBezTo>
                  <a:pt x="116883" y="79669"/>
                  <a:pt x="117284" y="80451"/>
                  <a:pt x="117817" y="80985"/>
                </a:cubicBezTo>
                <a:cubicBezTo>
                  <a:pt x="118351" y="81518"/>
                  <a:pt x="119056" y="81861"/>
                  <a:pt x="119932" y="82013"/>
                </a:cubicBezTo>
                <a:cubicBezTo>
                  <a:pt x="120809" y="82166"/>
                  <a:pt x="121820" y="82242"/>
                  <a:pt x="122964" y="82242"/>
                </a:cubicBezTo>
                <a:lnTo>
                  <a:pt x="122964" y="84987"/>
                </a:lnTo>
                <a:cubicBezTo>
                  <a:pt x="120753" y="85903"/>
                  <a:pt x="118885" y="86590"/>
                  <a:pt x="117359" y="87047"/>
                </a:cubicBezTo>
                <a:cubicBezTo>
                  <a:pt x="115834" y="87504"/>
                  <a:pt x="114194" y="87733"/>
                  <a:pt x="112441" y="87733"/>
                </a:cubicBezTo>
                <a:cubicBezTo>
                  <a:pt x="109619" y="87733"/>
                  <a:pt x="107332" y="87047"/>
                  <a:pt x="105578" y="85675"/>
                </a:cubicBezTo>
                <a:cubicBezTo>
                  <a:pt x="103825" y="84302"/>
                  <a:pt x="102490" y="82319"/>
                  <a:pt x="101574" y="79727"/>
                </a:cubicBezTo>
                <a:cubicBezTo>
                  <a:pt x="99821" y="82167"/>
                  <a:pt x="97781" y="84111"/>
                  <a:pt x="95455" y="85560"/>
                </a:cubicBezTo>
                <a:cubicBezTo>
                  <a:pt x="93129" y="87009"/>
                  <a:pt x="90212" y="87733"/>
                  <a:pt x="86705" y="87733"/>
                </a:cubicBezTo>
                <a:cubicBezTo>
                  <a:pt x="83807" y="87733"/>
                  <a:pt x="81328" y="87351"/>
                  <a:pt x="79268" y="86588"/>
                </a:cubicBezTo>
                <a:cubicBezTo>
                  <a:pt x="77210" y="85826"/>
                  <a:pt x="75513" y="84740"/>
                  <a:pt x="74179" y="83329"/>
                </a:cubicBezTo>
                <a:cubicBezTo>
                  <a:pt x="72844" y="81918"/>
                  <a:pt x="71872" y="80316"/>
                  <a:pt x="71262" y="78524"/>
                </a:cubicBezTo>
                <a:cubicBezTo>
                  <a:pt x="70653" y="76732"/>
                  <a:pt x="70348" y="74921"/>
                  <a:pt x="70348" y="73091"/>
                </a:cubicBezTo>
                <a:cubicBezTo>
                  <a:pt x="70348" y="70575"/>
                  <a:pt x="70748" y="68402"/>
                  <a:pt x="71549" y="66572"/>
                </a:cubicBezTo>
                <a:cubicBezTo>
                  <a:pt x="72349" y="64742"/>
                  <a:pt x="73493" y="63178"/>
                  <a:pt x="74980" y="61882"/>
                </a:cubicBezTo>
                <a:cubicBezTo>
                  <a:pt x="76467" y="60586"/>
                  <a:pt x="78240" y="59499"/>
                  <a:pt x="80298" y="58622"/>
                </a:cubicBezTo>
                <a:cubicBezTo>
                  <a:pt x="82358" y="57745"/>
                  <a:pt x="84684" y="57001"/>
                  <a:pt x="87276" y="56391"/>
                </a:cubicBezTo>
                <a:cubicBezTo>
                  <a:pt x="90479" y="55629"/>
                  <a:pt x="93015" y="54962"/>
                  <a:pt x="94882" y="54391"/>
                </a:cubicBezTo>
                <a:cubicBezTo>
                  <a:pt x="96751" y="53819"/>
                  <a:pt x="98143" y="53247"/>
                  <a:pt x="99057" y="52675"/>
                </a:cubicBezTo>
                <a:cubicBezTo>
                  <a:pt x="99973" y="52103"/>
                  <a:pt x="100564" y="51473"/>
                  <a:pt x="100831" y="50787"/>
                </a:cubicBezTo>
                <a:cubicBezTo>
                  <a:pt x="101098" y="50100"/>
                  <a:pt x="101232" y="49261"/>
                  <a:pt x="101232" y="48270"/>
                </a:cubicBezTo>
                <a:cubicBezTo>
                  <a:pt x="101232" y="45525"/>
                  <a:pt x="100259" y="43181"/>
                  <a:pt x="98314" y="41236"/>
                </a:cubicBezTo>
                <a:cubicBezTo>
                  <a:pt x="96370" y="39291"/>
                  <a:pt x="93682" y="38318"/>
                  <a:pt x="90250" y="38318"/>
                </a:cubicBezTo>
                <a:cubicBezTo>
                  <a:pt x="88954" y="38318"/>
                  <a:pt x="87619" y="38490"/>
                  <a:pt x="86246" y="38833"/>
                </a:cubicBezTo>
                <a:cubicBezTo>
                  <a:pt x="84874" y="39176"/>
                  <a:pt x="83559" y="39653"/>
                  <a:pt x="82300" y="40264"/>
                </a:cubicBezTo>
                <a:cubicBezTo>
                  <a:pt x="81042" y="40874"/>
                  <a:pt x="79898" y="41541"/>
                  <a:pt x="78869" y="42266"/>
                </a:cubicBezTo>
                <a:cubicBezTo>
                  <a:pt x="77840" y="42990"/>
                  <a:pt x="77059" y="43771"/>
                  <a:pt x="76525" y="44610"/>
                </a:cubicBezTo>
                <a:lnTo>
                  <a:pt x="75723" y="44610"/>
                </a:lnTo>
                <a:lnTo>
                  <a:pt x="74236" y="37747"/>
                </a:lnTo>
                <a:close/>
                <a:moveTo>
                  <a:pt x="133030" y="39576"/>
                </a:moveTo>
                <a:cubicBezTo>
                  <a:pt x="133030" y="32104"/>
                  <a:pt x="132954" y="25241"/>
                  <a:pt x="132800" y="18988"/>
                </a:cubicBezTo>
                <a:cubicBezTo>
                  <a:pt x="132648" y="12735"/>
                  <a:pt x="132419" y="6406"/>
                  <a:pt x="132114" y="0"/>
                </a:cubicBezTo>
                <a:cubicBezTo>
                  <a:pt x="133105" y="152"/>
                  <a:pt x="134364" y="286"/>
                  <a:pt x="135889" y="401"/>
                </a:cubicBezTo>
                <a:cubicBezTo>
                  <a:pt x="137415" y="515"/>
                  <a:pt x="139016" y="572"/>
                  <a:pt x="140694" y="572"/>
                </a:cubicBezTo>
                <a:cubicBezTo>
                  <a:pt x="142371" y="572"/>
                  <a:pt x="143972" y="515"/>
                  <a:pt x="145498" y="401"/>
                </a:cubicBezTo>
                <a:cubicBezTo>
                  <a:pt x="147023" y="286"/>
                  <a:pt x="148281" y="152"/>
                  <a:pt x="149273" y="0"/>
                </a:cubicBezTo>
                <a:cubicBezTo>
                  <a:pt x="148968" y="6406"/>
                  <a:pt x="148739" y="12735"/>
                  <a:pt x="148585" y="18988"/>
                </a:cubicBezTo>
                <a:cubicBezTo>
                  <a:pt x="148433" y="25241"/>
                  <a:pt x="148357" y="32104"/>
                  <a:pt x="148357" y="39576"/>
                </a:cubicBezTo>
                <a:lnTo>
                  <a:pt x="148357" y="47012"/>
                </a:lnTo>
                <a:cubicBezTo>
                  <a:pt x="148357" y="54485"/>
                  <a:pt x="148433" y="61349"/>
                  <a:pt x="148585" y="67602"/>
                </a:cubicBezTo>
                <a:cubicBezTo>
                  <a:pt x="148739" y="73855"/>
                  <a:pt x="148968" y="80070"/>
                  <a:pt x="149273" y="86246"/>
                </a:cubicBezTo>
                <a:cubicBezTo>
                  <a:pt x="148281" y="86093"/>
                  <a:pt x="147023" y="86017"/>
                  <a:pt x="145498" y="86017"/>
                </a:cubicBezTo>
                <a:cubicBezTo>
                  <a:pt x="143972" y="86017"/>
                  <a:pt x="142371" y="86017"/>
                  <a:pt x="140694" y="86017"/>
                </a:cubicBezTo>
                <a:cubicBezTo>
                  <a:pt x="139016" y="86017"/>
                  <a:pt x="137415" y="86017"/>
                  <a:pt x="135889" y="86017"/>
                </a:cubicBezTo>
                <a:cubicBezTo>
                  <a:pt x="134364" y="86017"/>
                  <a:pt x="133105" y="86093"/>
                  <a:pt x="132114" y="86246"/>
                </a:cubicBezTo>
                <a:cubicBezTo>
                  <a:pt x="132419" y="80070"/>
                  <a:pt x="132648" y="73855"/>
                  <a:pt x="132800" y="67602"/>
                </a:cubicBezTo>
                <a:cubicBezTo>
                  <a:pt x="132954" y="61349"/>
                  <a:pt x="133030" y="54485"/>
                  <a:pt x="133030" y="47012"/>
                </a:cubicBezTo>
                <a:lnTo>
                  <a:pt x="133030" y="39576"/>
                </a:lnTo>
                <a:close/>
                <a:moveTo>
                  <a:pt x="197885" y="78009"/>
                </a:moveTo>
                <a:cubicBezTo>
                  <a:pt x="195749" y="81213"/>
                  <a:pt x="193252" y="83634"/>
                  <a:pt x="190392" y="85274"/>
                </a:cubicBezTo>
                <a:cubicBezTo>
                  <a:pt x="187533" y="86913"/>
                  <a:pt x="184274" y="87733"/>
                  <a:pt x="180614" y="87733"/>
                </a:cubicBezTo>
                <a:cubicBezTo>
                  <a:pt x="174894" y="87733"/>
                  <a:pt x="170490" y="86132"/>
                  <a:pt x="167402" y="82930"/>
                </a:cubicBezTo>
                <a:cubicBezTo>
                  <a:pt x="164313" y="79726"/>
                  <a:pt x="162769" y="74426"/>
                  <a:pt x="162769" y="67029"/>
                </a:cubicBezTo>
                <a:cubicBezTo>
                  <a:pt x="162769" y="63141"/>
                  <a:pt x="162846" y="59709"/>
                  <a:pt x="162998" y="56735"/>
                </a:cubicBezTo>
                <a:cubicBezTo>
                  <a:pt x="163150" y="53761"/>
                  <a:pt x="163227" y="50787"/>
                  <a:pt x="163227" y="47813"/>
                </a:cubicBezTo>
                <a:cubicBezTo>
                  <a:pt x="163227" y="45373"/>
                  <a:pt x="163169" y="42723"/>
                  <a:pt x="163054" y="39864"/>
                </a:cubicBezTo>
                <a:cubicBezTo>
                  <a:pt x="162940" y="37004"/>
                  <a:pt x="162807" y="34125"/>
                  <a:pt x="162654" y="31226"/>
                </a:cubicBezTo>
                <a:cubicBezTo>
                  <a:pt x="163646" y="31379"/>
                  <a:pt x="164904" y="31513"/>
                  <a:pt x="166429" y="31628"/>
                </a:cubicBezTo>
                <a:cubicBezTo>
                  <a:pt x="167955" y="31742"/>
                  <a:pt x="169557" y="31799"/>
                  <a:pt x="171234" y="31799"/>
                </a:cubicBezTo>
                <a:cubicBezTo>
                  <a:pt x="172911" y="31799"/>
                  <a:pt x="174512" y="31742"/>
                  <a:pt x="176038" y="31628"/>
                </a:cubicBezTo>
                <a:cubicBezTo>
                  <a:pt x="177563" y="31513"/>
                  <a:pt x="178822" y="31379"/>
                  <a:pt x="179813" y="31226"/>
                </a:cubicBezTo>
                <a:cubicBezTo>
                  <a:pt x="179279" y="35344"/>
                  <a:pt x="178936" y="40110"/>
                  <a:pt x="178783" y="45525"/>
                </a:cubicBezTo>
                <a:cubicBezTo>
                  <a:pt x="178631" y="50939"/>
                  <a:pt x="178555" y="57116"/>
                  <a:pt x="178555" y="64055"/>
                </a:cubicBezTo>
                <a:cubicBezTo>
                  <a:pt x="178555" y="68860"/>
                  <a:pt x="179374" y="72386"/>
                  <a:pt x="181014" y="74636"/>
                </a:cubicBezTo>
                <a:cubicBezTo>
                  <a:pt x="182653" y="76885"/>
                  <a:pt x="184960" y="78009"/>
                  <a:pt x="187934" y="78009"/>
                </a:cubicBezTo>
                <a:cubicBezTo>
                  <a:pt x="191366" y="78009"/>
                  <a:pt x="193882" y="76523"/>
                  <a:pt x="195483" y="73550"/>
                </a:cubicBezTo>
                <a:cubicBezTo>
                  <a:pt x="197084" y="70576"/>
                  <a:pt x="197885" y="66458"/>
                  <a:pt x="197885" y="61196"/>
                </a:cubicBezTo>
                <a:lnTo>
                  <a:pt x="197885" y="56620"/>
                </a:lnTo>
                <a:cubicBezTo>
                  <a:pt x="197885" y="51969"/>
                  <a:pt x="197828" y="47604"/>
                  <a:pt x="197714" y="43524"/>
                </a:cubicBezTo>
                <a:cubicBezTo>
                  <a:pt x="197599" y="39444"/>
                  <a:pt x="197352" y="35344"/>
                  <a:pt x="196970" y="31226"/>
                </a:cubicBezTo>
                <a:cubicBezTo>
                  <a:pt x="199105" y="31608"/>
                  <a:pt x="201965" y="31799"/>
                  <a:pt x="205549" y="31799"/>
                </a:cubicBezTo>
                <a:cubicBezTo>
                  <a:pt x="207303" y="31799"/>
                  <a:pt x="208905" y="31742"/>
                  <a:pt x="210354" y="31628"/>
                </a:cubicBezTo>
                <a:cubicBezTo>
                  <a:pt x="211802" y="31513"/>
                  <a:pt x="213061" y="31379"/>
                  <a:pt x="214129" y="31226"/>
                </a:cubicBezTo>
                <a:cubicBezTo>
                  <a:pt x="213747" y="35344"/>
                  <a:pt x="213499" y="39444"/>
                  <a:pt x="213383" y="43524"/>
                </a:cubicBezTo>
                <a:cubicBezTo>
                  <a:pt x="213269" y="47604"/>
                  <a:pt x="213212" y="51969"/>
                  <a:pt x="213212" y="56620"/>
                </a:cubicBezTo>
                <a:lnTo>
                  <a:pt x="213212" y="61196"/>
                </a:lnTo>
                <a:cubicBezTo>
                  <a:pt x="213212" y="65847"/>
                  <a:pt x="213269" y="70232"/>
                  <a:pt x="213383" y="74349"/>
                </a:cubicBezTo>
                <a:cubicBezTo>
                  <a:pt x="213499" y="78467"/>
                  <a:pt x="213747" y="82433"/>
                  <a:pt x="214129" y="86246"/>
                </a:cubicBezTo>
                <a:cubicBezTo>
                  <a:pt x="212756" y="86093"/>
                  <a:pt x="211402" y="86017"/>
                  <a:pt x="210067" y="86017"/>
                </a:cubicBezTo>
                <a:cubicBezTo>
                  <a:pt x="208733" y="86017"/>
                  <a:pt x="207379" y="86017"/>
                  <a:pt x="206008" y="86017"/>
                </a:cubicBezTo>
                <a:cubicBezTo>
                  <a:pt x="204635" y="86017"/>
                  <a:pt x="203281" y="86017"/>
                  <a:pt x="201946" y="86017"/>
                </a:cubicBezTo>
                <a:cubicBezTo>
                  <a:pt x="200611" y="86017"/>
                  <a:pt x="199181" y="86093"/>
                  <a:pt x="197656" y="86246"/>
                </a:cubicBezTo>
                <a:lnTo>
                  <a:pt x="198115" y="78009"/>
                </a:lnTo>
                <a:lnTo>
                  <a:pt x="197885" y="78009"/>
                </a:lnTo>
                <a:close/>
                <a:moveTo>
                  <a:pt x="240894" y="58908"/>
                </a:moveTo>
                <a:cubicBezTo>
                  <a:pt x="240894" y="61958"/>
                  <a:pt x="241199" y="64817"/>
                  <a:pt x="241809" y="67487"/>
                </a:cubicBezTo>
                <a:cubicBezTo>
                  <a:pt x="242420" y="70156"/>
                  <a:pt x="243354" y="72463"/>
                  <a:pt x="244612" y="74407"/>
                </a:cubicBezTo>
                <a:cubicBezTo>
                  <a:pt x="245870" y="76351"/>
                  <a:pt x="247471" y="77877"/>
                  <a:pt x="249415" y="78983"/>
                </a:cubicBezTo>
                <a:cubicBezTo>
                  <a:pt x="251361" y="80089"/>
                  <a:pt x="253630" y="80642"/>
                  <a:pt x="256222" y="80642"/>
                </a:cubicBezTo>
                <a:cubicBezTo>
                  <a:pt x="261484" y="80642"/>
                  <a:pt x="266174" y="78926"/>
                  <a:pt x="270292" y="75494"/>
                </a:cubicBezTo>
                <a:lnTo>
                  <a:pt x="271664" y="76524"/>
                </a:lnTo>
                <a:lnTo>
                  <a:pt x="269147" y="82930"/>
                </a:lnTo>
                <a:cubicBezTo>
                  <a:pt x="267241" y="84378"/>
                  <a:pt x="264953" y="85541"/>
                  <a:pt x="262284" y="86417"/>
                </a:cubicBezTo>
                <a:cubicBezTo>
                  <a:pt x="259615" y="87294"/>
                  <a:pt x="256107" y="87733"/>
                  <a:pt x="251761" y="87733"/>
                </a:cubicBezTo>
                <a:cubicBezTo>
                  <a:pt x="248025" y="87733"/>
                  <a:pt x="244479" y="87218"/>
                  <a:pt x="241123" y="86188"/>
                </a:cubicBezTo>
                <a:cubicBezTo>
                  <a:pt x="237768" y="85160"/>
                  <a:pt x="234813" y="83463"/>
                  <a:pt x="232258" y="81099"/>
                </a:cubicBezTo>
                <a:cubicBezTo>
                  <a:pt x="229704" y="78734"/>
                  <a:pt x="227684" y="75741"/>
                  <a:pt x="226197" y="72119"/>
                </a:cubicBezTo>
                <a:cubicBezTo>
                  <a:pt x="224710" y="68497"/>
                  <a:pt x="223966" y="64169"/>
                  <a:pt x="223966" y="59137"/>
                </a:cubicBezTo>
                <a:cubicBezTo>
                  <a:pt x="223966" y="54180"/>
                  <a:pt x="224633" y="49872"/>
                  <a:pt x="225966" y="46212"/>
                </a:cubicBezTo>
                <a:cubicBezTo>
                  <a:pt x="227301" y="42552"/>
                  <a:pt x="229150" y="39501"/>
                  <a:pt x="231515" y="37061"/>
                </a:cubicBezTo>
                <a:cubicBezTo>
                  <a:pt x="233879" y="34620"/>
                  <a:pt x="236682" y="32790"/>
                  <a:pt x="239922" y="31570"/>
                </a:cubicBezTo>
                <a:cubicBezTo>
                  <a:pt x="243163" y="30350"/>
                  <a:pt x="246690" y="29739"/>
                  <a:pt x="250503" y="29739"/>
                </a:cubicBezTo>
                <a:cubicBezTo>
                  <a:pt x="258052" y="29739"/>
                  <a:pt x="263828" y="31951"/>
                  <a:pt x="267831" y="36374"/>
                </a:cubicBezTo>
                <a:cubicBezTo>
                  <a:pt x="271835" y="40796"/>
                  <a:pt x="273837" y="47049"/>
                  <a:pt x="273837" y="55133"/>
                </a:cubicBezTo>
                <a:lnTo>
                  <a:pt x="273837" y="57536"/>
                </a:lnTo>
                <a:cubicBezTo>
                  <a:pt x="273837" y="58222"/>
                  <a:pt x="273799" y="58679"/>
                  <a:pt x="273723" y="58908"/>
                </a:cubicBezTo>
                <a:lnTo>
                  <a:pt x="240894" y="58908"/>
                </a:lnTo>
                <a:moveTo>
                  <a:pt x="258510" y="53761"/>
                </a:moveTo>
                <a:cubicBezTo>
                  <a:pt x="258357" y="48042"/>
                  <a:pt x="257651" y="43467"/>
                  <a:pt x="256393" y="40035"/>
                </a:cubicBezTo>
                <a:cubicBezTo>
                  <a:pt x="255135" y="36603"/>
                  <a:pt x="253019" y="34887"/>
                  <a:pt x="250045" y="34887"/>
                </a:cubicBezTo>
                <a:cubicBezTo>
                  <a:pt x="248367" y="34887"/>
                  <a:pt x="246957" y="35458"/>
                  <a:pt x="245813" y="36602"/>
                </a:cubicBezTo>
                <a:cubicBezTo>
                  <a:pt x="244669" y="37746"/>
                  <a:pt x="243754" y="39214"/>
                  <a:pt x="243067" y="41008"/>
                </a:cubicBezTo>
                <a:cubicBezTo>
                  <a:pt x="242381" y="42799"/>
                  <a:pt x="241866" y="44820"/>
                  <a:pt x="241523" y="47069"/>
                </a:cubicBezTo>
                <a:cubicBezTo>
                  <a:pt x="241181" y="49318"/>
                  <a:pt x="240971" y="51549"/>
                  <a:pt x="240894" y="53761"/>
                </a:cubicBezTo>
                <a:lnTo>
                  <a:pt x="258510" y="53761"/>
                </a:lnTo>
                <a:close/>
              </a:path>
            </a:pathLst>
          </a:custGeom>
          <a:solidFill xmlns:a="http://schemas.openxmlformats.org/drawingml/2006/main">
            <a:srgbClr val="BF36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_2">
            <a:extLst xmlns:a="http://schemas.openxmlformats.org/drawingml/2006/main">
              <a:ext uri="{FF2B5EF4-FFF2-40B4-BE49-F238E27FC236}">
                <a16:creationId xmlns:a16="http://schemas.microsoft.com/office/drawing/2014/main" id="{ABABCE73-A0BF-40B2-B437-734D4A6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068" y="2933599"/>
            <a:ext cx="112441" cy="90936"/>
          </a:xfrm>
          <a:custGeom xmlns:a="http://schemas.openxmlformats.org/drawingml/2006/main">
            <a:pathLst>
              <a:path w="112441" h="90936">
                <a:moveTo>
                  <a:pt x="57192" y="85216"/>
                </a:moveTo>
                <a:lnTo>
                  <a:pt x="57192" y="90936"/>
                </a:lnTo>
                <a:lnTo>
                  <a:pt x="0" y="90936"/>
                </a:lnTo>
                <a:lnTo>
                  <a:pt x="0" y="85216"/>
                </a:lnTo>
                <a:lnTo>
                  <a:pt x="57192" y="85216"/>
                </a:lnTo>
                <a:close/>
                <a:moveTo>
                  <a:pt x="61998" y="72292"/>
                </a:moveTo>
                <a:cubicBezTo>
                  <a:pt x="67869" y="66953"/>
                  <a:pt x="72864" y="62015"/>
                  <a:pt x="76982" y="57479"/>
                </a:cubicBezTo>
                <a:cubicBezTo>
                  <a:pt x="81100" y="52941"/>
                  <a:pt x="84455" y="48651"/>
                  <a:pt x="87047" y="44610"/>
                </a:cubicBezTo>
                <a:cubicBezTo>
                  <a:pt x="89640" y="40568"/>
                  <a:pt x="91508" y="36678"/>
                  <a:pt x="92652" y="32942"/>
                </a:cubicBezTo>
                <a:cubicBezTo>
                  <a:pt x="93795" y="29206"/>
                  <a:pt x="94367" y="25470"/>
                  <a:pt x="94367" y="21733"/>
                </a:cubicBezTo>
                <a:cubicBezTo>
                  <a:pt x="94367" y="18607"/>
                  <a:pt x="94043" y="15995"/>
                  <a:pt x="93395" y="13898"/>
                </a:cubicBezTo>
                <a:cubicBezTo>
                  <a:pt x="92747" y="11800"/>
                  <a:pt x="91870" y="10103"/>
                  <a:pt x="90765" y="8807"/>
                </a:cubicBezTo>
                <a:cubicBezTo>
                  <a:pt x="89659" y="7511"/>
                  <a:pt x="88420" y="6577"/>
                  <a:pt x="87047" y="6006"/>
                </a:cubicBezTo>
                <a:cubicBezTo>
                  <a:pt x="85674" y="5433"/>
                  <a:pt x="84263" y="5147"/>
                  <a:pt x="82815" y="5147"/>
                </a:cubicBezTo>
                <a:cubicBezTo>
                  <a:pt x="80679" y="5147"/>
                  <a:pt x="78906" y="5738"/>
                  <a:pt x="77495" y="6920"/>
                </a:cubicBezTo>
                <a:cubicBezTo>
                  <a:pt x="76085" y="8103"/>
                  <a:pt x="74960" y="9552"/>
                  <a:pt x="74121" y="11268"/>
                </a:cubicBezTo>
                <a:cubicBezTo>
                  <a:pt x="73282" y="12983"/>
                  <a:pt x="72710" y="14794"/>
                  <a:pt x="72405" y="16700"/>
                </a:cubicBezTo>
                <a:cubicBezTo>
                  <a:pt x="72100" y="18606"/>
                  <a:pt x="71948" y="20321"/>
                  <a:pt x="71948" y="21847"/>
                </a:cubicBezTo>
                <a:lnTo>
                  <a:pt x="70805" y="22191"/>
                </a:lnTo>
                <a:cubicBezTo>
                  <a:pt x="69279" y="20742"/>
                  <a:pt x="67792" y="19427"/>
                  <a:pt x="66344" y="18244"/>
                </a:cubicBezTo>
                <a:cubicBezTo>
                  <a:pt x="64895" y="17062"/>
                  <a:pt x="63408" y="15861"/>
                  <a:pt x="61882" y="14640"/>
                </a:cubicBezTo>
                <a:cubicBezTo>
                  <a:pt x="63255" y="10522"/>
                  <a:pt x="65886" y="7053"/>
                  <a:pt x="69775" y="4233"/>
                </a:cubicBezTo>
                <a:cubicBezTo>
                  <a:pt x="73664" y="1411"/>
                  <a:pt x="78963" y="0"/>
                  <a:pt x="85674" y="0"/>
                </a:cubicBezTo>
                <a:cubicBezTo>
                  <a:pt x="90935" y="0"/>
                  <a:pt x="95301" y="610"/>
                  <a:pt x="98771" y="1831"/>
                </a:cubicBezTo>
                <a:cubicBezTo>
                  <a:pt x="102241" y="3050"/>
                  <a:pt x="104986" y="4632"/>
                  <a:pt x="107007" y="6577"/>
                </a:cubicBezTo>
                <a:cubicBezTo>
                  <a:pt x="109028" y="8521"/>
                  <a:pt x="110439" y="10656"/>
                  <a:pt x="111240" y="12982"/>
                </a:cubicBezTo>
                <a:cubicBezTo>
                  <a:pt x="112040" y="15308"/>
                  <a:pt x="112441" y="17577"/>
                  <a:pt x="112441" y="19789"/>
                </a:cubicBezTo>
                <a:cubicBezTo>
                  <a:pt x="112441" y="22305"/>
                  <a:pt x="111983" y="24916"/>
                  <a:pt x="111067" y="27624"/>
                </a:cubicBezTo>
                <a:cubicBezTo>
                  <a:pt x="110152" y="30331"/>
                  <a:pt x="108494" y="33381"/>
                  <a:pt x="106091" y="36775"/>
                </a:cubicBezTo>
                <a:cubicBezTo>
                  <a:pt x="103689" y="40168"/>
                  <a:pt x="100373" y="44000"/>
                  <a:pt x="96141" y="48270"/>
                </a:cubicBezTo>
                <a:cubicBezTo>
                  <a:pt x="91909" y="52540"/>
                  <a:pt x="86475" y="57497"/>
                  <a:pt x="79841" y="63141"/>
                </a:cubicBezTo>
                <a:lnTo>
                  <a:pt x="79956" y="63369"/>
                </a:lnTo>
                <a:cubicBezTo>
                  <a:pt x="85446" y="63292"/>
                  <a:pt x="90840" y="63216"/>
                  <a:pt x="96141" y="63141"/>
                </a:cubicBezTo>
                <a:cubicBezTo>
                  <a:pt x="101441" y="63064"/>
                  <a:pt x="106836" y="62835"/>
                  <a:pt x="112325" y="62453"/>
                </a:cubicBezTo>
                <a:cubicBezTo>
                  <a:pt x="112250" y="63750"/>
                  <a:pt x="112154" y="64990"/>
                  <a:pt x="112039" y="66172"/>
                </a:cubicBezTo>
                <a:cubicBezTo>
                  <a:pt x="111925" y="67353"/>
                  <a:pt x="111868" y="68592"/>
                  <a:pt x="111868" y="69888"/>
                </a:cubicBezTo>
                <a:cubicBezTo>
                  <a:pt x="111868" y="71184"/>
                  <a:pt x="111925" y="72443"/>
                  <a:pt x="112039" y="73664"/>
                </a:cubicBezTo>
                <a:cubicBezTo>
                  <a:pt x="112154" y="74884"/>
                  <a:pt x="112250" y="76028"/>
                  <a:pt x="112325" y="77095"/>
                </a:cubicBezTo>
                <a:cubicBezTo>
                  <a:pt x="107979" y="76942"/>
                  <a:pt x="103709" y="76866"/>
                  <a:pt x="99514" y="76866"/>
                </a:cubicBezTo>
                <a:cubicBezTo>
                  <a:pt x="95321" y="76866"/>
                  <a:pt x="91050" y="76866"/>
                  <a:pt x="86703" y="76866"/>
                </a:cubicBezTo>
                <a:cubicBezTo>
                  <a:pt x="82585" y="76866"/>
                  <a:pt x="78468" y="76866"/>
                  <a:pt x="74350" y="76866"/>
                </a:cubicBezTo>
                <a:cubicBezTo>
                  <a:pt x="70232" y="76866"/>
                  <a:pt x="66114" y="76942"/>
                  <a:pt x="61998" y="77095"/>
                </a:cubicBezTo>
                <a:lnTo>
                  <a:pt x="61998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Value">
            <a:extLst xmlns:a="http://schemas.openxmlformats.org/drawingml/2006/main">
              <a:ext uri="{FF2B5EF4-FFF2-40B4-BE49-F238E27FC236}">
                <a16:creationId xmlns:a16="http://schemas.microsoft.com/office/drawing/2014/main" id="{8EF38C3E-3714-4658-B6D3-81CFD500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360" y="2919369"/>
            <a:ext cx="273836" cy="87733"/>
          </a:xfrm>
          <a:custGeom xmlns:a="http://schemas.openxmlformats.org/drawingml/2006/main">
            <a:pathLst>
              <a:path w="273836" h="87733">
                <a:moveTo>
                  <a:pt x="40721" y="65085"/>
                </a:moveTo>
                <a:cubicBezTo>
                  <a:pt x="44687" y="55400"/>
                  <a:pt x="48538" y="45659"/>
                  <a:pt x="52274" y="35860"/>
                </a:cubicBezTo>
                <a:cubicBezTo>
                  <a:pt x="56010" y="26061"/>
                  <a:pt x="59365" y="16662"/>
                  <a:pt x="62340" y="7664"/>
                </a:cubicBezTo>
                <a:cubicBezTo>
                  <a:pt x="64247" y="8046"/>
                  <a:pt x="65925" y="8236"/>
                  <a:pt x="67373" y="8236"/>
                </a:cubicBezTo>
                <a:cubicBezTo>
                  <a:pt x="68822" y="8236"/>
                  <a:pt x="70500" y="8046"/>
                  <a:pt x="72407" y="7664"/>
                </a:cubicBezTo>
                <a:cubicBezTo>
                  <a:pt x="70500" y="12162"/>
                  <a:pt x="68212" y="17576"/>
                  <a:pt x="65542" y="23906"/>
                </a:cubicBezTo>
                <a:cubicBezTo>
                  <a:pt x="62874" y="30235"/>
                  <a:pt x="60091" y="36945"/>
                  <a:pt x="57192" y="44038"/>
                </a:cubicBezTo>
                <a:cubicBezTo>
                  <a:pt x="54295" y="51130"/>
                  <a:pt x="51436" y="58336"/>
                  <a:pt x="48614" y="65657"/>
                </a:cubicBezTo>
                <a:cubicBezTo>
                  <a:pt x="45792" y="72978"/>
                  <a:pt x="43276" y="79840"/>
                  <a:pt x="41065" y="86246"/>
                </a:cubicBezTo>
                <a:cubicBezTo>
                  <a:pt x="39540" y="86093"/>
                  <a:pt x="37862" y="86017"/>
                  <a:pt x="36031" y="86017"/>
                </a:cubicBezTo>
                <a:cubicBezTo>
                  <a:pt x="34201" y="86017"/>
                  <a:pt x="32524" y="86093"/>
                  <a:pt x="31000" y="86246"/>
                </a:cubicBezTo>
                <a:cubicBezTo>
                  <a:pt x="29855" y="83196"/>
                  <a:pt x="28462" y="79498"/>
                  <a:pt x="26823" y="75152"/>
                </a:cubicBezTo>
                <a:cubicBezTo>
                  <a:pt x="25183" y="70805"/>
                  <a:pt x="23429" y="66192"/>
                  <a:pt x="21561" y="61311"/>
                </a:cubicBezTo>
                <a:cubicBezTo>
                  <a:pt x="19693" y="56430"/>
                  <a:pt x="17730" y="51435"/>
                  <a:pt x="15670" y="46326"/>
                </a:cubicBezTo>
                <a:cubicBezTo>
                  <a:pt x="13612" y="41216"/>
                  <a:pt x="11629" y="36279"/>
                  <a:pt x="9722" y="31513"/>
                </a:cubicBezTo>
                <a:cubicBezTo>
                  <a:pt x="7816" y="26747"/>
                  <a:pt x="6024" y="22305"/>
                  <a:pt x="4346" y="18187"/>
                </a:cubicBezTo>
                <a:cubicBezTo>
                  <a:pt x="2669" y="14069"/>
                  <a:pt x="1221" y="10561"/>
                  <a:pt x="0" y="7664"/>
                </a:cubicBezTo>
                <a:cubicBezTo>
                  <a:pt x="1755" y="7816"/>
                  <a:pt x="3490" y="7950"/>
                  <a:pt x="5205" y="8065"/>
                </a:cubicBezTo>
                <a:cubicBezTo>
                  <a:pt x="6921" y="8179"/>
                  <a:pt x="8617" y="8236"/>
                  <a:pt x="10294" y="8236"/>
                </a:cubicBezTo>
                <a:cubicBezTo>
                  <a:pt x="11972" y="8236"/>
                  <a:pt x="13650" y="8179"/>
                  <a:pt x="15328" y="8065"/>
                </a:cubicBezTo>
                <a:cubicBezTo>
                  <a:pt x="17006" y="7950"/>
                  <a:pt x="18684" y="7816"/>
                  <a:pt x="20362" y="7664"/>
                </a:cubicBezTo>
                <a:cubicBezTo>
                  <a:pt x="21658" y="11934"/>
                  <a:pt x="23126" y="16433"/>
                  <a:pt x="24765" y="21161"/>
                </a:cubicBezTo>
                <a:cubicBezTo>
                  <a:pt x="26405" y="25889"/>
                  <a:pt x="28101" y="30712"/>
                  <a:pt x="29855" y="35630"/>
                </a:cubicBezTo>
                <a:cubicBezTo>
                  <a:pt x="31608" y="40549"/>
                  <a:pt x="33419" y="45486"/>
                  <a:pt x="35288" y="50443"/>
                </a:cubicBezTo>
                <a:cubicBezTo>
                  <a:pt x="37157" y="55400"/>
                  <a:pt x="38968" y="60281"/>
                  <a:pt x="40721" y="65085"/>
                </a:cubicBezTo>
                <a:close/>
                <a:moveTo>
                  <a:pt x="101346" y="68860"/>
                </a:moveTo>
                <a:cubicBezTo>
                  <a:pt x="101346" y="65581"/>
                  <a:pt x="101365" y="63084"/>
                  <a:pt x="101403" y="61367"/>
                </a:cubicBezTo>
                <a:cubicBezTo>
                  <a:pt x="101442" y="59651"/>
                  <a:pt x="101461" y="58145"/>
                  <a:pt x="101461" y="56849"/>
                </a:cubicBezTo>
                <a:cubicBezTo>
                  <a:pt x="99859" y="57764"/>
                  <a:pt x="98161" y="58508"/>
                  <a:pt x="96370" y="59081"/>
                </a:cubicBezTo>
                <a:cubicBezTo>
                  <a:pt x="94578" y="59652"/>
                  <a:pt x="92938" y="60377"/>
                  <a:pt x="91451" y="61254"/>
                </a:cubicBezTo>
                <a:cubicBezTo>
                  <a:pt x="89964" y="62130"/>
                  <a:pt x="88744" y="63331"/>
                  <a:pt x="87791" y="64856"/>
                </a:cubicBezTo>
                <a:cubicBezTo>
                  <a:pt x="86838" y="66382"/>
                  <a:pt x="86362" y="68593"/>
                  <a:pt x="86362" y="71491"/>
                </a:cubicBezTo>
                <a:cubicBezTo>
                  <a:pt x="86362" y="74312"/>
                  <a:pt x="86953" y="76467"/>
                  <a:pt x="88135" y="77954"/>
                </a:cubicBezTo>
                <a:cubicBezTo>
                  <a:pt x="89317" y="79441"/>
                  <a:pt x="90899" y="80184"/>
                  <a:pt x="92881" y="80184"/>
                </a:cubicBezTo>
                <a:cubicBezTo>
                  <a:pt x="95397" y="80184"/>
                  <a:pt x="97437" y="79231"/>
                  <a:pt x="99000" y="77325"/>
                </a:cubicBezTo>
                <a:cubicBezTo>
                  <a:pt x="100564" y="75418"/>
                  <a:pt x="101346" y="72596"/>
                  <a:pt x="101346" y="68860"/>
                </a:cubicBezTo>
                <a:moveTo>
                  <a:pt x="74236" y="37747"/>
                </a:moveTo>
                <a:cubicBezTo>
                  <a:pt x="77440" y="35155"/>
                  <a:pt x="80890" y="33172"/>
                  <a:pt x="84588" y="31799"/>
                </a:cubicBezTo>
                <a:cubicBezTo>
                  <a:pt x="88287" y="30426"/>
                  <a:pt x="91967" y="29739"/>
                  <a:pt x="95626" y="29739"/>
                </a:cubicBezTo>
                <a:cubicBezTo>
                  <a:pt x="98677" y="29739"/>
                  <a:pt x="101479" y="30083"/>
                  <a:pt x="104033" y="30769"/>
                </a:cubicBezTo>
                <a:cubicBezTo>
                  <a:pt x="106589" y="31456"/>
                  <a:pt x="108800" y="32542"/>
                  <a:pt x="110668" y="34030"/>
                </a:cubicBezTo>
                <a:cubicBezTo>
                  <a:pt x="112536" y="35517"/>
                  <a:pt x="113985" y="37442"/>
                  <a:pt x="115014" y="39807"/>
                </a:cubicBezTo>
                <a:cubicBezTo>
                  <a:pt x="116043" y="42170"/>
                  <a:pt x="116558" y="45029"/>
                  <a:pt x="116558" y="48385"/>
                </a:cubicBezTo>
                <a:cubicBezTo>
                  <a:pt x="116558" y="53265"/>
                  <a:pt x="116501" y="57784"/>
                  <a:pt x="116387" y="61940"/>
                </a:cubicBezTo>
                <a:cubicBezTo>
                  <a:pt x="116273" y="66095"/>
                  <a:pt x="116216" y="70232"/>
                  <a:pt x="116216" y="74349"/>
                </a:cubicBezTo>
                <a:cubicBezTo>
                  <a:pt x="116216" y="76180"/>
                  <a:pt x="116349" y="77610"/>
                  <a:pt x="116616" y="78640"/>
                </a:cubicBezTo>
                <a:cubicBezTo>
                  <a:pt x="116883" y="79669"/>
                  <a:pt x="117284" y="80451"/>
                  <a:pt x="117817" y="80985"/>
                </a:cubicBezTo>
                <a:cubicBezTo>
                  <a:pt x="118351" y="81518"/>
                  <a:pt x="119056" y="81861"/>
                  <a:pt x="119932" y="82013"/>
                </a:cubicBezTo>
                <a:cubicBezTo>
                  <a:pt x="120809" y="82166"/>
                  <a:pt x="121820" y="82242"/>
                  <a:pt x="122964" y="82242"/>
                </a:cubicBezTo>
                <a:lnTo>
                  <a:pt x="122964" y="84987"/>
                </a:lnTo>
                <a:cubicBezTo>
                  <a:pt x="120753" y="85903"/>
                  <a:pt x="118885" y="86590"/>
                  <a:pt x="117359" y="87047"/>
                </a:cubicBezTo>
                <a:cubicBezTo>
                  <a:pt x="115834" y="87504"/>
                  <a:pt x="114194" y="87733"/>
                  <a:pt x="112441" y="87733"/>
                </a:cubicBezTo>
                <a:cubicBezTo>
                  <a:pt x="109619" y="87733"/>
                  <a:pt x="107332" y="87047"/>
                  <a:pt x="105578" y="85675"/>
                </a:cubicBezTo>
                <a:cubicBezTo>
                  <a:pt x="103825" y="84302"/>
                  <a:pt x="102490" y="82319"/>
                  <a:pt x="101574" y="79727"/>
                </a:cubicBezTo>
                <a:cubicBezTo>
                  <a:pt x="99821" y="82167"/>
                  <a:pt x="97781" y="84111"/>
                  <a:pt x="95455" y="85560"/>
                </a:cubicBezTo>
                <a:cubicBezTo>
                  <a:pt x="93129" y="87009"/>
                  <a:pt x="90212" y="87733"/>
                  <a:pt x="86705" y="87733"/>
                </a:cubicBezTo>
                <a:cubicBezTo>
                  <a:pt x="83807" y="87733"/>
                  <a:pt x="81328" y="87351"/>
                  <a:pt x="79268" y="86588"/>
                </a:cubicBezTo>
                <a:cubicBezTo>
                  <a:pt x="77210" y="85826"/>
                  <a:pt x="75513" y="84740"/>
                  <a:pt x="74179" y="83329"/>
                </a:cubicBezTo>
                <a:cubicBezTo>
                  <a:pt x="72844" y="81918"/>
                  <a:pt x="71872" y="80316"/>
                  <a:pt x="71262" y="78524"/>
                </a:cubicBezTo>
                <a:cubicBezTo>
                  <a:pt x="70653" y="76732"/>
                  <a:pt x="70348" y="74921"/>
                  <a:pt x="70348" y="73091"/>
                </a:cubicBezTo>
                <a:cubicBezTo>
                  <a:pt x="70348" y="70575"/>
                  <a:pt x="70748" y="68402"/>
                  <a:pt x="71549" y="66572"/>
                </a:cubicBezTo>
                <a:cubicBezTo>
                  <a:pt x="72349" y="64742"/>
                  <a:pt x="73493" y="63178"/>
                  <a:pt x="74980" y="61882"/>
                </a:cubicBezTo>
                <a:cubicBezTo>
                  <a:pt x="76467" y="60586"/>
                  <a:pt x="78240" y="59499"/>
                  <a:pt x="80298" y="58622"/>
                </a:cubicBezTo>
                <a:cubicBezTo>
                  <a:pt x="82358" y="57745"/>
                  <a:pt x="84684" y="57001"/>
                  <a:pt x="87276" y="56391"/>
                </a:cubicBezTo>
                <a:cubicBezTo>
                  <a:pt x="90479" y="55629"/>
                  <a:pt x="93015" y="54962"/>
                  <a:pt x="94882" y="54391"/>
                </a:cubicBezTo>
                <a:cubicBezTo>
                  <a:pt x="96751" y="53819"/>
                  <a:pt x="98143" y="53247"/>
                  <a:pt x="99057" y="52675"/>
                </a:cubicBezTo>
                <a:cubicBezTo>
                  <a:pt x="99973" y="52103"/>
                  <a:pt x="100564" y="51473"/>
                  <a:pt x="100831" y="50787"/>
                </a:cubicBezTo>
                <a:cubicBezTo>
                  <a:pt x="101098" y="50100"/>
                  <a:pt x="101232" y="49261"/>
                  <a:pt x="101232" y="48270"/>
                </a:cubicBezTo>
                <a:cubicBezTo>
                  <a:pt x="101232" y="45525"/>
                  <a:pt x="100259" y="43181"/>
                  <a:pt x="98314" y="41236"/>
                </a:cubicBezTo>
                <a:cubicBezTo>
                  <a:pt x="96370" y="39291"/>
                  <a:pt x="93682" y="38318"/>
                  <a:pt x="90250" y="38318"/>
                </a:cubicBezTo>
                <a:cubicBezTo>
                  <a:pt x="88954" y="38318"/>
                  <a:pt x="87619" y="38490"/>
                  <a:pt x="86246" y="38833"/>
                </a:cubicBezTo>
                <a:cubicBezTo>
                  <a:pt x="84874" y="39176"/>
                  <a:pt x="83559" y="39653"/>
                  <a:pt x="82300" y="40264"/>
                </a:cubicBezTo>
                <a:cubicBezTo>
                  <a:pt x="81042" y="40874"/>
                  <a:pt x="79898" y="41541"/>
                  <a:pt x="78869" y="42266"/>
                </a:cubicBezTo>
                <a:cubicBezTo>
                  <a:pt x="77840" y="42990"/>
                  <a:pt x="77059" y="43771"/>
                  <a:pt x="76525" y="44610"/>
                </a:cubicBezTo>
                <a:lnTo>
                  <a:pt x="75723" y="44610"/>
                </a:lnTo>
                <a:lnTo>
                  <a:pt x="74236" y="37747"/>
                </a:lnTo>
                <a:close/>
                <a:moveTo>
                  <a:pt x="133030" y="39576"/>
                </a:moveTo>
                <a:cubicBezTo>
                  <a:pt x="133030" y="32104"/>
                  <a:pt x="132954" y="25241"/>
                  <a:pt x="132800" y="18988"/>
                </a:cubicBezTo>
                <a:cubicBezTo>
                  <a:pt x="132648" y="12735"/>
                  <a:pt x="132419" y="6406"/>
                  <a:pt x="132114" y="0"/>
                </a:cubicBezTo>
                <a:cubicBezTo>
                  <a:pt x="133105" y="152"/>
                  <a:pt x="134364" y="286"/>
                  <a:pt x="135889" y="401"/>
                </a:cubicBezTo>
                <a:cubicBezTo>
                  <a:pt x="137415" y="515"/>
                  <a:pt x="139016" y="572"/>
                  <a:pt x="140694" y="572"/>
                </a:cubicBezTo>
                <a:cubicBezTo>
                  <a:pt x="142371" y="572"/>
                  <a:pt x="143972" y="515"/>
                  <a:pt x="145498" y="401"/>
                </a:cubicBezTo>
                <a:cubicBezTo>
                  <a:pt x="147023" y="286"/>
                  <a:pt x="148281" y="152"/>
                  <a:pt x="149273" y="0"/>
                </a:cubicBezTo>
                <a:cubicBezTo>
                  <a:pt x="148968" y="6406"/>
                  <a:pt x="148739" y="12735"/>
                  <a:pt x="148585" y="18988"/>
                </a:cubicBezTo>
                <a:cubicBezTo>
                  <a:pt x="148433" y="25241"/>
                  <a:pt x="148357" y="32104"/>
                  <a:pt x="148357" y="39576"/>
                </a:cubicBezTo>
                <a:lnTo>
                  <a:pt x="148357" y="47012"/>
                </a:lnTo>
                <a:cubicBezTo>
                  <a:pt x="148357" y="54485"/>
                  <a:pt x="148433" y="61349"/>
                  <a:pt x="148585" y="67602"/>
                </a:cubicBezTo>
                <a:cubicBezTo>
                  <a:pt x="148739" y="73855"/>
                  <a:pt x="148968" y="80070"/>
                  <a:pt x="149273" y="86246"/>
                </a:cubicBezTo>
                <a:cubicBezTo>
                  <a:pt x="148281" y="86093"/>
                  <a:pt x="147023" y="86017"/>
                  <a:pt x="145498" y="86017"/>
                </a:cubicBezTo>
                <a:cubicBezTo>
                  <a:pt x="143972" y="86017"/>
                  <a:pt x="142371" y="86017"/>
                  <a:pt x="140694" y="86017"/>
                </a:cubicBezTo>
                <a:cubicBezTo>
                  <a:pt x="139016" y="86017"/>
                  <a:pt x="137415" y="86017"/>
                  <a:pt x="135889" y="86017"/>
                </a:cubicBezTo>
                <a:cubicBezTo>
                  <a:pt x="134364" y="86017"/>
                  <a:pt x="133105" y="86093"/>
                  <a:pt x="132114" y="86246"/>
                </a:cubicBezTo>
                <a:cubicBezTo>
                  <a:pt x="132419" y="80070"/>
                  <a:pt x="132648" y="73855"/>
                  <a:pt x="132800" y="67602"/>
                </a:cubicBezTo>
                <a:cubicBezTo>
                  <a:pt x="132954" y="61349"/>
                  <a:pt x="133030" y="54485"/>
                  <a:pt x="133030" y="47012"/>
                </a:cubicBezTo>
                <a:lnTo>
                  <a:pt x="133030" y="39576"/>
                </a:lnTo>
                <a:close/>
                <a:moveTo>
                  <a:pt x="197885" y="78009"/>
                </a:moveTo>
                <a:cubicBezTo>
                  <a:pt x="195750" y="81213"/>
                  <a:pt x="193252" y="83634"/>
                  <a:pt x="190392" y="85274"/>
                </a:cubicBezTo>
                <a:cubicBezTo>
                  <a:pt x="187533" y="86913"/>
                  <a:pt x="184274" y="87733"/>
                  <a:pt x="180615" y="87733"/>
                </a:cubicBezTo>
                <a:cubicBezTo>
                  <a:pt x="174895" y="87733"/>
                  <a:pt x="170490" y="86132"/>
                  <a:pt x="167402" y="82930"/>
                </a:cubicBezTo>
                <a:cubicBezTo>
                  <a:pt x="164314" y="79726"/>
                  <a:pt x="162770" y="74426"/>
                  <a:pt x="162770" y="67029"/>
                </a:cubicBezTo>
                <a:cubicBezTo>
                  <a:pt x="162770" y="63141"/>
                  <a:pt x="162846" y="59709"/>
                  <a:pt x="162999" y="56735"/>
                </a:cubicBezTo>
                <a:cubicBezTo>
                  <a:pt x="163151" y="53761"/>
                  <a:pt x="163227" y="50787"/>
                  <a:pt x="163227" y="47813"/>
                </a:cubicBezTo>
                <a:cubicBezTo>
                  <a:pt x="163227" y="45373"/>
                  <a:pt x="163170" y="42723"/>
                  <a:pt x="163054" y="39864"/>
                </a:cubicBezTo>
                <a:cubicBezTo>
                  <a:pt x="162940" y="37004"/>
                  <a:pt x="162807" y="34125"/>
                  <a:pt x="162655" y="31226"/>
                </a:cubicBezTo>
                <a:cubicBezTo>
                  <a:pt x="163646" y="31379"/>
                  <a:pt x="164905" y="31513"/>
                  <a:pt x="166430" y="31628"/>
                </a:cubicBezTo>
                <a:cubicBezTo>
                  <a:pt x="167955" y="31742"/>
                  <a:pt x="169557" y="31799"/>
                  <a:pt x="171235" y="31799"/>
                </a:cubicBezTo>
                <a:cubicBezTo>
                  <a:pt x="172912" y="31799"/>
                  <a:pt x="174513" y="31742"/>
                  <a:pt x="176038" y="31628"/>
                </a:cubicBezTo>
                <a:cubicBezTo>
                  <a:pt x="177564" y="31513"/>
                  <a:pt x="178822" y="31379"/>
                  <a:pt x="179814" y="31226"/>
                </a:cubicBezTo>
                <a:cubicBezTo>
                  <a:pt x="179279" y="35344"/>
                  <a:pt x="178936" y="40110"/>
                  <a:pt x="178784" y="45525"/>
                </a:cubicBezTo>
                <a:cubicBezTo>
                  <a:pt x="178631" y="50939"/>
                  <a:pt x="178555" y="57116"/>
                  <a:pt x="178555" y="64055"/>
                </a:cubicBezTo>
                <a:cubicBezTo>
                  <a:pt x="178555" y="68860"/>
                  <a:pt x="179375" y="72386"/>
                  <a:pt x="181014" y="74636"/>
                </a:cubicBezTo>
                <a:cubicBezTo>
                  <a:pt x="182654" y="76885"/>
                  <a:pt x="184961" y="78009"/>
                  <a:pt x="187935" y="78009"/>
                </a:cubicBezTo>
                <a:cubicBezTo>
                  <a:pt x="191366" y="78009"/>
                  <a:pt x="193882" y="76523"/>
                  <a:pt x="195484" y="73550"/>
                </a:cubicBezTo>
                <a:cubicBezTo>
                  <a:pt x="197085" y="70576"/>
                  <a:pt x="197885" y="66458"/>
                  <a:pt x="197885" y="61196"/>
                </a:cubicBezTo>
                <a:lnTo>
                  <a:pt x="197885" y="56620"/>
                </a:lnTo>
                <a:cubicBezTo>
                  <a:pt x="197885" y="51969"/>
                  <a:pt x="197828" y="47604"/>
                  <a:pt x="197714" y="43524"/>
                </a:cubicBezTo>
                <a:cubicBezTo>
                  <a:pt x="197600" y="39444"/>
                  <a:pt x="197352" y="35344"/>
                  <a:pt x="196971" y="31226"/>
                </a:cubicBezTo>
                <a:cubicBezTo>
                  <a:pt x="199106" y="31608"/>
                  <a:pt x="201965" y="31799"/>
                  <a:pt x="205549" y="31799"/>
                </a:cubicBezTo>
                <a:cubicBezTo>
                  <a:pt x="207304" y="31799"/>
                  <a:pt x="208905" y="31742"/>
                  <a:pt x="210354" y="31628"/>
                </a:cubicBezTo>
                <a:cubicBezTo>
                  <a:pt x="211803" y="31513"/>
                  <a:pt x="213061" y="31379"/>
                  <a:pt x="214129" y="31226"/>
                </a:cubicBezTo>
                <a:cubicBezTo>
                  <a:pt x="213748" y="35344"/>
                  <a:pt x="213499" y="39444"/>
                  <a:pt x="213384" y="43524"/>
                </a:cubicBezTo>
                <a:cubicBezTo>
                  <a:pt x="213270" y="47604"/>
                  <a:pt x="213213" y="51969"/>
                  <a:pt x="213213" y="56620"/>
                </a:cubicBezTo>
                <a:lnTo>
                  <a:pt x="213213" y="61196"/>
                </a:lnTo>
                <a:cubicBezTo>
                  <a:pt x="213213" y="65847"/>
                  <a:pt x="213270" y="70232"/>
                  <a:pt x="213384" y="74349"/>
                </a:cubicBezTo>
                <a:cubicBezTo>
                  <a:pt x="213499" y="78467"/>
                  <a:pt x="213748" y="82433"/>
                  <a:pt x="214129" y="86246"/>
                </a:cubicBezTo>
                <a:cubicBezTo>
                  <a:pt x="212756" y="86093"/>
                  <a:pt x="211402" y="86017"/>
                  <a:pt x="210068" y="86017"/>
                </a:cubicBezTo>
                <a:cubicBezTo>
                  <a:pt x="208733" y="86017"/>
                  <a:pt x="207380" y="86017"/>
                  <a:pt x="206008" y="86017"/>
                </a:cubicBezTo>
                <a:cubicBezTo>
                  <a:pt x="204635" y="86017"/>
                  <a:pt x="203281" y="86017"/>
                  <a:pt x="201947" y="86017"/>
                </a:cubicBezTo>
                <a:cubicBezTo>
                  <a:pt x="200612" y="86017"/>
                  <a:pt x="199182" y="86093"/>
                  <a:pt x="197657" y="86246"/>
                </a:cubicBezTo>
                <a:lnTo>
                  <a:pt x="198116" y="78009"/>
                </a:lnTo>
                <a:lnTo>
                  <a:pt x="197885" y="78009"/>
                </a:lnTo>
                <a:close/>
                <a:moveTo>
                  <a:pt x="240894" y="58908"/>
                </a:moveTo>
                <a:cubicBezTo>
                  <a:pt x="240894" y="61958"/>
                  <a:pt x="241199" y="64817"/>
                  <a:pt x="241809" y="67487"/>
                </a:cubicBezTo>
                <a:cubicBezTo>
                  <a:pt x="242420" y="70156"/>
                  <a:pt x="243354" y="72463"/>
                  <a:pt x="244612" y="74407"/>
                </a:cubicBezTo>
                <a:cubicBezTo>
                  <a:pt x="245870" y="76351"/>
                  <a:pt x="247471" y="77877"/>
                  <a:pt x="249415" y="78983"/>
                </a:cubicBezTo>
                <a:cubicBezTo>
                  <a:pt x="251361" y="80089"/>
                  <a:pt x="253630" y="80642"/>
                  <a:pt x="256222" y="80642"/>
                </a:cubicBezTo>
                <a:cubicBezTo>
                  <a:pt x="261484" y="80642"/>
                  <a:pt x="266174" y="78926"/>
                  <a:pt x="270291" y="75494"/>
                </a:cubicBezTo>
                <a:lnTo>
                  <a:pt x="271663" y="76524"/>
                </a:lnTo>
                <a:lnTo>
                  <a:pt x="269146" y="82930"/>
                </a:lnTo>
                <a:cubicBezTo>
                  <a:pt x="267241" y="84378"/>
                  <a:pt x="264953" y="85541"/>
                  <a:pt x="262284" y="86417"/>
                </a:cubicBezTo>
                <a:cubicBezTo>
                  <a:pt x="259614" y="87294"/>
                  <a:pt x="256107" y="87733"/>
                  <a:pt x="251761" y="87733"/>
                </a:cubicBezTo>
                <a:cubicBezTo>
                  <a:pt x="248025" y="87733"/>
                  <a:pt x="244479" y="87218"/>
                  <a:pt x="241123" y="86188"/>
                </a:cubicBezTo>
                <a:cubicBezTo>
                  <a:pt x="237768" y="85160"/>
                  <a:pt x="234813" y="83463"/>
                  <a:pt x="232258" y="81099"/>
                </a:cubicBezTo>
                <a:cubicBezTo>
                  <a:pt x="229704" y="78734"/>
                  <a:pt x="227683" y="75741"/>
                  <a:pt x="226196" y="72119"/>
                </a:cubicBezTo>
                <a:cubicBezTo>
                  <a:pt x="224709" y="68497"/>
                  <a:pt x="223966" y="64169"/>
                  <a:pt x="223966" y="59137"/>
                </a:cubicBezTo>
                <a:cubicBezTo>
                  <a:pt x="223966" y="54180"/>
                  <a:pt x="224632" y="49872"/>
                  <a:pt x="225966" y="46212"/>
                </a:cubicBezTo>
                <a:cubicBezTo>
                  <a:pt x="227301" y="42552"/>
                  <a:pt x="229150" y="39501"/>
                  <a:pt x="231514" y="37061"/>
                </a:cubicBezTo>
                <a:cubicBezTo>
                  <a:pt x="233879" y="34620"/>
                  <a:pt x="236681" y="32790"/>
                  <a:pt x="239922" y="31570"/>
                </a:cubicBezTo>
                <a:cubicBezTo>
                  <a:pt x="243162" y="30350"/>
                  <a:pt x="246689" y="29739"/>
                  <a:pt x="250502" y="29739"/>
                </a:cubicBezTo>
                <a:cubicBezTo>
                  <a:pt x="258052" y="29739"/>
                  <a:pt x="263828" y="31951"/>
                  <a:pt x="267830" y="36374"/>
                </a:cubicBezTo>
                <a:cubicBezTo>
                  <a:pt x="271834" y="40796"/>
                  <a:pt x="273836" y="47049"/>
                  <a:pt x="273836" y="55133"/>
                </a:cubicBezTo>
                <a:lnTo>
                  <a:pt x="273836" y="57536"/>
                </a:lnTo>
                <a:cubicBezTo>
                  <a:pt x="273836" y="58222"/>
                  <a:pt x="273798" y="58679"/>
                  <a:pt x="273723" y="58908"/>
                </a:cubicBezTo>
                <a:lnTo>
                  <a:pt x="240894" y="58908"/>
                </a:lnTo>
                <a:moveTo>
                  <a:pt x="258510" y="53761"/>
                </a:moveTo>
                <a:cubicBezTo>
                  <a:pt x="258357" y="48042"/>
                  <a:pt x="257651" y="43467"/>
                  <a:pt x="256393" y="40035"/>
                </a:cubicBezTo>
                <a:cubicBezTo>
                  <a:pt x="255135" y="36603"/>
                  <a:pt x="253019" y="34887"/>
                  <a:pt x="250045" y="34887"/>
                </a:cubicBezTo>
                <a:cubicBezTo>
                  <a:pt x="248367" y="34887"/>
                  <a:pt x="246956" y="35458"/>
                  <a:pt x="245813" y="36602"/>
                </a:cubicBezTo>
                <a:cubicBezTo>
                  <a:pt x="244669" y="37746"/>
                  <a:pt x="243754" y="39214"/>
                  <a:pt x="243067" y="41008"/>
                </a:cubicBezTo>
                <a:cubicBezTo>
                  <a:pt x="242381" y="42799"/>
                  <a:pt x="241866" y="44820"/>
                  <a:pt x="241522" y="47069"/>
                </a:cubicBezTo>
                <a:cubicBezTo>
                  <a:pt x="241180" y="49318"/>
                  <a:pt x="240971" y="51549"/>
                  <a:pt x="240894" y="53761"/>
                </a:cubicBezTo>
                <a:lnTo>
                  <a:pt x="258510" y="53761"/>
                </a:lnTo>
                <a:close/>
              </a:path>
            </a:pathLst>
          </a:custGeom>
          <a:solidFill xmlns:a="http://schemas.openxmlformats.org/drawingml/2006/main">
            <a:srgbClr val="BF36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_M">
            <a:extLst xmlns:a="http://schemas.openxmlformats.org/drawingml/2006/main">
              <a:ext uri="{FF2B5EF4-FFF2-40B4-BE49-F238E27FC236}">
                <a16:creationId xmlns:a16="http://schemas.microsoft.com/office/drawing/2014/main" id="{81597EB7-19D9-450D-9853-20229DDF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743" y="2927033"/>
            <a:ext cx="154878" cy="92423"/>
          </a:xfrm>
          <a:custGeom xmlns:a="http://schemas.openxmlformats.org/drawingml/2006/main">
            <a:pathLst>
              <a:path w="154878" h="92423">
                <a:moveTo>
                  <a:pt x="57192" y="86703"/>
                </a:moveTo>
                <a:lnTo>
                  <a:pt x="57192" y="92423"/>
                </a:lnTo>
                <a:lnTo>
                  <a:pt x="0" y="92423"/>
                </a:lnTo>
                <a:lnTo>
                  <a:pt x="0" y="86703"/>
                </a:lnTo>
                <a:lnTo>
                  <a:pt x="57192" y="86703"/>
                </a:lnTo>
                <a:close/>
                <a:moveTo>
                  <a:pt x="76525" y="26994"/>
                </a:moveTo>
                <a:cubicBezTo>
                  <a:pt x="75304" y="35764"/>
                  <a:pt x="74388" y="44419"/>
                  <a:pt x="73777" y="52960"/>
                </a:cubicBezTo>
                <a:cubicBezTo>
                  <a:pt x="73168" y="61501"/>
                  <a:pt x="72558" y="70041"/>
                  <a:pt x="71948" y="78582"/>
                </a:cubicBezTo>
                <a:cubicBezTo>
                  <a:pt x="71034" y="78430"/>
                  <a:pt x="70119" y="78353"/>
                  <a:pt x="69203" y="78353"/>
                </a:cubicBezTo>
                <a:cubicBezTo>
                  <a:pt x="68288" y="78353"/>
                  <a:pt x="67411" y="78353"/>
                  <a:pt x="66573" y="78353"/>
                </a:cubicBezTo>
                <a:cubicBezTo>
                  <a:pt x="65658" y="78353"/>
                  <a:pt x="64762" y="78353"/>
                  <a:pt x="63885" y="78353"/>
                </a:cubicBezTo>
                <a:cubicBezTo>
                  <a:pt x="63007" y="78353"/>
                  <a:pt x="62111" y="78430"/>
                  <a:pt x="61197" y="78582"/>
                </a:cubicBezTo>
                <a:cubicBezTo>
                  <a:pt x="63637" y="65466"/>
                  <a:pt x="65810" y="52426"/>
                  <a:pt x="67716" y="39463"/>
                </a:cubicBezTo>
                <a:cubicBezTo>
                  <a:pt x="69623" y="26499"/>
                  <a:pt x="71377" y="13345"/>
                  <a:pt x="72978" y="0"/>
                </a:cubicBezTo>
                <a:cubicBezTo>
                  <a:pt x="73817" y="152"/>
                  <a:pt x="74598" y="286"/>
                  <a:pt x="75322" y="401"/>
                </a:cubicBezTo>
                <a:cubicBezTo>
                  <a:pt x="76047" y="515"/>
                  <a:pt x="76829" y="572"/>
                  <a:pt x="77668" y="572"/>
                </a:cubicBezTo>
                <a:cubicBezTo>
                  <a:pt x="78354" y="572"/>
                  <a:pt x="79079" y="515"/>
                  <a:pt x="79841" y="401"/>
                </a:cubicBezTo>
                <a:cubicBezTo>
                  <a:pt x="80603" y="286"/>
                  <a:pt x="81404" y="152"/>
                  <a:pt x="82242" y="0"/>
                </a:cubicBezTo>
                <a:cubicBezTo>
                  <a:pt x="84302" y="4575"/>
                  <a:pt x="86456" y="9227"/>
                  <a:pt x="88706" y="13954"/>
                </a:cubicBezTo>
                <a:cubicBezTo>
                  <a:pt x="90955" y="18682"/>
                  <a:pt x="93204" y="23391"/>
                  <a:pt x="95453" y="28081"/>
                </a:cubicBezTo>
                <a:cubicBezTo>
                  <a:pt x="97704" y="32771"/>
                  <a:pt x="99953" y="37365"/>
                  <a:pt x="102203" y="41865"/>
                </a:cubicBezTo>
                <a:cubicBezTo>
                  <a:pt x="104453" y="46364"/>
                  <a:pt x="106607" y="50634"/>
                  <a:pt x="108666" y="54676"/>
                </a:cubicBezTo>
                <a:cubicBezTo>
                  <a:pt x="113241" y="46135"/>
                  <a:pt x="117797" y="37194"/>
                  <a:pt x="122334" y="27853"/>
                </a:cubicBezTo>
                <a:cubicBezTo>
                  <a:pt x="126872" y="18511"/>
                  <a:pt x="131200" y="9227"/>
                  <a:pt x="135318" y="0"/>
                </a:cubicBezTo>
                <a:cubicBezTo>
                  <a:pt x="137223" y="382"/>
                  <a:pt x="138863" y="572"/>
                  <a:pt x="140236" y="572"/>
                </a:cubicBezTo>
                <a:cubicBezTo>
                  <a:pt x="141532" y="572"/>
                  <a:pt x="143134" y="382"/>
                  <a:pt x="145041" y="0"/>
                </a:cubicBezTo>
                <a:cubicBezTo>
                  <a:pt x="145803" y="6558"/>
                  <a:pt x="146622" y="13612"/>
                  <a:pt x="147499" y="21161"/>
                </a:cubicBezTo>
                <a:cubicBezTo>
                  <a:pt x="148376" y="28710"/>
                  <a:pt x="149234" y="36088"/>
                  <a:pt x="150073" y="43294"/>
                </a:cubicBezTo>
                <a:cubicBezTo>
                  <a:pt x="150912" y="50500"/>
                  <a:pt x="151751" y="57230"/>
                  <a:pt x="152590" y="63483"/>
                </a:cubicBezTo>
                <a:cubicBezTo>
                  <a:pt x="153429" y="69736"/>
                  <a:pt x="154191" y="74769"/>
                  <a:pt x="154878" y="78582"/>
                </a:cubicBezTo>
                <a:cubicBezTo>
                  <a:pt x="153352" y="78430"/>
                  <a:pt x="151808" y="78353"/>
                  <a:pt x="150244" y="78353"/>
                </a:cubicBezTo>
                <a:cubicBezTo>
                  <a:pt x="148681" y="78353"/>
                  <a:pt x="147137" y="78353"/>
                  <a:pt x="145612" y="78353"/>
                </a:cubicBezTo>
                <a:cubicBezTo>
                  <a:pt x="144087" y="78353"/>
                  <a:pt x="142524" y="78353"/>
                  <a:pt x="140922" y="78353"/>
                </a:cubicBezTo>
                <a:cubicBezTo>
                  <a:pt x="139321" y="78353"/>
                  <a:pt x="137720" y="78430"/>
                  <a:pt x="136119" y="78582"/>
                </a:cubicBezTo>
                <a:cubicBezTo>
                  <a:pt x="135737" y="70728"/>
                  <a:pt x="135108" y="62225"/>
                  <a:pt x="134230" y="53075"/>
                </a:cubicBezTo>
                <a:cubicBezTo>
                  <a:pt x="133354" y="43923"/>
                  <a:pt x="132458" y="34849"/>
                  <a:pt x="131542" y="25851"/>
                </a:cubicBezTo>
                <a:lnTo>
                  <a:pt x="131314" y="25851"/>
                </a:lnTo>
                <a:cubicBezTo>
                  <a:pt x="126968" y="34849"/>
                  <a:pt x="122697" y="43694"/>
                  <a:pt x="118503" y="52387"/>
                </a:cubicBezTo>
                <a:cubicBezTo>
                  <a:pt x="114309" y="61081"/>
                  <a:pt x="110153" y="69812"/>
                  <a:pt x="106035" y="78582"/>
                </a:cubicBezTo>
                <a:cubicBezTo>
                  <a:pt x="105654" y="78506"/>
                  <a:pt x="105291" y="78449"/>
                  <a:pt x="104948" y="78411"/>
                </a:cubicBezTo>
                <a:cubicBezTo>
                  <a:pt x="104605" y="78373"/>
                  <a:pt x="104243" y="78353"/>
                  <a:pt x="103862" y="78353"/>
                </a:cubicBezTo>
                <a:cubicBezTo>
                  <a:pt x="103481" y="78353"/>
                  <a:pt x="103118" y="78373"/>
                  <a:pt x="102775" y="78411"/>
                </a:cubicBezTo>
                <a:cubicBezTo>
                  <a:pt x="102432" y="78449"/>
                  <a:pt x="102070" y="78506"/>
                  <a:pt x="101689" y="78582"/>
                </a:cubicBezTo>
                <a:cubicBezTo>
                  <a:pt x="97572" y="70041"/>
                  <a:pt x="93472" y="61501"/>
                  <a:pt x="89392" y="52960"/>
                </a:cubicBezTo>
                <a:cubicBezTo>
                  <a:pt x="85312" y="44419"/>
                  <a:pt x="81099" y="35764"/>
                  <a:pt x="76753" y="26994"/>
                </a:cubicBezTo>
                <a:lnTo>
                  <a:pt x="76525" y="26994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1">
            <a:extLst xmlns:a="http://schemas.openxmlformats.org/drawingml/2006/main">
              <a:ext uri="{FF2B5EF4-FFF2-40B4-BE49-F238E27FC236}">
                <a16:creationId xmlns:a16="http://schemas.microsoft.com/office/drawing/2014/main" id="{47B5A3E2-63C0-43BF-8853-EE195FC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423" y="3105064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2">
            <a:extLst xmlns:a="http://schemas.openxmlformats.org/drawingml/2006/main">
              <a:ext uri="{FF2B5EF4-FFF2-40B4-BE49-F238E27FC236}">
                <a16:creationId xmlns:a16="http://schemas.microsoft.com/office/drawing/2014/main" id="{B4168904-8664-4D28-8AD2-70E41D63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6951" y="3097324"/>
            <a:ext cx="50558" cy="77095"/>
          </a:xfrm>
          <a:custGeom xmlns:a="http://schemas.openxmlformats.org/drawingml/2006/main">
            <a:pathLst>
              <a:path w="50558" h="77095">
                <a:moveTo>
                  <a:pt x="115" y="72292"/>
                </a:moveTo>
                <a:cubicBezTo>
                  <a:pt x="5987" y="66953"/>
                  <a:pt x="10981" y="62015"/>
                  <a:pt x="15099" y="57479"/>
                </a:cubicBezTo>
                <a:cubicBezTo>
                  <a:pt x="19217" y="52941"/>
                  <a:pt x="22572" y="48651"/>
                  <a:pt x="25165" y="44610"/>
                </a:cubicBezTo>
                <a:cubicBezTo>
                  <a:pt x="27757" y="40568"/>
                  <a:pt x="29625" y="36678"/>
                  <a:pt x="30769" y="32942"/>
                </a:cubicBezTo>
                <a:cubicBezTo>
                  <a:pt x="31913" y="29206"/>
                  <a:pt x="32485" y="25470"/>
                  <a:pt x="32485" y="21733"/>
                </a:cubicBezTo>
                <a:cubicBezTo>
                  <a:pt x="32485" y="18607"/>
                  <a:pt x="32161" y="15995"/>
                  <a:pt x="31513" y="13898"/>
                </a:cubicBezTo>
                <a:cubicBezTo>
                  <a:pt x="30865" y="11800"/>
                  <a:pt x="29988" y="10103"/>
                  <a:pt x="28882" y="8807"/>
                </a:cubicBezTo>
                <a:cubicBezTo>
                  <a:pt x="27777" y="7511"/>
                  <a:pt x="26538" y="6577"/>
                  <a:pt x="25165" y="6006"/>
                </a:cubicBezTo>
                <a:cubicBezTo>
                  <a:pt x="23792" y="5433"/>
                  <a:pt x="22381" y="5147"/>
                  <a:pt x="20932" y="5147"/>
                </a:cubicBezTo>
                <a:cubicBezTo>
                  <a:pt x="18797" y="5147"/>
                  <a:pt x="17024" y="5738"/>
                  <a:pt x="15612" y="6920"/>
                </a:cubicBezTo>
                <a:cubicBezTo>
                  <a:pt x="14202" y="8103"/>
                  <a:pt x="13078" y="9552"/>
                  <a:pt x="12239" y="11268"/>
                </a:cubicBezTo>
                <a:cubicBezTo>
                  <a:pt x="11400" y="12983"/>
                  <a:pt x="10828" y="14794"/>
                  <a:pt x="10523" y="16700"/>
                </a:cubicBezTo>
                <a:cubicBezTo>
                  <a:pt x="10218" y="18606"/>
                  <a:pt x="10066" y="20321"/>
                  <a:pt x="10066" y="21847"/>
                </a:cubicBezTo>
                <a:lnTo>
                  <a:pt x="8922" y="22191"/>
                </a:lnTo>
                <a:cubicBezTo>
                  <a:pt x="7397" y="20742"/>
                  <a:pt x="5910" y="19427"/>
                  <a:pt x="4461" y="18244"/>
                </a:cubicBezTo>
                <a:cubicBezTo>
                  <a:pt x="3013" y="17062"/>
                  <a:pt x="1525" y="15861"/>
                  <a:pt x="0" y="14640"/>
                </a:cubicBezTo>
                <a:cubicBezTo>
                  <a:pt x="1373" y="10522"/>
                  <a:pt x="4004" y="7053"/>
                  <a:pt x="7893" y="4233"/>
                </a:cubicBezTo>
                <a:cubicBezTo>
                  <a:pt x="11781" y="1411"/>
                  <a:pt x="17081" y="0"/>
                  <a:pt x="23791" y="0"/>
                </a:cubicBezTo>
                <a:cubicBezTo>
                  <a:pt x="29053" y="0"/>
                  <a:pt x="33419" y="610"/>
                  <a:pt x="36888" y="1831"/>
                </a:cubicBezTo>
                <a:cubicBezTo>
                  <a:pt x="40358" y="3050"/>
                  <a:pt x="43104" y="4632"/>
                  <a:pt x="45125" y="6577"/>
                </a:cubicBezTo>
                <a:cubicBezTo>
                  <a:pt x="47146" y="8521"/>
                  <a:pt x="48557" y="10656"/>
                  <a:pt x="49357" y="12982"/>
                </a:cubicBezTo>
                <a:cubicBezTo>
                  <a:pt x="50158" y="15308"/>
                  <a:pt x="50558" y="17577"/>
                  <a:pt x="50558" y="19789"/>
                </a:cubicBezTo>
                <a:cubicBezTo>
                  <a:pt x="50558" y="22305"/>
                  <a:pt x="50100" y="24916"/>
                  <a:pt x="49185" y="27624"/>
                </a:cubicBezTo>
                <a:cubicBezTo>
                  <a:pt x="48270" y="30331"/>
                  <a:pt x="46611" y="33381"/>
                  <a:pt x="44209" y="36775"/>
                </a:cubicBezTo>
                <a:cubicBezTo>
                  <a:pt x="41807" y="40168"/>
                  <a:pt x="38490" y="44000"/>
                  <a:pt x="34258" y="48270"/>
                </a:cubicBezTo>
                <a:cubicBezTo>
                  <a:pt x="30026" y="52540"/>
                  <a:pt x="24593" y="57497"/>
                  <a:pt x="17958" y="63141"/>
                </a:cubicBezTo>
                <a:lnTo>
                  <a:pt x="18073" y="63369"/>
                </a:lnTo>
                <a:cubicBezTo>
                  <a:pt x="23563" y="63292"/>
                  <a:pt x="28958" y="63216"/>
                  <a:pt x="34258" y="63141"/>
                </a:cubicBezTo>
                <a:cubicBezTo>
                  <a:pt x="39558" y="63064"/>
                  <a:pt x="44953" y="62835"/>
                  <a:pt x="50443" y="62453"/>
                </a:cubicBezTo>
                <a:cubicBezTo>
                  <a:pt x="50367" y="63750"/>
                  <a:pt x="50272" y="64990"/>
                  <a:pt x="50157" y="66172"/>
                </a:cubicBezTo>
                <a:cubicBezTo>
                  <a:pt x="50043" y="67353"/>
                  <a:pt x="49986" y="68592"/>
                  <a:pt x="49986" y="69888"/>
                </a:cubicBezTo>
                <a:cubicBezTo>
                  <a:pt x="49986" y="71184"/>
                  <a:pt x="50043" y="72443"/>
                  <a:pt x="50157" y="73664"/>
                </a:cubicBezTo>
                <a:cubicBezTo>
                  <a:pt x="50272" y="74884"/>
                  <a:pt x="50367" y="76028"/>
                  <a:pt x="50443" y="77095"/>
                </a:cubicBezTo>
                <a:cubicBezTo>
                  <a:pt x="46097" y="76942"/>
                  <a:pt x="41827" y="76866"/>
                  <a:pt x="37632" y="76866"/>
                </a:cubicBezTo>
                <a:cubicBezTo>
                  <a:pt x="33438" y="76866"/>
                  <a:pt x="29168" y="76866"/>
                  <a:pt x="24821" y="76866"/>
                </a:cubicBezTo>
                <a:cubicBezTo>
                  <a:pt x="20703" y="76866"/>
                  <a:pt x="16585" y="76866"/>
                  <a:pt x="12467" y="76866"/>
                </a:cubicBezTo>
                <a:cubicBezTo>
                  <a:pt x="8349" y="76866"/>
                  <a:pt x="4232" y="76942"/>
                  <a:pt x="115" y="77095"/>
                </a:cubicBezTo>
                <a:lnTo>
                  <a:pt x="115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2">
            <a:extLst xmlns:a="http://schemas.openxmlformats.org/drawingml/2006/main">
              <a:ext uri="{FF2B5EF4-FFF2-40B4-BE49-F238E27FC236}">
                <a16:creationId xmlns:a16="http://schemas.microsoft.com/office/drawing/2014/main" id="{592A6602-F6EA-4D59-A1F7-D8DA7981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774" y="3097324"/>
            <a:ext cx="50558" cy="77095"/>
          </a:xfrm>
          <a:custGeom xmlns:a="http://schemas.openxmlformats.org/drawingml/2006/main">
            <a:pathLst>
              <a:path w="50558" h="77095">
                <a:moveTo>
                  <a:pt x="115" y="72292"/>
                </a:moveTo>
                <a:cubicBezTo>
                  <a:pt x="5987" y="66953"/>
                  <a:pt x="10981" y="62015"/>
                  <a:pt x="15099" y="57479"/>
                </a:cubicBezTo>
                <a:cubicBezTo>
                  <a:pt x="19217" y="52941"/>
                  <a:pt x="22572" y="48651"/>
                  <a:pt x="25165" y="44610"/>
                </a:cubicBezTo>
                <a:cubicBezTo>
                  <a:pt x="27757" y="40568"/>
                  <a:pt x="29625" y="36678"/>
                  <a:pt x="30769" y="32942"/>
                </a:cubicBezTo>
                <a:cubicBezTo>
                  <a:pt x="31913" y="29206"/>
                  <a:pt x="32485" y="25470"/>
                  <a:pt x="32485" y="21733"/>
                </a:cubicBezTo>
                <a:cubicBezTo>
                  <a:pt x="32485" y="18607"/>
                  <a:pt x="32161" y="15995"/>
                  <a:pt x="31513" y="13898"/>
                </a:cubicBezTo>
                <a:cubicBezTo>
                  <a:pt x="30865" y="11800"/>
                  <a:pt x="29988" y="10103"/>
                  <a:pt x="28882" y="8807"/>
                </a:cubicBezTo>
                <a:cubicBezTo>
                  <a:pt x="27777" y="7511"/>
                  <a:pt x="26538" y="6577"/>
                  <a:pt x="25165" y="6006"/>
                </a:cubicBezTo>
                <a:cubicBezTo>
                  <a:pt x="23792" y="5433"/>
                  <a:pt x="22381" y="5147"/>
                  <a:pt x="20932" y="5147"/>
                </a:cubicBezTo>
                <a:cubicBezTo>
                  <a:pt x="18797" y="5147"/>
                  <a:pt x="17024" y="5738"/>
                  <a:pt x="15612" y="6920"/>
                </a:cubicBezTo>
                <a:cubicBezTo>
                  <a:pt x="14202" y="8103"/>
                  <a:pt x="13078" y="9552"/>
                  <a:pt x="12239" y="11268"/>
                </a:cubicBezTo>
                <a:cubicBezTo>
                  <a:pt x="11400" y="12983"/>
                  <a:pt x="10828" y="14794"/>
                  <a:pt x="10523" y="16700"/>
                </a:cubicBezTo>
                <a:cubicBezTo>
                  <a:pt x="10218" y="18606"/>
                  <a:pt x="10066" y="20321"/>
                  <a:pt x="10066" y="21847"/>
                </a:cubicBezTo>
                <a:lnTo>
                  <a:pt x="8922" y="22191"/>
                </a:lnTo>
                <a:cubicBezTo>
                  <a:pt x="7397" y="20742"/>
                  <a:pt x="5910" y="19427"/>
                  <a:pt x="4461" y="18244"/>
                </a:cubicBezTo>
                <a:cubicBezTo>
                  <a:pt x="3013" y="17062"/>
                  <a:pt x="1525" y="15861"/>
                  <a:pt x="0" y="14640"/>
                </a:cubicBezTo>
                <a:cubicBezTo>
                  <a:pt x="1373" y="10522"/>
                  <a:pt x="4004" y="7053"/>
                  <a:pt x="7893" y="4233"/>
                </a:cubicBezTo>
                <a:cubicBezTo>
                  <a:pt x="11781" y="1411"/>
                  <a:pt x="17081" y="0"/>
                  <a:pt x="23791" y="0"/>
                </a:cubicBezTo>
                <a:cubicBezTo>
                  <a:pt x="29053" y="0"/>
                  <a:pt x="33419" y="610"/>
                  <a:pt x="36888" y="1831"/>
                </a:cubicBezTo>
                <a:cubicBezTo>
                  <a:pt x="40358" y="3050"/>
                  <a:pt x="43104" y="4632"/>
                  <a:pt x="45125" y="6577"/>
                </a:cubicBezTo>
                <a:cubicBezTo>
                  <a:pt x="47146" y="8521"/>
                  <a:pt x="48557" y="10656"/>
                  <a:pt x="49357" y="12982"/>
                </a:cubicBezTo>
                <a:cubicBezTo>
                  <a:pt x="50158" y="15308"/>
                  <a:pt x="50558" y="17577"/>
                  <a:pt x="50558" y="19789"/>
                </a:cubicBezTo>
                <a:cubicBezTo>
                  <a:pt x="50558" y="22305"/>
                  <a:pt x="50100" y="24916"/>
                  <a:pt x="49185" y="27624"/>
                </a:cubicBezTo>
                <a:cubicBezTo>
                  <a:pt x="48270" y="30331"/>
                  <a:pt x="46611" y="33381"/>
                  <a:pt x="44209" y="36775"/>
                </a:cubicBezTo>
                <a:cubicBezTo>
                  <a:pt x="41807" y="40168"/>
                  <a:pt x="38490" y="44000"/>
                  <a:pt x="34258" y="48270"/>
                </a:cubicBezTo>
                <a:cubicBezTo>
                  <a:pt x="30026" y="52540"/>
                  <a:pt x="24593" y="57497"/>
                  <a:pt x="17958" y="63141"/>
                </a:cubicBezTo>
                <a:lnTo>
                  <a:pt x="18073" y="63369"/>
                </a:lnTo>
                <a:cubicBezTo>
                  <a:pt x="23563" y="63292"/>
                  <a:pt x="28958" y="63216"/>
                  <a:pt x="34258" y="63141"/>
                </a:cubicBezTo>
                <a:cubicBezTo>
                  <a:pt x="39558" y="63064"/>
                  <a:pt x="44953" y="62835"/>
                  <a:pt x="50443" y="62453"/>
                </a:cubicBezTo>
                <a:cubicBezTo>
                  <a:pt x="50367" y="63750"/>
                  <a:pt x="50272" y="64990"/>
                  <a:pt x="50157" y="66172"/>
                </a:cubicBezTo>
                <a:cubicBezTo>
                  <a:pt x="50043" y="67353"/>
                  <a:pt x="49986" y="68592"/>
                  <a:pt x="49986" y="69888"/>
                </a:cubicBezTo>
                <a:cubicBezTo>
                  <a:pt x="49986" y="71184"/>
                  <a:pt x="50043" y="72443"/>
                  <a:pt x="50157" y="73664"/>
                </a:cubicBezTo>
                <a:cubicBezTo>
                  <a:pt x="50272" y="74884"/>
                  <a:pt x="50367" y="76028"/>
                  <a:pt x="50443" y="77095"/>
                </a:cubicBezTo>
                <a:cubicBezTo>
                  <a:pt x="46097" y="76942"/>
                  <a:pt x="41827" y="76866"/>
                  <a:pt x="37632" y="76866"/>
                </a:cubicBezTo>
                <a:cubicBezTo>
                  <a:pt x="33438" y="76866"/>
                  <a:pt x="29168" y="76866"/>
                  <a:pt x="24821" y="76866"/>
                </a:cubicBezTo>
                <a:cubicBezTo>
                  <a:pt x="20703" y="76866"/>
                  <a:pt x="16585" y="76866"/>
                  <a:pt x="12467" y="76866"/>
                </a:cubicBezTo>
                <a:cubicBezTo>
                  <a:pt x="8349" y="76866"/>
                  <a:pt x="4232" y="76942"/>
                  <a:pt x="115" y="77095"/>
                </a:cubicBezTo>
                <a:lnTo>
                  <a:pt x="115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…">
            <a:extLst xmlns:a="http://schemas.openxmlformats.org/drawingml/2006/main">
              <a:ext uri="{FF2B5EF4-FFF2-40B4-BE49-F238E27FC236}">
                <a16:creationId xmlns:a16="http://schemas.microsoft.com/office/drawing/2014/main" id="{C4816339-399F-4AEE-83B5-6E5F7F43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213" y="3134847"/>
            <a:ext cx="94938" cy="18415"/>
          </a:xfrm>
          <a:custGeom xmlns:a="http://schemas.openxmlformats.org/drawingml/2006/main">
            <a:pathLst>
              <a:path w="94938" h="18415">
                <a:moveTo>
                  <a:pt x="76180" y="9380"/>
                </a:moveTo>
                <a:cubicBezTo>
                  <a:pt x="76180" y="6786"/>
                  <a:pt x="77095" y="4575"/>
                  <a:pt x="78924" y="2745"/>
                </a:cubicBezTo>
                <a:cubicBezTo>
                  <a:pt x="80754" y="915"/>
                  <a:pt x="82966" y="0"/>
                  <a:pt x="85558" y="0"/>
                </a:cubicBezTo>
                <a:cubicBezTo>
                  <a:pt x="88152" y="0"/>
                  <a:pt x="90363" y="915"/>
                  <a:pt x="92192" y="2745"/>
                </a:cubicBezTo>
                <a:cubicBezTo>
                  <a:pt x="94023" y="4575"/>
                  <a:pt x="94938" y="6786"/>
                  <a:pt x="94938" y="9380"/>
                </a:cubicBezTo>
                <a:cubicBezTo>
                  <a:pt x="94938" y="11972"/>
                  <a:pt x="94023" y="14126"/>
                  <a:pt x="92192" y="15843"/>
                </a:cubicBezTo>
                <a:cubicBezTo>
                  <a:pt x="90363" y="17558"/>
                  <a:pt x="88152" y="18415"/>
                  <a:pt x="85558" y="18415"/>
                </a:cubicBezTo>
                <a:cubicBezTo>
                  <a:pt x="82966" y="18415"/>
                  <a:pt x="80754" y="17558"/>
                  <a:pt x="78924" y="15843"/>
                </a:cubicBezTo>
                <a:cubicBezTo>
                  <a:pt x="77095" y="14126"/>
                  <a:pt x="76180" y="11972"/>
                  <a:pt x="76180" y="9380"/>
                </a:cubicBezTo>
                <a:moveTo>
                  <a:pt x="38089" y="9380"/>
                </a:moveTo>
                <a:cubicBezTo>
                  <a:pt x="38089" y="6786"/>
                  <a:pt x="39004" y="4575"/>
                  <a:pt x="40835" y="2745"/>
                </a:cubicBezTo>
                <a:cubicBezTo>
                  <a:pt x="42665" y="915"/>
                  <a:pt x="44876" y="0"/>
                  <a:pt x="47469" y="0"/>
                </a:cubicBezTo>
                <a:cubicBezTo>
                  <a:pt x="50061" y="0"/>
                  <a:pt x="52273" y="915"/>
                  <a:pt x="54103" y="2745"/>
                </a:cubicBezTo>
                <a:cubicBezTo>
                  <a:pt x="55933" y="4575"/>
                  <a:pt x="56849" y="6786"/>
                  <a:pt x="56849" y="9380"/>
                </a:cubicBezTo>
                <a:cubicBezTo>
                  <a:pt x="56849" y="11972"/>
                  <a:pt x="55933" y="14126"/>
                  <a:pt x="54103" y="15843"/>
                </a:cubicBezTo>
                <a:cubicBezTo>
                  <a:pt x="52273" y="17558"/>
                  <a:pt x="50061" y="18415"/>
                  <a:pt x="47469" y="18415"/>
                </a:cubicBezTo>
                <a:cubicBezTo>
                  <a:pt x="44876" y="18415"/>
                  <a:pt x="42665" y="17558"/>
                  <a:pt x="40835" y="15843"/>
                </a:cubicBezTo>
                <a:cubicBezTo>
                  <a:pt x="39004" y="14126"/>
                  <a:pt x="38089" y="11972"/>
                  <a:pt x="38089" y="9380"/>
                </a:cubicBezTo>
                <a:moveTo>
                  <a:pt x="0" y="9380"/>
                </a:moveTo>
                <a:cubicBezTo>
                  <a:pt x="0" y="6786"/>
                  <a:pt x="915" y="4575"/>
                  <a:pt x="2744" y="2745"/>
                </a:cubicBezTo>
                <a:cubicBezTo>
                  <a:pt x="4574" y="915"/>
                  <a:pt x="6786" y="0"/>
                  <a:pt x="9380" y="0"/>
                </a:cubicBezTo>
                <a:cubicBezTo>
                  <a:pt x="11972" y="0"/>
                  <a:pt x="14183" y="915"/>
                  <a:pt x="16012" y="2745"/>
                </a:cubicBezTo>
                <a:cubicBezTo>
                  <a:pt x="17842" y="4575"/>
                  <a:pt x="18758" y="6786"/>
                  <a:pt x="18758" y="9380"/>
                </a:cubicBezTo>
                <a:cubicBezTo>
                  <a:pt x="18758" y="11972"/>
                  <a:pt x="17842" y="14126"/>
                  <a:pt x="16012" y="15843"/>
                </a:cubicBezTo>
                <a:cubicBezTo>
                  <a:pt x="14183" y="17558"/>
                  <a:pt x="11972" y="18415"/>
                  <a:pt x="9380" y="18415"/>
                </a:cubicBezTo>
                <a:cubicBezTo>
                  <a:pt x="6786" y="18415"/>
                  <a:pt x="4574" y="17558"/>
                  <a:pt x="2744" y="15843"/>
                </a:cubicBezTo>
                <a:cubicBezTo>
                  <a:pt x="915" y="14126"/>
                  <a:pt x="0" y="11972"/>
                  <a:pt x="0" y="938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2">
            <a:extLst xmlns:a="http://schemas.openxmlformats.org/drawingml/2006/main">
              <a:ext uri="{FF2B5EF4-FFF2-40B4-BE49-F238E27FC236}">
                <a16:creationId xmlns:a16="http://schemas.microsoft.com/office/drawing/2014/main" id="{125B0696-578A-46DC-B08B-9F715FDA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28" y="3290630"/>
            <a:ext cx="50558" cy="77095"/>
          </a:xfrm>
          <a:custGeom xmlns:a="http://schemas.openxmlformats.org/drawingml/2006/main">
            <a:pathLst>
              <a:path w="50558" h="77095">
                <a:moveTo>
                  <a:pt x="115" y="72292"/>
                </a:moveTo>
                <a:cubicBezTo>
                  <a:pt x="5987" y="66953"/>
                  <a:pt x="10981" y="62015"/>
                  <a:pt x="15099" y="57479"/>
                </a:cubicBezTo>
                <a:cubicBezTo>
                  <a:pt x="19217" y="52941"/>
                  <a:pt x="22572" y="48651"/>
                  <a:pt x="25165" y="44610"/>
                </a:cubicBezTo>
                <a:cubicBezTo>
                  <a:pt x="27757" y="40568"/>
                  <a:pt x="29625" y="36678"/>
                  <a:pt x="30769" y="32942"/>
                </a:cubicBezTo>
                <a:cubicBezTo>
                  <a:pt x="31913" y="29206"/>
                  <a:pt x="32485" y="25470"/>
                  <a:pt x="32485" y="21733"/>
                </a:cubicBezTo>
                <a:cubicBezTo>
                  <a:pt x="32485" y="18607"/>
                  <a:pt x="32161" y="15995"/>
                  <a:pt x="31513" y="13898"/>
                </a:cubicBezTo>
                <a:cubicBezTo>
                  <a:pt x="30865" y="11800"/>
                  <a:pt x="29988" y="10103"/>
                  <a:pt x="28882" y="8807"/>
                </a:cubicBezTo>
                <a:cubicBezTo>
                  <a:pt x="27777" y="7511"/>
                  <a:pt x="26538" y="6577"/>
                  <a:pt x="25165" y="6006"/>
                </a:cubicBezTo>
                <a:cubicBezTo>
                  <a:pt x="23792" y="5433"/>
                  <a:pt x="22381" y="5147"/>
                  <a:pt x="20932" y="5147"/>
                </a:cubicBezTo>
                <a:cubicBezTo>
                  <a:pt x="18797" y="5147"/>
                  <a:pt x="17024" y="5738"/>
                  <a:pt x="15612" y="6920"/>
                </a:cubicBezTo>
                <a:cubicBezTo>
                  <a:pt x="14202" y="8103"/>
                  <a:pt x="13078" y="9552"/>
                  <a:pt x="12239" y="11268"/>
                </a:cubicBezTo>
                <a:cubicBezTo>
                  <a:pt x="11400" y="12983"/>
                  <a:pt x="10828" y="14794"/>
                  <a:pt x="10523" y="16700"/>
                </a:cubicBezTo>
                <a:cubicBezTo>
                  <a:pt x="10218" y="18606"/>
                  <a:pt x="10066" y="20321"/>
                  <a:pt x="10066" y="21847"/>
                </a:cubicBezTo>
                <a:lnTo>
                  <a:pt x="8922" y="22191"/>
                </a:lnTo>
                <a:cubicBezTo>
                  <a:pt x="7397" y="20742"/>
                  <a:pt x="5910" y="19427"/>
                  <a:pt x="4461" y="18244"/>
                </a:cubicBezTo>
                <a:cubicBezTo>
                  <a:pt x="3013" y="17062"/>
                  <a:pt x="1525" y="15861"/>
                  <a:pt x="0" y="14640"/>
                </a:cubicBezTo>
                <a:cubicBezTo>
                  <a:pt x="1373" y="10522"/>
                  <a:pt x="4004" y="7053"/>
                  <a:pt x="7893" y="4233"/>
                </a:cubicBezTo>
                <a:cubicBezTo>
                  <a:pt x="11781" y="1411"/>
                  <a:pt x="17081" y="0"/>
                  <a:pt x="23791" y="0"/>
                </a:cubicBezTo>
                <a:cubicBezTo>
                  <a:pt x="29053" y="0"/>
                  <a:pt x="33419" y="610"/>
                  <a:pt x="36888" y="1831"/>
                </a:cubicBezTo>
                <a:cubicBezTo>
                  <a:pt x="40358" y="3050"/>
                  <a:pt x="43104" y="4632"/>
                  <a:pt x="45125" y="6577"/>
                </a:cubicBezTo>
                <a:cubicBezTo>
                  <a:pt x="47146" y="8521"/>
                  <a:pt x="48557" y="10656"/>
                  <a:pt x="49357" y="12982"/>
                </a:cubicBezTo>
                <a:cubicBezTo>
                  <a:pt x="50158" y="15308"/>
                  <a:pt x="50558" y="17577"/>
                  <a:pt x="50558" y="19789"/>
                </a:cubicBezTo>
                <a:cubicBezTo>
                  <a:pt x="50558" y="22305"/>
                  <a:pt x="50100" y="24916"/>
                  <a:pt x="49185" y="27624"/>
                </a:cubicBezTo>
                <a:cubicBezTo>
                  <a:pt x="48270" y="30331"/>
                  <a:pt x="46611" y="33381"/>
                  <a:pt x="44209" y="36775"/>
                </a:cubicBezTo>
                <a:cubicBezTo>
                  <a:pt x="41807" y="40168"/>
                  <a:pt x="38490" y="44000"/>
                  <a:pt x="34258" y="48270"/>
                </a:cubicBezTo>
                <a:cubicBezTo>
                  <a:pt x="30026" y="52540"/>
                  <a:pt x="24593" y="57497"/>
                  <a:pt x="17958" y="63141"/>
                </a:cubicBezTo>
                <a:lnTo>
                  <a:pt x="18073" y="63369"/>
                </a:lnTo>
                <a:cubicBezTo>
                  <a:pt x="23563" y="63292"/>
                  <a:pt x="28958" y="63216"/>
                  <a:pt x="34258" y="63141"/>
                </a:cubicBezTo>
                <a:cubicBezTo>
                  <a:pt x="39558" y="63064"/>
                  <a:pt x="44953" y="62835"/>
                  <a:pt x="50443" y="62453"/>
                </a:cubicBezTo>
                <a:cubicBezTo>
                  <a:pt x="50367" y="63750"/>
                  <a:pt x="50272" y="64990"/>
                  <a:pt x="50157" y="66172"/>
                </a:cubicBezTo>
                <a:cubicBezTo>
                  <a:pt x="50043" y="67353"/>
                  <a:pt x="49986" y="68592"/>
                  <a:pt x="49986" y="69888"/>
                </a:cubicBezTo>
                <a:cubicBezTo>
                  <a:pt x="49986" y="71184"/>
                  <a:pt x="50043" y="72443"/>
                  <a:pt x="50157" y="73664"/>
                </a:cubicBezTo>
                <a:cubicBezTo>
                  <a:pt x="50272" y="74884"/>
                  <a:pt x="50367" y="76028"/>
                  <a:pt x="50443" y="77095"/>
                </a:cubicBezTo>
                <a:cubicBezTo>
                  <a:pt x="46097" y="76942"/>
                  <a:pt x="41827" y="76866"/>
                  <a:pt x="37632" y="76866"/>
                </a:cubicBezTo>
                <a:cubicBezTo>
                  <a:pt x="33438" y="76866"/>
                  <a:pt x="29168" y="76866"/>
                  <a:pt x="24821" y="76866"/>
                </a:cubicBezTo>
                <a:cubicBezTo>
                  <a:pt x="20703" y="76866"/>
                  <a:pt x="16585" y="76866"/>
                  <a:pt x="12467" y="76866"/>
                </a:cubicBezTo>
                <a:cubicBezTo>
                  <a:pt x="8349" y="76866"/>
                  <a:pt x="4232" y="76942"/>
                  <a:pt x="115" y="77095"/>
                </a:cubicBezTo>
                <a:lnTo>
                  <a:pt x="115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2">
            <a:extLst xmlns:a="http://schemas.openxmlformats.org/drawingml/2006/main">
              <a:ext uri="{FF2B5EF4-FFF2-40B4-BE49-F238E27FC236}">
                <a16:creationId xmlns:a16="http://schemas.microsoft.com/office/drawing/2014/main" id="{5282C626-0C5A-4792-9C3D-ED623DDD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5256" y="3281974"/>
            <a:ext cx="50558" cy="77095"/>
          </a:xfrm>
          <a:custGeom xmlns:a="http://schemas.openxmlformats.org/drawingml/2006/main">
            <a:pathLst>
              <a:path w="50558" h="77095">
                <a:moveTo>
                  <a:pt x="115" y="72292"/>
                </a:moveTo>
                <a:cubicBezTo>
                  <a:pt x="5987" y="66953"/>
                  <a:pt x="10981" y="62015"/>
                  <a:pt x="15099" y="57479"/>
                </a:cubicBezTo>
                <a:cubicBezTo>
                  <a:pt x="19217" y="52941"/>
                  <a:pt x="22572" y="48651"/>
                  <a:pt x="25165" y="44610"/>
                </a:cubicBezTo>
                <a:cubicBezTo>
                  <a:pt x="27757" y="40568"/>
                  <a:pt x="29625" y="36678"/>
                  <a:pt x="30769" y="32942"/>
                </a:cubicBezTo>
                <a:cubicBezTo>
                  <a:pt x="31913" y="29206"/>
                  <a:pt x="32485" y="25470"/>
                  <a:pt x="32485" y="21733"/>
                </a:cubicBezTo>
                <a:cubicBezTo>
                  <a:pt x="32485" y="18607"/>
                  <a:pt x="32161" y="15995"/>
                  <a:pt x="31513" y="13898"/>
                </a:cubicBezTo>
                <a:cubicBezTo>
                  <a:pt x="30865" y="11800"/>
                  <a:pt x="29988" y="10103"/>
                  <a:pt x="28882" y="8807"/>
                </a:cubicBezTo>
                <a:cubicBezTo>
                  <a:pt x="27777" y="7511"/>
                  <a:pt x="26538" y="6577"/>
                  <a:pt x="25165" y="6006"/>
                </a:cubicBezTo>
                <a:cubicBezTo>
                  <a:pt x="23792" y="5433"/>
                  <a:pt x="22381" y="5147"/>
                  <a:pt x="20932" y="5147"/>
                </a:cubicBezTo>
                <a:cubicBezTo>
                  <a:pt x="18797" y="5147"/>
                  <a:pt x="17024" y="5738"/>
                  <a:pt x="15612" y="6920"/>
                </a:cubicBezTo>
                <a:cubicBezTo>
                  <a:pt x="14202" y="8103"/>
                  <a:pt x="13078" y="9552"/>
                  <a:pt x="12239" y="11268"/>
                </a:cubicBezTo>
                <a:cubicBezTo>
                  <a:pt x="11400" y="12983"/>
                  <a:pt x="10828" y="14794"/>
                  <a:pt x="10523" y="16700"/>
                </a:cubicBezTo>
                <a:cubicBezTo>
                  <a:pt x="10218" y="18606"/>
                  <a:pt x="10066" y="20321"/>
                  <a:pt x="10066" y="21847"/>
                </a:cubicBezTo>
                <a:lnTo>
                  <a:pt x="8922" y="22191"/>
                </a:lnTo>
                <a:cubicBezTo>
                  <a:pt x="7397" y="20742"/>
                  <a:pt x="5910" y="19427"/>
                  <a:pt x="4461" y="18244"/>
                </a:cubicBezTo>
                <a:cubicBezTo>
                  <a:pt x="3013" y="17062"/>
                  <a:pt x="1525" y="15861"/>
                  <a:pt x="0" y="14640"/>
                </a:cubicBezTo>
                <a:cubicBezTo>
                  <a:pt x="1373" y="10522"/>
                  <a:pt x="4004" y="7053"/>
                  <a:pt x="7893" y="4233"/>
                </a:cubicBezTo>
                <a:cubicBezTo>
                  <a:pt x="11781" y="1411"/>
                  <a:pt x="17081" y="0"/>
                  <a:pt x="23791" y="0"/>
                </a:cubicBezTo>
                <a:cubicBezTo>
                  <a:pt x="29053" y="0"/>
                  <a:pt x="33419" y="610"/>
                  <a:pt x="36888" y="1831"/>
                </a:cubicBezTo>
                <a:cubicBezTo>
                  <a:pt x="40358" y="3050"/>
                  <a:pt x="43104" y="4632"/>
                  <a:pt x="45125" y="6577"/>
                </a:cubicBezTo>
                <a:cubicBezTo>
                  <a:pt x="47146" y="8521"/>
                  <a:pt x="48557" y="10656"/>
                  <a:pt x="49357" y="12982"/>
                </a:cubicBezTo>
                <a:cubicBezTo>
                  <a:pt x="50158" y="15308"/>
                  <a:pt x="50558" y="17577"/>
                  <a:pt x="50558" y="19789"/>
                </a:cubicBezTo>
                <a:cubicBezTo>
                  <a:pt x="50558" y="22305"/>
                  <a:pt x="50100" y="24916"/>
                  <a:pt x="49185" y="27624"/>
                </a:cubicBezTo>
                <a:cubicBezTo>
                  <a:pt x="48270" y="30331"/>
                  <a:pt x="46611" y="33381"/>
                  <a:pt x="44209" y="36775"/>
                </a:cubicBezTo>
                <a:cubicBezTo>
                  <a:pt x="41807" y="40168"/>
                  <a:pt x="38490" y="44000"/>
                  <a:pt x="34258" y="48270"/>
                </a:cubicBezTo>
                <a:cubicBezTo>
                  <a:pt x="30026" y="52540"/>
                  <a:pt x="24593" y="57497"/>
                  <a:pt x="17958" y="63141"/>
                </a:cubicBezTo>
                <a:lnTo>
                  <a:pt x="18073" y="63369"/>
                </a:lnTo>
                <a:cubicBezTo>
                  <a:pt x="23563" y="63292"/>
                  <a:pt x="28958" y="63216"/>
                  <a:pt x="34258" y="63141"/>
                </a:cubicBezTo>
                <a:cubicBezTo>
                  <a:pt x="39558" y="63064"/>
                  <a:pt x="44953" y="62835"/>
                  <a:pt x="50443" y="62453"/>
                </a:cubicBezTo>
                <a:cubicBezTo>
                  <a:pt x="50367" y="63750"/>
                  <a:pt x="50272" y="64990"/>
                  <a:pt x="50157" y="66172"/>
                </a:cubicBezTo>
                <a:cubicBezTo>
                  <a:pt x="50043" y="67353"/>
                  <a:pt x="49986" y="68592"/>
                  <a:pt x="49986" y="69888"/>
                </a:cubicBezTo>
                <a:cubicBezTo>
                  <a:pt x="49986" y="71184"/>
                  <a:pt x="50043" y="72443"/>
                  <a:pt x="50157" y="73664"/>
                </a:cubicBezTo>
                <a:cubicBezTo>
                  <a:pt x="50272" y="74884"/>
                  <a:pt x="50367" y="76028"/>
                  <a:pt x="50443" y="77095"/>
                </a:cubicBezTo>
                <a:cubicBezTo>
                  <a:pt x="46097" y="76942"/>
                  <a:pt x="41827" y="76866"/>
                  <a:pt x="37632" y="76866"/>
                </a:cubicBezTo>
                <a:cubicBezTo>
                  <a:pt x="33438" y="76866"/>
                  <a:pt x="29168" y="76866"/>
                  <a:pt x="24821" y="76866"/>
                </a:cubicBezTo>
                <a:cubicBezTo>
                  <a:pt x="20703" y="76866"/>
                  <a:pt x="16585" y="76866"/>
                  <a:pt x="12467" y="76866"/>
                </a:cubicBezTo>
                <a:cubicBezTo>
                  <a:pt x="8349" y="76866"/>
                  <a:pt x="4232" y="76942"/>
                  <a:pt x="115" y="77095"/>
                </a:cubicBezTo>
                <a:lnTo>
                  <a:pt x="115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1">
            <a:extLst xmlns:a="http://schemas.openxmlformats.org/drawingml/2006/main">
              <a:ext uri="{FF2B5EF4-FFF2-40B4-BE49-F238E27FC236}">
                <a16:creationId xmlns:a16="http://schemas.microsoft.com/office/drawing/2014/main" id="{49A996C0-59A1-4951-BB0F-92D8659E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80" y="3281059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…">
            <a:extLst xmlns:a="http://schemas.openxmlformats.org/drawingml/2006/main">
              <a:ext uri="{FF2B5EF4-FFF2-40B4-BE49-F238E27FC236}">
                <a16:creationId xmlns:a16="http://schemas.microsoft.com/office/drawing/2014/main" id="{6F24DB24-5938-4591-AC00-33830713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19" y="3319496"/>
            <a:ext cx="94938" cy="18415"/>
          </a:xfrm>
          <a:custGeom xmlns:a="http://schemas.openxmlformats.org/drawingml/2006/main">
            <a:pathLst>
              <a:path w="94938" h="18415">
                <a:moveTo>
                  <a:pt x="76180" y="9380"/>
                </a:moveTo>
                <a:cubicBezTo>
                  <a:pt x="76180" y="6786"/>
                  <a:pt x="77095" y="4575"/>
                  <a:pt x="78924" y="2745"/>
                </a:cubicBezTo>
                <a:cubicBezTo>
                  <a:pt x="80754" y="915"/>
                  <a:pt x="82966" y="0"/>
                  <a:pt x="85558" y="0"/>
                </a:cubicBezTo>
                <a:cubicBezTo>
                  <a:pt x="88152" y="0"/>
                  <a:pt x="90363" y="915"/>
                  <a:pt x="92192" y="2745"/>
                </a:cubicBezTo>
                <a:cubicBezTo>
                  <a:pt x="94023" y="4575"/>
                  <a:pt x="94938" y="6786"/>
                  <a:pt x="94938" y="9380"/>
                </a:cubicBezTo>
                <a:cubicBezTo>
                  <a:pt x="94938" y="11972"/>
                  <a:pt x="94023" y="14126"/>
                  <a:pt x="92192" y="15843"/>
                </a:cubicBezTo>
                <a:cubicBezTo>
                  <a:pt x="90363" y="17558"/>
                  <a:pt x="88152" y="18415"/>
                  <a:pt x="85558" y="18415"/>
                </a:cubicBezTo>
                <a:cubicBezTo>
                  <a:pt x="82966" y="18415"/>
                  <a:pt x="80754" y="17558"/>
                  <a:pt x="78924" y="15843"/>
                </a:cubicBezTo>
                <a:cubicBezTo>
                  <a:pt x="77095" y="14126"/>
                  <a:pt x="76180" y="11972"/>
                  <a:pt x="76180" y="9380"/>
                </a:cubicBezTo>
                <a:moveTo>
                  <a:pt x="38089" y="9380"/>
                </a:moveTo>
                <a:cubicBezTo>
                  <a:pt x="38089" y="6786"/>
                  <a:pt x="39004" y="4575"/>
                  <a:pt x="40835" y="2745"/>
                </a:cubicBezTo>
                <a:cubicBezTo>
                  <a:pt x="42665" y="915"/>
                  <a:pt x="44876" y="0"/>
                  <a:pt x="47469" y="0"/>
                </a:cubicBezTo>
                <a:cubicBezTo>
                  <a:pt x="50061" y="0"/>
                  <a:pt x="52273" y="915"/>
                  <a:pt x="54103" y="2745"/>
                </a:cubicBezTo>
                <a:cubicBezTo>
                  <a:pt x="55933" y="4575"/>
                  <a:pt x="56849" y="6786"/>
                  <a:pt x="56849" y="9380"/>
                </a:cubicBezTo>
                <a:cubicBezTo>
                  <a:pt x="56849" y="11972"/>
                  <a:pt x="55933" y="14126"/>
                  <a:pt x="54103" y="15843"/>
                </a:cubicBezTo>
                <a:cubicBezTo>
                  <a:pt x="52273" y="17558"/>
                  <a:pt x="50061" y="18415"/>
                  <a:pt x="47469" y="18415"/>
                </a:cubicBezTo>
                <a:cubicBezTo>
                  <a:pt x="44876" y="18415"/>
                  <a:pt x="42665" y="17558"/>
                  <a:pt x="40835" y="15843"/>
                </a:cubicBezTo>
                <a:cubicBezTo>
                  <a:pt x="39004" y="14126"/>
                  <a:pt x="38089" y="11972"/>
                  <a:pt x="38089" y="9380"/>
                </a:cubicBezTo>
                <a:moveTo>
                  <a:pt x="0" y="9380"/>
                </a:moveTo>
                <a:cubicBezTo>
                  <a:pt x="0" y="6786"/>
                  <a:pt x="915" y="4575"/>
                  <a:pt x="2744" y="2745"/>
                </a:cubicBezTo>
                <a:cubicBezTo>
                  <a:pt x="4574" y="915"/>
                  <a:pt x="6786" y="0"/>
                  <a:pt x="9380" y="0"/>
                </a:cubicBezTo>
                <a:cubicBezTo>
                  <a:pt x="11972" y="0"/>
                  <a:pt x="14183" y="915"/>
                  <a:pt x="16012" y="2745"/>
                </a:cubicBezTo>
                <a:cubicBezTo>
                  <a:pt x="17842" y="4575"/>
                  <a:pt x="18758" y="6786"/>
                  <a:pt x="18758" y="9380"/>
                </a:cubicBezTo>
                <a:cubicBezTo>
                  <a:pt x="18758" y="11972"/>
                  <a:pt x="17842" y="14126"/>
                  <a:pt x="16012" y="15843"/>
                </a:cubicBezTo>
                <a:cubicBezTo>
                  <a:pt x="14183" y="17558"/>
                  <a:pt x="11972" y="18415"/>
                  <a:pt x="9380" y="18415"/>
                </a:cubicBezTo>
                <a:cubicBezTo>
                  <a:pt x="6786" y="18415"/>
                  <a:pt x="4574" y="17558"/>
                  <a:pt x="2744" y="15843"/>
                </a:cubicBezTo>
                <a:cubicBezTo>
                  <a:pt x="915" y="14126"/>
                  <a:pt x="0" y="11972"/>
                  <a:pt x="0" y="938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1">
            <a:extLst xmlns:a="http://schemas.openxmlformats.org/drawingml/2006/main">
              <a:ext uri="{FF2B5EF4-FFF2-40B4-BE49-F238E27FC236}">
                <a16:creationId xmlns:a16="http://schemas.microsoft.com/office/drawing/2014/main" id="{DF74BB8B-1AB6-4612-B293-5B6F5E59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965" y="3603118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1">
            <a:extLst xmlns:a="http://schemas.openxmlformats.org/drawingml/2006/main">
              <a:ext uri="{FF2B5EF4-FFF2-40B4-BE49-F238E27FC236}">
                <a16:creationId xmlns:a16="http://schemas.microsoft.com/office/drawing/2014/main" id="{02404090-7526-484C-8BB9-62894B9C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091" y="3594463"/>
            <a:ext cx="36031" cy="78009"/>
          </a:xfrm>
          <a:custGeom xmlns:a="http://schemas.openxmlformats.org/drawingml/2006/main">
            <a:pathLst>
              <a:path w="36031" h="78009">
                <a:moveTo>
                  <a:pt x="36031" y="915"/>
                </a:moveTo>
                <a:cubicBezTo>
                  <a:pt x="35879" y="3202"/>
                  <a:pt x="35746" y="5738"/>
                  <a:pt x="35632" y="8521"/>
                </a:cubicBezTo>
                <a:cubicBezTo>
                  <a:pt x="35518" y="11304"/>
                  <a:pt x="35403" y="14183"/>
                  <a:pt x="35288" y="17157"/>
                </a:cubicBezTo>
                <a:cubicBezTo>
                  <a:pt x="35174" y="20131"/>
                  <a:pt x="35079" y="23144"/>
                  <a:pt x="35002" y="26195"/>
                </a:cubicBezTo>
                <a:cubicBezTo>
                  <a:pt x="34926" y="29244"/>
                  <a:pt x="34888" y="32218"/>
                  <a:pt x="34888" y="35115"/>
                </a:cubicBezTo>
                <a:lnTo>
                  <a:pt x="34888" y="42093"/>
                </a:lnTo>
                <a:lnTo>
                  <a:pt x="34888" y="50787"/>
                </a:lnTo>
                <a:cubicBezTo>
                  <a:pt x="34888" y="54828"/>
                  <a:pt x="34945" y="58984"/>
                  <a:pt x="35059" y="63254"/>
                </a:cubicBezTo>
                <a:cubicBezTo>
                  <a:pt x="35175" y="67524"/>
                  <a:pt x="35346" y="72443"/>
                  <a:pt x="35574" y="78009"/>
                </a:cubicBezTo>
                <a:cubicBezTo>
                  <a:pt x="34049" y="77857"/>
                  <a:pt x="32562" y="77781"/>
                  <a:pt x="31113" y="77781"/>
                </a:cubicBezTo>
                <a:cubicBezTo>
                  <a:pt x="29664" y="77781"/>
                  <a:pt x="28177" y="77781"/>
                  <a:pt x="26652" y="77781"/>
                </a:cubicBezTo>
                <a:cubicBezTo>
                  <a:pt x="25128" y="77781"/>
                  <a:pt x="23622" y="77781"/>
                  <a:pt x="22135" y="77781"/>
                </a:cubicBezTo>
                <a:cubicBezTo>
                  <a:pt x="20648" y="77781"/>
                  <a:pt x="19142" y="77857"/>
                  <a:pt x="17616" y="78009"/>
                </a:cubicBezTo>
                <a:cubicBezTo>
                  <a:pt x="17693" y="76789"/>
                  <a:pt x="17807" y="75035"/>
                  <a:pt x="17960" y="72747"/>
                </a:cubicBezTo>
                <a:cubicBezTo>
                  <a:pt x="18112" y="70460"/>
                  <a:pt x="18246" y="67924"/>
                  <a:pt x="18360" y="65141"/>
                </a:cubicBezTo>
                <a:cubicBezTo>
                  <a:pt x="18474" y="62358"/>
                  <a:pt x="18588" y="59403"/>
                  <a:pt x="18702" y="56276"/>
                </a:cubicBezTo>
                <a:cubicBezTo>
                  <a:pt x="18817" y="53150"/>
                  <a:pt x="18874" y="49985"/>
                  <a:pt x="18874" y="46783"/>
                </a:cubicBezTo>
                <a:lnTo>
                  <a:pt x="18874" y="14527"/>
                </a:lnTo>
                <a:cubicBezTo>
                  <a:pt x="18340" y="14755"/>
                  <a:pt x="17539" y="15136"/>
                  <a:pt x="16471" y="15670"/>
                </a:cubicBezTo>
                <a:cubicBezTo>
                  <a:pt x="15404" y="16204"/>
                  <a:pt x="14241" y="16795"/>
                  <a:pt x="12982" y="17443"/>
                </a:cubicBezTo>
                <a:cubicBezTo>
                  <a:pt x="11724" y="18091"/>
                  <a:pt x="10447" y="18740"/>
                  <a:pt x="9151" y="19388"/>
                </a:cubicBezTo>
                <a:cubicBezTo>
                  <a:pt x="7855" y="20036"/>
                  <a:pt x="6673" y="20588"/>
                  <a:pt x="5606" y="21046"/>
                </a:cubicBezTo>
                <a:cubicBezTo>
                  <a:pt x="4767" y="19902"/>
                  <a:pt x="3794" y="18701"/>
                  <a:pt x="2688" y="17443"/>
                </a:cubicBezTo>
                <a:cubicBezTo>
                  <a:pt x="1582" y="16184"/>
                  <a:pt x="687" y="15288"/>
                  <a:pt x="0" y="14755"/>
                </a:cubicBezTo>
                <a:cubicBezTo>
                  <a:pt x="5948" y="12620"/>
                  <a:pt x="11591" y="10390"/>
                  <a:pt x="16928" y="8064"/>
                </a:cubicBezTo>
                <a:cubicBezTo>
                  <a:pt x="22267" y="5738"/>
                  <a:pt x="27910" y="3050"/>
                  <a:pt x="33859" y="0"/>
                </a:cubicBezTo>
                <a:lnTo>
                  <a:pt x="36031" y="915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2">
            <a:extLst xmlns:a="http://schemas.openxmlformats.org/drawingml/2006/main">
              <a:ext uri="{FF2B5EF4-FFF2-40B4-BE49-F238E27FC236}">
                <a16:creationId xmlns:a16="http://schemas.microsoft.com/office/drawing/2014/main" id="{D15FC0D4-A374-47BD-BF8B-8C00ABD5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316" y="3595378"/>
            <a:ext cx="50558" cy="77095"/>
          </a:xfrm>
          <a:custGeom xmlns:a="http://schemas.openxmlformats.org/drawingml/2006/main">
            <a:pathLst>
              <a:path w="50558" h="77095">
                <a:moveTo>
                  <a:pt x="115" y="72292"/>
                </a:moveTo>
                <a:cubicBezTo>
                  <a:pt x="5987" y="66953"/>
                  <a:pt x="10981" y="62015"/>
                  <a:pt x="15099" y="57479"/>
                </a:cubicBezTo>
                <a:cubicBezTo>
                  <a:pt x="19217" y="52941"/>
                  <a:pt x="22572" y="48651"/>
                  <a:pt x="25165" y="44610"/>
                </a:cubicBezTo>
                <a:cubicBezTo>
                  <a:pt x="27757" y="40568"/>
                  <a:pt x="29625" y="36678"/>
                  <a:pt x="30769" y="32942"/>
                </a:cubicBezTo>
                <a:cubicBezTo>
                  <a:pt x="31913" y="29206"/>
                  <a:pt x="32485" y="25470"/>
                  <a:pt x="32485" y="21733"/>
                </a:cubicBezTo>
                <a:cubicBezTo>
                  <a:pt x="32485" y="18607"/>
                  <a:pt x="32161" y="15995"/>
                  <a:pt x="31513" y="13898"/>
                </a:cubicBezTo>
                <a:cubicBezTo>
                  <a:pt x="30865" y="11800"/>
                  <a:pt x="29988" y="10103"/>
                  <a:pt x="28882" y="8807"/>
                </a:cubicBezTo>
                <a:cubicBezTo>
                  <a:pt x="27777" y="7511"/>
                  <a:pt x="26538" y="6577"/>
                  <a:pt x="25165" y="6006"/>
                </a:cubicBezTo>
                <a:cubicBezTo>
                  <a:pt x="23792" y="5433"/>
                  <a:pt x="22381" y="5147"/>
                  <a:pt x="20932" y="5147"/>
                </a:cubicBezTo>
                <a:cubicBezTo>
                  <a:pt x="18797" y="5147"/>
                  <a:pt x="17024" y="5738"/>
                  <a:pt x="15612" y="6920"/>
                </a:cubicBezTo>
                <a:cubicBezTo>
                  <a:pt x="14202" y="8103"/>
                  <a:pt x="13078" y="9552"/>
                  <a:pt x="12239" y="11268"/>
                </a:cubicBezTo>
                <a:cubicBezTo>
                  <a:pt x="11400" y="12983"/>
                  <a:pt x="10828" y="14794"/>
                  <a:pt x="10523" y="16700"/>
                </a:cubicBezTo>
                <a:cubicBezTo>
                  <a:pt x="10218" y="18606"/>
                  <a:pt x="10066" y="20321"/>
                  <a:pt x="10066" y="21847"/>
                </a:cubicBezTo>
                <a:lnTo>
                  <a:pt x="8922" y="22191"/>
                </a:lnTo>
                <a:cubicBezTo>
                  <a:pt x="7397" y="20742"/>
                  <a:pt x="5910" y="19427"/>
                  <a:pt x="4461" y="18244"/>
                </a:cubicBezTo>
                <a:cubicBezTo>
                  <a:pt x="3013" y="17062"/>
                  <a:pt x="1525" y="15861"/>
                  <a:pt x="0" y="14640"/>
                </a:cubicBezTo>
                <a:cubicBezTo>
                  <a:pt x="1373" y="10522"/>
                  <a:pt x="4004" y="7053"/>
                  <a:pt x="7893" y="4233"/>
                </a:cubicBezTo>
                <a:cubicBezTo>
                  <a:pt x="11781" y="1411"/>
                  <a:pt x="17081" y="0"/>
                  <a:pt x="23791" y="0"/>
                </a:cubicBezTo>
                <a:cubicBezTo>
                  <a:pt x="29053" y="0"/>
                  <a:pt x="33419" y="610"/>
                  <a:pt x="36888" y="1831"/>
                </a:cubicBezTo>
                <a:cubicBezTo>
                  <a:pt x="40358" y="3050"/>
                  <a:pt x="43104" y="4632"/>
                  <a:pt x="45125" y="6577"/>
                </a:cubicBezTo>
                <a:cubicBezTo>
                  <a:pt x="47146" y="8521"/>
                  <a:pt x="48557" y="10656"/>
                  <a:pt x="49357" y="12982"/>
                </a:cubicBezTo>
                <a:cubicBezTo>
                  <a:pt x="50158" y="15308"/>
                  <a:pt x="50558" y="17577"/>
                  <a:pt x="50558" y="19789"/>
                </a:cubicBezTo>
                <a:cubicBezTo>
                  <a:pt x="50558" y="22305"/>
                  <a:pt x="50100" y="24916"/>
                  <a:pt x="49185" y="27624"/>
                </a:cubicBezTo>
                <a:cubicBezTo>
                  <a:pt x="48270" y="30331"/>
                  <a:pt x="46611" y="33381"/>
                  <a:pt x="44209" y="36775"/>
                </a:cubicBezTo>
                <a:cubicBezTo>
                  <a:pt x="41807" y="40168"/>
                  <a:pt x="38490" y="44000"/>
                  <a:pt x="34258" y="48270"/>
                </a:cubicBezTo>
                <a:cubicBezTo>
                  <a:pt x="30026" y="52540"/>
                  <a:pt x="24593" y="57497"/>
                  <a:pt x="17958" y="63141"/>
                </a:cubicBezTo>
                <a:lnTo>
                  <a:pt x="18073" y="63369"/>
                </a:lnTo>
                <a:cubicBezTo>
                  <a:pt x="23563" y="63292"/>
                  <a:pt x="28958" y="63216"/>
                  <a:pt x="34258" y="63141"/>
                </a:cubicBezTo>
                <a:cubicBezTo>
                  <a:pt x="39558" y="63064"/>
                  <a:pt x="44953" y="62835"/>
                  <a:pt x="50443" y="62453"/>
                </a:cubicBezTo>
                <a:cubicBezTo>
                  <a:pt x="50367" y="63750"/>
                  <a:pt x="50272" y="64990"/>
                  <a:pt x="50157" y="66172"/>
                </a:cubicBezTo>
                <a:cubicBezTo>
                  <a:pt x="50043" y="67353"/>
                  <a:pt x="49986" y="68592"/>
                  <a:pt x="49986" y="69888"/>
                </a:cubicBezTo>
                <a:cubicBezTo>
                  <a:pt x="49986" y="71184"/>
                  <a:pt x="50043" y="72443"/>
                  <a:pt x="50157" y="73664"/>
                </a:cubicBezTo>
                <a:cubicBezTo>
                  <a:pt x="50272" y="74884"/>
                  <a:pt x="50367" y="76028"/>
                  <a:pt x="50443" y="77095"/>
                </a:cubicBezTo>
                <a:cubicBezTo>
                  <a:pt x="46097" y="76942"/>
                  <a:pt x="41827" y="76866"/>
                  <a:pt x="37632" y="76866"/>
                </a:cubicBezTo>
                <a:cubicBezTo>
                  <a:pt x="33438" y="76866"/>
                  <a:pt x="29168" y="76866"/>
                  <a:pt x="24821" y="76866"/>
                </a:cubicBezTo>
                <a:cubicBezTo>
                  <a:pt x="20703" y="76866"/>
                  <a:pt x="16585" y="76866"/>
                  <a:pt x="12467" y="76866"/>
                </a:cubicBezTo>
                <a:cubicBezTo>
                  <a:pt x="8349" y="76866"/>
                  <a:pt x="4232" y="76942"/>
                  <a:pt x="115" y="77095"/>
                </a:cubicBezTo>
                <a:lnTo>
                  <a:pt x="115" y="72292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…">
            <a:extLst xmlns:a="http://schemas.openxmlformats.org/drawingml/2006/main">
              <a:ext uri="{FF2B5EF4-FFF2-40B4-BE49-F238E27FC236}">
                <a16:creationId xmlns:a16="http://schemas.microsoft.com/office/drawing/2014/main" id="{6C4346B3-5B1D-4FBF-A371-B68B185A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754" y="3632901"/>
            <a:ext cx="94938" cy="18415"/>
          </a:xfrm>
          <a:custGeom xmlns:a="http://schemas.openxmlformats.org/drawingml/2006/main">
            <a:pathLst>
              <a:path w="94938" h="18415">
                <a:moveTo>
                  <a:pt x="76180" y="9380"/>
                </a:moveTo>
                <a:cubicBezTo>
                  <a:pt x="76180" y="6786"/>
                  <a:pt x="77095" y="4575"/>
                  <a:pt x="78924" y="2745"/>
                </a:cubicBezTo>
                <a:cubicBezTo>
                  <a:pt x="80754" y="915"/>
                  <a:pt x="82966" y="0"/>
                  <a:pt x="85558" y="0"/>
                </a:cubicBezTo>
                <a:cubicBezTo>
                  <a:pt x="88152" y="0"/>
                  <a:pt x="90363" y="915"/>
                  <a:pt x="92192" y="2745"/>
                </a:cubicBezTo>
                <a:cubicBezTo>
                  <a:pt x="94023" y="4575"/>
                  <a:pt x="94938" y="6786"/>
                  <a:pt x="94938" y="9380"/>
                </a:cubicBezTo>
                <a:cubicBezTo>
                  <a:pt x="94938" y="11972"/>
                  <a:pt x="94023" y="14126"/>
                  <a:pt x="92192" y="15843"/>
                </a:cubicBezTo>
                <a:cubicBezTo>
                  <a:pt x="90363" y="17558"/>
                  <a:pt x="88152" y="18415"/>
                  <a:pt x="85558" y="18415"/>
                </a:cubicBezTo>
                <a:cubicBezTo>
                  <a:pt x="82966" y="18415"/>
                  <a:pt x="80754" y="17558"/>
                  <a:pt x="78924" y="15843"/>
                </a:cubicBezTo>
                <a:cubicBezTo>
                  <a:pt x="77095" y="14126"/>
                  <a:pt x="76180" y="11972"/>
                  <a:pt x="76180" y="9380"/>
                </a:cubicBezTo>
                <a:moveTo>
                  <a:pt x="38089" y="9380"/>
                </a:moveTo>
                <a:cubicBezTo>
                  <a:pt x="38089" y="6786"/>
                  <a:pt x="39004" y="4575"/>
                  <a:pt x="40835" y="2745"/>
                </a:cubicBezTo>
                <a:cubicBezTo>
                  <a:pt x="42665" y="915"/>
                  <a:pt x="44876" y="0"/>
                  <a:pt x="47469" y="0"/>
                </a:cubicBezTo>
                <a:cubicBezTo>
                  <a:pt x="50061" y="0"/>
                  <a:pt x="52273" y="915"/>
                  <a:pt x="54103" y="2745"/>
                </a:cubicBezTo>
                <a:cubicBezTo>
                  <a:pt x="55933" y="4575"/>
                  <a:pt x="56849" y="6786"/>
                  <a:pt x="56849" y="9380"/>
                </a:cubicBezTo>
                <a:cubicBezTo>
                  <a:pt x="56849" y="11972"/>
                  <a:pt x="55933" y="14126"/>
                  <a:pt x="54103" y="15843"/>
                </a:cubicBezTo>
                <a:cubicBezTo>
                  <a:pt x="52273" y="17558"/>
                  <a:pt x="50061" y="18415"/>
                  <a:pt x="47469" y="18415"/>
                </a:cubicBezTo>
                <a:cubicBezTo>
                  <a:pt x="44876" y="18415"/>
                  <a:pt x="42665" y="17558"/>
                  <a:pt x="40835" y="15843"/>
                </a:cubicBezTo>
                <a:cubicBezTo>
                  <a:pt x="39004" y="14126"/>
                  <a:pt x="38089" y="11972"/>
                  <a:pt x="38089" y="9380"/>
                </a:cubicBezTo>
                <a:moveTo>
                  <a:pt x="0" y="9380"/>
                </a:moveTo>
                <a:cubicBezTo>
                  <a:pt x="0" y="6786"/>
                  <a:pt x="915" y="4575"/>
                  <a:pt x="2744" y="2745"/>
                </a:cubicBezTo>
                <a:cubicBezTo>
                  <a:pt x="4574" y="915"/>
                  <a:pt x="6786" y="0"/>
                  <a:pt x="9380" y="0"/>
                </a:cubicBezTo>
                <a:cubicBezTo>
                  <a:pt x="11972" y="0"/>
                  <a:pt x="14183" y="915"/>
                  <a:pt x="16012" y="2745"/>
                </a:cubicBezTo>
                <a:cubicBezTo>
                  <a:pt x="17842" y="4575"/>
                  <a:pt x="18758" y="6786"/>
                  <a:pt x="18758" y="9380"/>
                </a:cubicBezTo>
                <a:cubicBezTo>
                  <a:pt x="18758" y="11972"/>
                  <a:pt x="17842" y="14126"/>
                  <a:pt x="16012" y="15843"/>
                </a:cubicBezTo>
                <a:cubicBezTo>
                  <a:pt x="14183" y="17558"/>
                  <a:pt x="11972" y="18415"/>
                  <a:pt x="9380" y="18415"/>
                </a:cubicBezTo>
                <a:cubicBezTo>
                  <a:pt x="6786" y="18415"/>
                  <a:pt x="4574" y="17558"/>
                  <a:pt x="2744" y="15843"/>
                </a:cubicBezTo>
                <a:cubicBezTo>
                  <a:pt x="915" y="14126"/>
                  <a:pt x="0" y="11972"/>
                  <a:pt x="0" y="9380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…">
            <a:extLst xmlns:a="http://schemas.openxmlformats.org/drawingml/2006/main">
              <a:ext uri="{FF2B5EF4-FFF2-40B4-BE49-F238E27FC236}">
                <a16:creationId xmlns:a16="http://schemas.microsoft.com/office/drawing/2014/main" id="{F7587046-A4AB-4D20-881C-7979490A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0017" y="3434118"/>
            <a:ext cx="18415" cy="94938"/>
          </a:xfrm>
          <a:custGeom xmlns:a="http://schemas.openxmlformats.org/drawingml/2006/main">
            <a:pathLst>
              <a:path w="18415" h="94938">
                <a:moveTo>
                  <a:pt x="9380" y="18758"/>
                </a:moveTo>
                <a:cubicBezTo>
                  <a:pt x="6786" y="18758"/>
                  <a:pt x="4575" y="17843"/>
                  <a:pt x="2745" y="16014"/>
                </a:cubicBezTo>
                <a:cubicBezTo>
                  <a:pt x="915" y="14183"/>
                  <a:pt x="0" y="11972"/>
                  <a:pt x="0" y="9380"/>
                </a:cubicBezTo>
                <a:cubicBezTo>
                  <a:pt x="0" y="6786"/>
                  <a:pt x="915" y="4575"/>
                  <a:pt x="2745" y="2745"/>
                </a:cubicBezTo>
                <a:cubicBezTo>
                  <a:pt x="4575" y="915"/>
                  <a:pt x="6786" y="0"/>
                  <a:pt x="9380" y="0"/>
                </a:cubicBezTo>
                <a:cubicBezTo>
                  <a:pt x="11972" y="0"/>
                  <a:pt x="14126" y="915"/>
                  <a:pt x="15843" y="2745"/>
                </a:cubicBezTo>
                <a:cubicBezTo>
                  <a:pt x="17558" y="4575"/>
                  <a:pt x="18415" y="6786"/>
                  <a:pt x="18415" y="9380"/>
                </a:cubicBezTo>
                <a:cubicBezTo>
                  <a:pt x="18415" y="11972"/>
                  <a:pt x="17558" y="14183"/>
                  <a:pt x="15843" y="16014"/>
                </a:cubicBezTo>
                <a:cubicBezTo>
                  <a:pt x="14126" y="17843"/>
                  <a:pt x="11972" y="18758"/>
                  <a:pt x="9380" y="18758"/>
                </a:cubicBezTo>
                <a:moveTo>
                  <a:pt x="9380" y="56849"/>
                </a:moveTo>
                <a:cubicBezTo>
                  <a:pt x="6786" y="56849"/>
                  <a:pt x="4575" y="55933"/>
                  <a:pt x="2745" y="54103"/>
                </a:cubicBezTo>
                <a:cubicBezTo>
                  <a:pt x="915" y="52273"/>
                  <a:pt x="0" y="50061"/>
                  <a:pt x="0" y="47469"/>
                </a:cubicBezTo>
                <a:cubicBezTo>
                  <a:pt x="0" y="44876"/>
                  <a:pt x="915" y="42665"/>
                  <a:pt x="2745" y="40835"/>
                </a:cubicBezTo>
                <a:cubicBezTo>
                  <a:pt x="4575" y="39004"/>
                  <a:pt x="6786" y="38089"/>
                  <a:pt x="9380" y="38089"/>
                </a:cubicBezTo>
                <a:cubicBezTo>
                  <a:pt x="11972" y="38089"/>
                  <a:pt x="14126" y="39004"/>
                  <a:pt x="15843" y="40835"/>
                </a:cubicBezTo>
                <a:cubicBezTo>
                  <a:pt x="17558" y="42665"/>
                  <a:pt x="18415" y="44876"/>
                  <a:pt x="18415" y="47469"/>
                </a:cubicBezTo>
                <a:cubicBezTo>
                  <a:pt x="18415" y="50061"/>
                  <a:pt x="17558" y="52273"/>
                  <a:pt x="15843" y="54103"/>
                </a:cubicBezTo>
                <a:cubicBezTo>
                  <a:pt x="14126" y="55933"/>
                  <a:pt x="11972" y="56849"/>
                  <a:pt x="9380" y="56849"/>
                </a:cubicBezTo>
                <a:moveTo>
                  <a:pt x="9380" y="94938"/>
                </a:moveTo>
                <a:cubicBezTo>
                  <a:pt x="6786" y="94938"/>
                  <a:pt x="4575" y="94023"/>
                  <a:pt x="2745" y="92194"/>
                </a:cubicBezTo>
                <a:cubicBezTo>
                  <a:pt x="915" y="90364"/>
                  <a:pt x="0" y="88152"/>
                  <a:pt x="0" y="85558"/>
                </a:cubicBezTo>
                <a:cubicBezTo>
                  <a:pt x="0" y="82966"/>
                  <a:pt x="915" y="80755"/>
                  <a:pt x="2745" y="78926"/>
                </a:cubicBezTo>
                <a:cubicBezTo>
                  <a:pt x="4575" y="77095"/>
                  <a:pt x="6786" y="76180"/>
                  <a:pt x="9380" y="76180"/>
                </a:cubicBezTo>
                <a:cubicBezTo>
                  <a:pt x="11972" y="76180"/>
                  <a:pt x="14126" y="77095"/>
                  <a:pt x="15843" y="78926"/>
                </a:cubicBezTo>
                <a:cubicBezTo>
                  <a:pt x="17558" y="80755"/>
                  <a:pt x="18415" y="82966"/>
                  <a:pt x="18415" y="85558"/>
                </a:cubicBezTo>
                <a:cubicBezTo>
                  <a:pt x="18415" y="88152"/>
                  <a:pt x="17558" y="90364"/>
                  <a:pt x="15843" y="92194"/>
                </a:cubicBezTo>
                <a:cubicBezTo>
                  <a:pt x="14126" y="94023"/>
                  <a:pt x="11972" y="94938"/>
                  <a:pt x="9380" y="94938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…">
            <a:extLst xmlns:a="http://schemas.openxmlformats.org/drawingml/2006/main">
              <a:ext uri="{FF2B5EF4-FFF2-40B4-BE49-F238E27FC236}">
                <a16:creationId xmlns:a16="http://schemas.microsoft.com/office/drawing/2014/main" id="{E65333C0-0AD2-4014-8A1E-F76750F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8285" y="3434264"/>
            <a:ext cx="18415" cy="94938"/>
          </a:xfrm>
          <a:custGeom xmlns:a="http://schemas.openxmlformats.org/drawingml/2006/main">
            <a:pathLst>
              <a:path w="18415" h="94938">
                <a:moveTo>
                  <a:pt x="9380" y="18758"/>
                </a:moveTo>
                <a:cubicBezTo>
                  <a:pt x="6786" y="18758"/>
                  <a:pt x="4575" y="17843"/>
                  <a:pt x="2745" y="16014"/>
                </a:cubicBezTo>
                <a:cubicBezTo>
                  <a:pt x="915" y="14183"/>
                  <a:pt x="0" y="11972"/>
                  <a:pt x="0" y="9380"/>
                </a:cubicBezTo>
                <a:cubicBezTo>
                  <a:pt x="0" y="6786"/>
                  <a:pt x="915" y="4575"/>
                  <a:pt x="2745" y="2745"/>
                </a:cubicBezTo>
                <a:cubicBezTo>
                  <a:pt x="4575" y="915"/>
                  <a:pt x="6786" y="0"/>
                  <a:pt x="9380" y="0"/>
                </a:cubicBezTo>
                <a:cubicBezTo>
                  <a:pt x="11972" y="0"/>
                  <a:pt x="14126" y="915"/>
                  <a:pt x="15843" y="2745"/>
                </a:cubicBezTo>
                <a:cubicBezTo>
                  <a:pt x="17558" y="4575"/>
                  <a:pt x="18415" y="6786"/>
                  <a:pt x="18415" y="9380"/>
                </a:cubicBezTo>
                <a:cubicBezTo>
                  <a:pt x="18415" y="11972"/>
                  <a:pt x="17558" y="14183"/>
                  <a:pt x="15843" y="16014"/>
                </a:cubicBezTo>
                <a:cubicBezTo>
                  <a:pt x="14126" y="17843"/>
                  <a:pt x="11972" y="18758"/>
                  <a:pt x="9380" y="18758"/>
                </a:cubicBezTo>
                <a:moveTo>
                  <a:pt x="9380" y="56849"/>
                </a:moveTo>
                <a:cubicBezTo>
                  <a:pt x="6786" y="56849"/>
                  <a:pt x="4575" y="55933"/>
                  <a:pt x="2745" y="54103"/>
                </a:cubicBezTo>
                <a:cubicBezTo>
                  <a:pt x="915" y="52273"/>
                  <a:pt x="0" y="50061"/>
                  <a:pt x="0" y="47469"/>
                </a:cubicBezTo>
                <a:cubicBezTo>
                  <a:pt x="0" y="44876"/>
                  <a:pt x="915" y="42665"/>
                  <a:pt x="2745" y="40835"/>
                </a:cubicBezTo>
                <a:cubicBezTo>
                  <a:pt x="4575" y="39004"/>
                  <a:pt x="6786" y="38089"/>
                  <a:pt x="9380" y="38089"/>
                </a:cubicBezTo>
                <a:cubicBezTo>
                  <a:pt x="11972" y="38089"/>
                  <a:pt x="14126" y="39004"/>
                  <a:pt x="15843" y="40835"/>
                </a:cubicBezTo>
                <a:cubicBezTo>
                  <a:pt x="17558" y="42665"/>
                  <a:pt x="18415" y="44876"/>
                  <a:pt x="18415" y="47469"/>
                </a:cubicBezTo>
                <a:cubicBezTo>
                  <a:pt x="18415" y="50061"/>
                  <a:pt x="17558" y="52273"/>
                  <a:pt x="15843" y="54103"/>
                </a:cubicBezTo>
                <a:cubicBezTo>
                  <a:pt x="14126" y="55933"/>
                  <a:pt x="11972" y="56849"/>
                  <a:pt x="9380" y="56849"/>
                </a:cubicBezTo>
                <a:moveTo>
                  <a:pt x="9380" y="94938"/>
                </a:moveTo>
                <a:cubicBezTo>
                  <a:pt x="6786" y="94938"/>
                  <a:pt x="4575" y="94023"/>
                  <a:pt x="2745" y="92194"/>
                </a:cubicBezTo>
                <a:cubicBezTo>
                  <a:pt x="915" y="90364"/>
                  <a:pt x="0" y="88152"/>
                  <a:pt x="0" y="85558"/>
                </a:cubicBezTo>
                <a:cubicBezTo>
                  <a:pt x="0" y="82966"/>
                  <a:pt x="915" y="80755"/>
                  <a:pt x="2745" y="78926"/>
                </a:cubicBezTo>
                <a:cubicBezTo>
                  <a:pt x="4575" y="77095"/>
                  <a:pt x="6786" y="76180"/>
                  <a:pt x="9380" y="76180"/>
                </a:cubicBezTo>
                <a:cubicBezTo>
                  <a:pt x="11972" y="76180"/>
                  <a:pt x="14126" y="77095"/>
                  <a:pt x="15843" y="78926"/>
                </a:cubicBezTo>
                <a:cubicBezTo>
                  <a:pt x="17558" y="80755"/>
                  <a:pt x="18415" y="82966"/>
                  <a:pt x="18415" y="85558"/>
                </a:cubicBezTo>
                <a:cubicBezTo>
                  <a:pt x="18415" y="88152"/>
                  <a:pt x="17558" y="90364"/>
                  <a:pt x="15843" y="92194"/>
                </a:cubicBezTo>
                <a:cubicBezTo>
                  <a:pt x="14126" y="94023"/>
                  <a:pt x="11972" y="94938"/>
                  <a:pt x="9380" y="94938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…">
            <a:extLst xmlns:a="http://schemas.openxmlformats.org/drawingml/2006/main">
              <a:ext uri="{FF2B5EF4-FFF2-40B4-BE49-F238E27FC236}">
                <a16:creationId xmlns:a16="http://schemas.microsoft.com/office/drawing/2014/main" id="{60CF4254-62D0-4A86-BFA9-E081E20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398" y="3441220"/>
            <a:ext cx="72592" cy="72592"/>
          </a:xfrm>
          <a:custGeom xmlns:a="http://schemas.openxmlformats.org/drawingml/2006/main">
            <a:pathLst>
              <a:path w="72592" h="72592">
                <a:moveTo>
                  <a:pt x="16014" y="15973"/>
                </a:moveTo>
                <a:cubicBezTo>
                  <a:pt x="14180" y="17807"/>
                  <a:pt x="11970" y="18724"/>
                  <a:pt x="9383" y="18724"/>
                </a:cubicBezTo>
                <a:cubicBezTo>
                  <a:pt x="6794" y="18724"/>
                  <a:pt x="4584" y="17807"/>
                  <a:pt x="2751" y="15974"/>
                </a:cubicBezTo>
                <a:cubicBezTo>
                  <a:pt x="917" y="14140"/>
                  <a:pt x="0" y="11929"/>
                  <a:pt x="1" y="9342"/>
                </a:cubicBezTo>
                <a:cubicBezTo>
                  <a:pt x="0" y="6754"/>
                  <a:pt x="917" y="4543"/>
                  <a:pt x="2751" y="2709"/>
                </a:cubicBezTo>
                <a:cubicBezTo>
                  <a:pt x="4584" y="876"/>
                  <a:pt x="6754" y="0"/>
                  <a:pt x="9262" y="81"/>
                </a:cubicBezTo>
                <a:cubicBezTo>
                  <a:pt x="11768" y="161"/>
                  <a:pt x="13938" y="1119"/>
                  <a:pt x="15772" y="2953"/>
                </a:cubicBezTo>
                <a:cubicBezTo>
                  <a:pt x="17605" y="4786"/>
                  <a:pt x="18563" y="6956"/>
                  <a:pt x="18644" y="9463"/>
                </a:cubicBezTo>
                <a:cubicBezTo>
                  <a:pt x="18724" y="11970"/>
                  <a:pt x="17847" y="14140"/>
                  <a:pt x="16014" y="15973"/>
                </a:cubicBezTo>
                <a:moveTo>
                  <a:pt x="42949" y="42907"/>
                </a:moveTo>
                <a:cubicBezTo>
                  <a:pt x="41115" y="44741"/>
                  <a:pt x="38904" y="45658"/>
                  <a:pt x="36316" y="45657"/>
                </a:cubicBezTo>
                <a:cubicBezTo>
                  <a:pt x="33728" y="45657"/>
                  <a:pt x="31517" y="44741"/>
                  <a:pt x="29684" y="42907"/>
                </a:cubicBezTo>
                <a:cubicBezTo>
                  <a:pt x="27851" y="41074"/>
                  <a:pt x="26934" y="38863"/>
                  <a:pt x="26934" y="36275"/>
                </a:cubicBezTo>
                <a:cubicBezTo>
                  <a:pt x="26933" y="33687"/>
                  <a:pt x="27850" y="31477"/>
                  <a:pt x="29684" y="29643"/>
                </a:cubicBezTo>
                <a:cubicBezTo>
                  <a:pt x="31517" y="27809"/>
                  <a:pt x="33687" y="26933"/>
                  <a:pt x="36195" y="27014"/>
                </a:cubicBezTo>
                <a:cubicBezTo>
                  <a:pt x="38702" y="27095"/>
                  <a:pt x="40872" y="28053"/>
                  <a:pt x="42705" y="29886"/>
                </a:cubicBezTo>
                <a:cubicBezTo>
                  <a:pt x="44539" y="31719"/>
                  <a:pt x="45496" y="33889"/>
                  <a:pt x="45577" y="36396"/>
                </a:cubicBezTo>
                <a:cubicBezTo>
                  <a:pt x="45658" y="38904"/>
                  <a:pt x="44782" y="41074"/>
                  <a:pt x="42949" y="42907"/>
                </a:cubicBezTo>
                <a:moveTo>
                  <a:pt x="69882" y="69841"/>
                </a:moveTo>
                <a:cubicBezTo>
                  <a:pt x="68048" y="71675"/>
                  <a:pt x="65837" y="72592"/>
                  <a:pt x="63251" y="72592"/>
                </a:cubicBezTo>
                <a:cubicBezTo>
                  <a:pt x="60662" y="72592"/>
                  <a:pt x="58451" y="71675"/>
                  <a:pt x="56617" y="69841"/>
                </a:cubicBezTo>
                <a:cubicBezTo>
                  <a:pt x="54784" y="68007"/>
                  <a:pt x="53868" y="65797"/>
                  <a:pt x="53868" y="63209"/>
                </a:cubicBezTo>
                <a:cubicBezTo>
                  <a:pt x="53868" y="60622"/>
                  <a:pt x="54784" y="58411"/>
                  <a:pt x="56618" y="56577"/>
                </a:cubicBezTo>
                <a:cubicBezTo>
                  <a:pt x="58451" y="54744"/>
                  <a:pt x="60622" y="53868"/>
                  <a:pt x="63130" y="53948"/>
                </a:cubicBezTo>
                <a:cubicBezTo>
                  <a:pt x="65636" y="54029"/>
                  <a:pt x="67805" y="54986"/>
                  <a:pt x="69639" y="56819"/>
                </a:cubicBezTo>
                <a:cubicBezTo>
                  <a:pt x="71473" y="58653"/>
                  <a:pt x="72430" y="60823"/>
                  <a:pt x="72512" y="63330"/>
                </a:cubicBezTo>
                <a:cubicBezTo>
                  <a:pt x="72592" y="65837"/>
                  <a:pt x="71715" y="68007"/>
                  <a:pt x="69882" y="69841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…">
            <a:extLst xmlns:a="http://schemas.openxmlformats.org/drawingml/2006/main">
              <a:ext uri="{FF2B5EF4-FFF2-40B4-BE49-F238E27FC236}">
                <a16:creationId xmlns:a16="http://schemas.microsoft.com/office/drawing/2014/main" id="{269493BA-9E7A-42C1-A72F-2127A6A7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612" y="3434118"/>
            <a:ext cx="18415" cy="94938"/>
          </a:xfrm>
          <a:custGeom xmlns:a="http://schemas.openxmlformats.org/drawingml/2006/main">
            <a:pathLst>
              <a:path w="18415" h="94938">
                <a:moveTo>
                  <a:pt x="9380" y="18758"/>
                </a:moveTo>
                <a:cubicBezTo>
                  <a:pt x="6786" y="18758"/>
                  <a:pt x="4575" y="17843"/>
                  <a:pt x="2745" y="16014"/>
                </a:cubicBezTo>
                <a:cubicBezTo>
                  <a:pt x="915" y="14183"/>
                  <a:pt x="0" y="11972"/>
                  <a:pt x="0" y="9380"/>
                </a:cubicBezTo>
                <a:cubicBezTo>
                  <a:pt x="0" y="6786"/>
                  <a:pt x="915" y="4575"/>
                  <a:pt x="2745" y="2745"/>
                </a:cubicBezTo>
                <a:cubicBezTo>
                  <a:pt x="4575" y="915"/>
                  <a:pt x="6786" y="0"/>
                  <a:pt x="9380" y="0"/>
                </a:cubicBezTo>
                <a:cubicBezTo>
                  <a:pt x="11972" y="0"/>
                  <a:pt x="14126" y="915"/>
                  <a:pt x="15843" y="2745"/>
                </a:cubicBezTo>
                <a:cubicBezTo>
                  <a:pt x="17558" y="4575"/>
                  <a:pt x="18415" y="6786"/>
                  <a:pt x="18415" y="9380"/>
                </a:cubicBezTo>
                <a:cubicBezTo>
                  <a:pt x="18415" y="11972"/>
                  <a:pt x="17558" y="14183"/>
                  <a:pt x="15843" y="16014"/>
                </a:cubicBezTo>
                <a:cubicBezTo>
                  <a:pt x="14126" y="17843"/>
                  <a:pt x="11972" y="18758"/>
                  <a:pt x="9380" y="18758"/>
                </a:cubicBezTo>
                <a:moveTo>
                  <a:pt x="9380" y="56849"/>
                </a:moveTo>
                <a:cubicBezTo>
                  <a:pt x="6786" y="56849"/>
                  <a:pt x="4575" y="55933"/>
                  <a:pt x="2745" y="54103"/>
                </a:cubicBezTo>
                <a:cubicBezTo>
                  <a:pt x="915" y="52273"/>
                  <a:pt x="0" y="50061"/>
                  <a:pt x="0" y="47469"/>
                </a:cubicBezTo>
                <a:cubicBezTo>
                  <a:pt x="0" y="44876"/>
                  <a:pt x="915" y="42665"/>
                  <a:pt x="2745" y="40835"/>
                </a:cubicBezTo>
                <a:cubicBezTo>
                  <a:pt x="4575" y="39004"/>
                  <a:pt x="6786" y="38089"/>
                  <a:pt x="9380" y="38089"/>
                </a:cubicBezTo>
                <a:cubicBezTo>
                  <a:pt x="11972" y="38089"/>
                  <a:pt x="14126" y="39004"/>
                  <a:pt x="15843" y="40835"/>
                </a:cubicBezTo>
                <a:cubicBezTo>
                  <a:pt x="17558" y="42665"/>
                  <a:pt x="18415" y="44876"/>
                  <a:pt x="18415" y="47469"/>
                </a:cubicBezTo>
                <a:cubicBezTo>
                  <a:pt x="18415" y="50061"/>
                  <a:pt x="17558" y="52273"/>
                  <a:pt x="15843" y="54103"/>
                </a:cubicBezTo>
                <a:cubicBezTo>
                  <a:pt x="14126" y="55933"/>
                  <a:pt x="11972" y="56849"/>
                  <a:pt x="9380" y="56849"/>
                </a:cubicBezTo>
                <a:moveTo>
                  <a:pt x="9380" y="94938"/>
                </a:moveTo>
                <a:cubicBezTo>
                  <a:pt x="6786" y="94938"/>
                  <a:pt x="4575" y="94023"/>
                  <a:pt x="2745" y="92194"/>
                </a:cubicBezTo>
                <a:cubicBezTo>
                  <a:pt x="915" y="90364"/>
                  <a:pt x="0" y="88152"/>
                  <a:pt x="0" y="85558"/>
                </a:cubicBezTo>
                <a:cubicBezTo>
                  <a:pt x="0" y="82966"/>
                  <a:pt x="915" y="80755"/>
                  <a:pt x="2745" y="78926"/>
                </a:cubicBezTo>
                <a:cubicBezTo>
                  <a:pt x="4575" y="77095"/>
                  <a:pt x="6786" y="76180"/>
                  <a:pt x="9380" y="76180"/>
                </a:cubicBezTo>
                <a:cubicBezTo>
                  <a:pt x="11972" y="76180"/>
                  <a:pt x="14126" y="77095"/>
                  <a:pt x="15843" y="78926"/>
                </a:cubicBezTo>
                <a:cubicBezTo>
                  <a:pt x="17558" y="80755"/>
                  <a:pt x="18415" y="82966"/>
                  <a:pt x="18415" y="85558"/>
                </a:cubicBezTo>
                <a:cubicBezTo>
                  <a:pt x="18415" y="88152"/>
                  <a:pt x="17558" y="90364"/>
                  <a:pt x="15843" y="92194"/>
                </a:cubicBezTo>
                <a:cubicBezTo>
                  <a:pt x="14126" y="94023"/>
                  <a:pt x="11972" y="94938"/>
                  <a:pt x="9380" y="94938"/>
                </a:cubicBez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Value-ActionAlignmentRate">
            <a:extLst xmlns:a="http://schemas.openxmlformats.org/drawingml/2006/main">
              <a:ext uri="{FF2B5EF4-FFF2-40B4-BE49-F238E27FC236}">
                <a16:creationId xmlns:a16="http://schemas.microsoft.com/office/drawing/2014/main" id="{9AC9E333-0C08-4AD6-9E93-DE7E913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49" y="1786525"/>
            <a:ext cx="1798844" cy="145841"/>
          </a:xfrm>
          <a:custGeom xmlns:a="http://schemas.openxmlformats.org/drawingml/2006/main">
            <a:pathLst>
              <a:path w="1798844" h="145841">
                <a:moveTo>
                  <a:pt x="50902" y="81356"/>
                </a:moveTo>
                <a:cubicBezTo>
                  <a:pt x="55859" y="69251"/>
                  <a:pt x="60672" y="57074"/>
                  <a:pt x="65342" y="44826"/>
                </a:cubicBezTo>
                <a:cubicBezTo>
                  <a:pt x="70013" y="32576"/>
                  <a:pt x="74207" y="20827"/>
                  <a:pt x="77924" y="9580"/>
                </a:cubicBezTo>
                <a:cubicBezTo>
                  <a:pt x="80308" y="10057"/>
                  <a:pt x="82406" y="10296"/>
                  <a:pt x="84216" y="10296"/>
                </a:cubicBezTo>
                <a:cubicBezTo>
                  <a:pt x="86027" y="10296"/>
                  <a:pt x="88125" y="10057"/>
                  <a:pt x="90509" y="9580"/>
                </a:cubicBezTo>
                <a:cubicBezTo>
                  <a:pt x="88125" y="15203"/>
                  <a:pt x="85264" y="21971"/>
                  <a:pt x="81928" y="29883"/>
                </a:cubicBezTo>
                <a:cubicBezTo>
                  <a:pt x="78593" y="37794"/>
                  <a:pt x="75114" y="46182"/>
                  <a:pt x="71491" y="55047"/>
                </a:cubicBezTo>
                <a:cubicBezTo>
                  <a:pt x="67869" y="63912"/>
                  <a:pt x="64294" y="72920"/>
                  <a:pt x="60767" y="82072"/>
                </a:cubicBezTo>
                <a:cubicBezTo>
                  <a:pt x="57240" y="91222"/>
                  <a:pt x="54095" y="99800"/>
                  <a:pt x="51331" y="107807"/>
                </a:cubicBezTo>
                <a:cubicBezTo>
                  <a:pt x="49425" y="107617"/>
                  <a:pt x="47327" y="107522"/>
                  <a:pt x="45039" y="107522"/>
                </a:cubicBezTo>
                <a:cubicBezTo>
                  <a:pt x="42751" y="107522"/>
                  <a:pt x="40655" y="107617"/>
                  <a:pt x="38749" y="107807"/>
                </a:cubicBezTo>
                <a:cubicBezTo>
                  <a:pt x="37318" y="103995"/>
                  <a:pt x="35578" y="99373"/>
                  <a:pt x="33529" y="93940"/>
                </a:cubicBezTo>
                <a:cubicBezTo>
                  <a:pt x="31479" y="88506"/>
                  <a:pt x="29287" y="82739"/>
                  <a:pt x="26951" y="76639"/>
                </a:cubicBezTo>
                <a:cubicBezTo>
                  <a:pt x="24616" y="70538"/>
                  <a:pt x="22162" y="64294"/>
                  <a:pt x="19587" y="57907"/>
                </a:cubicBezTo>
                <a:cubicBezTo>
                  <a:pt x="17014" y="51521"/>
                  <a:pt x="14536" y="45348"/>
                  <a:pt x="12152" y="39391"/>
                </a:cubicBezTo>
                <a:cubicBezTo>
                  <a:pt x="9770" y="33433"/>
                  <a:pt x="7530" y="27881"/>
                  <a:pt x="5432" y="22733"/>
                </a:cubicBezTo>
                <a:cubicBezTo>
                  <a:pt x="3337" y="17586"/>
                  <a:pt x="1526" y="13202"/>
                  <a:pt x="0" y="9580"/>
                </a:cubicBezTo>
                <a:cubicBezTo>
                  <a:pt x="2193" y="9770"/>
                  <a:pt x="4362" y="9938"/>
                  <a:pt x="6506" y="10082"/>
                </a:cubicBezTo>
                <a:cubicBezTo>
                  <a:pt x="8651" y="10224"/>
                  <a:pt x="10772" y="10296"/>
                  <a:pt x="12868" y="10296"/>
                </a:cubicBezTo>
                <a:cubicBezTo>
                  <a:pt x="14965" y="10296"/>
                  <a:pt x="17062" y="10224"/>
                  <a:pt x="19160" y="10082"/>
                </a:cubicBezTo>
                <a:cubicBezTo>
                  <a:pt x="21257" y="9938"/>
                  <a:pt x="23355" y="9770"/>
                  <a:pt x="25452" y="9580"/>
                </a:cubicBezTo>
                <a:cubicBezTo>
                  <a:pt x="27072" y="14918"/>
                  <a:pt x="28907" y="20542"/>
                  <a:pt x="30956" y="26451"/>
                </a:cubicBezTo>
                <a:cubicBezTo>
                  <a:pt x="33006" y="32361"/>
                  <a:pt x="35126" y="38389"/>
                  <a:pt x="37318" y="44538"/>
                </a:cubicBezTo>
                <a:cubicBezTo>
                  <a:pt x="39510" y="50686"/>
                  <a:pt x="41774" y="56858"/>
                  <a:pt x="44110" y="63054"/>
                </a:cubicBezTo>
                <a:cubicBezTo>
                  <a:pt x="46446" y="69250"/>
                  <a:pt x="48710" y="75351"/>
                  <a:pt x="50902" y="81356"/>
                </a:cubicBezTo>
                <a:close/>
                <a:moveTo>
                  <a:pt x="126681" y="86075"/>
                </a:moveTo>
                <a:cubicBezTo>
                  <a:pt x="126681" y="81977"/>
                  <a:pt x="126705" y="78855"/>
                  <a:pt x="126753" y="76709"/>
                </a:cubicBezTo>
                <a:cubicBezTo>
                  <a:pt x="126801" y="74564"/>
                  <a:pt x="126825" y="72681"/>
                  <a:pt x="126825" y="71061"/>
                </a:cubicBezTo>
                <a:cubicBezTo>
                  <a:pt x="124822" y="72205"/>
                  <a:pt x="122701" y="73136"/>
                  <a:pt x="120461" y="73851"/>
                </a:cubicBezTo>
                <a:cubicBezTo>
                  <a:pt x="118221" y="74565"/>
                  <a:pt x="116172" y="75471"/>
                  <a:pt x="114313" y="76567"/>
                </a:cubicBezTo>
                <a:cubicBezTo>
                  <a:pt x="112454" y="77663"/>
                  <a:pt x="110929" y="79164"/>
                  <a:pt x="109738" y="81070"/>
                </a:cubicBezTo>
                <a:cubicBezTo>
                  <a:pt x="108547" y="82977"/>
                  <a:pt x="107951" y="85741"/>
                  <a:pt x="107951" y="89363"/>
                </a:cubicBezTo>
                <a:cubicBezTo>
                  <a:pt x="107951" y="92890"/>
                  <a:pt x="108690" y="95583"/>
                  <a:pt x="110168" y="97442"/>
                </a:cubicBezTo>
                <a:cubicBezTo>
                  <a:pt x="111646" y="99301"/>
                  <a:pt x="113623" y="100230"/>
                  <a:pt x="116100" y="100230"/>
                </a:cubicBezTo>
                <a:cubicBezTo>
                  <a:pt x="119246" y="100230"/>
                  <a:pt x="121796" y="99039"/>
                  <a:pt x="123749" y="96657"/>
                </a:cubicBezTo>
                <a:cubicBezTo>
                  <a:pt x="125704" y="94273"/>
                  <a:pt x="126681" y="90746"/>
                  <a:pt x="126681" y="86075"/>
                </a:cubicBezTo>
                <a:moveTo>
                  <a:pt x="92795" y="47184"/>
                </a:moveTo>
                <a:cubicBezTo>
                  <a:pt x="96799" y="43943"/>
                  <a:pt x="101112" y="41465"/>
                  <a:pt x="105735" y="39749"/>
                </a:cubicBezTo>
                <a:cubicBezTo>
                  <a:pt x="110358" y="38032"/>
                  <a:pt x="114957" y="37174"/>
                  <a:pt x="119532" y="37174"/>
                </a:cubicBezTo>
                <a:cubicBezTo>
                  <a:pt x="123345" y="37174"/>
                  <a:pt x="126848" y="37603"/>
                  <a:pt x="130041" y="38461"/>
                </a:cubicBezTo>
                <a:cubicBezTo>
                  <a:pt x="133235" y="39320"/>
                  <a:pt x="135999" y="40678"/>
                  <a:pt x="138334" y="42537"/>
                </a:cubicBezTo>
                <a:cubicBezTo>
                  <a:pt x="140670" y="44396"/>
                  <a:pt x="142480" y="46803"/>
                  <a:pt x="143766" y="49758"/>
                </a:cubicBezTo>
                <a:cubicBezTo>
                  <a:pt x="145053" y="52712"/>
                  <a:pt x="145697" y="56287"/>
                  <a:pt x="145697" y="60482"/>
                </a:cubicBezTo>
                <a:cubicBezTo>
                  <a:pt x="145697" y="66582"/>
                  <a:pt x="145626" y="72229"/>
                  <a:pt x="145483" y="77425"/>
                </a:cubicBezTo>
                <a:cubicBezTo>
                  <a:pt x="145341" y="82619"/>
                  <a:pt x="145269" y="87789"/>
                  <a:pt x="145269" y="92937"/>
                </a:cubicBezTo>
                <a:cubicBezTo>
                  <a:pt x="145269" y="95225"/>
                  <a:pt x="145436" y="97012"/>
                  <a:pt x="145769" y="98299"/>
                </a:cubicBezTo>
                <a:cubicBezTo>
                  <a:pt x="146104" y="99587"/>
                  <a:pt x="146604" y="100564"/>
                  <a:pt x="147270" y="101232"/>
                </a:cubicBezTo>
                <a:cubicBezTo>
                  <a:pt x="147938" y="101898"/>
                  <a:pt x="148819" y="102326"/>
                  <a:pt x="149914" y="102517"/>
                </a:cubicBezTo>
                <a:cubicBezTo>
                  <a:pt x="151011" y="102707"/>
                  <a:pt x="152274" y="102803"/>
                  <a:pt x="153704" y="102803"/>
                </a:cubicBezTo>
                <a:lnTo>
                  <a:pt x="153704" y="106234"/>
                </a:lnTo>
                <a:cubicBezTo>
                  <a:pt x="150940" y="107379"/>
                  <a:pt x="148605" y="108237"/>
                  <a:pt x="146698" y="108809"/>
                </a:cubicBezTo>
                <a:cubicBezTo>
                  <a:pt x="144792" y="109380"/>
                  <a:pt x="142742" y="109666"/>
                  <a:pt x="140550" y="109666"/>
                </a:cubicBezTo>
                <a:cubicBezTo>
                  <a:pt x="137023" y="109666"/>
                  <a:pt x="134164" y="108809"/>
                  <a:pt x="131972" y="107094"/>
                </a:cubicBezTo>
                <a:cubicBezTo>
                  <a:pt x="129780" y="105378"/>
                  <a:pt x="128112" y="102899"/>
                  <a:pt x="126967" y="99659"/>
                </a:cubicBezTo>
                <a:cubicBezTo>
                  <a:pt x="124775" y="102709"/>
                  <a:pt x="122225" y="105139"/>
                  <a:pt x="119318" y="106950"/>
                </a:cubicBezTo>
                <a:cubicBezTo>
                  <a:pt x="116410" y="108761"/>
                  <a:pt x="112765" y="109666"/>
                  <a:pt x="108381" y="109666"/>
                </a:cubicBezTo>
                <a:cubicBezTo>
                  <a:pt x="104758" y="109666"/>
                  <a:pt x="101659" y="109189"/>
                  <a:pt x="99085" y="108235"/>
                </a:cubicBezTo>
                <a:cubicBezTo>
                  <a:pt x="96512" y="107282"/>
                  <a:pt x="94391" y="105925"/>
                  <a:pt x="92723" y="104162"/>
                </a:cubicBezTo>
                <a:cubicBezTo>
                  <a:pt x="91054" y="102397"/>
                  <a:pt x="89839" y="100395"/>
                  <a:pt x="89077" y="98155"/>
                </a:cubicBezTo>
                <a:cubicBezTo>
                  <a:pt x="88315" y="95916"/>
                  <a:pt x="87934" y="93652"/>
                  <a:pt x="87934" y="91364"/>
                </a:cubicBezTo>
                <a:cubicBezTo>
                  <a:pt x="87934" y="88219"/>
                  <a:pt x="88434" y="85503"/>
                  <a:pt x="89435" y="83215"/>
                </a:cubicBezTo>
                <a:cubicBezTo>
                  <a:pt x="90436" y="80927"/>
                  <a:pt x="91865" y="78973"/>
                  <a:pt x="93724" y="77353"/>
                </a:cubicBezTo>
                <a:cubicBezTo>
                  <a:pt x="95583" y="75732"/>
                  <a:pt x="97799" y="74374"/>
                  <a:pt x="100372" y="73277"/>
                </a:cubicBezTo>
                <a:cubicBezTo>
                  <a:pt x="102946" y="72181"/>
                  <a:pt x="105854" y="71251"/>
                  <a:pt x="109094" y="70489"/>
                </a:cubicBezTo>
                <a:cubicBezTo>
                  <a:pt x="113099" y="69536"/>
                  <a:pt x="116268" y="68703"/>
                  <a:pt x="118602" y="67989"/>
                </a:cubicBezTo>
                <a:cubicBezTo>
                  <a:pt x="120938" y="67273"/>
                  <a:pt x="122678" y="66558"/>
                  <a:pt x="123821" y="65844"/>
                </a:cubicBezTo>
                <a:cubicBezTo>
                  <a:pt x="124966" y="65129"/>
                  <a:pt x="125704" y="64342"/>
                  <a:pt x="126038" y="63484"/>
                </a:cubicBezTo>
                <a:cubicBezTo>
                  <a:pt x="126372" y="62625"/>
                  <a:pt x="126539" y="61577"/>
                  <a:pt x="126539" y="60338"/>
                </a:cubicBezTo>
                <a:cubicBezTo>
                  <a:pt x="126539" y="56906"/>
                  <a:pt x="125323" y="53976"/>
                  <a:pt x="122892" y="51545"/>
                </a:cubicBezTo>
                <a:cubicBezTo>
                  <a:pt x="120461" y="49113"/>
                  <a:pt x="117101" y="47897"/>
                  <a:pt x="112812" y="47897"/>
                </a:cubicBezTo>
                <a:cubicBezTo>
                  <a:pt x="111192" y="47897"/>
                  <a:pt x="109523" y="48112"/>
                  <a:pt x="107807" y="48541"/>
                </a:cubicBezTo>
                <a:cubicBezTo>
                  <a:pt x="106092" y="48970"/>
                  <a:pt x="104448" y="49566"/>
                  <a:pt x="102874" y="50330"/>
                </a:cubicBezTo>
                <a:cubicBezTo>
                  <a:pt x="101302" y="51092"/>
                  <a:pt x="99872" y="51926"/>
                  <a:pt x="98585" y="52832"/>
                </a:cubicBezTo>
                <a:cubicBezTo>
                  <a:pt x="97299" y="53737"/>
                  <a:pt x="96323" y="54714"/>
                  <a:pt x="95655" y="55763"/>
                </a:cubicBezTo>
                <a:lnTo>
                  <a:pt x="94654" y="55763"/>
                </a:lnTo>
                <a:lnTo>
                  <a:pt x="92795" y="47184"/>
                </a:lnTo>
                <a:close/>
                <a:moveTo>
                  <a:pt x="166288" y="49470"/>
                </a:moveTo>
                <a:cubicBezTo>
                  <a:pt x="166288" y="40130"/>
                  <a:pt x="166192" y="31551"/>
                  <a:pt x="166000" y="23735"/>
                </a:cubicBezTo>
                <a:cubicBezTo>
                  <a:pt x="165810" y="15919"/>
                  <a:pt x="165524" y="8007"/>
                  <a:pt x="165143" y="0"/>
                </a:cubicBezTo>
                <a:cubicBezTo>
                  <a:pt x="166382" y="191"/>
                  <a:pt x="167955" y="358"/>
                  <a:pt x="169862" y="502"/>
                </a:cubicBezTo>
                <a:cubicBezTo>
                  <a:pt x="171769" y="644"/>
                  <a:pt x="173771" y="716"/>
                  <a:pt x="175868" y="716"/>
                </a:cubicBezTo>
                <a:cubicBezTo>
                  <a:pt x="177964" y="716"/>
                  <a:pt x="179965" y="644"/>
                  <a:pt x="181872" y="502"/>
                </a:cubicBezTo>
                <a:cubicBezTo>
                  <a:pt x="183779" y="358"/>
                  <a:pt x="185352" y="191"/>
                  <a:pt x="186591" y="0"/>
                </a:cubicBezTo>
                <a:cubicBezTo>
                  <a:pt x="186210" y="8007"/>
                  <a:pt x="185924" y="15919"/>
                  <a:pt x="185732" y="23735"/>
                </a:cubicBezTo>
                <a:cubicBezTo>
                  <a:pt x="185541" y="31551"/>
                  <a:pt x="185446" y="40130"/>
                  <a:pt x="185446" y="49470"/>
                </a:cubicBezTo>
                <a:lnTo>
                  <a:pt x="185446" y="58765"/>
                </a:lnTo>
                <a:cubicBezTo>
                  <a:pt x="185446" y="68107"/>
                  <a:pt x="185541" y="76686"/>
                  <a:pt x="185732" y="84502"/>
                </a:cubicBezTo>
                <a:cubicBezTo>
                  <a:pt x="185924" y="92319"/>
                  <a:pt x="186210" y="100087"/>
                  <a:pt x="186591" y="107807"/>
                </a:cubicBezTo>
                <a:cubicBezTo>
                  <a:pt x="185352" y="107617"/>
                  <a:pt x="183779" y="107522"/>
                  <a:pt x="181872" y="107522"/>
                </a:cubicBezTo>
                <a:cubicBezTo>
                  <a:pt x="179965" y="107522"/>
                  <a:pt x="177964" y="107522"/>
                  <a:pt x="175868" y="107522"/>
                </a:cubicBezTo>
                <a:cubicBezTo>
                  <a:pt x="173771" y="107522"/>
                  <a:pt x="171769" y="107522"/>
                  <a:pt x="169862" y="107522"/>
                </a:cubicBezTo>
                <a:cubicBezTo>
                  <a:pt x="167955" y="107522"/>
                  <a:pt x="166382" y="107617"/>
                  <a:pt x="165143" y="107807"/>
                </a:cubicBezTo>
                <a:cubicBezTo>
                  <a:pt x="165524" y="100087"/>
                  <a:pt x="165810" y="92319"/>
                  <a:pt x="166000" y="84502"/>
                </a:cubicBezTo>
                <a:cubicBezTo>
                  <a:pt x="166192" y="76686"/>
                  <a:pt x="166288" y="68107"/>
                  <a:pt x="166288" y="58765"/>
                </a:cubicBezTo>
                <a:lnTo>
                  <a:pt x="166288" y="49470"/>
                </a:lnTo>
                <a:close/>
                <a:moveTo>
                  <a:pt x="247357" y="97512"/>
                </a:moveTo>
                <a:cubicBezTo>
                  <a:pt x="244688" y="101516"/>
                  <a:pt x="241566" y="104543"/>
                  <a:pt x="237991" y="106592"/>
                </a:cubicBezTo>
                <a:cubicBezTo>
                  <a:pt x="234417" y="108642"/>
                  <a:pt x="230343" y="109666"/>
                  <a:pt x="225769" y="109666"/>
                </a:cubicBezTo>
                <a:cubicBezTo>
                  <a:pt x="218619" y="109666"/>
                  <a:pt x="213114" y="107665"/>
                  <a:pt x="209253" y="103662"/>
                </a:cubicBezTo>
                <a:cubicBezTo>
                  <a:pt x="205393" y="99658"/>
                  <a:pt x="203463" y="93033"/>
                  <a:pt x="203463" y="83787"/>
                </a:cubicBezTo>
                <a:cubicBezTo>
                  <a:pt x="203463" y="78926"/>
                  <a:pt x="203558" y="74637"/>
                  <a:pt x="203749" y="70919"/>
                </a:cubicBezTo>
                <a:cubicBezTo>
                  <a:pt x="203939" y="67201"/>
                  <a:pt x="204035" y="63484"/>
                  <a:pt x="204035" y="59766"/>
                </a:cubicBezTo>
                <a:cubicBezTo>
                  <a:pt x="204035" y="56716"/>
                  <a:pt x="203963" y="53404"/>
                  <a:pt x="203819" y="49830"/>
                </a:cubicBezTo>
                <a:cubicBezTo>
                  <a:pt x="203676" y="46255"/>
                  <a:pt x="203510" y="42656"/>
                  <a:pt x="203319" y="39033"/>
                </a:cubicBezTo>
                <a:cubicBezTo>
                  <a:pt x="204558" y="39224"/>
                  <a:pt x="206131" y="39391"/>
                  <a:pt x="208038" y="39535"/>
                </a:cubicBezTo>
                <a:cubicBezTo>
                  <a:pt x="209945" y="39677"/>
                  <a:pt x="211947" y="39749"/>
                  <a:pt x="214044" y="39749"/>
                </a:cubicBezTo>
                <a:cubicBezTo>
                  <a:pt x="216140" y="39749"/>
                  <a:pt x="218142" y="39677"/>
                  <a:pt x="220048" y="39535"/>
                </a:cubicBezTo>
                <a:cubicBezTo>
                  <a:pt x="221955" y="39391"/>
                  <a:pt x="223528" y="39224"/>
                  <a:pt x="224768" y="39033"/>
                </a:cubicBezTo>
                <a:cubicBezTo>
                  <a:pt x="224100" y="44181"/>
                  <a:pt x="223671" y="50138"/>
                  <a:pt x="223480" y="56906"/>
                </a:cubicBezTo>
                <a:cubicBezTo>
                  <a:pt x="223290" y="63673"/>
                  <a:pt x="223194" y="71395"/>
                  <a:pt x="223194" y="80069"/>
                </a:cubicBezTo>
                <a:cubicBezTo>
                  <a:pt x="223194" y="86075"/>
                  <a:pt x="224219" y="90483"/>
                  <a:pt x="226269" y="93295"/>
                </a:cubicBezTo>
                <a:cubicBezTo>
                  <a:pt x="228318" y="96106"/>
                  <a:pt x="231201" y="97512"/>
                  <a:pt x="234919" y="97512"/>
                </a:cubicBezTo>
                <a:cubicBezTo>
                  <a:pt x="239208" y="97512"/>
                  <a:pt x="242354" y="95654"/>
                  <a:pt x="244355" y="91938"/>
                </a:cubicBezTo>
                <a:cubicBezTo>
                  <a:pt x="246356" y="88220"/>
                  <a:pt x="247357" y="83073"/>
                  <a:pt x="247357" y="76495"/>
                </a:cubicBezTo>
                <a:lnTo>
                  <a:pt x="247357" y="70775"/>
                </a:lnTo>
                <a:cubicBezTo>
                  <a:pt x="247357" y="64961"/>
                  <a:pt x="247286" y="59505"/>
                  <a:pt x="247143" y="54405"/>
                </a:cubicBezTo>
                <a:cubicBezTo>
                  <a:pt x="247001" y="49305"/>
                  <a:pt x="246691" y="44181"/>
                  <a:pt x="246214" y="39033"/>
                </a:cubicBezTo>
                <a:cubicBezTo>
                  <a:pt x="248883" y="39510"/>
                  <a:pt x="252457" y="39749"/>
                  <a:pt x="256937" y="39749"/>
                </a:cubicBezTo>
                <a:cubicBezTo>
                  <a:pt x="259130" y="39749"/>
                  <a:pt x="261132" y="39677"/>
                  <a:pt x="262943" y="39535"/>
                </a:cubicBezTo>
                <a:cubicBezTo>
                  <a:pt x="264754" y="39391"/>
                  <a:pt x="266327" y="39224"/>
                  <a:pt x="267662" y="39033"/>
                </a:cubicBezTo>
                <a:cubicBezTo>
                  <a:pt x="267185" y="44181"/>
                  <a:pt x="266875" y="49305"/>
                  <a:pt x="266731" y="54405"/>
                </a:cubicBezTo>
                <a:cubicBezTo>
                  <a:pt x="266588" y="59505"/>
                  <a:pt x="266517" y="64961"/>
                  <a:pt x="266517" y="70775"/>
                </a:cubicBezTo>
                <a:lnTo>
                  <a:pt x="266517" y="76495"/>
                </a:lnTo>
                <a:cubicBezTo>
                  <a:pt x="266517" y="82309"/>
                  <a:pt x="266588" y="87789"/>
                  <a:pt x="266731" y="92937"/>
                </a:cubicBezTo>
                <a:cubicBezTo>
                  <a:pt x="266875" y="98084"/>
                  <a:pt x="267185" y="103041"/>
                  <a:pt x="267662" y="107807"/>
                </a:cubicBezTo>
                <a:cubicBezTo>
                  <a:pt x="265946" y="107617"/>
                  <a:pt x="264254" y="107522"/>
                  <a:pt x="262585" y="107522"/>
                </a:cubicBezTo>
                <a:cubicBezTo>
                  <a:pt x="260917" y="107522"/>
                  <a:pt x="259226" y="107522"/>
                  <a:pt x="257511" y="107522"/>
                </a:cubicBezTo>
                <a:cubicBezTo>
                  <a:pt x="255794" y="107522"/>
                  <a:pt x="254102" y="107522"/>
                  <a:pt x="252434" y="107522"/>
                </a:cubicBezTo>
                <a:cubicBezTo>
                  <a:pt x="250766" y="107522"/>
                  <a:pt x="248978" y="107617"/>
                  <a:pt x="247071" y="107807"/>
                </a:cubicBezTo>
                <a:lnTo>
                  <a:pt x="247645" y="97512"/>
                </a:lnTo>
                <a:lnTo>
                  <a:pt x="247357" y="97512"/>
                </a:lnTo>
                <a:close/>
                <a:moveTo>
                  <a:pt x="301119" y="73635"/>
                </a:moveTo>
                <a:cubicBezTo>
                  <a:pt x="301119" y="77447"/>
                  <a:pt x="301500" y="81022"/>
                  <a:pt x="302262" y="84358"/>
                </a:cubicBezTo>
                <a:cubicBezTo>
                  <a:pt x="303025" y="87695"/>
                  <a:pt x="304193" y="90578"/>
                  <a:pt x="305766" y="93009"/>
                </a:cubicBezTo>
                <a:cubicBezTo>
                  <a:pt x="307338" y="95439"/>
                  <a:pt x="309339" y="97346"/>
                  <a:pt x="311770" y="98729"/>
                </a:cubicBezTo>
                <a:cubicBezTo>
                  <a:pt x="314202" y="100111"/>
                  <a:pt x="317038" y="100802"/>
                  <a:pt x="320278" y="100802"/>
                </a:cubicBezTo>
                <a:cubicBezTo>
                  <a:pt x="326856" y="100802"/>
                  <a:pt x="332718" y="98657"/>
                  <a:pt x="337865" y="94368"/>
                </a:cubicBezTo>
                <a:lnTo>
                  <a:pt x="339580" y="95655"/>
                </a:lnTo>
                <a:lnTo>
                  <a:pt x="336434" y="103662"/>
                </a:lnTo>
                <a:cubicBezTo>
                  <a:pt x="334052" y="105473"/>
                  <a:pt x="331192" y="106926"/>
                  <a:pt x="327855" y="108021"/>
                </a:cubicBezTo>
                <a:cubicBezTo>
                  <a:pt x="324519" y="109118"/>
                  <a:pt x="320134" y="109666"/>
                  <a:pt x="314702" y="109666"/>
                </a:cubicBezTo>
                <a:cubicBezTo>
                  <a:pt x="310032" y="109666"/>
                  <a:pt x="305599" y="109023"/>
                  <a:pt x="301404" y="107735"/>
                </a:cubicBezTo>
                <a:cubicBezTo>
                  <a:pt x="297211" y="106450"/>
                  <a:pt x="293517" y="104329"/>
                  <a:pt x="290323" y="101373"/>
                </a:cubicBezTo>
                <a:cubicBezTo>
                  <a:pt x="287131" y="98418"/>
                  <a:pt x="284605" y="94676"/>
                  <a:pt x="282746" y="90149"/>
                </a:cubicBezTo>
                <a:cubicBezTo>
                  <a:pt x="280887" y="85621"/>
                  <a:pt x="279958" y="80212"/>
                  <a:pt x="279958" y="73921"/>
                </a:cubicBezTo>
                <a:cubicBezTo>
                  <a:pt x="279958" y="67725"/>
                  <a:pt x="280791" y="62340"/>
                  <a:pt x="282458" y="57765"/>
                </a:cubicBezTo>
                <a:cubicBezTo>
                  <a:pt x="284127" y="53190"/>
                  <a:pt x="286439" y="49377"/>
                  <a:pt x="289394" y="46327"/>
                </a:cubicBezTo>
                <a:cubicBezTo>
                  <a:pt x="292350" y="43275"/>
                  <a:pt x="295853" y="40987"/>
                  <a:pt x="299903" y="39463"/>
                </a:cubicBezTo>
                <a:cubicBezTo>
                  <a:pt x="303954" y="37937"/>
                  <a:pt x="308363" y="37174"/>
                  <a:pt x="313129" y="37174"/>
                </a:cubicBezTo>
                <a:cubicBezTo>
                  <a:pt x="322566" y="37174"/>
                  <a:pt x="329786" y="39939"/>
                  <a:pt x="334789" y="45467"/>
                </a:cubicBezTo>
                <a:cubicBezTo>
                  <a:pt x="339794" y="50995"/>
                  <a:pt x="342296" y="58812"/>
                  <a:pt x="342296" y="68916"/>
                </a:cubicBezTo>
                <a:lnTo>
                  <a:pt x="342296" y="71920"/>
                </a:lnTo>
                <a:cubicBezTo>
                  <a:pt x="342296" y="72777"/>
                  <a:pt x="342249" y="73349"/>
                  <a:pt x="342154" y="73635"/>
                </a:cubicBezTo>
                <a:lnTo>
                  <a:pt x="301119" y="73635"/>
                </a:lnTo>
                <a:moveTo>
                  <a:pt x="323139" y="67201"/>
                </a:moveTo>
                <a:cubicBezTo>
                  <a:pt x="322947" y="60052"/>
                  <a:pt x="322064" y="54333"/>
                  <a:pt x="320492" y="50044"/>
                </a:cubicBezTo>
                <a:cubicBezTo>
                  <a:pt x="318920" y="45754"/>
                  <a:pt x="316275" y="43608"/>
                  <a:pt x="312557" y="43608"/>
                </a:cubicBezTo>
                <a:cubicBezTo>
                  <a:pt x="310460" y="43608"/>
                  <a:pt x="308696" y="44323"/>
                  <a:pt x="307267" y="45753"/>
                </a:cubicBezTo>
                <a:cubicBezTo>
                  <a:pt x="305837" y="47183"/>
                  <a:pt x="304693" y="49018"/>
                  <a:pt x="303835" y="51259"/>
                </a:cubicBezTo>
                <a:cubicBezTo>
                  <a:pt x="302977" y="53499"/>
                  <a:pt x="302333" y="56025"/>
                  <a:pt x="301904" y="58837"/>
                </a:cubicBezTo>
                <a:cubicBezTo>
                  <a:pt x="301476" y="61648"/>
                  <a:pt x="301215" y="64436"/>
                  <a:pt x="301119" y="67201"/>
                </a:cubicBezTo>
                <a:lnTo>
                  <a:pt x="323139" y="67201"/>
                </a:lnTo>
                <a:close/>
                <a:moveTo>
                  <a:pt x="388337" y="68344"/>
                </a:moveTo>
                <a:lnTo>
                  <a:pt x="388337" y="84072"/>
                </a:lnTo>
                <a:lnTo>
                  <a:pt x="352736" y="84072"/>
                </a:lnTo>
                <a:lnTo>
                  <a:pt x="352736" y="68344"/>
                </a:lnTo>
                <a:lnTo>
                  <a:pt x="388337" y="68344"/>
                </a:lnTo>
                <a:close/>
                <a:moveTo>
                  <a:pt x="437093" y="36461"/>
                </a:moveTo>
                <a:cubicBezTo>
                  <a:pt x="434615" y="42180"/>
                  <a:pt x="432279" y="47828"/>
                  <a:pt x="430087" y="53404"/>
                </a:cubicBezTo>
                <a:cubicBezTo>
                  <a:pt x="427896" y="58979"/>
                  <a:pt x="425751" y="64674"/>
                  <a:pt x="423654" y="70489"/>
                </a:cubicBezTo>
                <a:lnTo>
                  <a:pt x="449819" y="70489"/>
                </a:lnTo>
                <a:cubicBezTo>
                  <a:pt x="447722" y="64674"/>
                  <a:pt x="445648" y="58979"/>
                  <a:pt x="443599" y="53404"/>
                </a:cubicBezTo>
                <a:cubicBezTo>
                  <a:pt x="441549" y="47828"/>
                  <a:pt x="439381" y="42180"/>
                  <a:pt x="437093" y="36461"/>
                </a:cubicBezTo>
                <a:moveTo>
                  <a:pt x="487709" y="107807"/>
                </a:moveTo>
                <a:cubicBezTo>
                  <a:pt x="485421" y="107617"/>
                  <a:pt x="483252" y="107522"/>
                  <a:pt x="481203" y="107522"/>
                </a:cubicBezTo>
                <a:cubicBezTo>
                  <a:pt x="479154" y="107522"/>
                  <a:pt x="477128" y="107522"/>
                  <a:pt x="475127" y="107522"/>
                </a:cubicBezTo>
                <a:cubicBezTo>
                  <a:pt x="473125" y="107522"/>
                  <a:pt x="471100" y="107522"/>
                  <a:pt x="469051" y="107522"/>
                </a:cubicBezTo>
                <a:cubicBezTo>
                  <a:pt x="467001" y="107522"/>
                  <a:pt x="464975" y="107617"/>
                  <a:pt x="462972" y="107807"/>
                </a:cubicBezTo>
                <a:cubicBezTo>
                  <a:pt x="461448" y="103137"/>
                  <a:pt x="459875" y="98371"/>
                  <a:pt x="458253" y="93511"/>
                </a:cubicBezTo>
                <a:cubicBezTo>
                  <a:pt x="456633" y="88648"/>
                  <a:pt x="454918" y="83787"/>
                  <a:pt x="453107" y="78926"/>
                </a:cubicBezTo>
                <a:cubicBezTo>
                  <a:pt x="450057" y="78830"/>
                  <a:pt x="447007" y="78759"/>
                  <a:pt x="443957" y="78712"/>
                </a:cubicBezTo>
                <a:cubicBezTo>
                  <a:pt x="440907" y="78664"/>
                  <a:pt x="437857" y="78640"/>
                  <a:pt x="434807" y="78640"/>
                </a:cubicBezTo>
                <a:cubicBezTo>
                  <a:pt x="432328" y="78640"/>
                  <a:pt x="429850" y="78664"/>
                  <a:pt x="427371" y="78712"/>
                </a:cubicBezTo>
                <a:cubicBezTo>
                  <a:pt x="424893" y="78759"/>
                  <a:pt x="422414" y="78830"/>
                  <a:pt x="419936" y="78926"/>
                </a:cubicBezTo>
                <a:cubicBezTo>
                  <a:pt x="418029" y="83787"/>
                  <a:pt x="416266" y="88648"/>
                  <a:pt x="414645" y="93511"/>
                </a:cubicBezTo>
                <a:cubicBezTo>
                  <a:pt x="413025" y="98371"/>
                  <a:pt x="411547" y="103137"/>
                  <a:pt x="410212" y="107807"/>
                </a:cubicBezTo>
                <a:cubicBezTo>
                  <a:pt x="409069" y="107617"/>
                  <a:pt x="407949" y="107522"/>
                  <a:pt x="406852" y="107522"/>
                </a:cubicBezTo>
                <a:cubicBezTo>
                  <a:pt x="405757" y="107522"/>
                  <a:pt x="404637" y="107522"/>
                  <a:pt x="403492" y="107522"/>
                </a:cubicBezTo>
                <a:cubicBezTo>
                  <a:pt x="402349" y="107522"/>
                  <a:pt x="401205" y="107522"/>
                  <a:pt x="400060" y="107522"/>
                </a:cubicBezTo>
                <a:cubicBezTo>
                  <a:pt x="398917" y="107522"/>
                  <a:pt x="397679" y="107617"/>
                  <a:pt x="396345" y="107807"/>
                </a:cubicBezTo>
                <a:cubicBezTo>
                  <a:pt x="397488" y="105329"/>
                  <a:pt x="399013" y="101898"/>
                  <a:pt x="400918" y="97514"/>
                </a:cubicBezTo>
                <a:cubicBezTo>
                  <a:pt x="402825" y="93129"/>
                  <a:pt x="404922" y="88172"/>
                  <a:pt x="407210" y="82643"/>
                </a:cubicBezTo>
                <a:cubicBezTo>
                  <a:pt x="409498" y="77115"/>
                  <a:pt x="411952" y="71181"/>
                  <a:pt x="414573" y="64843"/>
                </a:cubicBezTo>
                <a:cubicBezTo>
                  <a:pt x="417196" y="58503"/>
                  <a:pt x="419817" y="52092"/>
                  <a:pt x="422438" y="45611"/>
                </a:cubicBezTo>
                <a:cubicBezTo>
                  <a:pt x="425059" y="39128"/>
                  <a:pt x="427632" y="32742"/>
                  <a:pt x="430157" y="26451"/>
                </a:cubicBezTo>
                <a:cubicBezTo>
                  <a:pt x="432684" y="20161"/>
                  <a:pt x="434996" y="14298"/>
                  <a:pt x="437093" y="8864"/>
                </a:cubicBezTo>
                <a:cubicBezTo>
                  <a:pt x="438047" y="9055"/>
                  <a:pt x="438952" y="9222"/>
                  <a:pt x="439809" y="9366"/>
                </a:cubicBezTo>
                <a:cubicBezTo>
                  <a:pt x="440667" y="9509"/>
                  <a:pt x="441573" y="9580"/>
                  <a:pt x="442528" y="9580"/>
                </a:cubicBezTo>
                <a:cubicBezTo>
                  <a:pt x="443480" y="9580"/>
                  <a:pt x="444386" y="9509"/>
                  <a:pt x="445244" y="9366"/>
                </a:cubicBezTo>
                <a:cubicBezTo>
                  <a:pt x="446102" y="9222"/>
                  <a:pt x="447007" y="9055"/>
                  <a:pt x="447960" y="8864"/>
                </a:cubicBezTo>
                <a:cubicBezTo>
                  <a:pt x="451010" y="16967"/>
                  <a:pt x="454275" y="25642"/>
                  <a:pt x="457754" y="34888"/>
                </a:cubicBezTo>
                <a:cubicBezTo>
                  <a:pt x="461233" y="44134"/>
                  <a:pt x="464736" y="53214"/>
                  <a:pt x="468263" y="62127"/>
                </a:cubicBezTo>
                <a:cubicBezTo>
                  <a:pt x="471790" y="71038"/>
                  <a:pt x="475221" y="79497"/>
                  <a:pt x="478556" y="87504"/>
                </a:cubicBezTo>
                <a:cubicBezTo>
                  <a:pt x="481893" y="95511"/>
                  <a:pt x="484944" y="102279"/>
                  <a:pt x="487709" y="107807"/>
                </a:cubicBezTo>
                <a:close/>
                <a:moveTo>
                  <a:pt x="549335" y="58765"/>
                </a:moveTo>
                <a:cubicBezTo>
                  <a:pt x="548572" y="54475"/>
                  <a:pt x="547070" y="51020"/>
                  <a:pt x="544830" y="48399"/>
                </a:cubicBezTo>
                <a:cubicBezTo>
                  <a:pt x="542590" y="45778"/>
                  <a:pt x="539277" y="44468"/>
                  <a:pt x="534892" y="44468"/>
                </a:cubicBezTo>
                <a:cubicBezTo>
                  <a:pt x="529173" y="44468"/>
                  <a:pt x="524884" y="47065"/>
                  <a:pt x="522024" y="52261"/>
                </a:cubicBezTo>
                <a:cubicBezTo>
                  <a:pt x="519165" y="57455"/>
                  <a:pt x="517735" y="64675"/>
                  <a:pt x="517735" y="73921"/>
                </a:cubicBezTo>
                <a:cubicBezTo>
                  <a:pt x="517735" y="82595"/>
                  <a:pt x="519546" y="89245"/>
                  <a:pt x="523168" y="93868"/>
                </a:cubicBezTo>
                <a:cubicBezTo>
                  <a:pt x="526791" y="98491"/>
                  <a:pt x="532081" y="100802"/>
                  <a:pt x="539040" y="100802"/>
                </a:cubicBezTo>
                <a:cubicBezTo>
                  <a:pt x="541995" y="100802"/>
                  <a:pt x="544855" y="100111"/>
                  <a:pt x="547618" y="98729"/>
                </a:cubicBezTo>
                <a:cubicBezTo>
                  <a:pt x="550383" y="97346"/>
                  <a:pt x="552432" y="95797"/>
                  <a:pt x="553766" y="94082"/>
                </a:cubicBezTo>
                <a:lnTo>
                  <a:pt x="555483" y="95511"/>
                </a:lnTo>
                <a:cubicBezTo>
                  <a:pt x="554816" y="96845"/>
                  <a:pt x="554243" y="98227"/>
                  <a:pt x="553766" y="99659"/>
                </a:cubicBezTo>
                <a:cubicBezTo>
                  <a:pt x="553289" y="101088"/>
                  <a:pt x="552813" y="102518"/>
                  <a:pt x="552337" y="103948"/>
                </a:cubicBezTo>
                <a:cubicBezTo>
                  <a:pt x="550240" y="105568"/>
                  <a:pt x="547594" y="106926"/>
                  <a:pt x="544400" y="108021"/>
                </a:cubicBezTo>
                <a:cubicBezTo>
                  <a:pt x="541207" y="109118"/>
                  <a:pt x="537419" y="109666"/>
                  <a:pt x="533033" y="109666"/>
                </a:cubicBezTo>
                <a:cubicBezTo>
                  <a:pt x="526075" y="109666"/>
                  <a:pt x="520213" y="108666"/>
                  <a:pt x="515447" y="106664"/>
                </a:cubicBezTo>
                <a:cubicBezTo>
                  <a:pt x="510682" y="104663"/>
                  <a:pt x="506845" y="101947"/>
                  <a:pt x="503938" y="98515"/>
                </a:cubicBezTo>
                <a:cubicBezTo>
                  <a:pt x="501030" y="95083"/>
                  <a:pt x="498957" y="91198"/>
                  <a:pt x="497718" y="86861"/>
                </a:cubicBezTo>
                <a:cubicBezTo>
                  <a:pt x="496479" y="82523"/>
                  <a:pt x="495859" y="78163"/>
                  <a:pt x="495859" y="73779"/>
                </a:cubicBezTo>
                <a:cubicBezTo>
                  <a:pt x="495859" y="68536"/>
                  <a:pt x="496740" y="63674"/>
                  <a:pt x="498503" y="59194"/>
                </a:cubicBezTo>
                <a:cubicBezTo>
                  <a:pt x="500268" y="54715"/>
                  <a:pt x="502794" y="50854"/>
                  <a:pt x="506083" y="47614"/>
                </a:cubicBezTo>
                <a:cubicBezTo>
                  <a:pt x="509371" y="44372"/>
                  <a:pt x="513351" y="41821"/>
                  <a:pt x="518021" y="39963"/>
                </a:cubicBezTo>
                <a:cubicBezTo>
                  <a:pt x="522691" y="38104"/>
                  <a:pt x="527887" y="37174"/>
                  <a:pt x="533607" y="37174"/>
                </a:cubicBezTo>
                <a:cubicBezTo>
                  <a:pt x="539040" y="37174"/>
                  <a:pt x="543638" y="37794"/>
                  <a:pt x="547402" y="39033"/>
                </a:cubicBezTo>
                <a:cubicBezTo>
                  <a:pt x="551168" y="40272"/>
                  <a:pt x="554767" y="41893"/>
                  <a:pt x="558199" y="43894"/>
                </a:cubicBezTo>
                <a:cubicBezTo>
                  <a:pt x="557055" y="45801"/>
                  <a:pt x="555982" y="48137"/>
                  <a:pt x="554981" y="50902"/>
                </a:cubicBezTo>
                <a:cubicBezTo>
                  <a:pt x="553981" y="53665"/>
                  <a:pt x="553242" y="56286"/>
                  <a:pt x="552765" y="58765"/>
                </a:cubicBezTo>
                <a:lnTo>
                  <a:pt x="549335" y="58765"/>
                </a:lnTo>
                <a:close/>
                <a:moveTo>
                  <a:pt x="606382" y="39749"/>
                </a:moveTo>
                <a:cubicBezTo>
                  <a:pt x="606097" y="41178"/>
                  <a:pt x="605954" y="42465"/>
                  <a:pt x="605954" y="43608"/>
                </a:cubicBezTo>
                <a:cubicBezTo>
                  <a:pt x="605954" y="44847"/>
                  <a:pt x="606097" y="46039"/>
                  <a:pt x="606382" y="47184"/>
                </a:cubicBezTo>
                <a:lnTo>
                  <a:pt x="593800" y="46898"/>
                </a:lnTo>
                <a:cubicBezTo>
                  <a:pt x="593609" y="49090"/>
                  <a:pt x="593443" y="51616"/>
                  <a:pt x="593300" y="54475"/>
                </a:cubicBezTo>
                <a:cubicBezTo>
                  <a:pt x="593158" y="57335"/>
                  <a:pt x="593062" y="60242"/>
                  <a:pt x="593014" y="63198"/>
                </a:cubicBezTo>
                <a:cubicBezTo>
                  <a:pt x="592966" y="66152"/>
                  <a:pt x="592918" y="69011"/>
                  <a:pt x="592870" y="71776"/>
                </a:cubicBezTo>
                <a:cubicBezTo>
                  <a:pt x="592822" y="74541"/>
                  <a:pt x="592798" y="76876"/>
                  <a:pt x="592798" y="78782"/>
                </a:cubicBezTo>
                <a:cubicBezTo>
                  <a:pt x="592798" y="83739"/>
                  <a:pt x="592918" y="87742"/>
                  <a:pt x="593156" y="90792"/>
                </a:cubicBezTo>
                <a:cubicBezTo>
                  <a:pt x="593395" y="93842"/>
                  <a:pt x="593800" y="96178"/>
                  <a:pt x="594371" y="97800"/>
                </a:cubicBezTo>
                <a:cubicBezTo>
                  <a:pt x="594944" y="99420"/>
                  <a:pt x="595755" y="100516"/>
                  <a:pt x="596802" y="101088"/>
                </a:cubicBezTo>
                <a:cubicBezTo>
                  <a:pt x="597850" y="101659"/>
                  <a:pt x="599185" y="101945"/>
                  <a:pt x="600805" y="101945"/>
                </a:cubicBezTo>
                <a:cubicBezTo>
                  <a:pt x="602617" y="101945"/>
                  <a:pt x="603952" y="101826"/>
                  <a:pt x="604809" y="101587"/>
                </a:cubicBezTo>
                <a:cubicBezTo>
                  <a:pt x="605667" y="101349"/>
                  <a:pt x="606525" y="100992"/>
                  <a:pt x="607383" y="100516"/>
                </a:cubicBezTo>
                <a:lnTo>
                  <a:pt x="607383" y="106378"/>
                </a:lnTo>
                <a:cubicBezTo>
                  <a:pt x="605476" y="107236"/>
                  <a:pt x="603093" y="107999"/>
                  <a:pt x="600234" y="108665"/>
                </a:cubicBezTo>
                <a:cubicBezTo>
                  <a:pt x="597374" y="109332"/>
                  <a:pt x="594563" y="109666"/>
                  <a:pt x="591799" y="109666"/>
                </a:cubicBezTo>
                <a:cubicBezTo>
                  <a:pt x="579693" y="109666"/>
                  <a:pt x="573641" y="102422"/>
                  <a:pt x="573641" y="87934"/>
                </a:cubicBezTo>
                <a:cubicBezTo>
                  <a:pt x="573641" y="85169"/>
                  <a:pt x="573688" y="82047"/>
                  <a:pt x="573782" y="78568"/>
                </a:cubicBezTo>
                <a:cubicBezTo>
                  <a:pt x="573878" y="75089"/>
                  <a:pt x="573998" y="71515"/>
                  <a:pt x="574140" y="67845"/>
                </a:cubicBezTo>
                <a:cubicBezTo>
                  <a:pt x="574283" y="64175"/>
                  <a:pt x="574401" y="60553"/>
                  <a:pt x="574496" y="56978"/>
                </a:cubicBezTo>
                <a:cubicBezTo>
                  <a:pt x="574592" y="53403"/>
                  <a:pt x="574640" y="50090"/>
                  <a:pt x="574640" y="47040"/>
                </a:cubicBezTo>
                <a:lnTo>
                  <a:pt x="564632" y="47184"/>
                </a:lnTo>
                <a:cubicBezTo>
                  <a:pt x="564917" y="46039"/>
                  <a:pt x="565060" y="44847"/>
                  <a:pt x="565060" y="43608"/>
                </a:cubicBezTo>
                <a:cubicBezTo>
                  <a:pt x="565060" y="42465"/>
                  <a:pt x="564917" y="41178"/>
                  <a:pt x="564632" y="39749"/>
                </a:cubicBezTo>
                <a:lnTo>
                  <a:pt x="574640" y="40179"/>
                </a:lnTo>
                <a:cubicBezTo>
                  <a:pt x="574640" y="37223"/>
                  <a:pt x="574592" y="34459"/>
                  <a:pt x="574496" y="31886"/>
                </a:cubicBezTo>
                <a:cubicBezTo>
                  <a:pt x="574401" y="29311"/>
                  <a:pt x="574259" y="26213"/>
                  <a:pt x="574068" y="22592"/>
                </a:cubicBezTo>
                <a:cubicBezTo>
                  <a:pt x="577405" y="21256"/>
                  <a:pt x="580693" y="19850"/>
                  <a:pt x="583934" y="18372"/>
                </a:cubicBezTo>
                <a:cubicBezTo>
                  <a:pt x="587175" y="16894"/>
                  <a:pt x="590416" y="15345"/>
                  <a:pt x="593658" y="13725"/>
                </a:cubicBezTo>
                <a:lnTo>
                  <a:pt x="595087" y="14727"/>
                </a:lnTo>
                <a:cubicBezTo>
                  <a:pt x="594896" y="16252"/>
                  <a:pt x="594729" y="18040"/>
                  <a:pt x="594585" y="20089"/>
                </a:cubicBezTo>
                <a:cubicBezTo>
                  <a:pt x="594443" y="22139"/>
                  <a:pt x="594300" y="24283"/>
                  <a:pt x="594157" y="26523"/>
                </a:cubicBezTo>
                <a:cubicBezTo>
                  <a:pt x="594015" y="28763"/>
                  <a:pt x="593920" y="31051"/>
                  <a:pt x="593872" y="33387"/>
                </a:cubicBezTo>
                <a:cubicBezTo>
                  <a:pt x="593824" y="35721"/>
                  <a:pt x="593800" y="37937"/>
                  <a:pt x="593800" y="40035"/>
                </a:cubicBezTo>
                <a:lnTo>
                  <a:pt x="606382" y="39749"/>
                </a:lnTo>
                <a:close/>
                <a:moveTo>
                  <a:pt x="617393" y="12010"/>
                </a:moveTo>
                <a:cubicBezTo>
                  <a:pt x="617393" y="8864"/>
                  <a:pt x="618489" y="6195"/>
                  <a:pt x="620680" y="4003"/>
                </a:cubicBezTo>
                <a:cubicBezTo>
                  <a:pt x="622874" y="1812"/>
                  <a:pt x="625544" y="716"/>
                  <a:pt x="628690" y="716"/>
                </a:cubicBezTo>
                <a:cubicBezTo>
                  <a:pt x="631834" y="716"/>
                  <a:pt x="634502" y="1812"/>
                  <a:pt x="636694" y="4003"/>
                </a:cubicBezTo>
                <a:cubicBezTo>
                  <a:pt x="638888" y="6195"/>
                  <a:pt x="639984" y="8864"/>
                  <a:pt x="639984" y="12010"/>
                </a:cubicBezTo>
                <a:cubicBezTo>
                  <a:pt x="639984" y="15156"/>
                  <a:pt x="638888" y="17825"/>
                  <a:pt x="636694" y="20017"/>
                </a:cubicBezTo>
                <a:cubicBezTo>
                  <a:pt x="634502" y="22209"/>
                  <a:pt x="631834" y="23305"/>
                  <a:pt x="628690" y="23305"/>
                </a:cubicBezTo>
                <a:cubicBezTo>
                  <a:pt x="625544" y="23305"/>
                  <a:pt x="622874" y="22209"/>
                  <a:pt x="620680" y="20017"/>
                </a:cubicBezTo>
                <a:cubicBezTo>
                  <a:pt x="618489" y="17825"/>
                  <a:pt x="617393" y="15156"/>
                  <a:pt x="617393" y="12010"/>
                </a:cubicBezTo>
                <a:moveTo>
                  <a:pt x="619110" y="70775"/>
                </a:moveTo>
                <a:cubicBezTo>
                  <a:pt x="619110" y="64961"/>
                  <a:pt x="619038" y="59505"/>
                  <a:pt x="618894" y="54405"/>
                </a:cubicBezTo>
                <a:cubicBezTo>
                  <a:pt x="618751" y="49305"/>
                  <a:pt x="618441" y="44181"/>
                  <a:pt x="617964" y="39033"/>
                </a:cubicBezTo>
                <a:cubicBezTo>
                  <a:pt x="619299" y="39224"/>
                  <a:pt x="620872" y="39391"/>
                  <a:pt x="622683" y="39535"/>
                </a:cubicBezTo>
                <a:cubicBezTo>
                  <a:pt x="624494" y="39677"/>
                  <a:pt x="626496" y="39749"/>
                  <a:pt x="628690" y="39749"/>
                </a:cubicBezTo>
                <a:cubicBezTo>
                  <a:pt x="633169" y="39749"/>
                  <a:pt x="636744" y="39510"/>
                  <a:pt x="639413" y="39033"/>
                </a:cubicBezTo>
                <a:cubicBezTo>
                  <a:pt x="638936" y="44181"/>
                  <a:pt x="638625" y="49305"/>
                  <a:pt x="638481" y="54405"/>
                </a:cubicBezTo>
                <a:cubicBezTo>
                  <a:pt x="638339" y="59505"/>
                  <a:pt x="638267" y="64961"/>
                  <a:pt x="638267" y="70775"/>
                </a:cubicBezTo>
                <a:lnTo>
                  <a:pt x="638267" y="76495"/>
                </a:lnTo>
                <a:cubicBezTo>
                  <a:pt x="638267" y="82309"/>
                  <a:pt x="638339" y="87789"/>
                  <a:pt x="638481" y="92937"/>
                </a:cubicBezTo>
                <a:cubicBezTo>
                  <a:pt x="638625" y="98084"/>
                  <a:pt x="638936" y="103041"/>
                  <a:pt x="639413" y="107807"/>
                </a:cubicBezTo>
                <a:cubicBezTo>
                  <a:pt x="638174" y="107617"/>
                  <a:pt x="636624" y="107522"/>
                  <a:pt x="634766" y="107522"/>
                </a:cubicBezTo>
                <a:cubicBezTo>
                  <a:pt x="632907" y="107522"/>
                  <a:pt x="630881" y="107522"/>
                  <a:pt x="628690" y="107522"/>
                </a:cubicBezTo>
                <a:cubicBezTo>
                  <a:pt x="626496" y="107522"/>
                  <a:pt x="624494" y="107522"/>
                  <a:pt x="622683" y="107522"/>
                </a:cubicBezTo>
                <a:cubicBezTo>
                  <a:pt x="620872" y="107522"/>
                  <a:pt x="619299" y="107617"/>
                  <a:pt x="617964" y="107807"/>
                </a:cubicBezTo>
                <a:cubicBezTo>
                  <a:pt x="618441" y="103041"/>
                  <a:pt x="618751" y="98084"/>
                  <a:pt x="618894" y="92937"/>
                </a:cubicBezTo>
                <a:cubicBezTo>
                  <a:pt x="619038" y="87789"/>
                  <a:pt x="619110" y="82309"/>
                  <a:pt x="619110" y="76495"/>
                </a:cubicBezTo>
                <a:lnTo>
                  <a:pt x="619110" y="70775"/>
                </a:lnTo>
                <a:close/>
                <a:moveTo>
                  <a:pt x="702180" y="70061"/>
                </a:moveTo>
                <a:cubicBezTo>
                  <a:pt x="702180" y="61672"/>
                  <a:pt x="701132" y="55166"/>
                  <a:pt x="699034" y="50544"/>
                </a:cubicBezTo>
                <a:cubicBezTo>
                  <a:pt x="696937" y="45920"/>
                  <a:pt x="693458" y="43608"/>
                  <a:pt x="688597" y="43608"/>
                </a:cubicBezTo>
                <a:cubicBezTo>
                  <a:pt x="684212" y="43608"/>
                  <a:pt x="680756" y="46182"/>
                  <a:pt x="678230" y="51329"/>
                </a:cubicBezTo>
                <a:cubicBezTo>
                  <a:pt x="675705" y="56477"/>
                  <a:pt x="674442" y="64532"/>
                  <a:pt x="674442" y="75494"/>
                </a:cubicBezTo>
                <a:cubicBezTo>
                  <a:pt x="674442" y="79497"/>
                  <a:pt x="674680" y="83214"/>
                  <a:pt x="675155" y="86647"/>
                </a:cubicBezTo>
                <a:cubicBezTo>
                  <a:pt x="675633" y="90078"/>
                  <a:pt x="676419" y="93057"/>
                  <a:pt x="677516" y="95583"/>
                </a:cubicBezTo>
                <a:cubicBezTo>
                  <a:pt x="678613" y="98108"/>
                  <a:pt x="680043" y="100086"/>
                  <a:pt x="681805" y="101517"/>
                </a:cubicBezTo>
                <a:cubicBezTo>
                  <a:pt x="683570" y="102947"/>
                  <a:pt x="685786" y="103662"/>
                  <a:pt x="688455" y="103662"/>
                </a:cubicBezTo>
                <a:cubicBezTo>
                  <a:pt x="697605" y="103662"/>
                  <a:pt x="702180" y="92462"/>
                  <a:pt x="702180" y="70061"/>
                </a:cubicBezTo>
                <a:moveTo>
                  <a:pt x="653282" y="75350"/>
                </a:moveTo>
                <a:cubicBezTo>
                  <a:pt x="653282" y="68963"/>
                  <a:pt x="654258" y="63388"/>
                  <a:pt x="656212" y="58623"/>
                </a:cubicBezTo>
                <a:cubicBezTo>
                  <a:pt x="658166" y="53856"/>
                  <a:pt x="660764" y="49877"/>
                  <a:pt x="664005" y="46684"/>
                </a:cubicBezTo>
                <a:cubicBezTo>
                  <a:pt x="667245" y="43490"/>
                  <a:pt x="670986" y="41107"/>
                  <a:pt x="675227" y="39535"/>
                </a:cubicBezTo>
                <a:cubicBezTo>
                  <a:pt x="679470" y="37961"/>
                  <a:pt x="683831" y="37174"/>
                  <a:pt x="688311" y="37174"/>
                </a:cubicBezTo>
                <a:cubicBezTo>
                  <a:pt x="699464" y="37174"/>
                  <a:pt x="708091" y="40320"/>
                  <a:pt x="714191" y="46612"/>
                </a:cubicBezTo>
                <a:cubicBezTo>
                  <a:pt x="720291" y="52903"/>
                  <a:pt x="723341" y="61434"/>
                  <a:pt x="723341" y="72206"/>
                </a:cubicBezTo>
                <a:cubicBezTo>
                  <a:pt x="723341" y="78020"/>
                  <a:pt x="722483" y="83262"/>
                  <a:pt x="720766" y="87934"/>
                </a:cubicBezTo>
                <a:cubicBezTo>
                  <a:pt x="719052" y="92604"/>
                  <a:pt x="716645" y="96584"/>
                  <a:pt x="713547" y="99872"/>
                </a:cubicBezTo>
                <a:cubicBezTo>
                  <a:pt x="710449" y="103161"/>
                  <a:pt x="706755" y="105615"/>
                  <a:pt x="702466" y="107236"/>
                </a:cubicBezTo>
                <a:cubicBezTo>
                  <a:pt x="698177" y="108856"/>
                  <a:pt x="693459" y="109666"/>
                  <a:pt x="688311" y="109666"/>
                </a:cubicBezTo>
                <a:cubicBezTo>
                  <a:pt x="684022" y="109666"/>
                  <a:pt x="679804" y="109094"/>
                  <a:pt x="675657" y="107949"/>
                </a:cubicBezTo>
                <a:cubicBezTo>
                  <a:pt x="671511" y="106806"/>
                  <a:pt x="667769" y="104877"/>
                  <a:pt x="664432" y="102161"/>
                </a:cubicBezTo>
                <a:cubicBezTo>
                  <a:pt x="661097" y="99444"/>
                  <a:pt x="658405" y="95893"/>
                  <a:pt x="656356" y="91508"/>
                </a:cubicBezTo>
                <a:cubicBezTo>
                  <a:pt x="654306" y="87123"/>
                  <a:pt x="653282" y="81737"/>
                  <a:pt x="653282" y="75350"/>
                </a:cubicBezTo>
                <a:close/>
                <a:moveTo>
                  <a:pt x="755943" y="49756"/>
                </a:moveTo>
                <a:cubicBezTo>
                  <a:pt x="758612" y="45754"/>
                  <a:pt x="761733" y="42656"/>
                  <a:pt x="765307" y="40464"/>
                </a:cubicBezTo>
                <a:cubicBezTo>
                  <a:pt x="768882" y="38271"/>
                  <a:pt x="772957" y="37174"/>
                  <a:pt x="777531" y="37174"/>
                </a:cubicBezTo>
                <a:cubicBezTo>
                  <a:pt x="784681" y="37174"/>
                  <a:pt x="790186" y="39248"/>
                  <a:pt x="794047" y="43394"/>
                </a:cubicBezTo>
                <a:cubicBezTo>
                  <a:pt x="797907" y="47541"/>
                  <a:pt x="799837" y="54237"/>
                  <a:pt x="799837" y="63484"/>
                </a:cubicBezTo>
                <a:cubicBezTo>
                  <a:pt x="799837" y="68344"/>
                  <a:pt x="799742" y="72634"/>
                  <a:pt x="799551" y="76351"/>
                </a:cubicBezTo>
                <a:cubicBezTo>
                  <a:pt x="799360" y="80069"/>
                  <a:pt x="799265" y="83787"/>
                  <a:pt x="799265" y="87504"/>
                </a:cubicBezTo>
                <a:cubicBezTo>
                  <a:pt x="799265" y="90554"/>
                  <a:pt x="799336" y="93867"/>
                  <a:pt x="799479" y="97442"/>
                </a:cubicBezTo>
                <a:cubicBezTo>
                  <a:pt x="799623" y="101016"/>
                  <a:pt x="799790" y="104471"/>
                  <a:pt x="799981" y="107807"/>
                </a:cubicBezTo>
                <a:cubicBezTo>
                  <a:pt x="798742" y="107617"/>
                  <a:pt x="797169" y="107522"/>
                  <a:pt x="795262" y="107522"/>
                </a:cubicBezTo>
                <a:cubicBezTo>
                  <a:pt x="793355" y="107522"/>
                  <a:pt x="791353" y="107522"/>
                  <a:pt x="789255" y="107522"/>
                </a:cubicBezTo>
                <a:cubicBezTo>
                  <a:pt x="787160" y="107522"/>
                  <a:pt x="785158" y="107522"/>
                  <a:pt x="783251" y="107522"/>
                </a:cubicBezTo>
                <a:cubicBezTo>
                  <a:pt x="781345" y="107522"/>
                  <a:pt x="779772" y="107617"/>
                  <a:pt x="778532" y="107807"/>
                </a:cubicBezTo>
                <a:cubicBezTo>
                  <a:pt x="779200" y="102851"/>
                  <a:pt x="779629" y="97012"/>
                  <a:pt x="779820" y="90293"/>
                </a:cubicBezTo>
                <a:cubicBezTo>
                  <a:pt x="780010" y="83573"/>
                  <a:pt x="780105" y="75876"/>
                  <a:pt x="780105" y="67201"/>
                </a:cubicBezTo>
                <a:cubicBezTo>
                  <a:pt x="780105" y="61196"/>
                  <a:pt x="779081" y="56787"/>
                  <a:pt x="777031" y="53976"/>
                </a:cubicBezTo>
                <a:cubicBezTo>
                  <a:pt x="774982" y="51163"/>
                  <a:pt x="772098" y="49756"/>
                  <a:pt x="768381" y="49756"/>
                </a:cubicBezTo>
                <a:cubicBezTo>
                  <a:pt x="764092" y="49756"/>
                  <a:pt x="760946" y="51615"/>
                  <a:pt x="758945" y="55333"/>
                </a:cubicBezTo>
                <a:cubicBezTo>
                  <a:pt x="756944" y="59050"/>
                  <a:pt x="755943" y="64198"/>
                  <a:pt x="755943" y="70775"/>
                </a:cubicBezTo>
                <a:lnTo>
                  <a:pt x="755943" y="76495"/>
                </a:lnTo>
                <a:cubicBezTo>
                  <a:pt x="755943" y="82309"/>
                  <a:pt x="756014" y="87789"/>
                  <a:pt x="756157" y="92937"/>
                </a:cubicBezTo>
                <a:cubicBezTo>
                  <a:pt x="756299" y="98084"/>
                  <a:pt x="756609" y="103041"/>
                  <a:pt x="757086" y="107807"/>
                </a:cubicBezTo>
                <a:cubicBezTo>
                  <a:pt x="755847" y="107617"/>
                  <a:pt x="754298" y="107522"/>
                  <a:pt x="752439" y="107522"/>
                </a:cubicBezTo>
                <a:cubicBezTo>
                  <a:pt x="750580" y="107522"/>
                  <a:pt x="748555" y="107522"/>
                  <a:pt x="746363" y="107522"/>
                </a:cubicBezTo>
                <a:cubicBezTo>
                  <a:pt x="744170" y="107522"/>
                  <a:pt x="742167" y="107522"/>
                  <a:pt x="740357" y="107522"/>
                </a:cubicBezTo>
                <a:cubicBezTo>
                  <a:pt x="738546" y="107522"/>
                  <a:pt x="736973" y="107617"/>
                  <a:pt x="735638" y="107807"/>
                </a:cubicBezTo>
                <a:cubicBezTo>
                  <a:pt x="736115" y="103041"/>
                  <a:pt x="736424" y="98084"/>
                  <a:pt x="736567" y="92937"/>
                </a:cubicBezTo>
                <a:cubicBezTo>
                  <a:pt x="736711" y="87789"/>
                  <a:pt x="736783" y="82309"/>
                  <a:pt x="736783" y="76495"/>
                </a:cubicBezTo>
                <a:lnTo>
                  <a:pt x="736783" y="70775"/>
                </a:lnTo>
                <a:cubicBezTo>
                  <a:pt x="736783" y="64961"/>
                  <a:pt x="736711" y="59505"/>
                  <a:pt x="736567" y="54405"/>
                </a:cubicBezTo>
                <a:cubicBezTo>
                  <a:pt x="736424" y="49305"/>
                  <a:pt x="736115" y="44181"/>
                  <a:pt x="735638" y="39033"/>
                </a:cubicBezTo>
                <a:cubicBezTo>
                  <a:pt x="737354" y="39224"/>
                  <a:pt x="739046" y="39391"/>
                  <a:pt x="740714" y="39535"/>
                </a:cubicBezTo>
                <a:cubicBezTo>
                  <a:pt x="742383" y="39677"/>
                  <a:pt x="744074" y="39749"/>
                  <a:pt x="745789" y="39749"/>
                </a:cubicBezTo>
                <a:cubicBezTo>
                  <a:pt x="747505" y="39749"/>
                  <a:pt x="749198" y="39677"/>
                  <a:pt x="750866" y="39535"/>
                </a:cubicBezTo>
                <a:cubicBezTo>
                  <a:pt x="752534" y="39391"/>
                  <a:pt x="754322" y="39224"/>
                  <a:pt x="756229" y="39033"/>
                </a:cubicBezTo>
                <a:lnTo>
                  <a:pt x="755655" y="49756"/>
                </a:lnTo>
                <a:lnTo>
                  <a:pt x="755943" y="49756"/>
                </a:lnTo>
                <a:close/>
                <a:moveTo>
                  <a:pt x="884766" y="36461"/>
                </a:moveTo>
                <a:cubicBezTo>
                  <a:pt x="882288" y="42180"/>
                  <a:pt x="879953" y="47828"/>
                  <a:pt x="877761" y="53404"/>
                </a:cubicBezTo>
                <a:cubicBezTo>
                  <a:pt x="875569" y="58979"/>
                  <a:pt x="873424" y="64674"/>
                  <a:pt x="871327" y="70489"/>
                </a:cubicBezTo>
                <a:lnTo>
                  <a:pt x="897492" y="70489"/>
                </a:lnTo>
                <a:cubicBezTo>
                  <a:pt x="895395" y="64674"/>
                  <a:pt x="893322" y="58979"/>
                  <a:pt x="891272" y="53404"/>
                </a:cubicBezTo>
                <a:cubicBezTo>
                  <a:pt x="889223" y="47828"/>
                  <a:pt x="887054" y="42180"/>
                  <a:pt x="884766" y="36461"/>
                </a:cubicBezTo>
                <a:moveTo>
                  <a:pt x="935382" y="107807"/>
                </a:moveTo>
                <a:cubicBezTo>
                  <a:pt x="933094" y="107617"/>
                  <a:pt x="930926" y="107522"/>
                  <a:pt x="928876" y="107522"/>
                </a:cubicBezTo>
                <a:cubicBezTo>
                  <a:pt x="926827" y="107522"/>
                  <a:pt x="924802" y="107522"/>
                  <a:pt x="922800" y="107522"/>
                </a:cubicBezTo>
                <a:cubicBezTo>
                  <a:pt x="920799" y="107522"/>
                  <a:pt x="918773" y="107522"/>
                  <a:pt x="916724" y="107522"/>
                </a:cubicBezTo>
                <a:cubicBezTo>
                  <a:pt x="914675" y="107522"/>
                  <a:pt x="912649" y="107617"/>
                  <a:pt x="910646" y="107807"/>
                </a:cubicBezTo>
                <a:cubicBezTo>
                  <a:pt x="909122" y="103137"/>
                  <a:pt x="907549" y="98371"/>
                  <a:pt x="905927" y="93511"/>
                </a:cubicBezTo>
                <a:cubicBezTo>
                  <a:pt x="904307" y="88648"/>
                  <a:pt x="902591" y="83787"/>
                  <a:pt x="900780" y="78926"/>
                </a:cubicBezTo>
                <a:cubicBezTo>
                  <a:pt x="897730" y="78830"/>
                  <a:pt x="894680" y="78759"/>
                  <a:pt x="891630" y="78712"/>
                </a:cubicBezTo>
                <a:cubicBezTo>
                  <a:pt x="888580" y="78664"/>
                  <a:pt x="885530" y="78640"/>
                  <a:pt x="882480" y="78640"/>
                </a:cubicBezTo>
                <a:cubicBezTo>
                  <a:pt x="880001" y="78640"/>
                  <a:pt x="877523" y="78664"/>
                  <a:pt x="875045" y="78712"/>
                </a:cubicBezTo>
                <a:cubicBezTo>
                  <a:pt x="872566" y="78759"/>
                  <a:pt x="870088" y="78830"/>
                  <a:pt x="867609" y="78926"/>
                </a:cubicBezTo>
                <a:cubicBezTo>
                  <a:pt x="865702" y="83787"/>
                  <a:pt x="863939" y="88648"/>
                  <a:pt x="862319" y="93511"/>
                </a:cubicBezTo>
                <a:cubicBezTo>
                  <a:pt x="860698" y="98371"/>
                  <a:pt x="859221" y="103137"/>
                  <a:pt x="857885" y="107807"/>
                </a:cubicBezTo>
                <a:cubicBezTo>
                  <a:pt x="856742" y="107617"/>
                  <a:pt x="855622" y="107522"/>
                  <a:pt x="854526" y="107522"/>
                </a:cubicBezTo>
                <a:cubicBezTo>
                  <a:pt x="853430" y="107522"/>
                  <a:pt x="852310" y="107522"/>
                  <a:pt x="851166" y="107522"/>
                </a:cubicBezTo>
                <a:cubicBezTo>
                  <a:pt x="850022" y="107522"/>
                  <a:pt x="848879" y="107522"/>
                  <a:pt x="847734" y="107522"/>
                </a:cubicBezTo>
                <a:cubicBezTo>
                  <a:pt x="846591" y="107522"/>
                  <a:pt x="845352" y="107617"/>
                  <a:pt x="844018" y="107807"/>
                </a:cubicBezTo>
                <a:cubicBezTo>
                  <a:pt x="845162" y="105329"/>
                  <a:pt x="846686" y="101898"/>
                  <a:pt x="848591" y="97514"/>
                </a:cubicBezTo>
                <a:cubicBezTo>
                  <a:pt x="850498" y="93129"/>
                  <a:pt x="852595" y="88172"/>
                  <a:pt x="854883" y="82643"/>
                </a:cubicBezTo>
                <a:cubicBezTo>
                  <a:pt x="857171" y="77115"/>
                  <a:pt x="859626" y="71181"/>
                  <a:pt x="862247" y="64843"/>
                </a:cubicBezTo>
                <a:cubicBezTo>
                  <a:pt x="864869" y="58503"/>
                  <a:pt x="867491" y="52092"/>
                  <a:pt x="870112" y="45611"/>
                </a:cubicBezTo>
                <a:cubicBezTo>
                  <a:pt x="872733" y="39128"/>
                  <a:pt x="875306" y="32742"/>
                  <a:pt x="877831" y="26451"/>
                </a:cubicBezTo>
                <a:cubicBezTo>
                  <a:pt x="880357" y="20161"/>
                  <a:pt x="882669" y="14298"/>
                  <a:pt x="884766" y="8864"/>
                </a:cubicBezTo>
                <a:cubicBezTo>
                  <a:pt x="885720" y="9055"/>
                  <a:pt x="886626" y="9222"/>
                  <a:pt x="887483" y="9366"/>
                </a:cubicBezTo>
                <a:cubicBezTo>
                  <a:pt x="888341" y="9509"/>
                  <a:pt x="889247" y="9580"/>
                  <a:pt x="890201" y="9580"/>
                </a:cubicBezTo>
                <a:cubicBezTo>
                  <a:pt x="891154" y="9580"/>
                  <a:pt x="892059" y="9509"/>
                  <a:pt x="892917" y="9366"/>
                </a:cubicBezTo>
                <a:cubicBezTo>
                  <a:pt x="893775" y="9222"/>
                  <a:pt x="894681" y="9055"/>
                  <a:pt x="895633" y="8864"/>
                </a:cubicBezTo>
                <a:cubicBezTo>
                  <a:pt x="898683" y="16967"/>
                  <a:pt x="901948" y="25642"/>
                  <a:pt x="905427" y="34888"/>
                </a:cubicBezTo>
                <a:cubicBezTo>
                  <a:pt x="908906" y="44134"/>
                  <a:pt x="912409" y="53214"/>
                  <a:pt x="915937" y="62127"/>
                </a:cubicBezTo>
                <a:cubicBezTo>
                  <a:pt x="919464" y="71038"/>
                  <a:pt x="922895" y="79497"/>
                  <a:pt x="926230" y="87504"/>
                </a:cubicBezTo>
                <a:cubicBezTo>
                  <a:pt x="929566" y="95511"/>
                  <a:pt x="932617" y="102279"/>
                  <a:pt x="935382" y="107807"/>
                </a:cubicBezTo>
                <a:close/>
                <a:moveTo>
                  <a:pt x="947680" y="49470"/>
                </a:moveTo>
                <a:cubicBezTo>
                  <a:pt x="947680" y="40130"/>
                  <a:pt x="947584" y="31551"/>
                  <a:pt x="947392" y="23735"/>
                </a:cubicBezTo>
                <a:cubicBezTo>
                  <a:pt x="947201" y="15919"/>
                  <a:pt x="946915" y="8007"/>
                  <a:pt x="946534" y="0"/>
                </a:cubicBezTo>
                <a:cubicBezTo>
                  <a:pt x="947773" y="191"/>
                  <a:pt x="949346" y="358"/>
                  <a:pt x="951253" y="502"/>
                </a:cubicBezTo>
                <a:cubicBezTo>
                  <a:pt x="953160" y="644"/>
                  <a:pt x="955162" y="716"/>
                  <a:pt x="957260" y="716"/>
                </a:cubicBezTo>
                <a:cubicBezTo>
                  <a:pt x="959355" y="716"/>
                  <a:pt x="961357" y="644"/>
                  <a:pt x="963264" y="502"/>
                </a:cubicBezTo>
                <a:cubicBezTo>
                  <a:pt x="965170" y="358"/>
                  <a:pt x="966743" y="191"/>
                  <a:pt x="967983" y="0"/>
                </a:cubicBezTo>
                <a:cubicBezTo>
                  <a:pt x="967602" y="8007"/>
                  <a:pt x="967315" y="15919"/>
                  <a:pt x="967123" y="23735"/>
                </a:cubicBezTo>
                <a:cubicBezTo>
                  <a:pt x="966933" y="31551"/>
                  <a:pt x="966837" y="40130"/>
                  <a:pt x="966837" y="49470"/>
                </a:cubicBezTo>
                <a:lnTo>
                  <a:pt x="966837" y="58765"/>
                </a:lnTo>
                <a:cubicBezTo>
                  <a:pt x="966837" y="68107"/>
                  <a:pt x="966933" y="76686"/>
                  <a:pt x="967123" y="84502"/>
                </a:cubicBezTo>
                <a:cubicBezTo>
                  <a:pt x="967315" y="92319"/>
                  <a:pt x="967602" y="100087"/>
                  <a:pt x="967983" y="107807"/>
                </a:cubicBezTo>
                <a:cubicBezTo>
                  <a:pt x="966743" y="107617"/>
                  <a:pt x="965170" y="107522"/>
                  <a:pt x="963264" y="107522"/>
                </a:cubicBezTo>
                <a:cubicBezTo>
                  <a:pt x="961357" y="107522"/>
                  <a:pt x="959355" y="107522"/>
                  <a:pt x="957260" y="107522"/>
                </a:cubicBezTo>
                <a:cubicBezTo>
                  <a:pt x="955162" y="107522"/>
                  <a:pt x="953160" y="107522"/>
                  <a:pt x="951253" y="107522"/>
                </a:cubicBezTo>
                <a:cubicBezTo>
                  <a:pt x="949346" y="107522"/>
                  <a:pt x="947773" y="107617"/>
                  <a:pt x="946534" y="107807"/>
                </a:cubicBezTo>
                <a:cubicBezTo>
                  <a:pt x="946915" y="100087"/>
                  <a:pt x="947201" y="92319"/>
                  <a:pt x="947392" y="84502"/>
                </a:cubicBezTo>
                <a:cubicBezTo>
                  <a:pt x="947584" y="76686"/>
                  <a:pt x="947680" y="68107"/>
                  <a:pt x="947680" y="58765"/>
                </a:cubicBezTo>
                <a:lnTo>
                  <a:pt x="947680" y="49470"/>
                </a:lnTo>
                <a:close/>
                <a:moveTo>
                  <a:pt x="985711" y="12010"/>
                </a:moveTo>
                <a:cubicBezTo>
                  <a:pt x="985711" y="8864"/>
                  <a:pt x="986807" y="6195"/>
                  <a:pt x="988999" y="4003"/>
                </a:cubicBezTo>
                <a:cubicBezTo>
                  <a:pt x="991192" y="1812"/>
                  <a:pt x="993862" y="716"/>
                  <a:pt x="997008" y="716"/>
                </a:cubicBezTo>
                <a:cubicBezTo>
                  <a:pt x="1000152" y="716"/>
                  <a:pt x="1002821" y="1812"/>
                  <a:pt x="1005013" y="4003"/>
                </a:cubicBezTo>
                <a:cubicBezTo>
                  <a:pt x="1007206" y="6195"/>
                  <a:pt x="1008303" y="8864"/>
                  <a:pt x="1008303" y="12010"/>
                </a:cubicBezTo>
                <a:cubicBezTo>
                  <a:pt x="1008303" y="15156"/>
                  <a:pt x="1007206" y="17825"/>
                  <a:pt x="1005013" y="20017"/>
                </a:cubicBezTo>
                <a:cubicBezTo>
                  <a:pt x="1002821" y="22209"/>
                  <a:pt x="1000152" y="23305"/>
                  <a:pt x="997008" y="23305"/>
                </a:cubicBezTo>
                <a:cubicBezTo>
                  <a:pt x="993862" y="23305"/>
                  <a:pt x="991192" y="22209"/>
                  <a:pt x="988999" y="20017"/>
                </a:cubicBezTo>
                <a:cubicBezTo>
                  <a:pt x="986807" y="17825"/>
                  <a:pt x="985711" y="15156"/>
                  <a:pt x="985711" y="12010"/>
                </a:cubicBezTo>
                <a:moveTo>
                  <a:pt x="987428" y="70775"/>
                </a:moveTo>
                <a:cubicBezTo>
                  <a:pt x="987428" y="64961"/>
                  <a:pt x="987356" y="59505"/>
                  <a:pt x="987212" y="54405"/>
                </a:cubicBezTo>
                <a:cubicBezTo>
                  <a:pt x="987069" y="49305"/>
                  <a:pt x="986760" y="44181"/>
                  <a:pt x="986283" y="39033"/>
                </a:cubicBezTo>
                <a:cubicBezTo>
                  <a:pt x="987618" y="39224"/>
                  <a:pt x="989191" y="39391"/>
                  <a:pt x="991002" y="39535"/>
                </a:cubicBezTo>
                <a:cubicBezTo>
                  <a:pt x="992812" y="39677"/>
                  <a:pt x="994815" y="39749"/>
                  <a:pt x="997008" y="39749"/>
                </a:cubicBezTo>
                <a:cubicBezTo>
                  <a:pt x="1001488" y="39749"/>
                  <a:pt x="1005062" y="39510"/>
                  <a:pt x="1007731" y="39033"/>
                </a:cubicBezTo>
                <a:cubicBezTo>
                  <a:pt x="1007254" y="44181"/>
                  <a:pt x="1006943" y="49305"/>
                  <a:pt x="1006799" y="54405"/>
                </a:cubicBezTo>
                <a:cubicBezTo>
                  <a:pt x="1006657" y="59505"/>
                  <a:pt x="1006586" y="64961"/>
                  <a:pt x="1006586" y="70775"/>
                </a:cubicBezTo>
                <a:lnTo>
                  <a:pt x="1006586" y="76495"/>
                </a:lnTo>
                <a:cubicBezTo>
                  <a:pt x="1006586" y="82309"/>
                  <a:pt x="1006657" y="87789"/>
                  <a:pt x="1006799" y="92937"/>
                </a:cubicBezTo>
                <a:cubicBezTo>
                  <a:pt x="1006943" y="98084"/>
                  <a:pt x="1007254" y="103041"/>
                  <a:pt x="1007731" y="107807"/>
                </a:cubicBezTo>
                <a:cubicBezTo>
                  <a:pt x="1006492" y="107617"/>
                  <a:pt x="1004943" y="107522"/>
                  <a:pt x="1003084" y="107522"/>
                </a:cubicBezTo>
                <a:cubicBezTo>
                  <a:pt x="1001225" y="107522"/>
                  <a:pt x="999200" y="107522"/>
                  <a:pt x="997008" y="107522"/>
                </a:cubicBezTo>
                <a:cubicBezTo>
                  <a:pt x="994815" y="107522"/>
                  <a:pt x="992812" y="107522"/>
                  <a:pt x="991002" y="107522"/>
                </a:cubicBezTo>
                <a:cubicBezTo>
                  <a:pt x="989191" y="107522"/>
                  <a:pt x="987618" y="107617"/>
                  <a:pt x="986283" y="107807"/>
                </a:cubicBezTo>
                <a:cubicBezTo>
                  <a:pt x="986760" y="103041"/>
                  <a:pt x="987069" y="98084"/>
                  <a:pt x="987212" y="92937"/>
                </a:cubicBezTo>
                <a:cubicBezTo>
                  <a:pt x="987356" y="87789"/>
                  <a:pt x="987428" y="82309"/>
                  <a:pt x="987428" y="76495"/>
                </a:cubicBezTo>
                <a:lnTo>
                  <a:pt x="987428" y="70775"/>
                </a:lnTo>
                <a:close/>
                <a:moveTo>
                  <a:pt x="1051770" y="43037"/>
                </a:moveTo>
                <a:cubicBezTo>
                  <a:pt x="1045287" y="43037"/>
                  <a:pt x="1042046" y="49328"/>
                  <a:pt x="1042046" y="61911"/>
                </a:cubicBezTo>
                <a:cubicBezTo>
                  <a:pt x="1042046" y="65057"/>
                  <a:pt x="1042331" y="67702"/>
                  <a:pt x="1042903" y="69848"/>
                </a:cubicBezTo>
                <a:cubicBezTo>
                  <a:pt x="1043476" y="71992"/>
                  <a:pt x="1044215" y="73731"/>
                  <a:pt x="1045120" y="75066"/>
                </a:cubicBezTo>
                <a:cubicBezTo>
                  <a:pt x="1046026" y="76400"/>
                  <a:pt x="1047027" y="77353"/>
                  <a:pt x="1048122" y="77924"/>
                </a:cubicBezTo>
                <a:cubicBezTo>
                  <a:pt x="1049218" y="78496"/>
                  <a:pt x="1050339" y="78782"/>
                  <a:pt x="1051484" y="78782"/>
                </a:cubicBezTo>
                <a:cubicBezTo>
                  <a:pt x="1054628" y="78782"/>
                  <a:pt x="1056963" y="77400"/>
                  <a:pt x="1058489" y="74637"/>
                </a:cubicBezTo>
                <a:cubicBezTo>
                  <a:pt x="1060015" y="71872"/>
                  <a:pt x="1060778" y="67201"/>
                  <a:pt x="1060778" y="60623"/>
                </a:cubicBezTo>
                <a:cubicBezTo>
                  <a:pt x="1060778" y="54142"/>
                  <a:pt x="1059920" y="49591"/>
                  <a:pt x="1058203" y="46970"/>
                </a:cubicBezTo>
                <a:cubicBezTo>
                  <a:pt x="1056487" y="44348"/>
                  <a:pt x="1054343" y="43037"/>
                  <a:pt x="1051770" y="43037"/>
                </a:cubicBezTo>
                <a:moveTo>
                  <a:pt x="1073074" y="44468"/>
                </a:moveTo>
                <a:cubicBezTo>
                  <a:pt x="1075456" y="46183"/>
                  <a:pt x="1077339" y="48351"/>
                  <a:pt x="1078720" y="50974"/>
                </a:cubicBezTo>
                <a:cubicBezTo>
                  <a:pt x="1080104" y="53595"/>
                  <a:pt x="1080795" y="56716"/>
                  <a:pt x="1080795" y="60338"/>
                </a:cubicBezTo>
                <a:cubicBezTo>
                  <a:pt x="1080795" y="63865"/>
                  <a:pt x="1080128" y="67082"/>
                  <a:pt x="1078792" y="69989"/>
                </a:cubicBezTo>
                <a:cubicBezTo>
                  <a:pt x="1077459" y="72897"/>
                  <a:pt x="1075576" y="75399"/>
                  <a:pt x="1073144" y="77497"/>
                </a:cubicBezTo>
                <a:cubicBezTo>
                  <a:pt x="1070713" y="79593"/>
                  <a:pt x="1067806" y="81213"/>
                  <a:pt x="1064421" y="82358"/>
                </a:cubicBezTo>
                <a:cubicBezTo>
                  <a:pt x="1061038" y="83501"/>
                  <a:pt x="1057250" y="84072"/>
                  <a:pt x="1053057" y="84072"/>
                </a:cubicBezTo>
                <a:cubicBezTo>
                  <a:pt x="1052008" y="84072"/>
                  <a:pt x="1050983" y="84049"/>
                  <a:pt x="1049981" y="84003"/>
                </a:cubicBezTo>
                <a:cubicBezTo>
                  <a:pt x="1048980" y="83955"/>
                  <a:pt x="1047860" y="83931"/>
                  <a:pt x="1046621" y="83931"/>
                </a:cubicBezTo>
                <a:cubicBezTo>
                  <a:pt x="1045477" y="83931"/>
                  <a:pt x="1044501" y="84455"/>
                  <a:pt x="1043691" y="85504"/>
                </a:cubicBezTo>
                <a:cubicBezTo>
                  <a:pt x="1042881" y="86551"/>
                  <a:pt x="1042475" y="87742"/>
                  <a:pt x="1042475" y="89077"/>
                </a:cubicBezTo>
                <a:cubicBezTo>
                  <a:pt x="1042475" y="91365"/>
                  <a:pt x="1043357" y="93177"/>
                  <a:pt x="1045120" y="94512"/>
                </a:cubicBezTo>
                <a:cubicBezTo>
                  <a:pt x="1046884" y="95846"/>
                  <a:pt x="1049672" y="96560"/>
                  <a:pt x="1053484" y="96654"/>
                </a:cubicBezTo>
                <a:lnTo>
                  <a:pt x="1064066" y="96798"/>
                </a:lnTo>
                <a:cubicBezTo>
                  <a:pt x="1072073" y="96893"/>
                  <a:pt x="1077958" y="98394"/>
                  <a:pt x="1081722" y="101301"/>
                </a:cubicBezTo>
                <a:cubicBezTo>
                  <a:pt x="1085488" y="104209"/>
                  <a:pt x="1087371" y="108856"/>
                  <a:pt x="1087371" y="115243"/>
                </a:cubicBezTo>
                <a:cubicBezTo>
                  <a:pt x="1087371" y="120962"/>
                  <a:pt x="1086203" y="125751"/>
                  <a:pt x="1083867" y="129611"/>
                </a:cubicBezTo>
                <a:cubicBezTo>
                  <a:pt x="1081533" y="133473"/>
                  <a:pt x="1078530" y="136619"/>
                  <a:pt x="1074861" y="139050"/>
                </a:cubicBezTo>
                <a:cubicBezTo>
                  <a:pt x="1071191" y="141480"/>
                  <a:pt x="1067116" y="143220"/>
                  <a:pt x="1062635" y="144268"/>
                </a:cubicBezTo>
                <a:cubicBezTo>
                  <a:pt x="1058155" y="145317"/>
                  <a:pt x="1053818" y="145841"/>
                  <a:pt x="1049625" y="145841"/>
                </a:cubicBezTo>
                <a:cubicBezTo>
                  <a:pt x="1040664" y="145841"/>
                  <a:pt x="1033681" y="144102"/>
                  <a:pt x="1028676" y="140623"/>
                </a:cubicBezTo>
                <a:cubicBezTo>
                  <a:pt x="1023673" y="137143"/>
                  <a:pt x="1021171" y="132544"/>
                  <a:pt x="1021171" y="126823"/>
                </a:cubicBezTo>
                <a:cubicBezTo>
                  <a:pt x="1021171" y="122249"/>
                  <a:pt x="1022433" y="118555"/>
                  <a:pt x="1024958" y="115742"/>
                </a:cubicBezTo>
                <a:cubicBezTo>
                  <a:pt x="1027485" y="112931"/>
                  <a:pt x="1030893" y="110715"/>
                  <a:pt x="1035184" y="109095"/>
                </a:cubicBezTo>
                <a:lnTo>
                  <a:pt x="1035184" y="108809"/>
                </a:lnTo>
                <a:cubicBezTo>
                  <a:pt x="1032706" y="107951"/>
                  <a:pt x="1030728" y="106640"/>
                  <a:pt x="1029250" y="104877"/>
                </a:cubicBezTo>
                <a:cubicBezTo>
                  <a:pt x="1027772" y="103113"/>
                  <a:pt x="1027033" y="100896"/>
                  <a:pt x="1027033" y="98227"/>
                </a:cubicBezTo>
                <a:cubicBezTo>
                  <a:pt x="1027033" y="95081"/>
                  <a:pt x="1028248" y="92031"/>
                  <a:pt x="1030679" y="89077"/>
                </a:cubicBezTo>
                <a:cubicBezTo>
                  <a:pt x="1033109" y="86122"/>
                  <a:pt x="1036327" y="84120"/>
                  <a:pt x="1040331" y="83071"/>
                </a:cubicBezTo>
                <a:lnTo>
                  <a:pt x="1040331" y="82785"/>
                </a:lnTo>
                <a:cubicBezTo>
                  <a:pt x="1034516" y="81356"/>
                  <a:pt x="1030036" y="78782"/>
                  <a:pt x="1026891" y="75064"/>
                </a:cubicBezTo>
                <a:cubicBezTo>
                  <a:pt x="1023649" y="71252"/>
                  <a:pt x="1022028" y="66296"/>
                  <a:pt x="1022028" y="60196"/>
                </a:cubicBezTo>
                <a:cubicBezTo>
                  <a:pt x="1022028" y="56573"/>
                  <a:pt x="1022767" y="53331"/>
                  <a:pt x="1024245" y="50472"/>
                </a:cubicBezTo>
                <a:cubicBezTo>
                  <a:pt x="1025723" y="47612"/>
                  <a:pt x="1027796" y="45206"/>
                  <a:pt x="1030465" y="43253"/>
                </a:cubicBezTo>
                <a:cubicBezTo>
                  <a:pt x="1033134" y="41298"/>
                  <a:pt x="1036327" y="39796"/>
                  <a:pt x="1040045" y="38747"/>
                </a:cubicBezTo>
                <a:cubicBezTo>
                  <a:pt x="1043763" y="37699"/>
                  <a:pt x="1047861" y="37174"/>
                  <a:pt x="1052341" y="37174"/>
                </a:cubicBezTo>
                <a:cubicBezTo>
                  <a:pt x="1054057" y="37174"/>
                  <a:pt x="1055821" y="37246"/>
                  <a:pt x="1057632" y="37390"/>
                </a:cubicBezTo>
                <a:cubicBezTo>
                  <a:pt x="1059443" y="37533"/>
                  <a:pt x="1061206" y="37651"/>
                  <a:pt x="1062922" y="37746"/>
                </a:cubicBezTo>
                <a:cubicBezTo>
                  <a:pt x="1064162" y="37842"/>
                  <a:pt x="1065424" y="37914"/>
                  <a:pt x="1066710" y="37962"/>
                </a:cubicBezTo>
                <a:cubicBezTo>
                  <a:pt x="1067997" y="38010"/>
                  <a:pt x="1069404" y="38034"/>
                  <a:pt x="1070929" y="38034"/>
                </a:cubicBezTo>
                <a:cubicBezTo>
                  <a:pt x="1073312" y="38034"/>
                  <a:pt x="1075790" y="38010"/>
                  <a:pt x="1078363" y="37962"/>
                </a:cubicBezTo>
                <a:cubicBezTo>
                  <a:pt x="1080937" y="37914"/>
                  <a:pt x="1083511" y="37890"/>
                  <a:pt x="1086084" y="37890"/>
                </a:cubicBezTo>
                <a:cubicBezTo>
                  <a:pt x="1085989" y="38461"/>
                  <a:pt x="1085918" y="39034"/>
                  <a:pt x="1085870" y="39607"/>
                </a:cubicBezTo>
                <a:cubicBezTo>
                  <a:pt x="1085822" y="40179"/>
                  <a:pt x="1085798" y="40750"/>
                  <a:pt x="1085798" y="41322"/>
                </a:cubicBezTo>
                <a:cubicBezTo>
                  <a:pt x="1085798" y="41893"/>
                  <a:pt x="1085822" y="42465"/>
                  <a:pt x="1085870" y="43037"/>
                </a:cubicBezTo>
                <a:cubicBezTo>
                  <a:pt x="1085918" y="43608"/>
                  <a:pt x="1085989" y="44181"/>
                  <a:pt x="1086084" y="44754"/>
                </a:cubicBezTo>
                <a:lnTo>
                  <a:pt x="1073502" y="44182"/>
                </a:lnTo>
                <a:lnTo>
                  <a:pt x="1073074" y="44468"/>
                </a:lnTo>
                <a:moveTo>
                  <a:pt x="1070785" y="122964"/>
                </a:moveTo>
                <a:cubicBezTo>
                  <a:pt x="1070785" y="120199"/>
                  <a:pt x="1070308" y="117935"/>
                  <a:pt x="1069354" y="116172"/>
                </a:cubicBezTo>
                <a:cubicBezTo>
                  <a:pt x="1068402" y="114409"/>
                  <a:pt x="1067044" y="113051"/>
                  <a:pt x="1065281" y="112097"/>
                </a:cubicBezTo>
                <a:cubicBezTo>
                  <a:pt x="1063518" y="111144"/>
                  <a:pt x="1061349" y="110500"/>
                  <a:pt x="1058775" y="110166"/>
                </a:cubicBezTo>
                <a:cubicBezTo>
                  <a:pt x="1056202" y="109833"/>
                  <a:pt x="1053295" y="109666"/>
                  <a:pt x="1050053" y="109666"/>
                </a:cubicBezTo>
                <a:cubicBezTo>
                  <a:pt x="1045096" y="109666"/>
                  <a:pt x="1041665" y="110143"/>
                  <a:pt x="1039759" y="111095"/>
                </a:cubicBezTo>
                <a:cubicBezTo>
                  <a:pt x="1038615" y="111668"/>
                  <a:pt x="1037399" y="113051"/>
                  <a:pt x="1036111" y="115243"/>
                </a:cubicBezTo>
                <a:cubicBezTo>
                  <a:pt x="1034826" y="117435"/>
                  <a:pt x="1034183" y="120199"/>
                  <a:pt x="1034183" y="123535"/>
                </a:cubicBezTo>
                <a:cubicBezTo>
                  <a:pt x="1034183" y="126300"/>
                  <a:pt x="1034683" y="128708"/>
                  <a:pt x="1035684" y="130757"/>
                </a:cubicBezTo>
                <a:cubicBezTo>
                  <a:pt x="1036684" y="132806"/>
                  <a:pt x="1038042" y="134498"/>
                  <a:pt x="1039757" y="135832"/>
                </a:cubicBezTo>
                <a:cubicBezTo>
                  <a:pt x="1041473" y="137167"/>
                  <a:pt x="1043451" y="138191"/>
                  <a:pt x="1045691" y="138906"/>
                </a:cubicBezTo>
                <a:cubicBezTo>
                  <a:pt x="1047933" y="139621"/>
                  <a:pt x="1050340" y="139979"/>
                  <a:pt x="1052913" y="139979"/>
                </a:cubicBezTo>
                <a:cubicBezTo>
                  <a:pt x="1055678" y="139979"/>
                  <a:pt x="1058156" y="139526"/>
                  <a:pt x="1060348" y="138620"/>
                </a:cubicBezTo>
                <a:cubicBezTo>
                  <a:pt x="1062540" y="137714"/>
                  <a:pt x="1064422" y="136474"/>
                  <a:pt x="1065994" y="134902"/>
                </a:cubicBezTo>
                <a:cubicBezTo>
                  <a:pt x="1067568" y="133330"/>
                  <a:pt x="1068760" y="131519"/>
                  <a:pt x="1069570" y="129470"/>
                </a:cubicBezTo>
                <a:cubicBezTo>
                  <a:pt x="1070380" y="127420"/>
                  <a:pt x="1070785" y="125252"/>
                  <a:pt x="1070785" y="122964"/>
                </a:cubicBezTo>
                <a:close/>
                <a:moveTo>
                  <a:pt x="1116254" y="49756"/>
                </a:moveTo>
                <a:cubicBezTo>
                  <a:pt x="1118923" y="45754"/>
                  <a:pt x="1122045" y="42656"/>
                  <a:pt x="1125618" y="40464"/>
                </a:cubicBezTo>
                <a:cubicBezTo>
                  <a:pt x="1129193" y="38271"/>
                  <a:pt x="1133268" y="37174"/>
                  <a:pt x="1137843" y="37174"/>
                </a:cubicBezTo>
                <a:cubicBezTo>
                  <a:pt x="1144993" y="37174"/>
                  <a:pt x="1150498" y="39248"/>
                  <a:pt x="1154358" y="43394"/>
                </a:cubicBezTo>
                <a:cubicBezTo>
                  <a:pt x="1158218" y="47541"/>
                  <a:pt x="1160148" y="54237"/>
                  <a:pt x="1160148" y="63484"/>
                </a:cubicBezTo>
                <a:cubicBezTo>
                  <a:pt x="1160148" y="68344"/>
                  <a:pt x="1160053" y="72634"/>
                  <a:pt x="1159863" y="76351"/>
                </a:cubicBezTo>
                <a:cubicBezTo>
                  <a:pt x="1159672" y="80069"/>
                  <a:pt x="1159577" y="83787"/>
                  <a:pt x="1159577" y="87504"/>
                </a:cubicBezTo>
                <a:cubicBezTo>
                  <a:pt x="1159577" y="90554"/>
                  <a:pt x="1159648" y="93867"/>
                  <a:pt x="1159791" y="97442"/>
                </a:cubicBezTo>
                <a:cubicBezTo>
                  <a:pt x="1159935" y="101016"/>
                  <a:pt x="1160102" y="104471"/>
                  <a:pt x="1160292" y="107807"/>
                </a:cubicBezTo>
                <a:cubicBezTo>
                  <a:pt x="1159053" y="107617"/>
                  <a:pt x="1157480" y="107522"/>
                  <a:pt x="1155573" y="107522"/>
                </a:cubicBezTo>
                <a:cubicBezTo>
                  <a:pt x="1153667" y="107522"/>
                  <a:pt x="1151664" y="107522"/>
                  <a:pt x="1149567" y="107522"/>
                </a:cubicBezTo>
                <a:cubicBezTo>
                  <a:pt x="1147471" y="107522"/>
                  <a:pt x="1145470" y="107522"/>
                  <a:pt x="1143563" y="107522"/>
                </a:cubicBezTo>
                <a:cubicBezTo>
                  <a:pt x="1141656" y="107522"/>
                  <a:pt x="1140083" y="107617"/>
                  <a:pt x="1138844" y="107807"/>
                </a:cubicBezTo>
                <a:cubicBezTo>
                  <a:pt x="1139512" y="102851"/>
                  <a:pt x="1139941" y="97012"/>
                  <a:pt x="1140131" y="90293"/>
                </a:cubicBezTo>
                <a:cubicBezTo>
                  <a:pt x="1140322" y="83573"/>
                  <a:pt x="1140417" y="75876"/>
                  <a:pt x="1140417" y="67201"/>
                </a:cubicBezTo>
                <a:cubicBezTo>
                  <a:pt x="1140417" y="61196"/>
                  <a:pt x="1139392" y="56787"/>
                  <a:pt x="1137343" y="53976"/>
                </a:cubicBezTo>
                <a:cubicBezTo>
                  <a:pt x="1135294" y="51163"/>
                  <a:pt x="1132410" y="49756"/>
                  <a:pt x="1128692" y="49756"/>
                </a:cubicBezTo>
                <a:cubicBezTo>
                  <a:pt x="1124403" y="49756"/>
                  <a:pt x="1121258" y="51615"/>
                  <a:pt x="1119256" y="55333"/>
                </a:cubicBezTo>
                <a:cubicBezTo>
                  <a:pt x="1117255" y="59050"/>
                  <a:pt x="1116254" y="64198"/>
                  <a:pt x="1116254" y="70775"/>
                </a:cubicBezTo>
                <a:lnTo>
                  <a:pt x="1116254" y="76495"/>
                </a:lnTo>
                <a:cubicBezTo>
                  <a:pt x="1116254" y="82309"/>
                  <a:pt x="1116326" y="87789"/>
                  <a:pt x="1116468" y="92937"/>
                </a:cubicBezTo>
                <a:cubicBezTo>
                  <a:pt x="1116611" y="98084"/>
                  <a:pt x="1116921" y="103041"/>
                  <a:pt x="1117398" y="107807"/>
                </a:cubicBezTo>
                <a:cubicBezTo>
                  <a:pt x="1116158" y="107617"/>
                  <a:pt x="1114609" y="107522"/>
                  <a:pt x="1112751" y="107522"/>
                </a:cubicBezTo>
                <a:cubicBezTo>
                  <a:pt x="1110892" y="107522"/>
                  <a:pt x="1108866" y="107522"/>
                  <a:pt x="1106675" y="107522"/>
                </a:cubicBezTo>
                <a:cubicBezTo>
                  <a:pt x="1104481" y="107522"/>
                  <a:pt x="1102479" y="107522"/>
                  <a:pt x="1100668" y="107522"/>
                </a:cubicBezTo>
                <a:cubicBezTo>
                  <a:pt x="1098857" y="107522"/>
                  <a:pt x="1097284" y="107617"/>
                  <a:pt x="1095949" y="107807"/>
                </a:cubicBezTo>
                <a:cubicBezTo>
                  <a:pt x="1096426" y="103041"/>
                  <a:pt x="1096736" y="98084"/>
                  <a:pt x="1096879" y="92937"/>
                </a:cubicBezTo>
                <a:cubicBezTo>
                  <a:pt x="1097023" y="87789"/>
                  <a:pt x="1097095" y="82309"/>
                  <a:pt x="1097095" y="76495"/>
                </a:cubicBezTo>
                <a:lnTo>
                  <a:pt x="1097095" y="70775"/>
                </a:lnTo>
                <a:cubicBezTo>
                  <a:pt x="1097095" y="64961"/>
                  <a:pt x="1097023" y="59505"/>
                  <a:pt x="1096879" y="54405"/>
                </a:cubicBezTo>
                <a:cubicBezTo>
                  <a:pt x="1096736" y="49305"/>
                  <a:pt x="1096426" y="44181"/>
                  <a:pt x="1095949" y="39033"/>
                </a:cubicBezTo>
                <a:cubicBezTo>
                  <a:pt x="1097665" y="39224"/>
                  <a:pt x="1099358" y="39391"/>
                  <a:pt x="1101026" y="39535"/>
                </a:cubicBezTo>
                <a:cubicBezTo>
                  <a:pt x="1102694" y="39677"/>
                  <a:pt x="1104386" y="39749"/>
                  <a:pt x="1106101" y="39749"/>
                </a:cubicBezTo>
                <a:cubicBezTo>
                  <a:pt x="1107817" y="39749"/>
                  <a:pt x="1109509" y="39677"/>
                  <a:pt x="1111178" y="39535"/>
                </a:cubicBezTo>
                <a:cubicBezTo>
                  <a:pt x="1112846" y="39391"/>
                  <a:pt x="1114633" y="39224"/>
                  <a:pt x="1116540" y="39033"/>
                </a:cubicBezTo>
                <a:lnTo>
                  <a:pt x="1115966" y="49756"/>
                </a:lnTo>
                <a:lnTo>
                  <a:pt x="1116254" y="49756"/>
                </a:lnTo>
                <a:close/>
                <a:moveTo>
                  <a:pt x="1195322" y="49756"/>
                </a:moveTo>
                <a:cubicBezTo>
                  <a:pt x="1197991" y="45754"/>
                  <a:pt x="1201112" y="42656"/>
                  <a:pt x="1204686" y="40464"/>
                </a:cubicBezTo>
                <a:cubicBezTo>
                  <a:pt x="1208261" y="38271"/>
                  <a:pt x="1212336" y="37174"/>
                  <a:pt x="1216912" y="37174"/>
                </a:cubicBezTo>
                <a:cubicBezTo>
                  <a:pt x="1221202" y="37174"/>
                  <a:pt x="1224895" y="38342"/>
                  <a:pt x="1227993" y="40678"/>
                </a:cubicBezTo>
                <a:cubicBezTo>
                  <a:pt x="1231091" y="43014"/>
                  <a:pt x="1233498" y="46374"/>
                  <a:pt x="1235213" y="50758"/>
                </a:cubicBezTo>
                <a:cubicBezTo>
                  <a:pt x="1238073" y="46374"/>
                  <a:pt x="1241410" y="43014"/>
                  <a:pt x="1245222" y="40678"/>
                </a:cubicBezTo>
                <a:cubicBezTo>
                  <a:pt x="1249034" y="38342"/>
                  <a:pt x="1253086" y="37174"/>
                  <a:pt x="1257377" y="37174"/>
                </a:cubicBezTo>
                <a:cubicBezTo>
                  <a:pt x="1264525" y="37174"/>
                  <a:pt x="1270030" y="39248"/>
                  <a:pt x="1273890" y="43394"/>
                </a:cubicBezTo>
                <a:cubicBezTo>
                  <a:pt x="1277750" y="47541"/>
                  <a:pt x="1279680" y="54237"/>
                  <a:pt x="1279680" y="63484"/>
                </a:cubicBezTo>
                <a:cubicBezTo>
                  <a:pt x="1279680" y="68344"/>
                  <a:pt x="1279585" y="72634"/>
                  <a:pt x="1279394" y="76351"/>
                </a:cubicBezTo>
                <a:cubicBezTo>
                  <a:pt x="1279204" y="80069"/>
                  <a:pt x="1279109" y="83787"/>
                  <a:pt x="1279109" y="87504"/>
                </a:cubicBezTo>
                <a:cubicBezTo>
                  <a:pt x="1279109" y="90554"/>
                  <a:pt x="1279180" y="93867"/>
                  <a:pt x="1279322" y="97442"/>
                </a:cubicBezTo>
                <a:cubicBezTo>
                  <a:pt x="1279466" y="101016"/>
                  <a:pt x="1279634" y="104471"/>
                  <a:pt x="1279824" y="107807"/>
                </a:cubicBezTo>
                <a:cubicBezTo>
                  <a:pt x="1278585" y="107617"/>
                  <a:pt x="1277012" y="107522"/>
                  <a:pt x="1275105" y="107522"/>
                </a:cubicBezTo>
                <a:cubicBezTo>
                  <a:pt x="1273198" y="107522"/>
                  <a:pt x="1271196" y="107522"/>
                  <a:pt x="1269099" y="107522"/>
                </a:cubicBezTo>
                <a:cubicBezTo>
                  <a:pt x="1267003" y="107522"/>
                  <a:pt x="1265002" y="107522"/>
                  <a:pt x="1263095" y="107522"/>
                </a:cubicBezTo>
                <a:cubicBezTo>
                  <a:pt x="1261188" y="107522"/>
                  <a:pt x="1259615" y="107617"/>
                  <a:pt x="1258376" y="107807"/>
                </a:cubicBezTo>
                <a:cubicBezTo>
                  <a:pt x="1259043" y="102851"/>
                  <a:pt x="1259472" y="97012"/>
                  <a:pt x="1259663" y="90293"/>
                </a:cubicBezTo>
                <a:cubicBezTo>
                  <a:pt x="1259854" y="83573"/>
                  <a:pt x="1259949" y="75876"/>
                  <a:pt x="1259949" y="67201"/>
                </a:cubicBezTo>
                <a:cubicBezTo>
                  <a:pt x="1259949" y="61196"/>
                  <a:pt x="1258948" y="56787"/>
                  <a:pt x="1256947" y="53976"/>
                </a:cubicBezTo>
                <a:cubicBezTo>
                  <a:pt x="1254945" y="51163"/>
                  <a:pt x="1252133" y="49756"/>
                  <a:pt x="1248510" y="49756"/>
                </a:cubicBezTo>
                <a:cubicBezTo>
                  <a:pt x="1246222" y="49756"/>
                  <a:pt x="1244339" y="50281"/>
                  <a:pt x="1242862" y="51329"/>
                </a:cubicBezTo>
                <a:cubicBezTo>
                  <a:pt x="1241385" y="52378"/>
                  <a:pt x="1240218" y="53736"/>
                  <a:pt x="1239360" y="55405"/>
                </a:cubicBezTo>
                <a:cubicBezTo>
                  <a:pt x="1238502" y="57073"/>
                  <a:pt x="1237929" y="58861"/>
                  <a:pt x="1237643" y="60767"/>
                </a:cubicBezTo>
                <a:cubicBezTo>
                  <a:pt x="1237358" y="62673"/>
                  <a:pt x="1237215" y="64484"/>
                  <a:pt x="1237215" y="66200"/>
                </a:cubicBezTo>
                <a:lnTo>
                  <a:pt x="1237215" y="76495"/>
                </a:lnTo>
                <a:cubicBezTo>
                  <a:pt x="1237215" y="82309"/>
                  <a:pt x="1237287" y="87789"/>
                  <a:pt x="1237429" y="92937"/>
                </a:cubicBezTo>
                <a:cubicBezTo>
                  <a:pt x="1237573" y="98084"/>
                  <a:pt x="1237883" y="103041"/>
                  <a:pt x="1238359" y="107807"/>
                </a:cubicBezTo>
                <a:cubicBezTo>
                  <a:pt x="1237119" y="107617"/>
                  <a:pt x="1235570" y="107522"/>
                  <a:pt x="1233711" y="107522"/>
                </a:cubicBezTo>
                <a:cubicBezTo>
                  <a:pt x="1231853" y="107522"/>
                  <a:pt x="1229827" y="107522"/>
                  <a:pt x="1227635" y="107522"/>
                </a:cubicBezTo>
                <a:cubicBezTo>
                  <a:pt x="1225444" y="107522"/>
                  <a:pt x="1223441" y="107522"/>
                  <a:pt x="1221629" y="107522"/>
                </a:cubicBezTo>
                <a:cubicBezTo>
                  <a:pt x="1219818" y="107522"/>
                  <a:pt x="1218246" y="107617"/>
                  <a:pt x="1216912" y="107807"/>
                </a:cubicBezTo>
                <a:cubicBezTo>
                  <a:pt x="1217389" y="103041"/>
                  <a:pt x="1217699" y="98084"/>
                  <a:pt x="1217842" y="92937"/>
                </a:cubicBezTo>
                <a:cubicBezTo>
                  <a:pt x="1217984" y="87789"/>
                  <a:pt x="1218055" y="82309"/>
                  <a:pt x="1218055" y="76495"/>
                </a:cubicBezTo>
                <a:lnTo>
                  <a:pt x="1218055" y="67773"/>
                </a:lnTo>
                <a:cubicBezTo>
                  <a:pt x="1218055" y="62054"/>
                  <a:pt x="1217341" y="57621"/>
                  <a:pt x="1215911" y="54475"/>
                </a:cubicBezTo>
                <a:cubicBezTo>
                  <a:pt x="1214481" y="51329"/>
                  <a:pt x="1211765" y="49756"/>
                  <a:pt x="1207762" y="49756"/>
                </a:cubicBezTo>
                <a:cubicBezTo>
                  <a:pt x="1203471" y="49756"/>
                  <a:pt x="1200325" y="51615"/>
                  <a:pt x="1198324" y="55333"/>
                </a:cubicBezTo>
                <a:cubicBezTo>
                  <a:pt x="1196323" y="59050"/>
                  <a:pt x="1195322" y="64198"/>
                  <a:pt x="1195322" y="70775"/>
                </a:cubicBezTo>
                <a:lnTo>
                  <a:pt x="1195322" y="76495"/>
                </a:lnTo>
                <a:cubicBezTo>
                  <a:pt x="1195322" y="82309"/>
                  <a:pt x="1195393" y="87789"/>
                  <a:pt x="1195536" y="92937"/>
                </a:cubicBezTo>
                <a:cubicBezTo>
                  <a:pt x="1195680" y="98084"/>
                  <a:pt x="1195990" y="103041"/>
                  <a:pt x="1196465" y="107807"/>
                </a:cubicBezTo>
                <a:cubicBezTo>
                  <a:pt x="1195226" y="107617"/>
                  <a:pt x="1193677" y="107522"/>
                  <a:pt x="1191818" y="107522"/>
                </a:cubicBezTo>
                <a:cubicBezTo>
                  <a:pt x="1189959" y="107522"/>
                  <a:pt x="1187934" y="107522"/>
                  <a:pt x="1185742" y="107522"/>
                </a:cubicBezTo>
                <a:cubicBezTo>
                  <a:pt x="1183550" y="107522"/>
                  <a:pt x="1181548" y="107522"/>
                  <a:pt x="1179736" y="107522"/>
                </a:cubicBezTo>
                <a:cubicBezTo>
                  <a:pt x="1177925" y="107522"/>
                  <a:pt x="1176353" y="107617"/>
                  <a:pt x="1175019" y="107807"/>
                </a:cubicBezTo>
                <a:cubicBezTo>
                  <a:pt x="1175495" y="103041"/>
                  <a:pt x="1175804" y="98084"/>
                  <a:pt x="1175946" y="92937"/>
                </a:cubicBezTo>
                <a:cubicBezTo>
                  <a:pt x="1176090" y="87789"/>
                  <a:pt x="1176162" y="82309"/>
                  <a:pt x="1176162" y="76495"/>
                </a:cubicBezTo>
                <a:lnTo>
                  <a:pt x="1176162" y="70775"/>
                </a:lnTo>
                <a:cubicBezTo>
                  <a:pt x="1176162" y="64961"/>
                  <a:pt x="1176090" y="59505"/>
                  <a:pt x="1175946" y="54405"/>
                </a:cubicBezTo>
                <a:cubicBezTo>
                  <a:pt x="1175804" y="49305"/>
                  <a:pt x="1175495" y="44181"/>
                  <a:pt x="1175019" y="39033"/>
                </a:cubicBezTo>
                <a:cubicBezTo>
                  <a:pt x="1176734" y="39224"/>
                  <a:pt x="1178425" y="39391"/>
                  <a:pt x="1180094" y="39535"/>
                </a:cubicBezTo>
                <a:cubicBezTo>
                  <a:pt x="1181762" y="39677"/>
                  <a:pt x="1183454" y="39749"/>
                  <a:pt x="1185170" y="39749"/>
                </a:cubicBezTo>
                <a:cubicBezTo>
                  <a:pt x="1186887" y="39749"/>
                  <a:pt x="1188578" y="39677"/>
                  <a:pt x="1190245" y="39535"/>
                </a:cubicBezTo>
                <a:cubicBezTo>
                  <a:pt x="1191913" y="39391"/>
                  <a:pt x="1193701" y="39224"/>
                  <a:pt x="1195608" y="39033"/>
                </a:cubicBezTo>
                <a:lnTo>
                  <a:pt x="1195036" y="49756"/>
                </a:lnTo>
                <a:lnTo>
                  <a:pt x="1195322" y="49756"/>
                </a:lnTo>
                <a:close/>
                <a:moveTo>
                  <a:pt x="1312852" y="73635"/>
                </a:moveTo>
                <a:cubicBezTo>
                  <a:pt x="1312852" y="77447"/>
                  <a:pt x="1313233" y="81022"/>
                  <a:pt x="1313995" y="84358"/>
                </a:cubicBezTo>
                <a:cubicBezTo>
                  <a:pt x="1314759" y="87695"/>
                  <a:pt x="1315927" y="90578"/>
                  <a:pt x="1317499" y="93009"/>
                </a:cubicBezTo>
                <a:cubicBezTo>
                  <a:pt x="1319071" y="95439"/>
                  <a:pt x="1321073" y="97346"/>
                  <a:pt x="1323503" y="98729"/>
                </a:cubicBezTo>
                <a:cubicBezTo>
                  <a:pt x="1325935" y="100111"/>
                  <a:pt x="1328771" y="100802"/>
                  <a:pt x="1332012" y="100802"/>
                </a:cubicBezTo>
                <a:cubicBezTo>
                  <a:pt x="1338589" y="100802"/>
                  <a:pt x="1344451" y="98657"/>
                  <a:pt x="1349599" y="94368"/>
                </a:cubicBezTo>
                <a:lnTo>
                  <a:pt x="1351314" y="95655"/>
                </a:lnTo>
                <a:lnTo>
                  <a:pt x="1348168" y="103662"/>
                </a:lnTo>
                <a:cubicBezTo>
                  <a:pt x="1345785" y="105473"/>
                  <a:pt x="1342926" y="106926"/>
                  <a:pt x="1339589" y="108021"/>
                </a:cubicBezTo>
                <a:cubicBezTo>
                  <a:pt x="1336253" y="109118"/>
                  <a:pt x="1331868" y="109666"/>
                  <a:pt x="1326436" y="109666"/>
                </a:cubicBezTo>
                <a:cubicBezTo>
                  <a:pt x="1321765" y="109666"/>
                  <a:pt x="1317333" y="109023"/>
                  <a:pt x="1313138" y="107735"/>
                </a:cubicBezTo>
                <a:cubicBezTo>
                  <a:pt x="1308945" y="106450"/>
                  <a:pt x="1305251" y="104329"/>
                  <a:pt x="1302057" y="101373"/>
                </a:cubicBezTo>
                <a:cubicBezTo>
                  <a:pt x="1298864" y="98418"/>
                  <a:pt x="1296339" y="94676"/>
                  <a:pt x="1294480" y="90149"/>
                </a:cubicBezTo>
                <a:cubicBezTo>
                  <a:pt x="1292621" y="85621"/>
                  <a:pt x="1291692" y="80212"/>
                  <a:pt x="1291692" y="73921"/>
                </a:cubicBezTo>
                <a:cubicBezTo>
                  <a:pt x="1291692" y="67725"/>
                  <a:pt x="1292525" y="62340"/>
                  <a:pt x="1294192" y="57765"/>
                </a:cubicBezTo>
                <a:cubicBezTo>
                  <a:pt x="1295860" y="53190"/>
                  <a:pt x="1298172" y="49377"/>
                  <a:pt x="1301128" y="46327"/>
                </a:cubicBezTo>
                <a:cubicBezTo>
                  <a:pt x="1304083" y="43275"/>
                  <a:pt x="1307586" y="40987"/>
                  <a:pt x="1311637" y="39463"/>
                </a:cubicBezTo>
                <a:cubicBezTo>
                  <a:pt x="1315688" y="37937"/>
                  <a:pt x="1320096" y="37174"/>
                  <a:pt x="1324862" y="37174"/>
                </a:cubicBezTo>
                <a:cubicBezTo>
                  <a:pt x="1334299" y="37174"/>
                  <a:pt x="1341519" y="39939"/>
                  <a:pt x="1346523" y="45467"/>
                </a:cubicBezTo>
                <a:cubicBezTo>
                  <a:pt x="1351527" y="50995"/>
                  <a:pt x="1354030" y="58812"/>
                  <a:pt x="1354030" y="68916"/>
                </a:cubicBezTo>
                <a:lnTo>
                  <a:pt x="1354030" y="71920"/>
                </a:lnTo>
                <a:cubicBezTo>
                  <a:pt x="1354030" y="72777"/>
                  <a:pt x="1353983" y="73349"/>
                  <a:pt x="1353888" y="73635"/>
                </a:cubicBezTo>
                <a:lnTo>
                  <a:pt x="1312852" y="73635"/>
                </a:lnTo>
                <a:moveTo>
                  <a:pt x="1334872" y="67201"/>
                </a:moveTo>
                <a:cubicBezTo>
                  <a:pt x="1334680" y="60052"/>
                  <a:pt x="1333798" y="54333"/>
                  <a:pt x="1332226" y="50044"/>
                </a:cubicBezTo>
                <a:cubicBezTo>
                  <a:pt x="1330654" y="45754"/>
                  <a:pt x="1328009" y="43608"/>
                  <a:pt x="1324291" y="43608"/>
                </a:cubicBezTo>
                <a:cubicBezTo>
                  <a:pt x="1322194" y="43608"/>
                  <a:pt x="1320430" y="44323"/>
                  <a:pt x="1319000" y="45753"/>
                </a:cubicBezTo>
                <a:cubicBezTo>
                  <a:pt x="1317570" y="47183"/>
                  <a:pt x="1316427" y="49018"/>
                  <a:pt x="1315568" y="51259"/>
                </a:cubicBezTo>
                <a:cubicBezTo>
                  <a:pt x="1314710" y="53499"/>
                  <a:pt x="1314067" y="56025"/>
                  <a:pt x="1313638" y="58837"/>
                </a:cubicBezTo>
                <a:cubicBezTo>
                  <a:pt x="1313210" y="61648"/>
                  <a:pt x="1312948" y="64436"/>
                  <a:pt x="1312852" y="67201"/>
                </a:cubicBezTo>
                <a:lnTo>
                  <a:pt x="1334872" y="67201"/>
                </a:lnTo>
                <a:close/>
                <a:moveTo>
                  <a:pt x="1386345" y="49756"/>
                </a:moveTo>
                <a:cubicBezTo>
                  <a:pt x="1389014" y="45754"/>
                  <a:pt x="1392136" y="42656"/>
                  <a:pt x="1395709" y="40464"/>
                </a:cubicBezTo>
                <a:cubicBezTo>
                  <a:pt x="1399284" y="38271"/>
                  <a:pt x="1403359" y="37174"/>
                  <a:pt x="1407933" y="37174"/>
                </a:cubicBezTo>
                <a:cubicBezTo>
                  <a:pt x="1415084" y="37174"/>
                  <a:pt x="1420589" y="39248"/>
                  <a:pt x="1424449" y="43394"/>
                </a:cubicBezTo>
                <a:cubicBezTo>
                  <a:pt x="1428309" y="47541"/>
                  <a:pt x="1430239" y="54237"/>
                  <a:pt x="1430239" y="63484"/>
                </a:cubicBezTo>
                <a:cubicBezTo>
                  <a:pt x="1430239" y="68344"/>
                  <a:pt x="1430144" y="72634"/>
                  <a:pt x="1429953" y="76351"/>
                </a:cubicBezTo>
                <a:cubicBezTo>
                  <a:pt x="1429763" y="80069"/>
                  <a:pt x="1429668" y="83787"/>
                  <a:pt x="1429668" y="87504"/>
                </a:cubicBezTo>
                <a:cubicBezTo>
                  <a:pt x="1429668" y="90554"/>
                  <a:pt x="1429739" y="93867"/>
                  <a:pt x="1429881" y="97442"/>
                </a:cubicBezTo>
                <a:cubicBezTo>
                  <a:pt x="1430025" y="101016"/>
                  <a:pt x="1430193" y="104471"/>
                  <a:pt x="1430383" y="107807"/>
                </a:cubicBezTo>
                <a:cubicBezTo>
                  <a:pt x="1429144" y="107617"/>
                  <a:pt x="1427571" y="107522"/>
                  <a:pt x="1425664" y="107522"/>
                </a:cubicBezTo>
                <a:cubicBezTo>
                  <a:pt x="1423757" y="107522"/>
                  <a:pt x="1421755" y="107522"/>
                  <a:pt x="1419658" y="107522"/>
                </a:cubicBezTo>
                <a:cubicBezTo>
                  <a:pt x="1417562" y="107522"/>
                  <a:pt x="1415561" y="107522"/>
                  <a:pt x="1413654" y="107522"/>
                </a:cubicBezTo>
                <a:cubicBezTo>
                  <a:pt x="1411747" y="107522"/>
                  <a:pt x="1410174" y="107617"/>
                  <a:pt x="1408935" y="107807"/>
                </a:cubicBezTo>
                <a:cubicBezTo>
                  <a:pt x="1409602" y="102851"/>
                  <a:pt x="1410031" y="97012"/>
                  <a:pt x="1410222" y="90293"/>
                </a:cubicBezTo>
                <a:cubicBezTo>
                  <a:pt x="1410413" y="83573"/>
                  <a:pt x="1410508" y="75876"/>
                  <a:pt x="1410508" y="67201"/>
                </a:cubicBezTo>
                <a:cubicBezTo>
                  <a:pt x="1410508" y="61196"/>
                  <a:pt x="1409483" y="56787"/>
                  <a:pt x="1407434" y="53976"/>
                </a:cubicBezTo>
                <a:cubicBezTo>
                  <a:pt x="1405384" y="51163"/>
                  <a:pt x="1402501" y="49756"/>
                  <a:pt x="1398783" y="49756"/>
                </a:cubicBezTo>
                <a:cubicBezTo>
                  <a:pt x="1394494" y="49756"/>
                  <a:pt x="1391349" y="51615"/>
                  <a:pt x="1389347" y="55333"/>
                </a:cubicBezTo>
                <a:cubicBezTo>
                  <a:pt x="1387346" y="59050"/>
                  <a:pt x="1386345" y="64198"/>
                  <a:pt x="1386345" y="70775"/>
                </a:cubicBezTo>
                <a:lnTo>
                  <a:pt x="1386345" y="76495"/>
                </a:lnTo>
                <a:cubicBezTo>
                  <a:pt x="1386345" y="82309"/>
                  <a:pt x="1386417" y="87789"/>
                  <a:pt x="1386559" y="92937"/>
                </a:cubicBezTo>
                <a:cubicBezTo>
                  <a:pt x="1386702" y="98084"/>
                  <a:pt x="1387011" y="103041"/>
                  <a:pt x="1387489" y="107807"/>
                </a:cubicBezTo>
                <a:cubicBezTo>
                  <a:pt x="1386249" y="107617"/>
                  <a:pt x="1384700" y="107522"/>
                  <a:pt x="1382841" y="107522"/>
                </a:cubicBezTo>
                <a:cubicBezTo>
                  <a:pt x="1380983" y="107522"/>
                  <a:pt x="1378957" y="107522"/>
                  <a:pt x="1376765" y="107522"/>
                </a:cubicBezTo>
                <a:cubicBezTo>
                  <a:pt x="1374572" y="107522"/>
                  <a:pt x="1372570" y="107522"/>
                  <a:pt x="1370759" y="107522"/>
                </a:cubicBezTo>
                <a:cubicBezTo>
                  <a:pt x="1368948" y="107522"/>
                  <a:pt x="1367375" y="107617"/>
                  <a:pt x="1366040" y="107807"/>
                </a:cubicBezTo>
                <a:cubicBezTo>
                  <a:pt x="1366517" y="103041"/>
                  <a:pt x="1366827" y="98084"/>
                  <a:pt x="1366969" y="92937"/>
                </a:cubicBezTo>
                <a:cubicBezTo>
                  <a:pt x="1367113" y="87789"/>
                  <a:pt x="1367185" y="82309"/>
                  <a:pt x="1367185" y="76495"/>
                </a:cubicBezTo>
                <a:lnTo>
                  <a:pt x="1367185" y="70775"/>
                </a:lnTo>
                <a:cubicBezTo>
                  <a:pt x="1367185" y="64961"/>
                  <a:pt x="1367113" y="59505"/>
                  <a:pt x="1366969" y="54405"/>
                </a:cubicBezTo>
                <a:cubicBezTo>
                  <a:pt x="1366827" y="49305"/>
                  <a:pt x="1366517" y="44181"/>
                  <a:pt x="1366040" y="39033"/>
                </a:cubicBezTo>
                <a:cubicBezTo>
                  <a:pt x="1367756" y="39224"/>
                  <a:pt x="1369449" y="39391"/>
                  <a:pt x="1371117" y="39535"/>
                </a:cubicBezTo>
                <a:cubicBezTo>
                  <a:pt x="1372785" y="39677"/>
                  <a:pt x="1374477" y="39749"/>
                  <a:pt x="1376192" y="39749"/>
                </a:cubicBezTo>
                <a:cubicBezTo>
                  <a:pt x="1377908" y="39749"/>
                  <a:pt x="1379600" y="39677"/>
                  <a:pt x="1381268" y="39535"/>
                </a:cubicBezTo>
                <a:cubicBezTo>
                  <a:pt x="1382937" y="39391"/>
                  <a:pt x="1384724" y="39224"/>
                  <a:pt x="1386631" y="39033"/>
                </a:cubicBezTo>
                <a:lnTo>
                  <a:pt x="1386057" y="49756"/>
                </a:lnTo>
                <a:lnTo>
                  <a:pt x="1386345" y="49756"/>
                </a:lnTo>
                <a:close/>
                <a:moveTo>
                  <a:pt x="1483142" y="39749"/>
                </a:moveTo>
                <a:cubicBezTo>
                  <a:pt x="1482857" y="41178"/>
                  <a:pt x="1482714" y="42465"/>
                  <a:pt x="1482714" y="43608"/>
                </a:cubicBezTo>
                <a:cubicBezTo>
                  <a:pt x="1482714" y="44847"/>
                  <a:pt x="1482857" y="46039"/>
                  <a:pt x="1483142" y="47184"/>
                </a:cubicBezTo>
                <a:lnTo>
                  <a:pt x="1470560" y="46898"/>
                </a:lnTo>
                <a:cubicBezTo>
                  <a:pt x="1470370" y="49090"/>
                  <a:pt x="1470203" y="51616"/>
                  <a:pt x="1470061" y="54475"/>
                </a:cubicBezTo>
                <a:cubicBezTo>
                  <a:pt x="1469918" y="57335"/>
                  <a:pt x="1469823" y="60242"/>
                  <a:pt x="1469775" y="63198"/>
                </a:cubicBezTo>
                <a:cubicBezTo>
                  <a:pt x="1469727" y="66152"/>
                  <a:pt x="1469679" y="69011"/>
                  <a:pt x="1469631" y="71776"/>
                </a:cubicBezTo>
                <a:cubicBezTo>
                  <a:pt x="1469583" y="74541"/>
                  <a:pt x="1469559" y="76876"/>
                  <a:pt x="1469559" y="78782"/>
                </a:cubicBezTo>
                <a:cubicBezTo>
                  <a:pt x="1469559" y="83739"/>
                  <a:pt x="1469678" y="87742"/>
                  <a:pt x="1469917" y="90792"/>
                </a:cubicBezTo>
                <a:cubicBezTo>
                  <a:pt x="1470155" y="93842"/>
                  <a:pt x="1470560" y="96178"/>
                  <a:pt x="1471132" y="97800"/>
                </a:cubicBezTo>
                <a:cubicBezTo>
                  <a:pt x="1471705" y="99420"/>
                  <a:pt x="1472515" y="100516"/>
                  <a:pt x="1473562" y="101088"/>
                </a:cubicBezTo>
                <a:cubicBezTo>
                  <a:pt x="1474611" y="101659"/>
                  <a:pt x="1475945" y="101945"/>
                  <a:pt x="1477566" y="101945"/>
                </a:cubicBezTo>
                <a:cubicBezTo>
                  <a:pt x="1479378" y="101945"/>
                  <a:pt x="1480712" y="101826"/>
                  <a:pt x="1481569" y="101587"/>
                </a:cubicBezTo>
                <a:cubicBezTo>
                  <a:pt x="1482427" y="101349"/>
                  <a:pt x="1483285" y="100992"/>
                  <a:pt x="1484144" y="100516"/>
                </a:cubicBezTo>
                <a:lnTo>
                  <a:pt x="1484144" y="106378"/>
                </a:lnTo>
                <a:cubicBezTo>
                  <a:pt x="1482237" y="107236"/>
                  <a:pt x="1479854" y="107999"/>
                  <a:pt x="1476994" y="108665"/>
                </a:cubicBezTo>
                <a:cubicBezTo>
                  <a:pt x="1474135" y="109332"/>
                  <a:pt x="1471323" y="109666"/>
                  <a:pt x="1468559" y="109666"/>
                </a:cubicBezTo>
                <a:cubicBezTo>
                  <a:pt x="1456454" y="109666"/>
                  <a:pt x="1450401" y="102422"/>
                  <a:pt x="1450401" y="87934"/>
                </a:cubicBezTo>
                <a:cubicBezTo>
                  <a:pt x="1450401" y="85169"/>
                  <a:pt x="1450448" y="82047"/>
                  <a:pt x="1450543" y="78568"/>
                </a:cubicBezTo>
                <a:cubicBezTo>
                  <a:pt x="1450639" y="75089"/>
                  <a:pt x="1450758" y="71515"/>
                  <a:pt x="1450901" y="67845"/>
                </a:cubicBezTo>
                <a:cubicBezTo>
                  <a:pt x="1451043" y="64175"/>
                  <a:pt x="1451162" y="60553"/>
                  <a:pt x="1451256" y="56978"/>
                </a:cubicBezTo>
                <a:cubicBezTo>
                  <a:pt x="1451352" y="53403"/>
                  <a:pt x="1451400" y="50090"/>
                  <a:pt x="1451400" y="47040"/>
                </a:cubicBezTo>
                <a:lnTo>
                  <a:pt x="1441393" y="47184"/>
                </a:lnTo>
                <a:cubicBezTo>
                  <a:pt x="1441678" y="46039"/>
                  <a:pt x="1441820" y="44847"/>
                  <a:pt x="1441820" y="43608"/>
                </a:cubicBezTo>
                <a:cubicBezTo>
                  <a:pt x="1441820" y="42465"/>
                  <a:pt x="1441678" y="41178"/>
                  <a:pt x="1441393" y="39749"/>
                </a:cubicBezTo>
                <a:lnTo>
                  <a:pt x="1451400" y="40179"/>
                </a:lnTo>
                <a:cubicBezTo>
                  <a:pt x="1451400" y="37223"/>
                  <a:pt x="1451352" y="34459"/>
                  <a:pt x="1451256" y="31886"/>
                </a:cubicBezTo>
                <a:cubicBezTo>
                  <a:pt x="1451162" y="29311"/>
                  <a:pt x="1451019" y="26213"/>
                  <a:pt x="1450829" y="22592"/>
                </a:cubicBezTo>
                <a:cubicBezTo>
                  <a:pt x="1454165" y="21256"/>
                  <a:pt x="1457454" y="19850"/>
                  <a:pt x="1460694" y="18372"/>
                </a:cubicBezTo>
                <a:cubicBezTo>
                  <a:pt x="1463935" y="16894"/>
                  <a:pt x="1467176" y="15345"/>
                  <a:pt x="1470418" y="13725"/>
                </a:cubicBezTo>
                <a:lnTo>
                  <a:pt x="1471847" y="14727"/>
                </a:lnTo>
                <a:cubicBezTo>
                  <a:pt x="1471657" y="16252"/>
                  <a:pt x="1471490" y="18040"/>
                  <a:pt x="1471346" y="20089"/>
                </a:cubicBezTo>
                <a:cubicBezTo>
                  <a:pt x="1471203" y="22139"/>
                  <a:pt x="1471060" y="24283"/>
                  <a:pt x="1470918" y="26523"/>
                </a:cubicBezTo>
                <a:cubicBezTo>
                  <a:pt x="1470775" y="28763"/>
                  <a:pt x="1470680" y="31051"/>
                  <a:pt x="1470632" y="33387"/>
                </a:cubicBezTo>
                <a:cubicBezTo>
                  <a:pt x="1470584" y="35721"/>
                  <a:pt x="1470560" y="37937"/>
                  <a:pt x="1470560" y="40035"/>
                </a:cubicBezTo>
                <a:lnTo>
                  <a:pt x="1483142" y="39749"/>
                </a:lnTo>
                <a:close/>
                <a:moveTo>
                  <a:pt x="1581800" y="36461"/>
                </a:moveTo>
                <a:cubicBezTo>
                  <a:pt x="1581800" y="32266"/>
                  <a:pt x="1581371" y="28930"/>
                  <a:pt x="1580513" y="26451"/>
                </a:cubicBezTo>
                <a:cubicBezTo>
                  <a:pt x="1579655" y="23973"/>
                  <a:pt x="1578343" y="22091"/>
                  <a:pt x="1576579" y="20805"/>
                </a:cubicBezTo>
                <a:cubicBezTo>
                  <a:pt x="1574816" y="19518"/>
                  <a:pt x="1572529" y="18684"/>
                  <a:pt x="1569718" y="18302"/>
                </a:cubicBezTo>
                <a:cubicBezTo>
                  <a:pt x="1566906" y="17920"/>
                  <a:pt x="1563546" y="17729"/>
                  <a:pt x="1559638" y="17729"/>
                </a:cubicBezTo>
                <a:cubicBezTo>
                  <a:pt x="1559352" y="30692"/>
                  <a:pt x="1559208" y="43656"/>
                  <a:pt x="1559208" y="56620"/>
                </a:cubicBezTo>
                <a:cubicBezTo>
                  <a:pt x="1559780" y="56716"/>
                  <a:pt x="1560327" y="56788"/>
                  <a:pt x="1560851" y="56836"/>
                </a:cubicBezTo>
                <a:cubicBezTo>
                  <a:pt x="1561376" y="56882"/>
                  <a:pt x="1561877" y="56906"/>
                  <a:pt x="1562354" y="56906"/>
                </a:cubicBezTo>
                <a:cubicBezTo>
                  <a:pt x="1568645" y="56906"/>
                  <a:pt x="1573459" y="55214"/>
                  <a:pt x="1576795" y="51831"/>
                </a:cubicBezTo>
                <a:cubicBezTo>
                  <a:pt x="1580132" y="48446"/>
                  <a:pt x="1581800" y="43323"/>
                  <a:pt x="1581800" y="36461"/>
                </a:cubicBezTo>
                <a:moveTo>
                  <a:pt x="1559208" y="62768"/>
                </a:moveTo>
                <a:lnTo>
                  <a:pt x="1559208" y="68630"/>
                </a:lnTo>
                <a:cubicBezTo>
                  <a:pt x="1559208" y="76543"/>
                  <a:pt x="1559304" y="83573"/>
                  <a:pt x="1559494" y="89721"/>
                </a:cubicBezTo>
                <a:cubicBezTo>
                  <a:pt x="1559685" y="95869"/>
                  <a:pt x="1559970" y="101898"/>
                  <a:pt x="1560351" y="107807"/>
                </a:cubicBezTo>
                <a:cubicBezTo>
                  <a:pt x="1558731" y="107617"/>
                  <a:pt x="1556968" y="107522"/>
                  <a:pt x="1555061" y="107522"/>
                </a:cubicBezTo>
                <a:cubicBezTo>
                  <a:pt x="1553155" y="107522"/>
                  <a:pt x="1551011" y="107522"/>
                  <a:pt x="1548627" y="107522"/>
                </a:cubicBezTo>
                <a:cubicBezTo>
                  <a:pt x="1546245" y="107522"/>
                  <a:pt x="1544100" y="107522"/>
                  <a:pt x="1542193" y="107522"/>
                </a:cubicBezTo>
                <a:cubicBezTo>
                  <a:pt x="1540288" y="107522"/>
                  <a:pt x="1538524" y="107617"/>
                  <a:pt x="1536902" y="107807"/>
                </a:cubicBezTo>
                <a:cubicBezTo>
                  <a:pt x="1537285" y="101898"/>
                  <a:pt x="1537571" y="95869"/>
                  <a:pt x="1537762" y="89721"/>
                </a:cubicBezTo>
                <a:cubicBezTo>
                  <a:pt x="1537953" y="83573"/>
                  <a:pt x="1538048" y="76543"/>
                  <a:pt x="1538048" y="68630"/>
                </a:cubicBezTo>
                <a:lnTo>
                  <a:pt x="1538048" y="49185"/>
                </a:lnTo>
                <a:cubicBezTo>
                  <a:pt x="1538048" y="41274"/>
                  <a:pt x="1537953" y="34244"/>
                  <a:pt x="1537762" y="28096"/>
                </a:cubicBezTo>
                <a:cubicBezTo>
                  <a:pt x="1537571" y="21948"/>
                  <a:pt x="1537285" y="15776"/>
                  <a:pt x="1536902" y="9580"/>
                </a:cubicBezTo>
                <a:cubicBezTo>
                  <a:pt x="1538524" y="9770"/>
                  <a:pt x="1540288" y="9938"/>
                  <a:pt x="1542193" y="10082"/>
                </a:cubicBezTo>
                <a:cubicBezTo>
                  <a:pt x="1544100" y="10224"/>
                  <a:pt x="1546245" y="10296"/>
                  <a:pt x="1548627" y="10296"/>
                </a:cubicBezTo>
                <a:cubicBezTo>
                  <a:pt x="1551201" y="10296"/>
                  <a:pt x="1554133" y="10176"/>
                  <a:pt x="1557421" y="9938"/>
                </a:cubicBezTo>
                <a:cubicBezTo>
                  <a:pt x="1560710" y="9699"/>
                  <a:pt x="1564785" y="9580"/>
                  <a:pt x="1569646" y="9580"/>
                </a:cubicBezTo>
                <a:cubicBezTo>
                  <a:pt x="1573269" y="9580"/>
                  <a:pt x="1576367" y="9675"/>
                  <a:pt x="1578940" y="9866"/>
                </a:cubicBezTo>
                <a:cubicBezTo>
                  <a:pt x="1581513" y="10056"/>
                  <a:pt x="1583729" y="10342"/>
                  <a:pt x="1585587" y="10723"/>
                </a:cubicBezTo>
                <a:cubicBezTo>
                  <a:pt x="1587446" y="11104"/>
                  <a:pt x="1589067" y="11605"/>
                  <a:pt x="1590448" y="12224"/>
                </a:cubicBezTo>
                <a:cubicBezTo>
                  <a:pt x="1591831" y="12844"/>
                  <a:pt x="1593143" y="13583"/>
                  <a:pt x="1594382" y="14441"/>
                </a:cubicBezTo>
                <a:cubicBezTo>
                  <a:pt x="1597241" y="16538"/>
                  <a:pt x="1599505" y="19136"/>
                  <a:pt x="1601174" y="22234"/>
                </a:cubicBezTo>
                <a:cubicBezTo>
                  <a:pt x="1602842" y="25332"/>
                  <a:pt x="1603676" y="29026"/>
                  <a:pt x="1603676" y="33315"/>
                </a:cubicBezTo>
                <a:cubicBezTo>
                  <a:pt x="1603676" y="40273"/>
                  <a:pt x="1601769" y="45945"/>
                  <a:pt x="1597956" y="50330"/>
                </a:cubicBezTo>
                <a:cubicBezTo>
                  <a:pt x="1594143" y="54714"/>
                  <a:pt x="1588663" y="57811"/>
                  <a:pt x="1581514" y="59622"/>
                </a:cubicBezTo>
                <a:cubicBezTo>
                  <a:pt x="1586088" y="67725"/>
                  <a:pt x="1590997" y="75804"/>
                  <a:pt x="1596239" y="83859"/>
                </a:cubicBezTo>
                <a:cubicBezTo>
                  <a:pt x="1601482" y="91914"/>
                  <a:pt x="1606725" y="99896"/>
                  <a:pt x="1611969" y="107807"/>
                </a:cubicBezTo>
                <a:cubicBezTo>
                  <a:pt x="1609775" y="107617"/>
                  <a:pt x="1607630" y="107522"/>
                  <a:pt x="1605533" y="107522"/>
                </a:cubicBezTo>
                <a:cubicBezTo>
                  <a:pt x="1603437" y="107522"/>
                  <a:pt x="1601293" y="107522"/>
                  <a:pt x="1599101" y="107522"/>
                </a:cubicBezTo>
                <a:cubicBezTo>
                  <a:pt x="1596908" y="107522"/>
                  <a:pt x="1594738" y="107522"/>
                  <a:pt x="1592593" y="107522"/>
                </a:cubicBezTo>
                <a:cubicBezTo>
                  <a:pt x="1590449" y="107522"/>
                  <a:pt x="1588281" y="107617"/>
                  <a:pt x="1586089" y="107807"/>
                </a:cubicBezTo>
                <a:lnTo>
                  <a:pt x="1560495" y="62768"/>
                </a:lnTo>
                <a:lnTo>
                  <a:pt x="1559208" y="62768"/>
                </a:lnTo>
                <a:close/>
                <a:moveTo>
                  <a:pt x="1654862" y="86075"/>
                </a:moveTo>
                <a:cubicBezTo>
                  <a:pt x="1654862" y="81977"/>
                  <a:pt x="1654886" y="78855"/>
                  <a:pt x="1654934" y="76709"/>
                </a:cubicBezTo>
                <a:cubicBezTo>
                  <a:pt x="1654982" y="74564"/>
                  <a:pt x="1655006" y="72681"/>
                  <a:pt x="1655006" y="71061"/>
                </a:cubicBezTo>
                <a:cubicBezTo>
                  <a:pt x="1653004" y="72205"/>
                  <a:pt x="1650882" y="73136"/>
                  <a:pt x="1648642" y="73851"/>
                </a:cubicBezTo>
                <a:cubicBezTo>
                  <a:pt x="1646402" y="74565"/>
                  <a:pt x="1644353" y="75471"/>
                  <a:pt x="1642494" y="76567"/>
                </a:cubicBezTo>
                <a:cubicBezTo>
                  <a:pt x="1640635" y="77663"/>
                  <a:pt x="1639110" y="79164"/>
                  <a:pt x="1637919" y="81070"/>
                </a:cubicBezTo>
                <a:cubicBezTo>
                  <a:pt x="1636728" y="82977"/>
                  <a:pt x="1636132" y="85741"/>
                  <a:pt x="1636132" y="89363"/>
                </a:cubicBezTo>
                <a:cubicBezTo>
                  <a:pt x="1636132" y="92890"/>
                  <a:pt x="1636871" y="95583"/>
                  <a:pt x="1638349" y="97442"/>
                </a:cubicBezTo>
                <a:cubicBezTo>
                  <a:pt x="1639827" y="99301"/>
                  <a:pt x="1641804" y="100230"/>
                  <a:pt x="1644281" y="100230"/>
                </a:cubicBezTo>
                <a:cubicBezTo>
                  <a:pt x="1647427" y="100230"/>
                  <a:pt x="1649977" y="99039"/>
                  <a:pt x="1651930" y="96657"/>
                </a:cubicBezTo>
                <a:cubicBezTo>
                  <a:pt x="1653885" y="94273"/>
                  <a:pt x="1654862" y="90746"/>
                  <a:pt x="1654862" y="86075"/>
                </a:cubicBezTo>
                <a:moveTo>
                  <a:pt x="1620976" y="47184"/>
                </a:moveTo>
                <a:cubicBezTo>
                  <a:pt x="1624980" y="43943"/>
                  <a:pt x="1629293" y="41465"/>
                  <a:pt x="1633916" y="39749"/>
                </a:cubicBezTo>
                <a:cubicBezTo>
                  <a:pt x="1638540" y="38032"/>
                  <a:pt x="1643139" y="37174"/>
                  <a:pt x="1647713" y="37174"/>
                </a:cubicBezTo>
                <a:cubicBezTo>
                  <a:pt x="1651527" y="37174"/>
                  <a:pt x="1655030" y="37603"/>
                  <a:pt x="1658222" y="38461"/>
                </a:cubicBezTo>
                <a:cubicBezTo>
                  <a:pt x="1661416" y="39320"/>
                  <a:pt x="1664181" y="40678"/>
                  <a:pt x="1666515" y="42537"/>
                </a:cubicBezTo>
                <a:cubicBezTo>
                  <a:pt x="1668851" y="44396"/>
                  <a:pt x="1670662" y="46803"/>
                  <a:pt x="1671947" y="49758"/>
                </a:cubicBezTo>
                <a:cubicBezTo>
                  <a:pt x="1673235" y="52712"/>
                  <a:pt x="1673878" y="56287"/>
                  <a:pt x="1673878" y="60482"/>
                </a:cubicBezTo>
                <a:cubicBezTo>
                  <a:pt x="1673878" y="66582"/>
                  <a:pt x="1673807" y="72229"/>
                  <a:pt x="1673665" y="77425"/>
                </a:cubicBezTo>
                <a:cubicBezTo>
                  <a:pt x="1673522" y="82619"/>
                  <a:pt x="1673451" y="87789"/>
                  <a:pt x="1673451" y="92937"/>
                </a:cubicBezTo>
                <a:cubicBezTo>
                  <a:pt x="1673451" y="95225"/>
                  <a:pt x="1673617" y="97012"/>
                  <a:pt x="1673950" y="98299"/>
                </a:cubicBezTo>
                <a:cubicBezTo>
                  <a:pt x="1674285" y="99587"/>
                  <a:pt x="1674785" y="100564"/>
                  <a:pt x="1675451" y="101232"/>
                </a:cubicBezTo>
                <a:cubicBezTo>
                  <a:pt x="1676119" y="101898"/>
                  <a:pt x="1677000" y="102326"/>
                  <a:pt x="1678096" y="102517"/>
                </a:cubicBezTo>
                <a:cubicBezTo>
                  <a:pt x="1679192" y="102707"/>
                  <a:pt x="1680455" y="102803"/>
                  <a:pt x="1681885" y="102803"/>
                </a:cubicBezTo>
                <a:lnTo>
                  <a:pt x="1681885" y="106234"/>
                </a:lnTo>
                <a:cubicBezTo>
                  <a:pt x="1679122" y="107379"/>
                  <a:pt x="1676787" y="108237"/>
                  <a:pt x="1674880" y="108809"/>
                </a:cubicBezTo>
                <a:cubicBezTo>
                  <a:pt x="1672973" y="109380"/>
                  <a:pt x="1670924" y="109666"/>
                  <a:pt x="1668732" y="109666"/>
                </a:cubicBezTo>
                <a:cubicBezTo>
                  <a:pt x="1665205" y="109666"/>
                  <a:pt x="1662345" y="108809"/>
                  <a:pt x="1660153" y="107094"/>
                </a:cubicBezTo>
                <a:cubicBezTo>
                  <a:pt x="1657961" y="105378"/>
                  <a:pt x="1656293" y="102899"/>
                  <a:pt x="1655148" y="99659"/>
                </a:cubicBezTo>
                <a:cubicBezTo>
                  <a:pt x="1652956" y="102709"/>
                  <a:pt x="1650407" y="105139"/>
                  <a:pt x="1647499" y="106950"/>
                </a:cubicBezTo>
                <a:cubicBezTo>
                  <a:pt x="1644592" y="108761"/>
                  <a:pt x="1640946" y="109666"/>
                  <a:pt x="1636562" y="109666"/>
                </a:cubicBezTo>
                <a:cubicBezTo>
                  <a:pt x="1632939" y="109666"/>
                  <a:pt x="1629840" y="109189"/>
                  <a:pt x="1627266" y="108235"/>
                </a:cubicBezTo>
                <a:cubicBezTo>
                  <a:pt x="1624693" y="107282"/>
                  <a:pt x="1622572" y="105925"/>
                  <a:pt x="1620904" y="104162"/>
                </a:cubicBezTo>
                <a:cubicBezTo>
                  <a:pt x="1619236" y="102397"/>
                  <a:pt x="1618021" y="100395"/>
                  <a:pt x="1617258" y="98155"/>
                </a:cubicBezTo>
                <a:cubicBezTo>
                  <a:pt x="1616496" y="95916"/>
                  <a:pt x="1616115" y="93652"/>
                  <a:pt x="1616115" y="91364"/>
                </a:cubicBezTo>
                <a:cubicBezTo>
                  <a:pt x="1616115" y="88219"/>
                  <a:pt x="1616616" y="85503"/>
                  <a:pt x="1617616" y="83215"/>
                </a:cubicBezTo>
                <a:cubicBezTo>
                  <a:pt x="1618617" y="80927"/>
                  <a:pt x="1620047" y="78973"/>
                  <a:pt x="1621905" y="77353"/>
                </a:cubicBezTo>
                <a:cubicBezTo>
                  <a:pt x="1623764" y="75732"/>
                  <a:pt x="1625980" y="74374"/>
                  <a:pt x="1628553" y="73277"/>
                </a:cubicBezTo>
                <a:cubicBezTo>
                  <a:pt x="1631128" y="72181"/>
                  <a:pt x="1634035" y="71251"/>
                  <a:pt x="1637276" y="70489"/>
                </a:cubicBezTo>
                <a:cubicBezTo>
                  <a:pt x="1641280" y="69536"/>
                  <a:pt x="1644449" y="68703"/>
                  <a:pt x="1646784" y="67989"/>
                </a:cubicBezTo>
                <a:cubicBezTo>
                  <a:pt x="1649119" y="67273"/>
                  <a:pt x="1650859" y="66558"/>
                  <a:pt x="1652002" y="65844"/>
                </a:cubicBezTo>
                <a:cubicBezTo>
                  <a:pt x="1653147" y="65129"/>
                  <a:pt x="1653886" y="64342"/>
                  <a:pt x="1654219" y="63484"/>
                </a:cubicBezTo>
                <a:cubicBezTo>
                  <a:pt x="1654553" y="62625"/>
                  <a:pt x="1654721" y="61577"/>
                  <a:pt x="1654721" y="60338"/>
                </a:cubicBezTo>
                <a:cubicBezTo>
                  <a:pt x="1654721" y="56906"/>
                  <a:pt x="1653505" y="53976"/>
                  <a:pt x="1651073" y="51545"/>
                </a:cubicBezTo>
                <a:cubicBezTo>
                  <a:pt x="1648642" y="49113"/>
                  <a:pt x="1645283" y="47897"/>
                  <a:pt x="1640993" y="47897"/>
                </a:cubicBezTo>
                <a:cubicBezTo>
                  <a:pt x="1639373" y="47897"/>
                  <a:pt x="1637705" y="48112"/>
                  <a:pt x="1635988" y="48541"/>
                </a:cubicBezTo>
                <a:cubicBezTo>
                  <a:pt x="1634274" y="48970"/>
                  <a:pt x="1632629" y="49566"/>
                  <a:pt x="1631056" y="50330"/>
                </a:cubicBezTo>
                <a:cubicBezTo>
                  <a:pt x="1629483" y="51092"/>
                  <a:pt x="1628054" y="51926"/>
                  <a:pt x="1626766" y="52832"/>
                </a:cubicBezTo>
                <a:cubicBezTo>
                  <a:pt x="1625481" y="53737"/>
                  <a:pt x="1624504" y="54714"/>
                  <a:pt x="1623836" y="55763"/>
                </a:cubicBezTo>
                <a:lnTo>
                  <a:pt x="1622835" y="55763"/>
                </a:lnTo>
                <a:lnTo>
                  <a:pt x="1620976" y="47184"/>
                </a:lnTo>
                <a:close/>
                <a:moveTo>
                  <a:pt x="1729355" y="39749"/>
                </a:moveTo>
                <a:cubicBezTo>
                  <a:pt x="1729070" y="41178"/>
                  <a:pt x="1728927" y="42465"/>
                  <a:pt x="1728927" y="43608"/>
                </a:cubicBezTo>
                <a:cubicBezTo>
                  <a:pt x="1728927" y="44847"/>
                  <a:pt x="1729070" y="46039"/>
                  <a:pt x="1729355" y="47184"/>
                </a:cubicBezTo>
                <a:lnTo>
                  <a:pt x="1716773" y="46898"/>
                </a:lnTo>
                <a:cubicBezTo>
                  <a:pt x="1716582" y="49090"/>
                  <a:pt x="1716416" y="51616"/>
                  <a:pt x="1716273" y="54475"/>
                </a:cubicBezTo>
                <a:cubicBezTo>
                  <a:pt x="1716131" y="57335"/>
                  <a:pt x="1716035" y="60242"/>
                  <a:pt x="1715987" y="63198"/>
                </a:cubicBezTo>
                <a:cubicBezTo>
                  <a:pt x="1715939" y="66152"/>
                  <a:pt x="1715891" y="69011"/>
                  <a:pt x="1715843" y="71776"/>
                </a:cubicBezTo>
                <a:cubicBezTo>
                  <a:pt x="1715795" y="74541"/>
                  <a:pt x="1715771" y="76876"/>
                  <a:pt x="1715771" y="78782"/>
                </a:cubicBezTo>
                <a:cubicBezTo>
                  <a:pt x="1715771" y="83739"/>
                  <a:pt x="1715891" y="87742"/>
                  <a:pt x="1716129" y="90792"/>
                </a:cubicBezTo>
                <a:cubicBezTo>
                  <a:pt x="1716368" y="93842"/>
                  <a:pt x="1716773" y="96178"/>
                  <a:pt x="1717345" y="97800"/>
                </a:cubicBezTo>
                <a:cubicBezTo>
                  <a:pt x="1717918" y="99420"/>
                  <a:pt x="1718728" y="100516"/>
                  <a:pt x="1719775" y="101088"/>
                </a:cubicBezTo>
                <a:cubicBezTo>
                  <a:pt x="1720824" y="101659"/>
                  <a:pt x="1722158" y="101945"/>
                  <a:pt x="1723778" y="101945"/>
                </a:cubicBezTo>
                <a:cubicBezTo>
                  <a:pt x="1725591" y="101945"/>
                  <a:pt x="1726925" y="101826"/>
                  <a:pt x="1727782" y="101587"/>
                </a:cubicBezTo>
                <a:cubicBezTo>
                  <a:pt x="1728640" y="101349"/>
                  <a:pt x="1729498" y="100992"/>
                  <a:pt x="1730356" y="100516"/>
                </a:cubicBezTo>
                <a:lnTo>
                  <a:pt x="1730356" y="106378"/>
                </a:lnTo>
                <a:cubicBezTo>
                  <a:pt x="1728449" y="107236"/>
                  <a:pt x="1726066" y="107999"/>
                  <a:pt x="1723207" y="108665"/>
                </a:cubicBezTo>
                <a:cubicBezTo>
                  <a:pt x="1720347" y="109332"/>
                  <a:pt x="1717536" y="109666"/>
                  <a:pt x="1714772" y="109666"/>
                </a:cubicBezTo>
                <a:cubicBezTo>
                  <a:pt x="1702667" y="109666"/>
                  <a:pt x="1696614" y="102422"/>
                  <a:pt x="1696614" y="87934"/>
                </a:cubicBezTo>
                <a:cubicBezTo>
                  <a:pt x="1696614" y="85169"/>
                  <a:pt x="1696661" y="82047"/>
                  <a:pt x="1696756" y="78568"/>
                </a:cubicBezTo>
                <a:cubicBezTo>
                  <a:pt x="1696852" y="75089"/>
                  <a:pt x="1696971" y="71515"/>
                  <a:pt x="1697113" y="67845"/>
                </a:cubicBezTo>
                <a:cubicBezTo>
                  <a:pt x="1697256" y="64175"/>
                  <a:pt x="1697375" y="60553"/>
                  <a:pt x="1697469" y="56978"/>
                </a:cubicBezTo>
                <a:cubicBezTo>
                  <a:pt x="1697565" y="53403"/>
                  <a:pt x="1697613" y="50090"/>
                  <a:pt x="1697613" y="47040"/>
                </a:cubicBezTo>
                <a:lnTo>
                  <a:pt x="1687606" y="47184"/>
                </a:lnTo>
                <a:cubicBezTo>
                  <a:pt x="1687891" y="46039"/>
                  <a:pt x="1688033" y="44847"/>
                  <a:pt x="1688033" y="43608"/>
                </a:cubicBezTo>
                <a:cubicBezTo>
                  <a:pt x="1688033" y="42465"/>
                  <a:pt x="1687891" y="41178"/>
                  <a:pt x="1687606" y="39749"/>
                </a:cubicBezTo>
                <a:lnTo>
                  <a:pt x="1697613" y="40179"/>
                </a:lnTo>
                <a:cubicBezTo>
                  <a:pt x="1697613" y="37223"/>
                  <a:pt x="1697565" y="34459"/>
                  <a:pt x="1697469" y="31886"/>
                </a:cubicBezTo>
                <a:cubicBezTo>
                  <a:pt x="1697375" y="29311"/>
                  <a:pt x="1697232" y="26213"/>
                  <a:pt x="1697041" y="22592"/>
                </a:cubicBezTo>
                <a:cubicBezTo>
                  <a:pt x="1700378" y="21256"/>
                  <a:pt x="1703667" y="19850"/>
                  <a:pt x="1706907" y="18372"/>
                </a:cubicBezTo>
                <a:cubicBezTo>
                  <a:pt x="1710148" y="16894"/>
                  <a:pt x="1713389" y="15345"/>
                  <a:pt x="1716631" y="13725"/>
                </a:cubicBezTo>
                <a:lnTo>
                  <a:pt x="1718060" y="14727"/>
                </a:lnTo>
                <a:cubicBezTo>
                  <a:pt x="1717870" y="16252"/>
                  <a:pt x="1717702" y="18040"/>
                  <a:pt x="1717558" y="20089"/>
                </a:cubicBezTo>
                <a:cubicBezTo>
                  <a:pt x="1717416" y="22139"/>
                  <a:pt x="1717273" y="24283"/>
                  <a:pt x="1717131" y="26523"/>
                </a:cubicBezTo>
                <a:cubicBezTo>
                  <a:pt x="1716988" y="28763"/>
                  <a:pt x="1716893" y="31051"/>
                  <a:pt x="1716845" y="33387"/>
                </a:cubicBezTo>
                <a:cubicBezTo>
                  <a:pt x="1716797" y="35721"/>
                  <a:pt x="1716773" y="37937"/>
                  <a:pt x="1716773" y="40035"/>
                </a:cubicBezTo>
                <a:lnTo>
                  <a:pt x="1729355" y="39749"/>
                </a:lnTo>
                <a:close/>
                <a:moveTo>
                  <a:pt x="1757666" y="73635"/>
                </a:moveTo>
                <a:cubicBezTo>
                  <a:pt x="1757666" y="77447"/>
                  <a:pt x="1758047" y="81022"/>
                  <a:pt x="1758810" y="84358"/>
                </a:cubicBezTo>
                <a:cubicBezTo>
                  <a:pt x="1759573" y="87695"/>
                  <a:pt x="1760741" y="90578"/>
                  <a:pt x="1762313" y="93009"/>
                </a:cubicBezTo>
                <a:cubicBezTo>
                  <a:pt x="1763886" y="95439"/>
                  <a:pt x="1765887" y="97346"/>
                  <a:pt x="1768317" y="98729"/>
                </a:cubicBezTo>
                <a:cubicBezTo>
                  <a:pt x="1770749" y="100111"/>
                  <a:pt x="1773586" y="100802"/>
                  <a:pt x="1776826" y="100802"/>
                </a:cubicBezTo>
                <a:cubicBezTo>
                  <a:pt x="1783403" y="100802"/>
                  <a:pt x="1789266" y="98657"/>
                  <a:pt x="1794413" y="94368"/>
                </a:cubicBezTo>
                <a:lnTo>
                  <a:pt x="1796128" y="95655"/>
                </a:lnTo>
                <a:lnTo>
                  <a:pt x="1792982" y="103662"/>
                </a:lnTo>
                <a:cubicBezTo>
                  <a:pt x="1790599" y="105473"/>
                  <a:pt x="1787740" y="106926"/>
                  <a:pt x="1784403" y="108021"/>
                </a:cubicBezTo>
                <a:cubicBezTo>
                  <a:pt x="1781067" y="109118"/>
                  <a:pt x="1776682" y="109666"/>
                  <a:pt x="1771250" y="109666"/>
                </a:cubicBezTo>
                <a:cubicBezTo>
                  <a:pt x="1766579" y="109666"/>
                  <a:pt x="1762147" y="109023"/>
                  <a:pt x="1757952" y="107735"/>
                </a:cubicBezTo>
                <a:cubicBezTo>
                  <a:pt x="1753759" y="106450"/>
                  <a:pt x="1750065" y="104329"/>
                  <a:pt x="1746871" y="101373"/>
                </a:cubicBezTo>
                <a:cubicBezTo>
                  <a:pt x="1743679" y="98418"/>
                  <a:pt x="1741153" y="94676"/>
                  <a:pt x="1739294" y="90149"/>
                </a:cubicBezTo>
                <a:cubicBezTo>
                  <a:pt x="1737435" y="85621"/>
                  <a:pt x="1736506" y="80212"/>
                  <a:pt x="1736506" y="73921"/>
                </a:cubicBezTo>
                <a:cubicBezTo>
                  <a:pt x="1736506" y="67725"/>
                  <a:pt x="1737339" y="62340"/>
                  <a:pt x="1739006" y="57765"/>
                </a:cubicBezTo>
                <a:cubicBezTo>
                  <a:pt x="1740674" y="53190"/>
                  <a:pt x="1742986" y="49377"/>
                  <a:pt x="1745942" y="46327"/>
                </a:cubicBezTo>
                <a:cubicBezTo>
                  <a:pt x="1748897" y="43275"/>
                  <a:pt x="1752400" y="40987"/>
                  <a:pt x="1756451" y="39463"/>
                </a:cubicBezTo>
                <a:cubicBezTo>
                  <a:pt x="1760502" y="37937"/>
                  <a:pt x="1764910" y="37174"/>
                  <a:pt x="1769677" y="37174"/>
                </a:cubicBezTo>
                <a:cubicBezTo>
                  <a:pt x="1779113" y="37174"/>
                  <a:pt x="1786333" y="39939"/>
                  <a:pt x="1791337" y="45467"/>
                </a:cubicBezTo>
                <a:cubicBezTo>
                  <a:pt x="1796342" y="50995"/>
                  <a:pt x="1798844" y="58812"/>
                  <a:pt x="1798844" y="68916"/>
                </a:cubicBezTo>
                <a:lnTo>
                  <a:pt x="1798844" y="71920"/>
                </a:lnTo>
                <a:cubicBezTo>
                  <a:pt x="1798844" y="72777"/>
                  <a:pt x="1798797" y="73349"/>
                  <a:pt x="1798702" y="73635"/>
                </a:cubicBezTo>
                <a:lnTo>
                  <a:pt x="1757666" y="73635"/>
                </a:lnTo>
                <a:moveTo>
                  <a:pt x="1779686" y="67201"/>
                </a:moveTo>
                <a:cubicBezTo>
                  <a:pt x="1779494" y="60052"/>
                  <a:pt x="1778612" y="54333"/>
                  <a:pt x="1777040" y="50044"/>
                </a:cubicBezTo>
                <a:cubicBezTo>
                  <a:pt x="1775468" y="45754"/>
                  <a:pt x="1772823" y="43608"/>
                  <a:pt x="1769105" y="43608"/>
                </a:cubicBezTo>
                <a:cubicBezTo>
                  <a:pt x="1767008" y="43608"/>
                  <a:pt x="1765244" y="44323"/>
                  <a:pt x="1763814" y="45753"/>
                </a:cubicBezTo>
                <a:cubicBezTo>
                  <a:pt x="1762385" y="47183"/>
                  <a:pt x="1761241" y="49018"/>
                  <a:pt x="1760383" y="51259"/>
                </a:cubicBezTo>
                <a:cubicBezTo>
                  <a:pt x="1759524" y="53499"/>
                  <a:pt x="1758881" y="56025"/>
                  <a:pt x="1758452" y="58837"/>
                </a:cubicBezTo>
                <a:cubicBezTo>
                  <a:pt x="1758024" y="61648"/>
                  <a:pt x="1757762" y="64436"/>
                  <a:pt x="1757666" y="67201"/>
                </a:cubicBezTo>
                <a:lnTo>
                  <a:pt x="1779686" y="67201"/>
                </a:lnTo>
                <a:close/>
              </a:path>
            </a:pathLst>
          </a:custGeom>
          <a:solidFill xmlns:a="http://schemas.openxmlformats.org/drawingml/2006/main">
            <a:srgbClr val="2121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4C242-3EDD-4F9E-ABBC-0DD3F392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380" y="1692232"/>
            <a:ext cx="312264" cy="312266"/>
          </a:xfrm>
          <a:custGeom xmlns:a="http://schemas.openxmlformats.org/drawingml/2006/main">
            <a:pathLst>
              <a:path w="312264" h="312266">
                <a:moveTo>
                  <a:pt x="256714" y="55549"/>
                </a:moveTo>
                <a:cubicBezTo>
                  <a:pt x="312264" y="111101"/>
                  <a:pt x="312264" y="201165"/>
                  <a:pt x="256714" y="256714"/>
                </a:cubicBezTo>
                <a:cubicBezTo>
                  <a:pt x="201165" y="312266"/>
                  <a:pt x="111099" y="312266"/>
                  <a:pt x="55549" y="256714"/>
                </a:cubicBezTo>
                <a:cubicBezTo>
                  <a:pt x="0" y="201165"/>
                  <a:pt x="0" y="111101"/>
                  <a:pt x="55549" y="55549"/>
                </a:cubicBezTo>
                <a:cubicBezTo>
                  <a:pt x="111099" y="0"/>
                  <a:pt x="201165" y="0"/>
                  <a:pt x="256714" y="55549"/>
                </a:cubicBezTo>
                <a:close/>
                <a:moveTo>
                  <a:pt x="256714" y="55549"/>
                </a:moveTo>
              </a:path>
            </a:pathLst>
          </a:custGeom>
          <a:solidFill xmlns:a="http://schemas.openxmlformats.org/drawingml/2006/main">
            <a:srgbClr val="9191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AE91E-C4F0-40FA-B42A-3FC73B9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383" y="1692233"/>
            <a:ext cx="312264" cy="312264"/>
          </a:xfrm>
          <a:custGeom xmlns:a="http://schemas.openxmlformats.org/drawingml/2006/main">
            <a:pathLst>
              <a:path w="312264" h="312264" fill="none">
                <a:moveTo>
                  <a:pt x="256714" y="55550"/>
                </a:moveTo>
                <a:cubicBezTo>
                  <a:pt x="312264" y="111100"/>
                  <a:pt x="312264" y="201164"/>
                  <a:pt x="256714" y="256714"/>
                </a:cubicBezTo>
                <a:cubicBezTo>
                  <a:pt x="201164" y="312264"/>
                  <a:pt x="111100" y="312264"/>
                  <a:pt x="55550" y="256714"/>
                </a:cubicBezTo>
                <a:cubicBezTo>
                  <a:pt x="0" y="201164"/>
                  <a:pt x="0" y="111100"/>
                  <a:pt x="55550" y="55550"/>
                </a:cubicBezTo>
                <a:cubicBezTo>
                  <a:pt x="111100" y="0"/>
                  <a:pt x="201164" y="0"/>
                  <a:pt x="256714" y="55550"/>
                </a:cubicBezTo>
                <a:close/>
                <a:moveTo>
                  <a:pt x="256714" y="55550"/>
                </a:move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919191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6CBFF-BC3E-4E3B-87F1-F5924D0E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365" y="1756653"/>
            <a:ext cx="180296" cy="179820"/>
          </a:xfrm>
          <a:custGeom xmlns:a="http://schemas.openxmlformats.org/drawingml/2006/main">
            <a:pathLst>
              <a:path w="180296" h="179820">
                <a:moveTo>
                  <a:pt x="1615" y="0"/>
                </a:moveTo>
                <a:cubicBezTo>
                  <a:pt x="726" y="0"/>
                  <a:pt x="0" y="726"/>
                  <a:pt x="0" y="1615"/>
                </a:cubicBezTo>
                <a:lnTo>
                  <a:pt x="0" y="178188"/>
                </a:lnTo>
                <a:cubicBezTo>
                  <a:pt x="0" y="179080"/>
                  <a:pt x="726" y="179820"/>
                  <a:pt x="1615" y="179820"/>
                </a:cubicBezTo>
                <a:lnTo>
                  <a:pt x="178681" y="179820"/>
                </a:lnTo>
                <a:cubicBezTo>
                  <a:pt x="179570" y="179820"/>
                  <a:pt x="180296" y="179080"/>
                  <a:pt x="180296" y="178188"/>
                </a:cubicBezTo>
                <a:lnTo>
                  <a:pt x="180296" y="173343"/>
                </a:lnTo>
                <a:cubicBezTo>
                  <a:pt x="180296" y="172451"/>
                  <a:pt x="179570" y="171725"/>
                  <a:pt x="178681" y="171725"/>
                </a:cubicBezTo>
                <a:lnTo>
                  <a:pt x="9708" y="171725"/>
                </a:lnTo>
                <a:cubicBezTo>
                  <a:pt x="8818" y="171725"/>
                  <a:pt x="8092" y="170986"/>
                  <a:pt x="8092" y="170096"/>
                </a:cubicBezTo>
                <a:lnTo>
                  <a:pt x="8092" y="1615"/>
                </a:lnTo>
                <a:cubicBezTo>
                  <a:pt x="8092" y="726"/>
                  <a:pt x="7367" y="0"/>
                  <a:pt x="6477" y="0"/>
                </a:cubicBezTo>
                <a:lnTo>
                  <a:pt x="1615" y="0"/>
                </a:lnTo>
                <a:close/>
                <a:moveTo>
                  <a:pt x="166863" y="61303"/>
                </a:moveTo>
                <a:lnTo>
                  <a:pt x="143272" y="68497"/>
                </a:lnTo>
                <a:lnTo>
                  <a:pt x="148668" y="73527"/>
                </a:lnTo>
                <a:lnTo>
                  <a:pt x="110914" y="113964"/>
                </a:lnTo>
                <a:lnTo>
                  <a:pt x="83642" y="86089"/>
                </a:lnTo>
                <a:lnTo>
                  <a:pt x="24476" y="149442"/>
                </a:lnTo>
                <a:lnTo>
                  <a:pt x="31711" y="156201"/>
                </a:lnTo>
                <a:lnTo>
                  <a:pt x="83811" y="100407"/>
                </a:lnTo>
                <a:lnTo>
                  <a:pt x="111237" y="128451"/>
                </a:lnTo>
                <a:lnTo>
                  <a:pt x="114905" y="124180"/>
                </a:lnTo>
                <a:lnTo>
                  <a:pt x="155903" y="80284"/>
                </a:lnTo>
                <a:lnTo>
                  <a:pt x="161299" y="85329"/>
                </a:lnTo>
                <a:lnTo>
                  <a:pt x="166863" y="61303"/>
                </a:lnTo>
                <a:close/>
                <a:moveTo>
                  <a:pt x="166863" y="613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F5D36-C693-4209-B76B-C05025B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983" y="1588149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CDB79-E6E0-4FA4-8EFE-B801FFF7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393" y="847190"/>
            <a:ext cx="10" cy="740774"/>
          </a:xfrm>
          <a:custGeom xmlns:a="http://schemas.openxmlformats.org/drawingml/2006/main">
            <a:pathLst>
              <a:path w="1" h="740774" fill="none">
                <a:moveTo>
                  <a:pt x="0" y="0"/>
                </a:moveTo>
                <a:lnTo>
                  <a:pt x="0" y="740774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A5679-8044-4AEC-9E63-5D301E90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829" y="1597681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72106-9100-42D5-93AA-1E5F63C4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204" y="840608"/>
            <a:ext cx="10" cy="766606"/>
          </a:xfrm>
          <a:custGeom xmlns:a="http://schemas.openxmlformats.org/drawingml/2006/main">
            <a:pathLst>
              <a:path w="1" h="766606" fill="none">
                <a:moveTo>
                  <a:pt x="0" y="0"/>
                </a:moveTo>
                <a:lnTo>
                  <a:pt x="0" y="766606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ABCDA-F51F-48C2-9769-7ECFDD53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706" y="3791210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DB6CF-8A80-4DCE-98C0-4EEC9954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117" y="3050248"/>
            <a:ext cx="10" cy="740774"/>
          </a:xfrm>
          <a:custGeom xmlns:a="http://schemas.openxmlformats.org/drawingml/2006/main">
            <a:pathLst>
              <a:path w="1" h="740774" fill="none">
                <a:moveTo>
                  <a:pt x="0" y="0"/>
                </a:moveTo>
                <a:lnTo>
                  <a:pt x="0" y="740774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7D3F9-AAE3-4CDF-8A21-AFB4645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555" y="3800742"/>
            <a:ext cx="88704" cy="10"/>
          </a:xfrm>
          <a:custGeom xmlns:a="http://schemas.openxmlformats.org/drawingml/2006/main">
            <a:pathLst>
              <a:path w="88704" h="1" fill="none">
                <a:moveTo>
                  <a:pt x="0" y="0"/>
                </a:moveTo>
                <a:lnTo>
                  <a:pt x="88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075F7-5B59-4EF8-A44B-548A80F8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930" y="3043667"/>
            <a:ext cx="10" cy="766606"/>
          </a:xfrm>
          <a:custGeom xmlns:a="http://schemas.openxmlformats.org/drawingml/2006/main">
            <a:pathLst>
              <a:path w="1" h="766606" fill="none">
                <a:moveTo>
                  <a:pt x="0" y="0"/>
                </a:moveTo>
                <a:lnTo>
                  <a:pt x="0" y="766606"/>
                </a:lnTo>
              </a:path>
            </a:pathLst>
          </a:custGeom>
          <a:noFill xmlns:a="http://schemas.openxmlformats.org/drawingml/2006/main"/>
          <a:ln xmlns:a="http://schemas.openxmlformats.org/drawingml/2006/main" w="19064" cap="flat">
            <a:solidFill>
              <a:srgbClr val="424242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75BEC-8902-4D29-A417-33939B8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053" y="1672743"/>
            <a:ext cx="2287641" cy="931653"/>
          </a:xfrm>
          <a:custGeom xmlns:a="http://schemas.openxmlformats.org/drawingml/2006/main">
            <a:pathLst>
              <a:path w="2287641" h="931653" fill="none">
                <a:moveTo>
                  <a:pt x="35146" y="0"/>
                </a:moveTo>
                <a:lnTo>
                  <a:pt x="2252494" y="0"/>
                </a:lnTo>
                <a:cubicBezTo>
                  <a:pt x="2262808" y="0"/>
                  <a:pt x="2268996" y="0"/>
                  <a:pt x="2273122" y="1722"/>
                </a:cubicBezTo>
                <a:cubicBezTo>
                  <a:pt x="2279069" y="3887"/>
                  <a:pt x="2283754" y="8572"/>
                  <a:pt x="2285919" y="14519"/>
                </a:cubicBezTo>
                <a:cubicBezTo>
                  <a:pt x="2287641" y="18644"/>
                  <a:pt x="2287641" y="24832"/>
                  <a:pt x="2287641" y="35146"/>
                </a:cubicBezTo>
                <a:lnTo>
                  <a:pt x="2287641" y="896507"/>
                </a:lnTo>
                <a:cubicBezTo>
                  <a:pt x="2287641" y="906821"/>
                  <a:pt x="2287641" y="913009"/>
                  <a:pt x="2285919" y="917134"/>
                </a:cubicBezTo>
                <a:cubicBezTo>
                  <a:pt x="2283754" y="923082"/>
                  <a:pt x="2279069" y="927766"/>
                  <a:pt x="2273122" y="929931"/>
                </a:cubicBezTo>
                <a:cubicBezTo>
                  <a:pt x="2268996" y="931653"/>
                  <a:pt x="2262808" y="931653"/>
                  <a:pt x="2252494" y="931653"/>
                </a:cubicBezTo>
                <a:lnTo>
                  <a:pt x="35146" y="931653"/>
                </a:lnTo>
                <a:cubicBezTo>
                  <a:pt x="24832" y="931653"/>
                  <a:pt x="18644" y="931653"/>
                  <a:pt x="14519" y="929931"/>
                </a:cubicBezTo>
                <a:cubicBezTo>
                  <a:pt x="8572" y="927766"/>
                  <a:pt x="3887" y="923082"/>
                  <a:pt x="1722" y="917134"/>
                </a:cubicBezTo>
                <a:cubicBezTo>
                  <a:pt x="0" y="913009"/>
                  <a:pt x="0" y="906821"/>
                  <a:pt x="0" y="896507"/>
                </a:cubicBezTo>
                <a:lnTo>
                  <a:pt x="0" y="35146"/>
                </a:lnTo>
                <a:cubicBezTo>
                  <a:pt x="0" y="24832"/>
                  <a:pt x="0" y="18644"/>
                  <a:pt x="1722" y="14519"/>
                </a:cubicBezTo>
                <a:cubicBezTo>
                  <a:pt x="3887" y="8572"/>
                  <a:pt x="8572" y="3887"/>
                  <a:pt x="14519" y="1722"/>
                </a:cubicBezTo>
                <a:cubicBezTo>
                  <a:pt x="18644" y="0"/>
                  <a:pt x="24832" y="0"/>
                  <a:pt x="35146" y="0"/>
                </a:cubicBezTo>
                <a:close/>
                <a:moveTo>
                  <a:pt x="3514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485" cap="flat">
            <a:solidFill>
              <a:srgbClr val="000000"/>
            </a:solidFill>
            <a:custDash>
              <a:ds d="200000" sp="200000"/>
            </a:custDash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4D769-BBC5-4B6F-8531-AA8C2E1C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633" y="1699382"/>
            <a:ext cx="263737" cy="903850"/>
          </a:xfrm>
          <a:custGeom xmlns:a="http://schemas.openxmlformats.org/drawingml/2006/main">
            <a:pathLst>
              <a:path w="263737" h="903850">
                <a:moveTo>
                  <a:pt x="174066" y="787806"/>
                </a:moveTo>
                <a:lnTo>
                  <a:pt x="263737" y="787806"/>
                </a:lnTo>
                <a:lnTo>
                  <a:pt x="131868" y="903850"/>
                </a:lnTo>
                <a:lnTo>
                  <a:pt x="0" y="787806"/>
                </a:lnTo>
                <a:lnTo>
                  <a:pt x="89671" y="787806"/>
                </a:lnTo>
                <a:lnTo>
                  <a:pt x="89671" y="116044"/>
                </a:lnTo>
                <a:lnTo>
                  <a:pt x="0" y="116044"/>
                </a:lnTo>
                <a:lnTo>
                  <a:pt x="131868" y="0"/>
                </a:lnTo>
                <a:lnTo>
                  <a:pt x="263737" y="116044"/>
                </a:lnTo>
                <a:lnTo>
                  <a:pt x="174066" y="116044"/>
                </a:lnTo>
                <a:lnTo>
                  <a:pt x="174066" y="787806"/>
                </a:lnTo>
                <a:close/>
              </a:path>
            </a:pathLst>
          </a:custGeom>
          <a:solidFill xmlns:a="http://schemas.openxmlformats.org/drawingml/2006/main">
            <a:srgbClr val="FCF2D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16917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2026-09-08T02:02:05.6150000Z</dcterms:created>
  <dcterms:modified xsi:type="dcterms:W3CDTF">2026-09-08T02:02:05.6150000Z</dcterms:modified>
</coreProperties>
</file>